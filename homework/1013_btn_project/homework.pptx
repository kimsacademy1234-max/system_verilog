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4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95" r:id="rId2"/>
    <p:sldId id="301" r:id="rId3"/>
    <p:sldId id="297" r:id="rId4"/>
    <p:sldId id="300" r:id="rId5"/>
    <p:sldId id="298" r:id="rId6"/>
    <p:sldId id="296" r:id="rId7"/>
    <p:sldId id="276" r:id="rId8"/>
    <p:sldId id="282" r:id="rId9"/>
    <p:sldId id="284" r:id="rId10"/>
    <p:sldId id="285" r:id="rId11"/>
    <p:sldId id="278" r:id="rId12"/>
    <p:sldId id="286" r:id="rId13"/>
    <p:sldId id="287" r:id="rId14"/>
    <p:sldId id="288" r:id="rId15"/>
    <p:sldId id="280" r:id="rId16"/>
    <p:sldId id="289" r:id="rId17"/>
    <p:sldId id="281" r:id="rId18"/>
    <p:sldId id="290" r:id="rId19"/>
    <p:sldId id="291" r:id="rId20"/>
    <p:sldId id="294" r:id="rId21"/>
    <p:sldId id="292" r:id="rId22"/>
    <p:sldId id="306" r:id="rId23"/>
    <p:sldId id="303" r:id="rId24"/>
    <p:sldId id="302" r:id="rId25"/>
    <p:sldId id="304" r:id="rId26"/>
    <p:sldId id="305" r:id="rId27"/>
    <p:sldId id="307" r:id="rId28"/>
    <p:sldId id="308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0ACF"/>
    <a:srgbClr val="920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5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5:42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1 466 9830,'0'-6'26,"1"1"-1,0-1 1,0 1-1,1-1 1,0 1-1,0 0 1,0 0-1,0 0 1,1 0-1,0 0 1,0 1-1,0-1 1,6-5-1,56-55 562,-43 45-457,28-23 84,85-56-1,-48 37 165,-71 50-231,1 0 0,0 2 0,1 0 0,0 1 0,0 0 0,1 2 0,0 0 0,0 1-1,1 1 1,-1 1 0,1 1 0,0 0 0,0 2 0,21 0 0,129 1 1591,92 3 675,-171 10-1518,-59-8-328,55 3 0,-63-8-272,0 2 1,1 0 0,-1 1-1,0 1 1,0 2-1,-1 0 1,0 1 0,0 2-1,0 0 1,-1 2-1,36 22 1,8 9 560,-40-27-420,0 2 0,25 22 0,26 14-26,-65-44-410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5:44.1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1 684 9830,'44'0'1022,"11"1"-226,0-2 1,1-3 0,68-13 0,-120 16-785,-1 0-1,0 0 1,0-1-1,0 1 0,0-1 1,0 0-1,0 0 1,0 0-1,0 0 1,-1 0-1,1 0 1,-1-1-1,0 1 1,0-1-1,1 0 1,-2 0-1,1 0 1,0 0-1,-1 0 1,1 0-1,-1 0 1,0 0-1,0-1 1,0 1-1,0 0 1,-1-1-1,1 1 1,-1-4-1,1-13-157,-1 0-1,-1 1 1,-5-36-1,3 36 125,-33-182-605,-6-52-18,113 739 5338,-69-476-4579,0 0 0,0 0 1,-1 1-1,-1-1 1,1 0-1,-2 1 1,1-1-1,-2 0 0,1 1 1,-4 11-1,3-17-59,0-1 0,0 0 0,-1 1 0,1-1 0,-1 0-1,0 0 1,0-1 0,0 1 0,-1-1 0,1 1 0,-1-1-1,0 0 1,0 0 0,0-1 0,0 1 0,0-1 0,-1 0 0,1 0-1,-1 0 1,1-1 0,-1 0 0,0 1 0,1-2 0,-6 2 0,-50 2 1116,-118-6 1,135 0-21,110 2-245,-1-4 0,90-15 0,-151 18-941,0 0-1,0-1 1,0 0 0,-1 1 0,1-1 0,0-1 0,-1 1-1,0-1 1,1 1 0,-1-1 0,-1-1 0,1 1 0,0 0-1,-1-1 1,1 0 0,-1 0 0,0 0 0,0 0 0,-1 0-1,1-1 1,-1 1 0,0-1 0,0 0 0,-1 1 0,1-1 0,0-7-1,2-11-390,-1-1-1,-1 0 0,-2 0 0,-2-33 1,1 16-195,-2-272-2109,3 279 2684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5:47.49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799 78 9830,'-16'-1'396,"0"0"1,1-2-1,-19-4 0,-38-6 317,46 13-325,-1 2 1,0 1-1,1 0 0,0 2 1,0 2-1,0 0 1,-30 13-1,34-13-124,9-2-32,0 1 0,1 1 1,0 0-1,0 1 0,0 0 0,-12 11 1,-61 61 1312,82-77-1487,-13 12 246,0 0 1,1 2-1,1 0 0,1 0 0,0 1 0,1 1 0,1 0 0,1 1 0,-11 31 0,4 2 471,8-28-401,1 1 1,2 0-1,0 1 1,2 0 0,-2 31-1,6-5-170,2 0-1,2 1 0,13 61 1,-11-89-137,0-1 1,2 0 0,1-1-1,1 0 1,1 0 0,1-1-1,1-1 1,26 35 0,-25-42-68,1 0 0,0-1 0,1-1 0,0 0 0,26 14 0,29 23 0,-44-28 0,2-1 0,0-2 0,1 0 0,0-3 0,40 17 0,-34-23 0,0-1 0,1-2 0,1-1 0,73 2 0,-89-7 0,0-1 0,1 0 0,-1-2 0,0 0 0,0-1 0,-1-2 0,1 0 0,35-14 0,-19 1-267,-2 0 0,-1-3 1,46-33-1,-61 38 96,0-1 0,-2-1 0,0-1-1,-1 0 1,0-1 0,19-33 0,-25 35-113,-1-1-1,-1-1 1,0 0-1,-2 0 0,0 0 1,-2-1-1,0 0 1,-1 0-1,-1 0 1,-1 0-1,-2-41 1,1-79-1151,-4-108-1307,2 233 2574,-1 1 0,-1-1 0,-1 1 0,0 0 0,-1 0 0,0 1 1,-1-1-1,-1 1 0,0 0 0,-1 1 0,0 0 0,-1 0 0,-1 1 0,0 0 0,-1 0 0,0 1 0,-15-11 0,-7-5 569,-1 1-1,-1 2 1,-61-32-1,43 28 167,15 8 343,-76-28 1,64 29-424,38 14-344,-1 0 0,0 0 0,1 1 0,-1 1-1,-1 0 1,-12-1 0,-148-20 1506,150 23-1614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5:50.2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493 1 9830,'-6'0'162,"-1"1"-1,1 0 1,-1 1 0,1-1-1,0 1 1,0 1-1,0-1 1,0 1 0,0 0-1,0 0 1,-5 5-1,-61 50 945,49-39-742,-65 51 1256,47-39-886,2 0 0,-46 49 0,78-69-571,-1-1 1,1 1-1,1 0 1,0 1-1,1-1 0,0 1 1,1 1-1,0-1 1,1 0-1,0 1 1,1 0-1,-1 16 1,1 15 521,1-1 1,7 55 0,1-57-56,2-1 0,2 0 0,1 0 0,3-1-1,33 66 1,-37-82-361,-3-8-203,0 0 0,1-1 0,1 0 0,0 0 0,1-1 0,1-1 0,20 18 0,10 4 131,48 29 1,-90-62-198,19 9 0,0-1 0,0 0 0,0-1 0,1-1 0,22 5 0,56 21 0,-85-28 0,0 0 0,0-1 0,0-1 0,0 0 0,1-1 0,20 1 0,87-5 0,-47-1 0,-59 2-22,-1 0 0,0-1 0,0-1 0,1 0 0,-2-1 0,1-1 0,0 0 0,-1 0 0,0-2 0,17-10 0,-14 7-16,-1-1 0,0 0 0,-1-1-1,0-1 1,-1 0 0,0-1 0,17-25 0,-24 28-166,0 0 1,-1 0 0,0-1 0,3-14-1,7-14-369,-7 21 510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5:52.5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0 107 9830,'15'-2'334,"0"0"1,-1-1-1,1 0 0,-1-1 1,27-11-1,27-7 504,4-2 186,-59 18-785,1 1 0,0 0 0,0 1 0,0 1 0,23-3-1,6 4 372,0 1 0,0 3 0,0 1 0,53 12-1,-38-6 182,-45-8-601,-1 1-1,1 0 1,-1 0-1,1 2 0,-1-1 1,0 1-1,0 1 1,-1 0-1,18 12 1,-14-7 19,-11-8-133,1 1 1,-1-1-1,0 1 0,0 0 0,0 1 0,-1-1 0,1 1 1,-1-1-1,0 1 0,0 0 0,0 0 0,-1 0 1,1 1-1,-1-1 0,0 1 0,0-1 0,0 1 1,0 5-1,9 42 859,3 61 0,-12-100-800,9 59 546,-6-46-346,-1-1 0,0 32 0,-4-33-335,0-1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5:57.3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54.8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5:57.3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24.7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336 0 9830,'-9'1'207,"0"0"0,0 1 0,0 0 0,1 1-1,-1-1 1,1 2 0,0-1 0,0 1 0,0 0 0,-10 7 0,-71 57 970,86-66-1127,-11 12 278,1 0 0,0 2 1,2-1-1,-1 1 0,2 1 0,-11 21 1,13-19-28,0 1 0,1 0 0,1 0 1,1 1-1,1 0 0,-2 28 0,4 129 1624,3-94-1043,0-75-735,0 0 0,0 0-1,1 0 1,0-1 0,0 1 0,1 0 0,7 15 0,37 58 1080,-13-24-400,-16-25-217,2-1 0,1 0-1,47 53 1,-49-63-610,-11-13 0,-1-1 0,1 1 0,1-1 0,-1-1 0,1 1 0,1-1 0,17 9 0,12 5 0,-30-15 0,0 0 0,1-1 0,0-1 0,0 0 0,0 0 0,1-1 0,-1 0 0,1-1 0,13 2 0,190-4 0,-93-1 0,-88-2 0,0-2 0,0 0 0,0-3 0,-1 0 0,61-26 0,-67 22-58,0-2 1,-1-1 0,28-21 0,-30 20 39,-10 7 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26.5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0 131 9830,'6'-1'136,"0"0"1,0-1-1,0 1 0,0-1 1,0 0-1,-1-1 0,1 1 1,-1-1-1,1 0 0,-1-1 1,0 1-1,0-1 0,5-5 1,-3 3 27,1 0 0,1 0 1,-1 1-1,10-5 1,11-2 297,-12 4-198,0 1-1,1 0 1,-1 1-1,1 1 1,0 1-1,0 1 1,31-2-1,-10 5 427,-1 2 0,67 13 0,-57-7-25,47 10 311,-87-16-837,1 1 0,-1 1 0,0-1 0,0 1 1,0 1-1,0-1 0,-1 1 0,12 11 0,92 102 2132,-94-99-1809,0 0 1,-1 0 0,-1 1-1,-1 1 1,22 44 0,-21-27 73,14 43 1,-23-60-537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30.9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1978 1 9830,'-4'2'125,"0"0"0,0 0 0,1 1 0,-1-1 0,0 1 0,1 0 0,0 0 0,-1 1 0,1-1-1,1 1 1,-6 6 0,0 0 118,-4 6 15,-2-1 1,0 0-1,0-1 0,-1-1 0,-1 0 1,-1-1-1,1-1 0,-2 0 1,1-2-1,-38 16 0,-198 63 3066,151-52-2037,66-22-429,-56 14-1,33-19 47,-1-3 0,1-2 0,-102-7 0,37 0 350,25 5-1027,-113-4 151,192-1-378,0-2 0,0 0 0,0 0 0,1-2 0,-1-1 0,2 0 0,-1-1 0,-23-16 0,-39-18 0,71 36-44,-1-1 0,1 0 0,1 0 0,-1-1 0,1 0 0,1 0 0,0-1 0,0-1 1,-9-17-1,-8-6-64,14 14-182,10 17 279,0 0 0,0 0-1,0 1 1,-1-1-1,1 1 1,-1 0 0,0-1-1,1 1 1,-1 0-1,0 0 1,0 0 0,-1 0-1,-2-2 1,5 4 12,0 0 0,-1 0 0,1 0 0,-1 0 0,1 0 0,-1 0-1,1 0 1,-1 0 0,1 1 0,0-1 0,-1 0 0,1 0 0,-1 0 0,1 0 0,0 1 0,-1-1 0,1 0 0,0 0 0,-1 1 0,1-1 0,0 0 0,-1 1 0,1-1-1,0 0 1,-1 1 0,1-1 0,0 1 0,0-1 0,0 0 0,-1 1 0,1-1 0,0 1 0,0-1 0,0 0 0,0 1 0,0-1 0,0 1 0,0 0 0,-4 20 24,4-19-21,-2 226 146,4-122-94,-2-83-53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31.6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1 174 9830,'28'0'452,"16"1"269,0-1 1,0-3-1,0-1 0,84-20 0,158-79-846,-191 69 934,-80 28-773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34.0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1 164 9830,'71'-3'1526,"78"-13"0,-141 15-1461,85-11 727,0-4-1,-1-4 1,-1-4 0,110-45 0,-196 66-313,-11 5-120,-31 10 111,-54 21 296,-182 50 1063,148-60-726,82-17-834,21-3-240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35.5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63 9830,'0'431'5188,"3"-409"-4831,3-27-265,5-34-271,-5-97-329,-7 109 389,2 1 1,0-1 0,1 0-1,2 0 1,1 1-1,16-50 1,-21 75 130,0 1 1,0 0-1,0-1 0,0 1 1,0-1-1,0 1 1,0 0-1,0-1 1,0 1-1,0 0 0,0-1 1,0 1-1,0 0 1,0-1-1,1 1 0,-1 0 1,0-1-1,0 1 1,0 0-1,1 0 1,-1-1-1,0 1 0,0 0 1,1 0-1,-1-1 1,0 1-1,0 0 1,1 0-1,-1 0 0,0-1 1,1 1-1,-1 0 1,0 0-1,1 0 1,-1 0-1,0 0 0,1 0 1,-1 0-1,0 0 1,1 0-1,-1 0 1,1 0-1,-1 0 0,0 0 1,1 0-1,5 20 372,-3 32 81,-4 237 1676,0-363-2646,3-84-164,-2 154 691,1 1 0,-1 0 0,1-1 0,0 1 0,0 0 0,1 0 0,-1 0 0,1 0 0,-1 0 0,1 0 0,0 0 0,0 0 0,1 0 0,-1 1 0,0 0 0,1-1 0,0 1 0,-1 0 0,1 0 0,0 0 0,0 0 0,0 1 0,0-1 0,4 0 0,10-5 173,1 2 0,0 0 0,27-4 0,11-2 98,-3-9-384,86-44-1,-94 41 487,-27 14-360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5:57.3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24.7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336 0 9830,'-9'1'207,"0"0"0,0 1 0,0 0 0,1 1-1,-1-1 1,1 2 0,0-1 0,0 1 0,0 0 0,-10 7 0,-71 57 970,86-66-1127,-11 12 278,1 0 0,0 2 1,2-1-1,-1 1 0,2 1 0,-11 21 1,13-19-28,0 1 0,1 0 0,1 0 1,1 1-1,1 0 0,-2 28 0,4 129 1624,3-94-1043,0-75-735,0 0 0,0 0-1,1 0 1,0-1 0,0 1 0,1 0 0,7 15 0,37 58 1080,-13-24-400,-16-25-217,2-1 0,1 0-1,47 53 1,-49-63-610,-11-13 0,-1-1 0,1 1 0,1-1 0,-1-1 0,1 1 0,1-1 0,17 9 0,12 5 0,-30-15 0,0 0 0,1-1 0,0-1 0,0 0 0,0 0 0,1-1 0,-1 0 0,1-1 0,13 2 0,190-4 0,-93-1 0,-88-2 0,0-2 0,0 0 0,0-3 0,-1 0 0,61-26 0,-67 22-58,0-2 1,-1-1 0,28-21 0,-30 20 39,-10 7 19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26.5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0 131 9830,'6'-1'136,"0"0"1,0-1-1,0 1 0,0-1 1,0 0-1,-1-1 0,1 1 1,-1-1-1,1 0 0,-1-1 1,0 1-1,0-1 0,5-5 1,-3 3 27,1 0 0,1 0 1,-1 1-1,10-5 1,11-2 297,-12 4-198,0 1-1,1 0 1,-1 1-1,1 1 1,0 1-1,0 1 1,31-2-1,-10 5 427,-1 2 0,67 13 0,-57-7-25,47 10 311,-87-16-837,1 1 0,-1 1 0,0-1 0,0 1 1,0 1-1,0-1 0,-1 1 0,12 11 0,92 102 2132,-94-99-1809,0 0 1,-1 0 0,-1 1-1,-1 1 1,22 44 0,-21-27 73,14 43 1,-23-60-537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30.9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1978 1 9830,'-4'2'125,"0"0"0,0 0 0,1 1 0,-1-1 0,0 1 0,1 0 0,0 0 0,-1 1 0,1-1-1,1 1 1,-6 6 0,0 0 118,-4 6 15,-2-1 1,0 0-1,0-1 0,-1-1 0,-1 0 1,-1-1-1,1-1 0,-2 0 1,1-2-1,-38 16 0,-198 63 3066,151-52-2037,66-22-429,-56 14-1,33-19 47,-1-3 0,1-2 0,-102-7 0,37 0 350,25 5-1027,-113-4 151,192-1-378,0-2 0,0 0 0,0 0 0,1-2 0,-1-1 0,2 0 0,-1-1 0,-23-16 0,-39-18 0,71 36-44,-1-1 0,1 0 0,1 0 0,-1-1 0,1 0 0,1 0 0,0-1 0,0-1 1,-9-17-1,-8-6-64,14 14-182,10 17 279,0 0 0,0 0-1,0 1 1,-1-1-1,1 1 1,-1 0 0,0-1-1,1 1 1,-1 0-1,0 0 1,0 0 0,-1 0-1,-2-2 1,5 4 12,0 0 0,-1 0 0,1 0 0,-1 0 0,1 0 0,-1 0-1,1 0 1,-1 0 0,1 1 0,0-1 0,-1 0 0,1 0 0,-1 0 0,1 0 0,0 1 0,-1-1 0,1 0 0,0 0 0,-1 1 0,1-1 0,0 0 0,-1 1 0,1-1-1,0 0 1,-1 1 0,1-1 0,0 1 0,0-1 0,0 0 0,-1 1 0,1-1 0,0 1 0,0-1 0,0 0 0,0 1 0,0-1 0,0 1 0,0 0 0,-4 20 24,4-19-21,-2 226 146,4-122-94,-2-83-53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31.6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1 174 9830,'28'0'452,"16"1"269,0-1 1,0-3-1,0-1 0,84-20 0,158-79-846,-191 69 934,-80 28-773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34.0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1 164 9830,'71'-3'1526,"78"-13"0,-141 15-1461,85-11 727,0-4-1,-1-4 1,-1-4 0,110-45 0,-196 66-313,-11 5-120,-31 10 111,-54 21 296,-182 50 1063,148-60-726,82-17-834,21-3-240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29:35.5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63 9830,'0'431'5188,"3"-409"-4831,3-27-265,5-34-271,-5-97-329,-7 109 389,2 1 1,0-1 0,1 0-1,2 0 1,1 1-1,16-50 1,-21 75 130,0 1 1,0 0-1,0-1 0,0 1 1,0-1-1,0 1 1,0 0-1,0-1 1,0 1-1,0 0 0,0-1 1,0 1-1,0 0 1,0-1-1,1 1 0,-1 0 1,0-1-1,0 1 1,0 0-1,1 0 1,-1-1-1,0 1 0,0 0 1,1 0-1,-1-1 1,0 1-1,0 0 1,1 0-1,-1 0 0,0-1 1,1 1-1,-1 0 1,0 0-1,1 0 1,-1 0-1,0 0 0,1 0 1,-1 0-1,0 0 1,1 0-1,-1 0 1,1 0-1,-1 0 0,0 0 1,1 0-1,5 20 372,-3 32 81,-4 237 1676,0-363-2646,3-84-164,-2 154 691,1 1 0,-1 0 0,1-1 0,0 1 0,0 0 0,1 0 0,-1 0 0,1 0 0,-1 0 0,1 0 0,0 0 0,0 0 0,1 0 0,-1 1 0,0 0 0,1-1 0,0 1 0,-1 0 0,1 0 0,0 0 0,0 0 0,0 1 0,0-1 0,4 0 0,10-5 173,1 2 0,0 0 0,27-4 0,11-2 98,-3-9-384,86-44-1,-94 41 487,-27 14-360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0:46.86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561 0 9830,'-14'1'244,"0"1"0,0 0 1,0 1-1,1 0 0,0 1 0,-1 0 0,1 2 1,1-1-1,-14 9 0,-16 10 753,-46 37-1,65-43-621,2 1-1,0 1 1,1 1 0,0 1-1,2 1 1,1 0 0,1 1-1,1 1 1,1 0-1,-11 30 1,10-21 70,3 1 0,1 0 0,1 1-1,3 1 1,0-1 0,3 1 0,-1 54 0,5-43 282,-2-25-467,2 0 1,0-1-1,2 1 1,1 0-1,0-1 1,2 0-1,0 0 1,12 30-1,-8-33-110,2-1-1,0 0 1,1 0 0,0-1 0,2-1-1,0 0 1,21 18 0,-15-15-150,22 22 0,94 70 0,-68-74 0,-49-28 0,0 1 0,26 18 0,-27-16 0,0-1 0,1-1 0,0-1 0,1 0 0,0-2 0,41 11 0,-24-10 0,1-2 0,-1-1 0,41 0 0,3-3 0,193-6 0,-258 2 0,1-2 0,-1 0 0,0 0 0,0-1 0,0-1 0,-1-1 0,0 0 0,18-12 0,14-13 0,45-37 0,-85 63 0,6-5-180,-1-1 0,0 0 0,-1-1 0,0 0 0,-1 0 1,15-28-1,38-96-2025,-18 36 1349,-40 87 672,0 1 0,-1-1-1,0 0 1,-1 1 0,-1-2-1,0 1 1,0-24 0,-2 6-258,-2 1 0,-7-45-1,4 49 273,-1 0 0,0 1 0,-3 0 0,0 0-1,-1 0 1,-2 2 0,0-1 0,-2 2-1,0-1 1,-2 2 0,0 0 0,-2 1 0,0 1-1,-1 1 1,-2 0 0,1 1 0,-47-29-1,4 8 608,18 12 280,-80-38 0,95 52-431,-1 2 0,0 1 0,-1 1 0,0 2 0,-1 1 0,1 2 0,-67 0 0,-85 5 879,162-1-1137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0:48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9830,'1'5'144,"1"0"0,-1-1 0,1 1 0,1-1 0,-1 0 0,1 0 0,-1 1 0,6 4 1,0 2 93,31 41 675,-26-35-601,0 0 1,-1 1-1,0 1 0,11 25 1,-7-5 94,17 38 719,-3 2 0,-4 1 0,16 84 0,-21-68 40,-11-51-339,6 53 1,-14-82-623,-2 0 0,0 1 0,-1-1 0,0 0 0,-1-1 1,-1 1-1,-6 19 0,-1-4 238,-2 1 0,-1-2-1,-2 1 1,-1-2 0,-24 34 0,27-45-398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0:49.4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9830,'0'31'492,"1"1"-1,2 0 1,1-1-1,1 0 1,2 0-1,1 0 1,2-1 0,0 0-1,29 53 1,-25-56-252,-10-17-113,1-1-1,-1 0 1,2 0 0,0-1-1,10 13 1,-13-18-70,0-1 1,-1 0 0,1 1-1,0-2 1,0 1 0,0 0 0,1 0-1,-1-1 1,0 0 0,1 0-1,-1 0 1,1 0 0,-1 0-1,1-1 1,-1 1 0,1-1-1,-1 0 1,1 0 0,0-1 0,4 0-1,1-1 41,0 0 0,0-1 0,0 0 0,-1 0 0,1-1 0,-1 0 0,0-1 0,14-10 1,57-53-799,-51 43 548,79-80-734,-64 61 696,2 2-1,53-40 0,-76 69 342,-3 5-121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0:51.4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796 2 9830,'-21'0'371,"-46"-1"849,-1 3 1,-72 12 0,118-10-924,-1 2 0,1 0 1,0 1-1,0 1 0,0 1 1,1 1-1,1 1 0,0 1 1,-35 27-1,28-17 78,-5 3 620,-49 50 0,72-65-788,1 0 0,0 0 0,1 1 0,0 0 0,0 0 0,1 1 0,1 0 0,0 0 0,-5 19 0,-3 27 709,3 0 0,2 0-1,1 116 1,6-129-714,3 48 477,-1-85-639,0 0 0,1-1-1,0 1 1,0-1 0,1 1 0,0-1 0,0 0 0,1 0 0,7 11 0,2 1-40,5 6 0,0 0 0,1-1 0,2-1 0,0-1 0,45 36 0,-52-51 0,1 0 0,0-1 0,1 0 0,-1-1 0,1-1 0,27 4 0,5 3 0,78 10 0,-92-17 0,0 1 0,55 16 0,-57-13 0,1-2 0,0-1 0,0-1 0,0-2 0,0-2 0,42-4 0,14 2 0,-49-1 0,-1-2 0,0-1 0,66-20 0,-2 1 0,-45 16 0,38-9 0,-86 16 0,0-1 0,-1 0 0,1-1 0,-1 0 0,0 0 0,-1-1 0,10-6 0,-5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0:52.7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28 9830,'234'-14'3387,"12"1"-1200,-226 14-1903,1 1-1,0 1 0,-1 1 1,0 1-1,0 0 0,0 2 1,-1 0-1,0 1 0,0 1 1,23 16-1,-17-8 180,-1 2-1,-1 0 0,-1 2 1,-1 0-1,-1 1 1,0 1-1,-2 1 1,26 45-1,-39-56-204,-1 0 1,0 0-1,4 23 0,8 28 555,-8-45-547,-2 1 1,-1 0-1,5 28 1,-8-25-222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0.6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55 473 9830,'1'-36'0,"-2"1"0,-2-1 0,-10-53 0,12 84 0,-10-39 0,2 0 0,1 0 0,-1-72 0,9 93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1.9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0 561 9830,'8'-9'-1,"-1"-1"0,-1 0 0,1-1 0,-2 1 0,1-1 0,-2-1 0,1 1 0,2-14 0,20-44 56,64-131 382,-19 38-496,-62 141 57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2.4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375 0 9830,'-5'0'273,"-10"5"338,-11 5-1,-11 6 1,-4 5-225,2-1-113,2 0 113,3 1 0,2 2 1,4-3-114,5 0 0,2-5 0,1-3 0,3-5-273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2.9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9830,'4'0'273,"7"0"0,5 5 113,0 5-113,-2 11 274,0 6-161,3 7 224,-2 3-337,-3-1 0,1-2 114,-2-2-114,1-2 113,0-2-113,-3-5-273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54.2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0 423 9830,'4'0'273,"2"-5"0,0-5-282,-1-7 0,-2-3 0,-1-4 0,-1-2 0,0-2 0,-1 1 0,-1-1-1,1-4-8,0-1 9,0 0 0,0 2 0,-5 1-4,-1 2 4,0 0 0,2 6 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27.04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320 27 9830,'-59'66'2056,"45"-49"-1688,-1 0 0,0-1 0,-1 0 0,-1-1-1,0-1 1,-2 0 0,-22 12 0,34-22-231,0 0 0,0 1 0,1 0 0,0 0 0,0 0 0,0 0 0,0 1-1,1 0 1,0 1 0,1-1 0,-1 1 0,1 0 0,0 0 0,1 0 0,-1 0 0,2 1 0,-1-1 0,1 1 0,-2 9 0,-1 14 429,2 1 0,1-1 0,3 50 1,0-38 3,1-18-139,2 0 0,0-1-1,2 1 1,1-1 0,1 0-1,13 27 1,9 30 876,-23-63-949,2 1-1,0-1 1,23 32-1,-23-36-298,7 6-59,1-1 0,0 0 0,1-1 0,30 22 0,12 13 0,-45-38 0,1-2 0,0 1 0,0-2 0,1 0 0,1-1 0,0 0 0,1-2 0,0 0 0,0-1 0,36 9 0,7 3 0,-51-16 0,0 0 0,1 0 0,-1-1 0,1 0 0,16 1 0,60 0 0,99-9 0,-168 2 0,0 0 0,0-1 0,0-1 0,-1 0 0,0-2 0,22-10 0,100-62 0,-121 67 0,-8 5-146,-1-1 1,0 0 0,0-1-1,-1 0 1,0 0-1,-1-1 1,0 0 0,0 0-1,-1-1 1,7-15 0,-4 5-201,0-1 0,-2 0 0,-1 0 0,8-40 1,-12 50 160,4-23-723,4-61 0,-11 83 682,-1 0 1,1 0 0,-2 0-1,0 0 1,-1 0 0,0 1-1,0 0 1,-8-16 0,-25-43-1285,-2 1 1,-4 2 0,-79-98 0,101 141 1673,-2 0 0,0 2 1,-2 1-1,-1 1 1,0 0-1,-1 2 1,-1 2-1,-1 0 1,-1 2-1,0 0 0,-1 3 1,-36-12-1,48 20 55,0 1-1,-1 0 0,1 1 1,-1 1-1,1 1 0,-1 1 1,1 0-1,0 1 0,-1 1 1,1 1-1,0 1 0,0 0 1,1 1-1,0 1 0,-21 12 1,25-11-183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30.2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20 9830,'11'131'2473,"0"-7"-1010,-11-124-1453,0 0 0,-1 1-1,1-1 1,0 0 0,0 0 0,0 1-1,0-1 1,0 0 0,0 0 0,0 1-1,-1-1 1,1 0 0,0 0 0,0 1-1,0-1 1,0 0 0,0 0 0,0 1-1,0-1 1,0 0 0,1 0 0,-1 1-1,0-1 1,0 0 0,0 0 0,0 1-1,0-1 1,0 0 0,0 0 0,0 1-1,1-1 1,-1 0 0,0 0 0,0 0 0,0 0-1,1 1 1,-1-1 0,0 0 0,0 0-1,0 0 1,1 0 0,-1 0 0,0 1-1,0-1 1,1 0 0,-1 0 0,0 0-1,1 0 1,8-15-2,11-40-406,-17 45 407,39-93-449,-37 92 434,1 1 1,0 0 0,1 0 0,0 0-1,0 1 1,1 0 0,11-10 0,-18 17 37,0 1-1,0 0 1,0 0 0,0 0 0,0 0 0,0 0-1,1 0 1,-1 1 0,0-1 0,1 0 0,-1 1-1,1-1 1,-1 1 0,0-1 0,1 1 0,-1 0-1,1-1 1,-1 1 0,1 0 0,0 0 0,-1 0-1,1 0 1,-1 0 0,1 1 0,-1-1 0,1 0-1,2 2 1,-2-1 17,-1 1-1,1 0 0,0 0 1,0 0-1,-1 0 1,1 0-1,-1 1 1,0-1-1,1 0 1,-1 1-1,0-1 0,-1 1 1,1-1-1,1 5 1,1 13 233,0 0 1,-1 0-1,-1 24 1,-1-39-203,-2 65 555,1-42-456,1-22-185,0-10-87,2-21-108,2 0 0,1 0 1,0 0-1,2 1 1,15-37-1,-16 45 79,-6 14 133,1 0-1,0 0 1,-1 0-1,1 0 1,0 0-1,0 0 1,0 0 0,0 0-1,0 1 1,0-1-1,1 0 1,-1 1-1,1-1 1,-1 1-1,1-1 1,-1 1-1,1 0 1,0 0-1,0 0 1,-1 0-1,1 0 1,0 0-1,0 0 1,0 1-1,3-2 1,-3 3 27,0-1 0,0 1 1,0-1-1,0 1 0,0-1 0,0 1 1,0 0-1,0 0 0,0 0 0,-1 0 1,1 1-1,0-1 0,-1 0 0,1 1 1,0-1-1,-1 1 0,0 0 0,1-1 1,-1 1-1,0 0 0,0 0 0,0 0 0,0-1 1,1 5-1,6 11 129,-2 1-1,1 0 1,-2 1-1,0 0 1,-2 0-1,3 27 1,-5-21-137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31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 29 9830,'-1'0'47,"0"1"0,0-1 0,0 1 0,0-1-1,0 1 1,0 0 0,0-1 0,0 1 0,0 0 0,1 0 0,-1 0 0,0 0-1,1-1 1,-1 1 0,0 0 0,1 0 0,-1 0 0,1 0 0,-1 1 0,1-1-1,0 0 1,-1 0 0,1 0 0,0 0 0,0 0 0,0 0 0,0 2 0,-4 39 443,4-36-381,0 1 5,1 0 1,-1 1 0,1-1-1,0 0 1,1 1 0,0-1-1,0 0 1,1 0 0,-1 0 0,2-1-1,-1 1 1,1-1 0,0 1-1,7 8 1,-9-13-65,0 1-1,0-1 1,1 0-1,-1 0 1,0 0-1,1 0 1,0 0-1,-1-1 1,1 1-1,0-1 1,0 1-1,0-1 1,-1 0-1,1 0 1,0-1-1,1 1 1,-1-1-1,0 1 1,0-1-1,0 0 1,0 0-1,0 0 1,0-1-1,0 1 1,0-1-1,0 1 1,0-1-1,0 0 1,0 0-1,0-1 1,0 1-1,0 0 1,-1-1-1,1 0 1,0 0-1,3-3 1,-1 0-80,0 0 1,-1-1-1,1 0 1,-1 1-1,0-1 1,-1-1-1,1 1 1,-1 0-1,-1-1 1,1 0-1,-1 1 1,0-1-1,-1 0 1,1 0-1,0-15 1,-2 19 37,1-1 1,-1 0 0,0 0-1,0 0 1,0 1-1,-1-1 1,1 0 0,-1 0-1,0 0 1,0 1 0,0-1-1,0 0 1,-1 1-1,0-1 1,1 1 0,-1 0-1,0-1 1,-1 1 0,1 0-1,-1 0 1,1 1-1,-1-1 1,0 0 0,0 1-1,0 0 1,0-1 0,0 1-1,-1 1 1,1-1-1,-5-2 1,-4 2 123,1-1 1,-1 2-1,-20-2 0,28 3-88,-1 0-1,1 0 1,0 0-1,0 1 1,0 0-1,-1-1 1,1 1-1,0 1 1,0-1 0,0 1-1,0-1 1,1 1-1,-7 4 1,1 4-12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31.5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219 5 9830,'-47'-2'1259,"33"0"-1041,0 2 0,0-1 0,0 1 0,0 1 0,-1 1 1,1 0-1,-23 7 0,35-8-165,-1 1 1,0 0 0,1 0-1,0 0 1,-1 0 0,1 0-1,0 0 1,0 1-1,0-1 1,1 1 0,-1-1-1,0 1 1,1 0 0,0 0-1,0 0 1,0-1-1,0 1 1,0 0 0,0 0-1,1 1 1,-1-1 0,1 0-1,0 0 1,0 0 0,0 0-1,1 0 1,0 4-1,0 1 88,0 1 0,0-1-1,1 0 1,1 0 0,-1-1-1,1 1 1,0 0 0,1-1-1,5 10 1,-3-11-10,-1-1 0,1 1-1,0-1 1,1 0 0,-1-1 0,1 1 0,0-1-1,0 0 1,0-1 0,0 0 0,1 0 0,-1 0 0,1-1-1,13 2 1,-16-3-82,-1 0 1,1 0-1,0-1 0,0 1 1,0-1-1,0 0 0,0-1 0,0 1 1,0-1-1,0 0 0,0 0 0,-1-1 1,1 1-1,0-1 0,-1 0 1,1 0-1,-1-1 0,0 1 0,0-1 1,0 0-1,0 0 0,0 0 0,-1-1 1,5-4-1,5-15-101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32.0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9830,'0'8'546,"0"5"-273,0 11 546,0 10-272,0 9 272,0 8 0,0 10 273,0 5-273,0 3 1,3 0 43,2-1-44,0-9-546,-2-6 273,0-10-273,-1-7 0,-2-7 1,1-9-274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32.8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64 169 9830,'33'1'763,"-18"0"-485,1-1 1,0 0-1,-1-1 1,1-1-1,15-4 1,-27 5-271,0 0-1,-1 0 1,1-1 0,-1 1-1,1-1 1,-1 0 0,0 0 0,0 0-1,0 0 1,0-1 0,0 1-1,0-1 1,-1 0 0,1 0 0,-1 0-1,0 0 1,1 0 0,-2 0 0,1-1-1,0 1 1,-1-1 0,1 1-1,-1-1 1,0 0 0,1-6 0,-2 7 2,0 0 0,1 0 0,-1 0 0,-1 0 0,1 0 0,0 0 1,-1 0-1,1 0 0,-1 0 0,0 0 0,0 0 0,0 0 1,-1 1-1,1-1 0,-1 0 0,1 1 0,-1-1 0,0 1 0,0 0 1,0-1-1,0 1 0,0 0 0,-1 0 0,1 1 0,-1-1 0,1 0 1,-1 1-1,1-1 0,-1 1 0,0 0 0,0 0 0,0 0 0,-5-1 1,1 0 105,-1 0 0,1 1 1,-1 0-1,1 0 1,-1 0-1,0 1 1,1 0-1,-1 1 1,0-1-1,1 2 0,-1-1 1,-9 4-1,11-3-27,-1 2-1,0-1 0,1 1 1,0 0-1,0 0 0,0 0 1,0 1-1,1 0 1,0 0-1,0 1 0,0-1 1,0 1-1,1 0 0,0 1 1,1-1-1,-1 1 0,1-1 1,0 1-1,1 0 1,-1 0-1,2 0 0,-1 0 1,1 1-1,0-1 0,0 0 1,1 14-1,0-11 32,1 0 1,1 0-1,-1-1 0,1 1 0,1-1 1,0 1-1,0-1 0,1 0 0,0 0 1,1 0-1,0-1 0,0 1 1,0-1-1,1-1 0,1 1 0,-1-1 1,1 0-1,1 0 0,12 9 0,-10-9 35,1-1 0,-1 0 0,1-1 0,0 0-1,1-1 1,-1 0 0,1-1 0,0 0-1,0-1 1,-1 0 0,1-1 0,1 0 0,-1-1-1,0 0 1,0-1 0,0-1 0,18-4-1,-13-2 40,-4-1-155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33.6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9830,'11'308'5800,"0"27"-2818,-11-322-2716,1 0 0,1-1 0,5 19 0,-5-21-170,2 7-50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40.0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0 340 9830,'24'-20'223,"2"1"-1,0 1 1,0 1-1,2 1 1,0 2-1,1 0 1,33-9-1,47-24 288,-56 22 722,92-29 0,-93 37-421,0 2 0,2 2 0,-1 3 0,1 2 0,81-2 0,-116 10-494,0 1-1,0 0 1,0 2 0,0 0-1,-1 1 1,1 1-1,27 11 1,86 31 1322,-89-33-785,0 1 0,71 37 0,-94-39-824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40.9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1 379 9830,'5'5'211,"1"0"1,0-1-1,0 0 0,1 0 1,-1-1-1,1 1 0,0-1 0,0-1 1,0 1-1,12 1 0,79 9 1149,-64-10-882,67 3 553,-57-4-125,65 10 1,-105-11-847,0 0 1,0 0-1,0-1 1,0 1-1,0-1 1,0 0-1,0 0 1,0 0-1,0-1 1,0 0-1,0 1 1,0-1-1,5-2 1,-7 1-73,0 0 0,0 1 0,0-1 0,-1 0 0,1 0 1,-1 0-1,1 0 0,-1 0 0,1 0 0,-1-1 1,0 1-1,0 0 0,0-1 0,0 1 0,-1-1 0,1 1 1,-1-1-1,1 1 0,-1-1 0,0 1 0,0-1 1,0-2-1,-1-45-633,-11-89 0,-1-20-279,13 131 811,0 5 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43.2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680 1 9830,'-44'0'994,"1"-1"21,-43 6 0,71-4-779,1 2 0,-1 0 1,1 1-1,0 0 1,0 1-1,-24 12 1,9-1 361,0 1 1,1 1 0,1 2-1,1 0 1,0 2 0,-38 43-1,48-44-182,1 0 0,1 1 0,1 1-1,1 0 1,1 1 0,1 0 0,1 1-1,1 0 1,1 0 0,1 1 0,1 0 0,-1 41-1,-4 11-59,5-43 197,-1 67 0,6-90-494,1-1 0,0 0 0,1 0-1,0 1 1,1-1 0,0 0 0,1-1 0,0 1 0,1 0 0,5 9 0,28 45-59,-23-37 0,1 1 0,2-2 0,0 0 0,2-1 0,26 26 0,-15-26 0,1-1 0,1-1 0,1-2 0,1-1 0,64 27 0,-80-40 0,0-1 0,1-1 0,0 0 0,0-1 0,0-2 0,1 0 0,-1-1 0,1-1 0,26-2 0,-20 1 0,0-2 0,0-1 0,0-1 0,0-2 0,-1 0 0,1-2 0,-2-1 0,1-1 0,26-14 0,80-54 0,-121 70-188,-1 0 1,0 0 0,0-1-1,-1 0 1,0-1 0,0 0-1,-1-1 1,-1 0 0,0 0-1,0 0 1,-1-1 0,0 0 0,-1 0-1,-1 0 1,0-1 0,3-14-1,-5 11 143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43.7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9830,'0'4'273,"0"4"0,0 5 0,0 4 0,0-1-273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49:44.6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9830,'8'1'229,"-1"0"0,1 1 0,0 0 0,-1 0 0,1 1 0,9 4 0,27 9 533,9-5 97,0-3 0,1-2 0,61-1 0,-98-3-560,1 0 0,-1 2 0,0-1 0,0 2 0,0 0 0,-1 2 0,0-1 0,18 11 0,52 19 1313,-74-31-1409,1 0 1,-1 0-1,0 1 1,-1 0-1,1 1 1,-1 1-1,0-1 1,-1 2-1,0 0 1,0 0-1,-1 0 1,-1 1-1,1 1 1,-1 0-1,-1 0 1,0 0-1,-1 1 1,0 0-1,-1 0 1,0 0-1,0 1 1,2 17-1,-4-8 222,-1 0 0,-2 36 0,0-53-380,-1 13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0.3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1 0 9830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4.4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481 58 9830,'-20'1'338,"0"2"0,1-1 1,-1 2-1,0 1 0,1 0 0,0 2 0,0 0 0,-21 11 0,-7 7 801,-80 57 0,121-78-1041,0 1 1,0 1-1,0-1 1,1 1-1,0 0 1,0 0-1,1 1 1,0-1-1,0 1 1,0 0 0,-3 11-1,-2 7 353,2 0-1,-5 28 1,5-17 18,1 6 214,1 1 0,2-1 0,6 76 0,-1-27 135,-1-73-554,1 0 0,1 0 0,0-1 0,1 1 0,1-1 0,1 0 0,9 19 0,62 111 1664,-76-145-1900,13 18 79,1 0 1,0-1-1,21 18 0,-23-23-94,5 4-13,0-1 0,1-1 0,1-1 0,0-1 0,1 0 0,1-2 0,0 0 0,1-2 0,40 14 0,-25-14 0,1-1 0,0-2 0,0-1 0,1-3 0,52-1 0,11-2 0,-33 2 0,-1-4 0,136-20 0,-179 15-6,0-1 0,-1-2 1,0 0-1,0-2 0,-2-1 0,1 0 1,26-22-1,-32 20-241,-2 0 0,0-2 0,-1 0 0,-1 0 0,0-2 0,-1 0 0,-1 0 0,-1-1 0,-1 0 0,-1-1 0,-1 0 0,10-37 0,-8 17-350,-3 0 0,-1-1 0,-2 0 1,-1 0-1,-7-83 0,1 104 305,-1 0 0,-1 0 0,0 0 1,-2 0-1,-1 1 0,0 0 0,-17-29 1,7 14-515,-26-39 1,35 62 749,0 1-1,-1 0 0,0 0 1,0 1-1,-1 1 0,-20-14 1,-52-37 986,49 35-638,0 1 0,-2 1 1,-63-29-1,52 31 95,34 14-256,-2 0 0,1 2 1,0-1-1,-1 2 0,0 0 1,0 0-1,-22-1 0,-52 2 729,-88 8-1,143 1-532,0 1-1,1 2 0,0 1 0,-54 25 0,48-20-49,29-10-153,0 1-1,1-1 1,-1 1-1,1 1 1,-14 12-1,15-12-38,-4 3-57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6.3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1702 265 9830,'-12'-2'193,"-1"1"0,1-2 0,0 0-1,0 0 1,0-1 0,0-1 0,1 0 0,-1 0-1,1-1 1,-17-12 0,12 8 75,-1 0 1,0 1-1,-31-11 0,14 10 142,-117-41 1323,110 37-1161,-1 2 0,0 1 0,-58-6 1,38 7 71,-149-21 1373,168 28-1466,1 2 1,-1 1-1,1 2 0,-56 11 0,62-8-128,-16 1 1,30-5-163,-1 1 0,1 1 0,0 1 0,1 1-1,-1 1 1,1 1 0,0 1 0,-26 14 0,-13 10-172,43-24-79,0 0-1,1 1 1,1 1-1,-1 0 0,-26 25 1,29-20-10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7.5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1 9830,'-2'130'2016,"5"139"610,-3-267-2583,1 1 0,-1 0 0,1-1 0,0 1 0,0-1 0,0 1 0,0-1 0,0 1 1,1-1-1,-1 0 0,1 0 0,0 0 0,-1 1 0,1-2 0,0 1 0,0 0 0,0 0 0,0-1 0,0 1 0,1-1 0,-1 1 0,1-1 0,-1 0 0,0 0 0,1 0 0,5 1 0,7 1 305,0 0-1,0-1 0,27 1 0,-13-1 170,343 18 4122,-176-12-2691,156 3 109,-319-11-2027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40.6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958 27 9830,'0'-1'19,"0"-1"0,-1 1 0,1 0 1,-1 0-1,0 0 0,1 0 0,-1 0 0,0 0 0,0 0 0,0 0 0,1 0 1,-1 0-1,0 0 0,0 1 0,0-1 0,0 0 0,-1 1 0,1-1 0,0 0 1,0 1-1,0 0 0,0-1 0,-1 1 0,1 0 0,0-1 0,0 1 0,-3 0 0,-39-5 746,38 5-700,-286 0 2995,234 5-2308,0 3 0,0 2 0,1 2-1,1 3 1,0 3 0,-65 30 0,113-44-637,0 1 0,0 0 1,1 1-1,-1 0 0,2 0 0,-1 0 1,0 0-1,1 1 0,1 0 1,-1 0-1,1 1 0,0-1 0,1 1 1,-4 9-1,-3 11 438,1 0 0,-9 50 0,11-16 260,2 0-1,3 1 0,8 89 0,-2-112-803,2-1-1,1 0 0,2 0 1,2-1-1,2-1 0,19 42 1,-17-44-9,-5-12 0,0 0 0,1 0 0,1-1 0,2-1 0,0 0 0,1-1 0,24 26 0,4-3 0,-24-23 0,1-1 0,1-1 0,29 21 0,-34-29 0,0 0 0,1 0 0,0-2 0,1 0 0,0-1 0,0-1 0,0-1 0,1 0 0,0-2 0,0 0 0,0-1 0,28 0 0,81-1 0,114-5 0,-219-1 0,-1-2 0,0 0 0,0-1 0,-1-1 0,0-1 0,38-24 0,-33 17-75,-1-1 0,-1-1 1,25-27-1,-23 17-312,-2-1 0,-1-1 0,-1-2 0,18-36 0,-31 50 105,0-1 0,-1 0 0,-1-1-1,-1 0 1,0 0 0,-2 0 0,3-36 0,-7-156-1791,-3 96 1017,1 95 857,0 0 0,-1 0-1,-2 0 1,0 1 0,-1 0 0,-2 0-1,0 0 1,-1 1 0,0 0 0,-2 0 0,-1 1-1,0 1 1,-24-27 0,28 36 270,0 1 0,-1 0-1,-1 1 1,1 0 0,-1 0 0,0 1 0,-1 0 0,0 1 0,-12-5-1,-20-11 308,40 20-349,-18-11 215,-1 1 0,1 2 0,-2 0 0,1 1-1,-35-7 1,-209-53 1692,243 62-1906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42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9830,'26'24'613,"1"-1"0,2-2 0,0 0 0,1-2 0,1-1 0,38 15 0,-51-26-394,1-1 1,0-1-1,0 0 0,1-2 1,38 3-1,103-9 1440,-53 0-538,-70 3-727,-1 1 224,43-6 0,-67 4-420,-1-1-1,1-1 1,-1 0 0,0-1-1,0 0 1,0-1-1,14-8 1,40-22 1177,74-28-1,-137 62-1347,1-1-1,-1 1 0,1-1 0,-1 0 0,0 0 0,0 0 0,0 0 0,0-1 0,0 1 0,0-1 1,-1 0-1,5-5 0,1-7-68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43.0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9830,'23'2'433,"0"2"0,-1 0 1,1 1-1,-1 2 0,37 15 0,-9-4 233,-28-11-481,-6-2 50,0 0 0,-1 1-1,0 1 1,26 15 0,-36-19-170,-1 1 0,0-1 1,0 1-1,0 0 0,-1 0 1,0 0-1,1 0 0,-1 0 0,-1 1 1,1 0-1,-1-1 0,1 1 1,-2 0-1,1 0 0,0 1 0,-1-1 1,0 0-1,0 0 0,0 7 0,0 2 118,-1 0-1,0 0 0,-1 1 0,-1-1 0,0 0 0,-1 0 0,0-1 0,-1 1 0,-1-1 0,0 0 0,-9 16 0,11-21-53,0 0 0,0 1 0,0-1 0,1 1 0,-1 10 0,1 1-84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0.3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1 0 9830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4.4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481 58 9830,'-20'1'338,"0"2"0,1-1 1,-1 2-1,0 1 0,1 0 0,0 2 0,0 0 0,-21 11 0,-7 7 801,-80 57 0,121-78-1041,0 1 1,0 1-1,0-1 1,1 1-1,0 0 1,0 0-1,1 1 1,0-1-1,0 1 1,0 0 0,-3 11-1,-2 7 353,2 0-1,-5 28 1,5-17 18,1 6 214,1 1 0,2-1 0,6 76 0,-1-27 135,-1-73-554,1 0 0,1 0 0,0-1 0,1 1 0,1-1 0,1 0 0,9 19 0,62 111 1664,-76-145-1900,13 18 79,1 0 1,0-1-1,21 18 0,-23-23-94,5 4-13,0-1 0,1-1 0,1-1 0,0-1 0,1 0 0,1-2 0,0 0 0,1-2 0,40 14 0,-25-14 0,1-1 0,0-2 0,0-1 0,1-3 0,52-1 0,11-2 0,-33 2 0,-1-4 0,136-20 0,-179 15-6,0-1 0,-1-2 1,0 0-1,0-2 0,-2-1 0,1 0 1,26-22-1,-32 20-241,-2 0 0,0-2 0,-1 0 0,-1 0 0,0-2 0,-1 0 0,-1 0 0,-1-1 0,-1 0 0,-1-1 0,-1 0 0,10-37 0,-8 17-350,-3 0 0,-1-1 0,-2 0 1,-1 0-1,-7-83 0,1 104 305,-1 0 0,-1 0 0,0 0 1,-2 0-1,-1 1 0,0 0 0,-17-29 1,7 14-515,-26-39 1,35 62 749,0 1-1,-1 0 0,0 0 1,0 1-1,-1 1 0,-20-14 1,-52-37 986,49 35-638,0 1 0,-2 1 1,-63-29-1,52 31 95,34 14-256,-2 0 0,1 2 1,0-1-1,-1 2 0,0 0 1,0 0-1,-22-1 0,-52 2 729,-88 8-1,143 1-532,0 1-1,1 2 0,0 1 0,-54 25 0,48-20-49,29-10-153,0 1-1,1-1 1,-1 1-1,1 1 1,-14 12-1,15-12-38,-4 3-57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6.3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1702 265 9830,'-12'-2'193,"-1"1"0,1-2 0,0 0-1,0 0 1,0-1 0,0-1 0,1 0 0,-1 0-1,1-1 1,-17-12 0,12 8 75,-1 0 1,0 1-1,-31-11 0,14 10 142,-117-41 1323,110 37-1161,-1 2 0,0 1 0,-58-6 1,38 7 71,-149-21 1373,168 28-1466,1 2 1,-1 1-1,1 2 0,-56 11 0,62-8-128,-16 1 1,30-5-163,-1 1 0,1 1 0,0 1 0,1 1-1,-1 1 1,1 1 0,0 1 0,-26 14 0,-13 10-172,43-24-79,0 0-1,1 1 1,1 1-1,-1 0 0,-26 25 1,29-20-10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37.5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1 9830,'-2'130'2016,"5"139"610,-3-267-2583,1 1 0,-1 0 0,1-1 0,0 1 0,0-1 0,0 1 0,0-1 0,0 1 1,1-1-1,-1 0 0,1 0 0,0 0 0,-1 1 0,1-2 0,0 1 0,0 0 0,0 0 0,0-1 0,0 1 0,1-1 0,-1 1 0,1-1 0,-1 0 0,0 0 0,1 0 0,5 1 0,7 1 305,0 0-1,0-1 0,27 1 0,-13-1 170,343 18 4122,-176-12-2691,156 3 109,-319-11-2027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40.6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958 27 9830,'0'-1'19,"0"-1"0,-1 1 0,1 0 1,-1 0-1,0 0 0,1 0 0,-1 0 0,0 0 0,0 0 0,0 0 0,1 0 1,-1 0-1,0 0 0,0 1 0,0-1 0,0 0 0,-1 1 0,1-1 0,0 0 1,0 1-1,0 0 0,0-1 0,-1 1 0,1 0 0,0-1 0,0 1 0,-3 0 0,-39-5 746,38 5-700,-286 0 2995,234 5-2308,0 3 0,0 2 0,1 2-1,1 3 1,0 3 0,-65 30 0,113-44-637,0 1 0,0 0 1,1 1-1,-1 0 0,2 0 0,-1 0 1,0 0-1,1 1 0,1 0 1,-1 0-1,1 1 0,0-1 0,1 1 1,-4 9-1,-3 11 438,1 0 0,-9 50 0,11-16 260,2 0-1,3 1 0,8 89 0,-2-112-803,2-1-1,1 0 0,2 0 1,2-1-1,2-1 0,19 42 1,-17-44-9,-5-12 0,0 0 0,1 0 0,1-1 0,2-1 0,0 0 0,1-1 0,24 26 0,4-3 0,-24-23 0,1-1 0,1-1 0,29 21 0,-34-29 0,0 0 0,1 0 0,0-2 0,1 0 0,0-1 0,0-1 0,0-1 0,1 0 0,0-2 0,0 0 0,0-1 0,28 0 0,81-1 0,114-5 0,-219-1 0,-1-2 0,0 0 0,0-1 0,-1-1 0,0-1 0,38-24 0,-33 17-75,-1-1 0,-1-1 1,25-27-1,-23 17-312,-2-1 0,-1-1 0,-1-2 0,18-36 0,-31 50 105,0-1 0,-1 0 0,-1-1-1,-1 0 1,0 0 0,-2 0 0,3-36 0,-7-156-1791,-3 96 1017,1 95 857,0 0 0,-1 0-1,-2 0 1,0 1 0,-1 0 0,-2 0-1,0 0 1,-1 1 0,0 0 0,-2 0 0,-1 1-1,0 1 1,-24-27 0,28 36 270,0 1 0,-1 0-1,-1 1 1,1 0 0,-1 0 0,0 1 0,-1 0 0,0 1 0,-12-5-1,-20-11 308,40 20-349,-18-11 215,-1 1 0,1 2 0,-2 0 0,1 1-1,-35-7 1,-209-53 1692,243 62-1906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42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9830,'26'24'613,"1"-1"0,2-2 0,0 0 0,1-2 0,1-1 0,38 15 0,-51-26-394,1-1 1,0-1-1,0 0 0,1-2 1,38 3-1,103-9 1440,-53 0-538,-70 3-727,-1 1 224,43-6 0,-67 4-420,-1-1-1,1-1 1,-1 0 0,0-1-1,0 0 1,0-1-1,14-8 1,40-22 1177,74-28-1,-137 62-1347,1-1-1,-1 1 0,1-1 0,-1 0 0,0 0 0,0 0 0,0 0 0,0-1 0,0 1 0,0-1 1,-1 0-1,5-5 0,1-7-68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5:57:43.0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9830,'23'2'433,"0"2"0,-1 0 1,1 1-1,-1 2 0,37 15 0,-9-4 233,-28-11-481,-6-2 50,0 0 0,-1 1-1,0 1 1,26 15 0,-36-19-170,-1 1 0,0-1 1,0 1-1,0 0 0,-1 0 1,0 0-1,1 0 0,-1 0 0,-1 1 1,1 0-1,-1-1 0,1 1 1,-2 0-1,1 0 0,0 1 0,-1-1 1,0 0-1,0 0 0,0 7 0,0 2 118,-1 0-1,0 0 0,-1 1 0,-1-1 0,0 0 0,-1 0 0,0-1 0,-1 1 0,-1-1 0,0 0 0,-9 16 0,11-21-53,0 0 0,0 1 0,0-1 0,1 1 0,-1 10 0,1 1-84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FC86-30E0-4AEB-BD6A-2031B9B7F7F4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2A5FF-C40C-4BE6-BC42-F9D18BC74D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12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2A5FF-C40C-4BE6-BC42-F9D18BC74D1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487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84B3-9825-21FC-7D4F-A66B7175F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B00742-616B-D6D5-53AB-88200BFDE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73C34A-7223-FA65-3DE7-22306011B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31919F-63C9-D3AC-E9C4-3C40B771D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2A5FF-C40C-4BE6-BC42-F9D18BC74D1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463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D957-57BE-9C38-1760-3E317F2EE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A83D37-E4B8-A843-1B19-9567066D2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4ACE0A-241B-B081-2CDA-A219F49E0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AFB970-20F3-2F5D-ADE5-604EC59F0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2A5FF-C40C-4BE6-BC42-F9D18BC74D1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751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17C2-5754-5E69-A143-E3298ADB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AB37EC-842A-BD52-832B-8BCC91EE4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1F93C-89BB-2DFA-94C6-93B72B839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E0A3D3-6EE3-24A2-7FEA-C362820BD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2A5FF-C40C-4BE6-BC42-F9D18BC74D1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49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B5016-1B04-636C-2FDD-8B223B893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6C67B3-92DB-A19D-E81B-6590B4121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CD2BF-7D2B-FE14-EECC-07E91B65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00F7E6-F81B-C41D-D346-4E21B44F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BEFDD-55B5-430D-F8F1-DD2F8DD0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68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376A7-BFAA-2F9E-9B2B-FCADFF9E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FEF4C7-5ADF-4661-999B-7EE649B59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7F8979-1734-567F-5AAB-C18BF415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EBCAF-BA48-590F-1C9A-CEAB64F6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7B5F47-B85D-77EC-00C5-7E9BC13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10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917E8-2193-3685-1E04-A4F8F05DE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6F2C88-D44B-DAE3-8DD9-D9874F297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94495-FDE3-B639-591C-21D7624B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C7E6F4-EF99-AA8C-C83F-1643E24F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3D04C-226D-E24A-72AD-C0B6870C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07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79C47-BD26-CCF3-E0DF-1D0428DA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E4BF73-76E0-14F4-97FC-FFC8243D9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C2E03F-0F75-796A-F4DC-ADEFA7F17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68A4EA-5080-8BA2-4317-E6E98D0C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CE1A35-0105-7B86-855E-EE81CAD5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C9E5C0-795B-82D7-4FAF-F098D868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893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4C61A-4E4E-1BE6-3699-B9E2470A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4B8228-137E-5C8D-3DC6-A0E9E6929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52F1E-5177-E5BD-47D2-2BA600ACD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805BAE-2997-09A2-8AB2-6B385748A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9DE9F5-5863-9383-8906-19DC01F45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4D2208-B380-69BA-91FD-9175B07A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3D8E74-44F0-E872-4C90-13CA97DB8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484B09-A0FB-901C-63B1-1046C1AB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45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5AAF7-6723-3CF3-D6A0-EFC8F7BDD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04A037-4ED9-8BAE-11C5-60780BCA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9EAFCE-56DE-4BAD-C358-598646EA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EB759E-65A2-7EBC-703A-8EC2C2D3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6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E4E360-92DB-EE39-7F66-6ABADE01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9112E4-F0D4-47CA-6F84-A5DA7C73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D869A9-0D5F-0046-E364-C0CFB350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36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70F0A-E64F-35FD-D5C4-BA090960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30A7FA-64A7-19AB-43A1-6B64096B2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29C10C-64F8-DB25-3180-B640E440A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74958A-1892-1D9C-6CD0-DA289105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EBB344-14BD-AA7A-0BAF-008FFA82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89379C-6C06-276D-B37A-4079377F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54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E6103-2C9E-5CF8-0743-C7D5053E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261231-F095-3B1E-7A88-CC0E289F0F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98F28-17B7-8C24-65C2-9449CD346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51884D-4A14-B865-401A-D684C0C8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45E21-9E1C-A6F0-F27D-A2AD318D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DA395D-1B9C-1A9D-6963-8207A5E4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53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A8A89-23C4-436D-D8D4-FC579E8A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CDAA54-BC4C-77A5-EFD9-FD0D2FF3F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EA59E-0879-FE45-518B-8A502319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131880-E312-DC4F-DDFB-551CEEDC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1D7048-064D-2B38-9298-13DB3ED6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22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88012D-07F4-6E41-6AB5-0D7FD74D1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34C3CE-4DCE-A183-1781-F40DF3D33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63183D-8837-5665-995E-4B323B1B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8EB68-C951-F214-F243-AD7E344E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5DC420-DD88-9298-8178-6E6C0717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2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AA66A6-7C0E-E28A-A5A0-F3651A9D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703FDC-80FC-81E7-C82B-E6CCE0794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565C9-601B-09C5-21F1-D3C5DE82C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38AD2-2B8B-4DA1-AC2E-7A306CD758C3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F2036D-A64B-0A14-8215-8868F84E9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186769-222F-9E9A-C86B-36645504E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72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8.png"/><Relationship Id="rId18" Type="http://schemas.openxmlformats.org/officeDocument/2006/relationships/customXml" Target="../ink/ink7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customXml" Target="../ink/ink4.xml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3.xml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2.xml"/><Relationship Id="rId1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customXml" Target="../ink/ink9.xml"/><Relationship Id="rId12" Type="http://schemas.openxmlformats.org/officeDocument/2006/relationships/image" Target="../media/image14.png"/><Relationship Id="rId17" Type="http://schemas.openxmlformats.org/officeDocument/2006/relationships/customXml" Target="../ink/ink14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11.xml"/><Relationship Id="rId5" Type="http://schemas.openxmlformats.org/officeDocument/2006/relationships/image" Target="../media/image10.png"/><Relationship Id="rId15" Type="http://schemas.openxmlformats.org/officeDocument/2006/relationships/customXml" Target="../ink/ink13.xml"/><Relationship Id="rId10" Type="http://schemas.openxmlformats.org/officeDocument/2006/relationships/image" Target="../media/image13.png"/><Relationship Id="rId19" Type="http://schemas.openxmlformats.org/officeDocument/2006/relationships/image" Target="../media/image18.png"/><Relationship Id="rId4" Type="http://schemas.openxmlformats.org/officeDocument/2006/relationships/customXml" Target="../ink/ink8.xml"/><Relationship Id="rId9" Type="http://schemas.openxmlformats.org/officeDocument/2006/relationships/customXml" Target="../ink/ink10.xml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9.xml"/><Relationship Id="rId1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customXml" Target="../ink/ink16.xml"/><Relationship Id="rId12" Type="http://schemas.openxmlformats.org/officeDocument/2006/relationships/image" Target="../media/image14.png"/><Relationship Id="rId17" Type="http://schemas.openxmlformats.org/officeDocument/2006/relationships/customXml" Target="../ink/ink21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18.xml"/><Relationship Id="rId5" Type="http://schemas.openxmlformats.org/officeDocument/2006/relationships/image" Target="../media/image10.png"/><Relationship Id="rId15" Type="http://schemas.openxmlformats.org/officeDocument/2006/relationships/customXml" Target="../ink/ink20.xml"/><Relationship Id="rId10" Type="http://schemas.openxmlformats.org/officeDocument/2006/relationships/image" Target="../media/image13.png"/><Relationship Id="rId19" Type="http://schemas.openxmlformats.org/officeDocument/2006/relationships/image" Target="../media/image18.png"/><Relationship Id="rId4" Type="http://schemas.openxmlformats.org/officeDocument/2006/relationships/customXml" Target="../ink/ink15.xml"/><Relationship Id="rId9" Type="http://schemas.openxmlformats.org/officeDocument/2006/relationships/customXml" Target="../ink/ink17.xml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6.xml"/><Relationship Id="rId18" Type="http://schemas.openxmlformats.org/officeDocument/2006/relationships/image" Target="../media/image26.png"/><Relationship Id="rId3" Type="http://schemas.openxmlformats.org/officeDocument/2006/relationships/image" Target="../media/image19.png"/><Relationship Id="rId21" Type="http://schemas.openxmlformats.org/officeDocument/2006/relationships/customXml" Target="../ink/ink30.xml"/><Relationship Id="rId7" Type="http://schemas.openxmlformats.org/officeDocument/2006/relationships/customXml" Target="../ink/ink23.xml"/><Relationship Id="rId12" Type="http://schemas.openxmlformats.org/officeDocument/2006/relationships/image" Target="../media/image23.png"/><Relationship Id="rId17" Type="http://schemas.openxmlformats.org/officeDocument/2006/relationships/customXml" Target="../ink/ink28.xml"/><Relationship Id="rId2" Type="http://schemas.openxmlformats.org/officeDocument/2006/relationships/image" Target="../media/image2.png"/><Relationship Id="rId16" Type="http://schemas.openxmlformats.org/officeDocument/2006/relationships/image" Target="../media/image25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25.xml"/><Relationship Id="rId24" Type="http://schemas.openxmlformats.org/officeDocument/2006/relationships/image" Target="../media/image29.png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23" Type="http://schemas.openxmlformats.org/officeDocument/2006/relationships/customXml" Target="../ink/ink31.xml"/><Relationship Id="rId10" Type="http://schemas.openxmlformats.org/officeDocument/2006/relationships/image" Target="../media/image22.png"/><Relationship Id="rId19" Type="http://schemas.openxmlformats.org/officeDocument/2006/relationships/customXml" Target="../ink/ink29.xml"/><Relationship Id="rId4" Type="http://schemas.openxmlformats.org/officeDocument/2006/relationships/image" Target="../media/image4.png"/><Relationship Id="rId9" Type="http://schemas.openxmlformats.org/officeDocument/2006/relationships/customXml" Target="../ink/ink24.xml"/><Relationship Id="rId14" Type="http://schemas.openxmlformats.org/officeDocument/2006/relationships/image" Target="../media/image24.png"/><Relationship Id="rId22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35.png"/><Relationship Id="rId18" Type="http://schemas.openxmlformats.org/officeDocument/2006/relationships/customXml" Target="../ink/ink39.xml"/><Relationship Id="rId26" Type="http://schemas.openxmlformats.org/officeDocument/2006/relationships/customXml" Target="../ink/ink43.xml"/><Relationship Id="rId3" Type="http://schemas.openxmlformats.org/officeDocument/2006/relationships/image" Target="../media/image4.png"/><Relationship Id="rId21" Type="http://schemas.openxmlformats.org/officeDocument/2006/relationships/image" Target="../media/image39.png"/><Relationship Id="rId7" Type="http://schemas.openxmlformats.org/officeDocument/2006/relationships/image" Target="../media/image32.png"/><Relationship Id="rId12" Type="http://schemas.openxmlformats.org/officeDocument/2006/relationships/customXml" Target="../ink/ink36.xml"/><Relationship Id="rId17" Type="http://schemas.openxmlformats.org/officeDocument/2006/relationships/image" Target="../media/image37.png"/><Relationship Id="rId25" Type="http://schemas.openxmlformats.org/officeDocument/2006/relationships/image" Target="../media/image41.png"/><Relationship Id="rId2" Type="http://schemas.openxmlformats.org/officeDocument/2006/relationships/image" Target="../media/image30.png"/><Relationship Id="rId16" Type="http://schemas.openxmlformats.org/officeDocument/2006/relationships/customXml" Target="../ink/ink38.xml"/><Relationship Id="rId20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34.png"/><Relationship Id="rId24" Type="http://schemas.openxmlformats.org/officeDocument/2006/relationships/customXml" Target="../ink/ink42.xml"/><Relationship Id="rId5" Type="http://schemas.openxmlformats.org/officeDocument/2006/relationships/image" Target="../media/image31.png"/><Relationship Id="rId15" Type="http://schemas.openxmlformats.org/officeDocument/2006/relationships/image" Target="../media/image36.png"/><Relationship Id="rId23" Type="http://schemas.openxmlformats.org/officeDocument/2006/relationships/image" Target="../media/image40.png"/><Relationship Id="rId10" Type="http://schemas.openxmlformats.org/officeDocument/2006/relationships/customXml" Target="../ink/ink35.xml"/><Relationship Id="rId19" Type="http://schemas.openxmlformats.org/officeDocument/2006/relationships/image" Target="../media/image38.png"/><Relationship Id="rId4" Type="http://schemas.openxmlformats.org/officeDocument/2006/relationships/customXml" Target="../ink/ink32.xml"/><Relationship Id="rId9" Type="http://schemas.openxmlformats.org/officeDocument/2006/relationships/image" Target="../media/image33.png"/><Relationship Id="rId14" Type="http://schemas.openxmlformats.org/officeDocument/2006/relationships/customXml" Target="../ink/ink37.xml"/><Relationship Id="rId22" Type="http://schemas.openxmlformats.org/officeDocument/2006/relationships/customXml" Target="../ink/ink41.xml"/><Relationship Id="rId27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48.xml"/><Relationship Id="rId18" Type="http://schemas.openxmlformats.org/officeDocument/2006/relationships/image" Target="../media/image50.png"/><Relationship Id="rId3" Type="http://schemas.openxmlformats.org/officeDocument/2006/relationships/image" Target="../media/image44.png"/><Relationship Id="rId7" Type="http://schemas.openxmlformats.org/officeDocument/2006/relationships/customXml" Target="../ink/ink45.xml"/><Relationship Id="rId12" Type="http://schemas.openxmlformats.org/officeDocument/2006/relationships/image" Target="../media/image47.png"/><Relationship Id="rId17" Type="http://schemas.openxmlformats.org/officeDocument/2006/relationships/customXml" Target="../ink/ink50.xml"/><Relationship Id="rId2" Type="http://schemas.openxmlformats.org/officeDocument/2006/relationships/image" Target="../media/image43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47.xml"/><Relationship Id="rId5" Type="http://schemas.openxmlformats.org/officeDocument/2006/relationships/customXml" Target="../ink/ink44.xml"/><Relationship Id="rId15" Type="http://schemas.openxmlformats.org/officeDocument/2006/relationships/customXml" Target="../ink/ink49.xml"/><Relationship Id="rId10" Type="http://schemas.openxmlformats.org/officeDocument/2006/relationships/image" Target="../media/image46.png"/><Relationship Id="rId4" Type="http://schemas.openxmlformats.org/officeDocument/2006/relationships/image" Target="../media/image4.png"/><Relationship Id="rId9" Type="http://schemas.openxmlformats.org/officeDocument/2006/relationships/customXml" Target="../ink/ink46.xml"/><Relationship Id="rId1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55.xml"/><Relationship Id="rId18" Type="http://schemas.openxmlformats.org/officeDocument/2006/relationships/image" Target="../media/image50.png"/><Relationship Id="rId3" Type="http://schemas.openxmlformats.org/officeDocument/2006/relationships/image" Target="../media/image44.png"/><Relationship Id="rId7" Type="http://schemas.openxmlformats.org/officeDocument/2006/relationships/customXml" Target="../ink/ink52.xml"/><Relationship Id="rId12" Type="http://schemas.openxmlformats.org/officeDocument/2006/relationships/image" Target="../media/image47.png"/><Relationship Id="rId17" Type="http://schemas.openxmlformats.org/officeDocument/2006/relationships/customXml" Target="../ink/ink57.xml"/><Relationship Id="rId2" Type="http://schemas.openxmlformats.org/officeDocument/2006/relationships/image" Target="../media/image43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54.xml"/><Relationship Id="rId5" Type="http://schemas.openxmlformats.org/officeDocument/2006/relationships/customXml" Target="../ink/ink51.xml"/><Relationship Id="rId15" Type="http://schemas.openxmlformats.org/officeDocument/2006/relationships/customXml" Target="../ink/ink56.xml"/><Relationship Id="rId10" Type="http://schemas.openxmlformats.org/officeDocument/2006/relationships/image" Target="../media/image46.png"/><Relationship Id="rId4" Type="http://schemas.openxmlformats.org/officeDocument/2006/relationships/image" Target="../media/image4.png"/><Relationship Id="rId9" Type="http://schemas.openxmlformats.org/officeDocument/2006/relationships/customXml" Target="../ink/ink53.xml"/><Relationship Id="rId1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7953-DBFA-8E7E-904F-87BDF887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BD6676-1F92-C5B4-EE85-5621C1D18561}"/>
              </a:ext>
            </a:extLst>
          </p:cNvPr>
          <p:cNvSpPr txBox="1"/>
          <p:nvPr/>
        </p:nvSpPr>
        <p:spPr>
          <a:xfrm>
            <a:off x="619125" y="571143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altLang="ko-KR"/>
              <a:t>HW6_ </a:t>
            </a:r>
            <a:r>
              <a:rPr lang="ko-KR" altLang="ko-KR" b="0" i="0">
                <a:solidFill>
                  <a:schemeClr val="tx1"/>
                </a:solidFill>
                <a:effectLst/>
                <a:latin typeface="+mn-lt"/>
              </a:rPr>
              <a:t>10000진</a:t>
            </a:r>
            <a:r>
              <a:rPr lang="en-US" altLang="ko-KR" b="0" i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b="0" i="0">
                <a:solidFill>
                  <a:schemeClr val="tx1"/>
                </a:solidFill>
                <a:effectLst/>
                <a:latin typeface="+mn-lt"/>
              </a:rPr>
              <a:t>카운터 전체 설계 시뮬레이션</a:t>
            </a:r>
            <a:r>
              <a:rPr lang="en-US" altLang="ko-KR" b="0" i="0"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0" marR="0" indent="0" algn="l">
              <a:buNone/>
            </a:pPr>
            <a:endParaRPr lang="en-US" altLang="ko-KR"/>
          </a:p>
          <a:p>
            <a:pPr marL="0" marR="0" indent="0" algn="l">
              <a:buNone/>
            </a:pPr>
            <a:endParaRPr lang="en-US" altLang="ko-KR" b="0" i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US" altLang="ko-KR"/>
              <a:t>/homework/1013_* </a:t>
            </a:r>
            <a:r>
              <a:rPr lang="ko-KR" altLang="en-US"/>
              <a:t>참조</a:t>
            </a:r>
            <a:endParaRPr lang="en-US" altLang="ko-KR"/>
          </a:p>
          <a:p>
            <a:pPr marL="0" marR="0" indent="0" algn="l">
              <a:buNone/>
            </a:pPr>
            <a:r>
              <a:rPr lang="en-US" altLang="ko-KR"/>
              <a:t>/constraint/FND_BTN </a:t>
            </a:r>
            <a:r>
              <a:rPr lang="ko-KR" altLang="en-US"/>
              <a:t>참조</a:t>
            </a:r>
            <a:endParaRPr lang="en-US" altLang="ko-KR"/>
          </a:p>
          <a:p>
            <a:pPr marL="0" marR="0" indent="0" algn="l">
              <a:buNone/>
            </a:pPr>
            <a:endParaRPr lang="en-US" altLang="ko-KR"/>
          </a:p>
          <a:p>
            <a:pPr marL="0" marR="0" indent="0" algn="l">
              <a:buNone/>
            </a:pPr>
            <a:endParaRPr lang="en-US" altLang="ko-KR"/>
          </a:p>
          <a:p>
            <a:pPr marL="0" marR="0" indent="0" algn="l">
              <a:buNone/>
            </a:pPr>
            <a:r>
              <a:rPr lang="ko-KR" altLang="en-US"/>
              <a:t>같은 슬라이드를 </a:t>
            </a:r>
            <a:r>
              <a:rPr lang="en-US" altLang="ko-KR"/>
              <a:t>2</a:t>
            </a:r>
            <a:r>
              <a:rPr lang="ko-KR" altLang="en-US"/>
              <a:t>개 첨부했다</a:t>
            </a:r>
            <a:r>
              <a:rPr lang="en-US" altLang="ko-KR"/>
              <a:t>. **</a:t>
            </a:r>
            <a:r>
              <a:rPr lang="ko-KR" altLang="en-US"/>
              <a:t>파형 사진은</a:t>
            </a:r>
            <a:r>
              <a:rPr lang="en-US" altLang="ko-KR"/>
              <a:t>**</a:t>
            </a:r>
            <a:r>
              <a:rPr lang="ko-KR" altLang="en-US"/>
              <a:t> 그대로 쓰돼</a:t>
            </a:r>
            <a:r>
              <a:rPr lang="en-US" altLang="ko-KR"/>
              <a:t>, </a:t>
            </a:r>
            <a:r>
              <a:rPr lang="ko-KR" altLang="en-US"/>
              <a:t>가시성 있게 다시 표시 할 것</a:t>
            </a:r>
            <a:r>
              <a:rPr lang="en-US" altLang="ko-KR"/>
              <a:t> – </a:t>
            </a:r>
            <a:r>
              <a:rPr lang="ko-KR" altLang="en-US"/>
              <a:t>표시된 것처럼 방향성을 잃지 않고 재구성해서 제작할 것 </a:t>
            </a:r>
            <a:endParaRPr lang="en-US" altLang="ko-KR"/>
          </a:p>
          <a:p>
            <a:pPr marL="0" marR="0" indent="0" algn="l">
              <a:buNone/>
            </a:pPr>
            <a:endParaRPr lang="en-US" altLang="ko-KR"/>
          </a:p>
          <a:p>
            <a:pPr marL="0" marR="0" indent="0" algn="l">
              <a:buNone/>
            </a:pPr>
            <a:r>
              <a:rPr lang="ko-KR" altLang="en-US"/>
              <a:t>스테이트 머신은 코드를 보든</a:t>
            </a:r>
            <a:r>
              <a:rPr lang="en-US" altLang="ko-KR"/>
              <a:t>, </a:t>
            </a:r>
            <a:r>
              <a:rPr lang="ko-KR" altLang="en-US"/>
              <a:t>사진을 보든 참조해서 </a:t>
            </a:r>
            <a:r>
              <a:rPr lang="en-US" altLang="ko-KR"/>
              <a:t>ppt</a:t>
            </a:r>
            <a:r>
              <a:rPr lang="ko-KR" altLang="en-US"/>
              <a:t>에 추가 할 것</a:t>
            </a:r>
            <a:r>
              <a:rPr lang="en-US" altLang="ko-KR"/>
              <a:t>. </a:t>
            </a:r>
          </a:p>
          <a:p>
            <a:pPr marL="0" marR="0" indent="0" algn="l">
              <a:buNone/>
            </a:pPr>
            <a:endParaRPr lang="en-US" altLang="ko-KR"/>
          </a:p>
          <a:p>
            <a:pPr marL="0" marR="0" indent="0" algn="l">
              <a:buNone/>
            </a:pPr>
            <a:endParaRPr lang="en-US" altLang="ko-KR"/>
          </a:p>
          <a:p>
            <a:pPr marL="0" marR="0" indent="0" algn="l">
              <a:buNone/>
            </a:pPr>
            <a:r>
              <a:rPr lang="en-US" altLang="ko-KR"/>
              <a:t>FPGA Syntesis </a:t>
            </a:r>
            <a:r>
              <a:rPr lang="ko-KR" altLang="en-US"/>
              <a:t>말고 블럭 다이어그램을 만들고 </a:t>
            </a:r>
            <a:endParaRPr lang="en-US" altLang="ko-KR"/>
          </a:p>
          <a:p>
            <a:pPr marL="0" marR="0" indent="0" algn="l">
              <a:buNone/>
            </a:pPr>
            <a:r>
              <a:rPr lang="ko-KR" altLang="en-US"/>
              <a:t>설명시 블록 다이어 그램을 이용하자</a:t>
            </a:r>
            <a:endParaRPr lang="en-US" altLang="ko-KR"/>
          </a:p>
          <a:p>
            <a:pPr marL="0" marR="0" indent="0" algn="l">
              <a:buNone/>
            </a:pPr>
            <a:endParaRPr lang="en-US" altLang="ko-KR"/>
          </a:p>
          <a:p>
            <a:pPr marL="0" marR="0" indent="0" algn="l">
              <a:buNone/>
            </a:pPr>
            <a:endParaRPr lang="en-US" altLang="ko-KR" b="0" i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endParaRPr lang="en-US" altLang="ko-KR"/>
          </a:p>
          <a:p>
            <a:pPr marL="0" marR="0" indent="0" algn="l">
              <a:buNone/>
            </a:pPr>
            <a:r>
              <a:rPr lang="ko-KR" altLang="ko-KR" b="0" i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ko-KR" altLang="ko-KR" b="0" i="0">
              <a:solidFill>
                <a:srgbClr val="1F1F1F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82677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F9CBA-E763-4F3D-5D01-A5D85504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60FCAF-3030-5844-4FD5-D608F5D4607C}"/>
              </a:ext>
            </a:extLst>
          </p:cNvPr>
          <p:cNvSpPr txBox="1"/>
          <p:nvPr/>
        </p:nvSpPr>
        <p:spPr>
          <a:xfrm>
            <a:off x="1009650" y="942975"/>
            <a:ext cx="6848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summary x / </a:t>
            </a:r>
            <a:r>
              <a:rPr lang="ko-KR" altLang="en-US"/>
              <a:t>목차 </a:t>
            </a:r>
            <a:r>
              <a:rPr lang="en-US" altLang="ko-KR"/>
              <a:t>0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1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3D9E-1D86-C8A9-6836-56EDA06A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A3DCB-8B7D-047E-E976-2A0CC8DBF1BE}"/>
              </a:ext>
            </a:extLst>
          </p:cNvPr>
          <p:cNvSpPr txBox="1"/>
          <p:nvPr/>
        </p:nvSpPr>
        <p:spPr>
          <a:xfrm>
            <a:off x="1009650" y="942975"/>
            <a:ext cx="68484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목표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버튼 입력으로 </a:t>
            </a:r>
            <a:r>
              <a:rPr lang="en-US" altLang="ko-KR"/>
              <a:t>10000</a:t>
            </a:r>
            <a:r>
              <a:rPr lang="ko-KR" altLang="en-US"/>
              <a:t>진 카운터 전체 설계 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버튼 입력 </a:t>
            </a:r>
            <a:r>
              <a:rPr lang="en-US" altLang="ko-KR"/>
              <a:t>– 100MHz sampling</a:t>
            </a:r>
          </a:p>
          <a:p>
            <a:r>
              <a:rPr lang="en-US" altLang="ko-KR"/>
              <a:t>	     1MHz    sampling  </a:t>
            </a:r>
            <a:r>
              <a:rPr lang="ko-KR" altLang="en-US"/>
              <a:t>비교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입력에 따른 다양한 시나리오에 대해서 생각해보고 이를 분석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25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FE9E-C0BD-9803-4953-26B3188D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9A28EE-978F-4BE9-A817-52B12F8A9AC2}"/>
              </a:ext>
            </a:extLst>
          </p:cNvPr>
          <p:cNvSpPr txBox="1"/>
          <p:nvPr/>
        </p:nvSpPr>
        <p:spPr>
          <a:xfrm>
            <a:off x="1009650" y="942975"/>
            <a:ext cx="6848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전체 블록 다이어그램 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0906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4580-34EF-9824-7837-624BF26B4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6C70C9B-244B-11BC-847C-6F2404AD9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306" r="10370" b="12916"/>
          <a:stretch>
            <a:fillRect/>
          </a:stretch>
        </p:blipFill>
        <p:spPr>
          <a:xfrm>
            <a:off x="1790700" y="1924050"/>
            <a:ext cx="3990975" cy="2455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05E81C-F1FF-4D8A-FFB7-5E1E6B40B3BA}"/>
              </a:ext>
            </a:extLst>
          </p:cNvPr>
          <p:cNvSpPr txBox="1"/>
          <p:nvPr/>
        </p:nvSpPr>
        <p:spPr>
          <a:xfrm>
            <a:off x="1857375" y="1091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altLang="ko-KR" sz="1800"/>
              <a:t>/constraint/FND_BTN </a:t>
            </a:r>
            <a:r>
              <a:rPr lang="ko-KR" altLang="en-US" sz="1800"/>
              <a:t>참조    </a:t>
            </a:r>
            <a:r>
              <a:rPr lang="en-US" altLang="ko-KR" sz="1800"/>
              <a:t>// input output </a:t>
            </a:r>
            <a:r>
              <a:rPr lang="ko-KR" altLang="en-US" sz="1800"/>
              <a:t>표시 </a:t>
            </a:r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370861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71FA-6A04-8D90-FC81-4209A9FD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94183E-E563-8B44-3D88-12B18C0529FC}"/>
              </a:ext>
            </a:extLst>
          </p:cNvPr>
          <p:cNvSpPr txBox="1"/>
          <p:nvPr/>
        </p:nvSpPr>
        <p:spPr>
          <a:xfrm>
            <a:off x="5229225" y="2486025"/>
            <a:ext cx="4000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시나리오</a:t>
            </a:r>
            <a:r>
              <a:rPr lang="en-US" altLang="ko-KR"/>
              <a:t> 1</a:t>
            </a:r>
          </a:p>
          <a:p>
            <a:endParaRPr lang="en-US" altLang="ko-KR"/>
          </a:p>
          <a:p>
            <a:r>
              <a:rPr lang="ko-KR" altLang="en-US"/>
              <a:t>정상 입력 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8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719493F-2EE9-3C13-EFB0-CEF9FCE06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9" y="3549140"/>
            <a:ext cx="10566900" cy="3180029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6302D0D-1161-B87D-47E3-EBCED262C70B}"/>
              </a:ext>
            </a:extLst>
          </p:cNvPr>
          <p:cNvCxnSpPr/>
          <p:nvPr/>
        </p:nvCxnSpPr>
        <p:spPr>
          <a:xfrm>
            <a:off x="937241" y="4184073"/>
            <a:ext cx="6421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51B254E-F89D-1EB5-5CA8-0A9F33847E5F}"/>
              </a:ext>
            </a:extLst>
          </p:cNvPr>
          <p:cNvCxnSpPr/>
          <p:nvPr/>
        </p:nvCxnSpPr>
        <p:spPr>
          <a:xfrm>
            <a:off x="1976582" y="4304145"/>
            <a:ext cx="443345" cy="0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060DFEA-90CB-E109-ADEA-296FDB589B41}"/>
              </a:ext>
            </a:extLst>
          </p:cNvPr>
          <p:cNvCxnSpPr>
            <a:cxnSpLocks/>
          </p:cNvCxnSpPr>
          <p:nvPr/>
        </p:nvCxnSpPr>
        <p:spPr>
          <a:xfrm>
            <a:off x="2419927" y="4304145"/>
            <a:ext cx="0" cy="1237673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6936293-7EEA-A3C0-4A8D-EBD11018833E}"/>
              </a:ext>
            </a:extLst>
          </p:cNvPr>
          <p:cNvCxnSpPr/>
          <p:nvPr/>
        </p:nvCxnSpPr>
        <p:spPr>
          <a:xfrm>
            <a:off x="2419927" y="5541818"/>
            <a:ext cx="489528" cy="0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5AB0404-E40A-B0F4-5523-48969F0D7451}"/>
              </a:ext>
            </a:extLst>
          </p:cNvPr>
          <p:cNvCxnSpPr/>
          <p:nvPr/>
        </p:nvCxnSpPr>
        <p:spPr>
          <a:xfrm>
            <a:off x="3278909" y="5772728"/>
            <a:ext cx="5172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C5E8351-3DF5-9DBF-6021-6233EC4535ED}"/>
              </a:ext>
            </a:extLst>
          </p:cNvPr>
          <p:cNvCxnSpPr/>
          <p:nvPr/>
        </p:nvCxnSpPr>
        <p:spPr>
          <a:xfrm>
            <a:off x="3777673" y="5883564"/>
            <a:ext cx="7204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178E88D7-F2A4-B60A-74A9-753150FA0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41" y="157557"/>
            <a:ext cx="8091055" cy="3407680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BC9D8D84-6B8F-71DB-FD01-16649BA74B91}"/>
              </a:ext>
            </a:extLst>
          </p:cNvPr>
          <p:cNvSpPr/>
          <p:nvPr/>
        </p:nvSpPr>
        <p:spPr>
          <a:xfrm>
            <a:off x="3937236" y="3198370"/>
            <a:ext cx="495300" cy="1752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BCF93C-394A-CC3E-672F-A904471FE1A2}"/>
              </a:ext>
            </a:extLst>
          </p:cNvPr>
          <p:cNvSpPr txBox="1"/>
          <p:nvPr/>
        </p:nvSpPr>
        <p:spPr>
          <a:xfrm>
            <a:off x="4727868" y="1630565"/>
            <a:ext cx="36772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highlight>
                  <a:srgbClr val="FFFF00"/>
                </a:highlight>
              </a:rPr>
              <a:t>btn_R </a:t>
            </a:r>
            <a:r>
              <a:rPr lang="ko-KR" altLang="en-US" sz="900">
                <a:highlight>
                  <a:srgbClr val="FFFF00"/>
                </a:highlight>
              </a:rPr>
              <a:t>입력후 </a:t>
            </a:r>
            <a:r>
              <a:rPr lang="en-US" altLang="ko-KR" sz="900">
                <a:highlight>
                  <a:srgbClr val="FFFF00"/>
                </a:highlight>
              </a:rPr>
              <a:t>80ns </a:t>
            </a:r>
            <a:r>
              <a:rPr lang="ko-KR" altLang="en-US" sz="900">
                <a:highlight>
                  <a:srgbClr val="FFFF00"/>
                </a:highlight>
              </a:rPr>
              <a:t>뒤에 </a:t>
            </a:r>
            <a:r>
              <a:rPr lang="en-US" altLang="ko-KR" sz="900">
                <a:highlight>
                  <a:srgbClr val="FFFF00"/>
                </a:highlight>
              </a:rPr>
              <a:t>contol </a:t>
            </a:r>
            <a:r>
              <a:rPr lang="ko-KR" altLang="en-US" sz="900">
                <a:highlight>
                  <a:srgbClr val="FFFF00"/>
                </a:highlight>
              </a:rPr>
              <a:t>유닛 동작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8086EEE-C562-AFF5-E635-1AB650C14C7C}"/>
              </a:ext>
            </a:extLst>
          </p:cNvPr>
          <p:cNvCxnSpPr/>
          <p:nvPr/>
        </p:nvCxnSpPr>
        <p:spPr>
          <a:xfrm flipH="1">
            <a:off x="4184886" y="1760220"/>
            <a:ext cx="5295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186927FE-05E8-8A9C-7E2F-794CD2CEF759}"/>
              </a:ext>
            </a:extLst>
          </p:cNvPr>
          <p:cNvSpPr/>
          <p:nvPr/>
        </p:nvSpPr>
        <p:spPr>
          <a:xfrm>
            <a:off x="434114" y="1646598"/>
            <a:ext cx="676102" cy="1200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1509A04-BC4E-AA2B-1E3E-C4BCBE1419BF}"/>
              </a:ext>
            </a:extLst>
          </p:cNvPr>
          <p:cNvCxnSpPr/>
          <p:nvPr/>
        </p:nvCxnSpPr>
        <p:spPr>
          <a:xfrm>
            <a:off x="7536878" y="1911929"/>
            <a:ext cx="3509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6C20CCE8-153F-A1C0-46BD-8E82AA5C1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576" y="862287"/>
            <a:ext cx="3324310" cy="2511343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BC0CC090-C92A-BE60-4BAE-0858CED4DC34}"/>
              </a:ext>
            </a:extLst>
          </p:cNvPr>
          <p:cNvGrpSpPr/>
          <p:nvPr/>
        </p:nvGrpSpPr>
        <p:grpSpPr>
          <a:xfrm>
            <a:off x="9641629" y="1204029"/>
            <a:ext cx="1664280" cy="727560"/>
            <a:chOff x="9641629" y="1204029"/>
            <a:chExt cx="1664280" cy="72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9E19DCD-7FDD-1C41-A3EB-F1D23DA4EB9C}"/>
                    </a:ext>
                  </a:extLst>
                </p14:cNvPr>
                <p14:cNvContentPartPr/>
                <p14:nvPr/>
              </p14:nvContentPartPr>
              <p14:xfrm>
                <a:off x="10113589" y="1282509"/>
                <a:ext cx="688320" cy="1677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9E19DCD-7FDD-1C41-A3EB-F1D23DA4EB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95949" y="1264869"/>
                  <a:ext cx="723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5545A5B1-ED30-89E3-2B01-C07A95BFCC4F}"/>
                    </a:ext>
                  </a:extLst>
                </p14:cNvPr>
                <p14:cNvContentPartPr/>
                <p14:nvPr/>
              </p14:nvContentPartPr>
              <p14:xfrm>
                <a:off x="10685989" y="1204029"/>
                <a:ext cx="142560" cy="2476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5545A5B1-ED30-89E3-2B01-C07A95BFCC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67989" y="1186029"/>
                  <a:ext cx="1782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3A15361D-CD60-1FF6-CD7F-0A6CE658B6B8}"/>
                    </a:ext>
                  </a:extLst>
                </p14:cNvPr>
                <p14:cNvContentPartPr/>
                <p14:nvPr/>
              </p14:nvContentPartPr>
              <p14:xfrm>
                <a:off x="9641629" y="1375749"/>
                <a:ext cx="519120" cy="55584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3A15361D-CD60-1FF6-CD7F-0A6CE658B6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23989" y="1358109"/>
                  <a:ext cx="55476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26E7823C-77E7-CEE2-4F0E-E970C425EBBC}"/>
                    </a:ext>
                  </a:extLst>
                </p14:cNvPr>
                <p14:cNvContentPartPr/>
                <p14:nvPr/>
              </p14:nvContentPartPr>
              <p14:xfrm>
                <a:off x="10804429" y="1422189"/>
                <a:ext cx="449280" cy="48240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26E7823C-77E7-CEE2-4F0E-E970C425EB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86429" y="1404549"/>
                  <a:ext cx="48492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9E71710A-A205-AADD-BEB4-458325793DC3}"/>
                    </a:ext>
                  </a:extLst>
                </p14:cNvPr>
                <p14:cNvContentPartPr/>
                <p14:nvPr/>
              </p14:nvContentPartPr>
              <p14:xfrm>
                <a:off x="10963549" y="1411749"/>
                <a:ext cx="342360" cy="20340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9E71710A-A205-AADD-BEB4-458325793D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45549" y="1393749"/>
                  <a:ext cx="37800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1643ACCD-BC66-6EF0-5B4A-EBB2E2E37C90}"/>
                  </a:ext>
                </a:extLst>
              </p14:cNvPr>
              <p14:cNvContentPartPr/>
              <p14:nvPr/>
            </p14:nvContentPartPr>
            <p14:xfrm>
              <a:off x="12348829" y="4100589"/>
              <a:ext cx="360" cy="36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1643ACCD-BC66-6EF0-5B4A-EBB2E2E37C9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331189" y="408294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C92ADFE7-2BE5-7111-E3C0-BC9460B045F4}"/>
                  </a:ext>
                </a:extLst>
              </p14:cNvPr>
              <p14:cNvContentPartPr/>
              <p14:nvPr/>
            </p14:nvContentPartPr>
            <p14:xfrm>
              <a:off x="886429" y="1680669"/>
              <a:ext cx="360" cy="36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C92ADFE7-2BE5-7111-E3C0-BC9460B045F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8789" y="1663029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931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790E5-31FE-54DF-0B0D-0E3BC4EB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7AED796-FBFF-3C9A-4F30-06F1BEAF1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9" y="3549140"/>
            <a:ext cx="10566900" cy="3180029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7103C22-219F-8471-0B01-7156EB6FA616}"/>
              </a:ext>
            </a:extLst>
          </p:cNvPr>
          <p:cNvCxnSpPr/>
          <p:nvPr/>
        </p:nvCxnSpPr>
        <p:spPr>
          <a:xfrm>
            <a:off x="937241" y="4184073"/>
            <a:ext cx="6421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8452C2B-D91A-E2EE-FA7E-316EA19F63E0}"/>
              </a:ext>
            </a:extLst>
          </p:cNvPr>
          <p:cNvCxnSpPr/>
          <p:nvPr/>
        </p:nvCxnSpPr>
        <p:spPr>
          <a:xfrm>
            <a:off x="1976582" y="4304145"/>
            <a:ext cx="443345" cy="0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6A8825B-FE2B-D6C1-5D9A-3FF001231471}"/>
              </a:ext>
            </a:extLst>
          </p:cNvPr>
          <p:cNvCxnSpPr>
            <a:cxnSpLocks/>
          </p:cNvCxnSpPr>
          <p:nvPr/>
        </p:nvCxnSpPr>
        <p:spPr>
          <a:xfrm>
            <a:off x="2419927" y="4304145"/>
            <a:ext cx="0" cy="1237673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1C17733-ED37-40D1-4889-BF0EEE19844C}"/>
              </a:ext>
            </a:extLst>
          </p:cNvPr>
          <p:cNvCxnSpPr/>
          <p:nvPr/>
        </p:nvCxnSpPr>
        <p:spPr>
          <a:xfrm>
            <a:off x="2419927" y="5541818"/>
            <a:ext cx="489528" cy="0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F87AC1E-8CC9-B865-E8CE-6EC9B99A3DD1}"/>
              </a:ext>
            </a:extLst>
          </p:cNvPr>
          <p:cNvCxnSpPr/>
          <p:nvPr/>
        </p:nvCxnSpPr>
        <p:spPr>
          <a:xfrm>
            <a:off x="3278909" y="5772728"/>
            <a:ext cx="5172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50A6454-11D2-37FA-72C7-BC04B784D7AD}"/>
              </a:ext>
            </a:extLst>
          </p:cNvPr>
          <p:cNvCxnSpPr/>
          <p:nvPr/>
        </p:nvCxnSpPr>
        <p:spPr>
          <a:xfrm>
            <a:off x="3777673" y="5883564"/>
            <a:ext cx="72043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93204208-E208-E73D-A5E7-C2241A8FF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345" y="157557"/>
            <a:ext cx="8091055" cy="340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9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11A3-51E9-8628-C5AB-2CAFE89D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1200AD1A-A46F-E3A2-F1EC-360E637C4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139" y="917657"/>
            <a:ext cx="3324310" cy="25113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C61CDBF8-5158-34A8-BE41-B9BF0128CC9F}"/>
                  </a:ext>
                </a:extLst>
              </p14:cNvPr>
              <p14:cNvContentPartPr/>
              <p14:nvPr/>
            </p14:nvContentPartPr>
            <p14:xfrm>
              <a:off x="12348829" y="4100589"/>
              <a:ext cx="360" cy="36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C61CDBF8-5158-34A8-BE41-B9BF0128CC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31189" y="4082949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A7916378-2BD1-2240-FF92-5F403D46D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677" y="721697"/>
            <a:ext cx="8557462" cy="2587163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4601408-5018-E1DF-C626-C7329B694CD7}"/>
              </a:ext>
            </a:extLst>
          </p:cNvPr>
          <p:cNvGrpSpPr/>
          <p:nvPr/>
        </p:nvGrpSpPr>
        <p:grpSpPr>
          <a:xfrm>
            <a:off x="11092069" y="1449189"/>
            <a:ext cx="478440" cy="482040"/>
            <a:chOff x="11092069" y="1449189"/>
            <a:chExt cx="47844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9EA5A1E-36F7-FC56-50C4-3E214CD803B7}"/>
                    </a:ext>
                  </a:extLst>
                </p14:cNvPr>
                <p14:cNvContentPartPr/>
                <p14:nvPr/>
              </p14:nvContentPartPr>
              <p14:xfrm>
                <a:off x="11092069" y="1486989"/>
                <a:ext cx="449280" cy="4442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9EA5A1E-36F7-FC56-50C4-3E214CD803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74429" y="1468989"/>
                  <a:ext cx="48492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9A77751-A61C-2DC5-7F28-1A3565FB47D1}"/>
                    </a:ext>
                  </a:extLst>
                </p14:cNvPr>
                <p14:cNvContentPartPr/>
                <p14:nvPr/>
              </p14:nvContentPartPr>
              <p14:xfrm>
                <a:off x="11203669" y="1449189"/>
                <a:ext cx="366840" cy="1839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9A77751-A61C-2DC5-7F28-1A3565FB47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185669" y="1431549"/>
                  <a:ext cx="4024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926A9E0-F8A4-42CB-9C06-C285E3D0D59E}"/>
              </a:ext>
            </a:extLst>
          </p:cNvPr>
          <p:cNvGrpSpPr/>
          <p:nvPr/>
        </p:nvGrpSpPr>
        <p:grpSpPr>
          <a:xfrm>
            <a:off x="10509949" y="1899189"/>
            <a:ext cx="712440" cy="250200"/>
            <a:chOff x="10509949" y="1899189"/>
            <a:chExt cx="71244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1F81C15-B651-34E2-E4FC-9D18AB473EDA}"/>
                    </a:ext>
                  </a:extLst>
                </p14:cNvPr>
                <p14:cNvContentPartPr/>
                <p14:nvPr/>
              </p14:nvContentPartPr>
              <p14:xfrm>
                <a:off x="10509949" y="1957869"/>
                <a:ext cx="712440" cy="1666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1F81C15-B651-34E2-E4FC-9D18AB473ED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92309" y="1940229"/>
                  <a:ext cx="748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84E8FF9-9D77-01B3-2485-79D7E9C1F896}"/>
                    </a:ext>
                  </a:extLst>
                </p14:cNvPr>
                <p14:cNvContentPartPr/>
                <p14:nvPr/>
              </p14:nvContentPartPr>
              <p14:xfrm>
                <a:off x="10538389" y="1913949"/>
                <a:ext cx="262800" cy="633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84E8FF9-9D77-01B3-2485-79D7E9C1F8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20749" y="1896309"/>
                  <a:ext cx="298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EC0B1B8-03D4-FC42-A3A9-2C5D3B5EFFD3}"/>
                    </a:ext>
                  </a:extLst>
                </p14:cNvPr>
                <p14:cNvContentPartPr/>
                <p14:nvPr/>
              </p14:nvContentPartPr>
              <p14:xfrm>
                <a:off x="10520029" y="1899189"/>
                <a:ext cx="289800" cy="594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EC0B1B8-03D4-FC42-A3A9-2C5D3B5EFFD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02389" y="1881189"/>
                  <a:ext cx="325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E639CA1-B444-E259-D476-A0D7E2C193D1}"/>
                    </a:ext>
                  </a:extLst>
                </p14:cNvPr>
                <p14:cNvContentPartPr/>
                <p14:nvPr/>
              </p14:nvContentPartPr>
              <p14:xfrm>
                <a:off x="10510669" y="1963269"/>
                <a:ext cx="194760" cy="1861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E639CA1-B444-E259-D476-A0D7E2C193D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93029" y="1945269"/>
                  <a:ext cx="230400" cy="221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5BC502-B225-FE02-E01B-F371E5046CBA}"/>
              </a:ext>
            </a:extLst>
          </p:cNvPr>
          <p:cNvSpPr/>
          <p:nvPr/>
        </p:nvSpPr>
        <p:spPr>
          <a:xfrm>
            <a:off x="7195127" y="1449189"/>
            <a:ext cx="526473" cy="933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BA1623C-7F92-5568-ED07-DAAE8E87C76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8551" y="3504820"/>
            <a:ext cx="9209070" cy="2619045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C23C965-FF29-C254-6016-E5E5C60CD4E8}"/>
              </a:ext>
            </a:extLst>
          </p:cNvPr>
          <p:cNvCxnSpPr/>
          <p:nvPr/>
        </p:nvCxnSpPr>
        <p:spPr>
          <a:xfrm>
            <a:off x="4450408" y="4368800"/>
            <a:ext cx="8420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E082408-BAC3-E8EB-360B-B896FFE5E974}"/>
              </a:ext>
            </a:extLst>
          </p:cNvPr>
          <p:cNvSpPr txBox="1"/>
          <p:nvPr/>
        </p:nvSpPr>
        <p:spPr>
          <a:xfrm>
            <a:off x="2798620" y="4253384"/>
            <a:ext cx="1616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두 번째</a:t>
            </a:r>
            <a:r>
              <a:rPr lang="en-US" altLang="ko-KR" sz="900">
                <a:highlight>
                  <a:srgbClr val="FFFF00"/>
                </a:highlight>
              </a:rPr>
              <a:t> BTN_R INPUT </a:t>
            </a:r>
            <a:endParaRPr lang="ko-KR" altLang="en-US" sz="900">
              <a:highlight>
                <a:srgbClr val="FFFF00"/>
              </a:highlight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EB67B9D-4229-80EA-A01C-1BCC30947AB4}"/>
              </a:ext>
            </a:extLst>
          </p:cNvPr>
          <p:cNvCxnSpPr/>
          <p:nvPr/>
        </p:nvCxnSpPr>
        <p:spPr>
          <a:xfrm>
            <a:off x="7458363" y="5070766"/>
            <a:ext cx="5218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7F24332-CA14-CCE3-259E-3DE6B28DB35F}"/>
              </a:ext>
            </a:extLst>
          </p:cNvPr>
          <p:cNvSpPr txBox="1"/>
          <p:nvPr/>
        </p:nvSpPr>
        <p:spPr>
          <a:xfrm>
            <a:off x="5717310" y="5177979"/>
            <a:ext cx="26138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highlight>
                  <a:srgbClr val="FFFF00"/>
                </a:highlight>
              </a:rPr>
              <a:t>8 Cycle </a:t>
            </a:r>
            <a:r>
              <a:rPr lang="ko-KR" altLang="en-US" sz="900">
                <a:highlight>
                  <a:srgbClr val="FFFF00"/>
                </a:highlight>
              </a:rPr>
              <a:t>이 후</a:t>
            </a:r>
            <a:r>
              <a:rPr lang="en-US" altLang="ko-KR" sz="900">
                <a:highlight>
                  <a:srgbClr val="FFFF00"/>
                </a:highlight>
              </a:rPr>
              <a:t>, Stop State</a:t>
            </a:r>
            <a:r>
              <a:rPr lang="ko-KR" altLang="en-US" sz="900">
                <a:highlight>
                  <a:srgbClr val="FFFF00"/>
                </a:highlight>
              </a:rPr>
              <a:t>로 넘어감</a:t>
            </a:r>
          </a:p>
        </p:txBody>
      </p:sp>
    </p:spTree>
    <p:extLst>
      <p:ext uri="{BB962C8B-B14F-4D97-AF65-F5344CB8AC3E}">
        <p14:creationId xmlns:p14="http://schemas.microsoft.com/office/powerpoint/2010/main" val="126985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BC994-E0E1-82F4-505B-24D71CF4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720527C8-6CCA-7E8B-DBDF-8ED15A6DD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139" y="917657"/>
            <a:ext cx="3324310" cy="25113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1903724E-17FC-72A1-190C-53D3291E5DD8}"/>
                  </a:ext>
                </a:extLst>
              </p14:cNvPr>
              <p14:cNvContentPartPr/>
              <p14:nvPr/>
            </p14:nvContentPartPr>
            <p14:xfrm>
              <a:off x="12348829" y="4100589"/>
              <a:ext cx="360" cy="36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1903724E-17FC-72A1-190C-53D3291E5D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31189" y="4082949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43EEA47-83D3-ED5F-8A80-0CB13295AF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677" y="721697"/>
            <a:ext cx="8557462" cy="2587163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7611E11-E017-1794-EE6C-C6574C861EDA}"/>
              </a:ext>
            </a:extLst>
          </p:cNvPr>
          <p:cNvGrpSpPr/>
          <p:nvPr/>
        </p:nvGrpSpPr>
        <p:grpSpPr>
          <a:xfrm>
            <a:off x="11092069" y="1449189"/>
            <a:ext cx="478440" cy="482040"/>
            <a:chOff x="11092069" y="1449189"/>
            <a:chExt cx="47844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4349576-4084-B77D-49A9-35D1CA778DCC}"/>
                    </a:ext>
                  </a:extLst>
                </p14:cNvPr>
                <p14:cNvContentPartPr/>
                <p14:nvPr/>
              </p14:nvContentPartPr>
              <p14:xfrm>
                <a:off x="11092069" y="1486989"/>
                <a:ext cx="449280" cy="4442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4349576-4084-B77D-49A9-35D1CA778DC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74429" y="1468989"/>
                  <a:ext cx="48492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B69B02F-D0CB-B5EF-C578-C13CC8B13A02}"/>
                    </a:ext>
                  </a:extLst>
                </p14:cNvPr>
                <p14:cNvContentPartPr/>
                <p14:nvPr/>
              </p14:nvContentPartPr>
              <p14:xfrm>
                <a:off x="11203669" y="1449189"/>
                <a:ext cx="366840" cy="1839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B69B02F-D0CB-B5EF-C578-C13CC8B13A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185669" y="1431549"/>
                  <a:ext cx="4024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B305931-1686-B33C-E028-0A50565E5265}"/>
              </a:ext>
            </a:extLst>
          </p:cNvPr>
          <p:cNvGrpSpPr/>
          <p:nvPr/>
        </p:nvGrpSpPr>
        <p:grpSpPr>
          <a:xfrm>
            <a:off x="10509949" y="1899189"/>
            <a:ext cx="712440" cy="250200"/>
            <a:chOff x="10509949" y="1899189"/>
            <a:chExt cx="71244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91992BE-D8FD-E754-ED78-774130663E79}"/>
                    </a:ext>
                  </a:extLst>
                </p14:cNvPr>
                <p14:cNvContentPartPr/>
                <p14:nvPr/>
              </p14:nvContentPartPr>
              <p14:xfrm>
                <a:off x="10509949" y="1957869"/>
                <a:ext cx="712440" cy="1666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91992BE-D8FD-E754-ED78-774130663E7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92309" y="1940229"/>
                  <a:ext cx="748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6E786CC-F802-FF41-870A-0B817FDDC6DE}"/>
                    </a:ext>
                  </a:extLst>
                </p14:cNvPr>
                <p14:cNvContentPartPr/>
                <p14:nvPr/>
              </p14:nvContentPartPr>
              <p14:xfrm>
                <a:off x="10538389" y="1913949"/>
                <a:ext cx="262800" cy="633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6E786CC-F802-FF41-870A-0B817FDDC6D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20749" y="1896309"/>
                  <a:ext cx="298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3BE6782-AF93-D4E1-1780-6E20ABC44524}"/>
                    </a:ext>
                  </a:extLst>
                </p14:cNvPr>
                <p14:cNvContentPartPr/>
                <p14:nvPr/>
              </p14:nvContentPartPr>
              <p14:xfrm>
                <a:off x="10520029" y="1899189"/>
                <a:ext cx="289800" cy="594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3BE6782-AF93-D4E1-1780-6E20ABC445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02389" y="1881189"/>
                  <a:ext cx="325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89B7774-A3F7-2B88-774E-D1AFA6D44C12}"/>
                    </a:ext>
                  </a:extLst>
                </p14:cNvPr>
                <p14:cNvContentPartPr/>
                <p14:nvPr/>
              </p14:nvContentPartPr>
              <p14:xfrm>
                <a:off x="10510669" y="1963269"/>
                <a:ext cx="194760" cy="1861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89B7774-A3F7-2B88-774E-D1AFA6D44C1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93029" y="1945269"/>
                  <a:ext cx="230400" cy="221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5037B6C7-C246-A1CD-021A-DDB657E5009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8551" y="3504820"/>
            <a:ext cx="9209070" cy="26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80F36-EDA5-088B-8D8C-5B94FA85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481C7E1-1953-B2F3-9D9F-62D92612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37" y="3549140"/>
            <a:ext cx="10566900" cy="3180029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1B4964C-32A2-5C40-3B16-F2C4393C6028}"/>
              </a:ext>
            </a:extLst>
          </p:cNvPr>
          <p:cNvCxnSpPr/>
          <p:nvPr/>
        </p:nvCxnSpPr>
        <p:spPr>
          <a:xfrm>
            <a:off x="1232804" y="5643418"/>
            <a:ext cx="6421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AB14FC2-FD69-3D5A-7F35-BE87178A3AE0}"/>
              </a:ext>
            </a:extLst>
          </p:cNvPr>
          <p:cNvCxnSpPr/>
          <p:nvPr/>
        </p:nvCxnSpPr>
        <p:spPr>
          <a:xfrm>
            <a:off x="2105891" y="5772727"/>
            <a:ext cx="443345" cy="0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BDFAF6C-59AF-9D89-A4C2-07B3502DF208}"/>
              </a:ext>
            </a:extLst>
          </p:cNvPr>
          <p:cNvCxnSpPr>
            <a:cxnSpLocks/>
          </p:cNvCxnSpPr>
          <p:nvPr/>
        </p:nvCxnSpPr>
        <p:spPr>
          <a:xfrm>
            <a:off x="3491346" y="5652654"/>
            <a:ext cx="129309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3EAA59D-73F3-A33F-1FD1-3805690743B2}"/>
              </a:ext>
            </a:extLst>
          </p:cNvPr>
          <p:cNvCxnSpPr>
            <a:cxnSpLocks/>
          </p:cNvCxnSpPr>
          <p:nvPr/>
        </p:nvCxnSpPr>
        <p:spPr>
          <a:xfrm>
            <a:off x="2540000" y="5652654"/>
            <a:ext cx="646545" cy="0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1831B6B-7191-2947-77ED-D44850267BD2}"/>
              </a:ext>
            </a:extLst>
          </p:cNvPr>
          <p:cNvGrpSpPr/>
          <p:nvPr/>
        </p:nvGrpSpPr>
        <p:grpSpPr>
          <a:xfrm>
            <a:off x="-3925454" y="362561"/>
            <a:ext cx="11877964" cy="2865582"/>
            <a:chOff x="-2318327" y="563418"/>
            <a:chExt cx="11877964" cy="286558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CC4ECD4-3A91-222A-1EB3-1402CAD90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636"/>
            <a:stretch>
              <a:fillRect/>
            </a:stretch>
          </p:blipFill>
          <p:spPr>
            <a:xfrm>
              <a:off x="3620655" y="563418"/>
              <a:ext cx="5938982" cy="286558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E5F8514-8631-B21D-4C88-0AEEEB797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43343" r="78979"/>
            <a:stretch>
              <a:fillRect/>
            </a:stretch>
          </p:blipFill>
          <p:spPr>
            <a:xfrm>
              <a:off x="-2318327" y="563418"/>
              <a:ext cx="5938982" cy="2865582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F87554E3-7476-3DE2-0C03-87A4FD1B0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289" y="612857"/>
            <a:ext cx="3324310" cy="25113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A1047ED8-DB76-414E-BA52-9B562F93D28A}"/>
                  </a:ext>
                </a:extLst>
              </p14:cNvPr>
              <p14:cNvContentPartPr/>
              <p14:nvPr/>
            </p14:nvContentPartPr>
            <p14:xfrm>
              <a:off x="9589920" y="1142925"/>
              <a:ext cx="632880" cy="55368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A1047ED8-DB76-414E-BA52-9B562F93D2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72280" y="1124925"/>
                <a:ext cx="668520" cy="589320"/>
              </a:xfrm>
              <a:prstGeom prst="rect">
                <a:avLst/>
              </a:prstGeom>
            </p:spPr>
          </p:pic>
        </mc:Fallback>
      </mc:AlternateContent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3CA15BD-1C89-53F5-0A41-5C2AB87165B9}"/>
              </a:ext>
            </a:extLst>
          </p:cNvPr>
          <p:cNvCxnSpPr/>
          <p:nvPr/>
        </p:nvCxnSpPr>
        <p:spPr>
          <a:xfrm>
            <a:off x="4648200" y="362561"/>
            <a:ext cx="0" cy="306643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235C69-AD83-A60B-4613-7136AAB90CB2}"/>
              </a:ext>
            </a:extLst>
          </p:cNvPr>
          <p:cNvCxnSpPr/>
          <p:nvPr/>
        </p:nvCxnSpPr>
        <p:spPr>
          <a:xfrm>
            <a:off x="4944919" y="362561"/>
            <a:ext cx="0" cy="3066439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7B5E0E-B552-AB7F-C8A1-B786DC3F27D6}"/>
              </a:ext>
            </a:extLst>
          </p:cNvPr>
          <p:cNvSpPr txBox="1"/>
          <p:nvPr/>
        </p:nvSpPr>
        <p:spPr>
          <a:xfrm>
            <a:off x="5241638" y="2340420"/>
            <a:ext cx="78295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mode out </a:t>
            </a:r>
            <a:r>
              <a:rPr lang="ko-KR" altLang="en-US" sz="1050">
                <a:highlight>
                  <a:srgbClr val="FFFF00"/>
                </a:highlight>
              </a:rPr>
              <a:t>은 </a:t>
            </a:r>
            <a:r>
              <a:rPr lang="en-US" altLang="ko-KR" sz="1050">
                <a:highlight>
                  <a:srgbClr val="FFFF00"/>
                </a:highlight>
              </a:rPr>
              <a:t>posege </a:t>
            </a:r>
            <a:r>
              <a:rPr lang="ko-KR" altLang="en-US" sz="1050">
                <a:highlight>
                  <a:srgbClr val="FFFF00"/>
                </a:highlight>
              </a:rPr>
              <a:t>이후 </a:t>
            </a:r>
            <a:r>
              <a:rPr lang="en-US" altLang="ko-KR" sz="1050">
                <a:highlight>
                  <a:srgbClr val="FFFF00"/>
                </a:highlight>
              </a:rPr>
              <a:t>inverting </a:t>
            </a:r>
            <a:r>
              <a:rPr lang="ko-KR" altLang="en-US" sz="1050">
                <a:highlight>
                  <a:srgbClr val="FFFF00"/>
                </a:highlight>
              </a:rPr>
              <a:t>되므로</a:t>
            </a:r>
            <a:r>
              <a:rPr lang="en-US" altLang="ko-KR" sz="1050">
                <a:highlight>
                  <a:srgbClr val="FFFF00"/>
                </a:highlight>
              </a:rPr>
              <a:t>, </a:t>
            </a:r>
          </a:p>
          <a:p>
            <a:r>
              <a:rPr lang="en-US" altLang="ko-KR" sz="1050">
                <a:highlight>
                  <a:srgbClr val="FFFF00"/>
                </a:highlight>
              </a:rPr>
              <a:t>state </a:t>
            </a:r>
            <a:r>
              <a:rPr lang="ko-KR" altLang="en-US" sz="1050">
                <a:highlight>
                  <a:srgbClr val="FFFF00"/>
                </a:highlight>
              </a:rPr>
              <a:t>변환 된 후 값이 변경됨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68599FD-3716-99C7-0822-AA7A128C8C98}"/>
              </a:ext>
            </a:extLst>
          </p:cNvPr>
          <p:cNvCxnSpPr/>
          <p:nvPr/>
        </p:nvCxnSpPr>
        <p:spPr>
          <a:xfrm>
            <a:off x="4638675" y="2066925"/>
            <a:ext cx="296719" cy="0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5759449-5D8E-D758-C939-59C94DB54D25}"/>
              </a:ext>
            </a:extLst>
          </p:cNvPr>
          <p:cNvGrpSpPr/>
          <p:nvPr/>
        </p:nvGrpSpPr>
        <p:grpSpPr>
          <a:xfrm>
            <a:off x="9580560" y="1895370"/>
            <a:ext cx="794880" cy="1107315"/>
            <a:chOff x="9580560" y="1895370"/>
            <a:chExt cx="794880" cy="110731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E974E33-F7A2-621E-C3C7-4A985EADD690}"/>
                    </a:ext>
                  </a:extLst>
                </p14:cNvPr>
                <p14:cNvContentPartPr/>
                <p14:nvPr/>
              </p14:nvContentPartPr>
              <p14:xfrm>
                <a:off x="10124880" y="1933485"/>
                <a:ext cx="123120" cy="4618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E974E33-F7A2-621E-C3C7-4A985EADD69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107240" y="1915485"/>
                  <a:ext cx="1587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7B6103F-1AAA-5070-FA99-C4BD9EB216B2}"/>
                    </a:ext>
                  </a:extLst>
                </p14:cNvPr>
                <p14:cNvContentPartPr/>
                <p14:nvPr/>
              </p14:nvContentPartPr>
              <p14:xfrm>
                <a:off x="10105800" y="2276205"/>
                <a:ext cx="269640" cy="1728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7B6103F-1AAA-5070-FA99-C4BD9EB216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88160" y="2258565"/>
                  <a:ext cx="3052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BEE87DA-D5FF-3E0C-7215-8D61156917D1}"/>
                    </a:ext>
                  </a:extLst>
                </p14:cNvPr>
                <p14:cNvContentPartPr/>
                <p14:nvPr/>
              </p14:nvContentPartPr>
              <p14:xfrm>
                <a:off x="9591000" y="2542605"/>
                <a:ext cx="580320" cy="4600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BEE87DA-D5FF-3E0C-7215-8D61156917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573000" y="2524965"/>
                  <a:ext cx="61596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5E668BC-5E64-73A8-1D3B-DD87CE986162}"/>
                    </a:ext>
                  </a:extLst>
                </p14:cNvPr>
                <p14:cNvContentPartPr/>
                <p14:nvPr/>
              </p14:nvContentPartPr>
              <p14:xfrm>
                <a:off x="9867840" y="2542605"/>
                <a:ext cx="362520" cy="2091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5E668BC-5E64-73A8-1D3B-DD87CE98616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849840" y="2524965"/>
                  <a:ext cx="398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71C0A8C-B337-1E27-5D40-DC004FA22CAD}"/>
                    </a:ext>
                  </a:extLst>
                </p14:cNvPr>
                <p14:cNvContentPartPr/>
                <p14:nvPr/>
              </p14:nvContentPartPr>
              <p14:xfrm>
                <a:off x="9657600" y="2344290"/>
                <a:ext cx="20160" cy="1702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71C0A8C-B337-1E27-5D40-DC004FA22C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39960" y="2326650"/>
                  <a:ext cx="55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9807BC93-C39C-66E9-D0C7-07BC1D57F251}"/>
                    </a:ext>
                  </a:extLst>
                </p14:cNvPr>
                <p14:cNvContentPartPr/>
                <p14:nvPr/>
              </p14:nvContentPartPr>
              <p14:xfrm>
                <a:off x="9620160" y="1902930"/>
                <a:ext cx="91800" cy="2023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9807BC93-C39C-66E9-D0C7-07BC1D57F25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602160" y="1884930"/>
                  <a:ext cx="1274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63F374A9-7A04-97E8-764A-FE5BC368DB1D}"/>
                    </a:ext>
                  </a:extLst>
                </p14:cNvPr>
                <p14:cNvContentPartPr/>
                <p14:nvPr/>
              </p14:nvContentPartPr>
              <p14:xfrm>
                <a:off x="9580560" y="1895370"/>
                <a:ext cx="135360" cy="759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63F374A9-7A04-97E8-764A-FE5BC368DB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62560" y="1877370"/>
                  <a:ext cx="171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F76C787C-8D81-0E0F-7E0A-CCB084CCAEC7}"/>
                    </a:ext>
                  </a:extLst>
                </p14:cNvPr>
                <p14:cNvContentPartPr/>
                <p14:nvPr/>
              </p14:nvContentPartPr>
              <p14:xfrm>
                <a:off x="9696120" y="1914450"/>
                <a:ext cx="63720" cy="11448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F76C787C-8D81-0E0F-7E0A-CCB084CCAEC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78480" y="1896450"/>
                  <a:ext cx="9936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BDA6351B-E2FD-4579-DCD3-E9E2C6D1505D}"/>
                  </a:ext>
                </a:extLst>
              </p14:cNvPr>
              <p14:cNvContentPartPr/>
              <p14:nvPr/>
            </p14:nvContentPartPr>
            <p14:xfrm>
              <a:off x="9677400" y="2352930"/>
              <a:ext cx="10440" cy="152280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BDA6351B-E2FD-4579-DCD3-E9E2C6D1505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659400" y="2335290"/>
                <a:ext cx="46080" cy="1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511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C7AE-3B1D-8713-7817-A9B803DBA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C4C1509-BD72-2243-3A87-AC05BEF98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37" y="3549140"/>
            <a:ext cx="10566900" cy="3180029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3637B7F-E0B2-27D0-C9A4-CA956596E38F}"/>
              </a:ext>
            </a:extLst>
          </p:cNvPr>
          <p:cNvCxnSpPr/>
          <p:nvPr/>
        </p:nvCxnSpPr>
        <p:spPr>
          <a:xfrm>
            <a:off x="1232804" y="5643418"/>
            <a:ext cx="6421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F8F0CB-9904-8519-5F95-18FF9FC61226}"/>
              </a:ext>
            </a:extLst>
          </p:cNvPr>
          <p:cNvCxnSpPr/>
          <p:nvPr/>
        </p:nvCxnSpPr>
        <p:spPr>
          <a:xfrm>
            <a:off x="2105891" y="5772727"/>
            <a:ext cx="443345" cy="0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3D2E413-077C-8036-EF16-5A797B15F31F}"/>
              </a:ext>
            </a:extLst>
          </p:cNvPr>
          <p:cNvCxnSpPr>
            <a:cxnSpLocks/>
          </p:cNvCxnSpPr>
          <p:nvPr/>
        </p:nvCxnSpPr>
        <p:spPr>
          <a:xfrm>
            <a:off x="3491346" y="5652654"/>
            <a:ext cx="129309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92EE9F-7ABF-9414-AABE-D851FF683E28}"/>
              </a:ext>
            </a:extLst>
          </p:cNvPr>
          <p:cNvCxnSpPr>
            <a:cxnSpLocks/>
          </p:cNvCxnSpPr>
          <p:nvPr/>
        </p:nvCxnSpPr>
        <p:spPr>
          <a:xfrm>
            <a:off x="2540000" y="5652654"/>
            <a:ext cx="646545" cy="0"/>
          </a:xfrm>
          <a:prstGeom prst="line">
            <a:avLst/>
          </a:prstGeom>
          <a:ln>
            <a:solidFill>
              <a:srgbClr val="F00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7860309-4194-4CD2-8F5E-5C9C11AC8120}"/>
              </a:ext>
            </a:extLst>
          </p:cNvPr>
          <p:cNvGrpSpPr/>
          <p:nvPr/>
        </p:nvGrpSpPr>
        <p:grpSpPr>
          <a:xfrm>
            <a:off x="-4364182" y="48491"/>
            <a:ext cx="15101454" cy="3500649"/>
            <a:chOff x="-2318327" y="563418"/>
            <a:chExt cx="11877964" cy="286558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4669B16-E1E8-72DC-33D6-C254AB8C7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636"/>
            <a:stretch>
              <a:fillRect/>
            </a:stretch>
          </p:blipFill>
          <p:spPr>
            <a:xfrm>
              <a:off x="3620655" y="563418"/>
              <a:ext cx="5938982" cy="286558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D7AD2C6-204F-0DA0-0D9C-DFD43A7AD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43343" r="78979"/>
            <a:stretch>
              <a:fillRect/>
            </a:stretch>
          </p:blipFill>
          <p:spPr>
            <a:xfrm>
              <a:off x="-2318327" y="563418"/>
              <a:ext cx="5938982" cy="2865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700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E8EC-F43F-3301-3D35-6CF470EA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2B4131B-7113-EF4D-BD5B-B0AE2A3B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540835"/>
            <a:ext cx="8543962" cy="333774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6DAAF10-7094-C991-A78A-A9A0D690E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389" y="940517"/>
            <a:ext cx="3122575" cy="23589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94C5213-9804-DDE0-C41A-5867FC1AA2B9}"/>
                  </a:ext>
                </a:extLst>
              </p14:cNvPr>
              <p14:cNvContentPartPr/>
              <p14:nvPr/>
            </p14:nvContentPartPr>
            <p14:xfrm>
              <a:off x="9973560" y="1460820"/>
              <a:ext cx="526680" cy="4766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94C5213-9804-DDE0-C41A-5867FC1AA2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55920" y="1442820"/>
                <a:ext cx="562320" cy="51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CD137D36-F9E3-059F-8444-F3E50C75194A}"/>
              </a:ext>
            </a:extLst>
          </p:cNvPr>
          <p:cNvGrpSpPr/>
          <p:nvPr/>
        </p:nvGrpSpPr>
        <p:grpSpPr>
          <a:xfrm>
            <a:off x="10020000" y="1104780"/>
            <a:ext cx="1486800" cy="854640"/>
            <a:chOff x="10020000" y="1104780"/>
            <a:chExt cx="1486800" cy="85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BD48748-0254-7CD3-734C-7C45EDBBB384}"/>
                    </a:ext>
                  </a:extLst>
                </p14:cNvPr>
                <p14:cNvContentPartPr/>
                <p14:nvPr/>
              </p14:nvContentPartPr>
              <p14:xfrm>
                <a:off x="10020000" y="1272900"/>
                <a:ext cx="146160" cy="1029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BD48748-0254-7CD3-734C-7C45EDBBB3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02360" y="1254900"/>
                  <a:ext cx="181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2E0C44E-52DF-94A9-2C7A-46694F30958A}"/>
                    </a:ext>
                  </a:extLst>
                </p14:cNvPr>
                <p14:cNvContentPartPr/>
                <p14:nvPr/>
              </p14:nvContentPartPr>
              <p14:xfrm>
                <a:off x="10203240" y="1300260"/>
                <a:ext cx="72000" cy="878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2E0C44E-52DF-94A9-2C7A-46694F3095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85240" y="1282620"/>
                  <a:ext cx="107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CBE5FD3-667E-6A48-3843-303C1D2FFFAD}"/>
                    </a:ext>
                  </a:extLst>
                </p14:cNvPr>
                <p14:cNvContentPartPr/>
                <p14:nvPr/>
              </p14:nvContentPartPr>
              <p14:xfrm>
                <a:off x="10307280" y="1308900"/>
                <a:ext cx="99720" cy="882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CBE5FD3-667E-6A48-3843-303C1D2FFFA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89280" y="1290900"/>
                  <a:ext cx="135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98D8B08-65A5-9D86-D252-958D21361F0E}"/>
                    </a:ext>
                  </a:extLst>
                </p14:cNvPr>
                <p14:cNvContentPartPr/>
                <p14:nvPr/>
              </p14:nvContentPartPr>
              <p14:xfrm>
                <a:off x="10378200" y="1104780"/>
                <a:ext cx="8280" cy="2689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98D8B08-65A5-9D86-D252-958D21361F0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60560" y="1086780"/>
                  <a:ext cx="439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0B23356-45CA-662A-2679-09A7B4CE0019}"/>
                    </a:ext>
                  </a:extLst>
                </p14:cNvPr>
                <p14:cNvContentPartPr/>
                <p14:nvPr/>
              </p14:nvContentPartPr>
              <p14:xfrm>
                <a:off x="10431480" y="1257420"/>
                <a:ext cx="127440" cy="1465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0B23356-45CA-662A-2679-09A7B4CE00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13480" y="1239780"/>
                  <a:ext cx="163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A7A38FF-8E6D-8625-DA3E-C6B8E5E602D7}"/>
                    </a:ext>
                  </a:extLst>
                </p14:cNvPr>
                <p14:cNvContentPartPr/>
                <p14:nvPr/>
              </p14:nvContentPartPr>
              <p14:xfrm>
                <a:off x="10614360" y="1119900"/>
                <a:ext cx="14040" cy="2664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A7A38FF-8E6D-8625-DA3E-C6B8E5E602D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96720" y="1102260"/>
                  <a:ext cx="496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D4DDF03-8F36-07EE-8DBD-2879DF111E1A}"/>
                    </a:ext>
                  </a:extLst>
                </p14:cNvPr>
                <p14:cNvContentPartPr/>
                <p14:nvPr/>
              </p14:nvContentPartPr>
              <p14:xfrm>
                <a:off x="10485120" y="1386300"/>
                <a:ext cx="535320" cy="1227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D4DDF03-8F36-07EE-8DBD-2879DF111E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67120" y="1368300"/>
                  <a:ext cx="570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A4F9AE3-C5C5-F694-52FD-5C27B5C1F800}"/>
                    </a:ext>
                  </a:extLst>
                </p14:cNvPr>
                <p14:cNvContentPartPr/>
                <p14:nvPr/>
              </p14:nvContentPartPr>
              <p14:xfrm>
                <a:off x="10881120" y="1334100"/>
                <a:ext cx="199800" cy="1656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A4F9AE3-C5C5-F694-52FD-5C27B5C1F8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863480" y="1316460"/>
                  <a:ext cx="235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33C5E02-1E45-B3FE-4EE7-44C4380AB1D6}"/>
                    </a:ext>
                  </a:extLst>
                </p14:cNvPr>
                <p14:cNvContentPartPr/>
                <p14:nvPr/>
              </p14:nvContentPartPr>
              <p14:xfrm>
                <a:off x="11025120" y="1462620"/>
                <a:ext cx="450720" cy="4968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33C5E02-1E45-B3FE-4EE7-44C4380AB1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07480" y="1444620"/>
                  <a:ext cx="48636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F6328AB-0F4A-579D-D4C6-5759E6967E01}"/>
                    </a:ext>
                  </a:extLst>
                </p14:cNvPr>
                <p14:cNvContentPartPr/>
                <p14:nvPr/>
              </p14:nvContentPartPr>
              <p14:xfrm>
                <a:off x="11201160" y="1424820"/>
                <a:ext cx="360" cy="208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F6328AB-0F4A-579D-D4C6-5759E6967E0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183520" y="1406820"/>
                  <a:ext cx="36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A647C6E-0FA1-23CF-CEF4-E0EA7A276EA8}"/>
                    </a:ext>
                  </a:extLst>
                </p14:cNvPr>
                <p14:cNvContentPartPr/>
                <p14:nvPr/>
              </p14:nvContentPartPr>
              <p14:xfrm>
                <a:off x="11201160" y="1462980"/>
                <a:ext cx="305640" cy="1825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A647C6E-0FA1-23CF-CEF4-E0EA7A276E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183520" y="1444980"/>
                  <a:ext cx="341280" cy="218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타원 19">
            <a:extLst>
              <a:ext uri="{FF2B5EF4-FFF2-40B4-BE49-F238E27FC236}">
                <a16:creationId xmlns:a16="http://schemas.microsoft.com/office/drawing/2014/main" id="{39E97FA8-B824-2925-6D3F-3AA1AFAE78E6}"/>
              </a:ext>
            </a:extLst>
          </p:cNvPr>
          <p:cNvSpPr/>
          <p:nvPr/>
        </p:nvSpPr>
        <p:spPr>
          <a:xfrm>
            <a:off x="2827020" y="1253100"/>
            <a:ext cx="312420" cy="856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61EDFEA-ACAD-0DB8-4921-F04DE9477B6C}"/>
              </a:ext>
            </a:extLst>
          </p:cNvPr>
          <p:cNvCxnSpPr/>
          <p:nvPr/>
        </p:nvCxnSpPr>
        <p:spPr>
          <a:xfrm>
            <a:off x="3078480" y="2109300"/>
            <a:ext cx="723900" cy="1258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30AF8E6-2701-1011-F14A-F6F0D08A7D92}"/>
              </a:ext>
            </a:extLst>
          </p:cNvPr>
          <p:cNvSpPr txBox="1"/>
          <p:nvPr/>
        </p:nvSpPr>
        <p:spPr>
          <a:xfrm>
            <a:off x="3802380" y="3489961"/>
            <a:ext cx="2495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highlight>
                  <a:srgbClr val="FFFF00"/>
                </a:highlight>
              </a:rPr>
              <a:t>tick </a:t>
            </a:r>
            <a:r>
              <a:rPr lang="ko-KR" altLang="en-US" sz="1050">
                <a:highlight>
                  <a:srgbClr val="FFFF00"/>
                </a:highlight>
              </a:rPr>
              <a:t>발생마다 </a:t>
            </a:r>
            <a:r>
              <a:rPr lang="en-US" altLang="ko-KR" sz="1050">
                <a:highlight>
                  <a:srgbClr val="FFFF00"/>
                </a:highlight>
              </a:rPr>
              <a:t>discount</a:t>
            </a:r>
            <a:endParaRPr lang="ko-KR" altLang="en-US" sz="1050">
              <a:highlight>
                <a:srgbClr val="FFFF00"/>
              </a:highlight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785DB25-FE55-6BA0-62DD-F04AF95C60B3}"/>
              </a:ext>
            </a:extLst>
          </p:cNvPr>
          <p:cNvCxnSpPr/>
          <p:nvPr/>
        </p:nvCxnSpPr>
        <p:spPr>
          <a:xfrm flipV="1">
            <a:off x="2758440" y="2209707"/>
            <a:ext cx="144780" cy="67065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5237EC0-8A18-613B-A99E-8E37459849D3}"/>
              </a:ext>
            </a:extLst>
          </p:cNvPr>
          <p:cNvSpPr txBox="1"/>
          <p:nvPr/>
        </p:nvSpPr>
        <p:spPr>
          <a:xfrm>
            <a:off x="1676399" y="3953952"/>
            <a:ext cx="6149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mode 1 </a:t>
            </a:r>
            <a:r>
              <a:rPr lang="ko-KR" altLang="en-US"/>
              <a:t>전환 후</a:t>
            </a:r>
            <a:r>
              <a:rPr lang="en-US" altLang="ko-KR"/>
              <a:t>, run_state </a:t>
            </a:r>
            <a:r>
              <a:rPr lang="ko-KR" altLang="en-US"/>
              <a:t>시</a:t>
            </a:r>
            <a:r>
              <a:rPr lang="en-US" altLang="ko-KR"/>
              <a:t>, tick </a:t>
            </a:r>
            <a:r>
              <a:rPr lang="ko-KR" altLang="en-US"/>
              <a:t>발생마다 </a:t>
            </a:r>
            <a:r>
              <a:rPr lang="en-US" altLang="ko-KR"/>
              <a:t>discount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80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9D72-9237-4481-F406-D6FD4330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B7844E-DB69-4F83-9EA6-B9893169B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540835"/>
            <a:ext cx="8543962" cy="333774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9DBD4FA-9AA8-283F-C8AD-E42069029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389" y="940517"/>
            <a:ext cx="3122575" cy="235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08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FDF1-5306-BDFF-DC38-AC7F74D1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F5C995-12FC-3F1F-6BC5-9173B796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65881"/>
            <a:ext cx="7467600" cy="34535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C748DAC-5425-DF93-7619-1D29EFE0E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809616"/>
            <a:ext cx="8705850" cy="26259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D8F4E09-92EA-7831-4454-A932FE14A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489" y="713201"/>
            <a:ext cx="3122575" cy="23589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B33FCD44-8BEB-C7C3-957E-CC16B5640E0B}"/>
                  </a:ext>
                </a:extLst>
              </p14:cNvPr>
              <p14:cNvContentPartPr/>
              <p14:nvPr/>
            </p14:nvContentPartPr>
            <p14:xfrm>
              <a:off x="9353280" y="3286005"/>
              <a:ext cx="360" cy="3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B33FCD44-8BEB-C7C3-957E-CC16B5640E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35640" y="326800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1811CE66-F304-A26A-1771-E6CBECCB4589}"/>
              </a:ext>
            </a:extLst>
          </p:cNvPr>
          <p:cNvGrpSpPr/>
          <p:nvPr/>
        </p:nvGrpSpPr>
        <p:grpSpPr>
          <a:xfrm>
            <a:off x="8522760" y="1095045"/>
            <a:ext cx="1651320" cy="658800"/>
            <a:chOff x="8522760" y="1095045"/>
            <a:chExt cx="1651320" cy="65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74D1EC0-31B9-5210-5A44-D22D90F85E12}"/>
                    </a:ext>
                  </a:extLst>
                </p14:cNvPr>
                <p14:cNvContentPartPr/>
                <p14:nvPr/>
              </p14:nvContentPartPr>
              <p14:xfrm>
                <a:off x="9589800" y="1207725"/>
                <a:ext cx="584280" cy="4982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74D1EC0-31B9-5210-5A44-D22D90F85E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71800" y="1190085"/>
                  <a:ext cx="61992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F135BD8-00D9-8ED6-D5B8-CCAE837E0783}"/>
                    </a:ext>
                  </a:extLst>
                </p14:cNvPr>
                <p14:cNvContentPartPr/>
                <p14:nvPr/>
              </p14:nvContentPartPr>
              <p14:xfrm>
                <a:off x="9036120" y="1142925"/>
                <a:ext cx="612720" cy="954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F135BD8-00D9-8ED6-D5B8-CCAE837E078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18480" y="1125285"/>
                  <a:ext cx="648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161B126-08F1-C2D0-7827-89B76EBF0A2A}"/>
                    </a:ext>
                  </a:extLst>
                </p14:cNvPr>
                <p14:cNvContentPartPr/>
                <p14:nvPr/>
              </p14:nvContentPartPr>
              <p14:xfrm>
                <a:off x="9028560" y="1095045"/>
                <a:ext cx="404280" cy="1818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161B126-08F1-C2D0-7827-89B76EBF0A2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10920" y="1077405"/>
                  <a:ext cx="439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514FE6E-CF97-817A-E71D-2E97356C64F8}"/>
                    </a:ext>
                  </a:extLst>
                </p14:cNvPr>
                <p14:cNvContentPartPr/>
                <p14:nvPr/>
              </p14:nvContentPartPr>
              <p14:xfrm>
                <a:off x="8522760" y="1228605"/>
                <a:ext cx="546480" cy="5252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514FE6E-CF97-817A-E71D-2E97356C64F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04760" y="1210965"/>
                  <a:ext cx="58212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8E340E5-4E0C-7CDE-1C40-31A27ECFFF02}"/>
                    </a:ext>
                  </a:extLst>
                </p14:cNvPr>
                <p14:cNvContentPartPr/>
                <p14:nvPr/>
              </p14:nvContentPartPr>
              <p14:xfrm>
                <a:off x="9143760" y="1647645"/>
                <a:ext cx="428040" cy="694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8E340E5-4E0C-7CDE-1C40-31A27ECFFF0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26120" y="1629645"/>
                  <a:ext cx="463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5EE55B8-2934-E427-9D58-5BA62359DB62}"/>
                    </a:ext>
                  </a:extLst>
                </p14:cNvPr>
                <p14:cNvContentPartPr/>
                <p14:nvPr/>
              </p14:nvContentPartPr>
              <p14:xfrm>
                <a:off x="9458040" y="1571325"/>
                <a:ext cx="144720" cy="1706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5EE55B8-2934-E427-9D58-5BA62359DB6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40400" y="1553685"/>
                  <a:ext cx="180360" cy="206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5E2563EA-8897-2F54-F577-0024A23A0327}"/>
              </a:ext>
            </a:extLst>
          </p:cNvPr>
          <p:cNvSpPr/>
          <p:nvPr/>
        </p:nvSpPr>
        <p:spPr>
          <a:xfrm>
            <a:off x="5959361" y="637845"/>
            <a:ext cx="322329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973FF37-479F-C39B-D4E4-F7F4CB505324}"/>
              </a:ext>
            </a:extLst>
          </p:cNvPr>
          <p:cNvCxnSpPr/>
          <p:nvPr/>
        </p:nvCxnSpPr>
        <p:spPr>
          <a:xfrm>
            <a:off x="5892686" y="5715000"/>
            <a:ext cx="42238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59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6D59-1FF2-A948-576B-FBB426404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24910A-2B9D-825A-7DE4-F9941BC6B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65881"/>
            <a:ext cx="7467600" cy="34535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AB9B4F-CFD8-1C67-18CD-71290B079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809616"/>
            <a:ext cx="8705850" cy="26259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0A66FB9-0FF4-64F7-2B9C-3423FBA97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489" y="713201"/>
            <a:ext cx="3122575" cy="23589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6A7C6CA9-CB9F-DF1B-4769-CB12C442D349}"/>
                  </a:ext>
                </a:extLst>
              </p14:cNvPr>
              <p14:cNvContentPartPr/>
              <p14:nvPr/>
            </p14:nvContentPartPr>
            <p14:xfrm>
              <a:off x="9353280" y="3286005"/>
              <a:ext cx="360" cy="3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6A7C6CA9-CB9F-DF1B-4769-CB12C442D3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35640" y="326800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52652A51-5877-ED17-1059-3AED07D36320}"/>
              </a:ext>
            </a:extLst>
          </p:cNvPr>
          <p:cNvGrpSpPr/>
          <p:nvPr/>
        </p:nvGrpSpPr>
        <p:grpSpPr>
          <a:xfrm>
            <a:off x="8522760" y="1095045"/>
            <a:ext cx="1651320" cy="658800"/>
            <a:chOff x="8522760" y="1095045"/>
            <a:chExt cx="1651320" cy="65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908DAA8-C0F2-CD83-1F2B-2FD10ED82330}"/>
                    </a:ext>
                  </a:extLst>
                </p14:cNvPr>
                <p14:cNvContentPartPr/>
                <p14:nvPr/>
              </p14:nvContentPartPr>
              <p14:xfrm>
                <a:off x="9589800" y="1207725"/>
                <a:ext cx="584280" cy="4982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908DAA8-C0F2-CD83-1F2B-2FD10ED823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71800" y="1190085"/>
                  <a:ext cx="61992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37FD0B3-D245-01C6-E92F-C9E7BAC5159D}"/>
                    </a:ext>
                  </a:extLst>
                </p14:cNvPr>
                <p14:cNvContentPartPr/>
                <p14:nvPr/>
              </p14:nvContentPartPr>
              <p14:xfrm>
                <a:off x="9036120" y="1142925"/>
                <a:ext cx="612720" cy="954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37FD0B3-D245-01C6-E92F-C9E7BAC5159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18480" y="1125285"/>
                  <a:ext cx="648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46DF39D-DC48-D217-5596-4CFA7175F620}"/>
                    </a:ext>
                  </a:extLst>
                </p14:cNvPr>
                <p14:cNvContentPartPr/>
                <p14:nvPr/>
              </p14:nvContentPartPr>
              <p14:xfrm>
                <a:off x="9028560" y="1095045"/>
                <a:ext cx="404280" cy="1818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46DF39D-DC48-D217-5596-4CFA7175F6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10920" y="1077405"/>
                  <a:ext cx="439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4158A85-51D9-A862-14DA-938C1D799169}"/>
                    </a:ext>
                  </a:extLst>
                </p14:cNvPr>
                <p14:cNvContentPartPr/>
                <p14:nvPr/>
              </p14:nvContentPartPr>
              <p14:xfrm>
                <a:off x="8522760" y="1228605"/>
                <a:ext cx="546480" cy="5252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4158A85-51D9-A862-14DA-938C1D79916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04760" y="1210965"/>
                  <a:ext cx="58212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1ACC8B8-FF5B-758D-EE55-30F17AC960F8}"/>
                    </a:ext>
                  </a:extLst>
                </p14:cNvPr>
                <p14:cNvContentPartPr/>
                <p14:nvPr/>
              </p14:nvContentPartPr>
              <p14:xfrm>
                <a:off x="9143760" y="1647645"/>
                <a:ext cx="428040" cy="694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1ACC8B8-FF5B-758D-EE55-30F17AC960F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26120" y="1629645"/>
                  <a:ext cx="463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510B51B-B81C-AFC8-7D02-5FD260708F0B}"/>
                    </a:ext>
                  </a:extLst>
                </p14:cNvPr>
                <p14:cNvContentPartPr/>
                <p14:nvPr/>
              </p14:nvContentPartPr>
              <p14:xfrm>
                <a:off x="9458040" y="1571325"/>
                <a:ext cx="144720" cy="1706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510B51B-B81C-AFC8-7D02-5FD260708F0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40400" y="1553685"/>
                  <a:ext cx="180360" cy="20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215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47E1B-A532-1551-5498-E872AA3A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F39B52-9DE0-79AC-5F93-7B5766AE0243}"/>
              </a:ext>
            </a:extLst>
          </p:cNvPr>
          <p:cNvSpPr txBox="1"/>
          <p:nvPr/>
        </p:nvSpPr>
        <p:spPr>
          <a:xfrm>
            <a:off x="5229225" y="2486025"/>
            <a:ext cx="4000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시나리오 </a:t>
            </a:r>
            <a:r>
              <a:rPr lang="en-US" altLang="ko-KR"/>
              <a:t>2</a:t>
            </a:r>
          </a:p>
          <a:p>
            <a:r>
              <a:rPr lang="ko-KR" altLang="en-US"/>
              <a:t>입력 버튼 노이즈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025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8A2D-4272-F018-95A7-F4AD2016C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AA29E8-3ACD-13CD-71EF-2AB9B028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641520"/>
            <a:ext cx="10429875" cy="34165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E33693-403D-3432-C1F1-424716180567}"/>
              </a:ext>
            </a:extLst>
          </p:cNvPr>
          <p:cNvSpPr txBox="1"/>
          <p:nvPr/>
        </p:nvSpPr>
        <p:spPr>
          <a:xfrm>
            <a:off x="1081087" y="4202431"/>
            <a:ext cx="922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80ns</a:t>
            </a:r>
            <a:r>
              <a:rPr lang="ko-KR" altLang="en-US"/>
              <a:t> 이하의 </a:t>
            </a:r>
            <a:r>
              <a:rPr lang="en-US" altLang="ko-KR"/>
              <a:t>toggle input</a:t>
            </a:r>
            <a:r>
              <a:rPr lang="ko-KR" altLang="en-US"/>
              <a:t>은 </a:t>
            </a:r>
            <a:r>
              <a:rPr lang="en-US" altLang="ko-KR"/>
              <a:t>sampling</a:t>
            </a:r>
            <a:r>
              <a:rPr lang="ko-KR" altLang="en-US"/>
              <a:t>을 못하고 안정된 시점 이후 </a:t>
            </a:r>
            <a:r>
              <a:rPr lang="en-US" altLang="ko-KR"/>
              <a:t>signal</a:t>
            </a:r>
            <a:r>
              <a:rPr lang="ko-KR" altLang="en-US"/>
              <a:t>을 보냄 </a:t>
            </a:r>
          </a:p>
        </p:txBody>
      </p:sp>
    </p:spTree>
    <p:extLst>
      <p:ext uri="{BB962C8B-B14F-4D97-AF65-F5344CB8AC3E}">
        <p14:creationId xmlns:p14="http://schemas.microsoft.com/office/powerpoint/2010/main" val="3993294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D54A-D6E8-6C52-B93B-BEA996B5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6D2884-07A6-9CAE-5B60-C5ABBF0A9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65320"/>
            <a:ext cx="10525125" cy="344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53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2B6C7-988B-6478-456E-F0623E8A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2D479-70C2-D110-2BDA-B9A5E8747D92}"/>
              </a:ext>
            </a:extLst>
          </p:cNvPr>
          <p:cNvSpPr txBox="1"/>
          <p:nvPr/>
        </p:nvSpPr>
        <p:spPr>
          <a:xfrm>
            <a:off x="1038225" y="3952875"/>
            <a:ext cx="72485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하지만 </a:t>
            </a:r>
            <a:r>
              <a:rPr lang="en-US" altLang="ko-KR"/>
              <a:t>input</a:t>
            </a:r>
            <a:r>
              <a:rPr lang="ko-KR" altLang="en-US"/>
              <a:t>에 </a:t>
            </a:r>
            <a:r>
              <a:rPr lang="en-US" altLang="ko-KR"/>
              <a:t>80ns</a:t>
            </a:r>
            <a:r>
              <a:rPr lang="ko-KR" altLang="en-US"/>
              <a:t>를 만족하는 노이즈가 섞인 </a:t>
            </a:r>
            <a:r>
              <a:rPr lang="en-US" altLang="ko-KR"/>
              <a:t>input</a:t>
            </a:r>
            <a:r>
              <a:rPr lang="ko-KR" altLang="en-US"/>
              <a:t>이 들어오면 걸러내지 못한다</a:t>
            </a:r>
            <a:r>
              <a:rPr lang="en-US" altLang="ko-KR"/>
              <a:t>. state</a:t>
            </a:r>
            <a:r>
              <a:rPr lang="ko-KR" altLang="en-US"/>
              <a:t>가 계속 바뀌면 동작에 이상이 생김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-&gt;</a:t>
            </a:r>
            <a:r>
              <a:rPr lang="ko-KR" altLang="en-US"/>
              <a:t> 버튼의 아날로그 입력의 노이즈가 </a:t>
            </a:r>
            <a:r>
              <a:rPr lang="en-US" altLang="ko-KR"/>
              <a:t>100MHz </a:t>
            </a:r>
            <a:r>
              <a:rPr lang="ko-KR" altLang="en-US"/>
              <a:t>샘플링시 왜 저런 입력을 걸러내지 못하는지 주파수 도메인에서 분석할 것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C6299E-80DE-F210-C0CA-64990EAB3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69699"/>
            <a:ext cx="8924925" cy="3124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795E53-87F0-B35C-C92F-1F05BE5BFCA6}"/>
              </a:ext>
            </a:extLst>
          </p:cNvPr>
          <p:cNvSpPr txBox="1"/>
          <p:nvPr/>
        </p:nvSpPr>
        <p:spPr>
          <a:xfrm>
            <a:off x="1038225" y="34575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100Mhz sampling </a:t>
            </a:r>
            <a:r>
              <a:rPr lang="ko-KR" altLang="en-US"/>
              <a:t>시 </a:t>
            </a:r>
            <a:r>
              <a:rPr lang="en-US" altLang="ko-KR"/>
              <a:t>200us – 241us </a:t>
            </a:r>
            <a:r>
              <a:rPr lang="ko-KR" altLang="en-US"/>
              <a:t>구간 </a:t>
            </a:r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3279977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F29D1-C828-EF0D-087E-F0FFB1C0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AA76DD-2A93-74FD-FE43-7164EB5145D1}"/>
              </a:ext>
            </a:extLst>
          </p:cNvPr>
          <p:cNvSpPr txBox="1"/>
          <p:nvPr/>
        </p:nvSpPr>
        <p:spPr>
          <a:xfrm>
            <a:off x="1038225" y="3952875"/>
            <a:ext cx="7248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sampling rate</a:t>
            </a:r>
            <a:r>
              <a:rPr lang="ko-KR" altLang="en-US"/>
              <a:t>를 낮출 수록 입력 노이즈에 대한 안정성이 증가 </a:t>
            </a:r>
            <a:endParaRPr lang="en-US" altLang="ko-KR"/>
          </a:p>
          <a:p>
            <a:r>
              <a:rPr lang="ko-KR" altLang="en-US"/>
              <a:t>이것도 주파수 도메인에서 어떤 일이 일어났는지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0139F-4D1F-01E2-53D3-D5AEE88B8646}"/>
              </a:ext>
            </a:extLst>
          </p:cNvPr>
          <p:cNvSpPr txBox="1"/>
          <p:nvPr/>
        </p:nvSpPr>
        <p:spPr>
          <a:xfrm>
            <a:off x="1038225" y="34575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1Mhz sampling </a:t>
            </a:r>
            <a:r>
              <a:rPr lang="ko-KR" altLang="en-US"/>
              <a:t>시 </a:t>
            </a:r>
            <a:r>
              <a:rPr lang="en-US" altLang="ko-KR"/>
              <a:t>200us – 241us </a:t>
            </a:r>
            <a:r>
              <a:rPr lang="ko-KR" altLang="en-US"/>
              <a:t>구간 </a:t>
            </a:r>
            <a:endParaRPr lang="en-US" altLang="ko-KR" sz="18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CAA7A79-8643-A0F9-CE75-127E104A28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005"/>
          <a:stretch>
            <a:fillRect/>
          </a:stretch>
        </p:blipFill>
        <p:spPr>
          <a:xfrm>
            <a:off x="1104900" y="234467"/>
            <a:ext cx="8924925" cy="315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536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27F5-59DA-8562-59AD-C2F494E3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2D2E43-2BB8-A7F6-9AAD-8E56499FDB72}"/>
              </a:ext>
            </a:extLst>
          </p:cNvPr>
          <p:cNvSpPr txBox="1"/>
          <p:nvPr/>
        </p:nvSpPr>
        <p:spPr>
          <a:xfrm>
            <a:off x="990600" y="3819525"/>
            <a:ext cx="398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90BE9-5BC7-4540-CAFF-43428DB6A93F}"/>
              </a:ext>
            </a:extLst>
          </p:cNvPr>
          <p:cNvSpPr txBox="1"/>
          <p:nvPr/>
        </p:nvSpPr>
        <p:spPr>
          <a:xfrm>
            <a:off x="2076450" y="156040"/>
            <a:ext cx="22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1Mhz sampling</a:t>
            </a:r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CC89F-8D71-CF3A-B128-CDE552D24110}"/>
              </a:ext>
            </a:extLst>
          </p:cNvPr>
          <p:cNvSpPr txBox="1"/>
          <p:nvPr/>
        </p:nvSpPr>
        <p:spPr>
          <a:xfrm>
            <a:off x="7658100" y="172896"/>
            <a:ext cx="22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100 Mhz sampling</a:t>
            </a: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169BEE1-15E2-6C9D-DB5B-37A7A176B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0" y="954560"/>
            <a:ext cx="5841091" cy="369294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F40472C-F15D-49DE-BE41-33B2BF607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82268"/>
            <a:ext cx="5740726" cy="3643447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F9C99C9-9778-58E5-9D5D-999E2A630A9C}"/>
              </a:ext>
            </a:extLst>
          </p:cNvPr>
          <p:cNvSpPr/>
          <p:nvPr/>
        </p:nvSpPr>
        <p:spPr>
          <a:xfrm>
            <a:off x="3389745" y="3819525"/>
            <a:ext cx="157018" cy="2352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6A0F1EA-3E9B-79C1-F7BB-390ACCA80A61}"/>
              </a:ext>
            </a:extLst>
          </p:cNvPr>
          <p:cNvSpPr/>
          <p:nvPr/>
        </p:nvSpPr>
        <p:spPr>
          <a:xfrm>
            <a:off x="9333345" y="3759716"/>
            <a:ext cx="157018" cy="2352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74AAFF7-AC81-E66E-B7D6-5985F0E846B8}"/>
              </a:ext>
            </a:extLst>
          </p:cNvPr>
          <p:cNvSpPr/>
          <p:nvPr/>
        </p:nvSpPr>
        <p:spPr>
          <a:xfrm>
            <a:off x="5312352" y="3819524"/>
            <a:ext cx="157018" cy="2352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DA373F4-131D-043C-40C6-DA93EB95156C}"/>
              </a:ext>
            </a:extLst>
          </p:cNvPr>
          <p:cNvSpPr/>
          <p:nvPr/>
        </p:nvSpPr>
        <p:spPr>
          <a:xfrm>
            <a:off x="11162679" y="3743695"/>
            <a:ext cx="157018" cy="2352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D49C47-1EFF-CE3A-918F-4E0D32177B9E}"/>
              </a:ext>
            </a:extLst>
          </p:cNvPr>
          <p:cNvSpPr txBox="1"/>
          <p:nvPr/>
        </p:nvSpPr>
        <p:spPr>
          <a:xfrm>
            <a:off x="2076450" y="4778216"/>
            <a:ext cx="8492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input</a:t>
            </a:r>
            <a:r>
              <a:rPr lang="ko-KR" altLang="en-US"/>
              <a:t> 값에 차이가 있으므로 동작에 영향이 생김 </a:t>
            </a:r>
            <a:r>
              <a:rPr lang="en-US" altLang="ko-KR"/>
              <a:t>– o_counter </a:t>
            </a:r>
            <a:r>
              <a:rPr lang="ko-KR" altLang="en-US"/>
              <a:t>값이 다르다</a:t>
            </a:r>
            <a:endParaRPr lang="en-US" altLang="ko-KR"/>
          </a:p>
          <a:p>
            <a:r>
              <a:rPr lang="ko-KR" altLang="en-US"/>
              <a:t>동일 </a:t>
            </a:r>
            <a:r>
              <a:rPr lang="en-US" altLang="ko-KR"/>
              <a:t>data </a:t>
            </a:r>
            <a:r>
              <a:rPr lang="ko-KR" altLang="en-US"/>
              <a:t>조건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177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D7F5-6B30-12EC-394C-BED961EC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04A967-F97A-E18E-C4BF-7BC89FD0B630}"/>
              </a:ext>
            </a:extLst>
          </p:cNvPr>
          <p:cNvSpPr txBox="1"/>
          <p:nvPr/>
        </p:nvSpPr>
        <p:spPr>
          <a:xfrm>
            <a:off x="4876800" y="2352675"/>
            <a:ext cx="7248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시나리오 </a:t>
            </a:r>
            <a:r>
              <a:rPr lang="en-US" altLang="ko-KR"/>
              <a:t>3</a:t>
            </a:r>
          </a:p>
          <a:p>
            <a:endParaRPr lang="en-US" altLang="ko-KR"/>
          </a:p>
          <a:p>
            <a:r>
              <a:rPr lang="ko-KR" altLang="en-US"/>
              <a:t>버튼 우선 순위 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41143-69F4-55E4-2472-1C503E494BD2}"/>
              </a:ext>
            </a:extLst>
          </p:cNvPr>
          <p:cNvSpPr txBox="1"/>
          <p:nvPr/>
        </p:nvSpPr>
        <p:spPr>
          <a:xfrm>
            <a:off x="4357687" y="3924300"/>
            <a:ext cx="347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순서대로 </a:t>
            </a:r>
            <a:r>
              <a:rPr lang="en-US" altLang="ko-KR"/>
              <a:t>Cap </a:t>
            </a:r>
            <a:r>
              <a:rPr lang="ko-KR" altLang="en-US"/>
              <a:t>했으니 참조</a:t>
            </a:r>
          </a:p>
        </p:txBody>
      </p:sp>
    </p:spTree>
    <p:extLst>
      <p:ext uri="{BB962C8B-B14F-4D97-AF65-F5344CB8AC3E}">
        <p14:creationId xmlns:p14="http://schemas.microsoft.com/office/powerpoint/2010/main" val="3335962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D3824-3993-5F42-0DB3-B6D82820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84A9C3-96F0-8366-3FB3-A33BA2FD8BD9}"/>
              </a:ext>
            </a:extLst>
          </p:cNvPr>
          <p:cNvSpPr txBox="1"/>
          <p:nvPr/>
        </p:nvSpPr>
        <p:spPr>
          <a:xfrm>
            <a:off x="990600" y="3819525"/>
            <a:ext cx="398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049D68-0979-3DFC-4B29-E1F97CC5A826}"/>
              </a:ext>
            </a:extLst>
          </p:cNvPr>
          <p:cNvSpPr txBox="1"/>
          <p:nvPr/>
        </p:nvSpPr>
        <p:spPr>
          <a:xfrm>
            <a:off x="2076450" y="15604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1Mhz sampling  </a:t>
            </a:r>
            <a:r>
              <a:rPr lang="ko-KR" altLang="en-US"/>
              <a:t>기준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CEFEAA-3C69-EF85-D47C-D01925A3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94704"/>
            <a:ext cx="5657850" cy="292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45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8F1E-3E5F-2153-D30D-3C00BDD9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67A65-6A4F-8248-DC9A-ABDFF8F653B5}"/>
              </a:ext>
            </a:extLst>
          </p:cNvPr>
          <p:cNvSpPr txBox="1"/>
          <p:nvPr/>
        </p:nvSpPr>
        <p:spPr>
          <a:xfrm>
            <a:off x="990600" y="3819525"/>
            <a:ext cx="398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60680-3DEB-77AE-CA71-87972F981372}"/>
              </a:ext>
            </a:extLst>
          </p:cNvPr>
          <p:cNvSpPr txBox="1"/>
          <p:nvPr/>
        </p:nvSpPr>
        <p:spPr>
          <a:xfrm>
            <a:off x="2076450" y="156040"/>
            <a:ext cx="22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1Mhz sampling</a:t>
            </a:r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35449DD-CB50-5126-4344-C6728CEAA1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232"/>
          <a:stretch>
            <a:fillRect/>
          </a:stretch>
        </p:blipFill>
        <p:spPr>
          <a:xfrm>
            <a:off x="513399" y="319462"/>
            <a:ext cx="5081159" cy="313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40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8F16-8973-714B-116A-C8F371A7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FB0D3-5B25-1DB6-920E-9C685C6A202D}"/>
              </a:ext>
            </a:extLst>
          </p:cNvPr>
          <p:cNvSpPr txBox="1"/>
          <p:nvPr/>
        </p:nvSpPr>
        <p:spPr>
          <a:xfrm>
            <a:off x="990600" y="3819525"/>
            <a:ext cx="398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6CB12-0383-2AB0-5682-56875387BB9A}"/>
              </a:ext>
            </a:extLst>
          </p:cNvPr>
          <p:cNvSpPr txBox="1"/>
          <p:nvPr/>
        </p:nvSpPr>
        <p:spPr>
          <a:xfrm>
            <a:off x="2076450" y="156040"/>
            <a:ext cx="22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1Mhz sampling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EA036E-794B-6475-82BB-6518A0A9F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652711"/>
            <a:ext cx="5210175" cy="259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7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6A669-AC50-90B5-E8C6-71679431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45BF4E-52D8-98ED-3D2B-3C3725D948DC}"/>
              </a:ext>
            </a:extLst>
          </p:cNvPr>
          <p:cNvSpPr txBox="1"/>
          <p:nvPr/>
        </p:nvSpPr>
        <p:spPr>
          <a:xfrm>
            <a:off x="990600" y="3819525"/>
            <a:ext cx="398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B46FF-9AF2-8B81-6E39-DCC5E38730A2}"/>
              </a:ext>
            </a:extLst>
          </p:cNvPr>
          <p:cNvSpPr txBox="1"/>
          <p:nvPr/>
        </p:nvSpPr>
        <p:spPr>
          <a:xfrm>
            <a:off x="2076450" y="156040"/>
            <a:ext cx="22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1Mhz sampling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40E803-30B2-3FB2-3B47-F2382F8C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70" y="761743"/>
            <a:ext cx="5284910" cy="254458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BE421BA-AF79-054F-C692-BD4757182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52" y="4291964"/>
            <a:ext cx="6442075" cy="142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0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F044A-65AF-D66E-A3D1-30FB3CCA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09352A-8EDE-FD28-A8FA-CA37E41F1FDA}"/>
              </a:ext>
            </a:extLst>
          </p:cNvPr>
          <p:cNvSpPr txBox="1"/>
          <p:nvPr/>
        </p:nvSpPr>
        <p:spPr>
          <a:xfrm>
            <a:off x="990600" y="3819525"/>
            <a:ext cx="398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CFB03C-4557-8604-E596-6702DC534AC4}"/>
              </a:ext>
            </a:extLst>
          </p:cNvPr>
          <p:cNvSpPr txBox="1"/>
          <p:nvPr/>
        </p:nvSpPr>
        <p:spPr>
          <a:xfrm>
            <a:off x="2981325" y="2113024"/>
            <a:ext cx="44242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검증 평가 없어도 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결론 </a:t>
            </a:r>
            <a:r>
              <a:rPr lang="en-US" altLang="ko-KR"/>
              <a:t>/</a:t>
            </a:r>
            <a:r>
              <a:rPr lang="ko-KR" altLang="en-US"/>
              <a:t> 고찰</a:t>
            </a:r>
            <a:r>
              <a:rPr lang="en-US" altLang="ko-KR"/>
              <a:t> </a:t>
            </a:r>
            <a:r>
              <a:rPr lang="ko-KR" altLang="en-US"/>
              <a:t>적을 것</a:t>
            </a:r>
            <a:r>
              <a:rPr lang="en-US" altLang="ko-KR"/>
              <a:t>(</a:t>
            </a:r>
            <a:r>
              <a:rPr lang="ko-KR" altLang="en-US"/>
              <a:t>고찰에서 </a:t>
            </a:r>
            <a:r>
              <a:rPr lang="en-US" altLang="ko-KR"/>
              <a:t>TB</a:t>
            </a:r>
            <a:r>
              <a:rPr lang="ko-KR" altLang="en-US"/>
              <a:t>에 대한 피드백 적어도 좋아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218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333</Words>
  <Application>Microsoft Office PowerPoint</Application>
  <PresentationFormat>와이드스크린</PresentationFormat>
  <Paragraphs>85</Paragraphs>
  <Slides>28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Google Sans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5</cp:revision>
  <dcterms:created xsi:type="dcterms:W3CDTF">2026-10-12T10:30:48Z</dcterms:created>
  <dcterms:modified xsi:type="dcterms:W3CDTF">2026-10-13T18:27:09Z</dcterms:modified>
</cp:coreProperties>
</file>