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2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"/>
          <c:y val="0.13"/>
          <c:w val="0.86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τ = 20 µs (press)</c:v>
                </c:pt>
              </c:strCache>
            </c:strRef>
          </c:tx>
          <c:spPr>
            <a:ln w="25400" cap="flat">
              <a:solidFill>
                <a:srgbClr val="0478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Sheet1!$A$2:$A$602</c:f>
              <c:strCache>
                <c:ptCount val="601"/>
              </c:strCache>
            </c:strRef>
          </c:cat>
          <c:val>
            <c:numRef>
              <c:f>Sheet1!$B$2:$B$602</c:f>
              <c:numCache>
                <c:formatCode>General</c:formatCode>
                <c:ptCount val="601"/>
                <c:pt idx="0">
                  <c:v>0.93548928378863905</c:v>
                </c:pt>
                <c:pt idx="1">
                  <c:v>0.93401700962766643</c:v>
                </c:pt>
                <c:pt idx="2">
                  <c:v>0.93251185913267509</c:v>
                </c:pt>
                <c:pt idx="3">
                  <c:v>0.93097313230857148</c:v>
                </c:pt>
                <c:pt idx="4">
                  <c:v>0.92940011588478799</c:v>
                </c:pt>
                <c:pt idx="5">
                  <c:v>0.92779208314379236</c:v>
                </c:pt>
                <c:pt idx="6">
                  <c:v>0.92614829375174246</c:v>
                </c:pt>
                <c:pt idx="7">
                  <c:v>0.92446799359159337</c:v>
                </c:pt>
                <c:pt idx="8">
                  <c:v>0.92275041459899565</c:v>
                </c:pt>
                <c:pt idx="9">
                  <c:v>0.92099477460133106</c:v>
                </c:pt>
                <c:pt idx="10">
                  <c:v>0.91920027716025865</c:v>
                </c:pt>
                <c:pt idx="11">
                  <c:v>0.91736611141816182</c:v>
                </c:pt>
                <c:pt idx="12">
                  <c:v>0.91549145194890968</c:v>
                </c:pt>
                <c:pt idx="13">
                  <c:v>0.91357545861336775</c:v>
                </c:pt>
                <c:pt idx="14">
                  <c:v>0.91161727642011547</c:v>
                </c:pt>
                <c:pt idx="15">
                  <c:v>0.90961603539185376</c:v>
                </c:pt>
                <c:pt idx="16">
                  <c:v>0.90757085043801178</c:v>
                </c:pt>
                <c:pt idx="17">
                  <c:v>0.90548082123408624</c:v>
                </c:pt>
                <c:pt idx="18">
                  <c:v>0.90334503210827466</c:v>
                </c:pt>
                <c:pt idx="19">
                  <c:v>0.90116255193599493</c:v>
                </c:pt>
                <c:pt idx="20">
                  <c:v>0.89893243404290968</c:v>
                </c:pt>
                <c:pt idx="21">
                  <c:v>0.89665371611710676</c:v>
                </c:pt>
                <c:pt idx="22">
                  <c:v>0.89432542013112237</c:v>
                </c:pt>
                <c:pt idx="23">
                  <c:v>0.89194655227451602</c:v>
                </c:pt>
                <c:pt idx="24">
                  <c:v>0.8895161028977594</c:v>
                </c:pt>
                <c:pt idx="25">
                  <c:v>0.8870330464682159</c:v>
                </c:pt>
                <c:pt idx="26">
                  <c:v>0.88449634153904355</c:v>
                </c:pt>
                <c:pt idx="27">
                  <c:v>0.88190493073188103</c:v>
                </c:pt>
                <c:pt idx="28">
                  <c:v>0.87925774073421981</c:v>
                </c:pt>
                <c:pt idx="29">
                  <c:v>0.87655368231241049</c:v>
                </c:pt>
                <c:pt idx="30">
                  <c:v>0.87379165034128914</c:v>
                </c:pt>
                <c:pt idx="31">
                  <c:v>0.87097052385146001</c:v>
                </c:pt>
                <c:pt idx="32">
                  <c:v>0.86808916609530606</c:v>
                </c:pt>
                <c:pt idx="33">
                  <c:v>0.86514642463286318</c:v>
                </c:pt>
                <c:pt idx="34">
                  <c:v>0.86214113143872861</c:v>
                </c:pt>
                <c:pt idx="35">
                  <c:v>0.85907210303123038</c:v>
                </c:pt>
                <c:pt idx="36">
                  <c:v>0.85593814062513796</c:v>
                </c:pt>
                <c:pt idx="37">
                  <c:v>0.85273803030924755</c:v>
                </c:pt>
                <c:pt idx="38">
                  <c:v>0.84947054325022853</c:v>
                </c:pt>
                <c:pt idx="39">
                  <c:v>0.84613443592418214</c:v>
                </c:pt>
                <c:pt idx="40">
                  <c:v>0.84272845037740873</c:v>
                </c:pt>
                <c:pt idx="41">
                  <c:v>0.83925131451795909</c:v>
                </c:pt>
                <c:pt idx="42">
                  <c:v>0.83570174243959194</c:v>
                </c:pt>
                <c:pt idx="43">
                  <c:v>0.83207843477983001</c:v>
                </c:pt>
                <c:pt idx="44">
                  <c:v>0.82838007911387346</c:v>
                </c:pt>
                <c:pt idx="45">
                  <c:v>0.82460535038619365</c:v>
                </c:pt>
                <c:pt idx="46">
                  <c:v>0.82075291138169948</c:v>
                </c:pt>
                <c:pt idx="47">
                  <c:v>0.8168214132384457</c:v>
                </c:pt>
                <c:pt idx="48">
                  <c:v>0.81280949600390329</c:v>
                </c:pt>
                <c:pt idx="49">
                  <c:v>0.80871578923691612</c:v>
                </c:pt>
                <c:pt idx="50">
                  <c:v>0.80453891265751531</c:v>
                </c:pt>
                <c:pt idx="51">
                  <c:v>0.80027747684684991</c:v>
                </c:pt>
                <c:pt idx="52">
                  <c:v>0.79593008399957021</c:v>
                </c:pt>
                <c:pt idx="53">
                  <c:v>0.79149532873107165</c:v>
                </c:pt>
                <c:pt idx="54">
                  <c:v>0.78697179894209235</c:v>
                </c:pt>
                <c:pt idx="55">
                  <c:v>0.78235807674322999</c:v>
                </c:pt>
                <c:pt idx="56">
                  <c:v>0.77765273944203195</c:v>
                </c:pt>
                <c:pt idx="57">
                  <c:v>0.77285436059537826</c:v>
                </c:pt>
                <c:pt idx="58">
                  <c:v>0.7679615111299789</c:v>
                </c:pt>
                <c:pt idx="59">
                  <c:v>0.76297276053386642</c:v>
                </c:pt>
                <c:pt idx="60">
                  <c:v>0.75788667812185861</c:v>
                </c:pt>
                <c:pt idx="61">
                  <c:v>0.75270183437803817</c:v>
                </c:pt>
                <c:pt idx="62">
                  <c:v>0.74741680237838037</c:v>
                </c:pt>
                <c:pt idx="63">
                  <c:v>0.74203015929673233</c:v>
                </c:pt>
                <c:pt idx="64">
                  <c:v>0.73654048799743332</c:v>
                </c:pt>
                <c:pt idx="65">
                  <c:v>0.73094637871791923</c:v>
                </c:pt>
                <c:pt idx="66">
                  <c:v>0.7252464308447556</c:v>
                </c:pt>
                <c:pt idx="67">
                  <c:v>0.7194392547865881</c:v>
                </c:pt>
                <c:pt idx="68">
                  <c:v>0.71352347394757609</c:v>
                </c:pt>
                <c:pt idx="69">
                  <c:v>0.70749772680493628</c:v>
                </c:pt>
                <c:pt idx="70">
                  <c:v>0.70136066909427996</c:v>
                </c:pt>
                <c:pt idx="71">
                  <c:v>0.69511097610648054</c:v>
                </c:pt>
                <c:pt idx="72">
                  <c:v>0.68874734509985813</c:v>
                </c:pt>
                <c:pt idx="73">
                  <c:v>0.68226849783149313</c:v>
                </c:pt>
                <c:pt idx="74">
                  <c:v>0.67567318321154624</c:v>
                </c:pt>
                <c:pt idx="75">
                  <c:v>0.66896018008445013</c:v>
                </c:pt>
                <c:pt idx="76">
                  <c:v>0.66212830014088042</c:v>
                </c:pt>
                <c:pt idx="77">
                  <c:v>0.65517639096440827</c:v>
                </c:pt>
                <c:pt idx="78">
                  <c:v>0.64810333921673602</c:v>
                </c:pt>
                <c:pt idx="79">
                  <c:v>0.64090807396539984</c:v>
                </c:pt>
                <c:pt idx="80">
                  <c:v>0.63358957015778883</c:v>
                </c:pt>
                <c:pt idx="81">
                  <c:v>0.62614685224529998</c:v>
                </c:pt>
                <c:pt idx="82">
                  <c:v>0.61857899796135529</c:v>
                </c:pt>
                <c:pt idx="83">
                  <c:v>0.61088514225697588</c:v>
                </c:pt>
                <c:pt idx="84">
                  <c:v>0.60306448139746904</c:v>
                </c:pt>
                <c:pt idx="85">
                  <c:v>0.59511627722368543</c:v>
                </c:pt>
                <c:pt idx="86">
                  <c:v>0.58703986158116661</c:v>
                </c:pt>
                <c:pt idx="87">
                  <c:v>0.57883464092032777</c:v>
                </c:pt>
                <c:pt idx="88">
                  <c:v>0.57050010107063887</c:v>
                </c:pt>
                <c:pt idx="89">
                  <c:v>0.56203581219155541</c:v>
                </c:pt>
                <c:pt idx="90">
                  <c:v>0.55344143390267186</c:v>
                </c:pt>
                <c:pt idx="91">
                  <c:v>0.54471672059534171</c:v>
                </c:pt>
                <c:pt idx="92">
                  <c:v>0.53586152692764266</c:v>
                </c:pt>
                <c:pt idx="93">
                  <c:v>0.52687581350424417</c:v>
                </c:pt>
                <c:pt idx="94">
                  <c:v>0.51775965274233027</c:v>
                </c:pt>
                <c:pt idx="95">
                  <c:v>0.50851323492430156</c:v>
                </c:pt>
                <c:pt idx="96">
                  <c:v>0.4991368744374961</c:v>
                </c:pt>
                <c:pt idx="97">
                  <c:v>0.48963101620065402</c:v>
                </c:pt>
                <c:pt idx="98">
                  <c:v>0.47999624227623838</c:v>
                </c:pt>
                <c:pt idx="99">
                  <c:v>0.4702332786671487</c:v>
                </c:pt>
                <c:pt idx="100">
                  <c:v>0.46034300229561514</c:v>
                </c:pt>
                <c:pt idx="101">
                  <c:v>0.45032644816134676</c:v>
                </c:pt>
                <c:pt idx="102">
                  <c:v>0.44018481667517784</c:v>
                </c:pt>
                <c:pt idx="103">
                  <c:v>0.42991948116357626</c:v>
                </c:pt>
                <c:pt idx="104">
                  <c:v>0.41953199553842457</c:v>
                </c:pt>
                <c:pt idx="105">
                  <c:v>0.40902410212545021</c:v>
                </c:pt>
                <c:pt idx="106">
                  <c:v>0.39839773964358688</c:v>
                </c:pt>
                <c:pt idx="107">
                  <c:v>0.38765505132632266</c:v>
                </c:pt>
                <c:pt idx="108">
                  <c:v>0.37679839317487268</c:v>
                </c:pt>
                <c:pt idx="109">
                  <c:v>0.36583034233158723</c:v>
                </c:pt>
                <c:pt idx="110">
                  <c:v>0.35475370556058183</c:v>
                </c:pt>
                <c:pt idx="111">
                  <c:v>0.34357152782100336</c:v>
                </c:pt>
                <c:pt idx="112">
                  <c:v>0.332287100916691</c:v>
                </c:pt>
                <c:pt idx="113">
                  <c:v>0.32090397220423766</c:v>
                </c:pt>
                <c:pt idx="114">
                  <c:v>0.30942595333953005</c:v>
                </c:pt>
                <c:pt idx="115">
                  <c:v>0.29785712904098943</c:v>
                </c:pt>
                <c:pt idx="116">
                  <c:v>0.28620186584545332</c:v>
                </c:pt>
                <c:pt idx="117">
                  <c:v>0.27446482083060797</c:v>
                </c:pt>
                <c:pt idx="118">
                  <c:v>0.26265095027542051</c:v>
                </c:pt>
                <c:pt idx="119">
                  <c:v>0.25076551822763099</c:v>
                </c:pt>
                <c:pt idx="120">
                  <c:v>0.23881410494475969</c:v>
                </c:pt>
                <c:pt idx="121">
                  <c:v>0.22680261517239886</c:v>
                </c:pt>
                <c:pt idx="122">
                  <c:v>0.21473728622074365</c:v>
                </c:pt>
                <c:pt idx="123">
                  <c:v>0.20262469579732992</c:v>
                </c:pt>
                <c:pt idx="124">
                  <c:v>0.19047176955095085</c:v>
                </c:pt>
                <c:pt idx="125">
                  <c:v>0.17828578827847202</c:v>
                </c:pt>
                <c:pt idx="126">
                  <c:v>0.16607439474300101</c:v>
                </c:pt>
                <c:pt idx="127">
                  <c:v>0.15384560004844658</c:v>
                </c:pt>
                <c:pt idx="128">
                  <c:v>0.14160778951198116</c:v>
                </c:pt>
                <c:pt idx="129">
                  <c:v>0.12936972797231036</c:v>
                </c:pt>
                <c:pt idx="130">
                  <c:v>0.11714056446794724</c:v>
                </c:pt>
                <c:pt idx="131">
                  <c:v>0.10492983621591426</c:v>
                </c:pt>
                <c:pt idx="132">
                  <c:v>9.2747471817410831E-2</c:v>
                </c:pt>
                <c:pt idx="133">
                  <c:v>8.0603793613151176E-2</c:v>
                </c:pt>
                <c:pt idx="134">
                  <c:v>6.8509519107077768E-2</c:v>
                </c:pt>
                <c:pt idx="135">
                  <c:v>5.6475761373237662E-2</c:v>
                </c:pt>
                <c:pt idx="136">
                  <c:v>4.4514028356667436E-2</c:v>
                </c:pt>
                <c:pt idx="137">
                  <c:v>3.2636220975208595E-2</c:v>
                </c:pt>
                <c:pt idx="138">
                  <c:v>2.0854629925356166E-2</c:v>
                </c:pt>
                <c:pt idx="139">
                  <c:v>9.1819310914104321E-3</c:v>
                </c:pt>
                <c:pt idx="140">
                  <c:v>2.3688205462795743E-3</c:v>
                </c:pt>
                <c:pt idx="141">
                  <c:v>1.378419861186167E-2</c:v>
                </c:pt>
                <c:pt idx="142">
                  <c:v>2.5050414754250242E-2</c:v>
                </c:pt>
                <c:pt idx="143">
                  <c:v>3.6153329901190828E-2</c:v>
                </c:pt>
                <c:pt idx="144">
                  <c:v>4.7078467463814097E-2</c:v>
                </c:pt>
                <c:pt idx="145">
                  <c:v>5.7811028610725533E-2</c:v>
                </c:pt>
                <c:pt idx="146">
                  <c:v>6.8335909732558653E-2</c:v>
                </c:pt>
                <c:pt idx="147">
                  <c:v>7.8637722219332712E-2</c:v>
                </c:pt>
                <c:pt idx="148">
                  <c:v>8.8700814673814757E-2</c:v>
                </c:pt>
                <c:pt idx="149">
                  <c:v>9.8509297684231945E-2</c:v>
                </c:pt>
                <c:pt idx="150">
                  <c:v>0.10804707127920728</c:v>
                </c:pt>
                <c:pt idx="151">
                  <c:v>0.11729785518641245</c:v>
                </c:pt>
                <c:pt idx="152">
                  <c:v>0.12624522201418759</c:v>
                </c:pt>
                <c:pt idx="153">
                  <c:v>0.13487263347210979</c:v>
                </c:pt>
                <c:pt idx="154">
                  <c:v>0.14316347974211266</c:v>
                </c:pt>
                <c:pt idx="155">
                  <c:v>0.15110112210614426</c:v>
                </c:pt>
                <c:pt idx="156">
                  <c:v>0.15866893892939193</c:v>
                </c:pt>
                <c:pt idx="157">
                  <c:v>0.16585037508969735</c:v>
                </c:pt>
                <c:pt idx="158">
                  <c:v>0.17262899493372433</c:v>
                </c:pt>
                <c:pt idx="159">
                  <c:v>0.1789885388287413</c:v>
                </c:pt>
                <c:pt idx="160">
                  <c:v>0.18491298336524778</c:v>
                </c:pt>
                <c:pt idx="161">
                  <c:v>0.19038660525008191</c:v>
                </c:pt>
                <c:pt idx="162">
                  <c:v>0.19539404891190892</c:v>
                </c:pt>
                <c:pt idx="163">
                  <c:v>0.19992039782097815</c:v>
                </c:pt>
                <c:pt idx="164">
                  <c:v>0.20395124950263629</c:v>
                </c:pt>
                <c:pt idx="165">
                  <c:v>0.20747279419907516</c:v>
                </c:pt>
                <c:pt idx="166">
                  <c:v>0.21047189710622013</c:v>
                </c:pt>
                <c:pt idx="167">
                  <c:v>0.2129361840821633</c:v>
                </c:pt>
                <c:pt idx="168">
                  <c:v>0.21485413069024076</c:v>
                </c:pt>
                <c:pt idx="169">
                  <c:v>0.21621515440347044</c:v>
                </c:pt>
                <c:pt idx="170">
                  <c:v>0.21700970975760742</c:v>
                </c:pt>
                <c:pt idx="171">
                  <c:v>0.21722938619743953</c:v>
                </c:pt>
                <c:pt idx="172">
                  <c:v>0.21686700831509398</c:v>
                </c:pt>
                <c:pt idx="173">
                  <c:v>0.2159167381300367</c:v>
                </c:pt>
                <c:pt idx="174">
                  <c:v>0.21437417900813113</c:v>
                </c:pt>
                <c:pt idx="175">
                  <c:v>0.21223648076162668</c:v>
                </c:pt>
                <c:pt idx="176">
                  <c:v>0.2095024454133558</c:v>
                </c:pt>
                <c:pt idx="177">
                  <c:v>0.20617263304686745</c:v>
                </c:pt>
                <c:pt idx="178">
                  <c:v>0.20224946709989669</c:v>
                </c:pt>
                <c:pt idx="179">
                  <c:v>0.19773733839171581</c:v>
                </c:pt>
                <c:pt idx="180">
                  <c:v>0.19264270710583065</c:v>
                </c:pt>
                <c:pt idx="181">
                  <c:v>0.1869742018785836</c:v>
                </c:pt>
                <c:pt idx="182">
                  <c:v>0.18074271507191153</c:v>
                </c:pt>
                <c:pt idx="183">
                  <c:v>0.17396149323543098</c:v>
                </c:pt>
                <c:pt idx="184">
                  <c:v>0.16664622168969487</c:v>
                </c:pt>
                <c:pt idx="185">
                  <c:v>0.15881510208975488</c:v>
                </c:pt>
                <c:pt idx="186">
                  <c:v>0.15048892175684947</c:v>
                </c:pt>
                <c:pt idx="187">
                  <c:v>0.14169111349711555</c:v>
                </c:pt>
                <c:pt idx="188">
                  <c:v>0.13244780456079538</c:v>
                </c:pt>
                <c:pt idx="189">
                  <c:v>0.12278785333462591</c:v>
                </c:pt>
                <c:pt idx="190">
                  <c:v>0.11274287230551408</c:v>
                </c:pt>
                <c:pt idx="191">
                  <c:v>0.10234723578630446</c:v>
                </c:pt>
                <c:pt idx="192">
                  <c:v>9.1638070856607856E-2</c:v>
                </c:pt>
                <c:pt idx="193">
                  <c:v>8.0655229944503415E-2</c:v>
                </c:pt>
                <c:pt idx="194">
                  <c:v>6.9441243460719032E-2</c:v>
                </c:pt>
                <c:pt idx="195">
                  <c:v>5.8041250897505246E-2</c:v>
                </c:pt>
                <c:pt idx="196">
                  <c:v>4.6502908821997403E-2</c:v>
                </c:pt>
                <c:pt idx="197">
                  <c:v>3.4876274230749314E-2</c:v>
                </c:pt>
                <c:pt idx="198">
                  <c:v>2.3213661790523085E-2</c:v>
                </c:pt>
                <c:pt idx="199">
                  <c:v>1.1569473572997844E-2</c:v>
                </c:pt>
                <c:pt idx="200">
                  <c:v>3.8981718325193755E-17</c:v>
                </c:pt>
                <c:pt idx="201">
                  <c:v>1.1436809146080104E-2</c:v>
                </c:pt>
                <c:pt idx="202">
                  <c:v>2.2681604622514284E-2</c:v>
                </c:pt>
                <c:pt idx="203">
                  <c:v>3.3673929309519166E-2</c:v>
                </c:pt>
                <c:pt idx="204">
                  <c:v>4.4352542009371596E-2</c:v>
                </c:pt>
                <c:pt idx="205">
                  <c:v>5.4655773716177261E-2</c:v>
                </c:pt>
                <c:pt idx="206">
                  <c:v>6.452191629289214E-2</c:v>
                </c:pt>
                <c:pt idx="207">
                  <c:v>7.3889643132244914E-2</c:v>
                </c:pt>
                <c:pt idx="208">
                  <c:v>8.2698460975155416E-2</c:v>
                </c:pt>
                <c:pt idx="209">
                  <c:v>9.0889191613667333E-2</c:v>
                </c:pt>
                <c:pt idx="210">
                  <c:v>9.8404481714974221E-2</c:v>
                </c:pt>
                <c:pt idx="211">
                  <c:v>0.10518933846958813</c:v>
                </c:pt>
                <c:pt idx="212">
                  <c:v>0.11119168819143584</c:v>
                </c:pt>
                <c:pt idx="213">
                  <c:v>0.11636295438306517</c:v>
                </c:pt>
                <c:pt idx="214">
                  <c:v>0.12065865112865519</c:v>
                </c:pt>
                <c:pt idx="215">
                  <c:v>0.12403898699569382</c:v>
                </c:pt>
                <c:pt idx="216">
                  <c:v>0.12646947391918692</c:v>
                </c:pt>
                <c:pt idx="217">
                  <c:v>0.12792153481722526</c:v>
                </c:pt>
                <c:pt idx="218">
                  <c:v>0.12837310295295487</c:v>
                </c:pt>
                <c:pt idx="219">
                  <c:v>0.12780920532595388</c:v>
                </c:pt>
                <c:pt idx="220">
                  <c:v>0.12622252165830763</c:v>
                </c:pt>
                <c:pt idx="221">
                  <c:v>0.1236139098515997</c:v>
                </c:pt>
                <c:pt idx="222">
                  <c:v>0.1199928881468693</c:v>
                </c:pt>
                <c:pt idx="223">
                  <c:v>0.11537806363849201</c:v>
                </c:pt>
                <c:pt idx="224">
                  <c:v>0.10979749629504904</c:v>
                </c:pt>
                <c:pt idx="225">
                  <c:v>0.10328898724739353</c:v>
                </c:pt>
                <c:pt idx="226">
                  <c:v>9.5900279839958386E-2</c:v>
                </c:pt>
                <c:pt idx="227">
                  <c:v>8.7689161830890192E-2</c:v>
                </c:pt>
                <c:pt idx="228">
                  <c:v>7.8723457196088184E-2</c:v>
                </c:pt>
                <c:pt idx="229">
                  <c:v>6.9080896268766859E-2</c:v>
                </c:pt>
                <c:pt idx="230">
                  <c:v>5.8848853457073663E-2</c:v>
                </c:pt>
                <c:pt idx="231">
                  <c:v>4.8123942554808806E-2</c:v>
                </c:pt>
                <c:pt idx="232">
                  <c:v>3.7011460720510071E-2</c:v>
                </c:pt>
                <c:pt idx="233">
                  <c:v>2.5624673572704273E-2</c:v>
                </c:pt>
                <c:pt idx="234">
                  <c:v>1.408393555552513E-2</c:v>
                </c:pt>
                <c:pt idx="235">
                  <c:v>2.5156417873779913E-3</c:v>
                </c:pt>
                <c:pt idx="236">
                  <c:v>8.9489899711958469E-3</c:v>
                </c:pt>
                <c:pt idx="237">
                  <c:v>2.0175305798921746E-2</c:v>
                </c:pt>
                <c:pt idx="238">
                  <c:v>3.102676594645817E-2</c:v>
                </c:pt>
                <c:pt idx="239">
                  <c:v>4.1366650894725965E-2</c:v>
                </c:pt>
                <c:pt idx="240">
                  <c:v>5.1059911144827462E-2</c:v>
                </c:pt>
                <c:pt idx="241">
                  <c:v>5.997514456925495E-2</c:v>
                </c:pt>
                <c:pt idx="242">
                  <c:v>6.7986680715761305E-2</c:v>
                </c:pt>
                <c:pt idx="243">
                  <c:v>7.4976746816768497E-2</c:v>
                </c:pt>
                <c:pt idx="244">
                  <c:v>8.0837685495702652E-2</c:v>
                </c:pt>
                <c:pt idx="245">
                  <c:v>8.5474189372272594E-2</c:v>
                </c:pt>
                <c:pt idx="246">
                  <c:v>8.8805513064262639E-2</c:v>
                </c:pt>
                <c:pt idx="247">
                  <c:v>9.0767618594964058E-2</c:v>
                </c:pt>
                <c:pt idx="248">
                  <c:v>9.1315206091983125E-2</c:v>
                </c:pt>
                <c:pt idx="249">
                  <c:v>9.0423578070814442E-2</c:v>
                </c:pt>
                <c:pt idx="250">
                  <c:v>8.8090282716656254E-2</c:v>
                </c:pt>
                <c:pt idx="251">
                  <c:v>8.4336479604437992E-2</c:v>
                </c:pt>
                <c:pt idx="252">
                  <c:v>7.92079704331351E-2</c:v>
                </c:pt>
                <c:pt idx="253">
                  <c:v>7.2775837803698104E-2</c:v>
                </c:pt>
                <c:pt idx="254">
                  <c:v>6.5136637046411899E-2</c:v>
                </c:pt>
                <c:pt idx="255">
                  <c:v>5.6412089800676878E-2</c:v>
                </c:pt>
                <c:pt idx="256">
                  <c:v>4.6748233648495674E-2</c:v>
                </c:pt>
                <c:pt idx="257">
                  <c:v>3.6313989756033081E-2</c:v>
                </c:pt>
                <c:pt idx="258">
                  <c:v>2.52991203018673E-2</c:v>
                </c:pt>
                <c:pt idx="259">
                  <c:v>1.3911559532758376E-2</c:v>
                </c:pt>
                <c:pt idx="260">
                  <c:v>2.3741165932770164E-3</c:v>
                </c:pt>
                <c:pt idx="261">
                  <c:v>9.0794352451431058E-3</c:v>
                </c:pt>
                <c:pt idx="262">
                  <c:v>2.0208849834331882E-2</c:v>
                </c:pt>
                <c:pt idx="263">
                  <c:v>3.0772426501650327E-2</c:v>
                </c:pt>
                <c:pt idx="264">
                  <c:v>4.053248047961288E-2</c:v>
                </c:pt>
                <c:pt idx="265">
                  <c:v>4.9261167834973987E-2</c:v>
                </c:pt>
                <c:pt idx="266">
                  <c:v>5.6746544473688459E-2</c:v>
                </c:pt>
                <c:pt idx="267">
                  <c:v>6.27987163983761E-2</c:v>
                </c:pt>
                <c:pt idx="268">
                  <c:v>6.7255917304396784E-2</c:v>
                </c:pt>
                <c:pt idx="269">
                  <c:v>6.9990330795424285E-2</c:v>
                </c:pt>
                <c:pt idx="270">
                  <c:v>7.0913459053184844E-2</c:v>
                </c:pt>
                <c:pt idx="271">
                  <c:v>6.998082885381858E-2</c:v>
                </c:pt>
                <c:pt idx="272">
                  <c:v>6.7195820567585759E-2</c:v>
                </c:pt>
                <c:pt idx="273">
                  <c:v>6.2612407385122457E-2</c:v>
                </c:pt>
                <c:pt idx="274">
                  <c:v>5.6336601597406909E-2</c:v>
                </c:pt>
                <c:pt idx="275">
                  <c:v>4.8526423309339262E-2</c:v>
                </c:pt>
                <c:pt idx="276">
                  <c:v>3.9390235283825535E-2</c:v>
                </c:pt>
                <c:pt idx="277">
                  <c:v>2.9183326215095503E-2</c:v>
                </c:pt>
                <c:pt idx="278">
                  <c:v>1.8202673779055916E-2</c:v>
                </c:pt>
                <c:pt idx="279">
                  <c:v>6.7798780245149973E-3</c:v>
                </c:pt>
                <c:pt idx="280">
                  <c:v>4.7276757517822872E-3</c:v>
                </c:pt>
                <c:pt idx="281">
                  <c:v>1.5947288960856298E-2</c:v>
                </c:pt>
                <c:pt idx="282">
                  <c:v>2.6502838368959104E-2</c:v>
                </c:pt>
                <c:pt idx="283">
                  <c:v>3.6027777672562322E-2</c:v>
                </c:pt>
                <c:pt idx="284">
                  <c:v>4.4178862870634758E-2</c:v>
                </c:pt>
                <c:pt idx="285">
                  <c:v>5.0650131285144111E-2</c:v>
                </c:pt>
                <c:pt idx="286">
                  <c:v>5.5186592074812323E-2</c:v>
                </c:pt>
                <c:pt idx="287">
                  <c:v>5.7597028204530172E-2</c:v>
                </c:pt>
                <c:pt idx="288">
                  <c:v>5.776527143803295E-2</c:v>
                </c:pt>
                <c:pt idx="289">
                  <c:v>5.5659298381678809E-2</c:v>
                </c:pt>
                <c:pt idx="290">
                  <c:v>5.1337511980710335E-2</c:v>
                </c:pt>
                <c:pt idx="291">
                  <c:v>4.4951623538879097E-2</c:v>
                </c:pt>
                <c:pt idx="292">
                  <c:v>3.6745638593201992E-2</c:v>
                </c:pt>
                <c:pt idx="293">
                  <c:v>2.7050577596258941E-2</c:v>
                </c:pt>
                <c:pt idx="294">
                  <c:v>1.6274729135022353E-2</c:v>
                </c:pt>
                <c:pt idx="295">
                  <c:v>4.8894367513002352E-3</c:v>
                </c:pt>
                <c:pt idx="296">
                  <c:v>6.589345023308853E-3</c:v>
                </c:pt>
                <c:pt idx="297">
                  <c:v>1.7623232399977973E-2</c:v>
                </c:pt>
                <c:pt idx="298">
                  <c:v>2.7676570018801548E-2</c:v>
                </c:pt>
                <c:pt idx="299">
                  <c:v>3.624353707387095E-2</c:v>
                </c:pt>
                <c:pt idx="300">
                  <c:v>4.2875928929137309E-2</c:v>
                </c:pt>
                <c:pt idx="301">
                  <c:v>4.7210135353289134E-2</c:v>
                </c:pt>
                <c:pt idx="302">
                  <c:v>4.8991690481537328E-2</c:v>
                </c:pt>
                <c:pt idx="303">
                  <c:v>4.8095703805710897E-2</c:v>
                </c:pt>
                <c:pt idx="304">
                  <c:v>4.4541514601084617E-2</c:v>
                </c:pt>
                <c:pt idx="305">
                  <c:v>3.8500059533331389E-2</c:v>
                </c:pt>
                <c:pt idx="306">
                  <c:v>3.029271474549813E-2</c:v>
                </c:pt>
                <c:pt idx="307">
                  <c:v>2.0380772202351453E-2</c:v>
                </c:pt>
                <c:pt idx="308">
                  <c:v>9.345229025379374E-3</c:v>
                </c:pt>
                <c:pt idx="309">
                  <c:v>2.1428091225025037E-3</c:v>
                </c:pt>
                <c:pt idx="310">
                  <c:v>1.336011259722444E-2</c:v>
                </c:pt>
                <c:pt idx="311">
                  <c:v>2.357597128510806E-2</c:v>
                </c:pt>
                <c:pt idx="312">
                  <c:v>3.2101054620205322E-2</c:v>
                </c:pt>
                <c:pt idx="313">
                  <c:v>3.833741028580815E-2</c:v>
                </c:pt>
                <c:pt idx="314">
                  <c:v>4.1826032596865806E-2</c:v>
                </c:pt>
                <c:pt idx="315">
                  <c:v>4.2288151521817585E-2</c:v>
                </c:pt>
                <c:pt idx="316">
                  <c:v>3.9656386176803747E-2</c:v>
                </c:pt>
                <c:pt idx="317">
                  <c:v>3.4092222002985423E-2</c:v>
                </c:pt>
                <c:pt idx="318">
                  <c:v>2.5986938609316879E-2</c:v>
                </c:pt>
                <c:pt idx="319">
                  <c:v>1.5944138225808095E-2</c:v>
                </c:pt>
                <c:pt idx="320">
                  <c:v>4.743372145583665E-3</c:v>
                </c:pt>
                <c:pt idx="321">
                  <c:v>6.7140342886203115E-3</c:v>
                </c:pt>
                <c:pt idx="322">
                  <c:v>1.7474106925683488E-2</c:v>
                </c:pt>
                <c:pt idx="323">
                  <c:v>2.6609694211862146E-2</c:v>
                </c:pt>
                <c:pt idx="324">
                  <c:v>3.3304100913990414E-2</c:v>
                </c:pt>
                <c:pt idx="325">
                  <c:v>3.6931486265782028E-2</c:v>
                </c:pt>
                <c:pt idx="326">
                  <c:v>3.7125972922960569E-2</c:v>
                </c:pt>
                <c:pt idx="327">
                  <c:v>3.3831486238798766E-2</c:v>
                </c:pt>
                <c:pt idx="328">
                  <c:v>2.732526892620114E-2</c:v>
                </c:pt>
                <c:pt idx="329">
                  <c:v>1.8209845424553988E-2</c:v>
                </c:pt>
                <c:pt idx="330">
                  <c:v>7.3708994464599447E-3</c:v>
                </c:pt>
                <c:pt idx="331">
                  <c:v>4.0980779978950065E-3</c:v>
                </c:pt>
                <c:pt idx="332">
                  <c:v>1.4999687054474723E-2</c:v>
                </c:pt>
                <c:pt idx="333">
                  <c:v>2.4156505521437475E-2</c:v>
                </c:pt>
                <c:pt idx="334">
                  <c:v>3.0542946964833038E-2</c:v>
                </c:pt>
                <c:pt idx="335">
                  <c:v>3.3410542553410104E-2</c:v>
                </c:pt>
                <c:pt idx="336">
                  <c:v>3.2390985436659143E-2</c:v>
                </c:pt>
                <c:pt idx="337">
                  <c:v>2.7561983596037298E-2</c:v>
                </c:pt>
                <c:pt idx="338">
                  <c:v>1.9463729833800861E-2</c:v>
                </c:pt>
                <c:pt idx="339">
                  <c:v>9.0586118975632748E-3</c:v>
                </c:pt>
                <c:pt idx="340">
                  <c:v>2.3666461925099616E-3</c:v>
                </c:pt>
                <c:pt idx="341">
                  <c:v>1.3349513556409315E-2</c:v>
                </c:pt>
                <c:pt idx="342">
                  <c:v>2.2436019521260731E-2</c:v>
                </c:pt>
                <c:pt idx="343">
                  <c:v>2.8379095413507333E-2</c:v>
                </c:pt>
                <c:pt idx="344">
                  <c:v>3.0324130069640663E-2</c:v>
                </c:pt>
                <c:pt idx="345">
                  <c:v>2.7953354129495667E-2</c:v>
                </c:pt>
                <c:pt idx="346">
                  <c:v>2.1563167893362802E-2</c:v>
                </c:pt>
                <c:pt idx="347">
                  <c:v>1.2055496201588309E-2</c:v>
                </c:pt>
                <c:pt idx="348">
                  <c:v>8.3535636136167918E-4</c:v>
                </c:pt>
                <c:pt idx="349">
                  <c:v>1.0379052389188473E-2</c:v>
                </c:pt>
                <c:pt idx="350">
                  <c:v>1.981216029229383E-2</c:v>
                </c:pt>
                <c:pt idx="351">
                  <c:v>2.5917211268270186E-2</c:v>
                </c:pt>
                <c:pt idx="352">
                  <c:v>2.764739336452491E-2</c:v>
                </c:pt>
                <c:pt idx="353">
                  <c:v>2.4663184875174275E-2</c:v>
                </c:pt>
                <c:pt idx="354">
                  <c:v>1.7432287811738993E-2</c:v>
                </c:pt>
                <c:pt idx="355">
                  <c:v>7.1925810044271392E-3</c:v>
                </c:pt>
                <c:pt idx="356">
                  <c:v>4.2295679653826228E-3</c:v>
                </c:pt>
                <c:pt idx="357">
                  <c:v>1.4726471465770731E-2</c:v>
                </c:pt>
                <c:pt idx="358">
                  <c:v>2.2295429466514822E-2</c:v>
                </c:pt>
                <c:pt idx="359">
                  <c:v>2.5435865135090656E-2</c:v>
                </c:pt>
                <c:pt idx="360">
                  <c:v>2.3477818077447588E-2</c:v>
                </c:pt>
                <c:pt idx="361">
                  <c:v>1.676634871042227E-2</c:v>
                </c:pt>
                <c:pt idx="362">
                  <c:v>6.6474745073427785E-3</c:v>
                </c:pt>
                <c:pt idx="363">
                  <c:v>4.7623015996537139E-3</c:v>
                </c:pt>
                <c:pt idx="364">
                  <c:v>1.4994621707913556E-2</c:v>
                </c:pt>
                <c:pt idx="365">
                  <c:v>2.1760995994522449E-2</c:v>
                </c:pt>
                <c:pt idx="366">
                  <c:v>2.348626334576618E-2</c:v>
                </c:pt>
                <c:pt idx="367">
                  <c:v>1.9717504148663832E-2</c:v>
                </c:pt>
                <c:pt idx="368">
                  <c:v>1.1296160922967168E-2</c:v>
                </c:pt>
                <c:pt idx="369">
                  <c:v>2.2576724916770042E-4</c:v>
                </c:pt>
                <c:pt idx="370">
                  <c:v>1.0763245048169941E-2</c:v>
                </c:pt>
                <c:pt idx="371">
                  <c:v>1.8870791193602153E-2</c:v>
                </c:pt>
                <c:pt idx="372">
                  <c:v>2.1955702831399394E-2</c:v>
                </c:pt>
                <c:pt idx="373">
                  <c:v>1.9145833464575397E-2</c:v>
                </c:pt>
                <c:pt idx="374">
                  <c:v>1.1148367948265072E-2</c:v>
                </c:pt>
                <c:pt idx="375">
                  <c:v>1.4107308365065405E-4</c:v>
                </c:pt>
                <c:pt idx="376">
                  <c:v>1.0767944650618635E-2</c:v>
                </c:pt>
                <c:pt idx="377">
                  <c:v>1.839731432460991E-2</c:v>
                </c:pt>
                <c:pt idx="378">
                  <c:v>2.0440215207490932E-2</c:v>
                </c:pt>
                <c:pt idx="379">
                  <c:v>1.6219331058058447E-2</c:v>
                </c:pt>
                <c:pt idx="380">
                  <c:v>6.9901518571863427E-3</c:v>
                </c:pt>
                <c:pt idx="381">
                  <c:v>4.3524980849292717E-3</c:v>
                </c:pt>
                <c:pt idx="382">
                  <c:v>1.4129908400459898E-2</c:v>
                </c:pt>
                <c:pt idx="383">
                  <c:v>1.9066435577738402E-2</c:v>
                </c:pt>
                <c:pt idx="384">
                  <c:v>1.7432547233566829E-2</c:v>
                </c:pt>
                <c:pt idx="385">
                  <c:v>9.7358837175103088E-3</c:v>
                </c:pt>
                <c:pt idx="386">
                  <c:v>1.335939185321123E-3</c:v>
                </c:pt>
                <c:pt idx="387">
                  <c:v>1.1777208661024821E-2</c:v>
                </c:pt>
                <c:pt idx="388">
                  <c:v>1.7688896327480771E-2</c:v>
                </c:pt>
                <c:pt idx="389">
                  <c:v>1.6775222949863073E-2</c:v>
                </c:pt>
                <c:pt idx="390">
                  <c:v>9.3296092857420784E-3</c:v>
                </c:pt>
                <c:pt idx="391">
                  <c:v>1.7398372208805928E-3</c:v>
                </c:pt>
                <c:pt idx="392">
                  <c:v>1.1954687511752892E-2</c:v>
                </c:pt>
                <c:pt idx="393">
                  <c:v>1.7050781139330076E-2</c:v>
                </c:pt>
                <c:pt idx="394">
                  <c:v>1.4811149052446949E-2</c:v>
                </c:pt>
                <c:pt idx="395">
                  <c:v>6.1460445073512207E-3</c:v>
                </c:pt>
                <c:pt idx="396">
                  <c:v>5.1425598913649485E-3</c:v>
                </c:pt>
                <c:pt idx="397">
                  <c:v>1.3938282341567181E-2</c:v>
                </c:pt>
                <c:pt idx="398">
                  <c:v>1.6125574278321491E-2</c:v>
                </c:pt>
                <c:pt idx="399">
                  <c:v>1.0606632969129851E-2</c:v>
                </c:pt>
                <c:pt idx="400">
                  <c:v>3.8981718325193761E-17</c:v>
                </c:pt>
                <c:pt idx="401">
                  <c:v>1.046341273584556E-2</c:v>
                </c:pt>
                <c:pt idx="402">
                  <c:v>1.5463840811533956E-2</c:v>
                </c:pt>
                <c:pt idx="403">
                  <c:v>1.2357557953441175E-2</c:v>
                </c:pt>
                <c:pt idx="404">
                  <c:v>2.7273625925541942E-3</c:v>
                </c:pt>
                <c:pt idx="405">
                  <c:v>8.2521143130497021E-3</c:v>
                </c:pt>
                <c:pt idx="406">
                  <c:v>1.4499409832860216E-2</c:v>
                </c:pt>
                <c:pt idx="407">
                  <c:v>1.2433417530969286E-2</c:v>
                </c:pt>
                <c:pt idx="408">
                  <c:v>3.1857751608310755E-3</c:v>
                </c:pt>
                <c:pt idx="409">
                  <c:v>7.8211587515045044E-3</c:v>
                </c:pt>
                <c:pt idx="410">
                  <c:v>1.3936521783627861E-2</c:v>
                </c:pt>
                <c:pt idx="411">
                  <c:v>1.1338698210610376E-2</c:v>
                </c:pt>
                <c:pt idx="412">
                  <c:v>1.6045236722178786E-3</c:v>
                </c:pt>
                <c:pt idx="413">
                  <c:v>9.028815381884327E-3</c:v>
                </c:pt>
                <c:pt idx="414">
                  <c:v>1.3546001975720501E-2</c:v>
                </c:pt>
                <c:pt idx="415">
                  <c:v>8.8543664942168678E-3</c:v>
                </c:pt>
                <c:pt idx="416">
                  <c:v>1.8771265110593789E-3</c:v>
                </c:pt>
                <c:pt idx="417">
                  <c:v>1.113040314640415E-2</c:v>
                </c:pt>
                <c:pt idx="418">
                  <c:v>1.2234176659147991E-2</c:v>
                </c:pt>
                <c:pt idx="419">
                  <c:v>4.3209064693035121E-3</c:v>
                </c:pt>
                <c:pt idx="420">
                  <c:v>6.7238915832707738E-3</c:v>
                </c:pt>
                <c:pt idx="421">
                  <c:v>1.2442176756901693E-2</c:v>
                </c:pt>
                <c:pt idx="422">
                  <c:v>8.314893952146107E-3</c:v>
                </c:pt>
                <c:pt idx="423">
                  <c:v>2.4140608156588898E-3</c:v>
                </c:pt>
                <c:pt idx="424">
                  <c:v>1.1005599251507472E-2</c:v>
                </c:pt>
                <c:pt idx="425">
                  <c:v>1.0264711331891586E-2</c:v>
                </c:pt>
                <c:pt idx="426">
                  <c:v>7.6828175479797087E-4</c:v>
                </c:pt>
                <c:pt idx="427">
                  <c:v>9.2530022265787104E-3</c:v>
                </c:pt>
                <c:pt idx="428">
                  <c:v>1.0876239757469219E-2</c:v>
                </c:pt>
                <c:pt idx="429">
                  <c:v>2.5782637648104709E-3</c:v>
                </c:pt>
                <c:pt idx="430">
                  <c:v>7.9859616576108267E-3</c:v>
                </c:pt>
                <c:pt idx="431">
                  <c:v>1.0806616391486976E-2</c:v>
                </c:pt>
                <c:pt idx="432">
                  <c:v>3.111916034933188E-3</c:v>
                </c:pt>
                <c:pt idx="433">
                  <c:v>7.5390196489004699E-3</c:v>
                </c:pt>
                <c:pt idx="434">
                  <c:v>1.0403678054581634E-2</c:v>
                </c:pt>
                <c:pt idx="435">
                  <c:v>2.4924846672772379E-3</c:v>
                </c:pt>
                <c:pt idx="436">
                  <c:v>7.9143174994625014E-3</c:v>
                </c:pt>
                <c:pt idx="437">
                  <c:v>9.6437549571244431E-3</c:v>
                </c:pt>
                <c:pt idx="438">
                  <c:v>7.6335118257607048E-4</c:v>
                </c:pt>
                <c:pt idx="439">
                  <c:v>8.8241395533107444E-3</c:v>
                </c:pt>
                <c:pt idx="440">
                  <c:v>8.163575258869812E-3</c:v>
                </c:pt>
                <c:pt idx="441">
                  <c:v>2.0102639229138053E-3</c:v>
                </c:pt>
                <c:pt idx="442">
                  <c:v>9.6169649826042276E-3</c:v>
                </c:pt>
                <c:pt idx="443">
                  <c:v>5.4074719703088494E-3</c:v>
                </c:pt>
                <c:pt idx="444">
                  <c:v>5.4336295891578724E-3</c:v>
                </c:pt>
                <c:pt idx="445">
                  <c:v>9.2107526394583205E-3</c:v>
                </c:pt>
                <c:pt idx="446">
                  <c:v>1.0321162497925094E-3</c:v>
                </c:pt>
                <c:pt idx="447">
                  <c:v>8.3598896773740845E-3</c:v>
                </c:pt>
                <c:pt idx="448">
                  <c:v>6.3524185786794033E-3</c:v>
                </c:pt>
                <c:pt idx="449">
                  <c:v>4.3234655638951609E-3</c:v>
                </c:pt>
                <c:pt idx="450">
                  <c:v>8.7606168043388374E-3</c:v>
                </c:pt>
                <c:pt idx="451">
                  <c:v>6.271367314709715E-4</c:v>
                </c:pt>
                <c:pt idx="452">
                  <c:v>8.2658787410676612E-3</c:v>
                </c:pt>
                <c:pt idx="453">
                  <c:v>4.7369104894423872E-3</c:v>
                </c:pt>
                <c:pt idx="454">
                  <c:v>5.8849350502047822E-3</c:v>
                </c:pt>
                <c:pt idx="455">
                  <c:v>7.232048813697824E-3</c:v>
                </c:pt>
                <c:pt idx="456">
                  <c:v>2.8099269090154731E-3</c:v>
                </c:pt>
                <c:pt idx="457">
                  <c:v>8.1532702989081315E-3</c:v>
                </c:pt>
                <c:pt idx="458">
                  <c:v>7.9697516788774432E-5</c:v>
                </c:pt>
                <c:pt idx="459">
                  <c:v>7.9634431071829107E-3</c:v>
                </c:pt>
                <c:pt idx="460">
                  <c:v>2.3395546173938437E-3</c:v>
                </c:pt>
                <c:pt idx="461">
                  <c:v>7.210252373309637E-3</c:v>
                </c:pt>
                <c:pt idx="462">
                  <c:v>3.8672636786370265E-3</c:v>
                </c:pt>
                <c:pt idx="463">
                  <c:v>6.3405572849900447E-3</c:v>
                </c:pt>
                <c:pt idx="464">
                  <c:v>4.7456184506745229E-3</c:v>
                </c:pt>
                <c:pt idx="465">
                  <c:v>5.6452327496270722E-3</c:v>
                </c:pt>
                <c:pt idx="466">
                  <c:v>5.108841850715716E-3</c:v>
                </c:pt>
                <c:pt idx="467">
                  <c:v>5.2745689285329071E-3</c:v>
                </c:pt>
                <c:pt idx="468">
                  <c:v>5.0587987354632413E-3</c:v>
                </c:pt>
                <c:pt idx="469">
                  <c:v>5.271587959233456E-3</c:v>
                </c:pt>
                <c:pt idx="470">
                  <c:v>4.626845182414443E-3</c:v>
                </c:pt>
                <c:pt idx="471">
                  <c:v>5.5918876766769057E-3</c:v>
                </c:pt>
                <c:pt idx="472">
                  <c:v>3.7712334109250446E-3</c:v>
                </c:pt>
                <c:pt idx="473">
                  <c:v>6.0985171566483899E-3</c:v>
                </c:pt>
                <c:pt idx="474">
                  <c:v>2.4082712918997154E-3</c:v>
                </c:pt>
                <c:pt idx="475">
                  <c:v>6.5380495047897801E-3</c:v>
                </c:pt>
                <c:pt idx="476">
                  <c:v>4.8608442095070909E-4</c:v>
                </c:pt>
                <c:pt idx="477">
                  <c:v>6.5252019414276949E-3</c:v>
                </c:pt>
                <c:pt idx="478">
                  <c:v>1.8904536677892064E-3</c:v>
                </c:pt>
                <c:pt idx="479">
                  <c:v>5.5906157368689419E-3</c:v>
                </c:pt>
                <c:pt idx="480">
                  <c:v>4.304271440898161E-3</c:v>
                </c:pt>
                <c:pt idx="481">
                  <c:v>3.3652393047873732E-3</c:v>
                </c:pt>
                <c:pt idx="482">
                  <c:v>5.9345512675313935E-3</c:v>
                </c:pt>
                <c:pt idx="483">
                  <c:v>6.1365654054469025E-5</c:v>
                </c:pt>
                <c:pt idx="484">
                  <c:v>5.7224505953163262E-3</c:v>
                </c:pt>
                <c:pt idx="485">
                  <c:v>3.7326553530365311E-3</c:v>
                </c:pt>
                <c:pt idx="486">
                  <c:v>2.9989094674505697E-3</c:v>
                </c:pt>
                <c:pt idx="487">
                  <c:v>5.7846159479676912E-3</c:v>
                </c:pt>
                <c:pt idx="488">
                  <c:v>1.5173483644068471E-3</c:v>
                </c:pt>
                <c:pt idx="489">
                  <c:v>4.37364635462932E-3</c:v>
                </c:pt>
                <c:pt idx="490">
                  <c:v>5.1659517355855493E-3</c:v>
                </c:pt>
                <c:pt idx="491">
                  <c:v>3.5691561949335968E-4</c:v>
                </c:pt>
                <c:pt idx="492">
                  <c:v>4.6535517193690883E-3</c:v>
                </c:pt>
                <c:pt idx="493">
                  <c:v>4.849315939190693E-3</c:v>
                </c:pt>
                <c:pt idx="494">
                  <c:v>4.093452894929308E-4</c:v>
                </c:pt>
                <c:pt idx="495">
                  <c:v>4.2364112860280422E-3</c:v>
                </c:pt>
                <c:pt idx="496">
                  <c:v>5.0072143979547953E-3</c:v>
                </c:pt>
                <c:pt idx="497">
                  <c:v>1.5853346578791477E-3</c:v>
                </c:pt>
                <c:pt idx="498">
                  <c:v>2.9493248076860271E-3</c:v>
                </c:pt>
                <c:pt idx="499">
                  <c:v>5.0794960291145443E-3</c:v>
                </c:pt>
                <c:pt idx="500">
                  <c:v>3.5087503703670106E-3</c:v>
                </c:pt>
                <c:pt idx="501">
                  <c:v>3.4512010849144405E-4</c:v>
                </c:pt>
                <c:pt idx="502">
                  <c:v>3.8021245531605443E-3</c:v>
                </c:pt>
                <c:pt idx="503">
                  <c:v>4.8377220979403087E-3</c:v>
                </c:pt>
                <c:pt idx="504">
                  <c:v>3.135542868839269E-3</c:v>
                </c:pt>
                <c:pt idx="505">
                  <c:v>1.031692288162437E-4</c:v>
                </c:pt>
                <c:pt idx="506">
                  <c:v>3.1190945558352652E-3</c:v>
                </c:pt>
                <c:pt idx="507">
                  <c:v>4.5776596980866141E-3</c:v>
                </c:pt>
                <c:pt idx="508">
                  <c:v>4.0724336696835997E-3</c:v>
                </c:pt>
                <c:pt idx="509">
                  <c:v>2.0647573912100322E-3</c:v>
                </c:pt>
                <c:pt idx="510">
                  <c:v>5.2473633949100046E-4</c:v>
                </c:pt>
                <c:pt idx="511">
                  <c:v>2.7791420547686719E-3</c:v>
                </c:pt>
                <c:pt idx="512">
                  <c:v>4.0975290830600804E-3</c:v>
                </c:pt>
                <c:pt idx="513">
                  <c:v>4.2928386576287425E-3</c:v>
                </c:pt>
                <c:pt idx="514">
                  <c:v>3.5204752196277504E-3</c:v>
                </c:pt>
                <c:pt idx="515">
                  <c:v>2.1267113113549716E-3</c:v>
                </c:pt>
                <c:pt idx="516">
                  <c:v>4.9698814003599091E-4</c:v>
                </c:pt>
                <c:pt idx="517">
                  <c:v>1.0498318684905156E-3</c:v>
                </c:pt>
                <c:pt idx="518">
                  <c:v>2.309744265252951E-3</c:v>
                </c:pt>
                <c:pt idx="519">
                  <c:v>3.1953354602613283E-3</c:v>
                </c:pt>
                <c:pt idx="520">
                  <c:v>3.7103842373662557E-3</c:v>
                </c:pt>
                <c:pt idx="521">
                  <c:v>3.9153402716910922E-3</c:v>
                </c:pt>
                <c:pt idx="522">
                  <c:v>3.8957423042666503E-3</c:v>
                </c:pt>
                <c:pt idx="523">
                  <c:v>3.7392341847835766E-3</c:v>
                </c:pt>
                <c:pt idx="524">
                  <c:v>3.5220658991500465E-3</c:v>
                </c:pt>
                <c:pt idx="525">
                  <c:v>3.3033177558230075E-3</c:v>
                </c:pt>
                <c:pt idx="526">
                  <c:v>3.1241638000835095E-3</c:v>
                </c:pt>
                <c:pt idx="527">
                  <c:v>3.0096255809631354E-3</c:v>
                </c:pt>
                <c:pt idx="528">
                  <c:v>2.9708719313192118E-3</c:v>
                </c:pt>
                <c:pt idx="529">
                  <c:v>3.0068221106770176E-3</c:v>
                </c:pt>
                <c:pt idx="530">
                  <c:v>3.104450008631104E-3</c:v>
                </c:pt>
                <c:pt idx="531">
                  <c:v>3.2377629926745328E-3</c:v>
                </c:pt>
                <c:pt idx="532">
                  <c:v>3.3660209863043515E-3</c:v>
                </c:pt>
                <c:pt idx="533">
                  <c:v>3.4324598517545398E-3</c:v>
                </c:pt>
                <c:pt idx="534">
                  <c:v>3.3656027790095024E-3</c:v>
                </c:pt>
                <c:pt idx="535">
                  <c:v>3.0860139833654575E-3</c:v>
                </c:pt>
                <c:pt idx="536">
                  <c:v>2.5215930068497512E-3</c:v>
                </c:pt>
                <c:pt idx="537">
                  <c:v>1.6333697139439263E-3</c:v>
                </c:pt>
                <c:pt idx="538">
                  <c:v>4.5014067487863586E-4</c:v>
                </c:pt>
                <c:pt idx="539">
                  <c:v>8.9658127040139651E-4</c:v>
                </c:pt>
                <c:pt idx="540">
                  <c:v>2.1551812360083625E-3</c:v>
                </c:pt>
                <c:pt idx="541">
                  <c:v>2.9798502264232365E-3</c:v>
                </c:pt>
                <c:pt idx="542">
                  <c:v>3.0236176148624805E-3</c:v>
                </c:pt>
                <c:pt idx="543">
                  <c:v>2.0999654911553122E-3</c:v>
                </c:pt>
                <c:pt idx="544">
                  <c:v>3.6598269523291594E-4</c:v>
                </c:pt>
                <c:pt idx="545">
                  <c:v>1.5815497044357001E-3</c:v>
                </c:pt>
                <c:pt idx="546">
                  <c:v>2.8362871066812023E-3</c:v>
                </c:pt>
                <c:pt idx="547">
                  <c:v>2.6100865828250662E-3</c:v>
                </c:pt>
                <c:pt idx="548">
                  <c:v>8.2393246183587508E-4</c:v>
                </c:pt>
                <c:pt idx="549">
                  <c:v>1.5405284209670277E-3</c:v>
                </c:pt>
                <c:pt idx="550">
                  <c:v>2.8161653845634998E-3</c:v>
                </c:pt>
                <c:pt idx="551">
                  <c:v>1.8463652452126607E-3</c:v>
                </c:pt>
                <c:pt idx="552">
                  <c:v>7.5482458851389221E-4</c:v>
                </c:pt>
                <c:pt idx="553">
                  <c:v>2.6496075055246959E-3</c:v>
                </c:pt>
                <c:pt idx="554">
                  <c:v>1.7954873514299532E-3</c:v>
                </c:pt>
                <c:pt idx="555">
                  <c:v>1.0798181138236735E-3</c:v>
                </c:pt>
                <c:pt idx="556">
                  <c:v>2.6394636736441174E-3</c:v>
                </c:pt>
                <c:pt idx="557">
                  <c:v>7.4908581588160569E-4</c:v>
                </c:pt>
                <c:pt idx="558">
                  <c:v>2.1750174210922041E-3</c:v>
                </c:pt>
                <c:pt idx="559">
                  <c:v>1.8213943122604393E-3</c:v>
                </c:pt>
                <c:pt idx="560">
                  <c:v>1.4274315343370809E-3</c:v>
                </c:pt>
                <c:pt idx="561">
                  <c:v>2.2121075661078789E-3</c:v>
                </c:pt>
                <c:pt idx="562">
                  <c:v>9.8498461072007906E-4</c:v>
                </c:pt>
                <c:pt idx="563">
                  <c:v>2.2480438062010672E-3</c:v>
                </c:pt>
                <c:pt idx="564">
                  <c:v>1.016681254754987E-3</c:v>
                </c:pt>
                <c:pt idx="565">
                  <c:v>2.0543310786997194E-3</c:v>
                </c:pt>
                <c:pt idx="566">
                  <c:v>1.4810553566394961E-3</c:v>
                </c:pt>
                <c:pt idx="567">
                  <c:v>1.4702049916401612E-3</c:v>
                </c:pt>
                <c:pt idx="568">
                  <c:v>2.1002099247028898E-3</c:v>
                </c:pt>
                <c:pt idx="569">
                  <c:v>2.2540027816507491E-4</c:v>
                </c:pt>
                <c:pt idx="570">
                  <c:v>2.1605123715399159E-3</c:v>
                </c:pt>
                <c:pt idx="571">
                  <c:v>1.4627774660010294E-3</c:v>
                </c:pt>
                <c:pt idx="572">
                  <c:v>7.623957421864073E-4</c:v>
                </c:pt>
                <c:pt idx="573">
                  <c:v>2.1268066814826309E-3</c:v>
                </c:pt>
                <c:pt idx="574">
                  <c:v>1.5744773563512334E-3</c:v>
                </c:pt>
                <c:pt idx="575">
                  <c:v>1.4097026098679942E-4</c:v>
                </c:pt>
                <c:pt idx="576">
                  <c:v>1.6352736600598159E-3</c:v>
                </c:pt>
                <c:pt idx="577">
                  <c:v>2.0662048444667238E-3</c:v>
                </c:pt>
                <c:pt idx="578">
                  <c:v>1.4471611861418025E-3</c:v>
                </c:pt>
                <c:pt idx="579">
                  <c:v>2.9898631212847915E-4</c:v>
                </c:pt>
                <c:pt idx="580">
                  <c:v>8.2081427519061629E-4</c:v>
                </c:pt>
                <c:pt idx="581">
                  <c:v>1.5831016923420406E-3</c:v>
                </c:pt>
                <c:pt idx="582">
                  <c:v>1.9159634261068038E-3</c:v>
                </c:pt>
                <c:pt idx="583">
                  <c:v>1.9103706868751971E-3</c:v>
                </c:pt>
                <c:pt idx="584">
                  <c:v>1.7123608451662933E-3</c:v>
                </c:pt>
                <c:pt idx="585">
                  <c:v>1.4537846866959632E-3</c:v>
                </c:pt>
                <c:pt idx="586">
                  <c:v>1.226015237269285E-3</c:v>
                </c:pt>
                <c:pt idx="587">
                  <c:v>1.0806437298943896E-3</c:v>
                </c:pt>
                <c:pt idx="588">
                  <c:v>1.0399868951901723E-3</c:v>
                </c:pt>
                <c:pt idx="589">
                  <c:v>1.106160122841074E-3</c:v>
                </c:pt>
                <c:pt idx="590">
                  <c:v>1.2634584853747986E-3</c:v>
                </c:pt>
                <c:pt idx="591">
                  <c:v>1.4730998114587922E-3</c:v>
                </c:pt>
                <c:pt idx="592">
                  <c:v>1.6633221960929269E-3</c:v>
                </c:pt>
                <c:pt idx="593">
                  <c:v>1.7233862477261965E-3</c:v>
                </c:pt>
                <c:pt idx="594">
                  <c:v>1.5174033798821388E-3</c:v>
                </c:pt>
                <c:pt idx="595">
                  <c:v>9.3804024609410431E-4</c:v>
                </c:pt>
                <c:pt idx="596">
                  <c:v>7.7633605303548431E-6</c:v>
                </c:pt>
                <c:pt idx="597">
                  <c:v>1.0104708593299942E-3</c:v>
                </c:pt>
                <c:pt idx="598">
                  <c:v>1.6064728703744657E-3</c:v>
                </c:pt>
                <c:pt idx="599">
                  <c:v>1.2702116394990015E-3</c:v>
                </c:pt>
                <c:pt idx="600">
                  <c:v>1.8719105902332297E-16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21-428A-8B88-667DEF7E68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τ = 5 µs</c:v>
                </c:pt>
              </c:strCache>
            </c:strRef>
          </c:tx>
          <c:spPr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Sheet1!$A$2:$A$602</c:f>
              <c:strCache>
                <c:ptCount val="601"/>
              </c:strCache>
            </c:strRef>
          </c:cat>
          <c:val>
            <c:numRef>
              <c:f>Sheet1!$C$2:$C$602</c:f>
              <c:numCache>
                <c:formatCode>General</c:formatCode>
                <c:ptCount val="601"/>
                <c:pt idx="0">
                  <c:v>0.99589273524356137</c:v>
                </c:pt>
                <c:pt idx="1">
                  <c:v>0.99579718554070507</c:v>
                </c:pt>
                <c:pt idx="2">
                  <c:v>0.9956994158882021</c:v>
                </c:pt>
                <c:pt idx="3">
                  <c:v>0.99559937484463945</c:v>
                </c:pt>
                <c:pt idx="4">
                  <c:v>0.99549700978298494</c:v>
                </c:pt>
                <c:pt idx="5">
                  <c:v>0.99539226686356386</c:v>
                </c:pt>
                <c:pt idx="6">
                  <c:v>0.99528509100643403</c:v>
                </c:pt>
                <c:pt idx="7">
                  <c:v>0.99517542586314578</c:v>
                </c:pt>
                <c:pt idx="8">
                  <c:v>0.99506321378787421</c:v>
                </c:pt>
                <c:pt idx="9">
                  <c:v>0.99494839580791306</c:v>
                </c:pt>
                <c:pt idx="10">
                  <c:v>0.99483091159351233</c:v>
                </c:pt>
                <c:pt idx="11">
                  <c:v>0.99471069942704982</c:v>
                </c:pt>
                <c:pt idx="12">
                  <c:v>0.99458769617152087</c:v>
                </c:pt>
                <c:pt idx="13">
                  <c:v>0.99446183723833259</c:v>
                </c:pt>
                <c:pt idx="14">
                  <c:v>0.99433305655438753</c:v>
                </c:pt>
                <c:pt idx="15">
                  <c:v>0.99420128652844353</c:v>
                </c:pt>
                <c:pt idx="16">
                  <c:v>0.99406645801673355</c:v>
                </c:pt>
                <c:pt idx="17">
                  <c:v>0.99392850028783097</c:v>
                </c:pt>
                <c:pt idx="18">
                  <c:v>0.99378734098674404</c:v>
                </c:pt>
                <c:pt idx="19">
                  <c:v>0.9936429060982257</c:v>
                </c:pt>
                <c:pt idx="20">
                  <c:v>0.99349511990928097</c:v>
                </c:pt>
                <c:pt idx="21">
                  <c:v>0.99334390497085556</c:v>
                </c:pt>
                <c:pt idx="22">
                  <c:v>0.99318918205869233</c:v>
                </c:pt>
                <c:pt idx="23">
                  <c:v>0.99303087013333391</c:v>
                </c:pt>
                <c:pt idx="24">
                  <c:v>0.99286888629925829</c:v>
                </c:pt>
                <c:pt idx="25">
                  <c:v>0.99270314576313079</c:v>
                </c:pt>
                <c:pt idx="26">
                  <c:v>0.99253356179114904</c:v>
                </c:pt>
                <c:pt idx="27">
                  <c:v>0.99236004566547176</c:v>
                </c:pt>
                <c:pt idx="28">
                  <c:v>0.99218250663970542</c:v>
                </c:pt>
                <c:pt idx="29">
                  <c:v>0.99200085189343556</c:v>
                </c:pt>
                <c:pt idx="30">
                  <c:v>0.99181498648578192</c:v>
                </c:pt>
                <c:pt idx="31">
                  <c:v>0.99162481330795971</c:v>
                </c:pt>
                <c:pt idx="32">
                  <c:v>0.99143023303482625</c:v>
                </c:pt>
                <c:pt idx="33">
                  <c:v>0.99123114407539614</c:v>
                </c:pt>
                <c:pt idx="34">
                  <c:v>0.99102744252230257</c:v>
                </c:pt>
                <c:pt idx="35">
                  <c:v>0.99081902210018769</c:v>
                </c:pt>
                <c:pt idx="36">
                  <c:v>0.99060577411299977</c:v>
                </c:pt>
                <c:pt idx="37">
                  <c:v>0.99038758739017829</c:v>
                </c:pt>
                <c:pt idx="38">
                  <c:v>0.99016434823170429</c:v>
                </c:pt>
                <c:pt idx="39">
                  <c:v>0.98993594035199961</c:v>
                </c:pt>
                <c:pt idx="40">
                  <c:v>0.98970224482264801</c:v>
                </c:pt>
                <c:pt idx="41">
                  <c:v>0.98946314001392166</c:v>
                </c:pt>
                <c:pt idx="42">
                  <c:v>0.98921850153509017</c:v>
                </c:pt>
                <c:pt idx="43">
                  <c:v>0.98896820217348869</c:v>
                </c:pt>
                <c:pt idx="44">
                  <c:v>0.98871211183232743</c:v>
                </c:pt>
                <c:pt idx="45">
                  <c:v>0.98845009746721502</c:v>
                </c:pt>
                <c:pt idx="46">
                  <c:v>0.9881820230213787</c:v>
                </c:pt>
                <c:pt idx="47">
                  <c:v>0.98790774935955616</c:v>
                </c:pt>
                <c:pt idx="48">
                  <c:v>0.9876271342005366</c:v>
                </c:pt>
                <c:pt idx="49">
                  <c:v>0.98734003204832965</c:v>
                </c:pt>
                <c:pt idx="50">
                  <c:v>0.98704629412193889</c:v>
                </c:pt>
                <c:pt idx="51">
                  <c:v>0.98674576828371541</c:v>
                </c:pt>
                <c:pt idx="52">
                  <c:v>0.98643829896627244</c:v>
                </c:pt>
                <c:pt idx="53">
                  <c:v>0.98612372709793261</c:v>
                </c:pt>
                <c:pt idx="54">
                  <c:v>0.98580189002669094</c:v>
                </c:pt>
                <c:pt idx="55">
                  <c:v>0.98547262144266445</c:v>
                </c:pt>
                <c:pt idx="56">
                  <c:v>0.98513575129901021</c:v>
                </c:pt>
                <c:pt idx="57">
                  <c:v>0.98479110573128537</c:v>
                </c:pt>
                <c:pt idx="58">
                  <c:v>0.98443850697522772</c:v>
                </c:pt>
                <c:pt idx="59">
                  <c:v>0.98407777328293444</c:v>
                </c:pt>
                <c:pt idx="60">
                  <c:v>0.98370871883741351</c:v>
                </c:pt>
                <c:pt idx="61">
                  <c:v>0.98333115366548884</c:v>
                </c:pt>
                <c:pt idx="62">
                  <c:v>0.98294488354903331</c:v>
                </c:pt>
                <c:pt idx="63">
                  <c:v>0.98254970993450885</c:v>
                </c:pt>
                <c:pt idx="64">
                  <c:v>0.98214542984079045</c:v>
                </c:pt>
                <c:pt idx="65">
                  <c:v>0.98173183576525536</c:v>
                </c:pt>
                <c:pt idx="66">
                  <c:v>0.98130871558811017</c:v>
                </c:pt>
                <c:pt idx="67">
                  <c:v>0.98087585247494102</c:v>
                </c:pt>
                <c:pt idx="68">
                  <c:v>0.98043302477746175</c:v>
                </c:pt>
                <c:pt idx="69">
                  <c:v>0.97998000593244028</c:v>
                </c:pt>
                <c:pt idx="70">
                  <c:v>0.97951656435878687</c:v>
                </c:pt>
                <c:pt idx="71">
                  <c:v>0.97904246335277978</c:v>
                </c:pt>
                <c:pt idx="72">
                  <c:v>0.97855746098141438</c:v>
                </c:pt>
                <c:pt idx="73">
                  <c:v>0.9780613099738541</c:v>
                </c:pt>
                <c:pt idx="74">
                  <c:v>0.9775537576109703</c:v>
                </c:pt>
                <c:pt idx="75">
                  <c:v>0.97703454561294933</c:v>
                </c:pt>
                <c:pt idx="76">
                  <c:v>0.97650341002495755</c:v>
                </c:pt>
                <c:pt idx="77">
                  <c:v>0.97596008110084431</c:v>
                </c:pt>
                <c:pt idx="78">
                  <c:v>0.97540428318487338</c:v>
                </c:pt>
                <c:pt idx="79">
                  <c:v>0.97483573459146877</c:v>
                </c:pt>
                <c:pt idx="80">
                  <c:v>0.97425414748296424</c:v>
                </c:pt>
                <c:pt idx="81">
                  <c:v>0.97365922774534808</c:v>
                </c:pt>
                <c:pt idx="82">
                  <c:v>0.97305067486199281</c:v>
                </c:pt>
                <c:pt idx="83">
                  <c:v>0.97242818178536494</c:v>
                </c:pt>
                <c:pt idx="84">
                  <c:v>0.97179143480670938</c:v>
                </c:pt>
                <c:pt idx="85">
                  <c:v>0.97114011342370488</c:v>
                </c:pt>
                <c:pt idx="86">
                  <c:v>0.97047389020609043</c:v>
                </c:pt>
                <c:pt idx="87">
                  <c:v>0.96979243065926002</c:v>
                </c:pt>
                <c:pt idx="88">
                  <c:v>0.96909539308583414</c:v>
                </c:pt>
                <c:pt idx="89">
                  <c:v>0.96838242844520783</c:v>
                </c:pt>
                <c:pt idx="90">
                  <c:v>0.96765318021108637</c:v>
                </c:pt>
                <c:pt idx="91">
                  <c:v>0.96690728422701722</c:v>
                </c:pt>
                <c:pt idx="92">
                  <c:v>0.96614436855993246</c:v>
                </c:pt>
                <c:pt idx="93">
                  <c:v>0.96536405335171593</c:v>
                </c:pt>
                <c:pt idx="94">
                  <c:v>0.96456595066881756</c:v>
                </c:pt>
                <c:pt idx="95">
                  <c:v>0.9637496643499327</c:v>
                </c:pt>
                <c:pt idx="96">
                  <c:v>0.96291478985177736</c:v>
                </c:pt>
                <c:pt idx="97">
                  <c:v>0.96206091409298611</c:v>
                </c:pt>
                <c:pt idx="98">
                  <c:v>0.96118761529616592</c:v>
                </c:pt>
                <c:pt idx="99">
                  <c:v>0.96029446282814768</c:v>
                </c:pt>
                <c:pt idx="100">
                  <c:v>0.95938101703847278</c:v>
                </c:pt>
                <c:pt idx="101">
                  <c:v>0.95844682909616674</c:v>
                </c:pt>
                <c:pt idx="102">
                  <c:v>0.95749144082484716</c:v>
                </c:pt>
                <c:pt idx="103">
                  <c:v>0.95651438453622784</c:v>
                </c:pt>
                <c:pt idx="104">
                  <c:v>0.95551518286207848</c:v>
                </c:pt>
                <c:pt idx="105">
                  <c:v>0.95449334858470969</c:v>
                </c:pt>
                <c:pt idx="106">
                  <c:v>0.95344838446605995</c:v>
                </c:pt>
                <c:pt idx="107">
                  <c:v>0.95237978307546167</c:v>
                </c:pt>
                <c:pt idx="108">
                  <c:v>0.95128702661617848</c:v>
                </c:pt>
                <c:pt idx="109">
                  <c:v>0.95016958675080765</c:v>
                </c:pt>
                <c:pt idx="110">
                  <c:v>0.94902692442564818</c:v>
                </c:pt>
                <c:pt idx="111">
                  <c:v>0.94785848969414987</c:v>
                </c:pt>
                <c:pt idx="112">
                  <c:v>0.94666372153955824</c:v>
                </c:pt>
                <c:pt idx="113">
                  <c:v>0.94544204769688578</c:v>
                </c:pt>
                <c:pt idx="114">
                  <c:v>0.94419288447434346</c:v>
                </c:pt>
                <c:pt idx="115">
                  <c:v>0.94291563657438715</c:v>
                </c:pt>
                <c:pt idx="116">
                  <c:v>0.94160969691452345</c:v>
                </c:pt>
                <c:pt idx="117">
                  <c:v>0.94027444644805469</c:v>
                </c:pt>
                <c:pt idx="118">
                  <c:v>0.93890925398493441</c:v>
                </c:pt>
                <c:pt idx="119">
                  <c:v>0.93751347601292823</c:v>
                </c:pt>
                <c:pt idx="120">
                  <c:v>0.93608645651927891</c:v>
                </c:pt>
                <c:pt idx="121">
                  <c:v>0.9346275268130948</c:v>
                </c:pt>
                <c:pt idx="122">
                  <c:v>0.93313600534869223</c:v>
                </c:pt>
                <c:pt idx="123">
                  <c:v>0.93161119755012844</c:v>
                </c:pt>
                <c:pt idx="124">
                  <c:v>0.93005239563719166</c:v>
                </c:pt>
                <c:pt idx="125">
                  <c:v>0.92845887845311781</c:v>
                </c:pt>
                <c:pt idx="126">
                  <c:v>0.92682991129432279</c:v>
                </c:pt>
                <c:pt idx="127">
                  <c:v>0.92516474574246166</c:v>
                </c:pt>
                <c:pt idx="128">
                  <c:v>0.92346261949913444</c:v>
                </c:pt>
                <c:pt idx="129">
                  <c:v>0.92172275622358624</c:v>
                </c:pt>
                <c:pt idx="130">
                  <c:v>0.91994436537375968</c:v>
                </c:pt>
                <c:pt idx="131">
                  <c:v>0.91812664205108785</c:v>
                </c:pt>
                <c:pt idx="132">
                  <c:v>0.91626876684942482</c:v>
                </c:pt>
                <c:pt idx="133">
                  <c:v>0.9143699057085467</c:v>
                </c:pt>
                <c:pt idx="134">
                  <c:v>0.91242920977266595</c:v>
                </c:pt>
                <c:pt idx="135">
                  <c:v>0.9104458152544358</c:v>
                </c:pt>
                <c:pt idx="136">
                  <c:v>0.90841884330493894</c:v>
                </c:pt>
                <c:pt idx="137">
                  <c:v>0.90634739989018587</c:v>
                </c:pt>
                <c:pt idx="138">
                  <c:v>0.90423057567467591</c:v>
                </c:pt>
                <c:pt idx="139">
                  <c:v>0.90206744591258992</c:v>
                </c:pt>
                <c:pt idx="140">
                  <c:v>0.89985707034723794</c:v>
                </c:pt>
                <c:pt idx="141">
                  <c:v>0.89759849311938367</c:v>
                </c:pt>
                <c:pt idx="142">
                  <c:v>0.8952907426851282</c:v>
                </c:pt>
                <c:pt idx="143">
                  <c:v>0.89293283174404914</c:v>
                </c:pt>
                <c:pt idx="144">
                  <c:v>0.89052375717833465</c:v>
                </c:pt>
                <c:pt idx="145">
                  <c:v>0.88806250000368347</c:v>
                </c:pt>
                <c:pt idx="146">
                  <c:v>0.88554802533278187</c:v>
                </c:pt>
                <c:pt idx="147">
                  <c:v>0.88297928235220391</c:v>
                </c:pt>
                <c:pt idx="148">
                  <c:v>0.88035520431361936</c:v>
                </c:pt>
                <c:pt idx="149">
                  <c:v>0.8776747085402431</c:v>
                </c:pt>
                <c:pt idx="150">
                  <c:v>0.87493669644949112</c:v>
                </c:pt>
                <c:pt idx="151">
                  <c:v>0.87214005359286051</c:v>
                </c:pt>
                <c:pt idx="152">
                  <c:v>0.86928364971409045</c:v>
                </c:pt>
                <c:pt idx="153">
                  <c:v>0.86636633882671377</c:v>
                </c:pt>
                <c:pt idx="154">
                  <c:v>0.86338695931215259</c:v>
                </c:pt>
                <c:pt idx="155">
                  <c:v>0.8603443340395649</c:v>
                </c:pt>
                <c:pt idx="156">
                  <c:v>0.85723727050869925</c:v>
                </c:pt>
                <c:pt idx="157">
                  <c:v>0.85406456101706374</c:v>
                </c:pt>
                <c:pt idx="158">
                  <c:v>0.85082498285278374</c:v>
                </c:pt>
                <c:pt idx="159">
                  <c:v>0.84751729851456226</c:v>
                </c:pt>
                <c:pt idx="160">
                  <c:v>0.84414025596022846</c:v>
                </c:pt>
                <c:pt idx="161">
                  <c:v>0.84069258888541276</c:v>
                </c:pt>
                <c:pt idx="162">
                  <c:v>0.83717301703395031</c:v>
                </c:pt>
                <c:pt idx="163">
                  <c:v>0.83358024654168206</c:v>
                </c:pt>
                <c:pt idx="164">
                  <c:v>0.82991297031537248</c:v>
                </c:pt>
                <c:pt idx="165">
                  <c:v>0.82616986844856122</c:v>
                </c:pt>
                <c:pt idx="166">
                  <c:v>0.82234960867618623</c:v>
                </c:pt>
                <c:pt idx="167">
                  <c:v>0.81845084686993608</c:v>
                </c:pt>
                <c:pt idx="168">
                  <c:v>0.81447222757632198</c:v>
                </c:pt>
                <c:pt idx="169">
                  <c:v>0.81041238459955256</c:v>
                </c:pt>
                <c:pt idx="170">
                  <c:v>0.80626994163136068</c:v>
                </c:pt>
                <c:pt idx="171">
                  <c:v>0.80204351293000775</c:v>
                </c:pt>
                <c:pt idx="172">
                  <c:v>0.79773170405077187</c:v>
                </c:pt>
                <c:pt idx="173">
                  <c:v>0.79333311263028783</c:v>
                </c:pt>
                <c:pt idx="174">
                  <c:v>0.78884632922721132</c:v>
                </c:pt>
                <c:pt idx="175">
                  <c:v>0.78426993822173252</c:v>
                </c:pt>
                <c:pt idx="176">
                  <c:v>0.77960251877655873</c:v>
                </c:pt>
                <c:pt idx="177">
                  <c:v>0.77484264586206275</c:v>
                </c:pt>
                <c:pt idx="178">
                  <c:v>0.7699888913483709</c:v>
                </c:pt>
                <c:pt idx="179">
                  <c:v>0.76503982516725122</c:v>
                </c:pt>
                <c:pt idx="180">
                  <c:v>0.7599940165467336</c:v>
                </c:pt>
                <c:pt idx="181">
                  <c:v>0.75485003532148887</c:v>
                </c:pt>
                <c:pt idx="182">
                  <c:v>0.74960645332204534</c:v>
                </c:pt>
                <c:pt idx="183">
                  <c:v>0.74426184584603838</c:v>
                </c:pt>
                <c:pt idx="184">
                  <c:v>0.73881479321473087</c:v>
                </c:pt>
                <c:pt idx="185">
                  <c:v>0.7332638824181329</c:v>
                </c:pt>
                <c:pt idx="186">
                  <c:v>0.72760770885212356</c:v>
                </c:pt>
                <c:pt idx="187">
                  <c:v>0.72184487815104215</c:v>
                </c:pt>
                <c:pt idx="188">
                  <c:v>0.71597400811929168</c:v>
                </c:pt>
                <c:pt idx="189">
                  <c:v>0.7099937307655354</c:v>
                </c:pt>
                <c:pt idx="190">
                  <c:v>0.70390269444318798</c:v>
                </c:pt>
                <c:pt idx="191">
                  <c:v>0.69769956610086659</c:v>
                </c:pt>
                <c:pt idx="192">
                  <c:v>0.69138303364660592</c:v>
                </c:pt>
                <c:pt idx="193">
                  <c:v>0.684951808429628</c:v>
                </c:pt>
                <c:pt idx="194">
                  <c:v>0.6784046278435133</c:v>
                </c:pt>
                <c:pt idx="195">
                  <c:v>0.67174025805464987</c:v>
                </c:pt>
                <c:pt idx="196">
                  <c:v>0.66495749685984906</c:v>
                </c:pt>
                <c:pt idx="197">
                  <c:v>0.65805517667704194</c:v>
                </c:pt>
                <c:pt idx="198">
                  <c:v>0.65103216767293981</c:v>
                </c:pt>
                <c:pt idx="199">
                  <c:v>0.64388738103157661</c:v>
                </c:pt>
                <c:pt idx="200">
                  <c:v>0.63661977236758138</c:v>
                </c:pt>
                <c:pt idx="201">
                  <c:v>0.62922834528801719</c:v>
                </c:pt>
                <c:pt idx="202">
                  <c:v>0.62171215510656064</c:v>
                </c:pt>
                <c:pt idx="203">
                  <c:v>0.61407031271372392</c:v>
                </c:pt>
                <c:pt idx="204">
                  <c:v>0.60630198860673679</c:v>
                </c:pt>
                <c:pt idx="205">
                  <c:v>0.59840641708258968</c:v>
                </c:pt>
                <c:pt idx="206">
                  <c:v>0.59038290059762599</c:v>
                </c:pt>
                <c:pt idx="207">
                  <c:v>0.58223081429687873</c:v>
                </c:pt>
                <c:pt idx="208">
                  <c:v>0.57394961071622663</c:v>
                </c:pt>
                <c:pt idx="209">
                  <c:v>0.56553882466018235</c:v>
                </c:pt>
                <c:pt idx="210">
                  <c:v>0.55699807825792536</c:v>
                </c:pt>
                <c:pt idx="211">
                  <c:v>0.54832708619990744</c:v>
                </c:pt>
                <c:pt idx="212">
                  <c:v>0.53952566115707046</c:v>
                </c:pt>
                <c:pt idx="213">
                  <c:v>0.53059371938437816</c:v>
                </c:pt>
                <c:pt idx="214">
                  <c:v>0.52153128650995495</c:v>
                </c:pt>
                <c:pt idx="215">
                  <c:v>0.51233850351079901</c:v>
                </c:pt>
                <c:pt idx="216">
                  <c:v>0.50301563287543849</c:v>
                </c:pt>
                <c:pt idx="217">
                  <c:v>0.49356306495353391</c:v>
                </c:pt>
                <c:pt idx="218">
                  <c:v>0.48398132449177139</c:v>
                </c:pt>
                <c:pt idx="219">
                  <c:v>0.47427107735483059</c:v>
                </c:pt>
                <c:pt idx="220">
                  <c:v>0.46443313742953191</c:v>
                </c:pt>
                <c:pt idx="221">
                  <c:v>0.45446847370953702</c:v>
                </c:pt>
                <c:pt idx="222">
                  <c:v>0.44437821755720752</c:v>
                </c:pt>
                <c:pt idx="223">
                  <c:v>0.4341636701383278</c:v>
                </c:pt>
                <c:pt idx="224">
                  <c:v>0.42382631002454468</c:v>
                </c:pt>
                <c:pt idx="225">
                  <c:v>0.41336780095730313</c:v>
                </c:pt>
                <c:pt idx="226">
                  <c:v>0.40278999976603086</c:v>
                </c:pt>
                <c:pt idx="227">
                  <c:v>0.39209496443215486</c:v>
                </c:pt>
                <c:pt idx="228">
                  <c:v>0.38128496228927933</c:v>
                </c:pt>
                <c:pt idx="229">
                  <c:v>0.37036247834855046</c:v>
                </c:pt>
                <c:pt idx="230">
                  <c:v>0.35933022373678386</c:v>
                </c:pt>
                <c:pt idx="231">
                  <c:v>0.34819114423344277</c:v>
                </c:pt>
                <c:pt idx="232">
                  <c:v>0.33694842889089333</c:v>
                </c:pt>
                <c:pt idx="233">
                  <c:v>0.32560551872070492</c:v>
                </c:pt>
                <c:pt idx="234">
                  <c:v>0.31416611542687672</c:v>
                </c:pt>
                <c:pt idx="235">
                  <c:v>0.30263419016497156</c:v>
                </c:pt>
                <c:pt idx="236">
                  <c:v>0.29101399230407088</c:v>
                </c:pt>
                <c:pt idx="237">
                  <c:v>0.27931005816630627</c:v>
                </c:pt>
                <c:pt idx="238">
                  <c:v>0.2675272197164516</c:v>
                </c:pt>
                <c:pt idx="239">
                  <c:v>0.25567061317159651</c:v>
                </c:pt>
                <c:pt idx="240">
                  <c:v>0.24374568749852454</c:v>
                </c:pt>
                <c:pt idx="241">
                  <c:v>0.23175821276359199</c:v>
                </c:pt>
                <c:pt idx="242">
                  <c:v>0.21971428829730505</c:v>
                </c:pt>
                <c:pt idx="243">
                  <c:v>0.20762035063278403</c:v>
                </c:pt>
                <c:pt idx="244">
                  <c:v>0.19548318117433353</c:v>
                </c:pt>
                <c:pt idx="245">
                  <c:v>0.18330991354919568</c:v>
                </c:pt>
                <c:pt idx="246">
                  <c:v>0.1711080405923007</c:v>
                </c:pt>
                <c:pt idx="247">
                  <c:v>0.15888542091048086</c:v>
                </c:pt>
                <c:pt idx="248">
                  <c:v>0.14665028496909766</c:v>
                </c:pt>
                <c:pt idx="249">
                  <c:v>0.1344112406405242</c:v>
                </c:pt>
                <c:pt idx="250">
                  <c:v>0.12217727815018699</c:v>
                </c:pt>
                <c:pt idx="251">
                  <c:v>0.10995777435215896</c:v>
                </c:pt>
                <c:pt idx="252">
                  <c:v>9.7762496262465345E-2</c:v>
                </c:pt>
                <c:pt idx="253">
                  <c:v>8.5601603774375062E-2</c:v>
                </c:pt>
                <c:pt idx="254">
                  <c:v>7.3485651476036071E-2</c:v>
                </c:pt>
                <c:pt idx="255">
                  <c:v>6.142558948686104E-2</c:v>
                </c:pt>
                <c:pt idx="256">
                  <c:v>4.9432763225139016E-2</c:v>
                </c:pt>
                <c:pt idx="257">
                  <c:v>3.7518912015376139E-2</c:v>
                </c:pt>
                <c:pt idx="258">
                  <c:v>2.5696166440064609E-2</c:v>
                </c:pt>
                <c:pt idx="259">
                  <c:v>1.3977044336711675E-2</c:v>
                </c:pt>
                <c:pt idx="260">
                  <c:v>2.3744453373052985E-3</c:v>
                </c:pt>
                <c:pt idx="261">
                  <c:v>9.0983561561423162E-3</c:v>
                </c:pt>
                <c:pt idx="262">
                  <c:v>2.0427719669694182E-2</c:v>
                </c:pt>
                <c:pt idx="263">
                  <c:v>3.1599649142033191E-2</c:v>
                </c:pt>
                <c:pt idx="264">
                  <c:v>4.2599805311145288E-2</c:v>
                </c:pt>
                <c:pt idx="265">
                  <c:v>5.3413520121183444E-2</c:v>
                </c:pt>
                <c:pt idx="266">
                  <c:v>6.4025813269825468E-2</c:v>
                </c:pt>
                <c:pt idx="267">
                  <c:v>7.4421411017866604E-2</c:v>
                </c:pt>
                <c:pt idx="268">
                  <c:v>8.4584767384001502E-2</c:v>
                </c:pt>
                <c:pt idx="269">
                  <c:v>9.4500087848160969E-2</c:v>
                </c:pt>
                <c:pt idx="270">
                  <c:v>0.10415135568656454</c:v>
                </c:pt>
                <c:pt idx="271">
                  <c:v>0.11352236106065293</c:v>
                </c:pt>
                <c:pt idx="272">
                  <c:v>0.12259673298018489</c:v>
                </c:pt>
                <c:pt idx="273">
                  <c:v>0.13135797425797993</c:v>
                </c:pt>
                <c:pt idx="274">
                  <c:v>0.13978949956982209</c:v>
                </c:pt>
                <c:pt idx="275">
                  <c:v>0.14787467672800667</c:v>
                </c:pt>
                <c:pt idx="276">
                  <c:v>0.15559687127058985</c:v>
                </c:pt>
                <c:pt idx="277">
                  <c:v>0.16293949446060657</c:v>
                </c:pt>
                <c:pt idx="278">
                  <c:v>0.16988605478017321</c:v>
                </c:pt>
                <c:pt idx="279">
                  <c:v>0.17642021299337451</c:v>
                </c:pt>
                <c:pt idx="280">
                  <c:v>0.18252584083901191</c:v>
                </c:pt>
                <c:pt idx="281">
                  <c:v>0.18818708339952103</c:v>
                </c:pt>
                <c:pt idx="282">
                  <c:v>0.19338842517554911</c:v>
                </c:pt>
                <c:pt idx="283">
                  <c:v>0.19811475987658955</c:v>
                </c:pt>
                <c:pt idx="284">
                  <c:v>0.20235146391669942</c:v>
                </c:pt>
                <c:pt idx="285">
                  <c:v>0.20608447358040427</c:v>
                </c:pt>
                <c:pt idx="286">
                  <c:v>0.20930036579737923</c:v>
                </c:pt>
                <c:pt idx="287">
                  <c:v>0.21198644243522699</c:v>
                </c:pt>
                <c:pt idx="288">
                  <c:v>0.2141308179875327</c:v>
                </c:pt>
                <c:pt idx="289">
                  <c:v>0.21572251049927924</c:v>
                </c:pt>
                <c:pt idx="290">
                  <c:v>0.21675153553350215</c:v>
                </c:pt>
                <c:pt idx="291">
                  <c:v>0.21720900294177911</c:v>
                </c:pt>
                <c:pt idx="292">
                  <c:v>0.21708721615659149</c:v>
                </c:pt>
                <c:pt idx="293">
                  <c:v>0.21637977367586517</c:v>
                </c:pt>
                <c:pt idx="294">
                  <c:v>0.21508167235899694</c:v>
                </c:pt>
                <c:pt idx="295">
                  <c:v>0.21318941209948222</c:v>
                </c:pt>
                <c:pt idx="296">
                  <c:v>0.21070110138192966</c:v>
                </c:pt>
                <c:pt idx="297">
                  <c:v>0.20761656317089966</c:v>
                </c:pt>
                <c:pt idx="298">
                  <c:v>0.20393744051578577</c:v>
                </c:pt>
                <c:pt idx="299">
                  <c:v>0.19966730119012324</c:v>
                </c:pt>
                <c:pt idx="300">
                  <c:v>0.19481174061549261</c:v>
                </c:pt>
                <c:pt idx="301">
                  <c:v>0.18937848224998338</c:v>
                </c:pt>
                <c:pt idx="302">
                  <c:v>0.18337747454939929</c:v>
                </c:pt>
                <c:pt idx="303">
                  <c:v>0.17682098353654013</c:v>
                </c:pt>
                <c:pt idx="304">
                  <c:v>0.16972367994059126</c:v>
                </c:pt>
                <c:pt idx="305">
                  <c:v>0.16210271979559343</c:v>
                </c:pt>
                <c:pt idx="306">
                  <c:v>0.15397781731496796</c:v>
                </c:pt>
                <c:pt idx="307">
                  <c:v>0.14537130878901675</c:v>
                </c:pt>
                <c:pt idx="308">
                  <c:v>0.13630820618534598</c:v>
                </c:pt>
                <c:pt idx="309">
                  <c:v>0.12681623906929049</c:v>
                </c:pt>
                <c:pt idx="310">
                  <c:v>0.11692588340408473</c:v>
                </c:pt>
                <c:pt idx="311">
                  <c:v>0.10667037574008251</c:v>
                </c:pt>
                <c:pt idx="312">
                  <c:v>9.6085711260351481E-2</c:v>
                </c:pt>
                <c:pt idx="313">
                  <c:v>8.5210624118211925E-2</c:v>
                </c:pt>
                <c:pt idx="314">
                  <c:v>7.4086548482462003E-2</c:v>
                </c:pt>
                <c:pt idx="315">
                  <c:v>6.2757558700395816E-2</c:v>
                </c:pt>
                <c:pt idx="316">
                  <c:v>5.1270286998869707E-2</c:v>
                </c:pt>
                <c:pt idx="317">
                  <c:v>3.9673817172495678E-2</c:v>
                </c:pt>
                <c:pt idx="318">
                  <c:v>2.801955275718248E-2</c:v>
                </c:pt>
                <c:pt idx="319">
                  <c:v>1.6361058259597886E-2</c:v>
                </c:pt>
                <c:pt idx="320">
                  <c:v>4.753872110899845E-3</c:v>
                </c:pt>
                <c:pt idx="321">
                  <c:v>6.7447098611506514E-3</c:v>
                </c:pt>
                <c:pt idx="322">
                  <c:v>1.8075881491324563E-2</c:v>
                </c:pt>
                <c:pt idx="323">
                  <c:v>2.9179604727812575E-2</c:v>
                </c:pt>
                <c:pt idx="324">
                  <c:v>3.9994920110863384E-2</c:v>
                </c:pt>
                <c:pt idx="325">
                  <c:v>5.0460289653305068E-2</c:v>
                </c:pt>
                <c:pt idx="326">
                  <c:v>6.0513972195637353E-2</c:v>
                </c:pt>
                <c:pt idx="327">
                  <c:v>7.0094430965775709E-2</c:v>
                </c:pt>
                <c:pt idx="328">
                  <c:v>7.9140772688377464E-2</c:v>
                </c:pt>
                <c:pt idx="329">
                  <c:v>8.7593217160060827E-2</c:v>
                </c:pt>
                <c:pt idx="330">
                  <c:v>9.5393595734434011E-2</c:v>
                </c:pt>
                <c:pt idx="331">
                  <c:v>0.10248587664494313</c:v>
                </c:pt>
                <c:pt idx="332">
                  <c:v>0.10881671453527893</c:v>
                </c:pt>
                <c:pt idx="333">
                  <c:v>0.11433602096828253</c:v>
                </c:pt>
                <c:pt idx="334">
                  <c:v>0.11899755204813889</c:v>
                </c:pt>
                <c:pt idx="335">
                  <c:v>0.12275950862107456</c:v>
                </c:pt>
                <c:pt idx="336">
                  <c:v>0.12558514382232216</c:v>
                </c:pt>
                <c:pt idx="337">
                  <c:v>0.12744337201851869</c:v>
                </c:pt>
                <c:pt idx="338">
                  <c:v>0.12830937246333179</c:v>
                </c:pt>
                <c:pt idx="339">
                  <c:v>0.12816518024993859</c:v>
                </c:pt>
                <c:pt idx="340">
                  <c:v>0.12700025641872989</c:v>
                </c:pt>
                <c:pt idx="341">
                  <c:v>0.12481202837589378</c:v>
                </c:pt>
                <c:pt idx="342">
                  <c:v>0.12160639111375726</c:v>
                </c:pt>
                <c:pt idx="343">
                  <c:v>0.11739815911436995</c:v>
                </c:pt>
                <c:pt idx="344">
                  <c:v>0.11221145828308422</c:v>
                </c:pt>
                <c:pt idx="345">
                  <c:v>0.10608004681999228</c:v>
                </c:pt>
                <c:pt idx="346">
                  <c:v>9.9047553616940731E-2</c:v>
                </c:pt>
                <c:pt idx="347">
                  <c:v>9.11676225909413E-2</c:v>
                </c:pt>
                <c:pt idx="348">
                  <c:v>8.2503951356888913E-2</c:v>
                </c:pt>
                <c:pt idx="349">
                  <c:v>7.3130212830466224E-2</c:v>
                </c:pt>
                <c:pt idx="350">
                  <c:v>6.3129848763101765E-2</c:v>
                </c:pt>
                <c:pt idx="351">
                  <c:v>5.2595724872370991E-2</c:v>
                </c:pt>
                <c:pt idx="352">
                  <c:v>4.1629638169821202E-2</c:v>
                </c:pt>
                <c:pt idx="353">
                  <c:v>3.0341668329251791E-2</c:v>
                </c:pt>
                <c:pt idx="354">
                  <c:v>1.8849366504903844E-2</c:v>
                </c:pt>
                <c:pt idx="355">
                  <c:v>7.2767769205544768E-3</c:v>
                </c:pt>
                <c:pt idx="356">
                  <c:v>4.2467111775999229E-3</c:v>
                </c:pt>
                <c:pt idx="357">
                  <c:v>1.558768096964489E-2</c:v>
                </c:pt>
                <c:pt idx="358">
                  <c:v>2.6610171663312809E-2</c:v>
                </c:pt>
                <c:pt idx="359">
                  <c:v>3.7177321618483701E-2</c:v>
                </c:pt>
                <c:pt idx="360">
                  <c:v>4.7153160634032049E-2</c:v>
                </c:pt>
                <c:pt idx="361">
                  <c:v>5.6404536981970482E-2</c:v>
                </c:pt>
                <c:pt idx="362">
                  <c:v>6.4803160436985544E-2</c:v>
                </c:pt>
                <c:pt idx="363">
                  <c:v>7.2227737984972867E-2</c:v>
                </c:pt>
                <c:pt idx="364">
                  <c:v>7.8566174172905429E-2</c:v>
                </c:pt>
                <c:pt idx="365">
                  <c:v>8.3717803271770863E-2</c:v>
                </c:pt>
                <c:pt idx="366">
                  <c:v>8.7595615670156543E-2</c:v>
                </c:pt>
                <c:pt idx="367">
                  <c:v>9.012843632146772E-2</c:v>
                </c:pt>
                <c:pt idx="368">
                  <c:v>9.1263008774874282E-2</c:v>
                </c:pt>
                <c:pt idx="369">
                  <c:v>9.0965934487779135E-2</c:v>
                </c:pt>
                <c:pt idx="370">
                  <c:v>8.9225413921321883E-2</c:v>
                </c:pt>
                <c:pt idx="371">
                  <c:v>8.6052733549302998E-2</c:v>
                </c:pt>
                <c:pt idx="372">
                  <c:v>8.1483441564857637E-2</c:v>
                </c:pt>
                <c:pt idx="373">
                  <c:v>7.5578154954589527E-2</c:v>
                </c:pt>
                <c:pt idx="374">
                  <c:v>6.842294193422746E-2</c:v>
                </c:pt>
                <c:pt idx="375">
                  <c:v>6.0129226705075055E-2</c:v>
                </c:pt>
                <c:pt idx="376">
                  <c:v>5.0833168285191549E-2</c:v>
                </c:pt>
                <c:pt idx="377">
                  <c:v>4.0694471959286292E-2</c:v>
                </c:pt>
                <c:pt idx="378">
                  <c:v>2.9894600809837017E-2</c:v>
                </c:pt>
                <c:pt idx="379">
                  <c:v>1.8634365927669247E-2</c:v>
                </c:pt>
                <c:pt idx="380">
                  <c:v>7.1308872853946435E-3</c:v>
                </c:pt>
                <c:pt idx="381">
                  <c:v>4.3860671454831537E-3</c:v>
                </c:pt>
                <c:pt idx="382">
                  <c:v>1.5678338762880266E-2</c:v>
                </c:pt>
                <c:pt idx="383">
                  <c:v>2.6504187348281104E-2</c:v>
                </c:pt>
                <c:pt idx="384">
                  <c:v>3.6623585760983346E-2</c:v>
                </c:pt>
                <c:pt idx="385">
                  <c:v>4.5803912099663495E-2</c:v>
                </c:pt>
                <c:pt idx="386">
                  <c:v>5.3825928310981132E-2</c:v>
                </c:pt>
                <c:pt idx="387">
                  <c:v>6.0489911543880226E-2</c:v>
                </c:pt>
                <c:pt idx="388">
                  <c:v>6.5621782806201456E-2</c:v>
                </c:pt>
                <c:pt idx="389">
                  <c:v>6.9079057608502137E-2</c:v>
                </c:pt>
                <c:pt idx="390">
                  <c:v>7.0756426314516174E-2</c:v>
                </c:pt>
                <c:pt idx="391">
                  <c:v>7.0590758977924689E-2</c:v>
                </c:pt>
                <c:pt idx="392">
                  <c:v>6.8565321702566309E-2</c:v>
                </c:pt>
                <c:pt idx="393">
                  <c:v>6.4712990202661649E-2</c:v>
                </c:pt>
                <c:pt idx="394">
                  <c:v>5.911825240816896E-2</c:v>
                </c:pt>
                <c:pt idx="395">
                  <c:v>5.1917806708773086E-2</c:v>
                </c:pt>
                <c:pt idx="396">
                  <c:v>4.329958664356269E-2</c:v>
                </c:pt>
                <c:pt idx="397">
                  <c:v>3.3500077165948619E-2</c:v>
                </c:pt>
                <c:pt idx="398">
                  <c:v>2.279983236499394E-2</c:v>
                </c:pt>
                <c:pt idx="399">
                  <c:v>1.1517159617403853E-2</c:v>
                </c:pt>
                <c:pt idx="400">
                  <c:v>3.8981718325193761E-17</c:v>
                </c:pt>
                <c:pt idx="401">
                  <c:v>1.138389173554726E-2</c:v>
                </c:pt>
                <c:pt idx="402">
                  <c:v>2.2258284013567435E-2</c:v>
                </c:pt>
                <c:pt idx="403">
                  <c:v>3.2251053803699171E-2</c:v>
                </c:pt>
                <c:pt idx="404">
                  <c:v>4.1007666269728203E-2</c:v>
                </c:pt>
                <c:pt idx="405">
                  <c:v>4.8205111114591526E-2</c:v>
                </c:pt>
                <c:pt idx="406">
                  <c:v>5.3565781721568687E-2</c:v>
                </c:pt>
                <c:pt idx="407">
                  <c:v>5.6870718850097798E-2</c:v>
                </c:pt>
                <c:pt idx="408">
                  <c:v>5.7971593564373786E-2</c:v>
                </c:pt>
                <c:pt idx="409">
                  <c:v>5.6800779654978588E-2</c:v>
                </c:pt>
                <c:pt idx="410">
                  <c:v>5.3378869284745264E-2</c:v>
                </c:pt>
                <c:pt idx="411">
                  <c:v>4.7819021658847126E-2</c:v>
                </c:pt>
                <c:pt idx="412">
                  <c:v>4.0327606980970106E-2</c:v>
                </c:pt>
                <c:pt idx="413">
                  <c:v>3.1200719264256899E-2</c:v>
                </c:pt>
                <c:pt idx="414">
                  <c:v>2.0816282379171765E-2</c:v>
                </c:pt>
                <c:pt idx="415">
                  <c:v>9.6216624779691673E-3</c:v>
                </c:pt>
                <c:pt idx="416">
                  <c:v>1.8830775397622867E-3</c:v>
                </c:pt>
                <c:pt idx="417">
                  <c:v>1.3165896656745311E-2</c:v>
                </c:pt>
                <c:pt idx="418">
                  <c:v>2.3686816909037484E-2</c:v>
                </c:pt>
                <c:pt idx="419">
                  <c:v>3.2924367631050944E-2</c:v>
                </c:pt>
                <c:pt idx="420">
                  <c:v>4.0403257293455605E-2</c:v>
                </c:pt>
                <c:pt idx="421">
                  <c:v>4.5721872822135481E-2</c:v>
                </c:pt>
                <c:pt idx="422">
                  <c:v>4.8578033089482386E-2</c:v>
                </c:pt>
                <c:pt idx="423">
                  <c:v>4.8791322020308059E-2</c:v>
                </c:pt>
                <c:pt idx="424">
                  <c:v>4.6320317018811868E-2</c:v>
                </c:pt>
                <c:pt idx="425">
                  <c:v>4.1273127137615849E-2</c:v>
                </c:pt>
                <c:pt idx="426">
                  <c:v>3.390987500039238E-2</c:v>
                </c:pt>
                <c:pt idx="427">
                  <c:v>2.4636102896027485E-2</c:v>
                </c:pt>
                <c:pt idx="428">
                  <c:v>1.3986554216318076E-2</c:v>
                </c:pt>
                <c:pt idx="429">
                  <c:v>2.5993639515376537E-3</c:v>
                </c:pt>
                <c:pt idx="430">
                  <c:v>8.8186375916925758E-3</c:v>
                </c:pt>
                <c:pt idx="431">
                  <c:v>1.95340810699422E-2</c:v>
                </c:pt>
                <c:pt idx="432">
                  <c:v>2.8834520039379339E-2</c:v>
                </c:pt>
                <c:pt idx="433">
                  <c:v>3.6078368881701343E-2</c:v>
                </c:pt>
                <c:pt idx="434">
                  <c:v>4.0743928277697163E-2</c:v>
                </c:pt>
                <c:pt idx="435">
                  <c:v>4.2473734830865729E-2</c:v>
                </c:pt>
                <c:pt idx="436">
                  <c:v>4.1110345010181425E-2</c:v>
                </c:pt>
                <c:pt idx="437">
                  <c:v>3.6719841172054304E-2</c:v>
                </c:pt>
                <c:pt idx="438">
                  <c:v>2.9599867963780131E-2</c:v>
                </c:pt>
                <c:pt idx="439">
                  <c:v>2.0269885718005393E-2</c:v>
                </c:pt>
                <c:pt idx="440">
                  <c:v>9.4425472860629415E-3</c:v>
                </c:pt>
                <c:pt idx="441">
                  <c:v>2.0233865644193219E-3</c:v>
                </c:pt>
                <c:pt idx="442">
                  <c:v>1.318647256005644E-2</c:v>
                </c:pt>
                <c:pt idx="443">
                  <c:v>2.3098458826079291E-2</c:v>
                </c:pt>
                <c:pt idx="444">
                  <c:v>3.0887041202807875E-2</c:v>
                </c:pt>
                <c:pt idx="445">
                  <c:v>3.5838547374343756E-2</c:v>
                </c:pt>
                <c:pt idx="446">
                  <c:v>3.7472686006453274E-2</c:v>
                </c:pt>
                <c:pt idx="447">
                  <c:v>3.5601252706118927E-2</c:v>
                </c:pt>
                <c:pt idx="448">
                  <c:v>3.0363248077860536E-2</c:v>
                </c:pt>
                <c:pt idx="449">
                  <c:v>2.2230319508237121E-2</c:v>
                </c:pt>
                <c:pt idx="450">
                  <c:v>1.1978785369227363E-2</c:v>
                </c:pt>
                <c:pt idx="451">
                  <c:v>6.2763018176133418E-4</c:v>
                </c:pt>
                <c:pt idx="452">
                  <c:v>1.0654452497669324E-2</c:v>
                </c:pt>
                <c:pt idx="453">
                  <c:v>2.0665985256285827E-2</c:v>
                </c:pt>
                <c:pt idx="454">
                  <c:v>2.8302925457894521E-2</c:v>
                </c:pt>
                <c:pt idx="455">
                  <c:v>3.2688527447759422E-2</c:v>
                </c:pt>
                <c:pt idx="456">
                  <c:v>3.3287445320634844E-2</c:v>
                </c:pt>
                <c:pt idx="457">
                  <c:v>2.9988590594885074E-2</c:v>
                </c:pt>
                <c:pt idx="458">
                  <c:v>2.3143160308261551E-2</c:v>
                </c:pt>
                <c:pt idx="459">
                  <c:v>1.3548238526735316E-2</c:v>
                </c:pt>
                <c:pt idx="460">
                  <c:v>2.3722761313529298E-3</c:v>
                </c:pt>
                <c:pt idx="461">
                  <c:v>8.9739139781600599E-3</c:v>
                </c:pt>
                <c:pt idx="462">
                  <c:v>1.9009041133901648E-2</c:v>
                </c:pt>
                <c:pt idx="463">
                  <c:v>2.6376945902019007E-2</c:v>
                </c:pt>
                <c:pt idx="464">
                  <c:v>3.0040855105345467E-2</c:v>
                </c:pt>
                <c:pt idx="465">
                  <c:v>2.944810675336109E-2</c:v>
                </c:pt>
                <c:pt idx="466">
                  <c:v>2.4637894411012481E-2</c:v>
                </c:pt>
                <c:pt idx="467">
                  <c:v>1.6269706526621245E-2</c:v>
                </c:pt>
                <c:pt idx="468">
                  <c:v>5.5596251587723281E-3</c:v>
                </c:pt>
                <c:pt idx="469">
                  <c:v>5.875287492311824E-3</c:v>
                </c:pt>
                <c:pt idx="470">
                  <c:v>1.6249219155259675E-2</c:v>
                </c:pt>
                <c:pt idx="471">
                  <c:v>2.3886339904694645E-2</c:v>
                </c:pt>
                <c:pt idx="472">
                  <c:v>2.7504024256676557E-2</c:v>
                </c:pt>
                <c:pt idx="473">
                  <c:v>2.645225564258109E-2</c:v>
                </c:pt>
                <c:pt idx="474">
                  <c:v>2.0862395045526901E-2</c:v>
                </c:pt>
                <c:pt idx="475">
                  <c:v>1.1668898386087602E-2</c:v>
                </c:pt>
                <c:pt idx="476">
                  <c:v>4.8649307769613301E-4</c:v>
                </c:pt>
                <c:pt idx="477">
                  <c:v>1.064941089410576E-2</c:v>
                </c:pt>
                <c:pt idx="478">
                  <c:v>1.9643631657399501E-2</c:v>
                </c:pt>
                <c:pt idx="479">
                  <c:v>2.4743184706370335E-2</c:v>
                </c:pt>
                <c:pt idx="480">
                  <c:v>2.4903804928476648E-2</c:v>
                </c:pt>
                <c:pt idx="481">
                  <c:v>2.0041887846595708E-2</c:v>
                </c:pt>
                <c:pt idx="482">
                  <c:v>1.1106745412787847E-2</c:v>
                </c:pt>
                <c:pt idx="483">
                  <c:v>6.1366617828837984E-5</c:v>
                </c:pt>
                <c:pt idx="484">
                  <c:v>1.1078893363616263E-2</c:v>
                </c:pt>
                <c:pt idx="485">
                  <c:v>1.9515902702357164E-2</c:v>
                </c:pt>
                <c:pt idx="486">
                  <c:v>2.3443870456460254E-2</c:v>
                </c:pt>
                <c:pt idx="487">
                  <c:v>2.1911011920969652E-2</c:v>
                </c:pt>
                <c:pt idx="488">
                  <c:v>1.522335333292852E-2</c:v>
                </c:pt>
                <c:pt idx="489">
                  <c:v>4.9420515674162748E-3</c:v>
                </c:pt>
                <c:pt idx="490">
                  <c:v>6.4322446007555427E-3</c:v>
                </c:pt>
                <c:pt idx="491">
                  <c:v>1.6039900989054279E-2</c:v>
                </c:pt>
                <c:pt idx="492">
                  <c:v>2.1383173535977702E-2</c:v>
                </c:pt>
                <c:pt idx="493">
                  <c:v>2.1008777303206327E-2</c:v>
                </c:pt>
                <c:pt idx="494">
                  <c:v>1.496088249218884E-2</c:v>
                </c:pt>
                <c:pt idx="495">
                  <c:v>4.853408084479119E-3</c:v>
                </c:pt>
                <c:pt idx="496">
                  <c:v>6.4990146862416573E-3</c:v>
                </c:pt>
                <c:pt idx="497">
                  <c:v>1.5829435674323652E-2</c:v>
                </c:pt>
                <c:pt idx="498">
                  <c:v>2.0361720305993928E-2</c:v>
                </c:pt>
                <c:pt idx="499">
                  <c:v>1.8679790673668414E-2</c:v>
                </c:pt>
                <c:pt idx="500">
                  <c:v>1.1242957159375776E-2</c:v>
                </c:pt>
                <c:pt idx="501">
                  <c:v>3.4538014005059298E-4</c:v>
                </c:pt>
                <c:pt idx="502">
                  <c:v>1.0524996166529896E-2</c:v>
                </c:pt>
                <c:pt idx="503">
                  <c:v>1.7775979049680004E-2</c:v>
                </c:pt>
                <c:pt idx="504">
                  <c:v>1.8922942421994746E-2</c:v>
                </c:pt>
                <c:pt idx="505">
                  <c:v>1.3511702410348245E-2</c:v>
                </c:pt>
                <c:pt idx="506">
                  <c:v>3.3924272217181767E-3</c:v>
                </c:pt>
                <c:pt idx="507">
                  <c:v>7.8228266501946947E-3</c:v>
                </c:pt>
                <c:pt idx="508">
                  <c:v>1.6000736854044725E-2</c:v>
                </c:pt>
                <c:pt idx="509">
                  <c:v>1.8023708741680543E-2</c:v>
                </c:pt>
                <c:pt idx="510">
                  <c:v>1.3053573339905382E-2</c:v>
                </c:pt>
                <c:pt idx="511">
                  <c:v>2.9892855962609811E-3</c:v>
                </c:pt>
                <c:pt idx="512">
                  <c:v>8.1511993878883287E-3</c:v>
                </c:pt>
                <c:pt idx="513">
                  <c:v>1.5777693188424317E-2</c:v>
                </c:pt>
                <c:pt idx="514">
                  <c:v>1.6639015309400637E-2</c:v>
                </c:pt>
                <c:pt idx="515">
                  <c:v>1.0303032857945128E-2</c:v>
                </c:pt>
                <c:pt idx="516">
                  <c:v>4.9808959725965423E-4</c:v>
                </c:pt>
                <c:pt idx="517">
                  <c:v>1.0930743721455796E-2</c:v>
                </c:pt>
                <c:pt idx="518">
                  <c:v>1.6179930329762747E-2</c:v>
                </c:pt>
                <c:pt idx="519">
                  <c:v>1.3725683733848588E-2</c:v>
                </c:pt>
                <c:pt idx="520">
                  <c:v>4.6848292022986533E-3</c:v>
                </c:pt>
                <c:pt idx="521">
                  <c:v>6.5437945048217386E-3</c:v>
                </c:pt>
                <c:pt idx="522">
                  <c:v>1.4322604883383088E-2</c:v>
                </c:pt>
                <c:pt idx="523">
                  <c:v>1.4617340141217686E-2</c:v>
                </c:pt>
                <c:pt idx="524">
                  <c:v>7.2107886079037327E-3</c:v>
                </c:pt>
                <c:pt idx="525">
                  <c:v>3.9755964284485064E-3</c:v>
                </c:pt>
                <c:pt idx="526">
                  <c:v>1.2821055802806527E-2</c:v>
                </c:pt>
                <c:pt idx="527">
                  <c:v>1.4334981517102144E-2</c:v>
                </c:pt>
                <c:pt idx="528">
                  <c:v>7.5892314834659635E-3</c:v>
                </c:pt>
                <c:pt idx="529">
                  <c:v>3.5205432140614909E-3</c:v>
                </c:pt>
                <c:pt idx="530">
                  <c:v>1.2361618600573662E-2</c:v>
                </c:pt>
                <c:pt idx="531">
                  <c:v>1.3494512398407987E-2</c:v>
                </c:pt>
                <c:pt idx="532">
                  <c:v>6.1505438806139234E-3</c:v>
                </c:pt>
                <c:pt idx="533">
                  <c:v>5.0302614883337522E-3</c:v>
                </c:pt>
                <c:pt idx="534">
                  <c:v>1.2758400861378402E-2</c:v>
                </c:pt>
                <c:pt idx="535">
                  <c:v>1.1839890362151563E-2</c:v>
                </c:pt>
                <c:pt idx="536">
                  <c:v>2.8401055872854055E-3</c:v>
                </c:pt>
                <c:pt idx="537">
                  <c:v>8.0137099321651983E-3</c:v>
                </c:pt>
                <c:pt idx="538">
                  <c:v>1.2990263405160345E-2</c:v>
                </c:pt>
                <c:pt idx="539">
                  <c:v>8.4211552247383907E-3</c:v>
                </c:pt>
                <c:pt idx="540">
                  <c:v>2.3551355338928817E-3</c:v>
                </c:pt>
                <c:pt idx="541">
                  <c:v>1.1179887951171755E-2</c:v>
                </c:pt>
                <c:pt idx="542">
                  <c:v>1.1180222771834097E-2</c:v>
                </c:pt>
                <c:pt idx="543">
                  <c:v>2.2992832872435272E-3</c:v>
                </c:pt>
                <c:pt idx="544">
                  <c:v>8.3142825751072458E-3</c:v>
                </c:pt>
                <c:pt idx="545">
                  <c:v>1.1876142602942005E-2</c:v>
                </c:pt>
                <c:pt idx="546">
                  <c:v>5.3289704650642871E-3</c:v>
                </c:pt>
                <c:pt idx="547">
                  <c:v>5.7265471857469614E-3</c:v>
                </c:pt>
                <c:pt idx="548">
                  <c:v>1.1554461655701832E-2</c:v>
                </c:pt>
                <c:pt idx="549">
                  <c:v>6.8698674160318704E-3</c:v>
                </c:pt>
                <c:pt idx="550">
                  <c:v>4.0703045707909617E-3</c:v>
                </c:pt>
                <c:pt idx="551">
                  <c:v>1.101011617001766E-2</c:v>
                </c:pt>
                <c:pt idx="552">
                  <c:v>7.2640109519490114E-3</c:v>
                </c:pt>
                <c:pt idx="553">
                  <c:v>3.5477665982843426E-3</c:v>
                </c:pt>
                <c:pt idx="554">
                  <c:v>1.0633498226346259E-2</c:v>
                </c:pt>
                <c:pt idx="555">
                  <c:v>6.731823083240265E-3</c:v>
                </c:pt>
                <c:pt idx="556">
                  <c:v>4.1343317601667054E-3</c:v>
                </c:pt>
                <c:pt idx="557">
                  <c:v>1.041669700825701E-2</c:v>
                </c:pt>
                <c:pt idx="558">
                  <c:v>5.2627079380971444E-3</c:v>
                </c:pt>
                <c:pt idx="559">
                  <c:v>5.650239323517112E-3</c:v>
                </c:pt>
                <c:pt idx="560">
                  <c:v>9.9758738389823607E-3</c:v>
                </c:pt>
                <c:pt idx="561">
                  <c:v>2.6870718578244582E-3</c:v>
                </c:pt>
                <c:pt idx="562">
                  <c:v>7.6505781827434184E-3</c:v>
                </c:pt>
                <c:pt idx="563">
                  <c:v>8.5922569196023816E-3</c:v>
                </c:pt>
                <c:pt idx="564">
                  <c:v>1.0475017273190951E-3</c:v>
                </c:pt>
                <c:pt idx="565">
                  <c:v>9.2048502822436023E-3</c:v>
                </c:pt>
                <c:pt idx="566">
                  <c:v>5.4350025555505426E-3</c:v>
                </c:pt>
                <c:pt idx="567">
                  <c:v>5.3663660057067008E-3</c:v>
                </c:pt>
                <c:pt idx="568">
                  <c:v>8.8239856435861543E-3</c:v>
                </c:pt>
                <c:pt idx="569">
                  <c:v>2.2574777958921335E-4</c:v>
                </c:pt>
                <c:pt idx="570">
                  <c:v>8.5283944952201755E-3</c:v>
                </c:pt>
                <c:pt idx="571">
                  <c:v>5.0618300664021613E-3</c:v>
                </c:pt>
                <c:pt idx="572">
                  <c:v>5.6397117295549489E-3</c:v>
                </c:pt>
                <c:pt idx="573">
                  <c:v>7.8461066911823547E-3</c:v>
                </c:pt>
                <c:pt idx="574">
                  <c:v>1.7550153583085345E-3</c:v>
                </c:pt>
                <c:pt idx="575">
                  <c:v>8.4882889790933776E-3</c:v>
                </c:pt>
                <c:pt idx="576">
                  <c:v>1.8595583327387325E-3</c:v>
                </c:pt>
                <c:pt idx="577">
                  <c:v>7.5938215098672436E-3</c:v>
                </c:pt>
                <c:pt idx="578">
                  <c:v>4.5594591590044677E-3</c:v>
                </c:pt>
                <c:pt idx="579">
                  <c:v>5.9409926797915191E-3</c:v>
                </c:pt>
                <c:pt idx="580">
                  <c:v>6.2325266885478901E-3</c:v>
                </c:pt>
                <c:pt idx="581">
                  <c:v>4.1673491884332073E-3</c:v>
                </c:pt>
                <c:pt idx="582">
                  <c:v>7.0706605231129491E-3</c:v>
                </c:pt>
                <c:pt idx="583">
                  <c:v>2.6714162759886805E-3</c:v>
                </c:pt>
                <c:pt idx="584">
                  <c:v>7.3619796647486635E-3</c:v>
                </c:pt>
                <c:pt idx="585">
                  <c:v>1.6448885719487138E-3</c:v>
                </c:pt>
                <c:pt idx="586">
                  <c:v>7.3604382443482226E-3</c:v>
                </c:pt>
                <c:pt idx="587">
                  <c:v>1.1495105042287426E-3</c:v>
                </c:pt>
                <c:pt idx="588">
                  <c:v>7.2258039893724315E-3</c:v>
                </c:pt>
                <c:pt idx="589">
                  <c:v>1.1851036266353259E-3</c:v>
                </c:pt>
                <c:pt idx="590">
                  <c:v>7.0055353254198892E-3</c:v>
                </c:pt>
                <c:pt idx="591">
                  <c:v>1.7250299224237061E-3</c:v>
                </c:pt>
                <c:pt idx="592">
                  <c:v>6.6350697253805815E-3</c:v>
                </c:pt>
                <c:pt idx="593">
                  <c:v>2.7120650884622744E-3</c:v>
                </c:pt>
                <c:pt idx="594">
                  <c:v>5.9494816807015433E-3</c:v>
                </c:pt>
                <c:pt idx="595">
                  <c:v>4.0156682145950145E-3</c:v>
                </c:pt>
                <c:pt idx="596">
                  <c:v>4.7192209315890668E-3</c:v>
                </c:pt>
                <c:pt idx="597">
                  <c:v>5.3621433184606569E-3</c:v>
                </c:pt>
                <c:pt idx="598">
                  <c:v>2.7392228161046742E-3</c:v>
                </c:pt>
                <c:pt idx="599">
                  <c:v>6.274299758712746E-3</c:v>
                </c:pt>
                <c:pt idx="600">
                  <c:v>1.8719105902332297E-16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21-428A-8B88-667DEF7E68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τ = 0.3 µs</c:v>
                </c:pt>
              </c:strCache>
            </c:strRef>
          </c:tx>
          <c:spPr>
            <a:ln w="25400" cap="flat">
              <a:solidFill>
                <a:srgbClr val="BE123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Sheet1!$A$2:$A$602</c:f>
              <c:strCache>
                <c:ptCount val="601"/>
              </c:strCache>
            </c:strRef>
          </c:cat>
          <c:val>
            <c:numRef>
              <c:f>Sheet1!$D$2:$D$602</c:f>
              <c:numCache>
                <c:formatCode>General</c:formatCode>
                <c:ptCount val="601"/>
                <c:pt idx="0">
                  <c:v>0.99998519565914923</c:v>
                </c:pt>
                <c:pt idx="1">
                  <c:v>0.99998485082331945</c:v>
                </c:pt>
                <c:pt idx="2">
                  <c:v>0.99998449795530497</c:v>
                </c:pt>
                <c:pt idx="3">
                  <c:v>0.99998413686801602</c:v>
                </c:pt>
                <c:pt idx="4">
                  <c:v>0.99998376737000449</c:v>
                </c:pt>
                <c:pt idx="5">
                  <c:v>0.99998338926536356</c:v>
                </c:pt>
                <c:pt idx="6">
                  <c:v>0.99998300235362281</c:v>
                </c:pt>
                <c:pt idx="7">
                  <c:v>0.99998260642964298</c:v>
                </c:pt>
                <c:pt idx="8">
                  <c:v>0.99998220128350634</c:v>
                </c:pt>
                <c:pt idx="9">
                  <c:v>0.99998178670040583</c:v>
                </c:pt>
                <c:pt idx="10">
                  <c:v>0.99998136246053093</c:v>
                </c:pt>
                <c:pt idx="11">
                  <c:v>0.9999809283389518</c:v>
                </c:pt>
                <c:pt idx="12">
                  <c:v>0.999980484105499</c:v>
                </c:pt>
                <c:pt idx="13">
                  <c:v>0.9999800295246426</c:v>
                </c:pt>
                <c:pt idx="14">
                  <c:v>0.99997956435536606</c:v>
                </c:pt>
                <c:pt idx="15">
                  <c:v>0.99997908835103966</c:v>
                </c:pt>
                <c:pt idx="16">
                  <c:v>0.99997860125928895</c:v>
                </c:pt>
                <c:pt idx="17">
                  <c:v>0.99997810282186106</c:v>
                </c:pt>
                <c:pt idx="18">
                  <c:v>0.99997759277448839</c:v>
                </c:pt>
                <c:pt idx="19">
                  <c:v>0.9999770708467477</c:v>
                </c:pt>
                <c:pt idx="20">
                  <c:v>0.99997653676191744</c:v>
                </c:pt>
                <c:pt idx="21">
                  <c:v>0.99997599023683059</c:v>
                </c:pt>
                <c:pt idx="22">
                  <c:v>0.99997543098172448</c:v>
                </c:pt>
                <c:pt idx="23">
                  <c:v>0.99997485870008807</c:v>
                </c:pt>
                <c:pt idx="24">
                  <c:v>0.99997427308850306</c:v>
                </c:pt>
                <c:pt idx="25">
                  <c:v>0.99997367383648494</c:v>
                </c:pt>
                <c:pt idx="26">
                  <c:v>0.99997306062631752</c:v>
                </c:pt>
                <c:pt idx="27">
                  <c:v>0.99997243313288364</c:v>
                </c:pt>
                <c:pt idx="28">
                  <c:v>0.99997179102349487</c:v>
                </c:pt>
                <c:pt idx="29">
                  <c:v>0.99997113395771298</c:v>
                </c:pt>
                <c:pt idx="30">
                  <c:v>0.99997046158717118</c:v>
                </c:pt>
                <c:pt idx="31">
                  <c:v>0.9999697735553883</c:v>
                </c:pt>
                <c:pt idx="32">
                  <c:v>0.99996906949758058</c:v>
                </c:pt>
                <c:pt idx="33">
                  <c:v>0.99996834904046739</c:v>
                </c:pt>
                <c:pt idx="34">
                  <c:v>0.99996761180207483</c:v>
                </c:pt>
                <c:pt idx="35">
                  <c:v>0.99996685739153168</c:v>
                </c:pt>
                <c:pt idx="36">
                  <c:v>0.99996608540886311</c:v>
                </c:pt>
                <c:pt idx="37">
                  <c:v>0.9999652954447783</c:v>
                </c:pt>
                <c:pt idx="38">
                  <c:v>0.99996448708045382</c:v>
                </c:pt>
                <c:pt idx="39">
                  <c:v>0.99996365988731128</c:v>
                </c:pt>
                <c:pt idx="40">
                  <c:v>0.99996281342679028</c:v>
                </c:pt>
                <c:pt idx="41">
                  <c:v>0.99996194725011578</c:v>
                </c:pt>
                <c:pt idx="42">
                  <c:v>0.99996106089806092</c:v>
                </c:pt>
                <c:pt idx="43">
                  <c:v>0.99996015390070236</c:v>
                </c:pt>
                <c:pt idx="44">
                  <c:v>0.99995922577717222</c:v>
                </c:pt>
                <c:pt idx="45">
                  <c:v>0.99995827603540333</c:v>
                </c:pt>
                <c:pt idx="46">
                  <c:v>0.99995730417186657</c:v>
                </c:pt>
                <c:pt idx="47">
                  <c:v>0.99995630967130678</c:v>
                </c:pt>
                <c:pt idx="48">
                  <c:v>0.99995529200646749</c:v>
                </c:pt>
                <c:pt idx="49">
                  <c:v>0.99995425063781229</c:v>
                </c:pt>
                <c:pt idx="50">
                  <c:v>0.99995318501323871</c:v>
                </c:pt>
                <c:pt idx="51">
                  <c:v>0.99995209456778533</c:v>
                </c:pt>
                <c:pt idx="52">
                  <c:v>0.99995097872333294</c:v>
                </c:pt>
                <c:pt idx="53">
                  <c:v>0.99994983688829797</c:v>
                </c:pt>
                <c:pt idx="54">
                  <c:v>0.99994866845731811</c:v>
                </c:pt>
                <c:pt idx="55">
                  <c:v>0.99994747281093244</c:v>
                </c:pt>
                <c:pt idx="56">
                  <c:v>0.99994624931525256</c:v>
                </c:pt>
                <c:pt idx="57">
                  <c:v>0.99994499732162745</c:v>
                </c:pt>
                <c:pt idx="58">
                  <c:v>0.99994371616629785</c:v>
                </c:pt>
                <c:pt idx="59">
                  <c:v>0.99994240517004673</c:v>
                </c:pt>
                <c:pt idx="60">
                  <c:v>0.99994106363783741</c:v>
                </c:pt>
                <c:pt idx="61">
                  <c:v>0.99993969085844692</c:v>
                </c:pt>
                <c:pt idx="62">
                  <c:v>0.99993828610408697</c:v>
                </c:pt>
                <c:pt idx="63">
                  <c:v>0.99993684863002052</c:v>
                </c:pt>
                <c:pt idx="64">
                  <c:v>0.99993537767416518</c:v>
                </c:pt>
                <c:pt idx="65">
                  <c:v>0.99993387245669052</c:v>
                </c:pt>
                <c:pt idx="66">
                  <c:v>0.99993233217960409</c:v>
                </c:pt>
                <c:pt idx="67">
                  <c:v>0.99993075602632897</c:v>
                </c:pt>
                <c:pt idx="68">
                  <c:v>0.99992914316127102</c:v>
                </c:pt>
                <c:pt idx="69">
                  <c:v>0.99992749272937564</c:v>
                </c:pt>
                <c:pt idx="70">
                  <c:v>0.99992580385567464</c:v>
                </c:pt>
                <c:pt idx="71">
                  <c:v>0.99992407564482344</c:v>
                </c:pt>
                <c:pt idx="72">
                  <c:v>0.99992230718062547</c:v>
                </c:pt>
                <c:pt idx="73">
                  <c:v>0.99992049752554713</c:v>
                </c:pt>
                <c:pt idx="74">
                  <c:v>0.99991864572022149</c:v>
                </c:pt>
                <c:pt idx="75">
                  <c:v>0.99991675078293851</c:v>
                </c:pt>
                <c:pt idx="76">
                  <c:v>0.99991481170912666</c:v>
                </c:pt>
                <c:pt idx="77">
                  <c:v>0.999912827470819</c:v>
                </c:pt>
                <c:pt idx="78">
                  <c:v>0.99991079701610952</c:v>
                </c:pt>
                <c:pt idx="79">
                  <c:v>0.99990871926859493</c:v>
                </c:pt>
                <c:pt idx="80">
                  <c:v>0.9999065931268053</c:v>
                </c:pt>
                <c:pt idx="81">
                  <c:v>0.99990441746361924</c:v>
                </c:pt>
                <c:pt idx="82">
                  <c:v>0.99990219112566769</c:v>
                </c:pt>
                <c:pt idx="83">
                  <c:v>0.99989991293272229</c:v>
                </c:pt>
                <c:pt idx="84">
                  <c:v>0.99989758167707032</c:v>
                </c:pt>
                <c:pt idx="85">
                  <c:v>0.99989519612287436</c:v>
                </c:pt>
                <c:pt idx="86">
                  <c:v>0.99989275500551777</c:v>
                </c:pt>
                <c:pt idx="87">
                  <c:v>0.99989025703093537</c:v>
                </c:pt>
                <c:pt idx="88">
                  <c:v>0.99988770087492618</c:v>
                </c:pt>
                <c:pt idx="89">
                  <c:v>0.99988508518245345</c:v>
                </c:pt>
                <c:pt idx="90">
                  <c:v>0.99988240856692645</c:v>
                </c:pt>
                <c:pt idx="91">
                  <c:v>0.99987966960946473</c:v>
                </c:pt>
                <c:pt idx="92">
                  <c:v>0.99987686685814803</c:v>
                </c:pt>
                <c:pt idx="93">
                  <c:v>0.99987399882724648</c:v>
                </c:pt>
                <c:pt idx="94">
                  <c:v>0.99987106399643255</c:v>
                </c:pt>
                <c:pt idx="95">
                  <c:v>0.9998680608099777</c:v>
                </c:pt>
                <c:pt idx="96">
                  <c:v>0.99986498767592669</c:v>
                </c:pt>
                <c:pt idx="97">
                  <c:v>0.99986184296525427</c:v>
                </c:pt>
                <c:pt idx="98">
                  <c:v>0.99985862501100375</c:v>
                </c:pt>
                <c:pt idx="99">
                  <c:v>0.99985533210740218</c:v>
                </c:pt>
                <c:pt idx="100">
                  <c:v>0.99985196250895825</c:v>
                </c:pt>
                <c:pt idx="101">
                  <c:v>0.99984851442953693</c:v>
                </c:pt>
                <c:pt idx="102">
                  <c:v>0.99984498604141392</c:v>
                </c:pt>
                <c:pt idx="103">
                  <c:v>0.99984137547430707</c:v>
                </c:pt>
                <c:pt idx="104">
                  <c:v>0.99983768081438662</c:v>
                </c:pt>
                <c:pt idx="105">
                  <c:v>0.99983390010326112</c:v>
                </c:pt>
                <c:pt idx="106">
                  <c:v>0.99983003133693948</c:v>
                </c:pt>
                <c:pt idx="107">
                  <c:v>0.99982607246477195</c:v>
                </c:pt>
                <c:pt idx="108">
                  <c:v>0.99982202138836151</c:v>
                </c:pt>
                <c:pt idx="109">
                  <c:v>0.99981787596045424</c:v>
                </c:pt>
                <c:pt idx="110">
                  <c:v>0.99981363398380207</c:v>
                </c:pt>
                <c:pt idx="111">
                  <c:v>0.99980929320999878</c:v>
                </c:pt>
                <c:pt idx="112">
                  <c:v>0.99980485133829</c:v>
                </c:pt>
                <c:pt idx="113">
                  <c:v>0.99980030601435455</c:v>
                </c:pt>
                <c:pt idx="114">
                  <c:v>0.9997956548290583</c:v>
                </c:pt>
                <c:pt idx="115">
                  <c:v>0.99979089531717791</c:v>
                </c:pt>
                <c:pt idx="116">
                  <c:v>0.99978602495609659</c:v>
                </c:pt>
                <c:pt idx="117">
                  <c:v>0.99978104116446798</c:v>
                </c:pt>
                <c:pt idx="118">
                  <c:v>0.99977594130084979</c:v>
                </c:pt>
                <c:pt idx="119">
                  <c:v>0.99977072266230504</c:v>
                </c:pt>
                <c:pt idx="120">
                  <c:v>0.99976538248297164</c:v>
                </c:pt>
                <c:pt idx="121">
                  <c:v>0.99975991793259833</c:v>
                </c:pt>
                <c:pt idx="122">
                  <c:v>0.99975432611504667</c:v>
                </c:pt>
                <c:pt idx="123">
                  <c:v>0.99974860406675692</c:v>
                </c:pt>
                <c:pt idx="124">
                  <c:v>0.99974274875518132</c:v>
                </c:pt>
                <c:pt idx="125">
                  <c:v>0.99973675707717768</c:v>
                </c:pt>
                <c:pt idx="126">
                  <c:v>0.99973062585736761</c:v>
                </c:pt>
                <c:pt idx="127">
                  <c:v>0.99972435184645592</c:v>
                </c:pt>
                <c:pt idx="128">
                  <c:v>0.99971793171951107</c:v>
                </c:pt>
                <c:pt idx="129">
                  <c:v>0.99971136207420597</c:v>
                </c:pt>
                <c:pt idx="130">
                  <c:v>0.99970463942901711</c:v>
                </c:pt>
                <c:pt idx="131">
                  <c:v>0.99969776022138346</c:v>
                </c:pt>
                <c:pt idx="132">
                  <c:v>0.99969072080582</c:v>
                </c:pt>
                <c:pt idx="133">
                  <c:v>0.99968351745199036</c:v>
                </c:pt>
                <c:pt idx="134">
                  <c:v>0.99967614634273239</c:v>
                </c:pt>
                <c:pt idx="135">
                  <c:v>0.99966860357203957</c:v>
                </c:pt>
                <c:pt idx="136">
                  <c:v>0.99966088514299412</c:v>
                </c:pt>
                <c:pt idx="137">
                  <c:v>0.99965298696565297</c:v>
                </c:pt>
                <c:pt idx="138">
                  <c:v>0.99964490485488477</c:v>
                </c:pt>
                <c:pt idx="139">
                  <c:v>0.99963663452815621</c:v>
                </c:pt>
                <c:pt idx="140">
                  <c:v>0.99962817160326656</c:v>
                </c:pt>
                <c:pt idx="141">
                  <c:v>0.99961951159603124</c:v>
                </c:pt>
                <c:pt idx="142">
                  <c:v>0.99961064991790938</c:v>
                </c:pt>
                <c:pt idx="143">
                  <c:v>0.9996015818735785</c:v>
                </c:pt>
                <c:pt idx="144">
                  <c:v>0.99959230265845123</c:v>
                </c:pt>
                <c:pt idx="145">
                  <c:v>0.99958280735613569</c:v>
                </c:pt>
                <c:pt idx="146">
                  <c:v>0.99957309093583546</c:v>
                </c:pt>
                <c:pt idx="147">
                  <c:v>0.99956314824969106</c:v>
                </c:pt>
                <c:pt idx="148">
                  <c:v>0.99955297403005794</c:v>
                </c:pt>
                <c:pt idx="149">
                  <c:v>0.99954256288672305</c:v>
                </c:pt>
                <c:pt idx="150">
                  <c:v>0.99953190930405522</c:v>
                </c:pt>
                <c:pt idx="151">
                  <c:v>0.99952100763809071</c:v>
                </c:pt>
                <c:pt idx="152">
                  <c:v>0.99950985211355048</c:v>
                </c:pt>
                <c:pt idx="153">
                  <c:v>0.99949843682078843</c:v>
                </c:pt>
                <c:pt idx="154">
                  <c:v>0.99948675571266932</c:v>
                </c:pt>
                <c:pt idx="155">
                  <c:v>0.99947480260137356</c:v>
                </c:pt>
                <c:pt idx="156">
                  <c:v>0.9994625711551286</c:v>
                </c:pt>
                <c:pt idx="157">
                  <c:v>0.99945005489486416</c:v>
                </c:pt>
                <c:pt idx="158">
                  <c:v>0.99943724719079019</c:v>
                </c:pt>
                <c:pt idx="159">
                  <c:v>0.99942414125889545</c:v>
                </c:pt>
                <c:pt idx="160">
                  <c:v>0.99941073015736492</c:v>
                </c:pt>
                <c:pt idx="161">
                  <c:v>0.99939700678291432</c:v>
                </c:pt>
                <c:pt idx="162">
                  <c:v>0.99938296386703929</c:v>
                </c:pt>
                <c:pt idx="163">
                  <c:v>0.99936859397217892</c:v>
                </c:pt>
                <c:pt idx="164">
                  <c:v>0.99935388948778858</c:v>
                </c:pt>
                <c:pt idx="165">
                  <c:v>0.99933884262632366</c:v>
                </c:pt>
                <c:pt idx="166">
                  <c:v>0.99932344541912954</c:v>
                </c:pt>
                <c:pt idx="167">
                  <c:v>0.99930768971223527</c:v>
                </c:pt>
                <c:pt idx="168">
                  <c:v>0.99929156716205281</c:v>
                </c:pt>
                <c:pt idx="169">
                  <c:v>0.99927506923097387</c:v>
                </c:pt>
                <c:pt idx="170">
                  <c:v>0.99925818718286552</c:v>
                </c:pt>
                <c:pt idx="171">
                  <c:v>0.99924091207846388</c:v>
                </c:pt>
                <c:pt idx="172">
                  <c:v>0.99922323477065766</c:v>
                </c:pt>
                <c:pt idx="173">
                  <c:v>0.99920514589966558</c:v>
                </c:pt>
                <c:pt idx="174">
                  <c:v>0.99918663588810075</c:v>
                </c:pt>
                <c:pt idx="175">
                  <c:v>0.99916769493592128</c:v>
                </c:pt>
                <c:pt idx="176">
                  <c:v>0.99914831301526463</c:v>
                </c:pt>
                <c:pt idx="177">
                  <c:v>0.99912847986516207</c:v>
                </c:pt>
                <c:pt idx="178">
                  <c:v>0.99910818498613108</c:v>
                </c:pt>
                <c:pt idx="179">
                  <c:v>0.99908741763464348</c:v>
                </c:pt>
                <c:pt idx="180">
                  <c:v>0.99906616681746474</c:v>
                </c:pt>
                <c:pt idx="181">
                  <c:v>0.99904442128586279</c:v>
                </c:pt>
                <c:pt idx="182">
                  <c:v>0.99902216952968503</c:v>
                </c:pt>
                <c:pt idx="183">
                  <c:v>0.99899939977129526</c:v>
                </c:pt>
                <c:pt idx="184">
                  <c:v>0.99897609995937375</c:v>
                </c:pt>
                <c:pt idx="185">
                  <c:v>0.9989522577625729</c:v>
                </c:pt>
                <c:pt idx="186">
                  <c:v>0.99892786056302618</c:v>
                </c:pt>
                <c:pt idx="187">
                  <c:v>0.99890289544970812</c:v>
                </c:pt>
                <c:pt idx="188">
                  <c:v>0.99887734921164162</c:v>
                </c:pt>
                <c:pt idx="189">
                  <c:v>0.99885120833094787</c:v>
                </c:pt>
                <c:pt idx="190">
                  <c:v>0.99882445897573557</c:v>
                </c:pt>
                <c:pt idx="191">
                  <c:v>0.99879708699282843</c:v>
                </c:pt>
                <c:pt idx="192">
                  <c:v>0.9987690779003231</c:v>
                </c:pt>
                <c:pt idx="193">
                  <c:v>0.99874041687997661</c:v>
                </c:pt>
                <c:pt idx="194">
                  <c:v>0.99871108876941861</c:v>
                </c:pt>
                <c:pt idx="195">
                  <c:v>0.99868107805418482</c:v>
                </c:pt>
                <c:pt idx="196">
                  <c:v>0.99865036885956537</c:v>
                </c:pt>
                <c:pt idx="197">
                  <c:v>0.99861894494226866</c:v>
                </c:pt>
                <c:pt idx="198">
                  <c:v>0.99858678968189041</c:v>
                </c:pt>
                <c:pt idx="199">
                  <c:v>0.99855388607218942</c:v>
                </c:pt>
                <c:pt idx="200">
                  <c:v>0.99852021671216018</c:v>
                </c:pt>
                <c:pt idx="201">
                  <c:v>0.99848576379690313</c:v>
                </c:pt>
                <c:pt idx="202">
                  <c:v>0.99845050910828304</c:v>
                </c:pt>
                <c:pt idx="203">
                  <c:v>0.99841443400537433</c:v>
                </c:pt>
                <c:pt idx="204">
                  <c:v>0.99837751941468644</c:v>
                </c:pt>
                <c:pt idx="205">
                  <c:v>0.99833974582016538</c:v>
                </c:pt>
                <c:pt idx="206">
                  <c:v>0.99830109325296601</c:v>
                </c:pt>
                <c:pt idx="207">
                  <c:v>0.99826154128098921</c:v>
                </c:pt>
                <c:pt idx="208">
                  <c:v>0.99822106899818053</c:v>
                </c:pt>
                <c:pt idx="209">
                  <c:v>0.99817965501358286</c:v>
                </c:pt>
                <c:pt idx="210">
                  <c:v>0.99813727744013825</c:v>
                </c:pt>
                <c:pt idx="211">
                  <c:v>0.99809391388323454</c:v>
                </c:pt>
                <c:pt idx="212">
                  <c:v>0.99804954142898894</c:v>
                </c:pt>
                <c:pt idx="213">
                  <c:v>0.99800413663226417</c:v>
                </c:pt>
                <c:pt idx="214">
                  <c:v>0.99795767550441095</c:v>
                </c:pt>
                <c:pt idx="215">
                  <c:v>0.99791013350072977</c:v>
                </c:pt>
                <c:pt idx="216">
                  <c:v>0.99786148550764642</c:v>
                </c:pt>
                <c:pt idx="217">
                  <c:v>0.99781170582959655</c:v>
                </c:pt>
                <c:pt idx="218">
                  <c:v>0.99776076817560799</c:v>
                </c:pt>
                <c:pt idx="219">
                  <c:v>0.99770864564557993</c:v>
                </c:pt>
                <c:pt idx="220">
                  <c:v>0.99765531071624747</c:v>
                </c:pt>
                <c:pt idx="221">
                  <c:v>0.99760073522682791</c:v>
                </c:pt>
                <c:pt idx="222">
                  <c:v>0.99754489036433946</c:v>
                </c:pt>
                <c:pt idx="223">
                  <c:v>0.99748774664858564</c:v>
                </c:pt>
                <c:pt idx="224">
                  <c:v>0.99742927391679936</c:v>
                </c:pt>
                <c:pt idx="225">
                  <c:v>0.9973694413079367</c:v>
                </c:pt>
                <c:pt idx="226">
                  <c:v>0.99730821724661489</c:v>
                </c:pt>
                <c:pt idx="227">
                  <c:v>0.99724556942668552</c:v>
                </c:pt>
                <c:pt idx="228">
                  <c:v>0.99718146479443437</c:v>
                </c:pt>
                <c:pt idx="229">
                  <c:v>0.99711586953140163</c:v>
                </c:pt>
                <c:pt idx="230">
                  <c:v>0.99704874903681184</c:v>
                </c:pt>
                <c:pt idx="231">
                  <c:v>0.99698006790960603</c:v>
                </c:pt>
                <c:pt idx="232">
                  <c:v>0.9969097899300684</c:v>
                </c:pt>
                <c:pt idx="233">
                  <c:v>0.99683787804103652</c:v>
                </c:pt>
                <c:pt idx="234">
                  <c:v>0.99676429432868696</c:v>
                </c:pt>
                <c:pt idx="235">
                  <c:v>0.99668900000288818</c:v>
                </c:pt>
                <c:pt idx="236">
                  <c:v>0.99661195537710889</c:v>
                </c:pt>
                <c:pt idx="237">
                  <c:v>0.99653311984787474</c:v>
                </c:pt>
                <c:pt idx="238">
                  <c:v>0.99645245187376086</c:v>
                </c:pt>
                <c:pt idx="239">
                  <c:v>0.99636990895391353</c:v>
                </c:pt>
                <c:pt idx="240">
                  <c:v>0.99628544760608617</c:v>
                </c:pt>
                <c:pt idx="241">
                  <c:v>0.99619902334418509</c:v>
                </c:pt>
                <c:pt idx="242">
                  <c:v>0.99611059065530838</c:v>
                </c:pt>
                <c:pt idx="243">
                  <c:v>0.9960201029762713</c:v>
                </c:pt>
                <c:pt idx="244">
                  <c:v>0.99592751266960522</c:v>
                </c:pt>
                <c:pt idx="245">
                  <c:v>0.99583277099901968</c:v>
                </c:pt>
                <c:pt idx="246">
                  <c:v>0.99573582810431538</c:v>
                </c:pt>
                <c:pt idx="247">
                  <c:v>0.99563663297573612</c:v>
                </c:pt>
                <c:pt idx="248">
                  <c:v>0.99553513342774957</c:v>
                </c:pt>
                <c:pt idx="249">
                  <c:v>0.99543127607224202</c:v>
                </c:pt>
                <c:pt idx="250">
                  <c:v>0.99532500629111775</c:v>
                </c:pt>
                <c:pt idx="251">
                  <c:v>0.99521626820828701</c:v>
                </c:pt>
                <c:pt idx="252">
                  <c:v>0.99510500466103358</c:v>
                </c:pt>
                <c:pt idx="253">
                  <c:v>0.99499115717074449</c:v>
                </c:pt>
                <c:pt idx="254">
                  <c:v>0.99487466591299289</c:v>
                </c:pt>
                <c:pt idx="255">
                  <c:v>0.99475546968695705</c:v>
                </c:pt>
                <c:pt idx="256">
                  <c:v>0.99463350588416433</c:v>
                </c:pt>
                <c:pt idx="257">
                  <c:v>0.99450871045654354</c:v>
                </c:pt>
                <c:pt idx="258">
                  <c:v>0.99438101788377331</c:v>
                </c:pt>
                <c:pt idx="259">
                  <c:v>0.99425036113991194</c:v>
                </c:pt>
                <c:pt idx="260">
                  <c:v>0.99411667165929152</c:v>
                </c:pt>
                <c:pt idx="261">
                  <c:v>0.99397987930166454</c:v>
                </c:pt>
                <c:pt idx="262">
                  <c:v>0.99383991231658553</c:v>
                </c:pt>
                <c:pt idx="263">
                  <c:v>0.99369669730701216</c:v>
                </c:pt>
                <c:pt idx="264">
                  <c:v>0.99355015919211154</c:v>
                </c:pt>
                <c:pt idx="265">
                  <c:v>0.99340022116925364</c:v>
                </c:pt>
                <c:pt idx="266">
                  <c:v>0.99324680467517701</c:v>
                </c:pt>
                <c:pt idx="267">
                  <c:v>0.99308982934630896</c:v>
                </c:pt>
                <c:pt idx="268">
                  <c:v>0.99292921297822478</c:v>
                </c:pt>
                <c:pt idx="269">
                  <c:v>0.99276487148422699</c:v>
                </c:pt>
                <c:pt idx="270">
                  <c:v>0.9925967188530288</c:v>
                </c:pt>
                <c:pt idx="271">
                  <c:v>0.99242466710552313</c:v>
                </c:pt>
                <c:pt idx="272">
                  <c:v>0.99224862625062005</c:v>
                </c:pt>
                <c:pt idx="273">
                  <c:v>0.99206850424013382</c:v>
                </c:pt>
                <c:pt idx="274">
                  <c:v>0.99188420692270018</c:v>
                </c:pt>
                <c:pt idx="275">
                  <c:v>0.99169563799670823</c:v>
                </c:pt>
                <c:pt idx="276">
                  <c:v>0.99150269896222387</c:v>
                </c:pt>
                <c:pt idx="277">
                  <c:v>0.99130528907188897</c:v>
                </c:pt>
                <c:pt idx="278">
                  <c:v>0.99110330528077484</c:v>
                </c:pt>
                <c:pt idx="279">
                  <c:v>0.99089664219517015</c:v>
                </c:pt>
                <c:pt idx="280">
                  <c:v>0.99068519202028538</c:v>
                </c:pt>
                <c:pt idx="281">
                  <c:v>0.99046884450685135</c:v>
                </c:pt>
                <c:pt idx="282">
                  <c:v>0.99024748689659081</c:v>
                </c:pt>
                <c:pt idx="283">
                  <c:v>0.99002100386654734</c:v>
                </c:pt>
                <c:pt idx="284">
                  <c:v>0.98978927747224255</c:v>
                </c:pt>
                <c:pt idx="285">
                  <c:v>0.98955218708964832</c:v>
                </c:pt>
                <c:pt idx="286">
                  <c:v>0.98930960935594803</c:v>
                </c:pt>
                <c:pt idx="287">
                  <c:v>0.98906141810906545</c:v>
                </c:pt>
                <c:pt idx="288">
                  <c:v>0.98880748432594312</c:v>
                </c:pt>
                <c:pt idx="289">
                  <c:v>0.9885476760595433</c:v>
                </c:pt>
                <c:pt idx="290">
                  <c:v>0.98828185837455285</c:v>
                </c:pt>
                <c:pt idx="291">
                  <c:v>0.98800989328176825</c:v>
                </c:pt>
                <c:pt idx="292">
                  <c:v>0.98773163967113942</c:v>
                </c:pt>
                <c:pt idx="293">
                  <c:v>0.98744695324344867</c:v>
                </c:pt>
                <c:pt idx="294">
                  <c:v>0.98715568644060192</c:v>
                </c:pt>
                <c:pt idx="295">
                  <c:v>0.98685768837451138</c:v>
                </c:pt>
                <c:pt idx="296">
                  <c:v>0.98655280475454321</c:v>
                </c:pt>
                <c:pt idx="297">
                  <c:v>0.98624087781351177</c:v>
                </c:pt>
                <c:pt idx="298">
                  <c:v>0.98592174623219297</c:v>
                </c:pt>
                <c:pt idx="299">
                  <c:v>0.9855952450623362</c:v>
                </c:pt>
                <c:pt idx="300">
                  <c:v>0.98526120564815167</c:v>
                </c:pt>
                <c:pt idx="301">
                  <c:v>0.98491945554624938</c:v>
                </c:pt>
                <c:pt idx="302">
                  <c:v>0.98456981844400615</c:v>
                </c:pt>
                <c:pt idx="303">
                  <c:v>0.9842121140763388</c:v>
                </c:pt>
                <c:pt idx="304">
                  <c:v>0.98384615814086085</c:v>
                </c:pt>
                <c:pt idx="305">
                  <c:v>0.98347176221139865</c:v>
                </c:pt>
                <c:pt idx="306">
                  <c:v>0.98308873364984495</c:v>
                </c:pt>
                <c:pt idx="307">
                  <c:v>0.98269687551632745</c:v>
                </c:pt>
                <c:pt idx="308">
                  <c:v>0.98229598647767102</c:v>
                </c:pt>
                <c:pt idx="309">
                  <c:v>0.98188586071412964</c:v>
                </c:pt>
                <c:pt idx="310">
                  <c:v>0.98146628782436784</c:v>
                </c:pt>
                <c:pt idx="311">
                  <c:v>0.98103705272867081</c:v>
                </c:pt>
                <c:pt idx="312">
                  <c:v>0.98059793557036035</c:v>
                </c:pt>
                <c:pt idx="313">
                  <c:v>0.98014871161539874</c:v>
                </c:pt>
                <c:pt idx="314">
                  <c:v>0.97968915115015653</c:v>
                </c:pt>
                <c:pt idx="315">
                  <c:v>0.9792190193773318</c:v>
                </c:pt>
                <c:pt idx="316">
                  <c:v>0.9787380763099931</c:v>
                </c:pt>
                <c:pt idx="317">
                  <c:v>0.97824607666373542</c:v>
                </c:pt>
                <c:pt idx="318">
                  <c:v>0.97774276974692809</c:v>
                </c:pt>
                <c:pt idx="319">
                  <c:v>0.97722789934903886</c:v>
                </c:pt>
                <c:pt idx="320">
                  <c:v>0.97670120362701818</c:v>
                </c:pt>
                <c:pt idx="321">
                  <c:v>0.97616241498972967</c:v>
                </c:pt>
                <c:pt idx="322">
                  <c:v>0.97561125998041176</c:v>
                </c:pt>
                <c:pt idx="323">
                  <c:v>0.97504745915715907</c:v>
                </c:pt>
                <c:pt idx="324">
                  <c:v>0.97447072697141135</c:v>
                </c:pt>
                <c:pt idx="325">
                  <c:v>0.97388077164444065</c:v>
                </c:pt>
                <c:pt idx="326">
                  <c:v>0.97327729504182625</c:v>
                </c:pt>
                <c:pt idx="327">
                  <c:v>0.97265999254591295</c:v>
                </c:pt>
                <c:pt idx="328">
                  <c:v>0.97202855292624446</c:v>
                </c:pt>
                <c:pt idx="329">
                  <c:v>0.9713826582079691</c:v>
                </c:pt>
                <c:pt idx="330">
                  <c:v>0.97072198353821637</c:v>
                </c:pt>
                <c:pt idx="331">
                  <c:v>0.97004619705044315</c:v>
                </c:pt>
                <c:pt idx="332">
                  <c:v>0.96935495972675267</c:v>
                </c:pt>
                <c:pt idx="333">
                  <c:v>0.96864792525818955</c:v>
                </c:pt>
                <c:pt idx="334">
                  <c:v>0.96792473990301897</c:v>
                </c:pt>
                <c:pt idx="335">
                  <c:v>0.96718504234299807</c:v>
                </c:pt>
                <c:pt idx="336">
                  <c:v>0.96642846353765199</c:v>
                </c:pt>
                <c:pt idx="337">
                  <c:v>0.96565462657656986</c:v>
                </c:pt>
                <c:pt idx="338">
                  <c:v>0.96486314652973837</c:v>
                </c:pt>
                <c:pt idx="339">
                  <c:v>0.96405363029593327</c:v>
                </c:pt>
                <c:pt idx="340">
                  <c:v>0.96322567644919699</c:v>
                </c:pt>
                <c:pt idx="341">
                  <c:v>0.96237887508342457</c:v>
                </c:pt>
                <c:pt idx="342">
                  <c:v>0.96151280765509717</c:v>
                </c:pt>
                <c:pt idx="343">
                  <c:v>0.96062704682419431</c:v>
                </c:pt>
                <c:pt idx="344">
                  <c:v>0.95972115629332833</c:v>
                </c:pt>
                <c:pt idx="345">
                  <c:v>0.958794690645145</c:v>
                </c:pt>
                <c:pt idx="346">
                  <c:v>0.9578471951780414</c:v>
                </c:pt>
                <c:pt idx="347">
                  <c:v>0.95687820574025639</c:v>
                </c:pt>
                <c:pt idx="348">
                  <c:v>0.95588724856239227</c:v>
                </c:pt>
                <c:pt idx="349">
                  <c:v>0.95487384008843845</c:v>
                </c:pt>
                <c:pt idx="350">
                  <c:v>0.95383748680536462</c:v>
                </c:pt>
                <c:pt idx="351">
                  <c:v>0.95277768507136706</c:v>
                </c:pt>
                <c:pt idx="352">
                  <c:v>0.95169392094284755</c:v>
                </c:pt>
                <c:pt idx="353">
                  <c:v>0.95058567000022576</c:v>
                </c:pt>
                <c:pt idx="354">
                  <c:v>0.94945239717267582</c:v>
                </c:pt>
                <c:pt idx="355">
                  <c:v>0.94829355656190228</c:v>
                </c:pt>
                <c:pt idx="356">
                  <c:v>0.94710859126506919</c:v>
                </c:pt>
                <c:pt idx="357">
                  <c:v>0.94589693319700208</c:v>
                </c:pt>
                <c:pt idx="358">
                  <c:v>0.94465800291180568</c:v>
                </c:pt>
                <c:pt idx="359">
                  <c:v>0.94339120942403254</c:v>
                </c:pt>
                <c:pt idx="360">
                  <c:v>0.94209595002956004</c:v>
                </c:pt>
                <c:pt idx="361">
                  <c:v>0.9407716101263377</c:v>
                </c:pt>
                <c:pt idx="362">
                  <c:v>0.93941756303517987</c:v>
                </c:pt>
                <c:pt idx="363">
                  <c:v>0.93803316982079066</c:v>
                </c:pt>
                <c:pt idx="364">
                  <c:v>0.93661777911321786</c:v>
                </c:pt>
                <c:pt idx="365">
                  <c:v>0.93517072692994929</c:v>
                </c:pt>
                <c:pt idx="366">
                  <c:v>0.93369133649887326</c:v>
                </c:pt>
                <c:pt idx="367">
                  <c:v>0.93217891808234243</c:v>
                </c:pt>
                <c:pt idx="368">
                  <c:v>0.93063276880259493</c:v>
                </c:pt>
                <c:pt idx="369">
                  <c:v>0.92905217246879845</c:v>
                </c:pt>
                <c:pt idx="370">
                  <c:v>0.9274363994060032</c:v>
                </c:pt>
                <c:pt idx="371">
                  <c:v>0.92578470628630349</c:v>
                </c:pt>
                <c:pt idx="372">
                  <c:v>0.92409633596252727</c:v>
                </c:pt>
                <c:pt idx="373">
                  <c:v>0.92237051730478514</c:v>
                </c:pt>
                <c:pt idx="374">
                  <c:v>0.92060646504024235</c:v>
                </c:pt>
                <c:pt idx="375">
                  <c:v>0.91880337959648151</c:v>
                </c:pt>
                <c:pt idx="376">
                  <c:v>0.91696044694885526</c:v>
                </c:pt>
                <c:pt idx="377">
                  <c:v>0.91507683847224608</c:v>
                </c:pt>
                <c:pt idx="378">
                  <c:v>0.91315171079767365</c:v>
                </c:pt>
                <c:pt idx="379">
                  <c:v>0.91118420567421188</c:v>
                </c:pt>
                <c:pt idx="380">
                  <c:v>0.90917344983670578</c:v>
                </c:pt>
                <c:pt idx="381">
                  <c:v>0.90711855487980142</c:v>
                </c:pt>
                <c:pt idx="382">
                  <c:v>0.90501861713882636</c:v>
                </c:pt>
                <c:pt idx="383">
                  <c:v>0.90287271757809506</c:v>
                </c:pt>
                <c:pt idx="384">
                  <c:v>0.90067992168722866</c:v>
                </c:pt>
                <c:pt idx="385">
                  <c:v>0.89843927938612267</c:v>
                </c:pt>
                <c:pt idx="386">
                  <c:v>0.89614982493921524</c:v>
                </c:pt>
                <c:pt idx="387">
                  <c:v>0.89381057687975018</c:v>
                </c:pt>
                <c:pt idx="388">
                  <c:v>0.89142053794475973</c:v>
                </c:pt>
                <c:pt idx="389">
                  <c:v>0.88897869502151661</c:v>
                </c:pt>
                <c:pt idx="390">
                  <c:v>0.88648401910627095</c:v>
                </c:pt>
                <c:pt idx="391">
                  <c:v>0.88393546527607991</c:v>
                </c:pt>
                <c:pt idx="392">
                  <c:v>0.8813319726746226</c:v>
                </c:pt>
                <c:pt idx="393">
                  <c:v>0.87867246451290326</c:v>
                </c:pt>
                <c:pt idx="394">
                  <c:v>0.87595584808579796</c:v>
                </c:pt>
                <c:pt idx="395">
                  <c:v>0.87318101480544519</c:v>
                </c:pt>
                <c:pt idx="396">
                  <c:v>0.87034684025252096</c:v>
                </c:pt>
                <c:pt idx="397">
                  <c:v>0.86745218424649029</c:v>
                </c:pt>
                <c:pt idx="398">
                  <c:v>0.86449589093596624</c:v>
                </c:pt>
                <c:pt idx="399">
                  <c:v>0.86147678891037271</c:v>
                </c:pt>
                <c:pt idx="400">
                  <c:v>0.85839369133413979</c:v>
                </c:pt>
                <c:pt idx="401">
                  <c:v>0.85524539610472849</c:v>
                </c:pt>
                <c:pt idx="402">
                  <c:v>0.85203068603582666</c:v>
                </c:pt>
                <c:pt idx="403">
                  <c:v>0.84874832906711795</c:v>
                </c:pt>
                <c:pt idx="404">
                  <c:v>0.84539707850208656</c:v>
                </c:pt>
                <c:pt idx="405">
                  <c:v>0.8419756732753636</c:v>
                </c:pt>
                <c:pt idx="406">
                  <c:v>0.83848283825121661</c:v>
                </c:pt>
                <c:pt idx="407">
                  <c:v>0.83491728455479408</c:v>
                </c:pt>
                <c:pt idx="408">
                  <c:v>0.83127770993786398</c:v>
                </c:pt>
                <c:pt idx="409">
                  <c:v>0.82756279918078612</c:v>
                </c:pt>
                <c:pt idx="410">
                  <c:v>0.82377122453258267</c:v>
                </c:pt>
                <c:pt idx="411">
                  <c:v>0.81990164619099992</c:v>
                </c:pt>
                <c:pt idx="412">
                  <c:v>0.8159527128245464</c:v>
                </c:pt>
                <c:pt idx="413">
                  <c:v>0.81192306213855769</c:v>
                </c:pt>
                <c:pt idx="414">
                  <c:v>0.80781132148740065</c:v>
                </c:pt>
                <c:pt idx="415">
                  <c:v>0.80361610853503973</c:v>
                </c:pt>
                <c:pt idx="416">
                  <c:v>0.79933603196620695</c:v>
                </c:pt>
                <c:pt idx="417">
                  <c:v>0.79496969225055369</c:v>
                </c:pt>
                <c:pt idx="418">
                  <c:v>0.7905156824621955</c:v>
                </c:pt>
                <c:pt idx="419">
                  <c:v>0.7859725891571655</c:v>
                </c:pt>
                <c:pt idx="420">
                  <c:v>0.78133899331136258</c:v>
                </c:pt>
                <c:pt idx="421">
                  <c:v>0.77661347132164649</c:v>
                </c:pt>
                <c:pt idx="422">
                  <c:v>0.77179459607285905</c:v>
                </c:pt>
                <c:pt idx="423">
                  <c:v>0.76688093807355151</c:v>
                </c:pt>
                <c:pt idx="424">
                  <c:v>0.76187106666337934</c:v>
                </c:pt>
                <c:pt idx="425">
                  <c:v>0.75676355129509976</c:v>
                </c:pt>
                <c:pt idx="426">
                  <c:v>0.75155696289428042</c:v>
                </c:pt>
                <c:pt idx="427">
                  <c:v>0.7462498752998411</c:v>
                </c:pt>
                <c:pt idx="428">
                  <c:v>0.74084086678865857</c:v>
                </c:pt>
                <c:pt idx="429">
                  <c:v>0.73532852168754093</c:v>
                </c:pt>
                <c:pt idx="430">
                  <c:v>0.72971143207592037</c:v>
                </c:pt>
                <c:pt idx="431">
                  <c:v>0.72398819958275051</c:v>
                </c:pt>
                <c:pt idx="432">
                  <c:v>0.71815743728106529</c:v>
                </c:pt>
                <c:pt idx="433">
                  <c:v>0.71221777168383904</c:v>
                </c:pt>
                <c:pt idx="434">
                  <c:v>0.70616784484472894</c:v>
                </c:pt>
                <c:pt idx="435">
                  <c:v>0.70000631656743828</c:v>
                </c:pt>
                <c:pt idx="436">
                  <c:v>0.69373186672742693</c:v>
                </c:pt>
                <c:pt idx="437">
                  <c:v>0.68734319770976571</c:v>
                </c:pt>
                <c:pt idx="438">
                  <c:v>0.68083903696697645</c:v>
                </c:pt>
                <c:pt idx="439">
                  <c:v>0.67421813970069289</c:v>
                </c:pt>
                <c:pt idx="440">
                  <c:v>0.66747929167108078</c:v>
                </c:pt>
                <c:pt idx="441">
                  <c:v>0.66062131213785602</c:v>
                </c:pt>
                <c:pt idx="442">
                  <c:v>0.6536430569368582</c:v>
                </c:pt>
                <c:pt idx="443">
                  <c:v>0.64654342169604728</c:v>
                </c:pt>
                <c:pt idx="444">
                  <c:v>0.63932134519481143</c:v>
                </c:pt>
                <c:pt idx="445">
                  <c:v>0.63197581287043791</c:v>
                </c:pt>
                <c:pt idx="446">
                  <c:v>0.62450586047551382</c:v>
                </c:pt>
                <c:pt idx="447">
                  <c:v>0.61691057789004555</c:v>
                </c:pt>
                <c:pt idx="448">
                  <c:v>0.60918911309187007</c:v>
                </c:pt>
                <c:pt idx="449">
                  <c:v>0.60134067628899013</c:v>
                </c:pt>
                <c:pt idx="450">
                  <c:v>0.59336454421718232</c:v>
                </c:pt>
                <c:pt idx="451">
                  <c:v>0.58526006460621582</c:v>
                </c:pt>
                <c:pt idx="452">
                  <c:v>0.57702666081776643</c:v>
                </c:pt>
                <c:pt idx="453">
                  <c:v>0.56866383665794384</c:v>
                </c:pt>
                <c:pt idx="454">
                  <c:v>0.5601711813671415</c:v>
                </c:pt>
                <c:pt idx="455">
                  <c:v>0.55154837478960317</c:v>
                </c:pt>
                <c:pt idx="456">
                  <c:v>0.54279519272492849</c:v>
                </c:pt>
                <c:pt idx="457">
                  <c:v>0.53391151246325064</c:v>
                </c:pt>
                <c:pt idx="458">
                  <c:v>0.52489731850564902</c:v>
                </c:pt>
                <c:pt idx="459">
                  <c:v>0.51575270847077481</c:v>
                </c:pt>
                <c:pt idx="460">
                  <c:v>0.50647789918837482</c:v>
                </c:pt>
                <c:pt idx="461">
                  <c:v>0.49707323297981132</c:v>
                </c:pt>
                <c:pt idx="462">
                  <c:v>0.48753918412518027</c:v>
                </c:pt>
                <c:pt idx="463">
                  <c:v>0.47787636551604179</c:v>
                </c:pt>
                <c:pt idx="464">
                  <c:v>0.46808553549208293</c:v>
                </c:pt>
                <c:pt idx="465">
                  <c:v>0.45816760485943747</c:v>
                </c:pt>
                <c:pt idx="466">
                  <c:v>0.44812364408746724</c:v>
                </c:pt>
                <c:pt idx="467">
                  <c:v>0.43795489068013638</c:v>
                </c:pt>
                <c:pt idx="468">
                  <c:v>0.4276627567170998</c:v>
                </c:pt>
                <c:pt idx="469">
                  <c:v>0.41724883655871059</c:v>
                </c:pt>
                <c:pt idx="470">
                  <c:v>0.40671491470809906</c:v>
                </c:pt>
                <c:pt idx="471">
                  <c:v>0.39606297382230393</c:v>
                </c:pt>
                <c:pt idx="472">
                  <c:v>0.38529520286334062</c:v>
                </c:pt>
                <c:pt idx="473">
                  <c:v>0.37441400537861719</c:v>
                </c:pt>
                <c:pt idx="474">
                  <c:v>0.36342200789893736</c:v>
                </c:pt>
                <c:pt idx="475">
                  <c:v>0.35232206844062552</c:v>
                </c:pt>
                <c:pt idx="476">
                  <c:v>0.34111728509692363</c:v>
                </c:pt>
                <c:pt idx="477">
                  <c:v>0.3298110047019932</c:v>
                </c:pt>
                <c:pt idx="478">
                  <c:v>0.31840683154913324</c:v>
                </c:pt>
                <c:pt idx="479">
                  <c:v>0.30690863614292224</c:v>
                </c:pt>
                <c:pt idx="480">
                  <c:v>0.29532056396293216</c:v>
                </c:pt>
                <c:pt idx="481">
                  <c:v>0.28364704421466691</c:v>
                </c:pt>
                <c:pt idx="482">
                  <c:v>0.27189279854093723</c:v>
                </c:pt>
                <c:pt idx="483">
                  <c:v>0.26006284966477211</c:v>
                </c:pt>
                <c:pt idx="484">
                  <c:v>0.24816252993223067</c:v>
                </c:pt>
                <c:pt idx="485">
                  <c:v>0.23619748972109783</c:v>
                </c:pt>
                <c:pt idx="486">
                  <c:v>0.22417370567857017</c:v>
                </c:pt>
                <c:pt idx="487">
                  <c:v>0.21209748874825943</c:v>
                </c:pt>
                <c:pt idx="488">
                  <c:v>0.19997549194386635</c:v>
                </c:pt>
                <c:pt idx="489">
                  <c:v>0.18781471782372505</c:v>
                </c:pt>
                <c:pt idx="490">
                  <c:v>0.1756225256173401</c:v>
                </c:pt>
                <c:pt idx="491">
                  <c:v>0.16340663795152363</c:v>
                </c:pt>
                <c:pt idx="492">
                  <c:v>0.15117514712049515</c:v>
                </c:pt>
                <c:pt idx="493">
                  <c:v>0.13893652084062955</c:v>
                </c:pt>
                <c:pt idx="494">
                  <c:v>0.12669960742697106</c:v>
                </c:pt>
                <c:pt idx="495">
                  <c:v>0.11447364032490374</c:v>
                </c:pt>
                <c:pt idx="496">
                  <c:v>0.10226824192650875</c:v>
                </c:pt>
                <c:pt idx="497">
                  <c:v>9.0093426597419868E-2</c:v>
                </c:pt>
                <c:pt idx="498">
                  <c:v>7.7959602835861466E-2</c:v>
                </c:pt>
                <c:pt idx="499">
                  <c:v>6.5877574481875034E-2</c:v>
                </c:pt>
                <c:pt idx="500">
                  <c:v>5.3858540890531457E-2</c:v>
                </c:pt>
                <c:pt idx="501">
                  <c:v>4.1914095979200421E-2</c:v>
                </c:pt>
                <c:pt idx="502">
                  <c:v>3.0056226054917184E-2</c:v>
                </c:pt>
                <c:pt idx="503">
                  <c:v>1.8297306324108871E-2</c:v>
                </c:pt>
                <c:pt idx="504">
                  <c:v>6.6500959832157041E-3</c:v>
                </c:pt>
                <c:pt idx="505">
                  <c:v>4.8722682149187884E-3</c:v>
                </c:pt>
                <c:pt idx="506">
                  <c:v>1.6256280027299827E-2</c:v>
                </c:pt>
                <c:pt idx="507">
                  <c:v>2.7488073531495127E-2</c:v>
                </c:pt>
                <c:pt idx="508">
                  <c:v>3.8553434795321882E-2</c:v>
                </c:pt>
                <c:pt idx="509">
                  <c:v>4.9437815522875225E-2</c:v>
                </c:pt>
                <c:pt idx="510">
                  <c:v>6.0126348796306357E-2</c:v>
                </c:pt>
                <c:pt idx="511">
                  <c:v>7.0603867034676693E-2</c:v>
                </c:pt>
                <c:pt idx="512">
                  <c:v>8.0854922292457054E-2</c:v>
                </c:pt>
                <c:pt idx="513">
                  <c:v>9.0863809020938241E-2</c:v>
                </c:pt>
                <c:pt idx="514">
                  <c:v>0.10061458941592141</c:v>
                </c:pt>
                <c:pt idx="515">
                  <c:v>0.11009112147424227</c:v>
                </c:pt>
                <c:pt idx="516">
                  <c:v>0.11927708988031009</c:v>
                </c:pt>
                <c:pt idx="517">
                  <c:v>0.12815603984121368</c:v>
                </c:pt>
                <c:pt idx="518">
                  <c:v>0.13671141398556014</c:v>
                </c:pt>
                <c:pt idx="519">
                  <c:v>0.14492659243651712</c:v>
                </c:pt>
                <c:pt idx="520">
                  <c:v>0.1527849361636443</c:v>
                </c:pt>
                <c:pt idx="521">
                  <c:v>0.16026983371086373</c:v>
                </c:pt>
                <c:pt idx="522">
                  <c:v>0.16736475138907425</c:v>
                </c:pt>
                <c:pt idx="523">
                  <c:v>0.17405328701166328</c:v>
                </c:pt>
                <c:pt idx="524">
                  <c:v>0.18031922723886815</c:v>
                </c:pt>
                <c:pt idx="525">
                  <c:v>0.18614660858307033</c:v>
                </c:pt>
                <c:pt idx="526">
                  <c:v>0.19151978211091863</c:v>
                </c:pt>
                <c:pt idx="527">
                  <c:v>0.1964234818600428</c:v>
                </c:pt>
                <c:pt idx="528">
                  <c:v>0.20084289696755739</c:v>
                </c:pt>
                <c:pt idx="529">
                  <c:v>0.20476374748459605</c:v>
                </c:pt>
                <c:pt idx="530">
                  <c:v>0.20817236382560447</c:v>
                </c:pt>
                <c:pt idx="531">
                  <c:v>0.211055769772829</c:v>
                </c:pt>
                <c:pt idx="532">
                  <c:v>0.21340176892544616</c:v>
                </c:pt>
                <c:pt idx="533">
                  <c:v>0.21519903444870603</c:v>
                </c:pt>
                <c:pt idx="534">
                  <c:v>0.21643720194149216</c:v>
                </c:pt>
                <c:pt idx="535">
                  <c:v>0.21710696520050438</c:v>
                </c:pt>
                <c:pt idx="536">
                  <c:v>0.21720017461596361</c:v>
                </c:pt>
                <c:pt idx="537">
                  <c:v>0.21670993788716922</c:v>
                </c:pt>
                <c:pt idx="538">
                  <c:v>0.21563072269644903</c:v>
                </c:pt>
                <c:pt idx="539">
                  <c:v>0.21395846092702184</c:v>
                </c:pt>
                <c:pt idx="540">
                  <c:v>0.21169065395412187</c:v>
                </c:pt>
                <c:pt idx="541">
                  <c:v>0.20882647847946834</c:v>
                </c:pt>
                <c:pt idx="542">
                  <c:v>0.20536689231700506</c:v>
                </c:pt>
                <c:pt idx="543">
                  <c:v>0.20131473947292219</c:v>
                </c:pt>
                <c:pt idx="544">
                  <c:v>0.19667485379560312</c:v>
                </c:pt>
                <c:pt idx="545">
                  <c:v>0.19145416040163696</c:v>
                </c:pt>
                <c:pt idx="546">
                  <c:v>0.18566177401275047</c:v>
                </c:pt>
                <c:pt idx="547">
                  <c:v>0.17930909326605662</c:v>
                </c:pt>
                <c:pt idx="548">
                  <c:v>0.17240988998671167</c:v>
                </c:pt>
                <c:pt idx="549">
                  <c:v>0.16498039233895281</c:v>
                </c:pt>
                <c:pt idx="550">
                  <c:v>0.15703936069886801</c:v>
                </c:pt>
                <c:pt idx="551">
                  <c:v>0.14860815502148383</c:v>
                </c:pt>
                <c:pt idx="552">
                  <c:v>0.13971079240642612</c:v>
                </c:pt>
                <c:pt idx="553">
                  <c:v>0.13037399350191922</c:v>
                </c:pt>
                <c:pt idx="554">
                  <c:v>0.12062721632735415</c:v>
                </c:pt>
                <c:pt idx="555">
                  <c:v>0.11050267604143994</c:v>
                </c:pt>
                <c:pt idx="556">
                  <c:v>0.10003534913776727</c:v>
                </c:pt>
                <c:pt idx="557">
                  <c:v>8.9262960513682932E-2</c:v>
                </c:pt>
                <c:pt idx="558">
                  <c:v>7.8225951834165697E-2</c:v>
                </c:pt>
                <c:pt idx="559">
                  <c:v>6.6967429600987699E-2</c:v>
                </c:pt>
                <c:pt idx="560">
                  <c:v>5.5533091341763929E-2</c:v>
                </c:pt>
                <c:pt idx="561">
                  <c:v>4.3971128354979357E-2</c:v>
                </c:pt>
                <c:pt idx="562">
                  <c:v>3.2332103488491373E-2</c:v>
                </c:pt>
                <c:pt idx="563">
                  <c:v>2.0668802492519858E-2</c:v>
                </c:pt>
                <c:pt idx="564">
                  <c:v>9.0360575761380141E-3</c:v>
                </c:pt>
                <c:pt idx="565">
                  <c:v>2.5094580884574167E-3</c:v>
                </c:pt>
                <c:pt idx="566">
                  <c:v>1.3909466025114621E-2</c:v>
                </c:pt>
                <c:pt idx="567">
                  <c:v>2.5104349210662482E-2</c:v>
                </c:pt>
                <c:pt idx="568">
                  <c:v>3.6033450652931218E-2</c:v>
                </c:pt>
                <c:pt idx="569">
                  <c:v>4.6635404265300814E-2</c:v>
                </c:pt>
                <c:pt idx="570">
                  <c:v>5.6848498226626139E-2</c:v>
                </c:pt>
                <c:pt idx="571">
                  <c:v>6.6611070688237059E-2</c:v>
                </c:pt>
                <c:pt idx="572">
                  <c:v>7.5861937320296696E-2</c:v>
                </c:pt>
                <c:pt idx="573">
                  <c:v>8.4540849777519411E-2</c:v>
                </c:pt>
                <c:pt idx="574">
                  <c:v>9.2588983707814834E-2</c:v>
                </c:pt>
                <c:pt idx="575">
                  <c:v>9.9949454427746276E-2</c:v>
                </c:pt>
                <c:pt idx="576">
                  <c:v>0.10656785784572075</c:v>
                </c:pt>
                <c:pt idx="577">
                  <c:v>0.11239283362984866</c:v>
                </c:pt>
                <c:pt idx="578">
                  <c:v>0.11737664699459599</c:v>
                </c:pt>
                <c:pt idx="579">
                  <c:v>0.12147578482258456</c:v>
                </c:pt>
                <c:pt idx="580">
                  <c:v>0.12465156115006008</c:v>
                </c:pt>
                <c:pt idx="581">
                  <c:v>0.12687072633283167</c:v>
                </c:pt>
                <c:pt idx="582">
                  <c:v>0.12810607348183614</c:v>
                </c:pt>
                <c:pt idx="583">
                  <c:v>0.12833703502299568</c:v>
                </c:pt>
                <c:pt idx="584">
                  <c:v>0.12755026150607168</c:v>
                </c:pt>
                <c:pt idx="585">
                  <c:v>0.12574017407442303</c:v>
                </c:pt>
                <c:pt idx="586">
                  <c:v>0.12290948132687057</c:v>
                </c:pt>
                <c:pt idx="587">
                  <c:v>0.11906965067084159</c:v>
                </c:pt>
                <c:pt idx="588">
                  <c:v>0.1142413237012686</c:v>
                </c:pt>
                <c:pt idx="589">
                  <c:v>0.10845466466278504</c:v>
                </c:pt>
                <c:pt idx="590">
                  <c:v>0.10174963068599047</c:v>
                </c:pt>
                <c:pt idx="591">
                  <c:v>9.4176152255666404E-2</c:v>
                </c:pt>
                <c:pt idx="592">
                  <c:v>8.5794212295454114E-2</c:v>
                </c:pt>
                <c:pt idx="593">
                  <c:v>7.6673812365801799E-2</c:v>
                </c:pt>
                <c:pt idx="594">
                  <c:v>6.6894814797360411E-2</c:v>
                </c:pt>
                <c:pt idx="595">
                  <c:v>5.6546650147740234E-2</c:v>
                </c:pt>
                <c:pt idx="596">
                  <c:v>4.5727880202593059E-2</c:v>
                </c:pt>
                <c:pt idx="597">
                  <c:v>3.4545607868493651E-2</c:v>
                </c:pt>
                <c:pt idx="598">
                  <c:v>2.3114726748540905E-2</c:v>
                </c:pt>
                <c:pt idx="599">
                  <c:v>1.155700497371632E-2</c:v>
                </c:pt>
                <c:pt idx="600">
                  <c:v>3.8981718325193755E-17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21-428A-8B88-667DEF7E6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"/>
          <c:y val="0.13"/>
          <c:w val="0.86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|H| fs = 100 MHz</c:v>
                </c:pt>
              </c:strCache>
            </c:strRef>
          </c:tx>
          <c:spPr>
            <a:ln w="25400" cap="flat">
              <a:solidFill>
                <a:srgbClr val="04785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Sheet1!$A$2:$A$602</c:f>
              <c:strCache>
                <c:ptCount val="601"/>
              </c:strCache>
            </c:strRef>
          </c:cat>
          <c:val>
            <c:numRef>
              <c:f>Sheet1!$B$2:$B$602</c:f>
              <c:numCache>
                <c:formatCode>General</c:formatCode>
                <c:ptCount val="601"/>
                <c:pt idx="0">
                  <c:v>0.99999896369185326</c:v>
                </c:pt>
                <c:pt idx="1">
                  <c:v>0.99999893955314312</c:v>
                </c:pt>
                <c:pt idx="2">
                  <c:v>0.99999891485217041</c:v>
                </c:pt>
                <c:pt idx="3">
                  <c:v>0.99999888957583882</c:v>
                </c:pt>
                <c:pt idx="4">
                  <c:v>0.99999886371074598</c:v>
                </c:pt>
                <c:pt idx="5">
                  <c:v>0.99999883724317817</c:v>
                </c:pt>
                <c:pt idx="6">
                  <c:v>0.99999881015910197</c:v>
                </c:pt>
                <c:pt idx="7">
                  <c:v>0.99999878244415707</c:v>
                </c:pt>
                <c:pt idx="8">
                  <c:v>0.99999875408364858</c:v>
                </c:pt>
                <c:pt idx="9">
                  <c:v>0.9999987250625394</c:v>
                </c:pt>
                <c:pt idx="10">
                  <c:v>0.99999869536544239</c:v>
                </c:pt>
                <c:pt idx="11">
                  <c:v>0.9999986649766115</c:v>
                </c:pt>
                <c:pt idx="12">
                  <c:v>0.9999986338799346</c:v>
                </c:pt>
                <c:pt idx="13">
                  <c:v>0.99999860205892355</c:v>
                </c:pt>
                <c:pt idx="14">
                  <c:v>0.99999856949670662</c:v>
                </c:pt>
                <c:pt idx="15">
                  <c:v>0.99999853617601864</c:v>
                </c:pt>
                <c:pt idx="16">
                  <c:v>0.99999850207919294</c:v>
                </c:pt>
                <c:pt idx="17">
                  <c:v>0.99999846718815089</c:v>
                </c:pt>
                <c:pt idx="18">
                  <c:v>0.99999843148439282</c:v>
                </c:pt>
                <c:pt idx="19">
                  <c:v>0.99999839494898812</c:v>
                </c:pt>
                <c:pt idx="20">
                  <c:v>0.99999835756256528</c:v>
                </c:pt>
                <c:pt idx="21">
                  <c:v>0.99999831930530159</c:v>
                </c:pt>
                <c:pt idx="22">
                  <c:v>0.99999828015691272</c:v>
                </c:pt>
                <c:pt idx="23">
                  <c:v>0.99999824009664173</c:v>
                </c:pt>
                <c:pt idx="24">
                  <c:v>0.99999819910324805</c:v>
                </c:pt>
                <c:pt idx="25">
                  <c:v>0.99999815715499663</c:v>
                </c:pt>
                <c:pt idx="26">
                  <c:v>0.99999811422964602</c:v>
                </c:pt>
                <c:pt idx="27">
                  <c:v>0.99999807030443655</c:v>
                </c:pt>
                <c:pt idx="28">
                  <c:v>0.99999802535607873</c:v>
                </c:pt>
                <c:pt idx="29">
                  <c:v>0.99999797936074053</c:v>
                </c:pt>
                <c:pt idx="30">
                  <c:v>0.99999793229403444</c:v>
                </c:pt>
                <c:pt idx="31">
                  <c:v>0.9999978841310051</c:v>
                </c:pt>
                <c:pt idx="32">
                  <c:v>0.99999783484611626</c:v>
                </c:pt>
                <c:pt idx="33">
                  <c:v>0.9999977844132365</c:v>
                </c:pt>
                <c:pt idx="34">
                  <c:v>0.99999773280562543</c:v>
                </c:pt>
                <c:pt idx="35">
                  <c:v>0.99999767999592026</c:v>
                </c:pt>
                <c:pt idx="36">
                  <c:v>0.99999762595612096</c:v>
                </c:pt>
                <c:pt idx="37">
                  <c:v>0.99999757065757455</c:v>
                </c:pt>
                <c:pt idx="38">
                  <c:v>0.9999975140709616</c:v>
                </c:pt>
                <c:pt idx="39">
                  <c:v>0.99999745616627889</c:v>
                </c:pt>
                <c:pt idx="40">
                  <c:v>0.99999739691282508</c:v>
                </c:pt>
                <c:pt idx="41">
                  <c:v>0.99999733627918275</c:v>
                </c:pt>
                <c:pt idx="42">
                  <c:v>0.99999727423320428</c:v>
                </c:pt>
                <c:pt idx="43">
                  <c:v>0.9999972107419911</c:v>
                </c:pt>
                <c:pt idx="44">
                  <c:v>0.99999714577188026</c:v>
                </c:pt>
                <c:pt idx="45">
                  <c:v>0.99999707928842374</c:v>
                </c:pt>
                <c:pt idx="46">
                  <c:v>0.99999701125637142</c:v>
                </c:pt>
                <c:pt idx="47">
                  <c:v>0.99999694163965158</c:v>
                </c:pt>
                <c:pt idx="48">
                  <c:v>0.9999968704013531</c:v>
                </c:pt>
                <c:pt idx="49">
                  <c:v>0.99999679750370463</c:v>
                </c:pt>
                <c:pt idx="50">
                  <c:v>0.99999672290805475</c:v>
                </c:pt>
                <c:pt idx="51">
                  <c:v>0.99999664657485265</c:v>
                </c:pt>
                <c:pt idx="52">
                  <c:v>0.99999656846362528</c:v>
                </c:pt>
                <c:pt idx="53">
                  <c:v>0.99999648853295731</c:v>
                </c:pt>
                <c:pt idx="54">
                  <c:v>0.99999640674046897</c:v>
                </c:pt>
                <c:pt idx="55">
                  <c:v>0.99999632304279273</c:v>
                </c:pt>
                <c:pt idx="56">
                  <c:v>0.99999623739555155</c:v>
                </c:pt>
                <c:pt idx="57">
                  <c:v>0.99999614975333417</c:v>
                </c:pt>
                <c:pt idx="58">
                  <c:v>0.99999606006967223</c:v>
                </c:pt>
                <c:pt idx="59">
                  <c:v>0.9999959682970142</c:v>
                </c:pt>
                <c:pt idx="60">
                  <c:v>0.99999587438670157</c:v>
                </c:pt>
                <c:pt idx="61">
                  <c:v>0.99999577828894193</c:v>
                </c:pt>
                <c:pt idx="62">
                  <c:v>0.99999567995278349</c:v>
                </c:pt>
                <c:pt idx="63">
                  <c:v>0.99999557932608774</c:v>
                </c:pt>
                <c:pt idx="64">
                  <c:v>0.99999547635550112</c:v>
                </c:pt>
                <c:pt idx="65">
                  <c:v>0.99999537098642799</c:v>
                </c:pt>
                <c:pt idx="66">
                  <c:v>0.99999526316300047</c:v>
                </c:pt>
                <c:pt idx="67">
                  <c:v>0.99999515282804985</c:v>
                </c:pt>
                <c:pt idx="68">
                  <c:v>0.99999503992307559</c:v>
                </c:pt>
                <c:pt idx="69">
                  <c:v>0.99999492438821425</c:v>
                </c:pt>
                <c:pt idx="70">
                  <c:v>0.99999480616220848</c:v>
                </c:pt>
                <c:pt idx="71">
                  <c:v>0.99999468518237355</c:v>
                </c:pt>
                <c:pt idx="72">
                  <c:v>0.99999456138456533</c:v>
                </c:pt>
                <c:pt idx="73">
                  <c:v>0.9999944347031452</c:v>
                </c:pt>
                <c:pt idx="74">
                  <c:v>0.99999430507094522</c:v>
                </c:pt>
                <c:pt idx="75">
                  <c:v>0.99999417241923372</c:v>
                </c:pt>
                <c:pt idx="76">
                  <c:v>0.99999403667767761</c:v>
                </c:pt>
                <c:pt idx="77">
                  <c:v>0.99999389777430558</c:v>
                </c:pt>
                <c:pt idx="78">
                  <c:v>0.99999375563547022</c:v>
                </c:pt>
                <c:pt idx="79">
                  <c:v>0.99999361018580846</c:v>
                </c:pt>
                <c:pt idx="80">
                  <c:v>0.99999346134820155</c:v>
                </c:pt>
                <c:pt idx="81">
                  <c:v>0.99999330904373507</c:v>
                </c:pt>
                <c:pt idx="82">
                  <c:v>0.99999315319165571</c:v>
                </c:pt>
                <c:pt idx="83">
                  <c:v>0.99999299370932992</c:v>
                </c:pt>
                <c:pt idx="84">
                  <c:v>0.99999283051219912</c:v>
                </c:pt>
                <c:pt idx="85">
                  <c:v>0.99999266351373473</c:v>
                </c:pt>
                <c:pt idx="86">
                  <c:v>0.99999249262539347</c:v>
                </c:pt>
                <c:pt idx="87">
                  <c:v>0.99999231775656916</c:v>
                </c:pt>
                <c:pt idx="88">
                  <c:v>0.99999213881454541</c:v>
                </c:pt>
                <c:pt idx="89">
                  <c:v>0.99999195570444599</c:v>
                </c:pt>
                <c:pt idx="90">
                  <c:v>0.99999176832918457</c:v>
                </c:pt>
                <c:pt idx="91">
                  <c:v>0.99999157658941418</c:v>
                </c:pt>
                <c:pt idx="92">
                  <c:v>0.99999138038347302</c:v>
                </c:pt>
                <c:pt idx="93">
                  <c:v>0.99999117960733186</c:v>
                </c:pt>
                <c:pt idx="94">
                  <c:v>0.99999097415453786</c:v>
                </c:pt>
                <c:pt idx="95">
                  <c:v>0.99999076391615949</c:v>
                </c:pt>
                <c:pt idx="96">
                  <c:v>0.99999054878072702</c:v>
                </c:pt>
                <c:pt idx="97">
                  <c:v>0.9999903286341747</c:v>
                </c:pt>
                <c:pt idx="98">
                  <c:v>0.99999010335977978</c:v>
                </c:pt>
                <c:pt idx="99">
                  <c:v>0.99998987283810115</c:v>
                </c:pt>
                <c:pt idx="100">
                  <c:v>0.99998963694691501</c:v>
                </c:pt>
                <c:pt idx="101">
                  <c:v>0.99998939556115107</c:v>
                </c:pt>
                <c:pt idx="102">
                  <c:v>0.99998914855282606</c:v>
                </c:pt>
                <c:pt idx="103">
                  <c:v>0.99998889579097483</c:v>
                </c:pt>
                <c:pt idx="104">
                  <c:v>0.99998863714158293</c:v>
                </c:pt>
                <c:pt idx="105">
                  <c:v>0.99998837246751326</c:v>
                </c:pt>
                <c:pt idx="106">
                  <c:v>0.9999881016284351</c:v>
                </c:pt>
                <c:pt idx="107">
                  <c:v>0.99998782448074897</c:v>
                </c:pt>
                <c:pt idx="108">
                  <c:v>0.99998754087751052</c:v>
                </c:pt>
                <c:pt idx="109">
                  <c:v>0.99998725066835326</c:v>
                </c:pt>
                <c:pt idx="110">
                  <c:v>0.99998695369940727</c:v>
                </c:pt>
                <c:pt idx="111">
                  <c:v>0.99998664981321972</c:v>
                </c:pt>
                <c:pt idx="112">
                  <c:v>0.99998633884866961</c:v>
                </c:pt>
                <c:pt idx="113">
                  <c:v>0.99998602064088327</c:v>
                </c:pt>
                <c:pt idx="114">
                  <c:v>0.99998569502114709</c:v>
                </c:pt>
                <c:pt idx="115">
                  <c:v>0.99998536181681741</c:v>
                </c:pt>
                <c:pt idx="116">
                  <c:v>0.99998502085122931</c:v>
                </c:pt>
                <c:pt idx="117">
                  <c:v>0.99998467194360319</c:v>
                </c:pt>
                <c:pt idx="118">
                  <c:v>0.99998431490894846</c:v>
                </c:pt>
                <c:pt idx="119">
                  <c:v>0.99998394955796555</c:v>
                </c:pt>
                <c:pt idx="120">
                  <c:v>0.99998357569694618</c:v>
                </c:pt>
                <c:pt idx="121">
                  <c:v>0.99998319312767014</c:v>
                </c:pt>
                <c:pt idx="122">
                  <c:v>0.99998280164729969</c:v>
                </c:pt>
                <c:pt idx="123">
                  <c:v>0.99998240104827329</c:v>
                </c:pt>
                <c:pt idx="124">
                  <c:v>0.99998199111819452</c:v>
                </c:pt>
                <c:pt idx="125">
                  <c:v>0.99998157163971968</c:v>
                </c:pt>
                <c:pt idx="126">
                  <c:v>0.999981142390443</c:v>
                </c:pt>
                <c:pt idx="127">
                  <c:v>0.99998070314277809</c:v>
                </c:pt>
                <c:pt idx="128">
                  <c:v>0.99998025366383814</c:v>
                </c:pt>
                <c:pt idx="129">
                  <c:v>0.99997979371531154</c:v>
                </c:pt>
                <c:pt idx="130">
                  <c:v>0.99997932305333603</c:v>
                </c:pt>
                <c:pt idx="131">
                  <c:v>0.99997884142836946</c:v>
                </c:pt>
                <c:pt idx="132">
                  <c:v>0.9999783485850573</c:v>
                </c:pt>
                <c:pt idx="133">
                  <c:v>0.99997784426209746</c:v>
                </c:pt>
                <c:pt idx="134">
                  <c:v>0.99997732819210128</c:v>
                </c:pt>
                <c:pt idx="135">
                  <c:v>0.99997680010145273</c:v>
                </c:pt>
                <c:pt idx="136">
                  <c:v>0.99997625971016235</c:v>
                </c:pt>
                <c:pt idx="137">
                  <c:v>0.99997570673171932</c:v>
                </c:pt>
                <c:pt idx="138">
                  <c:v>0.99997514087293937</c:v>
                </c:pt>
                <c:pt idx="139">
                  <c:v>0.99997456183381017</c:v>
                </c:pt>
                <c:pt idx="140">
                  <c:v>0.99997396930733085</c:v>
                </c:pt>
                <c:pt idx="141">
                  <c:v>0.99997336297935013</c:v>
                </c:pt>
                <c:pt idx="142">
                  <c:v>0.99997274252839996</c:v>
                </c:pt>
                <c:pt idx="143">
                  <c:v>0.9999721076255248</c:v>
                </c:pt>
                <c:pt idx="144">
                  <c:v>0.99997145793410702</c:v>
                </c:pt>
                <c:pt idx="145">
                  <c:v>0.99997079310968828</c:v>
                </c:pt>
                <c:pt idx="146">
                  <c:v>0.99997011279978876</c:v>
                </c:pt>
                <c:pt idx="147">
                  <c:v>0.99996941664371697</c:v>
                </c:pt>
                <c:pt idx="148">
                  <c:v>0.99996870427238194</c:v>
                </c:pt>
                <c:pt idx="149">
                  <c:v>0.99996797530809556</c:v>
                </c:pt>
                <c:pt idx="150">
                  <c:v>0.99996722936437266</c:v>
                </c:pt>
                <c:pt idx="151">
                  <c:v>0.9999664660457267</c:v>
                </c:pt>
                <c:pt idx="152">
                  <c:v>0.99996568494745963</c:v>
                </c:pt>
                <c:pt idx="153">
                  <c:v>0.99996488565544772</c:v>
                </c:pt>
                <c:pt idx="154">
                  <c:v>0.9999640677459215</c:v>
                </c:pt>
                <c:pt idx="155">
                  <c:v>0.99996323078524174</c:v>
                </c:pt>
                <c:pt idx="156">
                  <c:v>0.99996237432966928</c:v>
                </c:pt>
                <c:pt idx="157">
                  <c:v>0.99996149792512967</c:v>
                </c:pt>
                <c:pt idx="158">
                  <c:v>0.99996060110697293</c:v>
                </c:pt>
                <c:pt idx="159">
                  <c:v>0.99995968339972696</c:v>
                </c:pt>
                <c:pt idx="160">
                  <c:v>0.99995874431684484</c:v>
                </c:pt>
                <c:pt idx="161">
                  <c:v>0.9999577833604486</c:v>
                </c:pt>
                <c:pt idx="162">
                  <c:v>0.99995680002106435</c:v>
                </c:pt>
                <c:pt idx="163">
                  <c:v>0.99995579377735089</c:v>
                </c:pt>
                <c:pt idx="164">
                  <c:v>0.99995476409582629</c:v>
                </c:pt>
                <c:pt idx="165">
                  <c:v>0.99995371043058245</c:v>
                </c:pt>
                <c:pt idx="166">
                  <c:v>0.99995263222299724</c:v>
                </c:pt>
                <c:pt idx="167">
                  <c:v>0.99995152890143768</c:v>
                </c:pt>
                <c:pt idx="168">
                  <c:v>0.9999503998809578</c:v>
                </c:pt>
                <c:pt idx="169">
                  <c:v>0.99994924456298773</c:v>
                </c:pt>
                <c:pt idx="170">
                  <c:v>0.99994806233501654</c:v>
                </c:pt>
                <c:pt idx="171">
                  <c:v>0.99994685257026816</c:v>
                </c:pt>
                <c:pt idx="172">
                  <c:v>0.99994561462736853</c:v>
                </c:pt>
                <c:pt idx="173">
                  <c:v>0.99994434785000663</c:v>
                </c:pt>
                <c:pt idx="174">
                  <c:v>0.99994305156658481</c:v>
                </c:pt>
                <c:pt idx="175">
                  <c:v>0.9999417250898649</c:v>
                </c:pt>
                <c:pt idx="176">
                  <c:v>0.99994036771660277</c:v>
                </c:pt>
                <c:pt idx="177">
                  <c:v>0.99993897872717619</c:v>
                </c:pt>
                <c:pt idx="178">
                  <c:v>0.9999375573852024</c:v>
                </c:pt>
                <c:pt idx="179">
                  <c:v>0.99993610293714952</c:v>
                </c:pt>
                <c:pt idx="180">
                  <c:v>0.99993461461193545</c:v>
                </c:pt>
                <c:pt idx="181">
                  <c:v>0.99993309162052035</c:v>
                </c:pt>
                <c:pt idx="182">
                  <c:v>0.99993153315548855</c:v>
                </c:pt>
                <c:pt idx="183">
                  <c:v>0.99992993839061928</c:v>
                </c:pt>
                <c:pt idx="184">
                  <c:v>0.99992830648045061</c:v>
                </c:pt>
                <c:pt idx="185">
                  <c:v>0.99992663655983038</c:v>
                </c:pt>
                <c:pt idx="186">
                  <c:v>0.99992492774345731</c:v>
                </c:pt>
                <c:pt idx="187">
                  <c:v>0.99992317912541329</c:v>
                </c:pt>
                <c:pt idx="188">
                  <c:v>0.99992138977868172</c:v>
                </c:pt>
                <c:pt idx="189">
                  <c:v>0.99991955875465721</c:v>
                </c:pt>
                <c:pt idx="190">
                  <c:v>0.99991768508264267</c:v>
                </c:pt>
                <c:pt idx="191">
                  <c:v>0.99991576776933511</c:v>
                </c:pt>
                <c:pt idx="192">
                  <c:v>0.99991380579829836</c:v>
                </c:pt>
                <c:pt idx="193">
                  <c:v>0.9999117981294261</c:v>
                </c:pt>
                <c:pt idx="194">
                  <c:v>0.99990974369838881</c:v>
                </c:pt>
                <c:pt idx="195">
                  <c:v>0.99990764141607158</c:v>
                </c:pt>
                <c:pt idx="196">
                  <c:v>0.9999054901679959</c:v>
                </c:pt>
                <c:pt idx="197">
                  <c:v>0.99990328881372925</c:v>
                </c:pt>
                <c:pt idx="198">
                  <c:v>0.9999010361862809</c:v>
                </c:pt>
                <c:pt idx="199">
                  <c:v>0.99989873109148442</c:v>
                </c:pt>
                <c:pt idx="200">
                  <c:v>0.99989637230736317</c:v>
                </c:pt>
                <c:pt idx="201">
                  <c:v>0.99989395858348462</c:v>
                </c:pt>
                <c:pt idx="202">
                  <c:v>0.99989148864029676</c:v>
                </c:pt>
                <c:pt idx="203">
                  <c:v>0.99988896116845072</c:v>
                </c:pt>
                <c:pt idx="204">
                  <c:v>0.99988637482810672</c:v>
                </c:pt>
                <c:pt idx="205">
                  <c:v>0.99988372824822414</c:v>
                </c:pt>
                <c:pt idx="206">
                  <c:v>0.99988102002583579</c:v>
                </c:pt>
                <c:pt idx="207">
                  <c:v>0.99987824872530373</c:v>
                </c:pt>
                <c:pt idx="208">
                  <c:v>0.99987541287755977</c:v>
                </c:pt>
                <c:pt idx="209">
                  <c:v>0.99987251097932595</c:v>
                </c:pt>
                <c:pt idx="210">
                  <c:v>0.99986954149231921</c:v>
                </c:pt>
                <c:pt idx="211">
                  <c:v>0.99986650284243617</c:v>
                </c:pt>
                <c:pt idx="212">
                  <c:v>0.99986339341891928</c:v>
                </c:pt>
                <c:pt idx="213">
                  <c:v>0.99986021157350313</c:v>
                </c:pt>
                <c:pt idx="214">
                  <c:v>0.99985695561954235</c:v>
                </c:pt>
                <c:pt idx="215">
                  <c:v>0.99985362383111709</c:v>
                </c:pt>
                <c:pt idx="216">
                  <c:v>0.99985021444211952</c:v>
                </c:pt>
                <c:pt idx="217">
                  <c:v>0.99984672564531818</c:v>
                </c:pt>
                <c:pt idx="218">
                  <c:v>0.99984315559140102</c:v>
                </c:pt>
                <c:pt idx="219">
                  <c:v>0.99983950238799524</c:v>
                </c:pt>
                <c:pt idx="220">
                  <c:v>0.99983576409866604</c:v>
                </c:pt>
                <c:pt idx="221">
                  <c:v>0.99983193874188936</c:v>
                </c:pt>
                <c:pt idx="222">
                  <c:v>0.99982802429000528</c:v>
                </c:pt>
                <c:pt idx="223">
                  <c:v>0.99982401866814052</c:v>
                </c:pt>
                <c:pt idx="224">
                  <c:v>0.99981991975311313</c:v>
                </c:pt>
                <c:pt idx="225">
                  <c:v>0.99981572537230567</c:v>
                </c:pt>
                <c:pt idx="226">
                  <c:v>0.99981143330251598</c:v>
                </c:pt>
                <c:pt idx="227">
                  <c:v>0.99980704126877973</c:v>
                </c:pt>
                <c:pt idx="228">
                  <c:v>0.99980254694316495</c:v>
                </c:pt>
                <c:pt idx="229">
                  <c:v>0.99979794794354082</c:v>
                </c:pt>
                <c:pt idx="230">
                  <c:v>0.99979324183231533</c:v>
                </c:pt>
                <c:pt idx="231">
                  <c:v>0.99978842611514451</c:v>
                </c:pt>
                <c:pt idx="232">
                  <c:v>0.99978349823961299</c:v>
                </c:pt>
                <c:pt idx="233">
                  <c:v>0.99977845559388123</c:v>
                </c:pt>
                <c:pt idx="234">
                  <c:v>0.99977329550530392</c:v>
                </c:pt>
                <c:pt idx="235">
                  <c:v>0.99976801523901437</c:v>
                </c:pt>
                <c:pt idx="236">
                  <c:v>0.99976261199647687</c:v>
                </c:pt>
                <c:pt idx="237">
                  <c:v>0.999757082914006</c:v>
                </c:pt>
                <c:pt idx="238">
                  <c:v>0.9997514250612497</c:v>
                </c:pt>
                <c:pt idx="239">
                  <c:v>0.99974563543963868</c:v>
                </c:pt>
                <c:pt idx="240">
                  <c:v>0.99973971098079928</c:v>
                </c:pt>
                <c:pt idx="241">
                  <c:v>0.99973364854493008</c:v>
                </c:pt>
                <c:pt idx="242">
                  <c:v>0.99972744491913823</c:v>
                </c:pt>
                <c:pt idx="243">
                  <c:v>0.99972109681574173</c:v>
                </c:pt>
                <c:pt idx="244">
                  <c:v>0.99971460087052766</c:v>
                </c:pt>
                <c:pt idx="245">
                  <c:v>0.99970795364097242</c:v>
                </c:pt>
                <c:pt idx="246">
                  <c:v>0.99970115160442052</c:v>
                </c:pt>
                <c:pt idx="247">
                  <c:v>0.99969419115621994</c:v>
                </c:pt>
                <c:pt idx="248">
                  <c:v>0.99968706860781509</c:v>
                </c:pt>
                <c:pt idx="249">
                  <c:v>0.99967978018479597</c:v>
                </c:pt>
                <c:pt idx="250">
                  <c:v>0.99967232202489997</c:v>
                </c:pt>
                <c:pt idx="251">
                  <c:v>0.99966469017596982</c:v>
                </c:pt>
                <c:pt idx="252">
                  <c:v>0.99965688059386237</c:v>
                </c:pt>
                <c:pt idx="253">
                  <c:v>0.99964888914030925</c:v>
                </c:pt>
                <c:pt idx="254">
                  <c:v>0.99964071158072787</c:v>
                </c:pt>
                <c:pt idx="255">
                  <c:v>0.99963234358198283</c:v>
                </c:pt>
                <c:pt idx="256">
                  <c:v>0.99962378071009206</c:v>
                </c:pt>
                <c:pt idx="257">
                  <c:v>0.99961501842788392</c:v>
                </c:pt>
                <c:pt idx="258">
                  <c:v>0.99960605209259656</c:v>
                </c:pt>
                <c:pt idx="259">
                  <c:v>0.99959687695342381</c:v>
                </c:pt>
                <c:pt idx="260">
                  <c:v>0.99958748814900256</c:v>
                </c:pt>
                <c:pt idx="261">
                  <c:v>0.99957788070484221</c:v>
                </c:pt>
                <c:pt idx="262">
                  <c:v>0.99956804953069567</c:v>
                </c:pt>
                <c:pt idx="263">
                  <c:v>0.99955798941786678</c:v>
                </c:pt>
                <c:pt idx="264">
                  <c:v>0.99954769503645935</c:v>
                </c:pt>
                <c:pt idx="265">
                  <c:v>0.99953716093255762</c:v>
                </c:pt>
                <c:pt idx="266">
                  <c:v>0.99952638152534434</c:v>
                </c:pt>
                <c:pt idx="267">
                  <c:v>0.99951535110415191</c:v>
                </c:pt>
                <c:pt idx="268">
                  <c:v>0.99950406382544366</c:v>
                </c:pt>
                <c:pt idx="269">
                  <c:v>0.99949251370972703</c:v>
                </c:pt>
                <c:pt idx="270">
                  <c:v>0.99948069463839295</c:v>
                </c:pt>
                <c:pt idx="271">
                  <c:v>0.99946860035048368</c:v>
                </c:pt>
                <c:pt idx="272">
                  <c:v>0.99945622443938553</c:v>
                </c:pt>
                <c:pt idx="273">
                  <c:v>0.99944356034944393</c:v>
                </c:pt>
                <c:pt idx="274">
                  <c:v>0.99943060137250117</c:v>
                </c:pt>
                <c:pt idx="275">
                  <c:v>0.99941734064435361</c:v>
                </c:pt>
                <c:pt idx="276">
                  <c:v>0.99940377114112611</c:v>
                </c:pt>
                <c:pt idx="277">
                  <c:v>0.99938988567556297</c:v>
                </c:pt>
                <c:pt idx="278">
                  <c:v>0.99937567689323392</c:v>
                </c:pt>
                <c:pt idx="279">
                  <c:v>0.99936113726865039</c:v>
                </c:pt>
                <c:pt idx="280">
                  <c:v>0.99934625910129293</c:v>
                </c:pt>
                <c:pt idx="281">
                  <c:v>0.99933103451154637</c:v>
                </c:pt>
                <c:pt idx="282">
                  <c:v>0.99931545543654221</c:v>
                </c:pt>
                <c:pt idx="283">
                  <c:v>0.99929951362590164</c:v>
                </c:pt>
                <c:pt idx="284">
                  <c:v>0.99928320063738318</c:v>
                </c:pt>
                <c:pt idx="285">
                  <c:v>0.99926650783242799</c:v>
                </c:pt>
                <c:pt idx="286">
                  <c:v>0.99924942637160308</c:v>
                </c:pt>
                <c:pt idx="287">
                  <c:v>0.99923194720993735</c:v>
                </c:pt>
                <c:pt idx="288">
                  <c:v>0.99921406109215216</c:v>
                </c:pt>
                <c:pt idx="289">
                  <c:v>0.99919575854777931</c:v>
                </c:pt>
                <c:pt idx="290">
                  <c:v>0.9991770298861683</c:v>
                </c:pt>
                <c:pt idx="291">
                  <c:v>0.9991578651913755</c:v>
                </c:pt>
                <c:pt idx="292">
                  <c:v>0.9991382543169387</c:v>
                </c:pt>
                <c:pt idx="293">
                  <c:v>0.99911818688052756</c:v>
                </c:pt>
                <c:pt idx="294">
                  <c:v>0.99909765225847247</c:v>
                </c:pt>
                <c:pt idx="295">
                  <c:v>0.99907663958016557</c:v>
                </c:pt>
                <c:pt idx="296">
                  <c:v>0.99905513772233479</c:v>
                </c:pt>
                <c:pt idx="297">
                  <c:v>0.99903313530318272</c:v>
                </c:pt>
                <c:pt idx="298">
                  <c:v>0.99901062067639257</c:v>
                </c:pt>
                <c:pt idx="299">
                  <c:v>0.99898758192499393</c:v>
                </c:pt>
                <c:pt idx="300">
                  <c:v>0.99896400685508879</c:v>
                </c:pt>
                <c:pt idx="301">
                  <c:v>0.99893988298943137</c:v>
                </c:pt>
                <c:pt idx="302">
                  <c:v>0.99891519756086034</c:v>
                </c:pt>
                <c:pt idx="303">
                  <c:v>0.99888993750557953</c:v>
                </c:pt>
                <c:pt idx="304">
                  <c:v>0.99886408945628413</c:v>
                </c:pt>
                <c:pt idx="305">
                  <c:v>0.99883763973512796</c:v>
                </c:pt>
                <c:pt idx="306">
                  <c:v>0.99881057434652842</c:v>
                </c:pt>
                <c:pt idx="307">
                  <c:v>0.99878287896980655</c:v>
                </c:pt>
                <c:pt idx="308">
                  <c:v>0.998754538951657</c:v>
                </c:pt>
                <c:pt idx="309">
                  <c:v>0.99872553929844421</c:v>
                </c:pt>
                <c:pt idx="310">
                  <c:v>0.99869586466832216</c:v>
                </c:pt>
                <c:pt idx="311">
                  <c:v>0.9986654993631725</c:v>
                </c:pt>
                <c:pt idx="312">
                  <c:v>0.99863442732035623</c:v>
                </c:pt>
                <c:pt idx="313">
                  <c:v>0.99860263210427735</c:v>
                </c:pt>
                <c:pt idx="314">
                  <c:v>0.99857009689775056</c:v>
                </c:pt>
                <c:pt idx="315">
                  <c:v>0.99853680449317284</c:v>
                </c:pt>
                <c:pt idx="316">
                  <c:v>0.99850273728348959</c:v>
                </c:pt>
                <c:pt idx="317">
                  <c:v>0.99846787725295527</c:v>
                </c:pt>
                <c:pt idx="318">
                  <c:v>0.99843220596768112</c:v>
                </c:pt>
                <c:pt idx="319">
                  <c:v>0.99839570456596538</c:v>
                </c:pt>
                <c:pt idx="320">
                  <c:v>0.99835835374840254</c:v>
                </c:pt>
                <c:pt idx="321">
                  <c:v>0.99832013376776541</c:v>
                </c:pt>
                <c:pt idx="322">
                  <c:v>0.99828102441865374</c:v>
                </c:pt>
                <c:pt idx="323">
                  <c:v>0.99824100502690849</c:v>
                </c:pt>
                <c:pt idx="324">
                  <c:v>0.99820005443878035</c:v>
                </c:pt>
                <c:pt idx="325">
                  <c:v>0.99815815100985206</c:v>
                </c:pt>
                <c:pt idx="326">
                  <c:v>0.99811527259370736</c:v>
                </c:pt>
                <c:pt idx="327">
                  <c:v>0.99807139653033849</c:v>
                </c:pt>
                <c:pt idx="328">
                  <c:v>0.99802649963429069</c:v>
                </c:pt>
                <c:pt idx="329">
                  <c:v>0.99798055818253384</c:v>
                </c:pt>
                <c:pt idx="330">
                  <c:v>0.99793354790205868</c:v>
                </c:pt>
                <c:pt idx="331">
                  <c:v>0.99788544395718803</c:v>
                </c:pt>
                <c:pt idx="332">
                  <c:v>0.99783622093659874</c:v>
                </c:pt>
                <c:pt idx="333">
                  <c:v>0.9977858528400475</c:v>
                </c:pt>
                <c:pt idx="334">
                  <c:v>0.99773431306479421</c:v>
                </c:pt>
                <c:pt idx="335">
                  <c:v>0.9976815743917139</c:v>
                </c:pt>
                <c:pt idx="336">
                  <c:v>0.99762760897109504</c:v>
                </c:pt>
                <c:pt idx="337">
                  <c:v>0.99757238830811112</c:v>
                </c:pt>
                <c:pt idx="338">
                  <c:v>0.99751588324796436</c:v>
                </c:pt>
                <c:pt idx="339">
                  <c:v>0.99745806396068881</c:v>
                </c:pt>
                <c:pt idx="340">
                  <c:v>0.99739889992560915</c:v>
                </c:pt>
                <c:pt idx="341">
                  <c:v>0.99733835991544639</c:v>
                </c:pt>
                <c:pt idx="342">
                  <c:v>0.99727641198006112</c:v>
                </c:pt>
                <c:pt idx="343">
                  <c:v>0.99721302342982987</c:v>
                </c:pt>
                <c:pt idx="344">
                  <c:v>0.99714816081864166</c:v>
                </c:pt>
                <c:pt idx="345">
                  <c:v>0.99708178992651075</c:v>
                </c:pt>
                <c:pt idx="346">
                  <c:v>0.99701387574179512</c:v>
                </c:pt>
                <c:pt idx="347">
                  <c:v>0.99694438244301109</c:v>
                </c:pt>
                <c:pt idx="348">
                  <c:v>0.99687327338023801</c:v>
                </c:pt>
                <c:pt idx="349">
                  <c:v>0.99680051105610135</c:v>
                </c:pt>
                <c:pt idx="350">
                  <c:v>0.99672605710632678</c:v>
                </c:pt>
                <c:pt idx="351">
                  <c:v>0.99664987227985302</c:v>
                </c:pt>
                <c:pt idx="352">
                  <c:v>0.99657191641849929</c:v>
                </c:pt>
                <c:pt idx="353">
                  <c:v>0.9964921484361714</c:v>
                </c:pt>
                <c:pt idx="354">
                  <c:v>0.99641052629760007</c:v>
                </c:pt>
                <c:pt idx="355">
                  <c:v>0.99632700699660237</c:v>
                </c:pt>
                <c:pt idx="356">
                  <c:v>0.99624154653385066</c:v>
                </c:pt>
                <c:pt idx="357">
                  <c:v>0.99615409989414527</c:v>
                </c:pt>
                <c:pt idx="358">
                  <c:v>0.99606462102317472</c:v>
                </c:pt>
                <c:pt idx="359">
                  <c:v>0.99597306280375497</c:v>
                </c:pt>
                <c:pt idx="360">
                  <c:v>0.99587937703153717</c:v>
                </c:pt>
                <c:pt idx="361">
                  <c:v>0.99578351439016988</c:v>
                </c:pt>
                <c:pt idx="362">
                  <c:v>0.99568542442590602</c:v>
                </c:pt>
                <c:pt idx="363">
                  <c:v>0.99558505552164267</c:v>
                </c:pt>
                <c:pt idx="364">
                  <c:v>0.99548235487038117</c:v>
                </c:pt>
                <c:pt idx="365">
                  <c:v>0.99537726844809482</c:v>
                </c:pt>
                <c:pt idx="366">
                  <c:v>0.99526974098599219</c:v>
                </c:pt>
                <c:pt idx="367">
                  <c:v>0.99515971594216313</c:v>
                </c:pt>
                <c:pt idx="368">
                  <c:v>0.99504713547259493</c:v>
                </c:pt>
                <c:pt idx="369">
                  <c:v>0.99493194040154398</c:v>
                </c:pt>
                <c:pt idx="370">
                  <c:v>0.99481407019125068</c:v>
                </c:pt>
                <c:pt idx="371">
                  <c:v>0.99469346291098304</c:v>
                </c:pt>
                <c:pt idx="372">
                  <c:v>0.99457005520539665</c:v>
                </c:pt>
                <c:pt idx="373">
                  <c:v>0.99444378226219343</c:v>
                </c:pt>
                <c:pt idx="374">
                  <c:v>0.99431457777906918</c:v>
                </c:pt>
                <c:pt idx="375">
                  <c:v>0.99418237392992892</c:v>
                </c:pt>
                <c:pt idx="376">
                  <c:v>0.99404710133036378</c:v>
                </c:pt>
                <c:pt idx="377">
                  <c:v>0.99390868900236429</c:v>
                </c:pt>
                <c:pt idx="378">
                  <c:v>0.99376706433826267</c:v>
                </c:pt>
                <c:pt idx="379">
                  <c:v>0.99362215306388313</c:v>
                </c:pt>
                <c:pt idx="380">
                  <c:v>0.99347387920088648</c:v>
                </c:pt>
                <c:pt idx="381">
                  <c:v>0.99332216502829274</c:v>
                </c:pt>
                <c:pt idx="382">
                  <c:v>0.99316693104316378</c:v>
                </c:pt>
                <c:pt idx="383">
                  <c:v>0.99300809592043038</c:v>
                </c:pt>
                <c:pt idx="384">
                  <c:v>0.99284557647184579</c:v>
                </c:pt>
                <c:pt idx="385">
                  <c:v>0.99267928760404933</c:v>
                </c:pt>
                <c:pt idx="386">
                  <c:v>0.99250914227572062</c:v>
                </c:pt>
                <c:pt idx="387">
                  <c:v>0.99233505145380896</c:v>
                </c:pt>
                <c:pt idx="388">
                  <c:v>0.99215692406881717</c:v>
                </c:pt>
                <c:pt idx="389">
                  <c:v>0.99197466696912284</c:v>
                </c:pt>
                <c:pt idx="390">
                  <c:v>0.9917881848743183</c:v>
                </c:pt>
                <c:pt idx="391">
                  <c:v>0.99159738032754963</c:v>
                </c:pt>
                <c:pt idx="392">
                  <c:v>0.99140215364683493</c:v>
                </c:pt>
                <c:pt idx="393">
                  <c:v>0.99120240287534478</c:v>
                </c:pt>
                <c:pt idx="394">
                  <c:v>0.99099802373062107</c:v>
                </c:pt>
                <c:pt idx="395">
                  <c:v>0.99078890955271914</c:v>
                </c:pt>
                <c:pt idx="396">
                  <c:v>0.99057495125124773</c:v>
                </c:pt>
                <c:pt idx="397">
                  <c:v>0.99035603725129062</c:v>
                </c:pt>
                <c:pt idx="398">
                  <c:v>0.99013205343818522</c:v>
                </c:pt>
                <c:pt idx="399">
                  <c:v>0.98990288310114127</c:v>
                </c:pt>
                <c:pt idx="400">
                  <c:v>0.98966840687567403</c:v>
                </c:pt>
                <c:pt idx="401">
                  <c:v>0.98942850268483484</c:v>
                </c:pt>
                <c:pt idx="402">
                  <c:v>0.98918304567921178</c:v>
                </c:pt>
                <c:pt idx="403">
                  <c:v>0.98893190817568588</c:v>
                </c:pt>
                <c:pt idx="404">
                  <c:v>0.98867495959491314</c:v>
                </c:pt>
                <c:pt idx="405">
                  <c:v>0.98841206639751467</c:v>
                </c:pt>
                <c:pt idx="406">
                  <c:v>0.98814309201895356</c:v>
                </c:pt>
                <c:pt idx="407">
                  <c:v>0.98786789680306786</c:v>
                </c:pt>
                <c:pt idx="408">
                  <c:v>0.98758633793424921</c:v>
                </c:pt>
                <c:pt idx="409">
                  <c:v>0.98729826936823206</c:v>
                </c:pt>
                <c:pt idx="410">
                  <c:v>0.98700354176147886</c:v>
                </c:pt>
                <c:pt idx="411">
                  <c:v>0.98670200239913253</c:v>
                </c:pt>
                <c:pt idx="412">
                  <c:v>0.98639349512151664</c:v>
                </c:pt>
                <c:pt idx="413">
                  <c:v>0.98607786024915867</c:v>
                </c:pt>
                <c:pt idx="414">
                  <c:v>0.98575493450630891</c:v>
                </c:pt>
                <c:pt idx="415">
                  <c:v>0.98542455094294035</c:v>
                </c:pt>
                <c:pt idx="416">
                  <c:v>0.9850865388551967</c:v>
                </c:pt>
                <c:pt idx="417">
                  <c:v>0.98474072370426957</c:v>
                </c:pt>
                <c:pt idx="418">
                  <c:v>0.98438692703368236</c:v>
                </c:pt>
                <c:pt idx="419">
                  <c:v>0.98402496638495296</c:v>
                </c:pt>
                <c:pt idx="420">
                  <c:v>0.98365465521161766</c:v>
                </c:pt>
                <c:pt idx="421">
                  <c:v>0.98327580279158588</c:v>
                </c:pt>
                <c:pt idx="422">
                  <c:v>0.98288821413781058</c:v>
                </c:pt>
                <c:pt idx="423">
                  <c:v>0.98249168990724389</c:v>
                </c:pt>
                <c:pt idx="424">
                  <c:v>0.9820860263080603</c:v>
                </c:pt>
                <c:pt idx="425">
                  <c:v>0.98167101500512399</c:v>
                </c:pt>
                <c:pt idx="426">
                  <c:v>0.98124644302367381</c:v>
                </c:pt>
                <c:pt idx="427">
                  <c:v>0.98081209265121194</c:v>
                </c:pt>
                <c:pt idx="428">
                  <c:v>0.98036774133756643</c:v>
                </c:pt>
                <c:pt idx="429">
                  <c:v>0.97991316159311315</c:v>
                </c:pt>
                <c:pt idx="430">
                  <c:v>0.979448120885131</c:v>
                </c:pt>
                <c:pt idx="431">
                  <c:v>0.97897238153227684</c:v>
                </c:pt>
                <c:pt idx="432">
                  <c:v>0.97848570059715378</c:v>
                </c:pt>
                <c:pt idx="433">
                  <c:v>0.97798782977695808</c:v>
                </c:pt>
                <c:pt idx="434">
                  <c:v>0.97747851529218654</c:v>
                </c:pt>
                <c:pt idx="435">
                  <c:v>0.97695749777338592</c:v>
                </c:pt>
                <c:pt idx="436">
                  <c:v>0.97642451214592907</c:v>
                </c:pt>
                <c:pt idx="437">
                  <c:v>0.97587928751279951</c:v>
                </c:pt>
                <c:pt idx="438">
                  <c:v>0.9753215470353761</c:v>
                </c:pt>
                <c:pt idx="439">
                  <c:v>0.9747510078121957</c:v>
                </c:pt>
                <c:pt idx="440">
                  <c:v>0.97416738075569209</c:v>
                </c:pt>
                <c:pt idx="441">
                  <c:v>0.97357037046688977</c:v>
                </c:pt>
                <c:pt idx="442">
                  <c:v>0.9729596751080517</c:v>
                </c:pt>
                <c:pt idx="443">
                  <c:v>0.97233498627326864</c:v>
                </c:pt>
                <c:pt idx="444">
                  <c:v>0.97169598885698405</c:v>
                </c:pt>
                <c:pt idx="445">
                  <c:v>0.97104236092045271</c:v>
                </c:pt>
                <c:pt idx="446">
                  <c:v>0.97037377355612486</c:v>
                </c:pt>
                <c:pt idx="447">
                  <c:v>0.96968989074996326</c:v>
                </c:pt>
                <c:pt idx="448">
                  <c:v>0.96899036924168525</c:v>
                </c:pt>
                <c:pt idx="449">
                  <c:v>0.96827485838294125</c:v>
                </c:pt>
                <c:pt idx="450">
                  <c:v>0.96754299999343052</c:v>
                </c:pt>
                <c:pt idx="451">
                  <c:v>0.96679442821496597</c:v>
                </c:pt>
                <c:pt idx="452">
                  <c:v>0.96602876936349646</c:v>
                </c:pt>
                <c:pt idx="453">
                  <c:v>0.96524564177910466</c:v>
                </c:pt>
                <c:pt idx="454">
                  <c:v>0.96444465567399262</c:v>
                </c:pt>
                <c:pt idx="455">
                  <c:v>0.96362541297848059</c:v>
                </c:pt>
                <c:pt idx="456">
                  <c:v>0.96278750718504058</c:v>
                </c:pt>
                <c:pt idx="457">
                  <c:v>0.96193052319038996</c:v>
                </c:pt>
                <c:pt idx="458">
                  <c:v>0.96105403713568471</c:v>
                </c:pt>
                <c:pt idx="459">
                  <c:v>0.96015761624483642</c:v>
                </c:pt>
                <c:pt idx="460">
                  <c:v>0.9592408186610043</c:v>
                </c:pt>
                <c:pt idx="461">
                  <c:v>0.95830319328129931</c:v>
                </c:pt>
                <c:pt idx="462">
                  <c:v>0.95734427958975232</c:v>
                </c:pt>
                <c:pt idx="463">
                  <c:v>0.95636360748860416</c:v>
                </c:pt>
                <c:pt idx="464">
                  <c:v>0.95536069712797</c:v>
                </c:pt>
                <c:pt idx="465">
                  <c:v>0.95433505873395386</c:v>
                </c:pt>
                <c:pt idx="466">
                  <c:v>0.95328619243527524</c:v>
                </c:pt>
                <c:pt idx="467">
                  <c:v>0.95221358808849477</c:v>
                </c:pt>
                <c:pt idx="468">
                  <c:v>0.95111672510191825</c:v>
                </c:pt>
                <c:pt idx="469">
                  <c:v>0.94999507225827129</c:v>
                </c:pt>
                <c:pt idx="470">
                  <c:v>0.94884808753625116</c:v>
                </c:pt>
                <c:pt idx="471">
                  <c:v>0.94767521793105181</c:v>
                </c:pt>
                <c:pt idx="472">
                  <c:v>0.94647589927398823</c:v>
                </c:pt>
                <c:pt idx="473">
                  <c:v>0.94524955605133698</c:v>
                </c:pt>
                <c:pt idx="474">
                  <c:v>0.9439956012225339</c:v>
                </c:pt>
                <c:pt idx="475">
                  <c:v>0.94271343603786195</c:v>
                </c:pt>
                <c:pt idx="476">
                  <c:v>0.94140244985579324</c:v>
                </c:pt>
                <c:pt idx="477">
                  <c:v>0.94006201996014083</c:v>
                </c:pt>
                <c:pt idx="478">
                  <c:v>0.9386915113771982</c:v>
                </c:pt>
                <c:pt idx="479">
                  <c:v>0.93729027669305609</c:v>
                </c:pt>
                <c:pt idx="480">
                  <c:v>0.93585765587128467</c:v>
                </c:pt>
                <c:pt idx="481">
                  <c:v>0.93439297607120919</c:v>
                </c:pt>
                <c:pt idx="482">
                  <c:v>0.93289555146698466</c:v>
                </c:pt>
                <c:pt idx="483">
                  <c:v>0.93136468306772713</c:v>
                </c:pt>
                <c:pt idx="484">
                  <c:v>0.92979965853893976</c:v>
                </c:pt>
                <c:pt idx="485">
                  <c:v>0.92819975202551208</c:v>
                </c:pt>
                <c:pt idx="486">
                  <c:v>0.92656422397657423</c:v>
                </c:pt>
                <c:pt idx="487">
                  <c:v>0.92489232097250729</c:v>
                </c:pt>
                <c:pt idx="488">
                  <c:v>0.92318327555443369</c:v>
                </c:pt>
                <c:pt idx="489">
                  <c:v>0.92143630605651627</c:v>
                </c:pt>
                <c:pt idx="490">
                  <c:v>0.91965061644143675</c:v>
                </c:pt>
                <c:pt idx="491">
                  <c:v>0.91782539613941738</c:v>
                </c:pt>
                <c:pt idx="492">
                  <c:v>0.91595981989119313</c:v>
                </c:pt>
                <c:pt idx="493">
                  <c:v>0.91405304759535133</c:v>
                </c:pt>
                <c:pt idx="494">
                  <c:v>0.91210422416048176</c:v>
                </c:pt>
                <c:pt idx="495">
                  <c:v>0.91011247936260486</c:v>
                </c:pt>
                <c:pt idx="496">
                  <c:v>0.90807692770836801</c:v>
                </c:pt>
                <c:pt idx="497">
                  <c:v>0.90599666830453374</c:v>
                </c:pt>
                <c:pt idx="498">
                  <c:v>0.90387078473429172</c:v>
                </c:pt>
                <c:pt idx="499">
                  <c:v>0.90169834494098522</c:v>
                </c:pt>
                <c:pt idx="500">
                  <c:v>0.89947840111983723</c:v>
                </c:pt>
                <c:pt idx="501">
                  <c:v>0.89720998961831888</c:v>
                </c:pt>
                <c:pt idx="502">
                  <c:v>0.8948921308458222</c:v>
                </c:pt>
                <c:pt idx="503">
                  <c:v>0.8925238291933314</c:v>
                </c:pt>
                <c:pt idx="504">
                  <c:v>0.89010407296383109</c:v>
                </c:pt>
                <c:pt idx="505">
                  <c:v>0.88763183431420656</c:v>
                </c:pt>
                <c:pt idx="506">
                  <c:v>0.88510606920945734</c:v>
                </c:pt>
                <c:pt idx="507">
                  <c:v>0.88252571739004537</c:v>
                </c:pt>
                <c:pt idx="508">
                  <c:v>0.87988970235328234</c:v>
                </c:pt>
                <c:pt idx="509">
                  <c:v>0.87719693134965804</c:v>
                </c:pt>
                <c:pt idx="510">
                  <c:v>0.87444629539509267</c:v>
                </c:pt>
                <c:pt idx="511">
                  <c:v>0.87163666930011485</c:v>
                </c:pt>
                <c:pt idx="512">
                  <c:v>0.86876691171702147</c:v>
                </c:pt>
                <c:pt idx="513">
                  <c:v>0.86583586520613076</c:v>
                </c:pt>
                <c:pt idx="514">
                  <c:v>0.86284235632226525</c:v>
                </c:pt>
                <c:pt idx="515">
                  <c:v>0.8597851957226933</c:v>
                </c:pt>
                <c:pt idx="516">
                  <c:v>0.85666317829775573</c:v>
                </c:pt>
                <c:pt idx="517">
                  <c:v>0.85347508332551103</c:v>
                </c:pt>
                <c:pt idx="518">
                  <c:v>0.85021967465175297</c:v>
                </c:pt>
                <c:pt idx="519">
                  <c:v>0.84689570089682631</c:v>
                </c:pt>
                <c:pt idx="520">
                  <c:v>0.84350189569072709</c:v>
                </c:pt>
                <c:pt idx="521">
                  <c:v>0.84003697793801735</c:v>
                </c:pt>
                <c:pt idx="522">
                  <c:v>0.83649965211418831</c:v>
                </c:pt>
                <c:pt idx="523">
                  <c:v>0.83288860859510272</c:v>
                </c:pt>
                <c:pt idx="524">
                  <c:v>0.82920252402129735</c:v>
                </c:pt>
                <c:pt idx="525">
                  <c:v>0.82544006169891149</c:v>
                </c:pt>
                <c:pt idx="526">
                  <c:v>0.82159987203914187</c:v>
                </c:pt>
                <c:pt idx="527">
                  <c:v>0.81768059303815988</c:v>
                </c:pt>
                <c:pt idx="528">
                  <c:v>0.81368085079950681</c:v>
                </c:pt>
                <c:pt idx="529">
                  <c:v>0.80959926010107341</c:v>
                </c:pt>
                <c:pt idx="530">
                  <c:v>0.8054344250088068</c:v>
                </c:pt>
                <c:pt idx="531">
                  <c:v>0.80118493953943193</c:v>
                </c:pt>
                <c:pt idx="532">
                  <c:v>0.79684938837446351</c:v>
                </c:pt>
                <c:pt idx="533">
                  <c:v>0.79242634762796604</c:v>
                </c:pt>
                <c:pt idx="534">
                  <c:v>0.78791438567050176</c:v>
                </c:pt>
                <c:pt idx="535">
                  <c:v>0.78331206401187015</c:v>
                </c:pt>
                <c:pt idx="536">
                  <c:v>0.7786179382452747</c:v>
                </c:pt>
                <c:pt idx="537">
                  <c:v>0.77383055905565834</c:v>
                </c:pt>
                <c:pt idx="538">
                  <c:v>0.76894847329503313</c:v>
                </c:pt>
                <c:pt idx="539">
                  <c:v>0.76397022512769508</c:v>
                </c:pt>
                <c:pt idx="540">
                  <c:v>0.75889435724834697</c:v>
                </c:pt>
                <c:pt idx="541">
                  <c:v>0.75371941217616789</c:v>
                </c:pt>
                <c:pt idx="542">
                  <c:v>0.74844393362802397</c:v>
                </c:pt>
                <c:pt idx="543">
                  <c:v>0.74306646797404874</c:v>
                </c:pt>
                <c:pt idx="544">
                  <c:v>0.73758556577892853</c:v>
                </c:pt>
                <c:pt idx="545">
                  <c:v>0.73199978343231054</c:v>
                </c:pt>
                <c:pt idx="546">
                  <c:v>0.72630768487180475</c:v>
                </c:pt>
                <c:pt idx="547">
                  <c:v>0.72050784340219243</c:v>
                </c:pt>
                <c:pt idx="548">
                  <c:v>0.71459884361442905</c:v>
                </c:pt>
                <c:pt idx="549">
                  <c:v>0.70857928340822862</c:v>
                </c:pt>
                <c:pt idx="550">
                  <c:v>0.70244777612195286</c:v>
                </c:pt>
                <c:pt idx="551">
                  <c:v>0.69620295277371136</c:v>
                </c:pt>
                <c:pt idx="552">
                  <c:v>0.68984346441755562</c:v>
                </c:pt>
                <c:pt idx="553">
                  <c:v>0.68336798461874848</c:v>
                </c:pt>
                <c:pt idx="554">
                  <c:v>0.67677521205213009</c:v>
                </c:pt>
                <c:pt idx="555">
                  <c:v>0.67006387322761563</c:v>
                </c:pt>
                <c:pt idx="556">
                  <c:v>0.66323272534696831</c:v>
                </c:pt>
                <c:pt idx="557">
                  <c:v>0.65628055929589446</c:v>
                </c:pt>
                <c:pt idx="558">
                  <c:v>0.64920620277567176</c:v>
                </c:pt>
                <c:pt idx="559">
                  <c:v>0.64200852357837801</c:v>
                </c:pt>
                <c:pt idx="560">
                  <c:v>0.63468643300989958</c:v>
                </c:pt>
                <c:pt idx="561">
                  <c:v>0.62723888946480577</c:v>
                </c:pt>
                <c:pt idx="562">
                  <c:v>0.61966490215716452</c:v>
                </c:pt>
                <c:pt idx="563">
                  <c:v>0.61196353501133571</c:v>
                </c:pt>
                <c:pt idx="564">
                  <c:v>0.60413391071666178</c:v>
                </c:pt>
                <c:pt idx="565">
                  <c:v>0.59617521494998149</c:v>
                </c:pt>
                <c:pt idx="566">
                  <c:v>0.58808670076965441</c:v>
                </c:pt>
                <c:pt idx="567">
                  <c:v>0.57986769318478293</c:v>
                </c:pt>
                <c:pt idx="568">
                  <c:v>0.57151759390307377</c:v>
                </c:pt>
                <c:pt idx="569">
                  <c:v>0.56303588626064338</c:v>
                </c:pt>
                <c:pt idx="570">
                  <c:v>0.55442214033685677</c:v>
                </c:pt>
                <c:pt idx="571">
                  <c:v>0.54567601825701562</c:v>
                </c:pt>
                <c:pt idx="572">
                  <c:v>0.53679727968553126</c:v>
                </c:pt>
                <c:pt idx="573">
                  <c:v>0.52778578751176197</c:v>
                </c:pt>
                <c:pt idx="574">
                  <c:v>0.51864151373053002</c:v>
                </c:pt>
                <c:pt idx="575">
                  <c:v>0.50936454551876753</c:v>
                </c:pt>
                <c:pt idx="576">
                  <c:v>0.49995509150946288</c:v>
                </c:pt>
                <c:pt idx="577">
                  <c:v>0.49041348826350423</c:v>
                </c:pt>
                <c:pt idx="578">
                  <c:v>0.48074020693953978</c:v>
                </c:pt>
                <c:pt idx="579">
                  <c:v>0.47093586016139316</c:v>
                </c:pt>
                <c:pt idx="580">
                  <c:v>0.46100120908189751</c:v>
                </c:pt>
                <c:pt idx="581">
                  <c:v>0.45093717064142574</c:v>
                </c:pt>
                <c:pt idx="582">
                  <c:v>0.44074482501847073</c:v>
                </c:pt>
                <c:pt idx="583">
                  <c:v>0.4304254232690144</c:v>
                </c:pt>
                <c:pt idx="584">
                  <c:v>0.41998039515032581</c:v>
                </c:pt>
                <c:pt idx="585">
                  <c:v>0.40941135712403381</c:v>
                </c:pt>
                <c:pt idx="586">
                  <c:v>0.39872012053216621</c:v>
                </c:pt>
                <c:pt idx="587">
                  <c:v>0.38790869993876959</c:v>
                </c:pt>
                <c:pt idx="588">
                  <c:v>0.37697932162850961</c:v>
                </c:pt>
                <c:pt idx="589">
                  <c:v>0.36593443225229866</c:v>
                </c:pt>
                <c:pt idx="590">
                  <c:v>0.35477670760871571</c:v>
                </c:pt>
                <c:pt idx="591">
                  <c:v>0.34350906154831434</c:v>
                </c:pt>
                <c:pt idx="592">
                  <c:v>0.3321346549864872</c:v>
                </c:pt>
                <c:pt idx="593">
                  <c:v>0.32065690500872668</c:v>
                </c:pt>
                <c:pt idx="594">
                  <c:v>0.30907949405035079</c:v>
                </c:pt>
                <c:pt idx="595">
                  <c:v>0.29740637913083734</c:v>
                </c:pt>
                <c:pt idx="596">
                  <c:v>0.2856418011207853</c:v>
                </c:pt>
                <c:pt idx="597">
                  <c:v>0.27379029401748489</c:v>
                </c:pt>
                <c:pt idx="598">
                  <c:v>0.26185669420255947</c:v>
                </c:pt>
                <c:pt idx="599">
                  <c:v>0.24984614965296265</c:v>
                </c:pt>
                <c:pt idx="600">
                  <c:v>0.23776412907378847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6C-48E7-878D-8F16F727A9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|H| fs = 1 MHz</c:v>
                </c:pt>
              </c:strCache>
            </c:strRef>
          </c:tx>
          <c:spPr>
            <a:ln w="25400" cap="flat">
              <a:solidFill>
                <a:srgbClr val="BE123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Sheet1!$A$2:$A$602</c:f>
              <c:strCache>
                <c:ptCount val="601"/>
              </c:strCache>
            </c:strRef>
          </c:cat>
          <c:val>
            <c:numRef>
              <c:f>Sheet1!$C$2:$C$602</c:f>
              <c:numCache>
                <c:formatCode>General</c:formatCode>
                <c:ptCount val="601"/>
                <c:pt idx="0">
                  <c:v>0.98966840687567426</c:v>
                </c:pt>
                <c:pt idx="1">
                  <c:v>0.98942850268483484</c:v>
                </c:pt>
                <c:pt idx="2">
                  <c:v>0.98918304567921178</c:v>
                </c:pt>
                <c:pt idx="3">
                  <c:v>0.98893190817568588</c:v>
                </c:pt>
                <c:pt idx="4">
                  <c:v>0.98867495959491314</c:v>
                </c:pt>
                <c:pt idx="5">
                  <c:v>0.98841206639751467</c:v>
                </c:pt>
                <c:pt idx="6">
                  <c:v>0.98814309201895356</c:v>
                </c:pt>
                <c:pt idx="7">
                  <c:v>0.98786789680306786</c:v>
                </c:pt>
                <c:pt idx="8">
                  <c:v>0.98758633793424921</c:v>
                </c:pt>
                <c:pt idx="9">
                  <c:v>0.98729826936823206</c:v>
                </c:pt>
                <c:pt idx="10">
                  <c:v>0.98700354176147886</c:v>
                </c:pt>
                <c:pt idx="11">
                  <c:v>0.98670200239913231</c:v>
                </c:pt>
                <c:pt idx="12">
                  <c:v>0.98639349512151686</c:v>
                </c:pt>
                <c:pt idx="13">
                  <c:v>0.98607786024915856</c:v>
                </c:pt>
                <c:pt idx="14">
                  <c:v>0.98575493450630869</c:v>
                </c:pt>
                <c:pt idx="15">
                  <c:v>0.98542455094294035</c:v>
                </c:pt>
                <c:pt idx="16">
                  <c:v>0.9850865388551967</c:v>
                </c:pt>
                <c:pt idx="17">
                  <c:v>0.98474072370426957</c:v>
                </c:pt>
                <c:pt idx="18">
                  <c:v>0.98438692703368236</c:v>
                </c:pt>
                <c:pt idx="19">
                  <c:v>0.98402496638495296</c:v>
                </c:pt>
                <c:pt idx="20">
                  <c:v>0.98365465521161766</c:v>
                </c:pt>
                <c:pt idx="21">
                  <c:v>0.98327580279158588</c:v>
                </c:pt>
                <c:pt idx="22">
                  <c:v>0.98288821413781058</c:v>
                </c:pt>
                <c:pt idx="23">
                  <c:v>0.98249168990724389</c:v>
                </c:pt>
                <c:pt idx="24">
                  <c:v>0.9820860263080603</c:v>
                </c:pt>
                <c:pt idx="25">
                  <c:v>0.98167101500512399</c:v>
                </c:pt>
                <c:pt idx="26">
                  <c:v>0.98124644302367381</c:v>
                </c:pt>
                <c:pt idx="27">
                  <c:v>0.98081209265121194</c:v>
                </c:pt>
                <c:pt idx="28">
                  <c:v>0.98036774133756655</c:v>
                </c:pt>
                <c:pt idx="29">
                  <c:v>0.97991316159311315</c:v>
                </c:pt>
                <c:pt idx="30">
                  <c:v>0.979448120885131</c:v>
                </c:pt>
                <c:pt idx="31">
                  <c:v>0.97897238153227695</c:v>
                </c:pt>
                <c:pt idx="32">
                  <c:v>0.97848570059715378</c:v>
                </c:pt>
                <c:pt idx="33">
                  <c:v>0.97798782977695808</c:v>
                </c:pt>
                <c:pt idx="34">
                  <c:v>0.97747851529218654</c:v>
                </c:pt>
                <c:pt idx="35">
                  <c:v>0.97695749777338592</c:v>
                </c:pt>
                <c:pt idx="36">
                  <c:v>0.97642451214592907</c:v>
                </c:pt>
                <c:pt idx="37">
                  <c:v>0.97587928751279973</c:v>
                </c:pt>
                <c:pt idx="38">
                  <c:v>0.97532154703537599</c:v>
                </c:pt>
                <c:pt idx="39">
                  <c:v>0.9747510078121957</c:v>
                </c:pt>
                <c:pt idx="40">
                  <c:v>0.97416738075569209</c:v>
                </c:pt>
                <c:pt idx="41">
                  <c:v>0.97357037046688977</c:v>
                </c:pt>
                <c:pt idx="42">
                  <c:v>0.9729596751080517</c:v>
                </c:pt>
                <c:pt idx="43">
                  <c:v>0.97233498627326864</c:v>
                </c:pt>
                <c:pt idx="44">
                  <c:v>0.97169598885698405</c:v>
                </c:pt>
                <c:pt idx="45">
                  <c:v>0.97104236092045271</c:v>
                </c:pt>
                <c:pt idx="46">
                  <c:v>0.97037377355612486</c:v>
                </c:pt>
                <c:pt idx="47">
                  <c:v>0.96968989074996326</c:v>
                </c:pt>
                <c:pt idx="48">
                  <c:v>0.96899036924168525</c:v>
                </c:pt>
                <c:pt idx="49">
                  <c:v>0.96827485838294125</c:v>
                </c:pt>
                <c:pt idx="50">
                  <c:v>0.96754299999343052</c:v>
                </c:pt>
                <c:pt idx="51">
                  <c:v>0.96679442821496597</c:v>
                </c:pt>
                <c:pt idx="52">
                  <c:v>0.96602876936349646</c:v>
                </c:pt>
                <c:pt idx="53">
                  <c:v>0.96524564177910466</c:v>
                </c:pt>
                <c:pt idx="54">
                  <c:v>0.96444465567399251</c:v>
                </c:pt>
                <c:pt idx="55">
                  <c:v>0.96362541297848048</c:v>
                </c:pt>
                <c:pt idx="56">
                  <c:v>0.96278750718504036</c:v>
                </c:pt>
                <c:pt idx="57">
                  <c:v>0.96193052319038985</c:v>
                </c:pt>
                <c:pt idx="58">
                  <c:v>0.96105403713568471</c:v>
                </c:pt>
                <c:pt idx="59">
                  <c:v>0.96015761624483642</c:v>
                </c:pt>
                <c:pt idx="60">
                  <c:v>0.9592408186610043</c:v>
                </c:pt>
                <c:pt idx="61">
                  <c:v>0.95830319328129931</c:v>
                </c:pt>
                <c:pt idx="62">
                  <c:v>0.95734427958975243</c:v>
                </c:pt>
                <c:pt idx="63">
                  <c:v>0.95636360748860405</c:v>
                </c:pt>
                <c:pt idx="64">
                  <c:v>0.95536069712797</c:v>
                </c:pt>
                <c:pt idx="65">
                  <c:v>0.95433505873395386</c:v>
                </c:pt>
                <c:pt idx="66">
                  <c:v>0.95328619243527524</c:v>
                </c:pt>
                <c:pt idx="67">
                  <c:v>0.95221358808849477</c:v>
                </c:pt>
                <c:pt idx="68">
                  <c:v>0.95111672510191803</c:v>
                </c:pt>
                <c:pt idx="69">
                  <c:v>0.9499950722582714</c:v>
                </c:pt>
                <c:pt idx="70">
                  <c:v>0.94884808753625116</c:v>
                </c:pt>
                <c:pt idx="71">
                  <c:v>0.94767521793105181</c:v>
                </c:pt>
                <c:pt idx="72">
                  <c:v>0.94647589927398801</c:v>
                </c:pt>
                <c:pt idx="73">
                  <c:v>0.94524955605133698</c:v>
                </c:pt>
                <c:pt idx="74">
                  <c:v>0.9439956012225339</c:v>
                </c:pt>
                <c:pt idx="75">
                  <c:v>0.94271343603786195</c:v>
                </c:pt>
                <c:pt idx="76">
                  <c:v>0.94140244985579324</c:v>
                </c:pt>
                <c:pt idx="77">
                  <c:v>0.94006201996014083</c:v>
                </c:pt>
                <c:pt idx="78">
                  <c:v>0.93869151137719842</c:v>
                </c:pt>
                <c:pt idx="79">
                  <c:v>0.93729027669305631</c:v>
                </c:pt>
                <c:pt idx="80">
                  <c:v>0.93585765587128467</c:v>
                </c:pt>
                <c:pt idx="81">
                  <c:v>0.93439297607120897</c:v>
                </c:pt>
                <c:pt idx="82">
                  <c:v>0.93289555146698466</c:v>
                </c:pt>
                <c:pt idx="83">
                  <c:v>0.93136468306772713</c:v>
                </c:pt>
                <c:pt idx="84">
                  <c:v>0.92979965853893976</c:v>
                </c:pt>
                <c:pt idx="85">
                  <c:v>0.92819975202551208</c:v>
                </c:pt>
                <c:pt idx="86">
                  <c:v>0.92656422397657423</c:v>
                </c:pt>
                <c:pt idx="87">
                  <c:v>0.92489232097250762</c:v>
                </c:pt>
                <c:pt idx="88">
                  <c:v>0.92318327555443336</c:v>
                </c:pt>
                <c:pt idx="89">
                  <c:v>0.92143630605651616</c:v>
                </c:pt>
                <c:pt idx="90">
                  <c:v>0.91965061644143664</c:v>
                </c:pt>
                <c:pt idx="91">
                  <c:v>0.91782539613941738</c:v>
                </c:pt>
                <c:pt idx="92">
                  <c:v>0.91595981989119324</c:v>
                </c:pt>
                <c:pt idx="93">
                  <c:v>0.91405304759535133</c:v>
                </c:pt>
                <c:pt idx="94">
                  <c:v>0.91210422416048198</c:v>
                </c:pt>
                <c:pt idx="95">
                  <c:v>0.91011247936260486</c:v>
                </c:pt>
                <c:pt idx="96">
                  <c:v>0.90807692770836801</c:v>
                </c:pt>
                <c:pt idx="97">
                  <c:v>0.90599666830453351</c:v>
                </c:pt>
                <c:pt idx="98">
                  <c:v>0.90387078473429172</c:v>
                </c:pt>
                <c:pt idx="99">
                  <c:v>0.90169834494098533</c:v>
                </c:pt>
                <c:pt idx="100">
                  <c:v>0.89947840111983723</c:v>
                </c:pt>
                <c:pt idx="101">
                  <c:v>0.89720998961831888</c:v>
                </c:pt>
                <c:pt idx="102">
                  <c:v>0.8948921308458222</c:v>
                </c:pt>
                <c:pt idx="103">
                  <c:v>0.89252382919333184</c:v>
                </c:pt>
                <c:pt idx="104">
                  <c:v>0.89010407296383121</c:v>
                </c:pt>
                <c:pt idx="105">
                  <c:v>0.88763183431420656</c:v>
                </c:pt>
                <c:pt idx="106">
                  <c:v>0.88510606920945689</c:v>
                </c:pt>
                <c:pt idx="107">
                  <c:v>0.88252571739004537</c:v>
                </c:pt>
                <c:pt idx="108">
                  <c:v>0.87988970235328234</c:v>
                </c:pt>
                <c:pt idx="109">
                  <c:v>0.87719693134965804</c:v>
                </c:pt>
                <c:pt idx="110">
                  <c:v>0.87444629539509278</c:v>
                </c:pt>
                <c:pt idx="111">
                  <c:v>0.87163666930011496</c:v>
                </c:pt>
                <c:pt idx="112">
                  <c:v>0.86876691171702158</c:v>
                </c:pt>
                <c:pt idx="113">
                  <c:v>0.86583586520613076</c:v>
                </c:pt>
                <c:pt idx="114">
                  <c:v>0.86284235632226525</c:v>
                </c:pt>
                <c:pt idx="115">
                  <c:v>0.85978519572269341</c:v>
                </c:pt>
                <c:pt idx="116">
                  <c:v>0.85666317829775573</c:v>
                </c:pt>
                <c:pt idx="117">
                  <c:v>0.85347508332551103</c:v>
                </c:pt>
                <c:pt idx="118">
                  <c:v>0.85021967465175297</c:v>
                </c:pt>
                <c:pt idx="119">
                  <c:v>0.84689570089682686</c:v>
                </c:pt>
                <c:pt idx="120">
                  <c:v>0.84350189569072709</c:v>
                </c:pt>
                <c:pt idx="121">
                  <c:v>0.84003697793801735</c:v>
                </c:pt>
                <c:pt idx="122">
                  <c:v>0.83649965211418775</c:v>
                </c:pt>
                <c:pt idx="123">
                  <c:v>0.83288860859510272</c:v>
                </c:pt>
                <c:pt idx="124">
                  <c:v>0.82920252402129735</c:v>
                </c:pt>
                <c:pt idx="125">
                  <c:v>0.82544006169891149</c:v>
                </c:pt>
                <c:pt idx="126">
                  <c:v>0.82159987203914187</c:v>
                </c:pt>
                <c:pt idx="127">
                  <c:v>0.81768059303815976</c:v>
                </c:pt>
                <c:pt idx="128">
                  <c:v>0.81368085079950769</c:v>
                </c:pt>
                <c:pt idx="129">
                  <c:v>0.80959926010107353</c:v>
                </c:pt>
                <c:pt idx="130">
                  <c:v>0.80543442500880691</c:v>
                </c:pt>
                <c:pt idx="131">
                  <c:v>0.80118493953943115</c:v>
                </c:pt>
                <c:pt idx="132">
                  <c:v>0.79684938837446351</c:v>
                </c:pt>
                <c:pt idx="133">
                  <c:v>0.79242634762796604</c:v>
                </c:pt>
                <c:pt idx="134">
                  <c:v>0.78791438567050176</c:v>
                </c:pt>
                <c:pt idx="135">
                  <c:v>0.78331206401187015</c:v>
                </c:pt>
                <c:pt idx="136">
                  <c:v>0.77861793824527481</c:v>
                </c:pt>
                <c:pt idx="137">
                  <c:v>0.77383055905565834</c:v>
                </c:pt>
                <c:pt idx="138">
                  <c:v>0.76894847329503313</c:v>
                </c:pt>
                <c:pt idx="139">
                  <c:v>0.76397022512769497</c:v>
                </c:pt>
                <c:pt idx="140">
                  <c:v>0.75889435724834697</c:v>
                </c:pt>
                <c:pt idx="141">
                  <c:v>0.75371941217616778</c:v>
                </c:pt>
                <c:pt idx="142">
                  <c:v>0.74844393362802419</c:v>
                </c:pt>
                <c:pt idx="143">
                  <c:v>0.74306646797404874</c:v>
                </c:pt>
                <c:pt idx="144">
                  <c:v>0.73758556577892953</c:v>
                </c:pt>
                <c:pt idx="145">
                  <c:v>0.73199978343231042</c:v>
                </c:pt>
                <c:pt idx="146">
                  <c:v>0.72630768487180464</c:v>
                </c:pt>
                <c:pt idx="147">
                  <c:v>0.72050784340219132</c:v>
                </c:pt>
                <c:pt idx="148">
                  <c:v>0.71459884361442916</c:v>
                </c:pt>
                <c:pt idx="149">
                  <c:v>0.70857928340822862</c:v>
                </c:pt>
                <c:pt idx="150">
                  <c:v>0.70244777612195286</c:v>
                </c:pt>
                <c:pt idx="151">
                  <c:v>0.69620295277371125</c:v>
                </c:pt>
                <c:pt idx="152">
                  <c:v>0.68984346441755562</c:v>
                </c:pt>
                <c:pt idx="153">
                  <c:v>0.68336798461874959</c:v>
                </c:pt>
                <c:pt idx="154">
                  <c:v>0.67677521205212987</c:v>
                </c:pt>
                <c:pt idx="155">
                  <c:v>0.67006387322761551</c:v>
                </c:pt>
                <c:pt idx="156">
                  <c:v>0.6632327253469672</c:v>
                </c:pt>
                <c:pt idx="157">
                  <c:v>0.65628055929589446</c:v>
                </c:pt>
                <c:pt idx="158">
                  <c:v>0.64920620277567176</c:v>
                </c:pt>
                <c:pt idx="159">
                  <c:v>0.6420085235783779</c:v>
                </c:pt>
                <c:pt idx="160">
                  <c:v>0.63468643300989958</c:v>
                </c:pt>
                <c:pt idx="161">
                  <c:v>0.62723888946480577</c:v>
                </c:pt>
                <c:pt idx="162">
                  <c:v>0.61966490215716463</c:v>
                </c:pt>
                <c:pt idx="163">
                  <c:v>0.61196353501133571</c:v>
                </c:pt>
                <c:pt idx="164">
                  <c:v>0.60413391071666178</c:v>
                </c:pt>
                <c:pt idx="165">
                  <c:v>0.59617521494998171</c:v>
                </c:pt>
                <c:pt idx="166">
                  <c:v>0.58808670076965441</c:v>
                </c:pt>
                <c:pt idx="167">
                  <c:v>0.57986769318478271</c:v>
                </c:pt>
                <c:pt idx="168">
                  <c:v>0.57151759390307388</c:v>
                </c:pt>
                <c:pt idx="169">
                  <c:v>0.56303588626064494</c:v>
                </c:pt>
                <c:pt idx="170">
                  <c:v>0.55442214033685666</c:v>
                </c:pt>
                <c:pt idx="171">
                  <c:v>0.54567601825701562</c:v>
                </c:pt>
                <c:pt idx="172">
                  <c:v>0.53679727968552982</c:v>
                </c:pt>
                <c:pt idx="173">
                  <c:v>0.52778578751176186</c:v>
                </c:pt>
                <c:pt idx="174">
                  <c:v>0.51864151373053002</c:v>
                </c:pt>
                <c:pt idx="175">
                  <c:v>0.50936454551876753</c:v>
                </c:pt>
                <c:pt idx="176">
                  <c:v>0.49995509150946282</c:v>
                </c:pt>
                <c:pt idx="177">
                  <c:v>0.49041348826350434</c:v>
                </c:pt>
                <c:pt idx="178">
                  <c:v>0.48074020693954167</c:v>
                </c:pt>
                <c:pt idx="179">
                  <c:v>0.47093586016139327</c:v>
                </c:pt>
                <c:pt idx="180">
                  <c:v>0.46100120908189762</c:v>
                </c:pt>
                <c:pt idx="181">
                  <c:v>0.45093717064142397</c:v>
                </c:pt>
                <c:pt idx="182">
                  <c:v>0.44074482501847057</c:v>
                </c:pt>
                <c:pt idx="183">
                  <c:v>0.4304254232690144</c:v>
                </c:pt>
                <c:pt idx="184">
                  <c:v>0.41998039515032581</c:v>
                </c:pt>
                <c:pt idx="185">
                  <c:v>0.40941135712403381</c:v>
                </c:pt>
                <c:pt idx="186">
                  <c:v>0.39872012053216621</c:v>
                </c:pt>
                <c:pt idx="187">
                  <c:v>0.38790869993876942</c:v>
                </c:pt>
                <c:pt idx="188">
                  <c:v>0.37697932162850945</c:v>
                </c:pt>
                <c:pt idx="189">
                  <c:v>0.36593443225229866</c:v>
                </c:pt>
                <c:pt idx="190">
                  <c:v>0.35477670760871549</c:v>
                </c:pt>
                <c:pt idx="191">
                  <c:v>0.34350906154831412</c:v>
                </c:pt>
                <c:pt idx="192">
                  <c:v>0.3321346549864872</c:v>
                </c:pt>
                <c:pt idx="193">
                  <c:v>0.32065690500872668</c:v>
                </c:pt>
                <c:pt idx="194">
                  <c:v>0.30907949405035273</c:v>
                </c:pt>
                <c:pt idx="195">
                  <c:v>0.29740637913083734</c:v>
                </c:pt>
                <c:pt idx="196">
                  <c:v>0.2856418011207853</c:v>
                </c:pt>
                <c:pt idx="197">
                  <c:v>0.27379029401748278</c:v>
                </c:pt>
                <c:pt idx="198">
                  <c:v>0.26185669420255969</c:v>
                </c:pt>
                <c:pt idx="199">
                  <c:v>0.24984614965296265</c:v>
                </c:pt>
                <c:pt idx="200">
                  <c:v>0.23776412907378847</c:v>
                </c:pt>
                <c:pt idx="201">
                  <c:v>0.22561643091886752</c:v>
                </c:pt>
                <c:pt idx="202">
                  <c:v>0.21340919226213861</c:v>
                </c:pt>
                <c:pt idx="203">
                  <c:v>0.20114889747987114</c:v>
                </c:pt>
                <c:pt idx="204">
                  <c:v>0.1888423867006899</c:v>
                </c:pt>
                <c:pt idx="205">
                  <c:v>0.17649686397708136</c:v>
                </c:pt>
                <c:pt idx="206">
                  <c:v>0.16411990512870336</c:v>
                </c:pt>
                <c:pt idx="207">
                  <c:v>0.15171946520423291</c:v>
                </c:pt>
                <c:pt idx="208">
                  <c:v>0.13930388550491338</c:v>
                </c:pt>
                <c:pt idx="209">
                  <c:v>0.12688190010909528</c:v>
                </c:pt>
                <c:pt idx="210">
                  <c:v>0.11446264183320723</c:v>
                </c:pt>
                <c:pt idx="211">
                  <c:v>0.10205564756054925</c:v>
                </c:pt>
                <c:pt idx="212">
                  <c:v>8.9670862865188675E-2</c:v>
                </c:pt>
                <c:pt idx="213">
                  <c:v>7.7318645854018556E-2</c:v>
                </c:pt>
                <c:pt idx="214">
                  <c:v>6.500977014569162E-2</c:v>
                </c:pt>
                <c:pt idx="215">
                  <c:v>5.2755426900906101E-2</c:v>
                </c:pt>
                <c:pt idx="216">
                  <c:v>4.0567225813912068E-2</c:v>
                </c:pt>
                <c:pt idx="217">
                  <c:v>2.8457194970871302E-2</c:v>
                </c:pt>
                <c:pt idx="218">
                  <c:v>1.6437779476125319E-2</c:v>
                </c:pt>
                <c:pt idx="219">
                  <c:v>4.521838743075034E-3</c:v>
                </c:pt>
                <c:pt idx="220">
                  <c:v>7.2773576579934635E-3</c:v>
                </c:pt>
                <c:pt idx="221">
                  <c:v>1.894613570707716E-2</c:v>
                </c:pt>
                <c:pt idx="222">
                  <c:v>3.0470424312675631E-2</c:v>
                </c:pt>
                <c:pt idx="223">
                  <c:v>4.1835764481131583E-2</c:v>
                </c:pt>
                <c:pt idx="224">
                  <c:v>5.3027320400834091E-2</c:v>
                </c:pt>
                <c:pt idx="225">
                  <c:v>6.4029892568580632E-2</c:v>
                </c:pt>
                <c:pt idx="226">
                  <c:v>7.4827933088490783E-2</c:v>
                </c:pt>
                <c:pt idx="227">
                  <c:v>8.5405563276632721E-2</c:v>
                </c:pt>
                <c:pt idx="228">
                  <c:v>9.5746593706829905E-2</c:v>
                </c:pt>
                <c:pt idx="229">
                  <c:v>0.10583454683485126</c:v>
                </c:pt>
                <c:pt idx="230">
                  <c:v>0.11565268233935622</c:v>
                </c:pt>
                <c:pt idx="231">
                  <c:v>0.12518402531837561</c:v>
                </c:pt>
                <c:pt idx="232">
                  <c:v>0.13441139747979508</c:v>
                </c:pt>
                <c:pt idx="233">
                  <c:v>0.14331745146298558</c:v>
                </c:pt>
                <c:pt idx="234">
                  <c:v>0.15188470842652343</c:v>
                </c:pt>
                <c:pt idx="235">
                  <c:v>0.16009559903351264</c:v>
                </c:pt>
                <c:pt idx="236">
                  <c:v>0.16793250796141126</c:v>
                </c:pt>
                <c:pt idx="237">
                  <c:v>0.17537782205724847</c:v>
                </c:pt>
                <c:pt idx="238">
                  <c:v>0.18241398225160177</c:v>
                </c:pt>
                <c:pt idx="239">
                  <c:v>0.18902353933557028</c:v>
                </c:pt>
                <c:pt idx="240">
                  <c:v>0.1951892136939381</c:v>
                </c:pt>
                <c:pt idx="241">
                  <c:v>0.20089395907491076</c:v>
                </c:pt>
                <c:pt idx="242">
                  <c:v>0.20612103046166788</c:v>
                </c:pt>
                <c:pt idx="243">
                  <c:v>0.21085405609373584</c:v>
                </c:pt>
                <c:pt idx="244">
                  <c:v>0.21507711366639948</c:v>
                </c:pt>
                <c:pt idx="245">
                  <c:v>0.21877481071401428</c:v>
                </c:pt>
                <c:pt idx="246">
                  <c:v>0.22193236915793491</c:v>
                </c:pt>
                <c:pt idx="247">
                  <c:v>0.2245357139716791</c:v>
                </c:pt>
                <c:pt idx="248">
                  <c:v>0.2265715658847488</c:v>
                </c:pt>
                <c:pt idx="249">
                  <c:v>0.22802753801203554</c:v>
                </c:pt>
                <c:pt idx="250">
                  <c:v>0.22889223625785812</c:v>
                </c:pt>
                <c:pt idx="251">
                  <c:v>0.22915536330220643</c:v>
                </c:pt>
                <c:pt idx="252">
                  <c:v>0.22880782593162582</c:v>
                </c:pt>
                <c:pt idx="253">
                  <c:v>0.22784184542823668</c:v>
                </c:pt>
                <c:pt idx="254">
                  <c:v>0.22625107067757227</c:v>
                </c:pt>
                <c:pt idx="255">
                  <c:v>0.22403069359917127</c:v>
                </c:pt>
                <c:pt idx="256">
                  <c:v>0.22117756644316564</c:v>
                </c:pt>
                <c:pt idx="257">
                  <c:v>0.21769032043145498</c:v>
                </c:pt>
                <c:pt idx="258">
                  <c:v>0.21356948515354915</c:v>
                </c:pt>
                <c:pt idx="259">
                  <c:v>0.20881760805485697</c:v>
                </c:pt>
                <c:pt idx="260">
                  <c:v>0.20343937327930656</c:v>
                </c:pt>
                <c:pt idx="261">
                  <c:v>0.19744171904891966</c:v>
                </c:pt>
                <c:pt idx="262">
                  <c:v>0.19083395268063771</c:v>
                </c:pt>
                <c:pt idx="263">
                  <c:v>0.18362786225571831</c:v>
                </c:pt>
                <c:pt idx="264">
                  <c:v>0.1758378238698137</c:v>
                </c:pt>
                <c:pt idx="265">
                  <c:v>0.16748090330315668</c:v>
                </c:pt>
                <c:pt idx="266">
                  <c:v>0.15857695086049278</c:v>
                </c:pt>
                <c:pt idx="267">
                  <c:v>0.14914868804077994</c:v>
                </c:pt>
                <c:pt idx="268">
                  <c:v>0.13922178460770546</c:v>
                </c:pt>
                <c:pt idx="269">
                  <c:v>0.12882492454520533</c:v>
                </c:pt>
                <c:pt idx="270">
                  <c:v>0.11798985929843656</c:v>
                </c:pt>
                <c:pt idx="271">
                  <c:v>0.10675144662154976</c:v>
                </c:pt>
                <c:pt idx="272">
                  <c:v>9.5147673280673625E-2</c:v>
                </c:pt>
                <c:pt idx="273">
                  <c:v>8.3219659795460685E-2</c:v>
                </c:pt>
                <c:pt idx="274">
                  <c:v>7.10116453474154E-2</c:v>
                </c:pt>
                <c:pt idx="275">
                  <c:v>5.8570950939918653E-2</c:v>
                </c:pt>
                <c:pt idx="276">
                  <c:v>4.594791886588654E-2</c:v>
                </c:pt>
                <c:pt idx="277">
                  <c:v>3.3195826526706697E-2</c:v>
                </c:pt>
                <c:pt idx="278">
                  <c:v>2.0370772653179429E-2</c:v>
                </c:pt>
                <c:pt idx="279">
                  <c:v>7.531534008489783E-3</c:v>
                </c:pt>
                <c:pt idx="280">
                  <c:v>5.2606092922691744E-3</c:v>
                </c:pt>
                <c:pt idx="281">
                  <c:v>1.7942081628654783E-2</c:v>
                </c:pt>
                <c:pt idx="282">
                  <c:v>3.0447254555773032E-2</c:v>
                </c:pt>
                <c:pt idx="283">
                  <c:v>4.2708725838357137E-2</c:v>
                </c:pt>
                <c:pt idx="284">
                  <c:v>5.4657636169284152E-2</c:v>
                </c:pt>
                <c:pt idx="285">
                  <c:v>6.6224024674378906E-2</c:v>
                </c:pt>
                <c:pt idx="286">
                  <c:v>7.7337224030959981E-2</c:v>
                </c:pt>
                <c:pt idx="287">
                  <c:v>8.7926295704910173E-2</c:v>
                </c:pt>
                <c:pt idx="288">
                  <c:v>9.7920505437073341E-2</c:v>
                </c:pt>
                <c:pt idx="289">
                  <c:v>0.10724983868183867</c:v>
                </c:pt>
                <c:pt idx="290">
                  <c:v>0.115845555216257</c:v>
                </c:pt>
                <c:pt idx="291">
                  <c:v>0.12364078159555947</c:v>
                </c:pt>
                <c:pt idx="292">
                  <c:v>0.13057113952862739</c:v>
                </c:pt>
                <c:pt idx="293">
                  <c:v>0.13657540758495249</c:v>
                </c:pt>
                <c:pt idx="294">
                  <c:v>0.14159621292289032</c:v>
                </c:pt>
                <c:pt idx="295">
                  <c:v>0.14558074894931972</c:v>
                </c:pt>
                <c:pt idx="296">
                  <c:v>0.14848151398582191</c:v>
                </c:pt>
                <c:pt idx="297">
                  <c:v>0.15025706513044046</c:v>
                </c:pt>
                <c:pt idx="298">
                  <c:v>0.15087278057279443</c:v>
                </c:pt>
                <c:pt idx="299">
                  <c:v>0.15030162265144531</c:v>
                </c:pt>
                <c:pt idx="300">
                  <c:v>0.14852489294571478</c:v>
                </c:pt>
                <c:pt idx="301">
                  <c:v>0.14553296968148541</c:v>
                </c:pt>
                <c:pt idx="302">
                  <c:v>0.14132601671629355</c:v>
                </c:pt>
                <c:pt idx="303">
                  <c:v>0.13591465237016953</c:v>
                </c:pt>
                <c:pt idx="304">
                  <c:v>0.12932056540490464</c:v>
                </c:pt>
                <c:pt idx="305">
                  <c:v>0.12157706454830208</c:v>
                </c:pt>
                <c:pt idx="306">
                  <c:v>0.11272954713704843</c:v>
                </c:pt>
                <c:pt idx="307">
                  <c:v>0.10283587174059187</c:v>
                </c:pt>
                <c:pt idx="308">
                  <c:v>9.1966619060418364E-2</c:v>
                </c:pt>
                <c:pt idx="309">
                  <c:v>8.020522500854739E-2</c:v>
                </c:pt>
                <c:pt idx="310">
                  <c:v>6.7647969693006502E-2</c:v>
                </c:pt>
                <c:pt idx="311">
                  <c:v>5.4403806115699622E-2</c:v>
                </c:pt>
                <c:pt idx="312">
                  <c:v>4.0594012760602677E-2</c:v>
                </c:pt>
                <c:pt idx="313">
                  <c:v>2.6351654960139366E-2</c:v>
                </c:pt>
                <c:pt idx="314">
                  <c:v>1.1820841017718381E-2</c:v>
                </c:pt>
                <c:pt idx="315">
                  <c:v>2.8442394222157781E-3</c:v>
                </c:pt>
                <c:pt idx="316">
                  <c:v>1.7480505288141414E-2</c:v>
                </c:pt>
                <c:pt idx="317">
                  <c:v>3.1917410330849882E-2</c:v>
                </c:pt>
                <c:pt idx="318">
                  <c:v>4.5978610743416491E-2</c:v>
                </c:pt>
                <c:pt idx="319">
                  <c:v>5.9483875605845053E-2</c:v>
                </c:pt>
                <c:pt idx="320">
                  <c:v>7.225123744302081E-2</c:v>
                </c:pt>
                <c:pt idx="321">
                  <c:v>8.409937542494364E-2</c:v>
                </c:pt>
                <c:pt idx="322">
                  <c:v>9.4850218387156571E-2</c:v>
                </c:pt>
                <c:pt idx="323">
                  <c:v>0.10433174892495464</c:v>
                </c:pt>
                <c:pt idx="324">
                  <c:v>0.1123809833529523</c:v>
                </c:pt>
                <c:pt idx="325">
                  <c:v>0.11884709537850401</c:v>
                </c:pt>
                <c:pt idx="326">
                  <c:v>0.12359464399269593</c:v>
                </c:pt>
                <c:pt idx="327">
                  <c:v>0.12650685844190951</c:v>
                </c:pt>
                <c:pt idx="328">
                  <c:v>0.12748892534024017</c:v>
                </c:pt>
                <c:pt idx="329">
                  <c:v>0.12647121518293028</c:v>
                </c:pt>
                <c:pt idx="330">
                  <c:v>0.12341237792026288</c:v>
                </c:pt>
                <c:pt idx="331">
                  <c:v>0.11830223008012686</c:v>
                </c:pt>
                <c:pt idx="332">
                  <c:v>0.11116434944917923</c:v>
                </c:pt>
                <c:pt idx="333">
                  <c:v>0.10205828783327453</c:v>
                </c:pt>
                <c:pt idx="334">
                  <c:v>9.10813082439028E-2</c:v>
                </c:pt>
                <c:pt idx="335">
                  <c:v>7.8369550351859968E-2</c:v>
                </c:pt>
                <c:pt idx="336">
                  <c:v>6.4098527586351872E-2</c:v>
                </c:pt>
                <c:pt idx="337">
                  <c:v>4.8482861224974944E-2</c:v>
                </c:pt>
                <c:pt idx="338">
                  <c:v>3.1775161609082427E-2</c:v>
                </c:pt>
                <c:pt idx="339">
                  <c:v>1.4263974613020999E-2</c:v>
                </c:pt>
                <c:pt idx="340">
                  <c:v>3.7292769450957899E-3</c:v>
                </c:pt>
                <c:pt idx="341">
                  <c:v>2.1854411820399725E-2</c:v>
                </c:pt>
                <c:pt idx="342">
                  <c:v>3.9737704069053317E-2</c:v>
                </c:pt>
                <c:pt idx="343">
                  <c:v>5.6988203366050788E-2</c:v>
                </c:pt>
                <c:pt idx="344">
                  <c:v>7.3205145003519809E-2</c:v>
                </c:pt>
                <c:pt idx="345">
                  <c:v>8.7986400054771721E-2</c:v>
                </c:pt>
                <c:pt idx="346">
                  <c:v>0.1009378794981763</c:v>
                </c:pt>
                <c:pt idx="347">
                  <c:v>0.11168376573930043</c:v>
                </c:pt>
                <c:pt idx="348">
                  <c:v>0.11987740158876341</c:v>
                </c:pt>
                <c:pt idx="349">
                  <c:v>0.12521262122826243</c:v>
                </c:pt>
                <c:pt idx="350">
                  <c:v>0.1274352611730932</c:v>
                </c:pt>
                <c:pt idx="351">
                  <c:v>0.12635454313819347</c:v>
                </c:pt>
                <c:pt idx="352">
                  <c:v>0.12185397674290176</c:v>
                </c:pt>
                <c:pt idx="353">
                  <c:v>0.11390139013317317</c:v>
                </c:pt>
                <c:pt idx="354">
                  <c:v>0.10255766310696096</c:v>
                </c:pt>
                <c:pt idx="355">
                  <c:v>8.7983712674904985E-2</c:v>
                </c:pt>
                <c:pt idx="356">
                  <c:v>7.0445267826010655E-2</c:v>
                </c:pt>
                <c:pt idx="357">
                  <c:v>5.0314971350050107E-2</c:v>
                </c:pt>
                <c:pt idx="358">
                  <c:v>2.8071364653840077E-2</c:v>
                </c:pt>
                <c:pt idx="359">
                  <c:v>4.2943492395280114E-3</c:v>
                </c:pt>
                <c:pt idx="360">
                  <c:v>2.0343221729662249E-2</c:v>
                </c:pt>
                <c:pt idx="361">
                  <c:v>4.5088084619103685E-2</c:v>
                </c:pt>
                <c:pt idx="362">
                  <c:v>6.912339308004857E-2</c:v>
                </c:pt>
                <c:pt idx="363">
                  <c:v>9.1589851365074276E-2</c:v>
                </c:pt>
                <c:pt idx="364">
                  <c:v>0.11161101213998863</c:v>
                </c:pt>
                <c:pt idx="365">
                  <c:v>0.1283224142805687</c:v>
                </c:pt>
                <c:pt idx="366">
                  <c:v>0.14090403261378098</c:v>
                </c:pt>
                <c:pt idx="367">
                  <c:v>0.14861529294280265</c:v>
                </c:pt>
                <c:pt idx="368">
                  <c:v>0.15083167878822068</c:v>
                </c:pt>
                <c:pt idx="369">
                  <c:v>0.14708172978440281</c:v>
                </c:pt>
                <c:pt idx="370">
                  <c:v>0.13708301618805527</c:v>
                </c:pt>
                <c:pt idx="371">
                  <c:v>0.12077548187105321</c:v>
                </c:pt>
                <c:pt idx="372">
                  <c:v>9.8350393418643767E-2</c:v>
                </c:pt>
                <c:pt idx="373">
                  <c:v>7.0273030636721232E-2</c:v>
                </c:pt>
                <c:pt idx="374">
                  <c:v>3.7297219594399841E-2</c:v>
                </c:pt>
                <c:pt idx="375">
                  <c:v>4.6985886587307959E-4</c:v>
                </c:pt>
                <c:pt idx="376">
                  <c:v>3.8876262585809576E-2</c:v>
                </c:pt>
                <c:pt idx="377">
                  <c:v>7.9142799040919129E-2</c:v>
                </c:pt>
                <c:pt idx="378">
                  <c:v>0.1185003983192479</c:v>
                </c:pt>
                <c:pt idx="379">
                  <c:v>0.15493803202695747</c:v>
                </c:pt>
                <c:pt idx="380">
                  <c:v>0.18632704524008473</c:v>
                </c:pt>
                <c:pt idx="381">
                  <c:v>0.21049912881103189</c:v>
                </c:pt>
                <c:pt idx="382">
                  <c:v>0.22533658688893096</c:v>
                </c:pt>
                <c:pt idx="383">
                  <c:v>0.22887237529005303</c:v>
                </c:pt>
                <c:pt idx="384">
                  <c:v>0.21939646127471374</c:v>
                </c:pt>
                <c:pt idx="385">
                  <c:v>0.19556415060884144</c:v>
                </c:pt>
                <c:pt idx="386">
                  <c:v>0.15650120160613365</c:v>
                </c:pt>
                <c:pt idx="387">
                  <c:v>0.10189986421924482</c:v>
                </c:pt>
                <c:pt idx="388">
                  <c:v>3.2099516598180562E-2</c:v>
                </c:pt>
                <c:pt idx="389">
                  <c:v>5.1854605037882563E-2</c:v>
                </c:pt>
                <c:pt idx="390">
                  <c:v>0.14818090486210911</c:v>
                </c:pt>
                <c:pt idx="391">
                  <c:v>0.25436487321204015</c:v>
                </c:pt>
                <c:pt idx="392">
                  <c:v>0.36720113029619572</c:v>
                </c:pt>
                <c:pt idx="393">
                  <c:v>0.48287716167535938</c:v>
                </c:pt>
                <c:pt idx="394">
                  <c:v>0.5970998014369876</c:v>
                </c:pt>
                <c:pt idx="395">
                  <c:v>0.7052630440389942</c:v>
                </c:pt>
                <c:pt idx="396">
                  <c:v>0.80265294029888834</c:v>
                </c:pt>
                <c:pt idx="397">
                  <c:v>0.88468228919302483</c:v>
                </c:pt>
                <c:pt idx="398">
                  <c:v>0.94714475348317861</c:v>
                </c:pt>
                <c:pt idx="399">
                  <c:v>0.98647512494531286</c:v>
                </c:pt>
                <c:pt idx="400">
                  <c:v>1</c:v>
                </c:pt>
                <c:pt idx="401">
                  <c:v>0.98616137587548292</c:v>
                </c:pt>
                <c:pt idx="402">
                  <c:v>0.9446949203555044</c:v>
                </c:pt>
                <c:pt idx="403">
                  <c:v>0.8767451619980795</c:v>
                </c:pt>
                <c:pt idx="404">
                  <c:v>0.7849017992641284</c:v>
                </c:pt>
                <c:pt idx="405">
                  <c:v>0.67314486124822981</c:v>
                </c:pt>
                <c:pt idx="406">
                  <c:v>0.54669158119450778</c:v>
                </c:pt>
                <c:pt idx="407">
                  <c:v>0.41174443606108424</c:v>
                </c:pt>
                <c:pt idx="408">
                  <c:v>0.2751475663048859</c:v>
                </c:pt>
                <c:pt idx="409">
                  <c:v>0.14396725008193068</c:v>
                </c:pt>
                <c:pt idx="410">
                  <c:v>2.5020625305178762E-2</c:v>
                </c:pt>
                <c:pt idx="411">
                  <c:v>7.5615354348878741E-2</c:v>
                </c:pt>
                <c:pt idx="412">
                  <c:v>0.15307656232192821</c:v>
                </c:pt>
                <c:pt idx="413">
                  <c:v>0.20412411815024797</c:v>
                </c:pt>
                <c:pt idx="414">
                  <c:v>0.22745447988377421</c:v>
                </c:pt>
                <c:pt idx="415">
                  <c:v>0.22386888019449289</c:v>
                </c:pt>
                <c:pt idx="416">
                  <c:v>0.19627198689119923</c:v>
                </c:pt>
                <c:pt idx="417">
                  <c:v>0.14948229362388668</c:v>
                </c:pt>
                <c:pt idx="418">
                  <c:v>8.9853258764601512E-2</c:v>
                </c:pt>
                <c:pt idx="419">
                  <c:v>2.472351815096973E-2</c:v>
                </c:pt>
                <c:pt idx="420">
                  <c:v>3.826505912798709E-2</c:v>
                </c:pt>
                <c:pt idx="421">
                  <c:v>9.1923282323580435E-2</c:v>
                </c:pt>
                <c:pt idx="422">
                  <c:v>0.13027043552782977</c:v>
                </c:pt>
                <c:pt idx="423">
                  <c:v>0.14920611924295737</c:v>
                </c:pt>
                <c:pt idx="424">
                  <c:v>0.14701306505357156</c:v>
                </c:pt>
                <c:pt idx="425">
                  <c:v>0.12461493738356806</c:v>
                </c:pt>
                <c:pt idx="426">
                  <c:v>8.5533340165058008E-2</c:v>
                </c:pt>
                <c:pt idx="427">
                  <c:v>3.5519015952406294E-2</c:v>
                </c:pt>
                <c:pt idx="428">
                  <c:v>1.8128598477464255E-2</c:v>
                </c:pt>
                <c:pt idx="429">
                  <c:v>6.7495559028631344E-2</c:v>
                </c:pt>
                <c:pt idx="430">
                  <c:v>0.10514051889034438</c:v>
                </c:pt>
                <c:pt idx="431">
                  <c:v>0.12519826991982383</c:v>
                </c:pt>
                <c:pt idx="432">
                  <c:v>0.12434164187956888</c:v>
                </c:pt>
                <c:pt idx="433">
                  <c:v>0.10244225988528124</c:v>
                </c:pt>
                <c:pt idx="434">
                  <c:v>6.2793690239654795E-2</c:v>
                </c:pt>
                <c:pt idx="435">
                  <c:v>1.1809226898623544E-2</c:v>
                </c:pt>
                <c:pt idx="436">
                  <c:v>4.182179121231467E-2</c:v>
                </c:pt>
                <c:pt idx="437">
                  <c:v>8.8448027848350014E-2</c:v>
                </c:pt>
                <c:pt idx="438">
                  <c:v>0.11907843839849805</c:v>
                </c:pt>
                <c:pt idx="439">
                  <c:v>0.12707105764359222</c:v>
                </c:pt>
                <c:pt idx="440">
                  <c:v>0.10959503794945383</c:v>
                </c:pt>
                <c:pt idx="441">
                  <c:v>6.8564743819698154E-2</c:v>
                </c:pt>
                <c:pt idx="442">
                  <c:v>1.07911903364665E-2</c:v>
                </c:pt>
                <c:pt idx="443">
                  <c:v>5.2800037014974967E-2</c:v>
                </c:pt>
                <c:pt idx="444">
                  <c:v>0.10888169612549545</c:v>
                </c:pt>
                <c:pt idx="445">
                  <c:v>0.14418223415062964</c:v>
                </c:pt>
                <c:pt idx="446">
                  <c:v>0.14831774923568192</c:v>
                </c:pt>
                <c:pt idx="447">
                  <c:v>0.11648349910483942</c:v>
                </c:pt>
                <c:pt idx="448">
                  <c:v>5.142183118302935E-2</c:v>
                </c:pt>
                <c:pt idx="449">
                  <c:v>3.5875531552435974E-2</c:v>
                </c:pt>
                <c:pt idx="450">
                  <c:v>0.12710700869821595</c:v>
                </c:pt>
                <c:pt idx="451">
                  <c:v>0.19933629421590601</c:v>
                </c:pt>
                <c:pt idx="452">
                  <c:v>0.22913518392595442</c:v>
                </c:pt>
                <c:pt idx="453">
                  <c:v>0.19754972549132244</c:v>
                </c:pt>
                <c:pt idx="454">
                  <c:v>9.4938181859708939E-2</c:v>
                </c:pt>
                <c:pt idx="455">
                  <c:v>7.5420507030844505E-2</c:v>
                </c:pt>
                <c:pt idx="456">
                  <c:v>0.29597051550221121</c:v>
                </c:pt>
                <c:pt idx="457">
                  <c:v>0.53645951786285162</c:v>
                </c:pt>
                <c:pt idx="458">
                  <c:v>0.75856850382671659</c:v>
                </c:pt>
                <c:pt idx="459">
                  <c:v>0.92299257259768475</c:v>
                </c:pt>
                <c:pt idx="460">
                  <c:v>0.9976755256287102</c:v>
                </c:pt>
                <c:pt idx="461">
                  <c:v>0.96540002808487602</c:v>
                </c:pt>
                <c:pt idx="462">
                  <c:v>0.82880655494923783</c:v>
                </c:pt>
                <c:pt idx="463">
                  <c:v>0.61127043086141075</c:v>
                </c:pt>
                <c:pt idx="464">
                  <c:v>0.35290787164074733</c:v>
                </c:pt>
                <c:pt idx="465">
                  <c:v>0.1021699003449891</c:v>
                </c:pt>
                <c:pt idx="466">
                  <c:v>9.5255389804244847E-2</c:v>
                </c:pt>
                <c:pt idx="467">
                  <c:v>0.20753259701524593</c:v>
                </c:pt>
                <c:pt idx="468">
                  <c:v>0.22471285224106102</c:v>
                </c:pt>
                <c:pt idx="469">
                  <c:v>0.16117325114105935</c:v>
                </c:pt>
                <c:pt idx="470">
                  <c:v>5.129150698882131E-2</c:v>
                </c:pt>
                <c:pt idx="471">
                  <c:v>6.0868964577096847E-2</c:v>
                </c:pt>
                <c:pt idx="472">
                  <c:v>0.13510137972536942</c:v>
                </c:pt>
                <c:pt idx="473">
                  <c:v>0.14770010662718319</c:v>
                </c:pt>
                <c:pt idx="474">
                  <c:v>9.8929762589931233E-2</c:v>
                </c:pt>
                <c:pt idx="475">
                  <c:v>1.2373104560025746E-2</c:v>
                </c:pt>
                <c:pt idx="476">
                  <c:v>7.4191443503127757E-2</c:v>
                </c:pt>
                <c:pt idx="477">
                  <c:v>0.1236185622653489</c:v>
                </c:pt>
                <c:pt idx="478">
                  <c:v>0.11464830370649585</c:v>
                </c:pt>
                <c:pt idx="479">
                  <c:v>5.1488354435818728E-2</c:v>
                </c:pt>
                <c:pt idx="480">
                  <c:v>3.6815030035072929E-2</c:v>
                </c:pt>
                <c:pt idx="481">
                  <c:v>0.10804050608505547</c:v>
                </c:pt>
                <c:pt idx="482">
                  <c:v>0.1256060111711981</c:v>
                </c:pt>
                <c:pt idx="483">
                  <c:v>7.6839737237446318E-2</c:v>
                </c:pt>
                <c:pt idx="484">
                  <c:v>1.7986937598183154E-2</c:v>
                </c:pt>
                <c:pt idx="485">
                  <c:v>0.11168789788764724</c:v>
                </c:pt>
                <c:pt idx="486">
                  <c:v>0.15085368268017019</c:v>
                </c:pt>
                <c:pt idx="487">
                  <c:v>0.10350563128239108</c:v>
                </c:pt>
                <c:pt idx="488">
                  <c:v>1.9006453400925823E-2</c:v>
                </c:pt>
                <c:pt idx="489">
                  <c:v>0.15826890127306853</c:v>
                </c:pt>
                <c:pt idx="490">
                  <c:v>0.22890960770129276</c:v>
                </c:pt>
                <c:pt idx="491">
                  <c:v>0.15707249252423092</c:v>
                </c:pt>
                <c:pt idx="492">
                  <c:v>7.8946823353079579E-2</c:v>
                </c:pt>
                <c:pt idx="493">
                  <c:v>0.42660037285376551</c:v>
                </c:pt>
                <c:pt idx="494">
                  <c:v>0.77058216871366203</c:v>
                </c:pt>
                <c:pt idx="495">
                  <c:v>0.97800096154994165</c:v>
                </c:pt>
                <c:pt idx="496">
                  <c:v>0.95924446212562953</c:v>
                </c:pt>
                <c:pt idx="497">
                  <c:v>0.71490962123580704</c:v>
                </c:pt>
                <c:pt idx="498">
                  <c:v>0.34200057476546075</c:v>
                </c:pt>
                <c:pt idx="499">
                  <c:v>8.7879537933532037E-3</c:v>
                </c:pt>
                <c:pt idx="500">
                  <c:v>0.20637821263854983</c:v>
                </c:pt>
                <c:pt idx="501">
                  <c:v>0.20498146022795699</c:v>
                </c:pt>
                <c:pt idx="502">
                  <c:v>6.4082173384474486E-2</c:v>
                </c:pt>
                <c:pt idx="503">
                  <c:v>9.1615673524639271E-2</c:v>
                </c:pt>
                <c:pt idx="504">
                  <c:v>0.15064610400926662</c:v>
                </c:pt>
                <c:pt idx="505">
                  <c:v>8.3489816128724928E-2</c:v>
                </c:pt>
                <c:pt idx="506">
                  <c:v>4.4110718841404668E-2</c:v>
                </c:pt>
                <c:pt idx="507">
                  <c:v>0.12440800752306323</c:v>
                </c:pt>
                <c:pt idx="508">
                  <c:v>9.188577507194072E-2</c:v>
                </c:pt>
                <c:pt idx="509">
                  <c:v>2.3487042806090638E-2</c:v>
                </c:pt>
                <c:pt idx="510">
                  <c:v>0.11829024870462675</c:v>
                </c:pt>
                <c:pt idx="511">
                  <c:v>0.10183282101367226</c:v>
                </c:pt>
                <c:pt idx="512">
                  <c:v>1.9739032406797457E-2</c:v>
                </c:pt>
                <c:pt idx="513">
                  <c:v>0.13617454042129404</c:v>
                </c:pt>
                <c:pt idx="514">
                  <c:v>0.12261160133185159</c:v>
                </c:pt>
                <c:pt idx="515">
                  <c:v>3.7942024086508506E-2</c:v>
                </c:pt>
                <c:pt idx="516">
                  <c:v>0.20684976771966021</c:v>
                </c:pt>
                <c:pt idx="517">
                  <c:v>0.17930284781034952</c:v>
                </c:pt>
                <c:pt idx="518">
                  <c:v>0.14028100788890469</c:v>
                </c:pt>
                <c:pt idx="519">
                  <c:v>0.62034469583419649</c:v>
                </c:pt>
                <c:pt idx="520">
                  <c:v>0.96327386846359098</c:v>
                </c:pt>
                <c:pt idx="521">
                  <c:v>0.92519762369450242</c:v>
                </c:pt>
                <c:pt idx="522">
                  <c:v>0.52218197168416125</c:v>
                </c:pt>
                <c:pt idx="523">
                  <c:v>3.4026236342965782E-2</c:v>
                </c:pt>
                <c:pt idx="524">
                  <c:v>0.22016709709329871</c:v>
                </c:pt>
                <c:pt idx="525">
                  <c:v>0.14643837342333468</c:v>
                </c:pt>
                <c:pt idx="526">
                  <c:v>6.5193977880256965E-2</c:v>
                </c:pt>
                <c:pt idx="527">
                  <c:v>0.14915544686612997</c:v>
                </c:pt>
                <c:pt idx="528">
                  <c:v>3.3571708496214651E-2</c:v>
                </c:pt>
                <c:pt idx="529">
                  <c:v>0.11056465048611243</c:v>
                </c:pt>
                <c:pt idx="530">
                  <c:v>9.3040997235050119E-2</c:v>
                </c:pt>
                <c:pt idx="531">
                  <c:v>5.6310452337201992E-2</c:v>
                </c:pt>
                <c:pt idx="532">
                  <c:v>0.12533123796793363</c:v>
                </c:pt>
                <c:pt idx="533">
                  <c:v>4.0389624107030264E-3</c:v>
                </c:pt>
                <c:pt idx="534">
                  <c:v>0.14250950772972212</c:v>
                </c:pt>
                <c:pt idx="535">
                  <c:v>7.4987334203967235E-2</c:v>
                </c:pt>
                <c:pt idx="536">
                  <c:v>0.15893849481834665</c:v>
                </c:pt>
                <c:pt idx="537">
                  <c:v>0.19449245903466805</c:v>
                </c:pt>
                <c:pt idx="538">
                  <c:v>0.21462981260251279</c:v>
                </c:pt>
                <c:pt idx="539">
                  <c:v>0.79859994949729185</c:v>
                </c:pt>
                <c:pt idx="540">
                  <c:v>0.98545551639715545</c:v>
                </c:pt>
                <c:pt idx="541">
                  <c:v>0.56385384054996401</c:v>
                </c:pt>
                <c:pt idx="542">
                  <c:v>2.8838053647273095E-2</c:v>
                </c:pt>
                <c:pt idx="543">
                  <c:v>0.22444848266596978</c:v>
                </c:pt>
                <c:pt idx="544">
                  <c:v>8.6031736505991253E-3</c:v>
                </c:pt>
                <c:pt idx="545">
                  <c:v>0.15086981386023304</c:v>
                </c:pt>
                <c:pt idx="546">
                  <c:v>1.5983352033470691E-2</c:v>
                </c:pt>
                <c:pt idx="547">
                  <c:v>0.12685696841047725</c:v>
                </c:pt>
                <c:pt idx="548">
                  <c:v>1.4393382525556019E-2</c:v>
                </c:pt>
                <c:pt idx="549">
                  <c:v>0.12670176845496051</c:v>
                </c:pt>
                <c:pt idx="550">
                  <c:v>5.3831560025240149E-3</c:v>
                </c:pt>
                <c:pt idx="551">
                  <c:v>0.15061212997126355</c:v>
                </c:pt>
                <c:pt idx="552">
                  <c:v>1.9781379119444487E-2</c:v>
                </c:pt>
                <c:pt idx="553">
                  <c:v>0.22911316732201478</c:v>
                </c:pt>
                <c:pt idx="554">
                  <c:v>0.12061689056913667</c:v>
                </c:pt>
                <c:pt idx="555">
                  <c:v>0.81587062739612759</c:v>
                </c:pt>
                <c:pt idx="556">
                  <c:v>0.93344753036476491</c:v>
                </c:pt>
                <c:pt idx="557">
                  <c:v>0.28704147129826119</c:v>
                </c:pt>
                <c:pt idx="558">
                  <c:v>0.21505912104129837</c:v>
                </c:pt>
                <c:pt idx="559">
                  <c:v>5.7601717259641187E-2</c:v>
                </c:pt>
                <c:pt idx="560">
                  <c:v>0.15086290319345841</c:v>
                </c:pt>
                <c:pt idx="561">
                  <c:v>2.5556298186117057E-2</c:v>
                </c:pt>
                <c:pt idx="562">
                  <c:v>0.11199810608002068</c:v>
                </c:pt>
                <c:pt idx="563">
                  <c:v>8.8941409641162303E-2</c:v>
                </c:pt>
                <c:pt idx="564">
                  <c:v>5.8070718950380823E-2</c:v>
                </c:pt>
                <c:pt idx="565">
                  <c:v>0.14830187591148303</c:v>
                </c:pt>
                <c:pt idx="566">
                  <c:v>4.9226419382468391E-2</c:v>
                </c:pt>
                <c:pt idx="567">
                  <c:v>0.2025253186079044</c:v>
                </c:pt>
                <c:pt idx="568">
                  <c:v>0.43628081846377376</c:v>
                </c:pt>
                <c:pt idx="569">
                  <c:v>0.99974130251855131</c:v>
                </c:pt>
                <c:pt idx="570">
                  <c:v>0.46072762221664637</c:v>
                </c:pt>
                <c:pt idx="571">
                  <c:v>0.20408369320091752</c:v>
                </c:pt>
                <c:pt idx="572">
                  <c:v>2.543037772509291E-2</c:v>
                </c:pt>
                <c:pt idx="573">
                  <c:v>0.13444069102893733</c:v>
                </c:pt>
                <c:pt idx="574">
                  <c:v>0.10615926881492035</c:v>
                </c:pt>
                <c:pt idx="575">
                  <c:v>3.3231386269023553E-3</c:v>
                </c:pt>
                <c:pt idx="576">
                  <c:v>0.10811693703538974</c:v>
                </c:pt>
                <c:pt idx="577">
                  <c:v>0.13740186842146099</c:v>
                </c:pt>
                <c:pt idx="578">
                  <c:v>5.6772459229565024E-2</c:v>
                </c:pt>
                <c:pt idx="579">
                  <c:v>0.15056241873239445</c:v>
                </c:pt>
                <c:pt idx="580">
                  <c:v>0.69781469007846342</c:v>
                </c:pt>
                <c:pt idx="581">
                  <c:v>0.87594034587851688</c:v>
                </c:pt>
                <c:pt idx="582">
                  <c:v>2.6440747772249865E-2</c:v>
                </c:pt>
                <c:pt idx="583">
                  <c:v>0.12413862355824409</c:v>
                </c:pt>
                <c:pt idx="584">
                  <c:v>0.14751305358436326</c:v>
                </c:pt>
                <c:pt idx="585">
                  <c:v>0.1076489071635876</c:v>
                </c:pt>
                <c:pt idx="586">
                  <c:v>3.5289595469249292E-2</c:v>
                </c:pt>
                <c:pt idx="587">
                  <c:v>4.9097343357008993E-2</c:v>
                </c:pt>
                <c:pt idx="588">
                  <c:v>0.13422105792411695</c:v>
                </c:pt>
                <c:pt idx="589">
                  <c:v>0.22260606449301468</c:v>
                </c:pt>
                <c:pt idx="590">
                  <c:v>0.37266006518722755</c:v>
                </c:pt>
                <c:pt idx="591">
                  <c:v>0.97461049142190748</c:v>
                </c:pt>
                <c:pt idx="592">
                  <c:v>4.1604346794734091E-2</c:v>
                </c:pt>
                <c:pt idx="593">
                  <c:v>0.1100295199519439</c:v>
                </c:pt>
                <c:pt idx="594">
                  <c:v>0.12659059598390437</c:v>
                </c:pt>
                <c:pt idx="595">
                  <c:v>0.12681976550229646</c:v>
                </c:pt>
                <c:pt idx="596">
                  <c:v>0.12028642886479415</c:v>
                </c:pt>
                <c:pt idx="597">
                  <c:v>0.11116067396456157</c:v>
                </c:pt>
                <c:pt idx="598">
                  <c:v>0.10162985626969562</c:v>
                </c:pt>
                <c:pt idx="599">
                  <c:v>9.2917681155404802E-2</c:v>
                </c:pt>
                <c:pt idx="60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6C-48E7-878D-8F16F727A9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noise 0.2 ~ 3.3 MHz</c:v>
                </c:pt>
              </c:strCache>
            </c:strRef>
          </c:tx>
          <c:spPr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Sheet1!$A$2:$A$602</c:f>
              <c:strCache>
                <c:ptCount val="601"/>
              </c:strCache>
            </c:strRef>
          </c:cat>
          <c:val>
            <c:numRef>
              <c:f>Sheet1!$D$2:$D$602</c:f>
              <c:numCache>
                <c:formatCode>General</c:formatCode>
                <c:ptCount val="601"/>
                <c:pt idx="261">
                  <c:v>1.08</c:v>
                </c:pt>
                <c:pt idx="262">
                  <c:v>1.08</c:v>
                </c:pt>
                <c:pt idx="263">
                  <c:v>1.08</c:v>
                </c:pt>
                <c:pt idx="264">
                  <c:v>1.08</c:v>
                </c:pt>
                <c:pt idx="265">
                  <c:v>1.08</c:v>
                </c:pt>
                <c:pt idx="266">
                  <c:v>1.08</c:v>
                </c:pt>
                <c:pt idx="267">
                  <c:v>1.08</c:v>
                </c:pt>
                <c:pt idx="268">
                  <c:v>1.08</c:v>
                </c:pt>
                <c:pt idx="269">
                  <c:v>1.08</c:v>
                </c:pt>
                <c:pt idx="270">
                  <c:v>1.08</c:v>
                </c:pt>
                <c:pt idx="271">
                  <c:v>1.08</c:v>
                </c:pt>
                <c:pt idx="272">
                  <c:v>1.08</c:v>
                </c:pt>
                <c:pt idx="273">
                  <c:v>1.08</c:v>
                </c:pt>
                <c:pt idx="274">
                  <c:v>1.08</c:v>
                </c:pt>
                <c:pt idx="275">
                  <c:v>1.08</c:v>
                </c:pt>
                <c:pt idx="276">
                  <c:v>1.08</c:v>
                </c:pt>
                <c:pt idx="277">
                  <c:v>1.08</c:v>
                </c:pt>
                <c:pt idx="278">
                  <c:v>1.08</c:v>
                </c:pt>
                <c:pt idx="279">
                  <c:v>1.08</c:v>
                </c:pt>
                <c:pt idx="280">
                  <c:v>1.08</c:v>
                </c:pt>
                <c:pt idx="281">
                  <c:v>1.08</c:v>
                </c:pt>
                <c:pt idx="282">
                  <c:v>1.08</c:v>
                </c:pt>
                <c:pt idx="283">
                  <c:v>1.08</c:v>
                </c:pt>
                <c:pt idx="284">
                  <c:v>1.08</c:v>
                </c:pt>
                <c:pt idx="285">
                  <c:v>1.08</c:v>
                </c:pt>
                <c:pt idx="286">
                  <c:v>1.08</c:v>
                </c:pt>
                <c:pt idx="287">
                  <c:v>1.08</c:v>
                </c:pt>
                <c:pt idx="288">
                  <c:v>1.08</c:v>
                </c:pt>
                <c:pt idx="289">
                  <c:v>1.08</c:v>
                </c:pt>
                <c:pt idx="290">
                  <c:v>1.08</c:v>
                </c:pt>
                <c:pt idx="291">
                  <c:v>1.08</c:v>
                </c:pt>
                <c:pt idx="292">
                  <c:v>1.08</c:v>
                </c:pt>
                <c:pt idx="293">
                  <c:v>1.08</c:v>
                </c:pt>
                <c:pt idx="294">
                  <c:v>1.08</c:v>
                </c:pt>
                <c:pt idx="295">
                  <c:v>1.08</c:v>
                </c:pt>
                <c:pt idx="296">
                  <c:v>1.08</c:v>
                </c:pt>
                <c:pt idx="297">
                  <c:v>1.08</c:v>
                </c:pt>
                <c:pt idx="298">
                  <c:v>1.08</c:v>
                </c:pt>
                <c:pt idx="299">
                  <c:v>1.08</c:v>
                </c:pt>
                <c:pt idx="300">
                  <c:v>1.08</c:v>
                </c:pt>
                <c:pt idx="301">
                  <c:v>1.08</c:v>
                </c:pt>
                <c:pt idx="302">
                  <c:v>1.08</c:v>
                </c:pt>
                <c:pt idx="303">
                  <c:v>1.08</c:v>
                </c:pt>
                <c:pt idx="304">
                  <c:v>1.08</c:v>
                </c:pt>
                <c:pt idx="305">
                  <c:v>1.08</c:v>
                </c:pt>
                <c:pt idx="306">
                  <c:v>1.08</c:v>
                </c:pt>
                <c:pt idx="307">
                  <c:v>1.08</c:v>
                </c:pt>
                <c:pt idx="308">
                  <c:v>1.08</c:v>
                </c:pt>
                <c:pt idx="309">
                  <c:v>1.08</c:v>
                </c:pt>
                <c:pt idx="310">
                  <c:v>1.08</c:v>
                </c:pt>
                <c:pt idx="311">
                  <c:v>1.08</c:v>
                </c:pt>
                <c:pt idx="312">
                  <c:v>1.08</c:v>
                </c:pt>
                <c:pt idx="313">
                  <c:v>1.08</c:v>
                </c:pt>
                <c:pt idx="314">
                  <c:v>1.08</c:v>
                </c:pt>
                <c:pt idx="315">
                  <c:v>1.08</c:v>
                </c:pt>
                <c:pt idx="316">
                  <c:v>1.08</c:v>
                </c:pt>
                <c:pt idx="317">
                  <c:v>1.08</c:v>
                </c:pt>
                <c:pt idx="318">
                  <c:v>1.08</c:v>
                </c:pt>
                <c:pt idx="319">
                  <c:v>1.08</c:v>
                </c:pt>
                <c:pt idx="320">
                  <c:v>1.08</c:v>
                </c:pt>
                <c:pt idx="321">
                  <c:v>1.08</c:v>
                </c:pt>
                <c:pt idx="322">
                  <c:v>1.08</c:v>
                </c:pt>
                <c:pt idx="323">
                  <c:v>1.08</c:v>
                </c:pt>
                <c:pt idx="324">
                  <c:v>1.08</c:v>
                </c:pt>
                <c:pt idx="325">
                  <c:v>1.08</c:v>
                </c:pt>
                <c:pt idx="326">
                  <c:v>1.08</c:v>
                </c:pt>
                <c:pt idx="327">
                  <c:v>1.08</c:v>
                </c:pt>
                <c:pt idx="328">
                  <c:v>1.08</c:v>
                </c:pt>
                <c:pt idx="329">
                  <c:v>1.08</c:v>
                </c:pt>
                <c:pt idx="330">
                  <c:v>1.08</c:v>
                </c:pt>
                <c:pt idx="331">
                  <c:v>1.08</c:v>
                </c:pt>
                <c:pt idx="332">
                  <c:v>1.08</c:v>
                </c:pt>
                <c:pt idx="333">
                  <c:v>1.08</c:v>
                </c:pt>
                <c:pt idx="334">
                  <c:v>1.08</c:v>
                </c:pt>
                <c:pt idx="335">
                  <c:v>1.08</c:v>
                </c:pt>
                <c:pt idx="336">
                  <c:v>1.08</c:v>
                </c:pt>
                <c:pt idx="337">
                  <c:v>1.08</c:v>
                </c:pt>
                <c:pt idx="338">
                  <c:v>1.08</c:v>
                </c:pt>
                <c:pt idx="339">
                  <c:v>1.08</c:v>
                </c:pt>
                <c:pt idx="340">
                  <c:v>1.08</c:v>
                </c:pt>
                <c:pt idx="341">
                  <c:v>1.08</c:v>
                </c:pt>
                <c:pt idx="342">
                  <c:v>1.08</c:v>
                </c:pt>
                <c:pt idx="343">
                  <c:v>1.08</c:v>
                </c:pt>
                <c:pt idx="344">
                  <c:v>1.08</c:v>
                </c:pt>
                <c:pt idx="345">
                  <c:v>1.08</c:v>
                </c:pt>
                <c:pt idx="346">
                  <c:v>1.08</c:v>
                </c:pt>
                <c:pt idx="347">
                  <c:v>1.08</c:v>
                </c:pt>
                <c:pt idx="348">
                  <c:v>1.08</c:v>
                </c:pt>
                <c:pt idx="349">
                  <c:v>1.08</c:v>
                </c:pt>
                <c:pt idx="350">
                  <c:v>1.08</c:v>
                </c:pt>
                <c:pt idx="351">
                  <c:v>1.08</c:v>
                </c:pt>
                <c:pt idx="352">
                  <c:v>1.08</c:v>
                </c:pt>
                <c:pt idx="353">
                  <c:v>1.08</c:v>
                </c:pt>
                <c:pt idx="354">
                  <c:v>1.08</c:v>
                </c:pt>
                <c:pt idx="355">
                  <c:v>1.08</c:v>
                </c:pt>
                <c:pt idx="356">
                  <c:v>1.08</c:v>
                </c:pt>
                <c:pt idx="357">
                  <c:v>1.08</c:v>
                </c:pt>
                <c:pt idx="358">
                  <c:v>1.08</c:v>
                </c:pt>
                <c:pt idx="359">
                  <c:v>1.08</c:v>
                </c:pt>
                <c:pt idx="360">
                  <c:v>1.08</c:v>
                </c:pt>
                <c:pt idx="361">
                  <c:v>1.08</c:v>
                </c:pt>
                <c:pt idx="362">
                  <c:v>1.08</c:v>
                </c:pt>
                <c:pt idx="363">
                  <c:v>1.08</c:v>
                </c:pt>
                <c:pt idx="364">
                  <c:v>1.08</c:v>
                </c:pt>
                <c:pt idx="365">
                  <c:v>1.08</c:v>
                </c:pt>
                <c:pt idx="366">
                  <c:v>1.08</c:v>
                </c:pt>
                <c:pt idx="367">
                  <c:v>1.08</c:v>
                </c:pt>
                <c:pt idx="368">
                  <c:v>1.08</c:v>
                </c:pt>
                <c:pt idx="369">
                  <c:v>1.08</c:v>
                </c:pt>
                <c:pt idx="370">
                  <c:v>1.08</c:v>
                </c:pt>
                <c:pt idx="371">
                  <c:v>1.08</c:v>
                </c:pt>
                <c:pt idx="372">
                  <c:v>1.08</c:v>
                </c:pt>
                <c:pt idx="373">
                  <c:v>1.08</c:v>
                </c:pt>
                <c:pt idx="374">
                  <c:v>1.08</c:v>
                </c:pt>
                <c:pt idx="375">
                  <c:v>1.08</c:v>
                </c:pt>
                <c:pt idx="376">
                  <c:v>1.08</c:v>
                </c:pt>
                <c:pt idx="377">
                  <c:v>1.08</c:v>
                </c:pt>
                <c:pt idx="378">
                  <c:v>1.08</c:v>
                </c:pt>
                <c:pt idx="379">
                  <c:v>1.08</c:v>
                </c:pt>
                <c:pt idx="380">
                  <c:v>1.08</c:v>
                </c:pt>
                <c:pt idx="381">
                  <c:v>1.08</c:v>
                </c:pt>
                <c:pt idx="382">
                  <c:v>1.08</c:v>
                </c:pt>
                <c:pt idx="383">
                  <c:v>1.08</c:v>
                </c:pt>
                <c:pt idx="384">
                  <c:v>1.08</c:v>
                </c:pt>
                <c:pt idx="385">
                  <c:v>1.08</c:v>
                </c:pt>
                <c:pt idx="386">
                  <c:v>1.08</c:v>
                </c:pt>
                <c:pt idx="387">
                  <c:v>1.08</c:v>
                </c:pt>
                <c:pt idx="388">
                  <c:v>1.08</c:v>
                </c:pt>
                <c:pt idx="389">
                  <c:v>1.08</c:v>
                </c:pt>
                <c:pt idx="390">
                  <c:v>1.08</c:v>
                </c:pt>
                <c:pt idx="391">
                  <c:v>1.08</c:v>
                </c:pt>
                <c:pt idx="392">
                  <c:v>1.08</c:v>
                </c:pt>
                <c:pt idx="393">
                  <c:v>1.08</c:v>
                </c:pt>
                <c:pt idx="394">
                  <c:v>1.08</c:v>
                </c:pt>
                <c:pt idx="395">
                  <c:v>1.08</c:v>
                </c:pt>
                <c:pt idx="396">
                  <c:v>1.08</c:v>
                </c:pt>
                <c:pt idx="397">
                  <c:v>1.08</c:v>
                </c:pt>
                <c:pt idx="398">
                  <c:v>1.08</c:v>
                </c:pt>
                <c:pt idx="399">
                  <c:v>1.08</c:v>
                </c:pt>
                <c:pt idx="400">
                  <c:v>1.08</c:v>
                </c:pt>
                <c:pt idx="401">
                  <c:v>1.08</c:v>
                </c:pt>
                <c:pt idx="402">
                  <c:v>1.08</c:v>
                </c:pt>
                <c:pt idx="403">
                  <c:v>1.08</c:v>
                </c:pt>
                <c:pt idx="404">
                  <c:v>1.08</c:v>
                </c:pt>
                <c:pt idx="405">
                  <c:v>1.08</c:v>
                </c:pt>
                <c:pt idx="406">
                  <c:v>1.08</c:v>
                </c:pt>
                <c:pt idx="407">
                  <c:v>1.08</c:v>
                </c:pt>
                <c:pt idx="408">
                  <c:v>1.08</c:v>
                </c:pt>
                <c:pt idx="409">
                  <c:v>1.08</c:v>
                </c:pt>
                <c:pt idx="410">
                  <c:v>1.08</c:v>
                </c:pt>
                <c:pt idx="411">
                  <c:v>1.08</c:v>
                </c:pt>
                <c:pt idx="412">
                  <c:v>1.08</c:v>
                </c:pt>
                <c:pt idx="413">
                  <c:v>1.08</c:v>
                </c:pt>
                <c:pt idx="414">
                  <c:v>1.08</c:v>
                </c:pt>
                <c:pt idx="415">
                  <c:v>1.08</c:v>
                </c:pt>
                <c:pt idx="416">
                  <c:v>1.08</c:v>
                </c:pt>
                <c:pt idx="417">
                  <c:v>1.08</c:v>
                </c:pt>
                <c:pt idx="418">
                  <c:v>1.08</c:v>
                </c:pt>
                <c:pt idx="419">
                  <c:v>1.08</c:v>
                </c:pt>
                <c:pt idx="420">
                  <c:v>1.08</c:v>
                </c:pt>
                <c:pt idx="421">
                  <c:v>1.08</c:v>
                </c:pt>
                <c:pt idx="422">
                  <c:v>1.08</c:v>
                </c:pt>
                <c:pt idx="423">
                  <c:v>1.08</c:v>
                </c:pt>
                <c:pt idx="424">
                  <c:v>1.08</c:v>
                </c:pt>
                <c:pt idx="425">
                  <c:v>1.08</c:v>
                </c:pt>
                <c:pt idx="426">
                  <c:v>1.08</c:v>
                </c:pt>
                <c:pt idx="427">
                  <c:v>1.08</c:v>
                </c:pt>
                <c:pt idx="428">
                  <c:v>1.08</c:v>
                </c:pt>
                <c:pt idx="429">
                  <c:v>1.08</c:v>
                </c:pt>
                <c:pt idx="430">
                  <c:v>1.08</c:v>
                </c:pt>
                <c:pt idx="431">
                  <c:v>1.08</c:v>
                </c:pt>
                <c:pt idx="432">
                  <c:v>1.08</c:v>
                </c:pt>
                <c:pt idx="433">
                  <c:v>1.08</c:v>
                </c:pt>
                <c:pt idx="434">
                  <c:v>1.08</c:v>
                </c:pt>
                <c:pt idx="435">
                  <c:v>1.08</c:v>
                </c:pt>
                <c:pt idx="436">
                  <c:v>1.08</c:v>
                </c:pt>
                <c:pt idx="437">
                  <c:v>1.08</c:v>
                </c:pt>
                <c:pt idx="438">
                  <c:v>1.08</c:v>
                </c:pt>
                <c:pt idx="439">
                  <c:v>1.08</c:v>
                </c:pt>
                <c:pt idx="440">
                  <c:v>1.08</c:v>
                </c:pt>
                <c:pt idx="441">
                  <c:v>1.08</c:v>
                </c:pt>
                <c:pt idx="442">
                  <c:v>1.08</c:v>
                </c:pt>
                <c:pt idx="443">
                  <c:v>1.08</c:v>
                </c:pt>
                <c:pt idx="444">
                  <c:v>1.08</c:v>
                </c:pt>
                <c:pt idx="445">
                  <c:v>1.08</c:v>
                </c:pt>
                <c:pt idx="446">
                  <c:v>1.08</c:v>
                </c:pt>
                <c:pt idx="447">
                  <c:v>1.08</c:v>
                </c:pt>
                <c:pt idx="448">
                  <c:v>1.08</c:v>
                </c:pt>
                <c:pt idx="449">
                  <c:v>1.08</c:v>
                </c:pt>
                <c:pt idx="450">
                  <c:v>1.08</c:v>
                </c:pt>
                <c:pt idx="451">
                  <c:v>1.08</c:v>
                </c:pt>
                <c:pt idx="452">
                  <c:v>1.08</c:v>
                </c:pt>
                <c:pt idx="453">
                  <c:v>1.08</c:v>
                </c:pt>
                <c:pt idx="454">
                  <c:v>1.08</c:v>
                </c:pt>
                <c:pt idx="455">
                  <c:v>1.08</c:v>
                </c:pt>
                <c:pt idx="456">
                  <c:v>1.08</c:v>
                </c:pt>
                <c:pt idx="457">
                  <c:v>1.08</c:v>
                </c:pt>
                <c:pt idx="458">
                  <c:v>1.08</c:v>
                </c:pt>
                <c:pt idx="459">
                  <c:v>1.08</c:v>
                </c:pt>
                <c:pt idx="460">
                  <c:v>1.08</c:v>
                </c:pt>
                <c:pt idx="461">
                  <c:v>1.08</c:v>
                </c:pt>
                <c:pt idx="462">
                  <c:v>1.08</c:v>
                </c:pt>
                <c:pt idx="463">
                  <c:v>1.08</c:v>
                </c:pt>
                <c:pt idx="464">
                  <c:v>1.08</c:v>
                </c:pt>
                <c:pt idx="465">
                  <c:v>1.08</c:v>
                </c:pt>
                <c:pt idx="466">
                  <c:v>1.08</c:v>
                </c:pt>
                <c:pt idx="467">
                  <c:v>1.08</c:v>
                </c:pt>
                <c:pt idx="468">
                  <c:v>1.08</c:v>
                </c:pt>
                <c:pt idx="469">
                  <c:v>1.08</c:v>
                </c:pt>
                <c:pt idx="470">
                  <c:v>1.08</c:v>
                </c:pt>
                <c:pt idx="471">
                  <c:v>1.08</c:v>
                </c:pt>
                <c:pt idx="472">
                  <c:v>1.08</c:v>
                </c:pt>
                <c:pt idx="473">
                  <c:v>1.08</c:v>
                </c:pt>
                <c:pt idx="474">
                  <c:v>1.08</c:v>
                </c:pt>
                <c:pt idx="475">
                  <c:v>1.08</c:v>
                </c:pt>
                <c:pt idx="476">
                  <c:v>1.08</c:v>
                </c:pt>
                <c:pt idx="477">
                  <c:v>1.08</c:v>
                </c:pt>
                <c:pt idx="478">
                  <c:v>1.08</c:v>
                </c:pt>
                <c:pt idx="479">
                  <c:v>1.08</c:v>
                </c:pt>
                <c:pt idx="480">
                  <c:v>1.08</c:v>
                </c:pt>
                <c:pt idx="481">
                  <c:v>1.08</c:v>
                </c:pt>
                <c:pt idx="482">
                  <c:v>1.08</c:v>
                </c:pt>
                <c:pt idx="483">
                  <c:v>1.08</c:v>
                </c:pt>
                <c:pt idx="484">
                  <c:v>1.08</c:v>
                </c:pt>
                <c:pt idx="485">
                  <c:v>1.08</c:v>
                </c:pt>
                <c:pt idx="486">
                  <c:v>1.08</c:v>
                </c:pt>
                <c:pt idx="487">
                  <c:v>1.08</c:v>
                </c:pt>
                <c:pt idx="488">
                  <c:v>1.08</c:v>
                </c:pt>
                <c:pt idx="489">
                  <c:v>1.08</c:v>
                </c:pt>
                <c:pt idx="490">
                  <c:v>1.08</c:v>
                </c:pt>
                <c:pt idx="491">
                  <c:v>1.08</c:v>
                </c:pt>
                <c:pt idx="492">
                  <c:v>1.08</c:v>
                </c:pt>
                <c:pt idx="493">
                  <c:v>1.08</c:v>
                </c:pt>
                <c:pt idx="494">
                  <c:v>1.08</c:v>
                </c:pt>
                <c:pt idx="495">
                  <c:v>1.08</c:v>
                </c:pt>
                <c:pt idx="496">
                  <c:v>1.08</c:v>
                </c:pt>
                <c:pt idx="497">
                  <c:v>1.08</c:v>
                </c:pt>
                <c:pt idx="498">
                  <c:v>1.08</c:v>
                </c:pt>
                <c:pt idx="499">
                  <c:v>1.08</c:v>
                </c:pt>
                <c:pt idx="500">
                  <c:v>1.08</c:v>
                </c:pt>
                <c:pt idx="501">
                  <c:v>1.08</c:v>
                </c:pt>
                <c:pt idx="502">
                  <c:v>1.08</c:v>
                </c:pt>
                <c:pt idx="503">
                  <c:v>1.08</c:v>
                </c:pt>
                <c:pt idx="504">
                  <c:v>1.08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F6C-48E7-878D-8F16F727A9C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press ≤ 50 kHz</c:v>
                </c:pt>
              </c:strCache>
            </c:strRef>
          </c:tx>
          <c:spPr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Sheet1!$A$2:$A$602</c:f>
              <c:strCache>
                <c:ptCount val="601"/>
              </c:strCache>
            </c:strRef>
          </c:cat>
          <c:val>
            <c:numRef>
              <c:f>Sheet1!$E$2:$E$602</c:f>
              <c:numCache>
                <c:formatCode>General</c:formatCode>
                <c:ptCount val="601"/>
                <c:pt idx="0">
                  <c:v>1.08</c:v>
                </c:pt>
                <c:pt idx="1">
                  <c:v>1.08</c:v>
                </c:pt>
                <c:pt idx="2">
                  <c:v>1.08</c:v>
                </c:pt>
                <c:pt idx="3">
                  <c:v>1.08</c:v>
                </c:pt>
                <c:pt idx="4">
                  <c:v>1.08</c:v>
                </c:pt>
                <c:pt idx="5">
                  <c:v>1.08</c:v>
                </c:pt>
                <c:pt idx="6">
                  <c:v>1.08</c:v>
                </c:pt>
                <c:pt idx="7">
                  <c:v>1.08</c:v>
                </c:pt>
                <c:pt idx="8">
                  <c:v>1.08</c:v>
                </c:pt>
                <c:pt idx="9">
                  <c:v>1.08</c:v>
                </c:pt>
                <c:pt idx="10">
                  <c:v>1.08</c:v>
                </c:pt>
                <c:pt idx="11">
                  <c:v>1.08</c:v>
                </c:pt>
                <c:pt idx="12">
                  <c:v>1.08</c:v>
                </c:pt>
                <c:pt idx="13">
                  <c:v>1.08</c:v>
                </c:pt>
                <c:pt idx="14">
                  <c:v>1.08</c:v>
                </c:pt>
                <c:pt idx="15">
                  <c:v>1.08</c:v>
                </c:pt>
                <c:pt idx="16">
                  <c:v>1.08</c:v>
                </c:pt>
                <c:pt idx="17">
                  <c:v>1.08</c:v>
                </c:pt>
                <c:pt idx="18">
                  <c:v>1.08</c:v>
                </c:pt>
                <c:pt idx="19">
                  <c:v>1.08</c:v>
                </c:pt>
                <c:pt idx="20">
                  <c:v>1.08</c:v>
                </c:pt>
                <c:pt idx="21">
                  <c:v>1.08</c:v>
                </c:pt>
                <c:pt idx="22">
                  <c:v>1.08</c:v>
                </c:pt>
                <c:pt idx="23">
                  <c:v>1.08</c:v>
                </c:pt>
                <c:pt idx="24">
                  <c:v>1.08</c:v>
                </c:pt>
                <c:pt idx="25">
                  <c:v>1.08</c:v>
                </c:pt>
                <c:pt idx="26">
                  <c:v>1.08</c:v>
                </c:pt>
                <c:pt idx="27">
                  <c:v>1.08</c:v>
                </c:pt>
                <c:pt idx="28">
                  <c:v>1.08</c:v>
                </c:pt>
                <c:pt idx="29">
                  <c:v>1.08</c:v>
                </c:pt>
                <c:pt idx="30">
                  <c:v>1.08</c:v>
                </c:pt>
                <c:pt idx="31">
                  <c:v>1.08</c:v>
                </c:pt>
                <c:pt idx="32">
                  <c:v>1.08</c:v>
                </c:pt>
                <c:pt idx="33">
                  <c:v>1.08</c:v>
                </c:pt>
                <c:pt idx="34">
                  <c:v>1.08</c:v>
                </c:pt>
                <c:pt idx="35">
                  <c:v>1.08</c:v>
                </c:pt>
                <c:pt idx="36">
                  <c:v>1.08</c:v>
                </c:pt>
                <c:pt idx="37">
                  <c:v>1.08</c:v>
                </c:pt>
                <c:pt idx="38">
                  <c:v>1.08</c:v>
                </c:pt>
                <c:pt idx="39">
                  <c:v>1.08</c:v>
                </c:pt>
                <c:pt idx="40">
                  <c:v>1.08</c:v>
                </c:pt>
                <c:pt idx="41">
                  <c:v>1.08</c:v>
                </c:pt>
                <c:pt idx="42">
                  <c:v>1.08</c:v>
                </c:pt>
                <c:pt idx="43">
                  <c:v>1.08</c:v>
                </c:pt>
                <c:pt idx="44">
                  <c:v>1.08</c:v>
                </c:pt>
                <c:pt idx="45">
                  <c:v>1.08</c:v>
                </c:pt>
                <c:pt idx="46">
                  <c:v>1.08</c:v>
                </c:pt>
                <c:pt idx="47">
                  <c:v>1.08</c:v>
                </c:pt>
                <c:pt idx="48">
                  <c:v>1.08</c:v>
                </c:pt>
                <c:pt idx="49">
                  <c:v>1.08</c:v>
                </c:pt>
                <c:pt idx="50">
                  <c:v>1.08</c:v>
                </c:pt>
                <c:pt idx="51">
                  <c:v>1.08</c:v>
                </c:pt>
                <c:pt idx="52">
                  <c:v>1.08</c:v>
                </c:pt>
                <c:pt idx="53">
                  <c:v>1.08</c:v>
                </c:pt>
                <c:pt idx="54">
                  <c:v>1.08</c:v>
                </c:pt>
                <c:pt idx="55">
                  <c:v>1.08</c:v>
                </c:pt>
                <c:pt idx="56">
                  <c:v>1.08</c:v>
                </c:pt>
                <c:pt idx="57">
                  <c:v>1.08</c:v>
                </c:pt>
                <c:pt idx="58">
                  <c:v>1.08</c:v>
                </c:pt>
                <c:pt idx="59">
                  <c:v>1.08</c:v>
                </c:pt>
                <c:pt idx="60">
                  <c:v>1.08</c:v>
                </c:pt>
                <c:pt idx="61">
                  <c:v>1.08</c:v>
                </c:pt>
                <c:pt idx="62">
                  <c:v>1.08</c:v>
                </c:pt>
                <c:pt idx="63">
                  <c:v>1.08</c:v>
                </c:pt>
                <c:pt idx="64">
                  <c:v>1.08</c:v>
                </c:pt>
                <c:pt idx="65">
                  <c:v>1.08</c:v>
                </c:pt>
                <c:pt idx="66">
                  <c:v>1.08</c:v>
                </c:pt>
                <c:pt idx="67">
                  <c:v>1.08</c:v>
                </c:pt>
                <c:pt idx="68">
                  <c:v>1.08</c:v>
                </c:pt>
                <c:pt idx="69">
                  <c:v>1.08</c:v>
                </c:pt>
                <c:pt idx="70">
                  <c:v>1.08</c:v>
                </c:pt>
                <c:pt idx="71">
                  <c:v>1.08</c:v>
                </c:pt>
                <c:pt idx="72">
                  <c:v>1.08</c:v>
                </c:pt>
                <c:pt idx="73">
                  <c:v>1.08</c:v>
                </c:pt>
                <c:pt idx="74">
                  <c:v>1.08</c:v>
                </c:pt>
                <c:pt idx="75">
                  <c:v>1.08</c:v>
                </c:pt>
                <c:pt idx="76">
                  <c:v>1.08</c:v>
                </c:pt>
                <c:pt idx="77">
                  <c:v>1.08</c:v>
                </c:pt>
                <c:pt idx="78">
                  <c:v>1.08</c:v>
                </c:pt>
                <c:pt idx="79">
                  <c:v>1.08</c:v>
                </c:pt>
                <c:pt idx="80">
                  <c:v>1.08</c:v>
                </c:pt>
                <c:pt idx="81">
                  <c:v>1.08</c:v>
                </c:pt>
                <c:pt idx="82">
                  <c:v>1.08</c:v>
                </c:pt>
                <c:pt idx="83">
                  <c:v>1.08</c:v>
                </c:pt>
                <c:pt idx="84">
                  <c:v>1.08</c:v>
                </c:pt>
                <c:pt idx="85">
                  <c:v>1.08</c:v>
                </c:pt>
                <c:pt idx="86">
                  <c:v>1.08</c:v>
                </c:pt>
                <c:pt idx="87">
                  <c:v>1.08</c:v>
                </c:pt>
                <c:pt idx="88">
                  <c:v>1.08</c:v>
                </c:pt>
                <c:pt idx="89">
                  <c:v>1.08</c:v>
                </c:pt>
                <c:pt idx="90">
                  <c:v>1.08</c:v>
                </c:pt>
                <c:pt idx="91">
                  <c:v>1.08</c:v>
                </c:pt>
                <c:pt idx="92">
                  <c:v>1.08</c:v>
                </c:pt>
                <c:pt idx="93">
                  <c:v>1.08</c:v>
                </c:pt>
                <c:pt idx="94">
                  <c:v>1.08</c:v>
                </c:pt>
                <c:pt idx="95">
                  <c:v>1.08</c:v>
                </c:pt>
                <c:pt idx="96">
                  <c:v>1.08</c:v>
                </c:pt>
                <c:pt idx="97">
                  <c:v>1.08</c:v>
                </c:pt>
                <c:pt idx="98">
                  <c:v>1.08</c:v>
                </c:pt>
                <c:pt idx="99">
                  <c:v>1.08</c:v>
                </c:pt>
                <c:pt idx="100">
                  <c:v>1.08</c:v>
                </c:pt>
                <c:pt idx="101">
                  <c:v>1.08</c:v>
                </c:pt>
                <c:pt idx="102">
                  <c:v>1.08</c:v>
                </c:pt>
                <c:pt idx="103">
                  <c:v>1.08</c:v>
                </c:pt>
                <c:pt idx="104">
                  <c:v>1.08</c:v>
                </c:pt>
                <c:pt idx="105">
                  <c:v>1.08</c:v>
                </c:pt>
                <c:pt idx="106">
                  <c:v>1.08</c:v>
                </c:pt>
                <c:pt idx="107">
                  <c:v>1.08</c:v>
                </c:pt>
                <c:pt idx="108">
                  <c:v>1.08</c:v>
                </c:pt>
                <c:pt idx="109">
                  <c:v>1.08</c:v>
                </c:pt>
                <c:pt idx="110">
                  <c:v>1.08</c:v>
                </c:pt>
                <c:pt idx="111">
                  <c:v>1.08</c:v>
                </c:pt>
                <c:pt idx="112">
                  <c:v>1.08</c:v>
                </c:pt>
                <c:pt idx="113">
                  <c:v>1.08</c:v>
                </c:pt>
                <c:pt idx="114">
                  <c:v>1.08</c:v>
                </c:pt>
                <c:pt idx="115">
                  <c:v>1.08</c:v>
                </c:pt>
                <c:pt idx="116">
                  <c:v>1.08</c:v>
                </c:pt>
                <c:pt idx="117">
                  <c:v>1.08</c:v>
                </c:pt>
                <c:pt idx="118">
                  <c:v>1.08</c:v>
                </c:pt>
                <c:pt idx="119">
                  <c:v>1.08</c:v>
                </c:pt>
                <c:pt idx="120">
                  <c:v>1.08</c:v>
                </c:pt>
                <c:pt idx="121">
                  <c:v>1.08</c:v>
                </c:pt>
                <c:pt idx="122">
                  <c:v>1.08</c:v>
                </c:pt>
                <c:pt idx="123">
                  <c:v>1.08</c:v>
                </c:pt>
                <c:pt idx="124">
                  <c:v>1.08</c:v>
                </c:pt>
                <c:pt idx="125">
                  <c:v>1.08</c:v>
                </c:pt>
                <c:pt idx="126">
                  <c:v>1.08</c:v>
                </c:pt>
                <c:pt idx="127">
                  <c:v>1.08</c:v>
                </c:pt>
                <c:pt idx="128">
                  <c:v>1.08</c:v>
                </c:pt>
                <c:pt idx="129">
                  <c:v>1.08</c:v>
                </c:pt>
                <c:pt idx="130">
                  <c:v>1.08</c:v>
                </c:pt>
                <c:pt idx="131">
                  <c:v>1.08</c:v>
                </c:pt>
                <c:pt idx="132">
                  <c:v>1.08</c:v>
                </c:pt>
                <c:pt idx="133">
                  <c:v>1.08</c:v>
                </c:pt>
                <c:pt idx="134">
                  <c:v>1.08</c:v>
                </c:pt>
                <c:pt idx="135">
                  <c:v>1.08</c:v>
                </c:pt>
                <c:pt idx="136">
                  <c:v>1.08</c:v>
                </c:pt>
                <c:pt idx="137">
                  <c:v>1.08</c:v>
                </c:pt>
                <c:pt idx="138">
                  <c:v>1.08</c:v>
                </c:pt>
                <c:pt idx="139">
                  <c:v>1.08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F6C-48E7-878D-8F16F727A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57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5440680"/>
            <a:ext cx="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flipV="1">
            <a:off x="6400800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0" y="4892040"/>
            <a:ext cx="59436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995160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995160" y="5440680"/>
            <a:ext cx="404165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flipV="1">
            <a:off x="7399325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399325" y="4892040"/>
            <a:ext cx="475488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874813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874813" y="5440680"/>
            <a:ext cx="427939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 flipV="1">
            <a:off x="8302752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302752" y="4892040"/>
            <a:ext cx="190195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492947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92947" y="5440680"/>
            <a:ext cx="332842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 flipV="1">
            <a:off x="8825789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825789" y="4892040"/>
            <a:ext cx="142646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68435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968435" y="5440680"/>
            <a:ext cx="285293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 flipV="1">
            <a:off x="9253728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253728" y="4892040"/>
            <a:ext cx="618134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871862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871862" y="5440680"/>
            <a:ext cx="38039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 flipV="1">
            <a:off x="10252253" y="4892040"/>
            <a:ext cx="0" cy="54864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252253" y="4892040"/>
            <a:ext cx="1497787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00800" y="5897880"/>
            <a:ext cx="45262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 flipV="1">
            <a:off x="10927080" y="5532120"/>
            <a:ext cx="0" cy="36576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927080" y="5532120"/>
            <a:ext cx="9144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018520" y="5532120"/>
            <a:ext cx="0" cy="36576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1018520" y="5897880"/>
            <a:ext cx="7315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669280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56875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VERILOG  ·  HOMEWORK  ·  HW6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16916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Button-controlled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 Counter</a:t>
            </a:r>
            <a:endParaRPr lang="en-US" sz="46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vs 1 MHz Debounce Sampling  ·  3 Input Scenarios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button_debouncer   /   FSM_RUN_STOP   /   counter_datapath_v2   /   FND scan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 ·   2026.10.13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1618488"/>
            <a:ext cx="749808" cy="749808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19072" y="1581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19072" y="20208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Goal · Board I/O · Block Diagram · FSM · Debouncer · Sim 설정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600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 – 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46520" y="1618488"/>
            <a:ext cx="749808" cy="74980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434072" y="1581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1 · 정상 입력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34072" y="20208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· STOP · MODE(DOWN) · CLEAR 파형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0" y="1600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p.9 – 16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98648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191256"/>
            <a:ext cx="749808" cy="749808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719072" y="3154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2 · 입력 노이즈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719072" y="3593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Chatter · 100 MHz vs 1 MHz sampling 비교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172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p.17 – 21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898648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46520" y="3191256"/>
            <a:ext cx="749808" cy="74980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3154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Frequency Domain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3593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Impulse train · Burst spectrum · |H(f)| · Aliasing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87000" y="3172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p.22 – 27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71416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1520" y="4764024"/>
            <a:ext cx="749808" cy="74980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719072" y="4727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3 · 버튼 우선순위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719072" y="5166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입력 a ~ f · Skew · 전체 run 비교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745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p.28 – 35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4471416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46520" y="4764024"/>
            <a:ext cx="749808" cy="74980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434072" y="4727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5166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 (TB feedback 포함)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287000" y="4745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p.36 – 37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Design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Goal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Goals: Full Design, Sampling Comparison, Scenario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설계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3090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3개 입력 10000진 카운터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button_debouncer → FSM_RUN_STOP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counter_datapath_v2 → FND scan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· STOP · CLEAR · MODE (UP / DOWN)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9392" y="141732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599432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6060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비교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246120"/>
            <a:ext cx="3090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입력 100 MHz sampling : window 80 ns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입력 1 MHz sampling : window 8 µs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입력 → 반응 시간 · 노이즈 내성 비교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차이를 주파수 도메인으로 해석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1584" y="1417320"/>
            <a:ext cx="3639312" cy="4754880"/>
          </a:xfrm>
          <a:prstGeom prst="roundRect">
            <a:avLst>
              <a:gd name="adj" fmla="val 251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421624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421624" y="26060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21624" y="3246120"/>
            <a:ext cx="3090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정상 입력 : state 전환 · UP / DOWN · CLEAR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입력 노이즈 : 80 ns ~ 8 µs burst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동시 입력 : 버튼 우선순위 R &gt; L &gt; U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시나리오별 Vivado 파형 + 동작 근거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Design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Board I/O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Basys 3: Three Buttons In, Four-digit FND 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pic>
        <p:nvPicPr>
          <p:cNvPr id="5" name="Image 0" descr="media/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6720840" cy="42761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H="1" flipV="1">
            <a:off x="4709160" y="1636776"/>
            <a:ext cx="322897" cy="1793081"/>
          </a:xfrm>
          <a:prstGeom prst="line">
            <a:avLst/>
          </a:prstGeom>
          <a:noFill/>
          <a:ln w="1905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968050" y="3365849"/>
            <a:ext cx="128016" cy="128016"/>
          </a:xfrm>
          <a:prstGeom prst="ellipse">
            <a:avLst/>
          </a:prstGeom>
          <a:solidFill>
            <a:srgbClr val="FDE0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709160" y="1481328"/>
            <a:ext cx="159471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BTNU T18 · i_btn_U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 flipH="1">
            <a:off x="3017520" y="3799503"/>
            <a:ext cx="1565081" cy="397593"/>
          </a:xfrm>
          <a:prstGeom prst="line">
            <a:avLst/>
          </a:prstGeom>
          <a:noFill/>
          <a:ln w="1905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18593" y="3735495"/>
            <a:ext cx="128016" cy="128016"/>
          </a:xfrm>
          <a:prstGeom prst="ellipse">
            <a:avLst/>
          </a:prstGeom>
          <a:solidFill>
            <a:srgbClr val="FDE0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017520" y="4041648"/>
            <a:ext cx="159471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BTNL W19 · i_btn_L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 flipH="1" flipV="1">
            <a:off x="5257800" y="2258568"/>
            <a:ext cx="257318" cy="1570339"/>
          </a:xfrm>
          <a:prstGeom prst="line">
            <a:avLst/>
          </a:prstGeom>
          <a:noFill/>
          <a:ln w="1905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451110" y="3764899"/>
            <a:ext cx="128016" cy="128016"/>
          </a:xfrm>
          <a:prstGeom prst="ellipse">
            <a:avLst/>
          </a:prstGeom>
          <a:solidFill>
            <a:srgbClr val="FDE0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257800" y="2103120"/>
            <a:ext cx="159471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BTNR T17 · i_btn_R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 flipH="1">
            <a:off x="4800600" y="3807904"/>
            <a:ext cx="252460" cy="873824"/>
          </a:xfrm>
          <a:prstGeom prst="line">
            <a:avLst/>
          </a:prstGeom>
          <a:noFill/>
          <a:ln w="1905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989052" y="3743896"/>
            <a:ext cx="128016" cy="128016"/>
          </a:xfrm>
          <a:prstGeom prst="ellipse">
            <a:avLst/>
          </a:prstGeom>
          <a:solidFill>
            <a:srgbClr val="FDE0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800600" y="4526280"/>
            <a:ext cx="159471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BTNC U18 · i_reset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 flipH="1">
            <a:off x="502920" y="3891915"/>
            <a:ext cx="1546765" cy="2042541"/>
          </a:xfrm>
          <a:prstGeom prst="line">
            <a:avLst/>
          </a:prstGeom>
          <a:noFill/>
          <a:ln w="1905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985677" y="3827907"/>
            <a:ext cx="128016" cy="128016"/>
          </a:xfrm>
          <a:prstGeom prst="ellipse">
            <a:avLst/>
          </a:prstGeom>
          <a:solidFill>
            <a:srgbClr val="FDE0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5779008"/>
            <a:ext cx="235366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 · o_fnd_com / o_fnd_data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34233" y="3774300"/>
            <a:ext cx="11887" cy="2160156"/>
          </a:xfrm>
          <a:prstGeom prst="line">
            <a:avLst/>
          </a:prstGeom>
          <a:noFill/>
          <a:ln w="1905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170225" y="3710292"/>
            <a:ext cx="128016" cy="128016"/>
          </a:xfrm>
          <a:prstGeom prst="ellipse">
            <a:avLst/>
          </a:prstGeom>
          <a:solidFill>
            <a:srgbClr val="FDE0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3246120" y="5779008"/>
            <a:ext cx="174650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CLK100MHz W5 · i_clk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371600"/>
          <a:ext cx="4370832" cy="36576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i_clk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MHz system clock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i_reset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U18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BTNC · 전체 reset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i_btn_R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BTNR · RUN / STOP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i_btn_L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W19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BTNL · CLEAR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i_btn_U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BTNU · MODE (UP / DOWN)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o_fnd_com[3:0]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U2 U4 V4 W4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AN0 ~ AN3 · digit 선택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o_fnd_data[7:0]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W7 W6 U8 V8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U5 V5 U7 V7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 ~ CG, DP · segment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740664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FND_BTN.xdc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37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Design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Block Diagram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counter_10000_v2: Debounce, Decide, Count, Display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1365992" cy="3931920"/>
          </a:xfrm>
          <a:prstGeom prst="roundRect">
            <a:avLst>
              <a:gd name="adj" fmla="val 13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counter_10000_v2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648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i_btn_L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207008" y="2083720"/>
            <a:ext cx="164592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891605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i_btn_R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07008" y="3010477"/>
            <a:ext cx="164592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02920" y="3818361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i_btn_U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07008" y="3937233"/>
            <a:ext cx="164592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71600" y="1759355"/>
            <a:ext cx="1234440" cy="648730"/>
          </a:xfrm>
          <a:prstGeom prst="roundRect">
            <a:avLst>
              <a:gd name="adj" fmla="val 8457"/>
            </a:avLst>
          </a:prstGeom>
          <a:solidFill>
            <a:srgbClr val="FFF1F2"/>
          </a:solidFill>
          <a:ln w="19050">
            <a:solidFill>
              <a:srgbClr val="4338C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button_debouncer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DUT_BTN_L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43584" y="1631339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686112"/>
            <a:ext cx="1234440" cy="648730"/>
          </a:xfrm>
          <a:prstGeom prst="roundRect">
            <a:avLst>
              <a:gd name="adj" fmla="val 8457"/>
            </a:avLst>
          </a:prstGeom>
          <a:solidFill>
            <a:srgbClr val="FFF1F2"/>
          </a:solidFill>
          <a:ln w="19050">
            <a:solidFill>
              <a:srgbClr val="4338C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button_debouncer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DUT_BTN_R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612869"/>
            <a:ext cx="1234440" cy="648730"/>
          </a:xfrm>
          <a:prstGeom prst="roundRect">
            <a:avLst>
              <a:gd name="adj" fmla="val 8457"/>
            </a:avLst>
          </a:prstGeom>
          <a:solidFill>
            <a:srgbClr val="FFF1F2"/>
          </a:solidFill>
          <a:ln w="19050">
            <a:solidFill>
              <a:srgbClr val="4338C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button_debouncer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DUT_BTN_U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82112" y="1759355"/>
            <a:ext cx="1152144" cy="2502243"/>
          </a:xfrm>
          <a:prstGeom prst="roundRect">
            <a:avLst>
              <a:gd name="adj" fmla="val 4762"/>
            </a:avLst>
          </a:prstGeom>
          <a:solidFill>
            <a:srgbClr val="FEF3C7"/>
          </a:solidFill>
          <a:ln w="19050">
            <a:solidFill>
              <a:srgbClr val="4338C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FSM_RUN_STOP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54096" y="1631339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2083720"/>
            <a:ext cx="57607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551176" y="18825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w_btn_L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3010477"/>
            <a:ext cx="57607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551176" y="2809309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w_btn_R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3937233"/>
            <a:ext cx="57607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2551176" y="3736065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w_btn_U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4920" y="2130058"/>
            <a:ext cx="1810512" cy="1760838"/>
          </a:xfrm>
          <a:prstGeom prst="roundRect">
            <a:avLst>
              <a:gd name="adj" fmla="val 3116"/>
            </a:avLst>
          </a:prstGeom>
          <a:solidFill>
            <a:srgbClr val="F1F5F9"/>
          </a:solidFill>
          <a:ln w="1905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46904" y="2002042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2222733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counter_datapath_v2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U_CNT_DATA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73675" y="2871463"/>
            <a:ext cx="724205" cy="834081"/>
          </a:xfrm>
          <a:prstGeom prst="roundRect">
            <a:avLst>
              <a:gd name="adj" fmla="val 6313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tick_gen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62472" y="2871463"/>
            <a:ext cx="724205" cy="834081"/>
          </a:xfrm>
          <a:prstGeom prst="roundRect">
            <a:avLst>
              <a:gd name="adj" fmla="val 6313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tick_counter</a:t>
            </a:r>
            <a:endParaRPr lang="en-US" sz="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97880" y="3288504"/>
            <a:ext cx="16459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334256" y="2547098"/>
            <a:ext cx="74066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293108" y="234593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o_run_stop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34256" y="3010477"/>
            <a:ext cx="74066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4293108" y="2809309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o_clear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34256" y="3473855"/>
            <a:ext cx="74066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293108" y="3272687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o_mode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20356" y="2454423"/>
            <a:ext cx="1152144" cy="1112108"/>
          </a:xfrm>
          <a:prstGeom prst="roundRect">
            <a:avLst>
              <a:gd name="adj" fmla="val 4933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digit_splitter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U_SPLIT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92340" y="2326407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85432" y="3010477"/>
            <a:ext cx="534924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851599" y="2809309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o_counter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25128" y="2454423"/>
            <a:ext cx="1110996" cy="111210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Fnd_Controller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U_FND_CON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72500" y="3010477"/>
            <a:ext cx="45262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8543239" y="2809309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digit×4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25128" y="1481328"/>
            <a:ext cx="1110996" cy="574589"/>
          </a:xfrm>
          <a:prstGeom prst="roundRect">
            <a:avLst>
              <a:gd name="adj" fmla="val 9548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clock_div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U_CLK_DIV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576511" y="2055917"/>
            <a:ext cx="0" cy="398505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9642348" y="2148593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o_clk_1kHz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025128" y="3983571"/>
            <a:ext cx="1110996" cy="648730"/>
          </a:xfrm>
          <a:prstGeom prst="roundRect">
            <a:avLst>
              <a:gd name="adj" fmla="val 8457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fnd_decoder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U_FND_DEC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576511" y="3566531"/>
            <a:ext cx="0" cy="417041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9642348" y="368700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w_hex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136124" y="2778787"/>
            <a:ext cx="370332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10522915" y="2678203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o_fnd_com[3:0]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136124" y="4307936"/>
            <a:ext cx="370332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10522915" y="4207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o_fnd_data[7:0]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491947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i_clk 100 MHz · i_reset → 전 module 공통 (clock_div · Fnd_Controller = inverter 경유 active-low reset)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1480" y="5376672"/>
            <a:ext cx="5632704" cy="429768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21208" y="5454396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14400" y="5376672"/>
            <a:ext cx="5020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button_debouncer ×3</a:t>
            </a: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8 sample 연속 1 → 1 clock tick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144768" y="5376672"/>
            <a:ext cx="5632704" cy="429768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254496" y="5454396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647688" y="5376672"/>
            <a:ext cx="5020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FSM_RUN_STOP</a:t>
            </a: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tick → STOP · RUN · CLEAR · MODE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11480" y="5879592"/>
            <a:ext cx="5632704" cy="429768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521208" y="5957316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914400" y="5879592"/>
            <a:ext cx="5020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counter_datapath_v2</a:t>
            </a: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tick_gen 주기 tick → 0 ~ 9999 UP / DOWN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144768" y="5879592"/>
            <a:ext cx="5632704" cy="429768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6254496" y="5957316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6647688" y="5879592"/>
            <a:ext cx="5020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FND path</a:t>
            </a: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digit 분리 → scan → segment decode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37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Design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FSM_RUN_STOP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FSM_RUN_STOP: STOP Is the Hub, Priority R &gt; L &gt; 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5669280" cy="4983480"/>
          </a:xfrm>
          <a:prstGeom prst="roundRect">
            <a:avLst>
              <a:gd name="adj" fmla="val 14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46120" y="1957388"/>
            <a:ext cx="0" cy="724948"/>
          </a:xfrm>
          <a:prstGeom prst="line">
            <a:avLst/>
          </a:prstGeom>
          <a:noFill/>
          <a:ln w="31750">
            <a:solidFill>
              <a:srgbClr val="4338CA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2928938" y="203311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68757" y="3053239"/>
            <a:ext cx="93568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409426" y="277491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H="1">
            <a:off x="3768757" y="3390424"/>
            <a:ext cx="93568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3409426" y="34661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H="1">
            <a:off x="1787795" y="3053239"/>
            <a:ext cx="93568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428464" y="277491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7795" y="3390424"/>
            <a:ext cx="93568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428464" y="34661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0668" y="3727609"/>
            <a:ext cx="0" cy="42148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1715072" y="382862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3431572" y="3727609"/>
            <a:ext cx="0" cy="42148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3181826" y="382862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23483" y="2699195"/>
            <a:ext cx="1045274" cy="1045274"/>
          </a:xfrm>
          <a:prstGeom prst="ellipse">
            <a:avLst/>
          </a:prstGeom>
          <a:solidFill>
            <a:srgbClr val="4338CA"/>
          </a:solidFill>
          <a:ln w="25400">
            <a:solidFill>
              <a:srgbClr val="4338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run_stop 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4445" y="2699195"/>
            <a:ext cx="1045274" cy="10452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run_stop 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2521" y="2699195"/>
            <a:ext cx="1045274" cy="10452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74061" y="4182809"/>
            <a:ext cx="944118" cy="94411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5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= ~mode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69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Moore 출력 (state만으로 결정)  ·  enum: CLEAR 0 · STOP 1 · RUN 2 · MODE 3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5422392" cy="3072384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State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run_stop 0 · clear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btn_R → RUN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btn_L → CLEAR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btn_U → MODE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run_stop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btn_R → STOP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btn_L · btn_U 무시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 1 (1 clock)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clock → STOP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mode_next = ~mode_reg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clock → STOP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(mode_reg 갱신)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355080" y="4617720"/>
            <a:ext cx="5422392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464808" y="4732020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0" y="461772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우선순위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if btn_R → else if btn_L → else if btn_U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355080" y="5212080"/>
            <a:ext cx="5422392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464808" y="5326380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0" y="521208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state = STOP, mode_reg = 0 (UP)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355080" y="5806440"/>
            <a:ext cx="5422392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464808" y="5920740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0" y="5806440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mode_reg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register → MODE 다음 clock edge에서 반전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37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Design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button_debouncer vs button_debouncer_1MHz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Debouncer Samples Every 100 Clocks, Window Grows to 8 µs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399032"/>
            <a:ext cx="3150108" cy="256032"/>
          </a:xfrm>
          <a:prstGeom prst="roundRect">
            <a:avLst>
              <a:gd name="adj" fmla="val 42857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button_debouncer  ·  100 MHz sampling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버튼 입력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217420"/>
            <a:ext cx="292608" cy="0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61488" y="17830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q_reg[7:0]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i_clk (10 ns)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right shift, MSB ← i_btn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18888" y="2217420"/>
            <a:ext cx="292608" cy="0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111496" y="17830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8-input AND = debounce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68896" y="2217420"/>
            <a:ext cx="292608" cy="0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61504" y="17830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debounce_reg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i_clk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clock 지연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18904" y="2217420"/>
            <a:ext cx="292608" cy="0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811512" y="17830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~debounce_reg &amp; debounce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 clock tick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862072"/>
            <a:ext cx="3383280" cy="256032"/>
          </a:xfrm>
          <a:prstGeom prst="roundRect">
            <a:avLst>
              <a:gd name="adj" fmla="val 4285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button_debouncer_1MHz  ·  1 MHz sampling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5875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counter_reg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~ 99 (F_COUNT 100)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clk_1Mhz = 99에서 1 clock pulse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3680460"/>
            <a:ext cx="29260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761488" y="32461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q_reg[7:0]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clk_1Mhz (1 µs)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right shift, MSB ← i_btn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18888" y="3680460"/>
            <a:ext cx="29260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111496" y="32461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&amp;q_reg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8-input AND = debounce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68896" y="3680460"/>
            <a:ext cx="29260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61504" y="32461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debounce_reg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posedge i_clk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clock 지연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18904" y="3680460"/>
            <a:ext cx="292608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811512" y="324612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o_btn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~debounce_reg &amp; debounce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 clock tick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434840"/>
          <a:ext cx="11365992" cy="1737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button_debouncer (100 MHz)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button_debouncer_1MHz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Sample 주기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µs (100 clock)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q_reg shift clock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 (8 sample)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 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µs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연속 1 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 경계 (sim sweep)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 ns 이하 거부 · 80 ns 이상 인정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7.0 µs 이하 거부 · 8.0 µs 이상 인정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사이 구간 = 입력 위상 의존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→ state (sim 실측)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 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8,005 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Scenario 1 BTN_R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37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Design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Simulation 설정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and FND Scan Scaled 1/100 Together, Debouncer Kept Real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640080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HW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Simulation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i_clk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(tick_gen FCOUNT)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10,000,000 clk = 100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 clk = 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FND scan (clock_div)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kHz · 1 ms / digit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kHz · 10 µs / digit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: scan 1회전 (4 digit)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ms : 4 ms = 25 :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ms : 40 µs = 25 :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button_debouncer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 ns / 8 µs window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(축소 없음)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29768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1208" y="4443984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297680"/>
            <a:ext cx="5788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이유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tick 100 ms 그대로일 경우 10 tick = 1 s = 1억 clock</a:t>
            </a:r>
            <a:endParaRPr lang="en-US" sz="1250" dirty="0"/>
          </a:p>
        </p:txBody>
      </p:sp>
      <p:sp>
        <p:nvSpPr>
          <p:cNvPr id="5" name="Shape 6"/>
          <p:cNvSpPr/>
          <p:nvPr/>
        </p:nvSpPr>
        <p:spPr>
          <a:xfrm>
            <a:off x="411480" y="4956048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1208" y="5102352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956048"/>
            <a:ext cx="5788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비율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tick · scan 동시 1/100 → scan 25회전 / count, HW 동일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5614416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21208" y="5760720"/>
            <a:ext cx="274320" cy="274320"/>
          </a:xfrm>
          <a:prstGeom prst="ellipse">
            <a:avLst/>
          </a:prstGeom>
          <a:solidFill>
            <a:srgbClr val="4338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614416"/>
            <a:ext cx="5788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Debouncer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입력 sampling 현상 관찰 대상 → 실제 속도 유지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78040" y="1371600"/>
            <a:ext cx="4599432" cy="4809744"/>
          </a:xfrm>
          <a:prstGeom prst="roundRect">
            <a:avLst>
              <a:gd name="adj" fmla="val 15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4066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tb_counter_scaled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52360" y="1874520"/>
            <a:ext cx="4050792" cy="96012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driver(i)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: 정상 입력  ·  2 : 고정 noise table  ·  3 : 동시 입력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477756" y="28346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452360" y="3063240"/>
            <a:ext cx="4050792" cy="1051560"/>
          </a:xfrm>
          <a:prstGeom prst="roundRect">
            <a:avLst>
              <a:gd name="adj" fmla="val 5217"/>
            </a:avLst>
          </a:prstGeom>
          <a:solidFill>
            <a:srgbClr val="FEF3C7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counter_10000_v2_scaled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`define DEB_1MHZ → button_debouncer_1MHz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없을 경우 → button_debouncer (100 MHz)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477756" y="41148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452360" y="4343400"/>
            <a:ext cx="405079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$display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cnt_R · cnt_L · cnt_U (tick 수) · state · o_counter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5349240"/>
            <a:ext cx="4142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press() 폭 HOLD_NS = 1 µs × DEB_SCALE (100 MHz : 1, 1 MHz : 100)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37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1 · 정상 입력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93268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1: Clean Presses Visit Every State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5087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driver(1)  ·  100 MHz debouncer  ·  press 폭 1 µs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103784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99032" y="3456432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9436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200.1 µs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154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→ RUN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 count 시작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5264" y="3456432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450592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5,401.1 µs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50592" y="3154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50592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→ STOP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450592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0005 유지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11496" y="3456432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306824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7,602.1 µs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06824" y="3154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306824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→ MODE → STOP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06824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DOWN 전환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67728" y="3456432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163056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7,803.1 µs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3154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→ RUN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DOWN count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23960" y="3456432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01928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11,004.1 µs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19288" y="3154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019288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→ STOP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019288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0002 유지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680192" y="3456432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987552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11,205.1 µs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154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→ CLEAR → STOP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8755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0000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o_counter : 0000 → 0005 (UP 5 tick) → 0002 (DOWN 3 tick) → 0000 (CLEAR)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37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Scenario 1 · 정상 입력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BTN_R → RUN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BTN_R Moves STOP to RUN 80 ns After the First Sample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439144" cy="195521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3.png"/>
          <p:cNvPicPr>
            <a:picLocks noChangeAspect="1"/>
          </p:cNvPicPr>
          <p:nvPr/>
        </p:nvPicPr>
        <p:blipFill>
          <a:blip r:embed="rId3"/>
          <a:srcRect b="86325"/>
          <a:stretch/>
        </p:blipFill>
        <p:spPr>
          <a:xfrm>
            <a:off x="411480" y="1517904"/>
            <a:ext cx="11365992" cy="654629"/>
          </a:xfrm>
          <a:prstGeom prst="rect">
            <a:avLst/>
          </a:prstGeom>
        </p:spPr>
      </p:pic>
      <p:pic>
        <p:nvPicPr>
          <p:cNvPr id="7" name="Image 1" descr="media/image3.png"/>
          <p:cNvPicPr>
            <a:picLocks noChangeAspect="1"/>
          </p:cNvPicPr>
          <p:nvPr/>
        </p:nvPicPr>
        <p:blipFill>
          <a:blip r:embed="rId3"/>
          <a:srcRect t="26496" b="47863"/>
          <a:stretch/>
        </p:blipFill>
        <p:spPr>
          <a:xfrm>
            <a:off x="411480" y="2172533"/>
            <a:ext cx="11365992" cy="122742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2165218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91503" y="2180716"/>
            <a:ext cx="1554743" cy="18002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91503" y="2794430"/>
            <a:ext cx="1554743" cy="18002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91503" y="2999002"/>
            <a:ext cx="1554743" cy="18002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91503" y="3203573"/>
            <a:ext cx="1554743" cy="18002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388350" y="1517904"/>
            <a:ext cx="0" cy="1882058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095742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70178" y="1517904"/>
            <a:ext cx="0" cy="1882058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4488466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615779" y="1517904"/>
            <a:ext cx="0" cy="1882058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5323171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779436" y="1517904"/>
            <a:ext cx="0" cy="1882058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5797724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470178" y="3729146"/>
            <a:ext cx="1309258" cy="0"/>
          </a:xfrm>
          <a:prstGeom prst="line">
            <a:avLst/>
          </a:prstGeom>
          <a:noFill/>
          <a:ln w="15875">
            <a:solidFill>
              <a:srgbClr val="EA580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4012978" y="3482258"/>
            <a:ext cx="2223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ns = 8 clock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11480" y="3875450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521208" y="3976034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914400" y="3875450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200,100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BTN_R 입력 (posedge 사이)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411480" y="4442378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521208" y="4542962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14400" y="4442378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200,105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첫 sample → q_reg[7] = 1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11480" y="5009306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521208" y="510989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914400" y="5009306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200,175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8번째 sample → debounce · i_btn_R tick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411480" y="5576234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/>
          <p:nvPr/>
        </p:nvSpPr>
        <p:spPr>
          <a:xfrm>
            <a:off x="521208" y="5676818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914400" y="5576234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200,185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STOP → RUN, i_run_stop = 1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217920" y="3875450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6940662" y="3992722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/>
          <p:nvPr/>
        </p:nvSpPr>
        <p:spPr>
          <a:xfrm>
            <a:off x="6217920" y="4192518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6940662" y="4309790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6"/>
          <p:cNvSpPr/>
          <p:nvPr/>
        </p:nvSpPr>
        <p:spPr>
          <a:xfrm>
            <a:off x="6217920" y="4509586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940662" y="4626858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/>
          <p:nvPr/>
        </p:nvSpPr>
        <p:spPr>
          <a:xfrm>
            <a:off x="7185282" y="3875450"/>
            <a:ext cx="722742" cy="868680"/>
          </a:xfrm>
          <a:prstGeom prst="roundRect">
            <a:avLst>
              <a:gd name="adj" fmla="val 6326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run_stop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8152644" y="3979691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9120006" y="3979691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0087368" y="3979691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11054730" y="3979691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7908024" y="4309790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4"/>
          <p:cNvSpPr/>
          <p:nvPr/>
        </p:nvSpPr>
        <p:spPr>
          <a:xfrm>
            <a:off x="8875386" y="4309790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5"/>
          <p:cNvSpPr/>
          <p:nvPr/>
        </p:nvSpPr>
        <p:spPr>
          <a:xfrm>
            <a:off x="9842748" y="4309790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6"/>
          <p:cNvSpPr/>
          <p:nvPr/>
        </p:nvSpPr>
        <p:spPr>
          <a:xfrm>
            <a:off x="10810110" y="4309790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7"/>
          <p:cNvSpPr/>
          <p:nvPr/>
        </p:nvSpPr>
        <p:spPr>
          <a:xfrm>
            <a:off x="7941381" y="5000276"/>
            <a:ext cx="0" cy="28867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8"/>
          <p:cNvSpPr txBox="1"/>
          <p:nvPr/>
        </p:nvSpPr>
        <p:spPr>
          <a:xfrm>
            <a:off x="7441570" y="496439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8275302" y="5436638"/>
            <a:ext cx="597826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0"/>
          <p:cNvSpPr txBox="1"/>
          <p:nvPr/>
        </p:nvSpPr>
        <p:spPr>
          <a:xfrm>
            <a:off x="7748562" y="525977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 flipH="1">
            <a:off x="8275302" y="5570903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2"/>
          <p:cNvSpPr txBox="1"/>
          <p:nvPr/>
        </p:nvSpPr>
        <p:spPr>
          <a:xfrm>
            <a:off x="7748562" y="55350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7" name="Shape 53"/>
          <p:cNvSpPr/>
          <p:nvPr/>
        </p:nvSpPr>
        <p:spPr>
          <a:xfrm flipH="1">
            <a:off x="7009635" y="5436638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4"/>
          <p:cNvSpPr txBox="1"/>
          <p:nvPr/>
        </p:nvSpPr>
        <p:spPr>
          <a:xfrm>
            <a:off x="6482895" y="525977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7009635" y="5570903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6"/>
          <p:cNvSpPr txBox="1"/>
          <p:nvPr/>
        </p:nvSpPr>
        <p:spPr>
          <a:xfrm>
            <a:off x="6482895" y="55350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7822893" y="5705168"/>
            <a:ext cx="0" cy="16783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8"/>
          <p:cNvSpPr txBox="1"/>
          <p:nvPr/>
        </p:nvSpPr>
        <p:spPr>
          <a:xfrm>
            <a:off x="6666013" y="567935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3" name="Shape 59"/>
          <p:cNvSpPr/>
          <p:nvPr/>
        </p:nvSpPr>
        <p:spPr>
          <a:xfrm flipV="1">
            <a:off x="8059869" y="5705168"/>
            <a:ext cx="0" cy="16783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0"/>
          <p:cNvSpPr txBox="1"/>
          <p:nvPr/>
        </p:nvSpPr>
        <p:spPr>
          <a:xfrm>
            <a:off x="7603145" y="567935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7557372" y="5295659"/>
            <a:ext cx="768017" cy="416221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66" name="Text 62"/>
          <p:cNvSpPr/>
          <p:nvPr/>
        </p:nvSpPr>
        <p:spPr>
          <a:xfrm>
            <a:off x="8823039" y="5295659"/>
            <a:ext cx="768017" cy="416221"/>
          </a:xfrm>
          <a:prstGeom prst="ellipse">
            <a:avLst/>
          </a:prstGeom>
          <a:solidFill>
            <a:srgbClr val="047857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67" name="Text 63"/>
          <p:cNvSpPr/>
          <p:nvPr/>
        </p:nvSpPr>
        <p:spPr>
          <a:xfrm>
            <a:off x="6291706" y="5295659"/>
            <a:ext cx="768017" cy="416221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68" name="Text 64"/>
          <p:cNvSpPr/>
          <p:nvPr/>
        </p:nvSpPr>
        <p:spPr>
          <a:xfrm>
            <a:off x="7594535" y="5886425"/>
            <a:ext cx="693693" cy="37594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69" name="Shape 65"/>
          <p:cNvSpPr/>
          <p:nvPr/>
        </p:nvSpPr>
        <p:spPr>
          <a:xfrm>
            <a:off x="9802002" y="5220421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6"/>
          <p:cNvSpPr txBox="1"/>
          <p:nvPr/>
        </p:nvSpPr>
        <p:spPr>
          <a:xfrm>
            <a:off x="9893442" y="5256997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RUN</a:t>
            </a:r>
            <a:endParaRPr lang="en-US" sz="1300" dirty="0"/>
          </a:p>
        </p:txBody>
      </p:sp>
      <p:sp>
        <p:nvSpPr>
          <p:cNvPr id="71" name="Text 67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37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Scenario 1 · 정상 입력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RUN · UP count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Adds One Count per 1 ms Tick up to 0005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439144" cy="196861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11.png"/>
          <p:cNvPicPr>
            <a:picLocks noChangeAspect="1"/>
          </p:cNvPicPr>
          <p:nvPr/>
        </p:nvPicPr>
        <p:blipFill>
          <a:blip r:embed="rId3"/>
          <a:srcRect b="83707"/>
          <a:stretch/>
        </p:blipFill>
        <p:spPr>
          <a:xfrm>
            <a:off x="411480" y="1517904"/>
            <a:ext cx="11365992" cy="541560"/>
          </a:xfrm>
          <a:prstGeom prst="rect">
            <a:avLst/>
          </a:prstGeom>
        </p:spPr>
      </p:pic>
      <p:pic>
        <p:nvPicPr>
          <p:cNvPr id="7" name="Image 1" descr="media/image11.png"/>
          <p:cNvPicPr>
            <a:picLocks noChangeAspect="1"/>
          </p:cNvPicPr>
          <p:nvPr/>
        </p:nvPicPr>
        <p:blipFill>
          <a:blip r:embed="rId3"/>
          <a:srcRect t="31568" b="37882"/>
          <a:stretch/>
        </p:blipFill>
        <p:spPr>
          <a:xfrm>
            <a:off x="411480" y="2059464"/>
            <a:ext cx="11365992" cy="1015425"/>
          </a:xfrm>
          <a:prstGeom prst="rect">
            <a:avLst/>
          </a:prstGeom>
        </p:spPr>
      </p:pic>
      <p:pic>
        <p:nvPicPr>
          <p:cNvPr id="8" name="Image 2" descr="media/image11.png"/>
          <p:cNvPicPr>
            <a:picLocks noChangeAspect="1"/>
          </p:cNvPicPr>
          <p:nvPr/>
        </p:nvPicPr>
        <p:blipFill>
          <a:blip r:embed="rId3"/>
          <a:srcRect t="72301" b="17515"/>
          <a:stretch/>
        </p:blipFill>
        <p:spPr>
          <a:xfrm>
            <a:off x="411480" y="3074889"/>
            <a:ext cx="11365992" cy="33847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11480" y="2052149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411480" y="3067574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60409" y="2066234"/>
            <a:ext cx="1286205" cy="148929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60409" y="2743184"/>
            <a:ext cx="1286205" cy="148929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60409" y="2912421"/>
            <a:ext cx="1286205" cy="148929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60409" y="3081659"/>
            <a:ext cx="1286205" cy="148929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560409" y="3250896"/>
            <a:ext cx="1286205" cy="148929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2997429" y="1517904"/>
            <a:ext cx="0" cy="189546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2860269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51330" y="1517904"/>
            <a:ext cx="0" cy="189546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4214170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705230" y="1517904"/>
            <a:ext cx="0" cy="189546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059130" y="1517904"/>
            <a:ext cx="0" cy="189546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8413030" y="1517904"/>
            <a:ext cx="0" cy="189546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9766930" y="1517904"/>
            <a:ext cx="0" cy="189546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10037710" y="1517904"/>
            <a:ext cx="0" cy="189546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10055998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328677" y="304639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0000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17968" y="304639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0001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171868" y="304639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0002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525768" y="304639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0003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879668" y="304639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0004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0626199" y="304639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0005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11480" y="3614532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/>
          <p:nvPr/>
        </p:nvSpPr>
        <p:spPr>
          <a:xfrm>
            <a:off x="521208" y="3715116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14400" y="3614532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BTN_R → RUN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411480" y="4181460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/>
          <p:nvPr/>
        </p:nvSpPr>
        <p:spPr>
          <a:xfrm>
            <a:off x="521208" y="4282044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914400" y="4181460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~ 5.2 ms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 ms마다 o_tic → o_counter +1 (UP)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411480" y="4748388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/>
          <p:nvPr/>
        </p:nvSpPr>
        <p:spPr>
          <a:xfrm>
            <a:off x="521208" y="4848972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6"/>
          <p:cNvSpPr txBox="1"/>
          <p:nvPr/>
        </p:nvSpPr>
        <p:spPr>
          <a:xfrm>
            <a:off x="914400" y="4748388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5,401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두 번째 BTN_R → STOP, 0005 유지</a:t>
            </a:r>
            <a:endParaRPr lang="en-US" sz="1250" dirty="0"/>
          </a:p>
        </p:txBody>
      </p:sp>
      <p:sp>
        <p:nvSpPr>
          <p:cNvPr id="42" name="Shape 37"/>
          <p:cNvSpPr/>
          <p:nvPr/>
        </p:nvSpPr>
        <p:spPr>
          <a:xfrm>
            <a:off x="411480" y="5315316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521208" y="541590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914400" y="5315316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1 ms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FCOUNT 100,000 clock (HW 100 ms의 1/100)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6217920" y="3614532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6940662" y="3731804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6217920" y="3931600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6940662" y="4048872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/>
          <p:nvPr/>
        </p:nvSpPr>
        <p:spPr>
          <a:xfrm>
            <a:off x="6217920" y="4248669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6940662" y="4365940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6"/>
          <p:cNvSpPr/>
          <p:nvPr/>
        </p:nvSpPr>
        <p:spPr>
          <a:xfrm>
            <a:off x="7185282" y="3614532"/>
            <a:ext cx="722742" cy="868680"/>
          </a:xfrm>
          <a:prstGeom prst="roundRect">
            <a:avLst>
              <a:gd name="adj" fmla="val 632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8152644" y="3718774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120006" y="3718774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10087368" y="3718774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11054730" y="3718774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7908024" y="4048872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2"/>
          <p:cNvSpPr/>
          <p:nvPr/>
        </p:nvSpPr>
        <p:spPr>
          <a:xfrm>
            <a:off x="8875386" y="4048872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3"/>
          <p:cNvSpPr/>
          <p:nvPr/>
        </p:nvSpPr>
        <p:spPr>
          <a:xfrm>
            <a:off x="9842748" y="4048872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4"/>
          <p:cNvSpPr/>
          <p:nvPr/>
        </p:nvSpPr>
        <p:spPr>
          <a:xfrm>
            <a:off x="10810110" y="4048872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5"/>
          <p:cNvSpPr/>
          <p:nvPr/>
        </p:nvSpPr>
        <p:spPr>
          <a:xfrm>
            <a:off x="7941381" y="4757996"/>
            <a:ext cx="0" cy="342096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6"/>
          <p:cNvSpPr txBox="1"/>
          <p:nvPr/>
        </p:nvSpPr>
        <p:spPr>
          <a:xfrm>
            <a:off x="7441570" y="473578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8275302" y="5275117"/>
            <a:ext cx="597826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8"/>
          <p:cNvSpPr txBox="1"/>
          <p:nvPr/>
        </p:nvSpPr>
        <p:spPr>
          <a:xfrm>
            <a:off x="7748562" y="5085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64" name="Shape 59"/>
          <p:cNvSpPr/>
          <p:nvPr/>
        </p:nvSpPr>
        <p:spPr>
          <a:xfrm flipH="1">
            <a:off x="8275302" y="5434232"/>
            <a:ext cx="597826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0"/>
          <p:cNvSpPr txBox="1"/>
          <p:nvPr/>
        </p:nvSpPr>
        <p:spPr>
          <a:xfrm>
            <a:off x="7748562" y="54120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 flipH="1">
            <a:off x="7009635" y="5275117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2"/>
          <p:cNvSpPr txBox="1"/>
          <p:nvPr/>
        </p:nvSpPr>
        <p:spPr>
          <a:xfrm>
            <a:off x="6482895" y="5085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68" name="Shape 63"/>
          <p:cNvSpPr/>
          <p:nvPr/>
        </p:nvSpPr>
        <p:spPr>
          <a:xfrm>
            <a:off x="7009635" y="5434232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4"/>
          <p:cNvSpPr txBox="1"/>
          <p:nvPr/>
        </p:nvSpPr>
        <p:spPr>
          <a:xfrm>
            <a:off x="6482895" y="54120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7822893" y="5593346"/>
            <a:ext cx="0" cy="198893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6"/>
          <p:cNvSpPr txBox="1"/>
          <p:nvPr/>
        </p:nvSpPr>
        <p:spPr>
          <a:xfrm>
            <a:off x="6666013" y="55830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72" name="Shape 67"/>
          <p:cNvSpPr/>
          <p:nvPr/>
        </p:nvSpPr>
        <p:spPr>
          <a:xfrm flipV="1">
            <a:off x="8059869" y="5593346"/>
            <a:ext cx="0" cy="198893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8"/>
          <p:cNvSpPr txBox="1"/>
          <p:nvPr/>
        </p:nvSpPr>
        <p:spPr>
          <a:xfrm>
            <a:off x="7603145" y="55830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74" name="Text 69"/>
          <p:cNvSpPr/>
          <p:nvPr/>
        </p:nvSpPr>
        <p:spPr>
          <a:xfrm>
            <a:off x="7557372" y="5108047"/>
            <a:ext cx="768017" cy="49325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75" name="Text 70"/>
          <p:cNvSpPr/>
          <p:nvPr/>
        </p:nvSpPr>
        <p:spPr>
          <a:xfrm>
            <a:off x="8823039" y="5108047"/>
            <a:ext cx="768017" cy="493254"/>
          </a:xfrm>
          <a:prstGeom prst="ellipse">
            <a:avLst/>
          </a:prstGeom>
          <a:solidFill>
            <a:srgbClr val="047857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76" name="Text 71"/>
          <p:cNvSpPr/>
          <p:nvPr/>
        </p:nvSpPr>
        <p:spPr>
          <a:xfrm>
            <a:off x="6291706" y="5108047"/>
            <a:ext cx="768017" cy="49325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77" name="Text 72"/>
          <p:cNvSpPr/>
          <p:nvPr/>
        </p:nvSpPr>
        <p:spPr>
          <a:xfrm>
            <a:off x="7594535" y="5808150"/>
            <a:ext cx="693693" cy="445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78" name="Shape 73"/>
          <p:cNvSpPr/>
          <p:nvPr/>
        </p:nvSpPr>
        <p:spPr>
          <a:xfrm>
            <a:off x="9802002" y="5089962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4"/>
          <p:cNvSpPr txBox="1"/>
          <p:nvPr/>
        </p:nvSpPr>
        <p:spPr>
          <a:xfrm>
            <a:off x="9893442" y="5126538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: UP</a:t>
            </a:r>
            <a:endParaRPr lang="en-US" sz="1300" dirty="0"/>
          </a:p>
        </p:txBody>
      </p:sp>
      <p:sp>
        <p:nvSpPr>
          <p:cNvPr id="80" name="Text 75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81" name="Text 76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37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Scenario 1 · 정상 입력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BTN_R → STOP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Second BTN_R Returns to STOP, Count Holds at 0005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439144" cy="176136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18.png"/>
          <p:cNvPicPr>
            <a:picLocks noChangeAspect="1"/>
          </p:cNvPicPr>
          <p:nvPr/>
        </p:nvPicPr>
        <p:blipFill>
          <a:blip r:embed="rId3"/>
          <a:srcRect b="83198"/>
          <a:stretch/>
        </p:blipFill>
        <p:spPr>
          <a:xfrm>
            <a:off x="411480" y="1517904"/>
            <a:ext cx="11365992" cy="543107"/>
          </a:xfrm>
          <a:prstGeom prst="rect">
            <a:avLst/>
          </a:prstGeom>
        </p:spPr>
      </p:pic>
      <p:pic>
        <p:nvPicPr>
          <p:cNvPr id="7" name="Image 1" descr="media/image18.png"/>
          <p:cNvPicPr>
            <a:picLocks noChangeAspect="1"/>
          </p:cNvPicPr>
          <p:nvPr/>
        </p:nvPicPr>
        <p:blipFill>
          <a:blip r:embed="rId3"/>
          <a:srcRect t="31984" b="37652"/>
          <a:stretch/>
        </p:blipFill>
        <p:spPr>
          <a:xfrm>
            <a:off x="411480" y="2061011"/>
            <a:ext cx="11365992" cy="981519"/>
          </a:xfrm>
          <a:prstGeom prst="rect">
            <a:avLst/>
          </a:prstGeom>
        </p:spPr>
      </p:pic>
      <p:pic>
        <p:nvPicPr>
          <p:cNvPr id="8" name="Image 2" descr="media/image18.png"/>
          <p:cNvPicPr>
            <a:picLocks noChangeAspect="1"/>
          </p:cNvPicPr>
          <p:nvPr/>
        </p:nvPicPr>
        <p:blipFill>
          <a:blip r:embed="rId3"/>
          <a:srcRect t="72470" b="22470"/>
          <a:stretch/>
        </p:blipFill>
        <p:spPr>
          <a:xfrm>
            <a:off x="411480" y="3042530"/>
            <a:ext cx="11365992" cy="16358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11480" y="2053696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411480" y="3035215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55436" y="2067555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55436" y="2231141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55436" y="2394728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55436" y="2558314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555436" y="2721901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555436" y="2885487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555436" y="3049074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968028" y="1517904"/>
            <a:ext cx="0" cy="1688213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6830868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421826" y="1517904"/>
            <a:ext cx="0" cy="1688213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9129218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748999" y="1517904"/>
            <a:ext cx="0" cy="1688213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9767287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968028" y="3535301"/>
            <a:ext cx="2780971" cy="0"/>
          </a:xfrm>
          <a:prstGeom prst="line">
            <a:avLst/>
          </a:prstGeom>
          <a:noFill/>
          <a:ln w="15875">
            <a:solidFill>
              <a:srgbClr val="EA580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6510828" y="3288413"/>
            <a:ext cx="36953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+85 ns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11480" y="3681605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521208" y="3782189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914400" y="3681605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5,401,100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두 번째 BTN_R 입력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411480" y="4248533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521208" y="4349117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914400" y="4248533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5,401,175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8 sample 연속 1 → debounce · i_btn_R tick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411480" y="4815461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/>
          <p:nvPr/>
        </p:nvSpPr>
        <p:spPr>
          <a:xfrm>
            <a:off x="521208" y="4916045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14400" y="4815461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5,401,185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RUN → STOP, i_run_stop = 0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411480" y="5382389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/>
          <p:nvPr/>
        </p:nvSpPr>
        <p:spPr>
          <a:xfrm>
            <a:off x="521208" y="5482973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914400" y="5382389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o_counter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0005 유지 (STOP = tick 정지)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6217920" y="3681605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6940662" y="3798877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/>
          <p:nvPr/>
        </p:nvSpPr>
        <p:spPr>
          <a:xfrm>
            <a:off x="6217920" y="3998673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6940662" y="4115945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6217920" y="4315741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6940662" y="4433013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7185282" y="3681605"/>
            <a:ext cx="722742" cy="868680"/>
          </a:xfrm>
          <a:prstGeom prst="roundRect">
            <a:avLst>
              <a:gd name="adj" fmla="val 6326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run_stop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8152644" y="3785847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9120006" y="3785847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10087368" y="3785847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11054730" y="3785847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7908024" y="4115945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6"/>
          <p:cNvSpPr/>
          <p:nvPr/>
        </p:nvSpPr>
        <p:spPr>
          <a:xfrm>
            <a:off x="8875386" y="4115945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7"/>
          <p:cNvSpPr/>
          <p:nvPr/>
        </p:nvSpPr>
        <p:spPr>
          <a:xfrm>
            <a:off x="9842748" y="4115945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8"/>
          <p:cNvSpPr/>
          <p:nvPr/>
        </p:nvSpPr>
        <p:spPr>
          <a:xfrm>
            <a:off x="10810110" y="4115945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9"/>
          <p:cNvSpPr/>
          <p:nvPr/>
        </p:nvSpPr>
        <p:spPr>
          <a:xfrm>
            <a:off x="7941381" y="4820278"/>
            <a:ext cx="0" cy="32836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0"/>
          <p:cNvSpPr txBox="1"/>
          <p:nvPr/>
        </p:nvSpPr>
        <p:spPr>
          <a:xfrm>
            <a:off x="7441570" y="479454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8275302" y="5316639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2"/>
          <p:cNvSpPr txBox="1"/>
          <p:nvPr/>
        </p:nvSpPr>
        <p:spPr>
          <a:xfrm>
            <a:off x="7748562" y="513054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 flipH="1">
            <a:off x="8275302" y="5469365"/>
            <a:ext cx="597826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4"/>
          <p:cNvSpPr txBox="1"/>
          <p:nvPr/>
        </p:nvSpPr>
        <p:spPr>
          <a:xfrm>
            <a:off x="7748562" y="54436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 flipH="1">
            <a:off x="7009635" y="5316639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6"/>
          <p:cNvSpPr txBox="1"/>
          <p:nvPr/>
        </p:nvSpPr>
        <p:spPr>
          <a:xfrm>
            <a:off x="6482895" y="513054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7009635" y="5469365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8"/>
          <p:cNvSpPr txBox="1"/>
          <p:nvPr/>
        </p:nvSpPr>
        <p:spPr>
          <a:xfrm>
            <a:off x="6482895" y="544363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4" name="Shape 59"/>
          <p:cNvSpPr/>
          <p:nvPr/>
        </p:nvSpPr>
        <p:spPr>
          <a:xfrm>
            <a:off x="7822893" y="5622091"/>
            <a:ext cx="0" cy="19090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0"/>
          <p:cNvSpPr txBox="1"/>
          <p:nvPr/>
        </p:nvSpPr>
        <p:spPr>
          <a:xfrm>
            <a:off x="6666013" y="560781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 flipV="1">
            <a:off x="8059869" y="5622091"/>
            <a:ext cx="0" cy="19090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2"/>
          <p:cNvSpPr txBox="1"/>
          <p:nvPr/>
        </p:nvSpPr>
        <p:spPr>
          <a:xfrm>
            <a:off x="7603145" y="560781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8" name="Text 63"/>
          <p:cNvSpPr/>
          <p:nvPr/>
        </p:nvSpPr>
        <p:spPr>
          <a:xfrm>
            <a:off x="7557372" y="5156276"/>
            <a:ext cx="768017" cy="473452"/>
          </a:xfrm>
          <a:prstGeom prst="ellipse">
            <a:avLst/>
          </a:prstGeom>
          <a:solidFill>
            <a:srgbClr val="047857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69" name="Text 64"/>
          <p:cNvSpPr/>
          <p:nvPr/>
        </p:nvSpPr>
        <p:spPr>
          <a:xfrm>
            <a:off x="8823039" y="5156276"/>
            <a:ext cx="768017" cy="4734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70" name="Text 65"/>
          <p:cNvSpPr/>
          <p:nvPr/>
        </p:nvSpPr>
        <p:spPr>
          <a:xfrm>
            <a:off x="6291706" y="5156276"/>
            <a:ext cx="768017" cy="4734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71" name="Text 66"/>
          <p:cNvSpPr/>
          <p:nvPr/>
        </p:nvSpPr>
        <p:spPr>
          <a:xfrm>
            <a:off x="7594535" y="5828272"/>
            <a:ext cx="693693" cy="42763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72" name="Shape 67"/>
          <p:cNvSpPr/>
          <p:nvPr/>
        </p:nvSpPr>
        <p:spPr>
          <a:xfrm>
            <a:off x="9802002" y="5123498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8"/>
          <p:cNvSpPr txBox="1"/>
          <p:nvPr/>
        </p:nvSpPr>
        <p:spPr>
          <a:xfrm>
            <a:off x="9893442" y="5160074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→ STOP</a:t>
            </a:r>
            <a:endParaRPr lang="en-US" sz="1300" dirty="0"/>
          </a:p>
        </p:txBody>
      </p:sp>
      <p:sp>
        <p:nvSpPr>
          <p:cNvPr id="74" name="Text 69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5" name="Text 70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37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Scenario 1 · 정상 입력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BTN_U → MODE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BTN_U Passes Through MODE, i_mode Flips on Return to STOP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439144" cy="186665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19.png"/>
          <p:cNvPicPr>
            <a:picLocks noChangeAspect="1"/>
          </p:cNvPicPr>
          <p:nvPr/>
        </p:nvPicPr>
        <p:blipFill>
          <a:blip r:embed="rId3"/>
          <a:srcRect b="84058"/>
          <a:stretch/>
        </p:blipFill>
        <p:spPr>
          <a:xfrm>
            <a:off x="411480" y="1517904"/>
            <a:ext cx="11365992" cy="548016"/>
          </a:xfrm>
          <a:prstGeom prst="rect">
            <a:avLst/>
          </a:prstGeom>
        </p:spPr>
      </p:pic>
      <p:pic>
        <p:nvPicPr>
          <p:cNvPr id="7" name="Image 1" descr="media/image19.png"/>
          <p:cNvPicPr>
            <a:picLocks noChangeAspect="1"/>
          </p:cNvPicPr>
          <p:nvPr/>
        </p:nvPicPr>
        <p:blipFill>
          <a:blip r:embed="rId3"/>
          <a:srcRect t="36646" b="32298"/>
          <a:stretch/>
        </p:blipFill>
        <p:spPr>
          <a:xfrm>
            <a:off x="411480" y="2065920"/>
            <a:ext cx="11365992" cy="1067563"/>
          </a:xfrm>
          <a:prstGeom prst="rect">
            <a:avLst/>
          </a:prstGeom>
        </p:spPr>
      </p:pic>
      <p:pic>
        <p:nvPicPr>
          <p:cNvPr id="8" name="Image 2" descr="media/image19.png"/>
          <p:cNvPicPr>
            <a:picLocks noChangeAspect="1"/>
          </p:cNvPicPr>
          <p:nvPr/>
        </p:nvPicPr>
        <p:blipFill>
          <a:blip r:embed="rId3"/>
          <a:srcRect t="72878" b="21946"/>
          <a:stretch/>
        </p:blipFill>
        <p:spPr>
          <a:xfrm>
            <a:off x="411480" y="3133483"/>
            <a:ext cx="11365992" cy="17792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11480" y="2058605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411480" y="3126168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68056" y="2073037"/>
            <a:ext cx="1352247" cy="1565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68056" y="2606819"/>
            <a:ext cx="1352247" cy="1565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68056" y="2784746"/>
            <a:ext cx="1352247" cy="1565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68056" y="2962673"/>
            <a:ext cx="1352247" cy="1565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4681734" y="1517904"/>
            <a:ext cx="0" cy="1793507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4544574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50642" y="1517904"/>
            <a:ext cx="0" cy="1793507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7213482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06497" y="1517904"/>
            <a:ext cx="0" cy="1793507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7569337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062351" y="1517904"/>
            <a:ext cx="0" cy="1793507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7925191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11480" y="3512579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521208" y="3613163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914400" y="3512579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7,602,100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BTN_U 입력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11480" y="4079507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521208" y="4180091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914400" y="4079507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i_btn_U tick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411480" y="4646435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521208" y="4747019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914400" y="4646435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STOP → MODE, mode_next = ~mode_reg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411480" y="5213363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/>
          <p:nvPr/>
        </p:nvSpPr>
        <p:spPr>
          <a:xfrm>
            <a:off x="521208" y="5313947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14400" y="5213363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+95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MODE → STOP, mode_reg 갱신 → i_mode 1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6217920" y="3512579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940662" y="3629850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6217920" y="3829647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6940662" y="3946919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/>
          <p:nvPr/>
        </p:nvSpPr>
        <p:spPr>
          <a:xfrm>
            <a:off x="6217920" y="4146715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6940662" y="4263987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/>
          <p:nvPr/>
        </p:nvSpPr>
        <p:spPr>
          <a:xfrm>
            <a:off x="7185282" y="3512579"/>
            <a:ext cx="722742" cy="868680"/>
          </a:xfrm>
          <a:prstGeom prst="roundRect">
            <a:avLst>
              <a:gd name="adj" fmla="val 6326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mode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8152644" y="3616820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9120006" y="3616820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10087368" y="3616820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11054730" y="3616820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7908024" y="3946919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3"/>
          <p:cNvSpPr/>
          <p:nvPr/>
        </p:nvSpPr>
        <p:spPr>
          <a:xfrm>
            <a:off x="8875386" y="3946919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4"/>
          <p:cNvSpPr/>
          <p:nvPr/>
        </p:nvSpPr>
        <p:spPr>
          <a:xfrm>
            <a:off x="9842748" y="3946919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5"/>
          <p:cNvSpPr/>
          <p:nvPr/>
        </p:nvSpPr>
        <p:spPr>
          <a:xfrm>
            <a:off x="10810110" y="3946919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6"/>
          <p:cNvSpPr/>
          <p:nvPr/>
        </p:nvSpPr>
        <p:spPr>
          <a:xfrm>
            <a:off x="7941381" y="4663325"/>
            <a:ext cx="0" cy="3629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 txBox="1"/>
          <p:nvPr/>
        </p:nvSpPr>
        <p:spPr>
          <a:xfrm>
            <a:off x="7441570" y="464645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8275302" y="5212003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 txBox="1"/>
          <p:nvPr/>
        </p:nvSpPr>
        <p:spPr>
          <a:xfrm>
            <a:off x="7748562" y="501786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 flipH="1">
            <a:off x="8275302" y="5380827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1"/>
          <p:cNvSpPr txBox="1"/>
          <p:nvPr/>
        </p:nvSpPr>
        <p:spPr>
          <a:xfrm>
            <a:off x="7748562" y="536395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 flipH="1">
            <a:off x="7009635" y="5212003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3"/>
          <p:cNvSpPr txBox="1"/>
          <p:nvPr/>
        </p:nvSpPr>
        <p:spPr>
          <a:xfrm>
            <a:off x="6482895" y="501786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59" name="Shape 54"/>
          <p:cNvSpPr/>
          <p:nvPr/>
        </p:nvSpPr>
        <p:spPr>
          <a:xfrm>
            <a:off x="7009635" y="5380827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5"/>
          <p:cNvSpPr txBox="1"/>
          <p:nvPr/>
        </p:nvSpPr>
        <p:spPr>
          <a:xfrm>
            <a:off x="6482895" y="536395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7822893" y="5549651"/>
            <a:ext cx="0" cy="21103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7"/>
          <p:cNvSpPr txBox="1"/>
          <p:nvPr/>
        </p:nvSpPr>
        <p:spPr>
          <a:xfrm>
            <a:off x="6666013" y="554543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 flipV="1">
            <a:off x="8059869" y="5549651"/>
            <a:ext cx="0" cy="21103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9"/>
          <p:cNvSpPr txBox="1"/>
          <p:nvPr/>
        </p:nvSpPr>
        <p:spPr>
          <a:xfrm>
            <a:off x="7603145" y="554543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5" name="Text 60"/>
          <p:cNvSpPr/>
          <p:nvPr/>
        </p:nvSpPr>
        <p:spPr>
          <a:xfrm>
            <a:off x="7557372" y="5034738"/>
            <a:ext cx="768017" cy="52335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8823039" y="5034738"/>
            <a:ext cx="768017" cy="52335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67" name="Text 62"/>
          <p:cNvSpPr/>
          <p:nvPr/>
        </p:nvSpPr>
        <p:spPr>
          <a:xfrm>
            <a:off x="6291706" y="5034738"/>
            <a:ext cx="768017" cy="52335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7594535" y="5777564"/>
            <a:ext cx="693693" cy="472708"/>
          </a:xfrm>
          <a:prstGeom prst="ellipse">
            <a:avLst/>
          </a:prstGeom>
          <a:solidFill>
            <a:srgbClr val="047857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69" name="Shape 64"/>
          <p:cNvSpPr/>
          <p:nvPr/>
        </p:nvSpPr>
        <p:spPr>
          <a:xfrm>
            <a:off x="9802002" y="5038985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5"/>
          <p:cNvSpPr txBox="1"/>
          <p:nvPr/>
        </p:nvSpPr>
        <p:spPr>
          <a:xfrm>
            <a:off x="9893442" y="5075561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MODE → STOP</a:t>
            </a:r>
            <a:endParaRPr lang="en-US" sz="1300" dirty="0"/>
          </a:p>
        </p:txBody>
      </p:sp>
      <p:sp>
        <p:nvSpPr>
          <p:cNvPr id="71" name="Text 66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2" name="Text 67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37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Scenario 1 · 정상 입력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RUN · DOWN count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DOWN Mode Counts 0005 → 0002, Then BTN_R Stops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0614975" cy="281635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30.png"/>
          <p:cNvPicPr>
            <a:picLocks noChangeAspect="1"/>
          </p:cNvPicPr>
          <p:nvPr/>
        </p:nvPicPr>
        <p:blipFill>
          <a:blip r:embed="rId3"/>
          <a:srcRect b="87375"/>
          <a:stretch/>
        </p:blipFill>
        <p:spPr>
          <a:xfrm>
            <a:off x="411480" y="1517904"/>
            <a:ext cx="10541823" cy="519908"/>
          </a:xfrm>
          <a:prstGeom prst="rect">
            <a:avLst/>
          </a:prstGeom>
        </p:spPr>
      </p:pic>
      <p:pic>
        <p:nvPicPr>
          <p:cNvPr id="7" name="Image 1" descr="media/image30.png"/>
          <p:cNvPicPr>
            <a:picLocks noChangeAspect="1"/>
          </p:cNvPicPr>
          <p:nvPr/>
        </p:nvPicPr>
        <p:blipFill>
          <a:blip r:embed="rId3"/>
          <a:srcRect t="25083" b="54153"/>
          <a:stretch/>
        </p:blipFill>
        <p:spPr>
          <a:xfrm>
            <a:off x="411480" y="2037812"/>
            <a:ext cx="10541823" cy="855112"/>
          </a:xfrm>
          <a:prstGeom prst="rect">
            <a:avLst/>
          </a:prstGeom>
        </p:spPr>
      </p:pic>
      <p:pic>
        <p:nvPicPr>
          <p:cNvPr id="8" name="Image 2" descr="media/image30.png"/>
          <p:cNvPicPr>
            <a:picLocks noChangeAspect="1"/>
          </p:cNvPicPr>
          <p:nvPr/>
        </p:nvPicPr>
        <p:blipFill>
          <a:blip r:embed="rId3"/>
          <a:srcRect t="50000" b="25083"/>
          <a:stretch/>
        </p:blipFill>
        <p:spPr>
          <a:xfrm>
            <a:off x="411480" y="2892924"/>
            <a:ext cx="10541823" cy="1026135"/>
          </a:xfrm>
          <a:prstGeom prst="rect">
            <a:avLst/>
          </a:prstGeom>
        </p:spPr>
      </p:pic>
      <p:pic>
        <p:nvPicPr>
          <p:cNvPr id="9" name="Image 3" descr="media/image30.png"/>
          <p:cNvPicPr>
            <a:picLocks noChangeAspect="1"/>
          </p:cNvPicPr>
          <p:nvPr/>
        </p:nvPicPr>
        <p:blipFill>
          <a:blip r:embed="rId3"/>
          <a:srcRect t="79070" b="12625"/>
          <a:stretch/>
        </p:blipFill>
        <p:spPr>
          <a:xfrm>
            <a:off x="411480" y="3919059"/>
            <a:ext cx="10541823" cy="34204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11480" y="2030497"/>
            <a:ext cx="10541823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411480" y="2885609"/>
            <a:ext cx="10541823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11480" y="3911744"/>
            <a:ext cx="10541823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561980" y="2044653"/>
            <a:ext cx="1299771" cy="15050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561980" y="2728743"/>
            <a:ext cx="1299771" cy="15050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561980" y="2899765"/>
            <a:ext cx="1299771" cy="15050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561980" y="3583855"/>
            <a:ext cx="1299771" cy="15050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61980" y="3754878"/>
            <a:ext cx="1299771" cy="15050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561980" y="3925900"/>
            <a:ext cx="1299771" cy="15050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561980" y="4096922"/>
            <a:ext cx="1299771" cy="15050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3585657" y="1517904"/>
            <a:ext cx="0" cy="274320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3293049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859292" y="1517904"/>
            <a:ext cx="0" cy="274320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3877580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953836" y="1517904"/>
            <a:ext cx="0" cy="274320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/>
          <p:nvPr/>
        </p:nvSpPr>
        <p:spPr>
          <a:xfrm>
            <a:off x="4816676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22016" y="1517904"/>
            <a:ext cx="0" cy="274320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7690195" y="1517904"/>
            <a:ext cx="0" cy="2743200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8237467" y="1517904"/>
            <a:ext cx="0" cy="274320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/>
          <p:nvPr/>
        </p:nvSpPr>
        <p:spPr>
          <a:xfrm>
            <a:off x="8100307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203093" y="3891422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0005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27614" y="3891422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0004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795793" y="3891422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0003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794565" y="3891422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0002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9504789" y="3891422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0000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11480" y="4462272"/>
            <a:ext cx="6949440" cy="393192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1"/>
          <p:cNvSpPr/>
          <p:nvPr/>
        </p:nvSpPr>
        <p:spPr>
          <a:xfrm>
            <a:off x="521208" y="4521708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914400" y="4462272"/>
            <a:ext cx="6336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7,602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BTN_U → i_mode = 1 (DOWN)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411480" y="4946904"/>
            <a:ext cx="6949440" cy="393192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/>
          <p:nvPr/>
        </p:nvSpPr>
        <p:spPr>
          <a:xfrm>
            <a:off x="521208" y="500634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914400" y="4946904"/>
            <a:ext cx="6336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7,803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BTN_R → RUN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411480" y="5431536"/>
            <a:ext cx="6949440" cy="393192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7"/>
          <p:cNvSpPr/>
          <p:nvPr/>
        </p:nvSpPr>
        <p:spPr>
          <a:xfrm>
            <a:off x="521208" y="5490972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914400" y="5431536"/>
            <a:ext cx="6336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8.6 · 9.6 · 10.6 ms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tick마다 −1 : 0005 → 0004 → 0003 → 0002</a:t>
            </a:r>
            <a:endParaRPr lang="en-US" sz="1250" dirty="0"/>
          </a:p>
        </p:txBody>
      </p:sp>
      <p:sp>
        <p:nvSpPr>
          <p:cNvPr id="45" name="Shape 39"/>
          <p:cNvSpPr/>
          <p:nvPr/>
        </p:nvSpPr>
        <p:spPr>
          <a:xfrm>
            <a:off x="411480" y="5916168"/>
            <a:ext cx="6949440" cy="393192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0"/>
          <p:cNvSpPr/>
          <p:nvPr/>
        </p:nvSpPr>
        <p:spPr>
          <a:xfrm>
            <a:off x="521208" y="5975604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914400" y="5916168"/>
            <a:ext cx="6336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11,004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BTN_R → STOP, 0002 유지</a:t>
            </a:r>
            <a:endParaRPr lang="en-US" sz="1250" dirty="0"/>
          </a:p>
        </p:txBody>
      </p:sp>
      <p:sp>
        <p:nvSpPr>
          <p:cNvPr id="48" name="Shape 42"/>
          <p:cNvSpPr/>
          <p:nvPr/>
        </p:nvSpPr>
        <p:spPr>
          <a:xfrm>
            <a:off x="9706356" y="4594207"/>
            <a:ext cx="0" cy="378213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3"/>
          <p:cNvSpPr txBox="1"/>
          <p:nvPr/>
        </p:nvSpPr>
        <p:spPr>
          <a:xfrm>
            <a:off x="9271730" y="458123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0" name="Shape 44"/>
          <p:cNvSpPr/>
          <p:nvPr/>
        </p:nvSpPr>
        <p:spPr>
          <a:xfrm>
            <a:off x="10107635" y="5165925"/>
            <a:ext cx="718418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5"/>
          <p:cNvSpPr txBox="1"/>
          <p:nvPr/>
        </p:nvSpPr>
        <p:spPr>
          <a:xfrm>
            <a:off x="9640648" y="4968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 flipH="1">
            <a:off x="10107635" y="5341838"/>
            <a:ext cx="718418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7"/>
          <p:cNvSpPr txBox="1"/>
          <p:nvPr/>
        </p:nvSpPr>
        <p:spPr>
          <a:xfrm>
            <a:off x="9640648" y="532886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 flipH="1">
            <a:off x="8586659" y="5165925"/>
            <a:ext cx="71841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9"/>
          <p:cNvSpPr txBox="1"/>
          <p:nvPr/>
        </p:nvSpPr>
        <p:spPr>
          <a:xfrm>
            <a:off x="8119672" y="4968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8586659" y="5341838"/>
            <a:ext cx="71841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1"/>
          <p:cNvSpPr txBox="1"/>
          <p:nvPr/>
        </p:nvSpPr>
        <p:spPr>
          <a:xfrm>
            <a:off x="8119672" y="532886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9563967" y="5517751"/>
            <a:ext cx="0" cy="21989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3"/>
          <p:cNvSpPr txBox="1"/>
          <p:nvPr/>
        </p:nvSpPr>
        <p:spPr>
          <a:xfrm>
            <a:off x="8339728" y="551796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0" name="Shape 54"/>
          <p:cNvSpPr/>
          <p:nvPr/>
        </p:nvSpPr>
        <p:spPr>
          <a:xfrm flipV="1">
            <a:off x="9848745" y="5517751"/>
            <a:ext cx="0" cy="21989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5"/>
          <p:cNvSpPr txBox="1"/>
          <p:nvPr/>
        </p:nvSpPr>
        <p:spPr>
          <a:xfrm>
            <a:off x="9465897" y="551796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9244885" y="4981216"/>
            <a:ext cx="922941" cy="545331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63" name="Text 57"/>
          <p:cNvSpPr/>
          <p:nvPr/>
        </p:nvSpPr>
        <p:spPr>
          <a:xfrm>
            <a:off x="10765861" y="4981216"/>
            <a:ext cx="922941" cy="545331"/>
          </a:xfrm>
          <a:prstGeom prst="ellipse">
            <a:avLst/>
          </a:prstGeom>
          <a:solidFill>
            <a:srgbClr val="047857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64" name="Text 58"/>
          <p:cNvSpPr/>
          <p:nvPr/>
        </p:nvSpPr>
        <p:spPr>
          <a:xfrm>
            <a:off x="7723910" y="4981216"/>
            <a:ext cx="922941" cy="545331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65" name="Text 59"/>
          <p:cNvSpPr/>
          <p:nvPr/>
        </p:nvSpPr>
        <p:spPr>
          <a:xfrm>
            <a:off x="9289544" y="5755234"/>
            <a:ext cx="833624" cy="49255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37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Scenario 1 · 정상 입력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BTN_L → CLEAR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BTN_L in STOP Clears 0002 to 0000, Mode Stays 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373240" cy="245059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43.png"/>
          <p:cNvPicPr>
            <a:picLocks noChangeAspect="1"/>
          </p:cNvPicPr>
          <p:nvPr/>
        </p:nvPicPr>
        <p:blipFill>
          <a:blip r:embed="rId3"/>
          <a:srcRect b="89182"/>
          <a:stretch/>
        </p:blipFill>
        <p:spPr>
          <a:xfrm>
            <a:off x="411480" y="1517904"/>
            <a:ext cx="11300088" cy="565367"/>
          </a:xfrm>
          <a:prstGeom prst="rect">
            <a:avLst/>
          </a:prstGeom>
        </p:spPr>
      </p:pic>
      <p:pic>
        <p:nvPicPr>
          <p:cNvPr id="7" name="Image 1" descr="media/image43.png"/>
          <p:cNvPicPr>
            <a:picLocks noChangeAspect="1"/>
          </p:cNvPicPr>
          <p:nvPr/>
        </p:nvPicPr>
        <p:blipFill>
          <a:blip r:embed="rId3"/>
          <a:srcRect t="17753" b="64910"/>
          <a:stretch/>
        </p:blipFill>
        <p:spPr>
          <a:xfrm>
            <a:off x="411480" y="2083271"/>
            <a:ext cx="11300088" cy="906037"/>
          </a:xfrm>
          <a:prstGeom prst="rect">
            <a:avLst/>
          </a:prstGeom>
        </p:spPr>
      </p:pic>
      <p:pic>
        <p:nvPicPr>
          <p:cNvPr id="8" name="Image 2" descr="media/image43.png"/>
          <p:cNvPicPr>
            <a:picLocks noChangeAspect="1"/>
          </p:cNvPicPr>
          <p:nvPr/>
        </p:nvPicPr>
        <p:blipFill>
          <a:blip r:embed="rId3"/>
          <a:srcRect t="52427" b="44105"/>
          <a:stretch/>
        </p:blipFill>
        <p:spPr>
          <a:xfrm>
            <a:off x="411480" y="2989307"/>
            <a:ext cx="11300088" cy="181207"/>
          </a:xfrm>
          <a:prstGeom prst="rect">
            <a:avLst/>
          </a:prstGeom>
        </p:spPr>
      </p:pic>
      <p:pic>
        <p:nvPicPr>
          <p:cNvPr id="9" name="Image 3" descr="media/image43.png"/>
          <p:cNvPicPr>
            <a:picLocks noChangeAspect="1"/>
          </p:cNvPicPr>
          <p:nvPr/>
        </p:nvPicPr>
        <p:blipFill>
          <a:blip r:embed="rId3"/>
          <a:srcRect t="73232" b="19834"/>
          <a:stretch/>
        </p:blipFill>
        <p:spPr>
          <a:xfrm>
            <a:off x="411480" y="3170515"/>
            <a:ext cx="11300088" cy="362415"/>
          </a:xfrm>
          <a:prstGeom prst="rect">
            <a:avLst/>
          </a:prstGeom>
        </p:spPr>
      </p:pic>
      <p:pic>
        <p:nvPicPr>
          <p:cNvPr id="10" name="Image 4" descr="media/image43.png"/>
          <p:cNvPicPr>
            <a:picLocks noChangeAspect="1"/>
          </p:cNvPicPr>
          <p:nvPr/>
        </p:nvPicPr>
        <p:blipFill>
          <a:blip r:embed="rId3"/>
          <a:srcRect t="83634" b="9431"/>
          <a:stretch/>
        </p:blipFill>
        <p:spPr>
          <a:xfrm>
            <a:off x="411480" y="3532929"/>
            <a:ext cx="11300088" cy="362415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11480" y="2075956"/>
            <a:ext cx="11300088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5"/>
          <p:cNvSpPr/>
          <p:nvPr/>
        </p:nvSpPr>
        <p:spPr>
          <a:xfrm>
            <a:off x="411480" y="2981992"/>
            <a:ext cx="11300088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411480" y="3163200"/>
            <a:ext cx="11300088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411480" y="3525614"/>
            <a:ext cx="11300088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8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570942" y="2090519"/>
            <a:ext cx="1377176" cy="15946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570942" y="2634141"/>
            <a:ext cx="1377176" cy="15946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/>
          <p:cNvSpPr/>
          <p:nvPr/>
        </p:nvSpPr>
        <p:spPr>
          <a:xfrm>
            <a:off x="570942" y="2815348"/>
            <a:ext cx="1377176" cy="15946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570942" y="2996556"/>
            <a:ext cx="1377176" cy="15946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570942" y="3177763"/>
            <a:ext cx="1377176" cy="15946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570942" y="3358970"/>
            <a:ext cx="1377176" cy="15946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570942" y="3540178"/>
            <a:ext cx="1377176" cy="15946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8703527" y="1517904"/>
            <a:ext cx="0" cy="237744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/>
          <p:nvPr/>
        </p:nvSpPr>
        <p:spPr>
          <a:xfrm>
            <a:off x="8410919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93459" y="1517904"/>
            <a:ext cx="0" cy="237744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/>
          <p:nvPr/>
        </p:nvSpPr>
        <p:spPr>
          <a:xfrm>
            <a:off x="9011747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348249" y="3510181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0002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0131329" y="3510181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1F2937"/>
          </a:solidFill>
          <a:ln w="9525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E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0000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11480" y="4096512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/>
          <p:nvPr/>
        </p:nvSpPr>
        <p:spPr>
          <a:xfrm>
            <a:off x="521208" y="4197096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914400" y="4096512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11,004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BTN_R → STOP (0002)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411480" y="4663440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/>
          <p:nvPr/>
        </p:nvSpPr>
        <p:spPr>
          <a:xfrm>
            <a:off x="521208" y="4764024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" y="4663440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11,205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BTN_L → i_btn_L tick → i_clear pulse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411480" y="5230368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/>
          <p:nvPr/>
        </p:nvSpPr>
        <p:spPr>
          <a:xfrm>
            <a:off x="521208" y="5330952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914400" y="5230368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o_counter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0002 → 0000, STOP 유지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411480" y="5797296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/>
          <p:nvPr/>
        </p:nvSpPr>
        <p:spPr>
          <a:xfrm>
            <a:off x="521208" y="589788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914400" y="5797296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i_mode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 유지 (CLEAR 대상 = count)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6217920" y="4096512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6940662" y="4213784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/>
          <p:nvPr/>
        </p:nvSpPr>
        <p:spPr>
          <a:xfrm>
            <a:off x="6217920" y="4413580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6940662" y="4530852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/>
          <p:nvPr/>
        </p:nvSpPr>
        <p:spPr>
          <a:xfrm>
            <a:off x="6217920" y="4730648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6940662" y="4847920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/>
          <p:nvPr/>
        </p:nvSpPr>
        <p:spPr>
          <a:xfrm>
            <a:off x="7185282" y="4096512"/>
            <a:ext cx="722742" cy="868680"/>
          </a:xfrm>
          <a:prstGeom prst="roundRect">
            <a:avLst>
              <a:gd name="adj" fmla="val 6326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clear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8152644" y="4200754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9120006" y="4200754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10087368" y="4200754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11054730" y="4200754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7908024" y="4530852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6"/>
          <p:cNvSpPr/>
          <p:nvPr/>
        </p:nvSpPr>
        <p:spPr>
          <a:xfrm>
            <a:off x="8875386" y="4530852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7"/>
          <p:cNvSpPr/>
          <p:nvPr/>
        </p:nvSpPr>
        <p:spPr>
          <a:xfrm>
            <a:off x="9842748" y="4530852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8"/>
          <p:cNvSpPr/>
          <p:nvPr/>
        </p:nvSpPr>
        <p:spPr>
          <a:xfrm>
            <a:off x="10810110" y="4530852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9"/>
          <p:cNvSpPr/>
          <p:nvPr/>
        </p:nvSpPr>
        <p:spPr>
          <a:xfrm>
            <a:off x="7941381" y="5205549"/>
            <a:ext cx="0" cy="243405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0"/>
          <p:cNvSpPr txBox="1"/>
          <p:nvPr/>
        </p:nvSpPr>
        <p:spPr>
          <a:xfrm>
            <a:off x="7441570" y="51580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8" name="Shape 51"/>
          <p:cNvSpPr/>
          <p:nvPr/>
        </p:nvSpPr>
        <p:spPr>
          <a:xfrm>
            <a:off x="8275302" y="5573486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 txBox="1"/>
          <p:nvPr/>
        </p:nvSpPr>
        <p:spPr>
          <a:xfrm>
            <a:off x="7748562" y="5407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60" name="Shape 53"/>
          <p:cNvSpPr/>
          <p:nvPr/>
        </p:nvSpPr>
        <p:spPr>
          <a:xfrm flipH="1">
            <a:off x="8275302" y="5686697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4"/>
          <p:cNvSpPr txBox="1"/>
          <p:nvPr/>
        </p:nvSpPr>
        <p:spPr>
          <a:xfrm>
            <a:off x="7748562" y="563923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62" name="Shape 55"/>
          <p:cNvSpPr/>
          <p:nvPr/>
        </p:nvSpPr>
        <p:spPr>
          <a:xfrm flipH="1">
            <a:off x="7009635" y="5573486"/>
            <a:ext cx="597826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6"/>
          <p:cNvSpPr txBox="1"/>
          <p:nvPr/>
        </p:nvSpPr>
        <p:spPr>
          <a:xfrm>
            <a:off x="6482895" y="5407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64" name="Shape 57"/>
          <p:cNvSpPr/>
          <p:nvPr/>
        </p:nvSpPr>
        <p:spPr>
          <a:xfrm>
            <a:off x="7009635" y="5686697"/>
            <a:ext cx="597826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8"/>
          <p:cNvSpPr txBox="1"/>
          <p:nvPr/>
        </p:nvSpPr>
        <p:spPr>
          <a:xfrm>
            <a:off x="6482895" y="563923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6" name="Shape 59"/>
          <p:cNvSpPr/>
          <p:nvPr/>
        </p:nvSpPr>
        <p:spPr>
          <a:xfrm>
            <a:off x="7822893" y="5799909"/>
            <a:ext cx="0" cy="1415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0"/>
          <p:cNvSpPr txBox="1"/>
          <p:nvPr/>
        </p:nvSpPr>
        <p:spPr>
          <a:xfrm>
            <a:off x="6666013" y="576093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8" name="Shape 61"/>
          <p:cNvSpPr/>
          <p:nvPr/>
        </p:nvSpPr>
        <p:spPr>
          <a:xfrm flipV="1">
            <a:off x="8059869" y="5799909"/>
            <a:ext cx="0" cy="1415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2"/>
          <p:cNvSpPr txBox="1"/>
          <p:nvPr/>
        </p:nvSpPr>
        <p:spPr>
          <a:xfrm>
            <a:off x="7603145" y="576093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70" name="Text 63"/>
          <p:cNvSpPr/>
          <p:nvPr/>
        </p:nvSpPr>
        <p:spPr>
          <a:xfrm>
            <a:off x="7557372" y="5454614"/>
            <a:ext cx="768017" cy="35095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71" name="Text 64"/>
          <p:cNvSpPr/>
          <p:nvPr/>
        </p:nvSpPr>
        <p:spPr>
          <a:xfrm>
            <a:off x="8823039" y="5454614"/>
            <a:ext cx="768017" cy="350955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72" name="Text 65"/>
          <p:cNvSpPr/>
          <p:nvPr/>
        </p:nvSpPr>
        <p:spPr>
          <a:xfrm>
            <a:off x="6291706" y="5454614"/>
            <a:ext cx="768017" cy="350955"/>
          </a:xfrm>
          <a:prstGeom prst="ellipse">
            <a:avLst/>
          </a:prstGeom>
          <a:solidFill>
            <a:srgbClr val="047857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73" name="Text 66"/>
          <p:cNvSpPr/>
          <p:nvPr/>
        </p:nvSpPr>
        <p:spPr>
          <a:xfrm>
            <a:off x="7594535" y="5952744"/>
            <a:ext cx="693693" cy="3169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74" name="Shape 67"/>
          <p:cNvSpPr/>
          <p:nvPr/>
        </p:nvSpPr>
        <p:spPr>
          <a:xfrm>
            <a:off x="9802002" y="5330952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68"/>
          <p:cNvSpPr txBox="1"/>
          <p:nvPr/>
        </p:nvSpPr>
        <p:spPr>
          <a:xfrm>
            <a:off x="9893442" y="5367528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CLEAR → STOP</a:t>
            </a:r>
            <a:endParaRPr lang="en-US" sz="1300" dirty="0"/>
          </a:p>
        </p:txBody>
      </p:sp>
      <p:sp>
        <p:nvSpPr>
          <p:cNvPr id="76" name="Text 69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7" name="Text 70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37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Scenario 1 · 정상 입력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CLEAR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 Lasts One Clock and Resets o_counter at Its 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439144" cy="1777024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44.png"/>
          <p:cNvPicPr>
            <a:picLocks noChangeAspect="1"/>
          </p:cNvPicPr>
          <p:nvPr/>
        </p:nvPicPr>
        <p:blipFill>
          <a:blip r:embed="rId3"/>
          <a:srcRect b="85230"/>
          <a:stretch/>
        </p:blipFill>
        <p:spPr>
          <a:xfrm>
            <a:off x="411480" y="1517904"/>
            <a:ext cx="11365992" cy="506372"/>
          </a:xfrm>
          <a:prstGeom prst="rect">
            <a:avLst/>
          </a:prstGeom>
        </p:spPr>
      </p:pic>
      <p:pic>
        <p:nvPicPr>
          <p:cNvPr id="7" name="Image 1" descr="media/image44.png"/>
          <p:cNvPicPr>
            <a:picLocks noChangeAspect="1"/>
          </p:cNvPicPr>
          <p:nvPr/>
        </p:nvPicPr>
        <p:blipFill>
          <a:blip r:embed="rId3"/>
          <a:srcRect t="24751" b="50299"/>
          <a:stretch/>
        </p:blipFill>
        <p:spPr>
          <a:xfrm>
            <a:off x="411480" y="2024276"/>
            <a:ext cx="11365992" cy="855358"/>
          </a:xfrm>
          <a:prstGeom prst="rect">
            <a:avLst/>
          </a:prstGeom>
        </p:spPr>
      </p:pic>
      <p:pic>
        <p:nvPicPr>
          <p:cNvPr id="8" name="Image 2" descr="media/image44.png"/>
          <p:cNvPicPr>
            <a:picLocks noChangeAspect="1"/>
          </p:cNvPicPr>
          <p:nvPr/>
        </p:nvPicPr>
        <p:blipFill>
          <a:blip r:embed="rId3"/>
          <a:srcRect t="59681" b="35329"/>
          <a:stretch/>
        </p:blipFill>
        <p:spPr>
          <a:xfrm>
            <a:off x="411480" y="2879633"/>
            <a:ext cx="11365992" cy="171072"/>
          </a:xfrm>
          <a:prstGeom prst="rect">
            <a:avLst/>
          </a:prstGeom>
        </p:spPr>
      </p:pic>
      <p:pic>
        <p:nvPicPr>
          <p:cNvPr id="9" name="Image 3" descr="media/image44.png"/>
          <p:cNvPicPr>
            <a:picLocks noChangeAspect="1"/>
          </p:cNvPicPr>
          <p:nvPr/>
        </p:nvPicPr>
        <p:blipFill>
          <a:blip r:embed="rId3"/>
          <a:srcRect t="69661" b="25349"/>
          <a:stretch/>
        </p:blipFill>
        <p:spPr>
          <a:xfrm>
            <a:off x="411480" y="3050705"/>
            <a:ext cx="11365992" cy="17107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11480" y="2016961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411480" y="2872318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11480" y="3043390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562023" y="2031119"/>
            <a:ext cx="1300144" cy="15054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562023" y="2544333"/>
            <a:ext cx="1300144" cy="15054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562023" y="2715405"/>
            <a:ext cx="1300144" cy="15054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562023" y="2886476"/>
            <a:ext cx="1300144" cy="15054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62023" y="3057548"/>
            <a:ext cx="1300144" cy="15054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4537725" y="1517904"/>
            <a:ext cx="0" cy="1703872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4400565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103798" y="1517904"/>
            <a:ext cx="0" cy="1703872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6966638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445941" y="1517904"/>
            <a:ext cx="0" cy="1703872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7308781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788084" y="1517904"/>
            <a:ext cx="0" cy="1703872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/>
          <p:nvPr/>
        </p:nvSpPr>
        <p:spPr>
          <a:xfrm>
            <a:off x="7650924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11480" y="3422944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/>
          <p:nvPr/>
        </p:nvSpPr>
        <p:spPr>
          <a:xfrm>
            <a:off x="521208" y="3523528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914400" y="3422944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11,205,100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BTN_L 입력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11480" y="3989872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/>
          <p:nvPr/>
        </p:nvSpPr>
        <p:spPr>
          <a:xfrm>
            <a:off x="521208" y="4090456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914400" y="3989872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i_btn_L tick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411480" y="4556800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/>
          <p:nvPr/>
        </p:nvSpPr>
        <p:spPr>
          <a:xfrm>
            <a:off x="521208" y="4657384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914400" y="4556800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STOP → CLEAR, i_clear = 1 (1 clock)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411480" y="5123728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1"/>
          <p:cNvSpPr/>
          <p:nvPr/>
        </p:nvSpPr>
        <p:spPr>
          <a:xfrm>
            <a:off x="521208" y="5224312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914400" y="5123728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+95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CLEAR → STOP, o_counter 0002 → 0000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217920" y="3422944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6940662" y="3540216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5"/>
          <p:cNvSpPr/>
          <p:nvPr/>
        </p:nvSpPr>
        <p:spPr>
          <a:xfrm>
            <a:off x="6217920" y="3740013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6940662" y="3857284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7"/>
          <p:cNvSpPr/>
          <p:nvPr/>
        </p:nvSpPr>
        <p:spPr>
          <a:xfrm>
            <a:off x="6217920" y="4057081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6940662" y="4174353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9"/>
          <p:cNvSpPr/>
          <p:nvPr/>
        </p:nvSpPr>
        <p:spPr>
          <a:xfrm>
            <a:off x="7185282" y="3422944"/>
            <a:ext cx="722742" cy="868680"/>
          </a:xfrm>
          <a:prstGeom prst="roundRect">
            <a:avLst>
              <a:gd name="adj" fmla="val 6326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clear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8152644" y="3527186"/>
            <a:ext cx="722742" cy="660197"/>
          </a:xfrm>
          <a:prstGeom prst="roundRect">
            <a:avLst>
              <a:gd name="adj" fmla="val 6925"/>
            </a:avLst>
          </a:prstGeom>
          <a:solidFill>
            <a:srgbClr val="ECFDF5"/>
          </a:solidFill>
          <a:ln w="25400">
            <a:solidFill>
              <a:srgbClr val="04785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9120006" y="3527186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10087368" y="3527186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11054730" y="3527186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7908024" y="3857284"/>
            <a:ext cx="244620" cy="0"/>
          </a:xfrm>
          <a:prstGeom prst="line">
            <a:avLst/>
          </a:prstGeom>
          <a:noFill/>
          <a:ln w="28575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5"/>
          <p:cNvSpPr/>
          <p:nvPr/>
        </p:nvSpPr>
        <p:spPr>
          <a:xfrm>
            <a:off x="8875386" y="3857284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6"/>
          <p:cNvSpPr/>
          <p:nvPr/>
        </p:nvSpPr>
        <p:spPr>
          <a:xfrm>
            <a:off x="9842748" y="3857284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7"/>
          <p:cNvSpPr/>
          <p:nvPr/>
        </p:nvSpPr>
        <p:spPr>
          <a:xfrm>
            <a:off x="10810110" y="3857284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8"/>
          <p:cNvSpPr/>
          <p:nvPr/>
        </p:nvSpPr>
        <p:spPr>
          <a:xfrm>
            <a:off x="7941381" y="4580093"/>
            <a:ext cx="0" cy="381326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9"/>
          <p:cNvSpPr txBox="1"/>
          <p:nvPr/>
        </p:nvSpPr>
        <p:spPr>
          <a:xfrm>
            <a:off x="7441570" y="456791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8275302" y="5156515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1"/>
          <p:cNvSpPr txBox="1"/>
          <p:nvPr/>
        </p:nvSpPr>
        <p:spPr>
          <a:xfrm>
            <a:off x="7748562" y="495810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 flipH="1">
            <a:off x="8275302" y="5333876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3"/>
          <p:cNvSpPr txBox="1"/>
          <p:nvPr/>
        </p:nvSpPr>
        <p:spPr>
          <a:xfrm>
            <a:off x="7748562" y="53216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60" name="Shape 54"/>
          <p:cNvSpPr/>
          <p:nvPr/>
        </p:nvSpPr>
        <p:spPr>
          <a:xfrm flipH="1">
            <a:off x="7009635" y="5156515"/>
            <a:ext cx="597826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5"/>
          <p:cNvSpPr txBox="1"/>
          <p:nvPr/>
        </p:nvSpPr>
        <p:spPr>
          <a:xfrm>
            <a:off x="6482895" y="495810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62" name="Shape 56"/>
          <p:cNvSpPr/>
          <p:nvPr/>
        </p:nvSpPr>
        <p:spPr>
          <a:xfrm>
            <a:off x="7009635" y="5333876"/>
            <a:ext cx="597826" cy="0"/>
          </a:xfrm>
          <a:prstGeom prst="line">
            <a:avLst/>
          </a:prstGeom>
          <a:noFill/>
          <a:ln w="3175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7"/>
          <p:cNvSpPr txBox="1"/>
          <p:nvPr/>
        </p:nvSpPr>
        <p:spPr>
          <a:xfrm>
            <a:off x="6482895" y="53216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4" name="Shape 58"/>
          <p:cNvSpPr/>
          <p:nvPr/>
        </p:nvSpPr>
        <p:spPr>
          <a:xfrm>
            <a:off x="7822893" y="5511237"/>
            <a:ext cx="0" cy="22170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9"/>
          <p:cNvSpPr txBox="1"/>
          <p:nvPr/>
        </p:nvSpPr>
        <p:spPr>
          <a:xfrm>
            <a:off x="6666013" y="551235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6" name="Shape 60"/>
          <p:cNvSpPr/>
          <p:nvPr/>
        </p:nvSpPr>
        <p:spPr>
          <a:xfrm flipV="1">
            <a:off x="8059869" y="5511237"/>
            <a:ext cx="0" cy="22170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1"/>
          <p:cNvSpPr txBox="1"/>
          <p:nvPr/>
        </p:nvSpPr>
        <p:spPr>
          <a:xfrm>
            <a:off x="7603145" y="551235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8" name="Text 62"/>
          <p:cNvSpPr/>
          <p:nvPr/>
        </p:nvSpPr>
        <p:spPr>
          <a:xfrm>
            <a:off x="7557372" y="4970287"/>
            <a:ext cx="768017" cy="54981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69" name="Text 63"/>
          <p:cNvSpPr/>
          <p:nvPr/>
        </p:nvSpPr>
        <p:spPr>
          <a:xfrm>
            <a:off x="8823039" y="4970287"/>
            <a:ext cx="768017" cy="54981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70" name="Text 64"/>
          <p:cNvSpPr/>
          <p:nvPr/>
        </p:nvSpPr>
        <p:spPr>
          <a:xfrm>
            <a:off x="6291706" y="4970287"/>
            <a:ext cx="768017" cy="549818"/>
          </a:xfrm>
          <a:prstGeom prst="ellipse">
            <a:avLst/>
          </a:prstGeom>
          <a:solidFill>
            <a:srgbClr val="047857"/>
          </a:solidFill>
          <a:ln w="2540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71" name="Text 65"/>
          <p:cNvSpPr/>
          <p:nvPr/>
        </p:nvSpPr>
        <p:spPr>
          <a:xfrm>
            <a:off x="7594535" y="5750674"/>
            <a:ext cx="693693" cy="49661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72" name="Shape 66"/>
          <p:cNvSpPr/>
          <p:nvPr/>
        </p:nvSpPr>
        <p:spPr>
          <a:xfrm>
            <a:off x="9802002" y="4994168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7"/>
          <p:cNvSpPr txBox="1"/>
          <p:nvPr/>
        </p:nvSpPr>
        <p:spPr>
          <a:xfrm>
            <a:off x="9893442" y="5030744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CLEAR → STOP</a:t>
            </a:r>
            <a:endParaRPr lang="en-US" sz="1300" dirty="0"/>
          </a:p>
        </p:txBody>
      </p:sp>
      <p:sp>
        <p:nvSpPr>
          <p:cNvPr id="74" name="Text 68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37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2 · 입력 노이즈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93268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2: Noise Between 80 ns and 8 µs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5087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driver(2)  ·  고정 noise table  ·  두 debouncer 동일 입력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48006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 flipV="1">
            <a:off x="13030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03020" y="2697480"/>
            <a:ext cx="114300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4460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46020" y="3429000"/>
            <a:ext cx="45720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 flipV="1">
            <a:off x="29032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903220" y="2697480"/>
            <a:ext cx="68580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5890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589020" y="3429000"/>
            <a:ext cx="34290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 flipV="1">
            <a:off x="39319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931920" y="2697480"/>
            <a:ext cx="34290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2748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274820" y="3429000"/>
            <a:ext cx="27432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 flipV="1">
            <a:off x="454914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49140" y="2697480"/>
            <a:ext cx="6858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6177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17720" y="3429000"/>
            <a:ext cx="22860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 flipV="1">
            <a:off x="48463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846320" y="2697480"/>
            <a:ext cx="91440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760720" y="2697480"/>
            <a:ext cx="0" cy="73152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760720" y="3429000"/>
            <a:ext cx="57150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 flipV="1">
            <a:off x="6332220" y="2697480"/>
            <a:ext cx="0" cy="73152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332220" y="2697480"/>
            <a:ext cx="45720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0904220" y="2697480"/>
            <a:ext cx="0" cy="73152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904220" y="3429000"/>
            <a:ext cx="43434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280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1005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2148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6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3291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4434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52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577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95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6720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38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7863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281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9006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424160" y="34747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149840" y="3593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1384280" y="35935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1440" y="2926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11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60520"/>
          <a:ext cx="10515600" cy="1097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high 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µs (press)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MHz (≥ 80 ns)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B71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B71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B71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B71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B71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MHz (≥ 8 µs)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Text 49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 구간 1.0 ~ 2.5 µs (≥ 1 µs → 1 MHz sample 최소 1개 = 0)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37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Scenario 2 · 입력 노이즈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Chatter &lt; 80 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Chatter Shorter Than 80 ns Never Fills q_reg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439144" cy="15781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51.png"/>
          <p:cNvPicPr>
            <a:picLocks noChangeAspect="1"/>
          </p:cNvPicPr>
          <p:nvPr/>
        </p:nvPicPr>
        <p:blipFill>
          <a:blip r:embed="rId3"/>
          <a:srcRect b="85940"/>
          <a:stretch/>
        </p:blipFill>
        <p:spPr>
          <a:xfrm>
            <a:off x="411480" y="1517904"/>
            <a:ext cx="11365992" cy="523477"/>
          </a:xfrm>
          <a:prstGeom prst="rect">
            <a:avLst/>
          </a:prstGeom>
        </p:spPr>
      </p:pic>
      <p:pic>
        <p:nvPicPr>
          <p:cNvPr id="7" name="Image 1" descr="media/image51.png"/>
          <p:cNvPicPr>
            <a:picLocks noChangeAspect="1"/>
          </p:cNvPicPr>
          <p:nvPr/>
        </p:nvPicPr>
        <p:blipFill>
          <a:blip r:embed="rId3"/>
          <a:srcRect t="27241" b="50791"/>
          <a:stretch/>
        </p:blipFill>
        <p:spPr>
          <a:xfrm>
            <a:off x="411480" y="2041381"/>
            <a:ext cx="11365992" cy="817933"/>
          </a:xfrm>
          <a:prstGeom prst="rect">
            <a:avLst/>
          </a:prstGeom>
        </p:spPr>
      </p:pic>
      <p:pic>
        <p:nvPicPr>
          <p:cNvPr id="8" name="Image 2" descr="media/image51.png"/>
          <p:cNvPicPr>
            <a:picLocks noChangeAspect="1"/>
          </p:cNvPicPr>
          <p:nvPr/>
        </p:nvPicPr>
        <p:blipFill>
          <a:blip r:embed="rId3"/>
          <a:srcRect t="53603" b="42003"/>
          <a:stretch/>
        </p:blipFill>
        <p:spPr>
          <a:xfrm>
            <a:off x="411480" y="2859314"/>
            <a:ext cx="11365992" cy="16358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11480" y="2034066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411480" y="2851998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55436" y="2047924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55436" y="2538684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55436" y="2702270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55436" y="2865857"/>
            <a:ext cx="1243258" cy="14395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4383361" y="1517904"/>
            <a:ext cx="0" cy="1504996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4246201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428369" y="1517904"/>
            <a:ext cx="0" cy="1504996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9135761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912586" y="1517904"/>
            <a:ext cx="0" cy="1504996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9930874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383361" y="3352084"/>
            <a:ext cx="5045009" cy="0"/>
          </a:xfrm>
          <a:prstGeom prst="line">
            <a:avLst/>
          </a:prstGeom>
          <a:noFill/>
          <a:ln w="15875">
            <a:solidFill>
              <a:srgbClr val="EA580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3926161" y="3105196"/>
            <a:ext cx="59594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 ns high / 12 ns low × 10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11480" y="3498388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521208" y="3598972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914400" y="3498388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200,100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65 ns high · 12 ns low 반복 시작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11480" y="4065316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521208" y="4165900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914400" y="4065316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 65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sample 최대 7개, low마다 q_reg에 0 유입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411480" y="4632244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521208" y="4732828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914400" y="4632244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200,871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안정 high 시작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411480" y="5199172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/>
          <p:nvPr/>
        </p:nvSpPr>
        <p:spPr>
          <a:xfrm>
            <a:off x="521208" y="5299756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14400" y="5199172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i_btn_R 1회 → STOP → RUN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6217920" y="3498388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940662" y="3615660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6217920" y="3815456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6940662" y="3932728"/>
            <a:ext cx="244620" cy="0"/>
          </a:xfrm>
          <a:prstGeom prst="line">
            <a:avLst/>
          </a:prstGeom>
          <a:noFill/>
          <a:ln w="285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/>
          <p:nvPr/>
        </p:nvSpPr>
        <p:spPr>
          <a:xfrm>
            <a:off x="6217920" y="4132524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6940662" y="4249796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/>
          <p:nvPr/>
        </p:nvSpPr>
        <p:spPr>
          <a:xfrm>
            <a:off x="7185282" y="3498388"/>
            <a:ext cx="722742" cy="868680"/>
          </a:xfrm>
          <a:prstGeom prst="roundRect">
            <a:avLst>
              <a:gd name="adj" fmla="val 6326"/>
            </a:avLst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8152644" y="3602630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9120006" y="3602630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10087368" y="3602630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11054730" y="3602630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7908024" y="3932728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3"/>
          <p:cNvSpPr/>
          <p:nvPr/>
        </p:nvSpPr>
        <p:spPr>
          <a:xfrm>
            <a:off x="8875386" y="3932728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4"/>
          <p:cNvSpPr/>
          <p:nvPr/>
        </p:nvSpPr>
        <p:spPr>
          <a:xfrm>
            <a:off x="9842748" y="3932728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5"/>
          <p:cNvSpPr/>
          <p:nvPr/>
        </p:nvSpPr>
        <p:spPr>
          <a:xfrm>
            <a:off x="10810110" y="3932728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6"/>
          <p:cNvSpPr/>
          <p:nvPr/>
        </p:nvSpPr>
        <p:spPr>
          <a:xfrm>
            <a:off x="7941381" y="4650148"/>
            <a:ext cx="0" cy="365878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 txBox="1"/>
          <p:nvPr/>
        </p:nvSpPr>
        <p:spPr>
          <a:xfrm>
            <a:off x="7441570" y="46340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8275302" y="5203219"/>
            <a:ext cx="597826" cy="0"/>
          </a:xfrm>
          <a:prstGeom prst="line">
            <a:avLst/>
          </a:prstGeom>
          <a:noFill/>
          <a:ln w="317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 txBox="1"/>
          <p:nvPr/>
        </p:nvSpPr>
        <p:spPr>
          <a:xfrm>
            <a:off x="7748562" y="500840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 flipH="1">
            <a:off x="8275302" y="5373394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1"/>
          <p:cNvSpPr txBox="1"/>
          <p:nvPr/>
        </p:nvSpPr>
        <p:spPr>
          <a:xfrm>
            <a:off x="7748562" y="535726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 flipH="1">
            <a:off x="7009635" y="5203219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3"/>
          <p:cNvSpPr txBox="1"/>
          <p:nvPr/>
        </p:nvSpPr>
        <p:spPr>
          <a:xfrm>
            <a:off x="6482895" y="500840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59" name="Shape 54"/>
          <p:cNvSpPr/>
          <p:nvPr/>
        </p:nvSpPr>
        <p:spPr>
          <a:xfrm>
            <a:off x="7009635" y="5373394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5"/>
          <p:cNvSpPr txBox="1"/>
          <p:nvPr/>
        </p:nvSpPr>
        <p:spPr>
          <a:xfrm>
            <a:off x="6482895" y="535726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7822893" y="5543570"/>
            <a:ext cx="0" cy="2127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7"/>
          <p:cNvSpPr txBox="1"/>
          <p:nvPr/>
        </p:nvSpPr>
        <p:spPr>
          <a:xfrm>
            <a:off x="6666013" y="554020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 flipV="1">
            <a:off x="8059869" y="5543570"/>
            <a:ext cx="0" cy="2127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9"/>
          <p:cNvSpPr txBox="1"/>
          <p:nvPr/>
        </p:nvSpPr>
        <p:spPr>
          <a:xfrm>
            <a:off x="7603145" y="554020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5" name="Text 60"/>
          <p:cNvSpPr/>
          <p:nvPr/>
        </p:nvSpPr>
        <p:spPr>
          <a:xfrm>
            <a:off x="7557372" y="5024534"/>
            <a:ext cx="768017" cy="5275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8823039" y="5024534"/>
            <a:ext cx="768017" cy="527544"/>
          </a:xfrm>
          <a:prstGeom prst="ellipse">
            <a:avLst/>
          </a:prstGeom>
          <a:solidFill>
            <a:srgbClr val="BE123C"/>
          </a:solidFill>
          <a:ln w="2540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67" name="Text 62"/>
          <p:cNvSpPr/>
          <p:nvPr/>
        </p:nvSpPr>
        <p:spPr>
          <a:xfrm>
            <a:off x="6291706" y="5024534"/>
            <a:ext cx="768017" cy="5275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7594535" y="5773307"/>
            <a:ext cx="693693" cy="4764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69" name="Shape 64"/>
          <p:cNvSpPr/>
          <p:nvPr/>
        </p:nvSpPr>
        <p:spPr>
          <a:xfrm>
            <a:off x="9802002" y="5031890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5"/>
          <p:cNvSpPr txBox="1"/>
          <p:nvPr/>
        </p:nvSpPr>
        <p:spPr>
          <a:xfrm>
            <a:off x="9893442" y="5068466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RUN ×1</a:t>
            </a:r>
            <a:endParaRPr lang="en-US" sz="1300" dirty="0"/>
          </a:p>
        </p:txBody>
      </p:sp>
      <p:sp>
        <p:nvSpPr>
          <p:cNvPr id="71" name="Text 66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2" name="Text 67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37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Scenario 2 · 입력 노이즈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100 MHz 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Sampling Accepts Every Noise Burst as a Press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439144" cy="17691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52.png"/>
          <p:cNvPicPr>
            <a:picLocks noChangeAspect="1"/>
          </p:cNvPicPr>
          <p:nvPr/>
        </p:nvPicPr>
        <p:blipFill>
          <a:blip r:embed="rId3"/>
          <a:srcRect b="85421"/>
          <a:stretch/>
        </p:blipFill>
        <p:spPr>
          <a:xfrm>
            <a:off x="411480" y="1517904"/>
            <a:ext cx="11365992" cy="580201"/>
          </a:xfrm>
          <a:prstGeom prst="rect">
            <a:avLst/>
          </a:prstGeom>
        </p:spPr>
      </p:pic>
      <p:pic>
        <p:nvPicPr>
          <p:cNvPr id="7" name="Image 1" descr="media/image52.png"/>
          <p:cNvPicPr>
            <a:picLocks noChangeAspect="1"/>
          </p:cNvPicPr>
          <p:nvPr/>
        </p:nvPicPr>
        <p:blipFill>
          <a:blip r:embed="rId3"/>
          <a:srcRect t="28598" b="48037"/>
          <a:stretch/>
        </p:blipFill>
        <p:spPr>
          <a:xfrm>
            <a:off x="411480" y="2098105"/>
            <a:ext cx="11365992" cy="929810"/>
          </a:xfrm>
          <a:prstGeom prst="rect">
            <a:avLst/>
          </a:prstGeom>
        </p:spPr>
      </p:pic>
      <p:pic>
        <p:nvPicPr>
          <p:cNvPr id="8" name="Image 2" descr="media/image52.png"/>
          <p:cNvPicPr>
            <a:picLocks noChangeAspect="1"/>
          </p:cNvPicPr>
          <p:nvPr/>
        </p:nvPicPr>
        <p:blipFill>
          <a:blip r:embed="rId3"/>
          <a:srcRect t="56636" b="38692"/>
          <a:stretch/>
        </p:blipFill>
        <p:spPr>
          <a:xfrm>
            <a:off x="411480" y="3027915"/>
            <a:ext cx="11365992" cy="18596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11480" y="2090790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411480" y="3020600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75126" y="2105544"/>
            <a:ext cx="1413311" cy="16364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75126" y="2663429"/>
            <a:ext cx="1413311" cy="16364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75126" y="2849391"/>
            <a:ext cx="1413311" cy="16364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5126" y="3035353"/>
            <a:ext cx="1413311" cy="16364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4257172" y="1517904"/>
            <a:ext cx="0" cy="1695973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4120012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313436" y="1517904"/>
            <a:ext cx="0" cy="1695973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094476" y="1517904"/>
            <a:ext cx="0" cy="1695973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704431" y="1517904"/>
            <a:ext cx="0" cy="1695973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7254878" y="1517904"/>
            <a:ext cx="0" cy="1695973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515225" y="1517904"/>
            <a:ext cx="0" cy="1695973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7378065" y="1170432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11480" y="3415045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521208" y="3515629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914400" y="3415045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200.1 ~ 219.6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noise 5회 (0.45 ~ 4.4 µs) → 매번 tick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11480" y="3981973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521208" y="4082557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914400" y="3981973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222.1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실제 press → 6번째 tick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411480" y="4548901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521208" y="4649485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914400" y="4548901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RUN · STOP 6회 반전 → 최종 STOP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411480" y="5115829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/>
          <p:nvPr/>
        </p:nvSpPr>
        <p:spPr>
          <a:xfrm>
            <a:off x="521208" y="5216413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14400" y="5115829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의도 RUN, 실제 STOP (오동작)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6217920" y="3415045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940662" y="3532316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6217920" y="3732113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6940662" y="3849385"/>
            <a:ext cx="244620" cy="0"/>
          </a:xfrm>
          <a:prstGeom prst="line">
            <a:avLst/>
          </a:prstGeom>
          <a:noFill/>
          <a:ln w="285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/>
          <p:nvPr/>
        </p:nvSpPr>
        <p:spPr>
          <a:xfrm>
            <a:off x="6217920" y="4049181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6940662" y="4166453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/>
          <p:nvPr/>
        </p:nvSpPr>
        <p:spPr>
          <a:xfrm>
            <a:off x="7185282" y="3415045"/>
            <a:ext cx="722742" cy="868680"/>
          </a:xfrm>
          <a:prstGeom prst="roundRect">
            <a:avLst>
              <a:gd name="adj" fmla="val 6326"/>
            </a:avLst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run_stop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8152644" y="3519286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9120006" y="3519286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10087368" y="3519286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11054730" y="3519286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7908024" y="3849385"/>
            <a:ext cx="244620" cy="0"/>
          </a:xfrm>
          <a:prstGeom prst="line">
            <a:avLst/>
          </a:prstGeom>
          <a:noFill/>
          <a:ln w="285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3"/>
          <p:cNvSpPr/>
          <p:nvPr/>
        </p:nvSpPr>
        <p:spPr>
          <a:xfrm>
            <a:off x="8875386" y="3849385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4"/>
          <p:cNvSpPr/>
          <p:nvPr/>
        </p:nvSpPr>
        <p:spPr>
          <a:xfrm>
            <a:off x="9842748" y="3849385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5"/>
          <p:cNvSpPr/>
          <p:nvPr/>
        </p:nvSpPr>
        <p:spPr>
          <a:xfrm>
            <a:off x="10810110" y="3849385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6"/>
          <p:cNvSpPr/>
          <p:nvPr/>
        </p:nvSpPr>
        <p:spPr>
          <a:xfrm>
            <a:off x="7941381" y="4572757"/>
            <a:ext cx="0" cy="382943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 txBox="1"/>
          <p:nvPr/>
        </p:nvSpPr>
        <p:spPr>
          <a:xfrm>
            <a:off x="7441570" y="45609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3" name="Shape 48"/>
          <p:cNvSpPr/>
          <p:nvPr/>
        </p:nvSpPr>
        <p:spPr>
          <a:xfrm>
            <a:off x="8275302" y="5151625"/>
            <a:ext cx="597826" cy="0"/>
          </a:xfrm>
          <a:prstGeom prst="line">
            <a:avLst/>
          </a:prstGeom>
          <a:noFill/>
          <a:ln w="317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 txBox="1"/>
          <p:nvPr/>
        </p:nvSpPr>
        <p:spPr>
          <a:xfrm>
            <a:off x="7748562" y="49528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 flipH="1">
            <a:off x="8275302" y="5329738"/>
            <a:ext cx="597826" cy="0"/>
          </a:xfrm>
          <a:prstGeom prst="line">
            <a:avLst/>
          </a:prstGeom>
          <a:noFill/>
          <a:ln w="317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1"/>
          <p:cNvSpPr txBox="1"/>
          <p:nvPr/>
        </p:nvSpPr>
        <p:spPr>
          <a:xfrm>
            <a:off x="7748562" y="53179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 flipH="1">
            <a:off x="7009635" y="5151625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3"/>
          <p:cNvSpPr txBox="1"/>
          <p:nvPr/>
        </p:nvSpPr>
        <p:spPr>
          <a:xfrm>
            <a:off x="6482895" y="49528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59" name="Shape 54"/>
          <p:cNvSpPr/>
          <p:nvPr/>
        </p:nvSpPr>
        <p:spPr>
          <a:xfrm>
            <a:off x="7009635" y="5329738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5"/>
          <p:cNvSpPr txBox="1"/>
          <p:nvPr/>
        </p:nvSpPr>
        <p:spPr>
          <a:xfrm>
            <a:off x="6482895" y="53179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>
            <a:off x="7822893" y="5507851"/>
            <a:ext cx="0" cy="22264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7"/>
          <p:cNvSpPr txBox="1"/>
          <p:nvPr/>
        </p:nvSpPr>
        <p:spPr>
          <a:xfrm>
            <a:off x="6666013" y="55094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 flipV="1">
            <a:off x="8059869" y="5507851"/>
            <a:ext cx="0" cy="22264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9"/>
          <p:cNvSpPr txBox="1"/>
          <p:nvPr/>
        </p:nvSpPr>
        <p:spPr>
          <a:xfrm>
            <a:off x="7603145" y="55094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5" name="Text 60"/>
          <p:cNvSpPr/>
          <p:nvPr/>
        </p:nvSpPr>
        <p:spPr>
          <a:xfrm>
            <a:off x="7557372" y="4964606"/>
            <a:ext cx="768017" cy="552151"/>
          </a:xfrm>
          <a:prstGeom prst="ellipse">
            <a:avLst/>
          </a:prstGeom>
          <a:solidFill>
            <a:srgbClr val="BE123C"/>
          </a:solidFill>
          <a:ln w="2540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8823039" y="4964606"/>
            <a:ext cx="768017" cy="552151"/>
          </a:xfrm>
          <a:prstGeom prst="ellipse">
            <a:avLst/>
          </a:prstGeom>
          <a:solidFill>
            <a:srgbClr val="BE123C"/>
          </a:solidFill>
          <a:ln w="2540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67" name="Text 62"/>
          <p:cNvSpPr/>
          <p:nvPr/>
        </p:nvSpPr>
        <p:spPr>
          <a:xfrm>
            <a:off x="6291706" y="4964606"/>
            <a:ext cx="768017" cy="552151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7594535" y="5748304"/>
            <a:ext cx="693693" cy="49871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69" name="Shape 64"/>
          <p:cNvSpPr/>
          <p:nvPr/>
        </p:nvSpPr>
        <p:spPr>
          <a:xfrm>
            <a:off x="9802002" y="4990218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5"/>
          <p:cNvSpPr txBox="1"/>
          <p:nvPr/>
        </p:nvSpPr>
        <p:spPr>
          <a:xfrm>
            <a:off x="9893442" y="5026794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⇄ RUN ×6</a:t>
            </a:r>
            <a:endParaRPr lang="en-US" sz="1300" dirty="0"/>
          </a:p>
        </p:txBody>
      </p:sp>
      <p:sp>
        <p:nvSpPr>
          <p:cNvPr id="71" name="Text 66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2" name="Text 67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37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Scenario 2 · 입력 노이즈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1 MHz 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Sampling Rejects All Five Bursts and Starts RUN Once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11439144" cy="168286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53.png"/>
          <p:cNvPicPr>
            <a:picLocks noChangeAspect="1"/>
          </p:cNvPicPr>
          <p:nvPr/>
        </p:nvPicPr>
        <p:blipFill>
          <a:blip r:embed="rId3"/>
          <a:srcRect b="88253"/>
          <a:stretch/>
        </p:blipFill>
        <p:spPr>
          <a:xfrm>
            <a:off x="411480" y="1517904"/>
            <a:ext cx="11365992" cy="559901"/>
          </a:xfrm>
          <a:prstGeom prst="rect">
            <a:avLst/>
          </a:prstGeom>
        </p:spPr>
      </p:pic>
      <p:pic>
        <p:nvPicPr>
          <p:cNvPr id="7" name="Image 1" descr="media/image53.png"/>
          <p:cNvPicPr>
            <a:picLocks noChangeAspect="1"/>
          </p:cNvPicPr>
          <p:nvPr/>
        </p:nvPicPr>
        <p:blipFill>
          <a:blip r:embed="rId3"/>
          <a:srcRect t="22761" b="58884"/>
          <a:stretch/>
        </p:blipFill>
        <p:spPr>
          <a:xfrm>
            <a:off x="411480" y="2077805"/>
            <a:ext cx="11365992" cy="874845"/>
          </a:xfrm>
          <a:prstGeom prst="rect">
            <a:avLst/>
          </a:prstGeom>
        </p:spPr>
      </p:pic>
      <p:pic>
        <p:nvPicPr>
          <p:cNvPr id="8" name="Image 2" descr="media/image53.png"/>
          <p:cNvPicPr>
            <a:picLocks noChangeAspect="1"/>
          </p:cNvPicPr>
          <p:nvPr/>
        </p:nvPicPr>
        <p:blipFill>
          <a:blip r:embed="rId3"/>
          <a:srcRect t="44787" b="51542"/>
          <a:stretch/>
        </p:blipFill>
        <p:spPr>
          <a:xfrm>
            <a:off x="411480" y="2952651"/>
            <a:ext cx="11365992" cy="17496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11480" y="2070490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411480" y="2945335"/>
            <a:ext cx="11365992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9441180" y="246888"/>
            <a:ext cx="1440180" cy="256032"/>
          </a:xfrm>
          <a:prstGeom prst="roundRect">
            <a:avLst>
              <a:gd name="adj" fmla="val 42857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debouncer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65453" y="2084804"/>
            <a:ext cx="1329765" cy="15397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565453" y="2609711"/>
            <a:ext cx="1329765" cy="15397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65453" y="2784680"/>
            <a:ext cx="1329765" cy="15397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65453" y="2959649"/>
            <a:ext cx="1329765" cy="153973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4645732" y="1517904"/>
            <a:ext cx="0" cy="1609716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4508572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625559" y="1517904"/>
            <a:ext cx="0" cy="1609716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255448" y="1517904"/>
            <a:ext cx="0" cy="1609716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633381" y="1517904"/>
            <a:ext cx="0" cy="1609716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815349" y="1517904"/>
            <a:ext cx="0" cy="1609716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7725188" y="1517904"/>
            <a:ext cx="0" cy="160971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7588028" y="1170432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844990" y="1517904"/>
            <a:ext cx="0" cy="1609716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8707830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725188" y="3456804"/>
            <a:ext cx="1119802" cy="0"/>
          </a:xfrm>
          <a:prstGeom prst="line">
            <a:avLst/>
          </a:prstGeom>
          <a:noFill/>
          <a:ln w="15875">
            <a:solidFill>
              <a:srgbClr val="EA580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7267988" y="3209916"/>
            <a:ext cx="2034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µs = 8 sample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11480" y="3603108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521208" y="3703692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14400" y="3603108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200.1 ~ 219.6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noise 5회 (0.3 ~ 5 µs) → tick 없음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411480" y="4170036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521208" y="4270620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914400" y="4170036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222.1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실제 press 시작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411480" y="4736964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521208" y="4837548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914400" y="4736964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230.1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8 sample 연속 1 → i_btn_R tick → RUN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411480" y="5303892"/>
            <a:ext cx="553212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/>
          <p:nvPr/>
        </p:nvSpPr>
        <p:spPr>
          <a:xfrm>
            <a:off x="521208" y="5404476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914400" y="5303892"/>
            <a:ext cx="4919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RUN 1회, 의도대로 동작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6217920" y="3603108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DEB_BTN_L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6940662" y="3720379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/>
          <p:nvPr/>
        </p:nvSpPr>
        <p:spPr>
          <a:xfrm>
            <a:off x="6217920" y="3920176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DEB_BTN_R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6940662" y="4037448"/>
            <a:ext cx="244620" cy="0"/>
          </a:xfrm>
          <a:prstGeom prst="line">
            <a:avLst/>
          </a:prstGeom>
          <a:noFill/>
          <a:ln w="285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6217920" y="4237244"/>
            <a:ext cx="722742" cy="234544"/>
          </a:xfrm>
          <a:prstGeom prst="roundRect">
            <a:avLst>
              <a:gd name="adj" fmla="val 1559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DEB_BTN_U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6940662" y="4354516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/>
          <p:nvPr/>
        </p:nvSpPr>
        <p:spPr>
          <a:xfrm>
            <a:off x="7185282" y="3603108"/>
            <a:ext cx="722742" cy="868680"/>
          </a:xfrm>
          <a:prstGeom prst="roundRect">
            <a:avLst>
              <a:gd name="adj" fmla="val 6326"/>
            </a:avLst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FSM_RUN_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run_stop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8152644" y="3707349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datapath_v2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9120006" y="3707349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10087368" y="3707349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11054730" y="3707349"/>
            <a:ext cx="722742" cy="660197"/>
          </a:xfrm>
          <a:prstGeom prst="roundRect">
            <a:avLst>
              <a:gd name="adj" fmla="val 6925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7908024" y="4037448"/>
            <a:ext cx="244620" cy="0"/>
          </a:xfrm>
          <a:prstGeom prst="line">
            <a:avLst/>
          </a:prstGeom>
          <a:noFill/>
          <a:ln w="28575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7"/>
          <p:cNvSpPr/>
          <p:nvPr/>
        </p:nvSpPr>
        <p:spPr>
          <a:xfrm>
            <a:off x="8875386" y="4037448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8"/>
          <p:cNvSpPr/>
          <p:nvPr/>
        </p:nvSpPr>
        <p:spPr>
          <a:xfrm>
            <a:off x="9842748" y="4037448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9"/>
          <p:cNvSpPr/>
          <p:nvPr/>
        </p:nvSpPr>
        <p:spPr>
          <a:xfrm>
            <a:off x="10810110" y="4037448"/>
            <a:ext cx="2446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0"/>
          <p:cNvSpPr/>
          <p:nvPr/>
        </p:nvSpPr>
        <p:spPr>
          <a:xfrm>
            <a:off x="7941381" y="4747387"/>
            <a:ext cx="0" cy="344435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1"/>
          <p:cNvSpPr txBox="1"/>
          <p:nvPr/>
        </p:nvSpPr>
        <p:spPr>
          <a:xfrm>
            <a:off x="7441570" y="472577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8275302" y="5268045"/>
            <a:ext cx="597826" cy="0"/>
          </a:xfrm>
          <a:prstGeom prst="line">
            <a:avLst/>
          </a:prstGeom>
          <a:noFill/>
          <a:ln w="31750">
            <a:solidFill>
              <a:srgbClr val="BE123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3"/>
          <p:cNvSpPr txBox="1"/>
          <p:nvPr/>
        </p:nvSpPr>
        <p:spPr>
          <a:xfrm>
            <a:off x="7748562" y="50782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59" name="Shape 54"/>
          <p:cNvSpPr/>
          <p:nvPr/>
        </p:nvSpPr>
        <p:spPr>
          <a:xfrm flipH="1">
            <a:off x="8275302" y="5428247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5"/>
          <p:cNvSpPr txBox="1"/>
          <p:nvPr/>
        </p:nvSpPr>
        <p:spPr>
          <a:xfrm>
            <a:off x="7748562" y="540663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61" name="Shape 56"/>
          <p:cNvSpPr/>
          <p:nvPr/>
        </p:nvSpPr>
        <p:spPr>
          <a:xfrm flipH="1">
            <a:off x="7009635" y="5268045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7"/>
          <p:cNvSpPr txBox="1"/>
          <p:nvPr/>
        </p:nvSpPr>
        <p:spPr>
          <a:xfrm>
            <a:off x="6482895" y="50782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7009635" y="5428247"/>
            <a:ext cx="59782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9"/>
          <p:cNvSpPr txBox="1"/>
          <p:nvPr/>
        </p:nvSpPr>
        <p:spPr>
          <a:xfrm>
            <a:off x="6482895" y="5406631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5" name="Shape 60"/>
          <p:cNvSpPr/>
          <p:nvPr/>
        </p:nvSpPr>
        <p:spPr>
          <a:xfrm>
            <a:off x="7822893" y="5588450"/>
            <a:ext cx="0" cy="200253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1"/>
          <p:cNvSpPr txBox="1"/>
          <p:nvPr/>
        </p:nvSpPr>
        <p:spPr>
          <a:xfrm>
            <a:off x="6666013" y="5578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 flipV="1">
            <a:off x="8059869" y="5588450"/>
            <a:ext cx="0" cy="200253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3"/>
          <p:cNvSpPr txBox="1"/>
          <p:nvPr/>
        </p:nvSpPr>
        <p:spPr>
          <a:xfrm>
            <a:off x="7603145" y="5578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7557372" y="5099832"/>
            <a:ext cx="768017" cy="4966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70" name="Text 65"/>
          <p:cNvSpPr/>
          <p:nvPr/>
        </p:nvSpPr>
        <p:spPr>
          <a:xfrm>
            <a:off x="8823039" y="5099832"/>
            <a:ext cx="768017" cy="496627"/>
          </a:xfrm>
          <a:prstGeom prst="ellipse">
            <a:avLst/>
          </a:prstGeom>
          <a:solidFill>
            <a:srgbClr val="BE123C"/>
          </a:solidFill>
          <a:ln w="2540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71" name="Text 66"/>
          <p:cNvSpPr/>
          <p:nvPr/>
        </p:nvSpPr>
        <p:spPr>
          <a:xfrm>
            <a:off x="6291706" y="5099832"/>
            <a:ext cx="768017" cy="49662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72" name="Text 67"/>
          <p:cNvSpPr/>
          <p:nvPr/>
        </p:nvSpPr>
        <p:spPr>
          <a:xfrm>
            <a:off x="7594535" y="5804723"/>
            <a:ext cx="693693" cy="44856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73" name="Shape 68"/>
          <p:cNvSpPr/>
          <p:nvPr/>
        </p:nvSpPr>
        <p:spPr>
          <a:xfrm>
            <a:off x="9802002" y="5084250"/>
            <a:ext cx="1975470" cy="768096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9"/>
          <p:cNvSpPr txBox="1"/>
          <p:nvPr/>
        </p:nvSpPr>
        <p:spPr>
          <a:xfrm>
            <a:off x="9893442" y="5120826"/>
            <a:ext cx="17925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흐름</a:t>
            </a:r>
            <a:endParaRPr lang="en-US" sz="13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RUN ×1</a:t>
            </a:r>
            <a:endParaRPr lang="en-US" sz="1300" dirty="0"/>
          </a:p>
        </p:txBody>
      </p:sp>
      <p:sp>
        <p:nvSpPr>
          <p:cNvPr id="75" name="Text 70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6" name="Text 71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37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Scenario 2 · 입력 노이즈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동일 입력 비교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Same Noise: Six Toggles at 100 MHz, One at 1 MHz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65992" cy="307238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(BTN_R)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high 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button_debouncer (100 MHz)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button_debouncer_1MHz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burst 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→ RUN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burst ②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→ STOP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burst ③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→ RUN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burst ④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→ STOP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burst 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→ RUN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press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(+75 ns) → STOP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(+7,995 ns) → RUN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release noise ×2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2회 추가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70916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1208" y="4937760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709160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noise 5 + press 1 = tick 6 → 최종 STOP (오동작)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470916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309360" y="493776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02552" y="4709160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noise 0 + press 1 = tick 1 → 최종 RUN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5559552"/>
            <a:ext cx="1136599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21208" y="5765292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559552"/>
            <a:ext cx="10753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tb_counter_scaled driver(2), 두 debouncer 동일 고정 table 입력 (sim 실측 tick 수 · 시각)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37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Frequency Domain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Sampling = Impulse Train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Copies the Input Spectrum Every 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754880" cy="4919472"/>
          </a:xfrm>
          <a:prstGeom prst="roundRect">
            <a:avLst>
              <a:gd name="adj" fmla="val 1538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sampling 모델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4708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x_s(t) = x(t) · Σ δ(t − nT),  T = 1 / fs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24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주파수 영역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17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X_s(f) = fs · Σ X(f − k·fs)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8953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의미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879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X(f) 복사본이 fs 간격으로 반복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657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Nyquist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5838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|f| &lt; fs / 2 성분만 원형 보존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이상 = 0 ~ fs/2 로 folding (aliasing)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371600"/>
            <a:ext cx="1207008" cy="256032"/>
          </a:xfrm>
          <a:prstGeom prst="roundRect">
            <a:avLst>
              <a:gd name="adj" fmla="val 42857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 = 100 MHz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2788920"/>
            <a:ext cx="603504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1631168" y="26791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89620" y="2011680"/>
            <a:ext cx="411480" cy="777240"/>
          </a:xfrm>
          <a:prstGeom prst="triangle">
            <a:avLst/>
          </a:prstGeom>
          <a:solidFill>
            <a:srgbClr val="047857">
              <a:alpha val="80000"/>
            </a:srgbClr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046720" y="2843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041380" y="2011680"/>
            <a:ext cx="411480" cy="777240"/>
          </a:xfrm>
          <a:prstGeom prst="triangl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0698480" y="2843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+100 MHz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37860" y="2011680"/>
            <a:ext cx="411480" cy="777240"/>
          </a:xfrm>
          <a:prstGeom prst="triangle">
            <a:avLst/>
          </a:prstGeom>
          <a:solidFill>
            <a:srgbClr val="047857">
              <a:alpha val="40000"/>
            </a:srgbClr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394960" y="2843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−100 MHz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0815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 대역 (≤ 3.3 MHz) ≪ fs/2 = 50 MHz → 복사본 간 겹침 없음, 원형 그대로 sampling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794760"/>
            <a:ext cx="1051560" cy="256032"/>
          </a:xfrm>
          <a:prstGeom prst="roundRect">
            <a:avLst>
              <a:gd name="adj" fmla="val 42857"/>
            </a:avLst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 = 1 MHz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5212080"/>
            <a:ext cx="603504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1631168" y="510235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26680" y="4434840"/>
            <a:ext cx="1737360" cy="777240"/>
          </a:xfrm>
          <a:prstGeom prst="triangle">
            <a:avLst/>
          </a:prstGeom>
          <a:solidFill>
            <a:srgbClr val="BE123C">
              <a:alpha val="80000"/>
            </a:srgbClr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046720" y="5266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434840"/>
            <a:ext cx="1737360" cy="777240"/>
          </a:xfrm>
          <a:prstGeom prst="triangle">
            <a:avLst/>
          </a:prstGeom>
          <a:solidFill>
            <a:srgbClr val="BE123C">
              <a:alpha val="40000"/>
            </a:srgbClr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8823960" y="5266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4434840"/>
            <a:ext cx="1737360" cy="777240"/>
          </a:xfrm>
          <a:prstGeom prst="triangle">
            <a:avLst/>
          </a:prstGeom>
          <a:solidFill>
            <a:srgbClr val="BE123C">
              <a:alpha val="40000"/>
            </a:srgbClr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69480" y="5266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281160" y="4434840"/>
            <a:ext cx="1737360" cy="777240"/>
          </a:xfrm>
          <a:prstGeom prst="triangle">
            <a:avLst/>
          </a:prstGeom>
          <a:solidFill>
            <a:srgbClr val="BE123C">
              <a:alpha val="40000"/>
            </a:srgbClr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9601200" y="5266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4434840"/>
            <a:ext cx="1737360" cy="777240"/>
          </a:xfrm>
          <a:prstGeom prst="triangle">
            <a:avLst/>
          </a:prstGeom>
          <a:solidFill>
            <a:srgbClr val="BE123C">
              <a:alpha val="40000"/>
            </a:srgbClr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492240" y="5266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 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058400" y="4434840"/>
            <a:ext cx="1737360" cy="777240"/>
          </a:xfrm>
          <a:prstGeom prst="triangle">
            <a:avLst/>
          </a:prstGeom>
          <a:solidFill>
            <a:srgbClr val="BE123C">
              <a:alpha val="40000"/>
            </a:srgbClr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0378440" y="5266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4434840"/>
            <a:ext cx="1737360" cy="777240"/>
          </a:xfrm>
          <a:prstGeom prst="triangle">
            <a:avLst/>
          </a:prstGeom>
          <a:solidFill>
            <a:srgbClr val="BE123C">
              <a:alpha val="40000"/>
            </a:srgbClr>
          </a:solidFill>
          <a:ln w="12700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5715000" y="5266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 M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0" y="55046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 대역 (0.2 ~ 3.3 MHz) &gt; fs/2 = 500 kHz → 복사본 겹침, 0 ~ 500 kHz 로 folding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37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Frequency Domain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Burst Spectrum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Burst of Width τ Spreads Its Energy Up to 1/τ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325880"/>
          <a:ext cx="6949440" cy="4983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180891" y="5561838"/>
            <a:ext cx="596657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891" y="5561838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23691" y="565327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kHz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69749" y="5561838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712549" y="565327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kHz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58607" y="5561838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701407" y="565327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47465" y="5561838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690265" y="565327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MHz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706978" y="589102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 (log)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" y="16811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|X(f)| / τ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13258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x(t) = rect(t / τ)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|X(f)| = τ · |sin(πfτ) / (πfτ)|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19202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lobe = 0 ~ 1/τ → burst 에너지 대부분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2377440"/>
          <a:ext cx="4142232" cy="243230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1/τ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④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 µs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3.33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③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 µs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667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 µs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333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 µs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µs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press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µs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635240" y="5029200"/>
            <a:ext cx="4142232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7744968" y="516636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138160" y="502920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 대역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0.2 ~ 3.3 MHz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635240" y="5669280"/>
            <a:ext cx="4142232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20"/>
          <p:cNvSpPr/>
          <p:nvPr/>
        </p:nvSpPr>
        <p:spPr>
          <a:xfrm>
            <a:off x="7744968" y="580644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8138160" y="566928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press 대역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≤ 50 kHz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37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Frequency Domain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8-sample window = FIR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8-sample AND Is an 8-tap Moving Average with an 8/8 Threshold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60350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q[7]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563624" y="1874520"/>
            <a:ext cx="146304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61872" y="2148840"/>
            <a:ext cx="0" cy="54864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09928" y="1600200"/>
            <a:ext cx="60350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q[6]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13432" y="1874520"/>
            <a:ext cx="146304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011680" y="2148840"/>
            <a:ext cx="0" cy="54864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59736" y="1600200"/>
            <a:ext cx="60350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q[5]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1874520"/>
            <a:ext cx="146304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761488" y="2148840"/>
            <a:ext cx="0" cy="54864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09544" y="1600200"/>
            <a:ext cx="60350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q[4]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13048" y="1874520"/>
            <a:ext cx="146304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511296" y="2148840"/>
            <a:ext cx="0" cy="54864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59352" y="1600200"/>
            <a:ext cx="60350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q[3]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62856" y="1874520"/>
            <a:ext cx="146304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261104" y="2148840"/>
            <a:ext cx="0" cy="54864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09160" y="1600200"/>
            <a:ext cx="60350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q[2]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12664" y="1874520"/>
            <a:ext cx="146304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10912" y="2148840"/>
            <a:ext cx="0" cy="54864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58968" y="1600200"/>
            <a:ext cx="60350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q[1]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62472" y="1874520"/>
            <a:ext cx="146304" cy="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760720" y="2148840"/>
            <a:ext cx="0" cy="54864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08776" y="1600200"/>
            <a:ext cx="603504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q[0]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10528" y="2148840"/>
            <a:ext cx="0" cy="548640"/>
          </a:xfrm>
          <a:prstGeom prst="line">
            <a:avLst/>
          </a:prstGeom>
          <a:noFill/>
          <a:ln w="15875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60120" y="269748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 (0 ~ 8)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886200" y="3154680"/>
            <a:ext cx="0" cy="32004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606040" y="34747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8  →  debounce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11480" y="41148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8-input AND  ≡  8개 합 = 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69480" y="1371600"/>
            <a:ext cx="4507992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388352" y="137160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13716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debounce = 1  ⇔  Σ q[k] = 8  (k = 0 ~ 7)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69480" y="2185416"/>
            <a:ext cx="4507992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388352" y="2185416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0" y="21854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s[n] = (1/8) · Σ x[n − k]  → 8-tap boxcar FIR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69480" y="2999232"/>
            <a:ext cx="4507992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7388352" y="2999232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29992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H(f) = (1/8) · Σ e^(−j2πfkT)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269480" y="3813048"/>
            <a:ext cx="4507992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7388352" y="381304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772400" y="38130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|H(f)| = | sin(8πf/fs) / (8 · sin(πf/fs)) |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269480" y="4626864"/>
            <a:ext cx="4507992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7388352" y="4626864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0" y="462686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|H(0)| = 1 · 첫 null fs/8 · −3 dB 0.0557·fs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5440680"/>
            <a:ext cx="4507992" cy="713232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7388352" y="54406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772400" y="54406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threshold 8/8 → s[n] = 1.0 (full scale)일 때만 tick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1480" y="498348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21208" y="5129784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914400" y="4983480"/>
            <a:ext cx="5971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선형부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moving average → low-pass, 통과 대역 ∝ fs/8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11480" y="566928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21208" y="5815584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5669280"/>
            <a:ext cx="5971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비선형부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문턱 8/8 → 통과 대역 밖 성분 = 부분 합 → tick 불가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37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Frequency Domain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|H(f)| 비교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 Sits in the 100 MHz Passband, Beyond the 1 MHz Cutoff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325880"/>
          <a:ext cx="7315200" cy="4983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221386" y="5561838"/>
            <a:ext cx="62806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221386" y="5561838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64186" y="565327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kHz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4921" y="5561838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857721" y="565327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kHz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08455" y="5561838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951255" y="565327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01990" y="5561838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044790" y="565327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MHz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904488" y="589102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 (log)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" y="16811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|H(f)|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371600"/>
          <a:ext cx="3822192" cy="24323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−3 dB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5.57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55.7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null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12.5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|H| 50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|H| 200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|H| 667 kHz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|H| 3.33 MHz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7955280" y="3931920"/>
            <a:ext cx="382219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8065008" y="4137660"/>
            <a:ext cx="274320" cy="274320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458200" y="393192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</a:t>
            </a: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noise 대역 |H| ≥ 0.89 → 통과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955280" y="4709160"/>
            <a:ext cx="382219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065008" y="4914900"/>
            <a:ext cx="274320" cy="274320"/>
          </a:xfrm>
          <a:prstGeom prst="ellipse">
            <a:avLst/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458200" y="470916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</a:t>
            </a: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noise 대역 |H| ≤ 0.20 → 문턱 미달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955280" y="5486400"/>
            <a:ext cx="3822192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8065008" y="573786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22"/>
          <p:cNvSpPr txBox="1"/>
          <p:nvPr/>
        </p:nvSpPr>
        <p:spPr>
          <a:xfrm>
            <a:off x="8458200" y="548640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2 · 3 MHz peak</a:t>
            </a: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|H| 주기 = fs → k·fs 성분 DC folding (p.27)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37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Frequency Domain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시간 · 주파수 대응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1/100 fs: 1/100 Passband, 100× Minimum Pulse (80 ns → 8 µs)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65992" cy="32186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fs = 100 MHz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fs = 1 MHz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Sample 주기 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ns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 = 1 / fs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 8T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 ns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sample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−3 dB 대역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5.57 MHz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55.7 kHz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0.0557 · fs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null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12.5 MHz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 kHz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fs / 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최소 인정 pulse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 ns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µs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/ fs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noise burst 5회 (0.3 ~ 5 µs)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5회 tick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1/τ 대역 vs 통과 대역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press 반응 시간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 ns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8,005 ns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대가 = window 길이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80060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1208" y="4992624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800600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영역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pulse 폭 &lt; 8T → 8 연속 1 불가 → 제거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480060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309360" y="4992624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02552" y="4800600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주파수 영역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1/τ &gt; 통과 대역 → |H| 감쇠 → 문턱 미달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5577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21208" y="5769864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577840"/>
            <a:ext cx="10753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Trade-off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fs ↓ → noise 내성 ↑ · 반응 시간 ↑ (85 ns → 8,005 ns), 버튼 입력 = µs 지연 무관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37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Frequency Domain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Aliasing 한계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Interference at k·fs Folds to DC and Passes Any Window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V="1">
            <a:off x="73152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97280" y="31089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245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844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5529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146304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46304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82880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828800" y="31089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62397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55996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48681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V="1">
            <a:off x="219456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19456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56032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560320" y="31089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35549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29148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221833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292608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92608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9184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91840" y="31089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08701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02300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294985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flipV="1">
            <a:off x="365760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65760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02336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023360" y="31089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381853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75452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368137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V="1">
            <a:off x="438912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38912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75488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754880" y="31089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55005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48604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441289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 flipV="1">
            <a:off x="512064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12064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8640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486400" y="31089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28157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21756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514441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 flipV="1">
            <a:off x="585216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585216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21792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217920" y="31089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601309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594908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587593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 flipV="1">
            <a:off x="6583680" y="2194560"/>
            <a:ext cx="0" cy="91440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6583680" y="2194560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744614" y="1783080"/>
            <a:ext cx="0" cy="15544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6680606" y="2130552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6607454" y="15544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73152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주기 간섭 (duty 50 %)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402336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1 MHz sample 시점 (clk_1Mhz)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31520" y="3931920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868680" y="39319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q_reg = 1111_1111 → debounce = 1 → 버튼 미입력 상태에서 tick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31520" y="4709160"/>
            <a:ext cx="621792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841248" y="491490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1234440" y="470916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주파수 해석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f = k·fs 성분 → sampling 후 f = 0 (DC)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731520" y="5532120"/>
            <a:ext cx="621792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841248" y="573786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1234440" y="5532120"/>
            <a:ext cx="5605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|H(k·fs)| = 1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window 길이 무관, 디지털 filter 단독 제거 불가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7269480" y="1371600"/>
            <a:ext cx="4507992" cy="4846320"/>
          </a:xfrm>
          <a:prstGeom prst="roundRect">
            <a:avLst>
              <a:gd name="adj" fmla="val 162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749808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(현업 구성)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7452360" y="1965960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7562088" y="228600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7955280" y="1965960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Anti-aliasing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RC low-pass + Schmitt trigger → fs/2 이상 성분 sampling 전 제거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452360" y="2990088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7562088" y="3310128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7955280" y="2990088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Synchronizer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2-FF → 비동기 입력 metastability 차단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452360" y="4014216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7562088" y="4334256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7955280" y="4014216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 enable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i_clk 단일 clock + enable pulse → clock domain 1개 유지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7452360" y="5038344"/>
            <a:ext cx="4160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7562088" y="5358384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7955280" y="5038344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 window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bounce (ms 단위) 대응 → window = ms 단위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91" name="Text 89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37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237744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3 · 버튼 우선순위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377440" y="93268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 3: Simultaneous Presses Follow R &gt; L &gt; U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5087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driver(3)  ·  press 20 µs  ·  case a ~ f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10515600" cy="3200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Case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State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 결과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+ L + U 동시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우선 → RUN, L · U 무시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+ U 동시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RUN에서 무시 → RUN 유지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+ L 동시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→ STOP, L 무시 (count 유지)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+ U 동시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우선 → CLEAR, U 무시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(count &gt; 0)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먼저, R 30 ns 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debouncer sampling 주기 의존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(count &gt; 0)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먼저, R 2 µs 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순차 처리 → CLEAR 후 RUN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37160" marR="137160" marT="36576" marB="36576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: if btn_R → else if btn_L → else if btn_U      RUN : btn_R만 검사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37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Scenario 3 · 버튼 우선순위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Case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a: R + L + U in STOP, R Wins and Only RUN Is Entered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8165592" cy="305949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56.png"/>
          <p:cNvPicPr>
            <a:picLocks noChangeAspect="1"/>
          </p:cNvPicPr>
          <p:nvPr/>
        </p:nvPicPr>
        <p:blipFill>
          <a:blip r:embed="rId3"/>
          <a:srcRect b="88227"/>
          <a:stretch/>
        </p:blipFill>
        <p:spPr>
          <a:xfrm>
            <a:off x="411480" y="1517904"/>
            <a:ext cx="8092440" cy="492529"/>
          </a:xfrm>
          <a:prstGeom prst="rect">
            <a:avLst/>
          </a:prstGeom>
        </p:spPr>
      </p:pic>
      <p:pic>
        <p:nvPicPr>
          <p:cNvPr id="7" name="Image 1" descr="media/image56.png"/>
          <p:cNvPicPr>
            <a:picLocks noChangeAspect="1"/>
          </p:cNvPicPr>
          <p:nvPr/>
        </p:nvPicPr>
        <p:blipFill>
          <a:blip r:embed="rId3"/>
          <a:srcRect t="19225" b="62146"/>
          <a:stretch/>
        </p:blipFill>
        <p:spPr>
          <a:xfrm>
            <a:off x="411480" y="2010433"/>
            <a:ext cx="8092440" cy="779318"/>
          </a:xfrm>
          <a:prstGeom prst="rect">
            <a:avLst/>
          </a:prstGeom>
        </p:spPr>
      </p:pic>
      <p:pic>
        <p:nvPicPr>
          <p:cNvPr id="8" name="Image 2" descr="media/image56.png"/>
          <p:cNvPicPr>
            <a:picLocks noChangeAspect="1"/>
          </p:cNvPicPr>
          <p:nvPr/>
        </p:nvPicPr>
        <p:blipFill>
          <a:blip r:embed="rId3"/>
          <a:srcRect t="41580" b="39791"/>
          <a:stretch/>
        </p:blipFill>
        <p:spPr>
          <a:xfrm>
            <a:off x="411480" y="2789751"/>
            <a:ext cx="8092440" cy="779318"/>
          </a:xfrm>
          <a:prstGeom prst="rect">
            <a:avLst/>
          </a:prstGeom>
        </p:spPr>
      </p:pic>
      <p:pic>
        <p:nvPicPr>
          <p:cNvPr id="9" name="Image 3" descr="media/image56.png"/>
          <p:cNvPicPr>
            <a:picLocks noChangeAspect="1"/>
          </p:cNvPicPr>
          <p:nvPr/>
        </p:nvPicPr>
        <p:blipFill>
          <a:blip r:embed="rId3"/>
          <a:srcRect t="63934" b="13711"/>
          <a:stretch/>
        </p:blipFill>
        <p:spPr>
          <a:xfrm>
            <a:off x="411480" y="3569069"/>
            <a:ext cx="8092440" cy="93518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11480" y="2003118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411480" y="2782436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11480" y="3561754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548640" y="2484259"/>
            <a:ext cx="1184564" cy="1371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548640" y="2640122"/>
            <a:ext cx="1184564" cy="1371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548640" y="3263577"/>
            <a:ext cx="1184564" cy="1371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548640" y="3419440"/>
            <a:ext cx="1184564" cy="1371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48640" y="4042895"/>
            <a:ext cx="1184564" cy="1371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548640" y="4198759"/>
            <a:ext cx="1184564" cy="1371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548640" y="4354622"/>
            <a:ext cx="1184564" cy="137160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4152207" y="1517904"/>
            <a:ext cx="0" cy="2986347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4015047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10254996" y="1525089"/>
            <a:ext cx="0" cy="44000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9717500" y="152791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10549976" y="2190206"/>
            <a:ext cx="528109" cy="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9988691" y="1978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 flipH="1">
            <a:off x="10549976" y="2394857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9988691" y="23976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 flipH="1">
            <a:off x="9431907" y="2190206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8870623" y="1978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9431907" y="2394857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8870623" y="23976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10150326" y="2599509"/>
            <a:ext cx="0" cy="2558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9032386" y="2617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 flipV="1">
            <a:off x="10359666" y="2599509"/>
            <a:ext cx="0" cy="2558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9860232" y="2617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9915769" y="1975322"/>
            <a:ext cx="678453" cy="63441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033838" y="1975322"/>
            <a:ext cx="678453" cy="634419"/>
          </a:xfrm>
          <a:prstGeom prst="ellipse">
            <a:avLst/>
          </a:prstGeom>
          <a:solidFill>
            <a:srgbClr val="B45309"/>
          </a:solidFill>
          <a:ln w="25400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8797701" y="1975322"/>
            <a:ext cx="678453" cy="63441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948598" y="2875788"/>
            <a:ext cx="612797" cy="5730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8732520" y="3703320"/>
            <a:ext cx="3044952" cy="2606040"/>
          </a:xfrm>
          <a:prstGeom prst="roundRect">
            <a:avLst>
              <a:gd name="adj" fmla="val 2807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8961120" y="384048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R / L / U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8961120" y="409651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 / 1</a:t>
            </a:r>
            <a:endParaRPr lang="en-US" sz="1700" dirty="0"/>
          </a:p>
        </p:txBody>
      </p:sp>
      <p:sp>
        <p:nvSpPr>
          <p:cNvPr id="44" name="Text 38"/>
          <p:cNvSpPr txBox="1"/>
          <p:nvPr/>
        </p:nvSpPr>
        <p:spPr>
          <a:xfrm>
            <a:off x="8961120" y="46451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state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8961120" y="4901184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RUN</a:t>
            </a:r>
            <a:endParaRPr lang="en-US" sz="1700" dirty="0"/>
          </a:p>
        </p:txBody>
      </p:sp>
      <p:sp>
        <p:nvSpPr>
          <p:cNvPr id="46" name="Text 40"/>
          <p:cNvSpPr txBox="1"/>
          <p:nvPr/>
        </p:nvSpPr>
        <p:spPr>
          <a:xfrm>
            <a:off x="8961120" y="54498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i_clear · i_mode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8961120" y="57058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· 0 유지</a:t>
            </a:r>
            <a:endParaRPr lang="en-US" sz="1700" dirty="0"/>
          </a:p>
        </p:txBody>
      </p:sp>
      <p:sp>
        <p:nvSpPr>
          <p:cNvPr id="48" name="Shape 42"/>
          <p:cNvSpPr/>
          <p:nvPr/>
        </p:nvSpPr>
        <p:spPr>
          <a:xfrm>
            <a:off x="411480" y="4705419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3"/>
          <p:cNvSpPr/>
          <p:nvPr/>
        </p:nvSpPr>
        <p:spPr>
          <a:xfrm>
            <a:off x="521208" y="4796859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914400" y="4705419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200.1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BTN_L · BTN_R · BTN_U 동시 20 µs</a:t>
            </a:r>
            <a:endParaRPr lang="en-US" sz="1250" dirty="0"/>
          </a:p>
        </p:txBody>
      </p:sp>
      <p:sp>
        <p:nvSpPr>
          <p:cNvPr id="51" name="Shape 45"/>
          <p:cNvSpPr/>
          <p:nvPr/>
        </p:nvSpPr>
        <p:spPr>
          <a:xfrm>
            <a:off x="411480" y="5254059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6"/>
          <p:cNvSpPr/>
          <p:nvPr/>
        </p:nvSpPr>
        <p:spPr>
          <a:xfrm>
            <a:off x="521208" y="5345499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53" name="Text 47"/>
          <p:cNvSpPr txBox="1"/>
          <p:nvPr/>
        </p:nvSpPr>
        <p:spPr>
          <a:xfrm>
            <a:off x="914400" y="5254059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i_btn_L · i_btn_R · i_btn_U 같은 clock</a:t>
            </a:r>
            <a:endParaRPr lang="en-US" sz="1250" dirty="0"/>
          </a:p>
        </p:txBody>
      </p:sp>
      <p:sp>
        <p:nvSpPr>
          <p:cNvPr id="54" name="Shape 48"/>
          <p:cNvSpPr/>
          <p:nvPr/>
        </p:nvSpPr>
        <p:spPr>
          <a:xfrm>
            <a:off x="411480" y="5802699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9"/>
          <p:cNvSpPr/>
          <p:nvPr/>
        </p:nvSpPr>
        <p:spPr>
          <a:xfrm>
            <a:off x="521208" y="5894139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6" name="Text 50"/>
          <p:cNvSpPr txBox="1"/>
          <p:nvPr/>
        </p:nvSpPr>
        <p:spPr>
          <a:xfrm>
            <a:off x="914400" y="5802699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btn_R 우선 → RUN, i_clear · i_mode 변화 없음</a:t>
            </a:r>
            <a:endParaRPr lang="en-US" sz="1250" dirty="0"/>
          </a:p>
        </p:txBody>
      </p:sp>
      <p:sp>
        <p:nvSpPr>
          <p:cNvPr id="57" name="Text 51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37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Scenario 3 · 버튼 우선순위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Case 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b: L + U in RUN Are Ignored, Count Continues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8165592" cy="2555112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57.png"/>
          <p:cNvPicPr>
            <a:picLocks noChangeAspect="1"/>
          </p:cNvPicPr>
          <p:nvPr/>
        </p:nvPicPr>
        <p:blipFill>
          <a:blip r:embed="rId3"/>
          <a:srcRect t="11921" b="78013"/>
          <a:stretch/>
        </p:blipFill>
        <p:spPr>
          <a:xfrm>
            <a:off x="411480" y="1517904"/>
            <a:ext cx="8092440" cy="396279"/>
          </a:xfrm>
          <a:prstGeom prst="rect">
            <a:avLst/>
          </a:prstGeom>
        </p:spPr>
      </p:pic>
      <p:pic>
        <p:nvPicPr>
          <p:cNvPr id="7" name="Image 1" descr="media/image57.png"/>
          <p:cNvPicPr>
            <a:picLocks noChangeAspect="1"/>
          </p:cNvPicPr>
          <p:nvPr/>
        </p:nvPicPr>
        <p:blipFill>
          <a:blip r:embed="rId3"/>
          <a:srcRect t="28609" b="54834"/>
          <a:stretch/>
        </p:blipFill>
        <p:spPr>
          <a:xfrm>
            <a:off x="411480" y="1914183"/>
            <a:ext cx="8092440" cy="651775"/>
          </a:xfrm>
          <a:prstGeom prst="rect">
            <a:avLst/>
          </a:prstGeom>
        </p:spPr>
      </p:pic>
      <p:pic>
        <p:nvPicPr>
          <p:cNvPr id="8" name="Image 2" descr="media/image57.png"/>
          <p:cNvPicPr>
            <a:picLocks noChangeAspect="1"/>
          </p:cNvPicPr>
          <p:nvPr/>
        </p:nvPicPr>
        <p:blipFill>
          <a:blip r:embed="rId3"/>
          <a:srcRect t="48477" b="34967"/>
          <a:stretch/>
        </p:blipFill>
        <p:spPr>
          <a:xfrm>
            <a:off x="411480" y="2565958"/>
            <a:ext cx="8092440" cy="651775"/>
          </a:xfrm>
          <a:prstGeom prst="rect">
            <a:avLst/>
          </a:prstGeom>
        </p:spPr>
      </p:pic>
      <p:pic>
        <p:nvPicPr>
          <p:cNvPr id="9" name="Image 3" descr="media/image57.png"/>
          <p:cNvPicPr>
            <a:picLocks noChangeAspect="1"/>
          </p:cNvPicPr>
          <p:nvPr/>
        </p:nvPicPr>
        <p:blipFill>
          <a:blip r:embed="rId3"/>
          <a:srcRect t="68344" b="11788"/>
          <a:stretch/>
        </p:blipFill>
        <p:spPr>
          <a:xfrm>
            <a:off x="411480" y="3217734"/>
            <a:ext cx="8092440" cy="78213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11480" y="1906868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411480" y="2558643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11480" y="3210418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526192" y="2310463"/>
            <a:ext cx="990698" cy="11471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526192" y="2440818"/>
            <a:ext cx="990698" cy="11471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526192" y="3092593"/>
            <a:ext cx="990698" cy="11471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526192" y="3614013"/>
            <a:ext cx="990698" cy="11471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26192" y="3744368"/>
            <a:ext cx="990698" cy="11471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526192" y="3874723"/>
            <a:ext cx="990698" cy="114712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3159364" y="1517904"/>
            <a:ext cx="0" cy="2481960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3022204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0254996" y="1525089"/>
            <a:ext cx="0" cy="44000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9717500" y="152791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10549976" y="2190206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9988691" y="1978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 flipH="1">
            <a:off x="10549976" y="2394857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9988691" y="23976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 flipH="1">
            <a:off x="9431907" y="2190206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8870623" y="1978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9431907" y="2394857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8870623" y="23976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10150326" y="2599509"/>
            <a:ext cx="0" cy="2558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9032386" y="2617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 flipV="1">
            <a:off x="10359666" y="2599509"/>
            <a:ext cx="0" cy="2558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9860232" y="2617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9915769" y="1975322"/>
            <a:ext cx="678453" cy="63441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033838" y="1975322"/>
            <a:ext cx="678453" cy="634419"/>
          </a:xfrm>
          <a:prstGeom prst="ellipse">
            <a:avLst/>
          </a:prstGeom>
          <a:solidFill>
            <a:srgbClr val="B45309"/>
          </a:solidFill>
          <a:ln w="25400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8797701" y="1975322"/>
            <a:ext cx="678453" cy="63441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9948598" y="2875788"/>
            <a:ext cx="612797" cy="5730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8732520" y="3703320"/>
            <a:ext cx="3044952" cy="2606040"/>
          </a:xfrm>
          <a:prstGeom prst="roundRect">
            <a:avLst>
              <a:gd name="adj" fmla="val 2807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5"/>
          <p:cNvSpPr txBox="1"/>
          <p:nvPr/>
        </p:nvSpPr>
        <p:spPr>
          <a:xfrm>
            <a:off x="8961120" y="384048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R / L / U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8961120" y="409651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 / 1</a:t>
            </a:r>
            <a:endParaRPr lang="en-US" sz="1700" dirty="0"/>
          </a:p>
        </p:txBody>
      </p:sp>
      <p:sp>
        <p:nvSpPr>
          <p:cNvPr id="43" name="Text 37"/>
          <p:cNvSpPr txBox="1"/>
          <p:nvPr/>
        </p:nvSpPr>
        <p:spPr>
          <a:xfrm>
            <a:off x="8961120" y="46451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state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8961120" y="4901184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유지</a:t>
            </a:r>
            <a:endParaRPr lang="en-US" sz="1700" dirty="0"/>
          </a:p>
        </p:txBody>
      </p:sp>
      <p:sp>
        <p:nvSpPr>
          <p:cNvPr id="45" name="Text 39"/>
          <p:cNvSpPr txBox="1"/>
          <p:nvPr/>
        </p:nvSpPr>
        <p:spPr>
          <a:xfrm>
            <a:off x="8961120" y="54498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i_clear · i_mode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8961120" y="57058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· 0 유지</a:t>
            </a:r>
            <a:endParaRPr lang="en-US" sz="1700" dirty="0"/>
          </a:p>
        </p:txBody>
      </p:sp>
      <p:sp>
        <p:nvSpPr>
          <p:cNvPr id="47" name="Shape 41"/>
          <p:cNvSpPr/>
          <p:nvPr/>
        </p:nvSpPr>
        <p:spPr>
          <a:xfrm>
            <a:off x="411480" y="4201032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2"/>
          <p:cNvSpPr/>
          <p:nvPr/>
        </p:nvSpPr>
        <p:spPr>
          <a:xfrm>
            <a:off x="521208" y="4292472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914400" y="4201032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3,420.1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RUN 중 BTN_L + BTN_U 동시</a:t>
            </a:r>
            <a:endParaRPr lang="en-US" sz="1250" dirty="0"/>
          </a:p>
        </p:txBody>
      </p:sp>
      <p:sp>
        <p:nvSpPr>
          <p:cNvPr id="50" name="Shape 44"/>
          <p:cNvSpPr/>
          <p:nvPr/>
        </p:nvSpPr>
        <p:spPr>
          <a:xfrm>
            <a:off x="411480" y="4749672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5"/>
          <p:cNvSpPr/>
          <p:nvPr/>
        </p:nvSpPr>
        <p:spPr>
          <a:xfrm>
            <a:off x="521208" y="4841112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46"/>
          <p:cNvSpPr txBox="1"/>
          <p:nvPr/>
        </p:nvSpPr>
        <p:spPr>
          <a:xfrm>
            <a:off x="914400" y="4749672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i_btn_L · i_btn_U 발생</a:t>
            </a:r>
            <a:endParaRPr lang="en-US" sz="1250" dirty="0"/>
          </a:p>
        </p:txBody>
      </p:sp>
      <p:sp>
        <p:nvSpPr>
          <p:cNvPr id="53" name="Shape 47"/>
          <p:cNvSpPr/>
          <p:nvPr/>
        </p:nvSpPr>
        <p:spPr>
          <a:xfrm>
            <a:off x="411480" y="5298312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8"/>
          <p:cNvSpPr/>
          <p:nvPr/>
        </p:nvSpPr>
        <p:spPr>
          <a:xfrm>
            <a:off x="521208" y="5389752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49"/>
          <p:cNvSpPr txBox="1"/>
          <p:nvPr/>
        </p:nvSpPr>
        <p:spPr>
          <a:xfrm>
            <a:off x="914400" y="5298312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btn_R만 검사 → RUN 유지, i_clear · i_mode 0</a:t>
            </a:r>
            <a:endParaRPr lang="en-US" sz="1250" dirty="0"/>
          </a:p>
        </p:txBody>
      </p:sp>
      <p:sp>
        <p:nvSpPr>
          <p:cNvPr id="56" name="Text 50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/ 37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Scenario 3 · 버튼 우선순위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Case 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c: R + L in RUN, STOP Wins and No Clear Occurs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8165592" cy="2735431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58.png"/>
          <p:cNvPicPr>
            <a:picLocks noChangeAspect="1"/>
          </p:cNvPicPr>
          <p:nvPr/>
        </p:nvPicPr>
        <p:blipFill>
          <a:blip r:embed="rId3"/>
          <a:srcRect b="88331"/>
          <a:stretch/>
        </p:blipFill>
        <p:spPr>
          <a:xfrm>
            <a:off x="411480" y="1517904"/>
            <a:ext cx="8092440" cy="439082"/>
          </a:xfrm>
          <a:prstGeom prst="rect">
            <a:avLst/>
          </a:prstGeom>
        </p:spPr>
      </p:pic>
      <p:pic>
        <p:nvPicPr>
          <p:cNvPr id="7" name="Image 1" descr="media/image58.png"/>
          <p:cNvPicPr>
            <a:picLocks noChangeAspect="1"/>
          </p:cNvPicPr>
          <p:nvPr/>
        </p:nvPicPr>
        <p:blipFill>
          <a:blip r:embed="rId3"/>
          <a:srcRect t="19055" b="62482"/>
          <a:stretch/>
        </p:blipFill>
        <p:spPr>
          <a:xfrm>
            <a:off x="411480" y="1956986"/>
            <a:ext cx="8092440" cy="694749"/>
          </a:xfrm>
          <a:prstGeom prst="rect">
            <a:avLst/>
          </a:prstGeom>
        </p:spPr>
      </p:pic>
      <p:pic>
        <p:nvPicPr>
          <p:cNvPr id="8" name="Image 2" descr="media/image58.png"/>
          <p:cNvPicPr>
            <a:picLocks noChangeAspect="1"/>
          </p:cNvPicPr>
          <p:nvPr/>
        </p:nvPicPr>
        <p:blipFill>
          <a:blip r:embed="rId3"/>
          <a:srcRect t="41211" b="40325"/>
          <a:stretch/>
        </p:blipFill>
        <p:spPr>
          <a:xfrm>
            <a:off x="411480" y="2651735"/>
            <a:ext cx="8092440" cy="694749"/>
          </a:xfrm>
          <a:prstGeom prst="rect">
            <a:avLst/>
          </a:prstGeom>
        </p:spPr>
      </p:pic>
      <p:pic>
        <p:nvPicPr>
          <p:cNvPr id="9" name="Image 3" descr="media/image58.png"/>
          <p:cNvPicPr>
            <a:picLocks noChangeAspect="1"/>
          </p:cNvPicPr>
          <p:nvPr/>
        </p:nvPicPr>
        <p:blipFill>
          <a:blip r:embed="rId3"/>
          <a:srcRect t="63368" b="14476"/>
          <a:stretch/>
        </p:blipFill>
        <p:spPr>
          <a:xfrm>
            <a:off x="411480" y="3346484"/>
            <a:ext cx="8092440" cy="833699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11480" y="1949670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411480" y="2644420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11480" y="3339169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533756" y="2379393"/>
            <a:ext cx="1056019" cy="1222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533756" y="2518343"/>
            <a:ext cx="1056019" cy="1222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533756" y="3074142"/>
            <a:ext cx="1056019" cy="1222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533756" y="3213092"/>
            <a:ext cx="1056019" cy="1222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33756" y="4046792"/>
            <a:ext cx="1056019" cy="122276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3218267" y="1517904"/>
            <a:ext cx="0" cy="2662279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3081107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10254996" y="1525089"/>
            <a:ext cx="0" cy="44000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9717500" y="152791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10549976" y="2190206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9988691" y="1978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 flipH="1">
            <a:off x="10549976" y="2394857"/>
            <a:ext cx="528109" cy="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9988691" y="23976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 flipH="1">
            <a:off x="9431907" y="2190206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8870623" y="1978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9431907" y="2394857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8870623" y="23976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10150326" y="2599509"/>
            <a:ext cx="0" cy="2558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9032386" y="2617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 flipV="1">
            <a:off x="10359666" y="2599509"/>
            <a:ext cx="0" cy="2558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9860232" y="2617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9915769" y="1975322"/>
            <a:ext cx="678453" cy="634419"/>
          </a:xfrm>
          <a:prstGeom prst="ellipse">
            <a:avLst/>
          </a:prstGeom>
          <a:solidFill>
            <a:srgbClr val="B45309"/>
          </a:solidFill>
          <a:ln w="25400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033838" y="1975322"/>
            <a:ext cx="678453" cy="63441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8797701" y="1975322"/>
            <a:ext cx="678453" cy="63441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9948598" y="2875788"/>
            <a:ext cx="612797" cy="5730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8732520" y="3703320"/>
            <a:ext cx="3044952" cy="2606040"/>
          </a:xfrm>
          <a:prstGeom prst="roundRect">
            <a:avLst>
              <a:gd name="adj" fmla="val 2807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8961120" y="384048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R / L / U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8961120" y="409651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 / 0</a:t>
            </a:r>
            <a:endParaRPr lang="en-US" sz="1700" dirty="0"/>
          </a:p>
        </p:txBody>
      </p:sp>
      <p:sp>
        <p:nvSpPr>
          <p:cNvPr id="42" name="Text 36"/>
          <p:cNvSpPr txBox="1"/>
          <p:nvPr/>
        </p:nvSpPr>
        <p:spPr>
          <a:xfrm>
            <a:off x="8961120" y="46451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state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8961120" y="4901184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→ STOP</a:t>
            </a:r>
            <a:endParaRPr lang="en-US" sz="1700" dirty="0"/>
          </a:p>
        </p:txBody>
      </p:sp>
      <p:sp>
        <p:nvSpPr>
          <p:cNvPr id="44" name="Text 38"/>
          <p:cNvSpPr txBox="1"/>
          <p:nvPr/>
        </p:nvSpPr>
        <p:spPr>
          <a:xfrm>
            <a:off x="8961120" y="54498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i_clear · count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8961120" y="57058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· 유지</a:t>
            </a:r>
            <a:endParaRPr lang="en-US" sz="1700" dirty="0"/>
          </a:p>
        </p:txBody>
      </p:sp>
      <p:sp>
        <p:nvSpPr>
          <p:cNvPr id="46" name="Shape 40"/>
          <p:cNvSpPr/>
          <p:nvPr/>
        </p:nvSpPr>
        <p:spPr>
          <a:xfrm>
            <a:off x="411480" y="4381351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1"/>
          <p:cNvSpPr/>
          <p:nvPr/>
        </p:nvSpPr>
        <p:spPr>
          <a:xfrm>
            <a:off x="521208" y="4472791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914400" y="4381351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3,640.1 µs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RUN 중 BTN_L + BTN_R 동시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411480" y="4929991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4"/>
          <p:cNvSpPr/>
          <p:nvPr/>
        </p:nvSpPr>
        <p:spPr>
          <a:xfrm>
            <a:off x="521208" y="5021431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914400" y="4929991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btn_R → STOP</a:t>
            </a:r>
            <a:endParaRPr lang="en-US" sz="1250" dirty="0"/>
          </a:p>
        </p:txBody>
      </p:sp>
      <p:sp>
        <p:nvSpPr>
          <p:cNvPr id="52" name="Shape 46"/>
          <p:cNvSpPr/>
          <p:nvPr/>
        </p:nvSpPr>
        <p:spPr>
          <a:xfrm>
            <a:off x="411480" y="5478631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7"/>
          <p:cNvSpPr/>
          <p:nvPr/>
        </p:nvSpPr>
        <p:spPr>
          <a:xfrm>
            <a:off x="521208" y="5570071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48"/>
          <p:cNvSpPr txBox="1"/>
          <p:nvPr/>
        </p:nvSpPr>
        <p:spPr>
          <a:xfrm>
            <a:off x="914400" y="5478631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btn_L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RUN에서 무시 → i_clear 0, count 유지</a:t>
            </a:r>
            <a:endParaRPr lang="en-US" sz="1250" dirty="0"/>
          </a:p>
        </p:txBody>
      </p:sp>
      <p:sp>
        <p:nvSpPr>
          <p:cNvPr id="55" name="Text 49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/ 37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Scenario 3 · 버튼 우선순위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Case 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d: L + U in STOP, CLEAR Wins and MODE Is Dropped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" y="1481328"/>
            <a:ext cx="8165592" cy="2816743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media/image59.png"/>
          <p:cNvPicPr>
            <a:picLocks noChangeAspect="1"/>
          </p:cNvPicPr>
          <p:nvPr/>
        </p:nvPicPr>
        <p:blipFill>
          <a:blip r:embed="rId3"/>
          <a:srcRect b="88757"/>
          <a:stretch/>
        </p:blipFill>
        <p:spPr>
          <a:xfrm>
            <a:off x="411480" y="1517904"/>
            <a:ext cx="8092440" cy="438052"/>
          </a:xfrm>
          <a:prstGeom prst="rect">
            <a:avLst/>
          </a:prstGeom>
        </p:spPr>
      </p:pic>
      <p:pic>
        <p:nvPicPr>
          <p:cNvPr id="7" name="Image 1" descr="media/image59.png"/>
          <p:cNvPicPr>
            <a:picLocks noChangeAspect="1"/>
          </p:cNvPicPr>
          <p:nvPr/>
        </p:nvPicPr>
        <p:blipFill>
          <a:blip r:embed="rId3"/>
          <a:srcRect t="18639" b="62870"/>
          <a:stretch/>
        </p:blipFill>
        <p:spPr>
          <a:xfrm>
            <a:off x="411480" y="1955956"/>
            <a:ext cx="8092440" cy="720481"/>
          </a:xfrm>
          <a:prstGeom prst="rect">
            <a:avLst/>
          </a:prstGeom>
        </p:spPr>
      </p:pic>
      <p:pic>
        <p:nvPicPr>
          <p:cNvPr id="8" name="Image 2" descr="media/image59.png"/>
          <p:cNvPicPr>
            <a:picLocks noChangeAspect="1"/>
          </p:cNvPicPr>
          <p:nvPr/>
        </p:nvPicPr>
        <p:blipFill>
          <a:blip r:embed="rId3"/>
          <a:srcRect t="40828" b="40680"/>
          <a:stretch/>
        </p:blipFill>
        <p:spPr>
          <a:xfrm>
            <a:off x="411480" y="2676437"/>
            <a:ext cx="8092440" cy="720481"/>
          </a:xfrm>
          <a:prstGeom prst="rect">
            <a:avLst/>
          </a:prstGeom>
        </p:spPr>
      </p:pic>
      <p:pic>
        <p:nvPicPr>
          <p:cNvPr id="9" name="Image 3" descr="media/image59.png"/>
          <p:cNvPicPr>
            <a:picLocks noChangeAspect="1"/>
          </p:cNvPicPr>
          <p:nvPr/>
        </p:nvPicPr>
        <p:blipFill>
          <a:blip r:embed="rId3"/>
          <a:srcRect t="63018" b="14793"/>
          <a:stretch/>
        </p:blipFill>
        <p:spPr>
          <a:xfrm>
            <a:off x="411480" y="3396918"/>
            <a:ext cx="8092440" cy="864577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11480" y="1948641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411480" y="2669122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11480" y="3389603"/>
            <a:ext cx="809244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9285732" y="24688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538285" y="2394009"/>
            <a:ext cx="1095131" cy="126805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538285" y="2538105"/>
            <a:ext cx="1095131" cy="126805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538285" y="3834970"/>
            <a:ext cx="1095131" cy="126805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538285" y="3979066"/>
            <a:ext cx="1095131" cy="126805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38285" y="4123162"/>
            <a:ext cx="1095131" cy="126805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3887079" y="1517904"/>
            <a:ext cx="0" cy="2743591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3749919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048522" y="1517904"/>
            <a:ext cx="0" cy="2743591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5755914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36714" y="1517904"/>
            <a:ext cx="0" cy="2743591"/>
          </a:xfrm>
          <a:prstGeom prst="line">
            <a:avLst/>
          </a:prstGeom>
          <a:noFill/>
          <a:ln w="19050">
            <a:solidFill>
              <a:srgbClr val="FB923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6355002" y="1170432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10254996" y="1525089"/>
            <a:ext cx="0" cy="440001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9717500" y="1527919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10549976" y="2190206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9988691" y="1978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 flipH="1">
            <a:off x="10549976" y="2394857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9988691" y="23976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 flipH="1">
            <a:off x="9431907" y="2190206"/>
            <a:ext cx="528109" cy="0"/>
          </a:xfrm>
          <a:prstGeom prst="line">
            <a:avLst/>
          </a:prstGeom>
          <a:noFill/>
          <a:ln w="3175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8870623" y="1978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9431907" y="2394857"/>
            <a:ext cx="528109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8870623" y="239768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10150326" y="2599509"/>
            <a:ext cx="0" cy="2558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9032386" y="2617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 flipV="1">
            <a:off x="10359666" y="2599509"/>
            <a:ext cx="0" cy="255814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9860232" y="2617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clk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9915769" y="1975322"/>
            <a:ext cx="678453" cy="63441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11033838" y="1975322"/>
            <a:ext cx="678453" cy="63441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8797701" y="1975322"/>
            <a:ext cx="678453" cy="634419"/>
          </a:xfrm>
          <a:prstGeom prst="ellipse">
            <a:avLst/>
          </a:prstGeom>
          <a:solidFill>
            <a:srgbClr val="B45309"/>
          </a:solidFill>
          <a:ln w="25400">
            <a:solidFill>
              <a:srgbClr val="B4530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CLEAR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9948598" y="2875788"/>
            <a:ext cx="612797" cy="5730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8732520" y="3703320"/>
            <a:ext cx="3044952" cy="2606040"/>
          </a:xfrm>
          <a:prstGeom prst="roundRect">
            <a:avLst>
              <a:gd name="adj" fmla="val 2807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 txBox="1"/>
          <p:nvPr/>
        </p:nvSpPr>
        <p:spPr>
          <a:xfrm>
            <a:off x="8961120" y="384048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 R / L / U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8961120" y="4096512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 / 1</a:t>
            </a:r>
            <a:endParaRPr lang="en-US" sz="1700" dirty="0"/>
          </a:p>
        </p:txBody>
      </p:sp>
      <p:sp>
        <p:nvSpPr>
          <p:cNvPr id="46" name="Text 40"/>
          <p:cNvSpPr txBox="1"/>
          <p:nvPr/>
        </p:nvSpPr>
        <p:spPr>
          <a:xfrm>
            <a:off x="8961120" y="464515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state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8961120" y="4901184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→ CLEAR</a:t>
            </a:r>
            <a:endParaRPr lang="en-US" sz="1700" dirty="0"/>
          </a:p>
        </p:txBody>
      </p:sp>
      <p:sp>
        <p:nvSpPr>
          <p:cNvPr id="48" name="Text 42"/>
          <p:cNvSpPr txBox="1"/>
          <p:nvPr/>
        </p:nvSpPr>
        <p:spPr>
          <a:xfrm>
            <a:off x="8961120" y="54498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i_mode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8961120" y="57058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유지 (U 무시)</a:t>
            </a:r>
            <a:endParaRPr lang="en-US" sz="1700" dirty="0"/>
          </a:p>
        </p:txBody>
      </p:sp>
      <p:sp>
        <p:nvSpPr>
          <p:cNvPr id="50" name="Shape 44"/>
          <p:cNvSpPr/>
          <p:nvPr/>
        </p:nvSpPr>
        <p:spPr>
          <a:xfrm>
            <a:off x="411480" y="4462663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5"/>
          <p:cNvSpPr/>
          <p:nvPr/>
        </p:nvSpPr>
        <p:spPr>
          <a:xfrm>
            <a:off x="521208" y="4554103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52" name="Text 46"/>
          <p:cNvSpPr txBox="1"/>
          <p:nvPr/>
        </p:nvSpPr>
        <p:spPr>
          <a:xfrm>
            <a:off x="914400" y="4462663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5,860,100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STOP 중 BTN_L + BTN_U 동시</a:t>
            </a:r>
            <a:endParaRPr lang="en-US" sz="1250" dirty="0"/>
          </a:p>
        </p:txBody>
      </p:sp>
      <p:sp>
        <p:nvSpPr>
          <p:cNvPr id="53" name="Shape 47"/>
          <p:cNvSpPr/>
          <p:nvPr/>
        </p:nvSpPr>
        <p:spPr>
          <a:xfrm>
            <a:off x="411480" y="5011303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8"/>
          <p:cNvSpPr/>
          <p:nvPr/>
        </p:nvSpPr>
        <p:spPr>
          <a:xfrm>
            <a:off x="521208" y="5102743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49"/>
          <p:cNvSpPr txBox="1"/>
          <p:nvPr/>
        </p:nvSpPr>
        <p:spPr>
          <a:xfrm>
            <a:off x="914400" y="5011303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i_btn_L · i_btn_U 같은 clock tick</a:t>
            </a:r>
            <a:endParaRPr lang="en-US" sz="1250" dirty="0"/>
          </a:p>
        </p:txBody>
      </p:sp>
      <p:sp>
        <p:nvSpPr>
          <p:cNvPr id="56" name="Shape 50"/>
          <p:cNvSpPr/>
          <p:nvPr/>
        </p:nvSpPr>
        <p:spPr>
          <a:xfrm>
            <a:off x="411480" y="5559943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1"/>
          <p:cNvSpPr/>
          <p:nvPr/>
        </p:nvSpPr>
        <p:spPr>
          <a:xfrm>
            <a:off x="521208" y="5651383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914400" y="5559943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+85 ns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btn_L 우선 → CLEAR, i_mode 0 유지</a:t>
            </a:r>
            <a:endParaRPr lang="en-US" sz="1250" dirty="0"/>
          </a:p>
        </p:txBody>
      </p:sp>
      <p:sp>
        <p:nvSpPr>
          <p:cNvPr id="59" name="Text 53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/ 37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Scenario 3 · 버튼 우선순위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Case e · 30 ns skew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e: 30 ns Skew Makes Two Events at 100 MHz, One at 1 MHz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18388" cy="256032"/>
          </a:xfrm>
          <a:prstGeom prst="roundRect">
            <a:avLst>
              <a:gd name="adj" fmla="val 42857"/>
            </a:avLst>
          </a:prstGeom>
          <a:solidFill>
            <a:srgbClr val="1F29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(공통)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819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11680" y="2112264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 flipV="1">
            <a:off x="2377440" y="1819656"/>
            <a:ext cx="0" cy="292608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377440" y="1819656"/>
            <a:ext cx="937260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750040" y="1819656"/>
            <a:ext cx="0" cy="292608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750040" y="2112264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450592" y="15453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t0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368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011680" y="2660904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 flipV="1">
            <a:off x="2743200" y="2368296"/>
            <a:ext cx="0" cy="292608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743200" y="2368296"/>
            <a:ext cx="9006840" cy="0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750040" y="2368296"/>
            <a:ext cx="0" cy="292608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1750040" y="2660904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816352" y="20939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t0 + 30 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2971800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3465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i_btn_L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11680" y="3758184"/>
            <a:ext cx="3108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 flipV="1">
            <a:off x="5120640" y="3465576"/>
            <a:ext cx="0" cy="292608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120640" y="3465576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486400" y="3465576"/>
            <a:ext cx="0" cy="292608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486400" y="3758184"/>
            <a:ext cx="6263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193792" y="3191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+75 ns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40142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i_btn_R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1680" y="4306824"/>
            <a:ext cx="4572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 flipV="1">
            <a:off x="6583680" y="4014216"/>
            <a:ext cx="0" cy="292608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583680" y="4014216"/>
            <a:ext cx="365760" cy="0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949440" y="4014216"/>
            <a:ext cx="0" cy="292608"/>
          </a:xfrm>
          <a:prstGeom prst="line">
            <a:avLst/>
          </a:prstGeom>
          <a:noFill/>
          <a:ln w="222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949440" y="4306824"/>
            <a:ext cx="4800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656832" y="3739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+105 ns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4517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011680" y="4507992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0" y="4507992"/>
            <a:ext cx="365760" cy="310896"/>
          </a:xfrm>
          <a:prstGeom prst="rect">
            <a:avLst/>
          </a:prstGeom>
          <a:solidFill>
            <a:srgbClr val="FFFBEB"/>
          </a:solidFill>
          <a:ln w="1905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52160" y="4507992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4507992"/>
            <a:ext cx="4800600" cy="310896"/>
          </a:xfrm>
          <a:prstGeom prst="rect">
            <a:avLst/>
          </a:prstGeom>
          <a:solidFill>
            <a:srgbClr val="FFFBEB"/>
          </a:solidFill>
          <a:ln w="19050">
            <a:solidFill>
              <a:srgbClr val="04785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1480" y="5120640"/>
            <a:ext cx="1440180" cy="256032"/>
          </a:xfrm>
          <a:prstGeom prst="roundRect">
            <a:avLst>
              <a:gd name="adj" fmla="val 42857"/>
            </a:avLst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debouncer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i_btn_L·R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011680" y="5861304"/>
            <a:ext cx="6217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 flipV="1">
            <a:off x="8229600" y="5568696"/>
            <a:ext cx="0" cy="292608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8229600" y="5568696"/>
            <a:ext cx="365760" cy="0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8595360" y="5568696"/>
            <a:ext cx="0" cy="292608"/>
          </a:xfrm>
          <a:prstGeom prst="line">
            <a:avLst/>
          </a:prstGeom>
          <a:noFill/>
          <a:ln w="22225">
            <a:solidFill>
              <a:srgbClr val="BE1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8595360" y="5861304"/>
            <a:ext cx="3154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8302752" y="5294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BE12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1 µs sample → 같은 clock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11480" y="6071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011680" y="6062472"/>
            <a:ext cx="6583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595360" y="6062472"/>
            <a:ext cx="3154680" cy="310896"/>
          </a:xfrm>
          <a:prstGeom prst="rect">
            <a:avLst/>
          </a:prstGeom>
          <a:solidFill>
            <a:srgbClr val="FFFBEB"/>
          </a:solidFill>
          <a:ln w="19050">
            <a:solidFill>
              <a:srgbClr val="BE1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(CLEAR 누락)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3258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축 개념도 (비례 아님)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/ 37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Scenario 3 · 버튼 우선순위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전체 run 비교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Same Stimulus Ends at 0003 with 1 MHz and 0002 with 100 MHz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1440180" cy="256032"/>
          </a:xfrm>
          <a:prstGeom prst="roundRect">
            <a:avLst>
              <a:gd name="adj" fmla="val 42857"/>
            </a:avLst>
          </a:prstGeom>
          <a:solidFill>
            <a:srgbClr val="BE123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debouncer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74904" y="1481328"/>
            <a:ext cx="7845552" cy="1997219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media/image54.png"/>
          <p:cNvPicPr>
            <a:picLocks noChangeAspect="1"/>
          </p:cNvPicPr>
          <p:nvPr/>
        </p:nvPicPr>
        <p:blipFill>
          <a:blip r:embed="rId3"/>
          <a:srcRect b="89014"/>
          <a:stretch/>
        </p:blipFill>
        <p:spPr>
          <a:xfrm>
            <a:off x="411480" y="1517904"/>
            <a:ext cx="7772400" cy="539846"/>
          </a:xfrm>
          <a:prstGeom prst="rect">
            <a:avLst/>
          </a:prstGeom>
        </p:spPr>
      </p:pic>
      <p:pic>
        <p:nvPicPr>
          <p:cNvPr id="8" name="Image 1" descr="media/image54.png"/>
          <p:cNvPicPr>
            <a:picLocks noChangeAspect="1"/>
          </p:cNvPicPr>
          <p:nvPr/>
        </p:nvPicPr>
        <p:blipFill>
          <a:blip r:embed="rId3"/>
          <a:srcRect t="39155" b="43239"/>
          <a:stretch/>
        </p:blipFill>
        <p:spPr>
          <a:xfrm>
            <a:off x="411480" y="2057750"/>
            <a:ext cx="7772400" cy="865138"/>
          </a:xfrm>
          <a:prstGeom prst="rect">
            <a:avLst/>
          </a:prstGeom>
        </p:spPr>
      </p:pic>
      <p:pic>
        <p:nvPicPr>
          <p:cNvPr id="9" name="Image 2" descr="media/image54.png"/>
          <p:cNvPicPr>
            <a:picLocks noChangeAspect="1"/>
          </p:cNvPicPr>
          <p:nvPr/>
        </p:nvPicPr>
        <p:blipFill>
          <a:blip r:embed="rId3"/>
          <a:srcRect t="77887" b="18592"/>
          <a:stretch/>
        </p:blipFill>
        <p:spPr>
          <a:xfrm>
            <a:off x="411480" y="2922888"/>
            <a:ext cx="7772400" cy="173028"/>
          </a:xfrm>
          <a:prstGeom prst="rect">
            <a:avLst/>
          </a:prstGeom>
        </p:spPr>
      </p:pic>
      <p:pic>
        <p:nvPicPr>
          <p:cNvPr id="10" name="Image 3" descr="media/image54.png"/>
          <p:cNvPicPr>
            <a:picLocks noChangeAspect="1"/>
          </p:cNvPicPr>
          <p:nvPr/>
        </p:nvPicPr>
        <p:blipFill>
          <a:blip r:embed="rId3"/>
          <a:srcRect t="84930" b="8028"/>
          <a:stretch/>
        </p:blipFill>
        <p:spPr>
          <a:xfrm>
            <a:off x="411480" y="3095916"/>
            <a:ext cx="7772400" cy="34605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11480" y="2050435"/>
            <a:ext cx="777240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11480" y="2915573"/>
            <a:ext cx="777240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411480" y="3088601"/>
            <a:ext cx="777240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/>
          <p:nvPr/>
        </p:nvSpPr>
        <p:spPr>
          <a:xfrm>
            <a:off x="411480" y="3767328"/>
            <a:ext cx="1595628" cy="256032"/>
          </a:xfrm>
          <a:prstGeom prst="roundRect">
            <a:avLst>
              <a:gd name="adj" fmla="val 42857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debouncer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74904" y="4059936"/>
            <a:ext cx="7845552" cy="198689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4" descr="media/image55.png"/>
          <p:cNvPicPr>
            <a:picLocks noChangeAspect="1"/>
          </p:cNvPicPr>
          <p:nvPr/>
        </p:nvPicPr>
        <p:blipFill>
          <a:blip r:embed="rId4"/>
          <a:srcRect b="89216"/>
          <a:stretch/>
        </p:blipFill>
        <p:spPr>
          <a:xfrm>
            <a:off x="411480" y="4096512"/>
            <a:ext cx="7772400" cy="531978"/>
          </a:xfrm>
          <a:prstGeom prst="rect">
            <a:avLst/>
          </a:prstGeom>
        </p:spPr>
      </p:pic>
      <p:pic>
        <p:nvPicPr>
          <p:cNvPr id="17" name="Image 5" descr="media/image55.png"/>
          <p:cNvPicPr>
            <a:picLocks noChangeAspect="1"/>
          </p:cNvPicPr>
          <p:nvPr/>
        </p:nvPicPr>
        <p:blipFill>
          <a:blip r:embed="rId4"/>
          <a:srcRect t="38796" b="43697"/>
          <a:stretch/>
        </p:blipFill>
        <p:spPr>
          <a:xfrm>
            <a:off x="411480" y="4628490"/>
            <a:ext cx="7772400" cy="863600"/>
          </a:xfrm>
          <a:prstGeom prst="rect">
            <a:avLst/>
          </a:prstGeom>
        </p:spPr>
      </p:pic>
      <p:pic>
        <p:nvPicPr>
          <p:cNvPr id="18" name="Image 6" descr="media/image55.png"/>
          <p:cNvPicPr>
            <a:picLocks noChangeAspect="1"/>
          </p:cNvPicPr>
          <p:nvPr/>
        </p:nvPicPr>
        <p:blipFill>
          <a:blip r:embed="rId4"/>
          <a:srcRect t="77311" b="19188"/>
          <a:stretch/>
        </p:blipFill>
        <p:spPr>
          <a:xfrm>
            <a:off x="411480" y="5492090"/>
            <a:ext cx="7772400" cy="172720"/>
          </a:xfrm>
          <a:prstGeom prst="rect">
            <a:avLst/>
          </a:prstGeom>
        </p:spPr>
      </p:pic>
      <p:pic>
        <p:nvPicPr>
          <p:cNvPr id="19" name="Image 7" descr="media/image55.png"/>
          <p:cNvPicPr>
            <a:picLocks noChangeAspect="1"/>
          </p:cNvPicPr>
          <p:nvPr/>
        </p:nvPicPr>
        <p:blipFill>
          <a:blip r:embed="rId4"/>
          <a:srcRect t="84314" b="8683"/>
          <a:stretch/>
        </p:blipFill>
        <p:spPr>
          <a:xfrm>
            <a:off x="411480" y="5664810"/>
            <a:ext cx="7772400" cy="34544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11480" y="4621174"/>
            <a:ext cx="777240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1"/>
          <p:cNvSpPr/>
          <p:nvPr/>
        </p:nvSpPr>
        <p:spPr>
          <a:xfrm>
            <a:off x="411480" y="5484774"/>
            <a:ext cx="777240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2"/>
          <p:cNvSpPr/>
          <p:nvPr/>
        </p:nvSpPr>
        <p:spPr>
          <a:xfrm>
            <a:off x="411480" y="5657494"/>
            <a:ext cx="7772400" cy="1463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3"/>
          <p:cNvSpPr/>
          <p:nvPr/>
        </p:nvSpPr>
        <p:spPr>
          <a:xfrm>
            <a:off x="4930961" y="1517904"/>
            <a:ext cx="0" cy="1924067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4"/>
          <p:cNvSpPr/>
          <p:nvPr/>
        </p:nvSpPr>
        <p:spPr>
          <a:xfrm>
            <a:off x="4793801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6038338" y="1517904"/>
            <a:ext cx="0" cy="1924067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6"/>
          <p:cNvSpPr/>
          <p:nvPr/>
        </p:nvSpPr>
        <p:spPr>
          <a:xfrm>
            <a:off x="5901178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6183681" y="1517904"/>
            <a:ext cx="0" cy="1924067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8"/>
          <p:cNvSpPr/>
          <p:nvPr/>
        </p:nvSpPr>
        <p:spPr>
          <a:xfrm>
            <a:off x="6252892" y="1517904"/>
            <a:ext cx="0" cy="1924067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9"/>
          <p:cNvSpPr/>
          <p:nvPr/>
        </p:nvSpPr>
        <p:spPr>
          <a:xfrm>
            <a:off x="7291058" y="1517904"/>
            <a:ext cx="0" cy="1924067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/>
          <p:cNvSpPr/>
          <p:nvPr/>
        </p:nvSpPr>
        <p:spPr>
          <a:xfrm>
            <a:off x="7153898" y="1170432"/>
            <a:ext cx="274320" cy="274320"/>
          </a:xfrm>
          <a:prstGeom prst="ellipse">
            <a:avLst/>
          </a:prstGeom>
          <a:solidFill>
            <a:srgbClr val="CA8A0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4936744" y="4096512"/>
            <a:ext cx="0" cy="1913738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2"/>
          <p:cNvSpPr/>
          <p:nvPr/>
        </p:nvSpPr>
        <p:spPr>
          <a:xfrm>
            <a:off x="6042152" y="4096512"/>
            <a:ext cx="0" cy="1913738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3"/>
          <p:cNvSpPr/>
          <p:nvPr/>
        </p:nvSpPr>
        <p:spPr>
          <a:xfrm>
            <a:off x="6187237" y="4096512"/>
            <a:ext cx="0" cy="1913738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4"/>
          <p:cNvSpPr/>
          <p:nvPr/>
        </p:nvSpPr>
        <p:spPr>
          <a:xfrm>
            <a:off x="6256325" y="4096512"/>
            <a:ext cx="0" cy="1913738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5"/>
          <p:cNvSpPr/>
          <p:nvPr/>
        </p:nvSpPr>
        <p:spPr>
          <a:xfrm>
            <a:off x="7292645" y="4096512"/>
            <a:ext cx="0" cy="1913738"/>
          </a:xfrm>
          <a:prstGeom prst="line">
            <a:avLst/>
          </a:prstGeom>
          <a:noFill/>
          <a:ln w="1905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563744" y="2071592"/>
            <a:ext cx="1315010" cy="15226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563744" y="2590675"/>
            <a:ext cx="1315010" cy="15226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8"/>
          <p:cNvSpPr/>
          <p:nvPr/>
        </p:nvSpPr>
        <p:spPr>
          <a:xfrm>
            <a:off x="563744" y="2929809"/>
            <a:ext cx="1315010" cy="15226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9"/>
          <p:cNvSpPr/>
          <p:nvPr/>
        </p:nvSpPr>
        <p:spPr>
          <a:xfrm>
            <a:off x="563744" y="3102837"/>
            <a:ext cx="1315010" cy="15226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563474" y="4635398"/>
            <a:ext cx="1312672" cy="15199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563474" y="5153558"/>
            <a:ext cx="1312672" cy="15199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2"/>
          <p:cNvSpPr/>
          <p:nvPr/>
        </p:nvSpPr>
        <p:spPr>
          <a:xfrm>
            <a:off x="563474" y="5498998"/>
            <a:ext cx="1312672" cy="15199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3"/>
          <p:cNvSpPr/>
          <p:nvPr/>
        </p:nvSpPr>
        <p:spPr>
          <a:xfrm>
            <a:off x="563474" y="5671718"/>
            <a:ext cx="1312672" cy="151994"/>
          </a:xfrm>
          <a:prstGeom prst="rect">
            <a:avLst/>
          </a:prstGeom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4"/>
          <p:cNvSpPr/>
          <p:nvPr/>
        </p:nvSpPr>
        <p:spPr>
          <a:xfrm>
            <a:off x="8503920" y="1517904"/>
            <a:ext cx="3273552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5"/>
          <p:cNvSpPr/>
          <p:nvPr/>
        </p:nvSpPr>
        <p:spPr>
          <a:xfrm>
            <a:off x="8613648" y="1906524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9006840" y="1517904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press() 폭 1 µs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capture 시점 TB 설정 (DEB_SCALE = 1) → 1 MHz window 8 µs 미달</a:t>
            </a:r>
            <a:endParaRPr lang="en-US" sz="1150" dirty="0"/>
          </a:p>
        </p:txBody>
      </p:sp>
      <p:sp>
        <p:nvSpPr>
          <p:cNvPr id="47" name="Shape 37"/>
          <p:cNvSpPr/>
          <p:nvPr/>
        </p:nvSpPr>
        <p:spPr>
          <a:xfrm>
            <a:off x="8503920" y="2679192"/>
            <a:ext cx="3273552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/>
          <p:nvPr/>
        </p:nvSpPr>
        <p:spPr>
          <a:xfrm>
            <a:off x="8613648" y="3067812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9006840" y="2679192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BTN_R 1 µs × 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6.08 · 9.28 · 9.70 · 9.90 · 12.90 ms → 100 MHz tick, 1 MHz 없음</a:t>
            </a:r>
            <a:endParaRPr lang="en-US" sz="1150" dirty="0"/>
          </a:p>
        </p:txBody>
      </p:sp>
      <p:sp>
        <p:nvSpPr>
          <p:cNvPr id="50" name="Shape 40"/>
          <p:cNvSpPr/>
          <p:nvPr/>
        </p:nvSpPr>
        <p:spPr>
          <a:xfrm>
            <a:off x="8503920" y="3840480"/>
            <a:ext cx="3273552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1"/>
          <p:cNvSpPr/>
          <p:nvPr/>
        </p:nvSpPr>
        <p:spPr>
          <a:xfrm>
            <a:off x="8613648" y="422910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9006840" y="3840480"/>
            <a:ext cx="2660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: 0003 · STOP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: 0002 · RUN</a:t>
            </a:r>
            <a:endParaRPr lang="en-US" sz="1150" dirty="0"/>
          </a:p>
        </p:txBody>
      </p:sp>
      <p:sp>
        <p:nvSpPr>
          <p:cNvPr id="53" name="Shape 43"/>
          <p:cNvSpPr/>
          <p:nvPr/>
        </p:nvSpPr>
        <p:spPr>
          <a:xfrm>
            <a:off x="8503920" y="5001768"/>
            <a:ext cx="3273552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/>
          <p:nvPr/>
        </p:nvSpPr>
        <p:spPr>
          <a:xfrm>
            <a:off x="8613648" y="5458968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006840" y="5001768"/>
            <a:ext cx="2660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data 동일, debouncer window 차이 → FSM 경로 분기</a:t>
            </a:r>
            <a:endParaRPr lang="en-US" sz="1150" dirty="0"/>
          </a:p>
        </p:txBody>
      </p:sp>
      <p:sp>
        <p:nvSpPr>
          <p:cNvPr id="56" name="Text 46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/ 37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Scenario 3 · 버튼 우선순위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결과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Both Debouncers Follow R &gt; L &gt; U, Except the 30 ns Skew 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65992" cy="307238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 R / L / U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MHz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MHz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· R+L+U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1 /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· clear 0 · mode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· clear 0 · mode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우선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· L+U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1 /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유지 · count 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유지 · count 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· R+L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1 /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· clear 0 · count 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· clear 0 · count 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 우선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· L+U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1 /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 1회 · count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 1회 · count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우선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· L, R+30 ns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1 /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 후 RUN · count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· CLEAR 누락 · count 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E123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· L, R+2 µs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1 /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 후 RUN · count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CLEAR 후 RUN · count 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617720"/>
            <a:ext cx="1136599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1208" y="482346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617720"/>
            <a:ext cx="10753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tb_counter_scaled driver(3), press 20 µs, 100 MHz · 1 MHz 각각 실행 (e · f 전제 = STOP · count 3)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1480" y="5440680"/>
            <a:ext cx="11365992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1208" y="569214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440680"/>
            <a:ext cx="10753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e</a:t>
            </a: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30 ns 차이 = 100 MHz에서 3 clock, 1 MHz에서 같은 sample → 동시 입력 → R 우선 → CLEAR 누락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/ 37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Conclusion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65992" cy="47731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8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button_debouncer ×3 → FSM_RUN_STOP (STOP hub 4 state) → counter_datapath_v2 → FND scan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Scenario 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 0000 → 0005, DOWN 0005 → 0002, CLEAR → 0000 · 버튼 → state 85 ns (100 MHz)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mode_reg = register → MODE 다음 clock에서 반전, i_mode 변경 = state 복귀 시점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Scenario 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 ns ~ 8 µs noise : 100 MHz 5회 오인식 → 최종 STOP, 1 MHz 0회 → RUN 1회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주파수 해석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8-sample AND = 8-tap moving average + 문턱 8/8 → 통과 대역 0.0557·fs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MHz : noise 대역 |H| ≥ 0.89 통과  ·  1 MHz : |H| ≤ 0.20 → tick 불가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Scenario 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STOP R &gt; L &gt; U · RUN btn_R만 → a ~ d, f 두 debouncer 동일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ns skew : 1 MHz 같은 sample 병합 → CLEAR 누락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/ 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Conclusion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/   고찰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Discussion and Testbench Feedback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1672" y="329184"/>
            <a:ext cx="658368" cy="658368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고찰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21208" y="2057400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91640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 길이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window 8 µs → ms 단위 실제 bounce 대비 짧음, 보드 적용 시 ms 단위 window 필요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807208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21208" y="3172968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807208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 enable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clk_1Mhz = logic 생성 clock → i_clk + enable 구조가 timing 분석 · skew 측면 유리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922776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21208" y="4288536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922776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Aliasing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k·fs 주기 간섭 = DC → 보드 RC + Schmitt trigger 병행 필요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5038344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21208" y="5404104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038344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입력 정책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주기에 따라 skew 입력 결과 상이 → 우선순위 · 입력 queue 정책 명시 필요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피드백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45352" y="1691640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355080" y="2057400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48272" y="1691640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난수 noise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$urandom_range → 두 debouncer 입력 불일치 → 고정 table 교체로 비교 조건 동일화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45352" y="2807208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55080" y="3172968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2807208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define 분리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`DEB_1MHZ가 TB · top 2곳 → 1 µs press + 1 MHz debouncer 조합 발생, 단일 정의 필요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45352" y="3922776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355080" y="4288536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3922776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 조건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e · f 시작 state (STOP · count &gt; 0) 미검사 → 전제 붕괴 미검출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45352" y="5038344"/>
            <a:ext cx="553212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55080" y="5404104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48272" y="5038344"/>
            <a:ext cx="4919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판정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$display 출력 → 기대값 비교 · PASS / FAIL · 오류 count 미구현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Button-controlled 10000 Counter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64922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/ 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6116</Words>
  <Application>Microsoft Office PowerPoint</Application>
  <PresentationFormat>와이드스크린</PresentationFormat>
  <Paragraphs>1406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1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Button-controlled 10000 Counter</dc:title>
  <dc:subject>PptxGenJS Presentation</dc:subject>
  <dc:creator>정안성</dc:creator>
  <cp:lastModifiedBy>안성 정</cp:lastModifiedBy>
  <cp:revision>1</cp:revision>
  <dcterms:created xsi:type="dcterms:W3CDTF">2026-10-13T18:59:59Z</dcterms:created>
  <dcterms:modified xsi:type="dcterms:W3CDTF">2026-10-13T21:53:17Z</dcterms:modified>
</cp:coreProperties>
</file>