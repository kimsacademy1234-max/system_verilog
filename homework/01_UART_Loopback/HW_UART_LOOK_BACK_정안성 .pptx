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5" r:id="rId3"/>
    <p:sldId id="264" r:id="rId4"/>
    <p:sldId id="257" r:id="rId5"/>
    <p:sldId id="262" r:id="rId6"/>
    <p:sldId id="256" r:id="rId7"/>
    <p:sldId id="258" r:id="rId8"/>
    <p:sldId id="261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0F669B-A783-4111-B7E2-395666C1812E}">
          <p14:sldIdLst>
            <p14:sldId id="259"/>
            <p14:sldId id="265"/>
            <p14:sldId id="264"/>
            <p14:sldId id="257"/>
            <p14:sldId id="262"/>
            <p14:sldId id="256"/>
            <p14:sldId id="258"/>
            <p14:sldId id="261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8879" autoAdjust="0"/>
  </p:normalViewPr>
  <p:slideViewPr>
    <p:cSldViewPr snapToGrid="0">
      <p:cViewPr>
        <p:scale>
          <a:sx n="75" d="100"/>
          <a:sy n="75" d="100"/>
        </p:scale>
        <p:origin x="190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2C2D6F-211D-4EC9-9C42-CE182C85E136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8D1BA-79A0-423B-AA11-204BA31DFD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935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EAF6C-DDC7-40F8-8A51-535A43D3F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BD366-0434-9323-D83F-8A371D136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4D7EF-833A-0381-6EE4-A6566110B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20411-6190-E7A7-364C-1C9E6841EE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09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8D1BA-79A0-423B-AA11-204BA31DFD1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52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8D1BA-79A0-423B-AA11-204BA31DFD1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155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5F3E3-76DB-C66A-5A8B-48F0CABAD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620374-F086-E10B-140E-E01A9447C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1A7714-C00F-92C3-586F-85475E042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6E7F8D-E1BA-CC2A-46F9-50D7321BD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7B82C8-0936-D634-86C8-5054FDF1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57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E16AB-4FEB-60DE-CE9D-D7C1ADE19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A407A6-B54C-44E0-7B60-44BAB8DC5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687CB-588D-F269-76A9-B20C109D0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7AA31D-291D-0F16-E897-F8602C7F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034B20-1215-E737-D321-2C7F00F1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66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1F2303-BF29-66C3-942E-8F275B775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6CF76B-9EF9-3FD8-253D-F1499BF4E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9F6CDC-BA85-BBCF-E6E5-25F9F684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D75751-4F2E-864D-F342-3D599EA20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843535-5722-96A6-D322-9E07D345C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553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ABD691-6714-8CB8-8C01-14E66F631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1C9DCB-287F-DF0F-D2EE-0014D13E4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11B743-6602-C806-A313-161BE1802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4ACBF5-7804-C2BB-50F0-1318726E0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FDBB3A-5CFB-E013-6954-DD7DEABD6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69B19F-AED8-7C01-B75F-CA8DEC36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281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4568E-D19C-A0F6-C9EF-1E6EA702E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2CBB8B-457E-BE8D-F4CB-AED3BF037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6BAE6F-1951-6111-AE91-77FFDCBE1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B82A2A-4546-76DE-9C6A-F863407AF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AC9515-366C-5853-3F8E-2EC33B49C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B7E65E-8091-F231-FE3E-FCE249583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8BB0E7-D18D-C358-29BC-AEAD623D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74D0F-3460-E194-8A48-89B55503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37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F2952-886B-A589-02E8-951D631A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FC69FC-B76F-BBC2-71B6-0F8C4D4A9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31F2C2-5D32-8255-A747-231E51191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CFE439-A266-AE94-2378-CD6C6D6F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41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B920B4-AEAC-1406-940E-CACD9B4EC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467699-D471-0061-AFF0-95E24F4F3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350194-0317-7986-7115-2F1C5141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47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46D2A-E233-ED3C-FDFC-1A01328B8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46F356-8B93-0121-E1D6-9C45B0346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8C0CB9-4F8D-780B-EC03-A550BAC58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9140A0-7562-72A9-B2D7-F058480B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660B84-0CC3-5D7F-8D3B-CE90BA9B1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7C746F-A0A3-5C2F-E55E-69271B0F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01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9D526-04A7-657E-DCCB-E307CF646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60E31F-D7DD-ED5C-07ED-F5B2DD055E9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494955-EF81-EEC2-DA54-E90C91EE7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598363-C6EF-0368-8BFE-C21019B5F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C7C151-AB42-3183-1486-DADF46C4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CFF31F-1B33-629A-2E01-7EB59C87C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894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6D5F3-7C86-F877-7E94-12305C15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F0A6A2-CC8D-735B-E894-3A5FF5A20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000583-2E48-330D-6680-A9836E0E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C9C16F-A7E7-C14A-4B29-049E58F6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CBAD01-E7EF-D247-9E30-C8EB4E96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541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EFADB9-37F6-F2EF-EB98-638E1321B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36D998-FA8F-8933-6DB5-C5EFA16C5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30295-6854-35F5-913F-657CA3BCC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A4BD15-0146-ACF0-252C-F90F2DE3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5B95B-38A8-DD8E-5A1B-EBBB4448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091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7364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C39FE0-FCD3-1307-8BFF-0393D0F0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23527F-4CC7-31D4-57BA-91CBED1BD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940F78-47F5-75FB-E75D-7C710D251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B9D2D-187D-4A44-9A6D-07D40FEF3BF6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9330F4-6BC0-D7FB-957C-D7AECA12A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773C9C-BC0C-263B-810C-4E26C5315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707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553A74-9C1E-02CB-5BFA-32A2D678C04A}"/>
              </a:ext>
            </a:extLst>
          </p:cNvPr>
          <p:cNvSpPr txBox="1"/>
          <p:nvPr/>
        </p:nvSpPr>
        <p:spPr>
          <a:xfrm>
            <a:off x="134221" y="112433"/>
            <a:ext cx="9489859" cy="635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dirty="0" err="1"/>
              <a:t>HW</a:t>
            </a:r>
            <a:r>
              <a:rPr lang="ko-KR" altLang="ko-KR" sz="1100"/>
              <a:t> uart_loopback</a:t>
            </a:r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0. summary</a:t>
            </a:r>
          </a:p>
          <a:p>
            <a:endParaRPr lang="en-US" altLang="ko-KR" sz="1100"/>
          </a:p>
          <a:p>
            <a:r>
              <a:rPr lang="en-US" altLang="ko-KR" sz="1100"/>
              <a:t>over sampling 16 / </a:t>
            </a:r>
            <a:r>
              <a:rPr lang="ko-KR" altLang="en-US" sz="1100"/>
              <a:t>동작 주파수</a:t>
            </a:r>
            <a:r>
              <a:rPr lang="en-US" altLang="ko-KR" sz="1100"/>
              <a:t> / margin 43.75% / </a:t>
            </a:r>
            <a:r>
              <a:rPr lang="ko-KR" altLang="en-US" sz="1100"/>
              <a:t>어떤 테스트 케이스에 대해서 </a:t>
            </a:r>
            <a:r>
              <a:rPr lang="en-US" altLang="ko-KR" sz="1100"/>
              <a:t>PASS </a:t>
            </a:r>
          </a:p>
          <a:p>
            <a:endParaRPr lang="en-US" altLang="ko-KR" sz="1100"/>
          </a:p>
          <a:p>
            <a:pPr marL="342900" indent="-342900">
              <a:buAutoNum type="arabicPeriod"/>
            </a:pPr>
            <a:r>
              <a:rPr lang="ko-KR" altLang="en-US" sz="1100"/>
              <a:t>목 적</a:t>
            </a:r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2. UART Reference</a:t>
            </a:r>
          </a:p>
          <a:p>
            <a:pPr marL="285750" indent="-285750">
              <a:buFontTx/>
              <a:buChar char="-"/>
            </a:pPr>
            <a:r>
              <a:rPr lang="en-US" altLang="ko-KR" sz="1100"/>
              <a:t>UART </a:t>
            </a:r>
            <a:r>
              <a:rPr lang="ko-KR" altLang="en-US" sz="1100"/>
              <a:t>통신 프로토콜</a:t>
            </a:r>
            <a:r>
              <a:rPr lang="en-US" altLang="ko-KR" sz="1100"/>
              <a:t>(</a:t>
            </a:r>
            <a:r>
              <a:rPr lang="ko-KR" altLang="en-US" sz="1100"/>
              <a:t>통신 방향 </a:t>
            </a:r>
            <a:r>
              <a:rPr lang="en-US" altLang="ko-KR" sz="1100"/>
              <a:t>half duflex </a:t>
            </a:r>
            <a:r>
              <a:rPr lang="ko-KR" altLang="en-US" sz="1100"/>
              <a:t>인지 뭔지</a:t>
            </a:r>
            <a:r>
              <a:rPr lang="en-US" altLang="ko-KR" sz="1100"/>
              <a:t>..)</a:t>
            </a:r>
          </a:p>
          <a:p>
            <a:r>
              <a:rPr lang="en-US" altLang="ko-KR" sz="1100"/>
              <a:t>	-&gt; </a:t>
            </a:r>
            <a:r>
              <a:rPr lang="ko-KR" altLang="en-US" sz="1100"/>
              <a:t>해당 설계의 데이터 통신 방식 </a:t>
            </a:r>
            <a:r>
              <a:rPr lang="en-US" altLang="ko-KR" sz="1100"/>
              <a:t>ONE BIT mode</a:t>
            </a:r>
          </a:p>
          <a:p>
            <a:pPr marL="285750" indent="-285750">
              <a:buFontTx/>
              <a:buChar char="-"/>
            </a:pPr>
            <a:r>
              <a:rPr lang="en-US" altLang="ko-KR" sz="1100"/>
              <a:t>Margin </a:t>
            </a:r>
            <a:r>
              <a:rPr lang="ko-KR" altLang="en-US" sz="1100"/>
              <a:t>개념 설명</a:t>
            </a:r>
            <a:endParaRPr lang="en-US" altLang="ko-KR" sz="1100"/>
          </a:p>
          <a:p>
            <a:pPr marL="285750" indent="-285750">
              <a:buFontTx/>
              <a:buChar char="-"/>
            </a:pPr>
            <a:r>
              <a:rPr lang="en-US" altLang="ko-KR" sz="1100"/>
              <a:t>PC</a:t>
            </a:r>
            <a:r>
              <a:rPr lang="ko-KR" altLang="en-US" sz="1100"/>
              <a:t>에서 들어오는 </a:t>
            </a:r>
            <a:r>
              <a:rPr lang="en-US" altLang="ko-KR" sz="1100"/>
              <a:t>rx </a:t>
            </a:r>
            <a:r>
              <a:rPr lang="ko-KR" altLang="en-US" sz="1100"/>
              <a:t>신호를 </a:t>
            </a:r>
            <a:r>
              <a:rPr lang="en-US" altLang="ko-KR" sz="1100"/>
              <a:t>9600bps *16 baud rate</a:t>
            </a:r>
            <a:r>
              <a:rPr lang="ko-KR" altLang="en-US" sz="1100"/>
              <a:t>로 샘플링</a:t>
            </a:r>
            <a:endParaRPr lang="en-US" altLang="ko-KR" sz="1100"/>
          </a:p>
          <a:p>
            <a:pPr marL="742950" lvl="1" indent="-285750">
              <a:buFont typeface="Wingdings" panose="05000000000000000000" pitchFamily="2" charset="2"/>
              <a:buChar char="è"/>
            </a:pPr>
            <a:r>
              <a:rPr lang="en-US" altLang="ko-KR" sz="1100"/>
              <a:t>Sampling rate</a:t>
            </a:r>
            <a:r>
              <a:rPr lang="ko-KR" altLang="en-US" sz="1100"/>
              <a:t>를 더 높일 수 있는데 왜 </a:t>
            </a:r>
            <a:r>
              <a:rPr lang="en-US" altLang="ko-KR" sz="1100"/>
              <a:t>16 baude rate</a:t>
            </a:r>
            <a:r>
              <a:rPr lang="ko-KR" altLang="en-US" sz="1100"/>
              <a:t>가 최선인지 </a:t>
            </a:r>
            <a:endParaRPr lang="en-US" altLang="ko-KR" sz="1100"/>
          </a:p>
          <a:p>
            <a:r>
              <a:rPr lang="en-US" altLang="ko-KR" sz="1100"/>
              <a:t> </a:t>
            </a:r>
          </a:p>
          <a:p>
            <a:r>
              <a:rPr lang="en-US" altLang="ko-KR" sz="1100"/>
              <a:t>3. </a:t>
            </a:r>
            <a:r>
              <a:rPr lang="ko-KR" altLang="en-US" sz="1100"/>
              <a:t>블록 다이어그램</a:t>
            </a:r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4.</a:t>
            </a:r>
            <a:r>
              <a:rPr lang="ko-KR" altLang="en-US" sz="1100"/>
              <a:t> </a:t>
            </a:r>
            <a:r>
              <a:rPr lang="en-US" altLang="ko-KR" sz="1100"/>
              <a:t>ASM </a:t>
            </a:r>
            <a:r>
              <a:rPr lang="ko-KR" altLang="en-US" sz="1100"/>
              <a:t>차트 </a:t>
            </a:r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5. </a:t>
            </a:r>
            <a:r>
              <a:rPr lang="ko-KR" altLang="en-US" sz="1100"/>
              <a:t>시뮬레이션</a:t>
            </a:r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6. </a:t>
            </a:r>
            <a:r>
              <a:rPr lang="ko-KR" altLang="en-US" sz="1100"/>
              <a:t>트러블 슈팅</a:t>
            </a:r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7. </a:t>
            </a:r>
            <a:r>
              <a:rPr lang="ko-KR" altLang="en-US" sz="1100"/>
              <a:t>시연 </a:t>
            </a:r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7.</a:t>
            </a:r>
            <a:r>
              <a:rPr lang="ko-KR" altLang="en-US" sz="1100"/>
              <a:t> 결론 및 고찰 </a:t>
            </a:r>
            <a:endParaRPr lang="en-US" altLang="ko-KR" sz="1100"/>
          </a:p>
          <a:p>
            <a:r>
              <a:rPr lang="ko-KR" altLang="en-US" sz="1100"/>
              <a:t>결론 </a:t>
            </a:r>
            <a:r>
              <a:rPr lang="en-US" altLang="ko-KR" sz="1100"/>
              <a:t>– UART LOOP BACK </a:t>
            </a:r>
            <a:r>
              <a:rPr lang="ko-KR" altLang="en-US" sz="1100"/>
              <a:t>구조로 </a:t>
            </a:r>
            <a:r>
              <a:rPr lang="en-US" altLang="ko-KR" sz="1100"/>
              <a:t>UART TX / RX </a:t>
            </a:r>
            <a:r>
              <a:rPr lang="ko-KR" altLang="en-US" sz="1100"/>
              <a:t>모듈 검증 완료</a:t>
            </a:r>
            <a:endParaRPr lang="en-US" altLang="ko-KR" sz="1100"/>
          </a:p>
          <a:p>
            <a:r>
              <a:rPr lang="en-US" altLang="ko-KR" sz="1100"/>
              <a:t>       - rx glitch </a:t>
            </a:r>
            <a:r>
              <a:rPr lang="ko-KR" altLang="en-US" sz="1100"/>
              <a:t>상황에서 모듈 구조 개선으로 데이터 오입력 방지 개선</a:t>
            </a:r>
            <a:endParaRPr lang="en-US" altLang="ko-KR" sz="1100"/>
          </a:p>
          <a:p>
            <a:r>
              <a:rPr lang="ko-KR" altLang="en-US" sz="1100"/>
              <a:t>고찰 </a:t>
            </a:r>
            <a:r>
              <a:rPr lang="en-US" altLang="ko-KR" sz="1100"/>
              <a:t>– ONE</a:t>
            </a:r>
            <a:r>
              <a:rPr lang="ko-KR" altLang="en-US" sz="1100"/>
              <a:t> </a:t>
            </a:r>
            <a:r>
              <a:rPr lang="en-US" altLang="ko-KR" sz="1100"/>
              <a:t>BIT MODE</a:t>
            </a:r>
            <a:r>
              <a:rPr lang="ko-KR" altLang="en-US" sz="1100"/>
              <a:t>로 인해서 </a:t>
            </a:r>
            <a:r>
              <a:rPr lang="en-US" altLang="ko-KR" sz="1100"/>
              <a:t>Data sampling</a:t>
            </a:r>
            <a:r>
              <a:rPr lang="ko-KR" altLang="en-US" sz="1100"/>
              <a:t> 구간에서 글리치 발생 시</a:t>
            </a:r>
            <a:r>
              <a:rPr lang="en-US" altLang="ko-KR" sz="1100"/>
              <a:t>, </a:t>
            </a:r>
            <a:r>
              <a:rPr lang="ko-KR" altLang="en-US" sz="1100"/>
              <a:t>데이터 값이 일치 하지 못함</a:t>
            </a:r>
            <a:endParaRPr lang="en-US" altLang="ko-KR" sz="1100"/>
          </a:p>
          <a:p>
            <a:r>
              <a:rPr lang="en-US" altLang="ko-KR" sz="1100"/>
              <a:t> 	- </a:t>
            </a:r>
            <a:r>
              <a:rPr lang="ko-KR" altLang="en-US" sz="1100"/>
              <a:t>향 후 </a:t>
            </a:r>
            <a:r>
              <a:rPr lang="en-US" altLang="ko-KR" sz="1100"/>
              <a:t>3</a:t>
            </a:r>
            <a:r>
              <a:rPr lang="ko-KR" altLang="en-US" sz="1100"/>
              <a:t>개의 </a:t>
            </a:r>
            <a:r>
              <a:rPr lang="en-US" altLang="ko-KR" sz="1100"/>
              <a:t>sampling</a:t>
            </a:r>
            <a:r>
              <a:rPr lang="ko-KR" altLang="en-US" sz="1100"/>
              <a:t>을 통해 데이터 글리치에 올바른 데이터 값이 전송 될 수 있도록 만들면 좋을 것 같음</a:t>
            </a:r>
            <a:endParaRPr lang="en-US" altLang="ko-KR" sz="1100"/>
          </a:p>
          <a:p>
            <a:r>
              <a:rPr lang="en-US" altLang="ko-KR" sz="1100"/>
              <a:t>	- 3tick </a:t>
            </a:r>
            <a:r>
              <a:rPr lang="ko-KR" altLang="en-US" sz="1100"/>
              <a:t>이상의 클리치에 관해선 </a:t>
            </a:r>
            <a:r>
              <a:rPr lang="en-US" altLang="ko-KR" sz="1100"/>
              <a:t>data error </a:t>
            </a:r>
            <a:r>
              <a:rPr lang="ko-KR" altLang="en-US" sz="1100"/>
              <a:t>같은 정정코드를 보내서 </a:t>
            </a:r>
            <a:r>
              <a:rPr lang="en-US" altLang="ko-KR" sz="1100"/>
              <a:t>device</a:t>
            </a:r>
            <a:r>
              <a:rPr lang="ko-KR" altLang="en-US" sz="1100"/>
              <a:t>에서 다시 보낼 수 있도록 하는 모듈 구조 개선이 필요할 것으로 보임 </a:t>
            </a:r>
            <a:r>
              <a:rPr lang="en-US" altLang="ko-KR" sz="1100"/>
              <a:t>( </a:t>
            </a:r>
            <a:r>
              <a:rPr lang="ko-KR" altLang="en-US" sz="1100"/>
              <a:t>에러 정정 코드 같은 것</a:t>
            </a:r>
            <a:r>
              <a:rPr lang="en-US" altLang="ko-KR" sz="1100"/>
              <a:t>) </a:t>
            </a:r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8. APPENDICX</a:t>
            </a:r>
          </a:p>
          <a:p>
            <a:r>
              <a:rPr lang="en-US" altLang="ko-KR" sz="1100"/>
              <a:t>-</a:t>
            </a:r>
            <a:r>
              <a:rPr lang="ko-KR" altLang="en-US" sz="1100"/>
              <a:t> 글리치 장표</a:t>
            </a:r>
            <a:r>
              <a:rPr lang="en-US" altLang="ko-KR" sz="1100"/>
              <a:t>, </a:t>
            </a:r>
            <a:r>
              <a:rPr lang="ko-KR" altLang="en-US" sz="1100"/>
              <a:t>데이터 글리치 </a:t>
            </a:r>
            <a:endParaRPr lang="ko-KR" altLang="ko-KR" sz="1100"/>
          </a:p>
          <a:p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1488245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670EE-E15D-836D-00DA-E088E084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4B6970-838B-64B3-28DB-1B23FA41F14B}"/>
              </a:ext>
            </a:extLst>
          </p:cNvPr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ASM Chart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uart_rx ASM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F4C7E0-69EC-9136-6291-7EBFC36BDE72}"/>
              </a:ext>
            </a:extLst>
          </p:cNvPr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uart_rx ASM: Align to Start Center, Then Sample Every 16 Ticks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4732B55-1900-D05D-6ED2-6DC1A2924FB5}"/>
              </a:ext>
            </a:extLst>
          </p:cNvPr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3832CC-566B-858A-4686-AE4AAC1DC625}"/>
              </a:ext>
            </a:extLst>
          </p:cNvPr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58DDC2-FFB9-F6F3-75A3-0FB07A992F9F}"/>
              </a:ext>
            </a:extLst>
          </p:cNvPr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0B05B57-4611-F781-1620-DBB89E54D8CC}"/>
              </a:ext>
            </a:extLst>
          </p:cNvPr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10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9823751-08F7-B07A-7F43-E5F14D7A156D}"/>
              </a:ext>
            </a:extLst>
          </p:cNvPr>
          <p:cNvSpPr/>
          <p:nvPr/>
        </p:nvSpPr>
        <p:spPr>
          <a:xfrm>
            <a:off x="1381125" y="1009650"/>
            <a:ext cx="0" cy="2286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0FC276B-F5EC-2B5C-FE7A-98F7CBCB1655}"/>
              </a:ext>
            </a:extLst>
          </p:cNvPr>
          <p:cNvSpPr/>
          <p:nvPr/>
        </p:nvSpPr>
        <p:spPr>
          <a:xfrm>
            <a:off x="600075" y="1238250"/>
            <a:ext cx="1562100" cy="22860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B325603-F0C7-C2DA-E0B7-A00C2ABA3F9A}"/>
              </a:ext>
            </a:extLst>
          </p:cNvPr>
          <p:cNvSpPr/>
          <p:nvPr/>
        </p:nvSpPr>
        <p:spPr>
          <a:xfrm>
            <a:off x="6000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2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6424BD7-F46E-4F3C-1D71-251119545A41}"/>
              </a:ext>
            </a:extLst>
          </p:cNvPr>
          <p:cNvSpPr/>
          <p:nvPr/>
        </p:nvSpPr>
        <p:spPr>
          <a:xfrm>
            <a:off x="600075" y="1466850"/>
            <a:ext cx="1562100" cy="400050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5C1244F-96DF-6DE8-E916-E2D7FFE3C7E3}"/>
              </a:ext>
            </a:extLst>
          </p:cNvPr>
          <p:cNvSpPr/>
          <p:nvPr/>
        </p:nvSpPr>
        <p:spPr>
          <a:xfrm>
            <a:off x="6381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← 0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EBA9769-F7B0-ABD9-721F-415F7D111D55}"/>
              </a:ext>
            </a:extLst>
          </p:cNvPr>
          <p:cNvSpPr/>
          <p:nvPr/>
        </p:nvSpPr>
        <p:spPr>
          <a:xfrm>
            <a:off x="1381125" y="1866900"/>
            <a:ext cx="0" cy="762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F202E2B-0848-009D-EEF7-C46263A9EB8E}"/>
              </a:ext>
            </a:extLst>
          </p:cNvPr>
          <p:cNvSpPr/>
          <p:nvPr/>
        </p:nvSpPr>
        <p:spPr>
          <a:xfrm>
            <a:off x="885825" y="19431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4B5C264-E06C-EAD8-D739-108CB7E82809}"/>
              </a:ext>
            </a:extLst>
          </p:cNvPr>
          <p:cNvSpPr/>
          <p:nvPr/>
        </p:nvSpPr>
        <p:spPr>
          <a:xfrm>
            <a:off x="885825" y="19431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F301386-E3EF-334F-63E0-7C2A0C2A87C3}"/>
              </a:ext>
            </a:extLst>
          </p:cNvPr>
          <p:cNvSpPr/>
          <p:nvPr/>
        </p:nvSpPr>
        <p:spPr>
          <a:xfrm>
            <a:off x="1381125" y="2400300"/>
            <a:ext cx="0" cy="2286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F007E08-68AE-4418-AEFF-1744392884C5}"/>
              </a:ext>
            </a:extLst>
          </p:cNvPr>
          <p:cNvSpPr/>
          <p:nvPr/>
        </p:nvSpPr>
        <p:spPr>
          <a:xfrm>
            <a:off x="14001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A10BD52-3D6B-42BC-5887-167EA8A1AAE0}"/>
              </a:ext>
            </a:extLst>
          </p:cNvPr>
          <p:cNvSpPr/>
          <p:nvPr/>
        </p:nvSpPr>
        <p:spPr>
          <a:xfrm>
            <a:off x="885825" y="26289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82194B2-7ACF-B2CB-2268-8333AE18D556}"/>
              </a:ext>
            </a:extLst>
          </p:cNvPr>
          <p:cNvSpPr/>
          <p:nvPr/>
        </p:nvSpPr>
        <p:spPr>
          <a:xfrm>
            <a:off x="885825" y="26289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D585CF1-F0B9-52B3-6C0F-D0695D6269EB}"/>
              </a:ext>
            </a:extLst>
          </p:cNvPr>
          <p:cNvSpPr/>
          <p:nvPr/>
        </p:nvSpPr>
        <p:spPr>
          <a:xfrm>
            <a:off x="1876425" y="2171700"/>
            <a:ext cx="1304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CBC4150-D164-368E-5C20-BC2BC95B12AE}"/>
              </a:ext>
            </a:extLst>
          </p:cNvPr>
          <p:cNvSpPr/>
          <p:nvPr/>
        </p:nvSpPr>
        <p:spPr>
          <a:xfrm>
            <a:off x="19145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24CCAB4-034D-906A-67DC-5F8182C833D4}"/>
              </a:ext>
            </a:extLst>
          </p:cNvPr>
          <p:cNvSpPr/>
          <p:nvPr/>
        </p:nvSpPr>
        <p:spPr>
          <a:xfrm>
            <a:off x="1876425" y="2857500"/>
            <a:ext cx="1304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4848361-03E8-4B7F-F189-886D93160042}"/>
              </a:ext>
            </a:extLst>
          </p:cNvPr>
          <p:cNvSpPr/>
          <p:nvPr/>
        </p:nvSpPr>
        <p:spPr>
          <a:xfrm>
            <a:off x="1914525" y="27051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DA326EE-2502-F655-2F2A-4EC573A08BAC}"/>
              </a:ext>
            </a:extLst>
          </p:cNvPr>
          <p:cNvSpPr/>
          <p:nvPr/>
        </p:nvSpPr>
        <p:spPr>
          <a:xfrm flipV="1">
            <a:off x="3181350" y="1123950"/>
            <a:ext cx="0" cy="173355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16E90B4-550D-522B-4F68-8831FFA4A3E0}"/>
              </a:ext>
            </a:extLst>
          </p:cNvPr>
          <p:cNvSpPr/>
          <p:nvPr/>
        </p:nvSpPr>
        <p:spPr>
          <a:xfrm flipH="1">
            <a:off x="1381125" y="1123950"/>
            <a:ext cx="18002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2F9A8C0-1459-AC2C-EE1C-098FB61B680D}"/>
              </a:ext>
            </a:extLst>
          </p:cNvPr>
          <p:cNvSpPr/>
          <p:nvPr/>
        </p:nvSpPr>
        <p:spPr>
          <a:xfrm>
            <a:off x="1347788" y="109061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2600691-D9EF-93FC-3685-B824A4AB4B02}"/>
              </a:ext>
            </a:extLst>
          </p:cNvPr>
          <p:cNvSpPr/>
          <p:nvPr/>
        </p:nvSpPr>
        <p:spPr>
          <a:xfrm>
            <a:off x="3148013" y="213836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CE2EC9E-99E2-BE4F-5C2F-25EFF5AB37BB}"/>
              </a:ext>
            </a:extLst>
          </p:cNvPr>
          <p:cNvSpPr/>
          <p:nvPr/>
        </p:nvSpPr>
        <p:spPr>
          <a:xfrm>
            <a:off x="1400175" y="31051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6565573-418E-BB09-103E-F2ADAC9A1734}"/>
              </a:ext>
            </a:extLst>
          </p:cNvPr>
          <p:cNvSpPr/>
          <p:nvPr/>
        </p:nvSpPr>
        <p:spPr>
          <a:xfrm>
            <a:off x="1381125" y="3086100"/>
            <a:ext cx="0" cy="230505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B731223-6670-17FF-B8C8-8971DFE02BC7}"/>
              </a:ext>
            </a:extLst>
          </p:cNvPr>
          <p:cNvSpPr/>
          <p:nvPr/>
        </p:nvSpPr>
        <p:spPr>
          <a:xfrm>
            <a:off x="1381125" y="5391150"/>
            <a:ext cx="199072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DF45828-B78B-61CE-5F62-B013AF2D8D50}"/>
              </a:ext>
            </a:extLst>
          </p:cNvPr>
          <p:cNvSpPr/>
          <p:nvPr/>
        </p:nvSpPr>
        <p:spPr>
          <a:xfrm flipV="1">
            <a:off x="3371850" y="1009650"/>
            <a:ext cx="0" cy="43815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7B9CA0C-A158-DF91-C7F5-127B0F530217}"/>
              </a:ext>
            </a:extLst>
          </p:cNvPr>
          <p:cNvSpPr/>
          <p:nvPr/>
        </p:nvSpPr>
        <p:spPr>
          <a:xfrm>
            <a:off x="3371850" y="1009650"/>
            <a:ext cx="86677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A23A9BD-ADB4-BC56-396A-21B349440BE2}"/>
              </a:ext>
            </a:extLst>
          </p:cNvPr>
          <p:cNvSpPr/>
          <p:nvPr/>
        </p:nvSpPr>
        <p:spPr>
          <a:xfrm>
            <a:off x="1381125" y="876300"/>
            <a:ext cx="0" cy="1333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8F89004-C986-0DC4-A5A3-FEFB15047B71}"/>
              </a:ext>
            </a:extLst>
          </p:cNvPr>
          <p:cNvSpPr/>
          <p:nvPr/>
        </p:nvSpPr>
        <p:spPr>
          <a:xfrm>
            <a:off x="1000125" y="83820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</a:t>
            </a:r>
            <a:endParaRPr lang="en-US" sz="10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24D193B-02C6-D28C-0D0D-457D6295AF33}"/>
              </a:ext>
            </a:extLst>
          </p:cNvPr>
          <p:cNvSpPr/>
          <p:nvPr/>
        </p:nvSpPr>
        <p:spPr>
          <a:xfrm>
            <a:off x="4238625" y="1009650"/>
            <a:ext cx="0" cy="2286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5E6F2D9-5362-CB9A-18BD-8AF6B3AD453D}"/>
              </a:ext>
            </a:extLst>
          </p:cNvPr>
          <p:cNvSpPr/>
          <p:nvPr/>
        </p:nvSpPr>
        <p:spPr>
          <a:xfrm>
            <a:off x="3457575" y="1238250"/>
            <a:ext cx="1562100" cy="22860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7A9FBB9-DC64-490F-0C45-D2479E0F60A9}"/>
              </a:ext>
            </a:extLst>
          </p:cNvPr>
          <p:cNvSpPr/>
          <p:nvPr/>
        </p:nvSpPr>
        <p:spPr>
          <a:xfrm>
            <a:off x="34575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B12EF55B-8839-BC17-3A05-64CB599F4A50}"/>
              </a:ext>
            </a:extLst>
          </p:cNvPr>
          <p:cNvSpPr/>
          <p:nvPr/>
        </p:nvSpPr>
        <p:spPr>
          <a:xfrm>
            <a:off x="3457575" y="1466850"/>
            <a:ext cx="1562100" cy="400050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7505715-0D8C-4E46-36CD-DFB19828D2E2}"/>
              </a:ext>
            </a:extLst>
          </p:cNvPr>
          <p:cNvSpPr/>
          <p:nvPr/>
        </p:nvSpPr>
        <p:spPr>
          <a:xfrm>
            <a:off x="34956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15DC1A3-21FD-8816-E84B-0736C7BE37BB}"/>
              </a:ext>
            </a:extLst>
          </p:cNvPr>
          <p:cNvSpPr/>
          <p:nvPr/>
        </p:nvSpPr>
        <p:spPr>
          <a:xfrm>
            <a:off x="4238625" y="1866900"/>
            <a:ext cx="0" cy="762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632BB6C-9DA5-268F-0717-DC8B8BEDBBCE}"/>
              </a:ext>
            </a:extLst>
          </p:cNvPr>
          <p:cNvSpPr/>
          <p:nvPr/>
        </p:nvSpPr>
        <p:spPr>
          <a:xfrm>
            <a:off x="3743325" y="19431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A9C6CFA-5E23-ABFF-82E4-CA6F827DB5FF}"/>
              </a:ext>
            </a:extLst>
          </p:cNvPr>
          <p:cNvSpPr/>
          <p:nvPr/>
        </p:nvSpPr>
        <p:spPr>
          <a:xfrm>
            <a:off x="3743325" y="19431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EB55A25C-5DBA-C754-1511-D029A978177B}"/>
              </a:ext>
            </a:extLst>
          </p:cNvPr>
          <p:cNvSpPr/>
          <p:nvPr/>
        </p:nvSpPr>
        <p:spPr>
          <a:xfrm>
            <a:off x="4238625" y="2400300"/>
            <a:ext cx="0" cy="1524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7D8A6121-369F-EADB-8873-9D29C67A5C37}"/>
              </a:ext>
            </a:extLst>
          </p:cNvPr>
          <p:cNvSpPr/>
          <p:nvPr/>
        </p:nvSpPr>
        <p:spPr>
          <a:xfrm>
            <a:off x="42576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69069008-4667-F4ED-D088-B910B42462F2}"/>
              </a:ext>
            </a:extLst>
          </p:cNvPr>
          <p:cNvSpPr/>
          <p:nvPr/>
        </p:nvSpPr>
        <p:spPr>
          <a:xfrm>
            <a:off x="3648075" y="2552700"/>
            <a:ext cx="1181100" cy="6096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7425993-ECFB-A2D9-BF59-70E563A9F267}"/>
              </a:ext>
            </a:extLst>
          </p:cNvPr>
          <p:cNvSpPr/>
          <p:nvPr/>
        </p:nvSpPr>
        <p:spPr>
          <a:xfrm>
            <a:off x="3648075" y="2552700"/>
            <a:ext cx="118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7</a:t>
            </a:r>
            <a:endParaRPr lang="en-US" sz="10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FDFC30F1-5FC8-6371-0A1C-615F0BFCCAC4}"/>
              </a:ext>
            </a:extLst>
          </p:cNvPr>
          <p:cNvSpPr/>
          <p:nvPr/>
        </p:nvSpPr>
        <p:spPr>
          <a:xfrm>
            <a:off x="4733925" y="2171700"/>
            <a:ext cx="1304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27410AC6-02F4-D99C-F99D-740E9108936E}"/>
              </a:ext>
            </a:extLst>
          </p:cNvPr>
          <p:cNvSpPr/>
          <p:nvPr/>
        </p:nvSpPr>
        <p:spPr>
          <a:xfrm>
            <a:off x="47720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2D6FACAD-33C2-E9F8-0539-A3C02013AA83}"/>
              </a:ext>
            </a:extLst>
          </p:cNvPr>
          <p:cNvSpPr/>
          <p:nvPr/>
        </p:nvSpPr>
        <p:spPr>
          <a:xfrm>
            <a:off x="4829175" y="2857500"/>
            <a:ext cx="161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F41B4419-9C39-1A8B-DCF9-2046E6A1BBD8}"/>
              </a:ext>
            </a:extLst>
          </p:cNvPr>
          <p:cNvSpPr/>
          <p:nvPr/>
        </p:nvSpPr>
        <p:spPr>
          <a:xfrm>
            <a:off x="4838700" y="287655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2781E535-C420-EFAD-3C64-2BC6E88E7AB7}"/>
              </a:ext>
            </a:extLst>
          </p:cNvPr>
          <p:cNvSpPr/>
          <p:nvPr/>
        </p:nvSpPr>
        <p:spPr>
          <a:xfrm>
            <a:off x="4991100" y="2647950"/>
            <a:ext cx="99060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D76532D5-9DF3-F68E-AC40-E32CCFF02301}"/>
              </a:ext>
            </a:extLst>
          </p:cNvPr>
          <p:cNvSpPr/>
          <p:nvPr/>
        </p:nvSpPr>
        <p:spPr>
          <a:xfrm>
            <a:off x="5010150" y="264795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9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8B29C608-71DA-06E5-B64F-262C78BAF030}"/>
              </a:ext>
            </a:extLst>
          </p:cNvPr>
          <p:cNvSpPr/>
          <p:nvPr/>
        </p:nvSpPr>
        <p:spPr>
          <a:xfrm>
            <a:off x="5981700" y="2857500"/>
            <a:ext cx="5715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7E65F959-FDEE-7D21-5C07-27EA6F44C091}"/>
              </a:ext>
            </a:extLst>
          </p:cNvPr>
          <p:cNvSpPr/>
          <p:nvPr/>
        </p:nvSpPr>
        <p:spPr>
          <a:xfrm>
            <a:off x="4238625" y="3162300"/>
            <a:ext cx="0" cy="17145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0EF6BD0C-5439-CD75-FCC5-D56D1D51ADD4}"/>
              </a:ext>
            </a:extLst>
          </p:cNvPr>
          <p:cNvSpPr/>
          <p:nvPr/>
        </p:nvSpPr>
        <p:spPr>
          <a:xfrm>
            <a:off x="4257675" y="3181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DD2F9C10-4EBC-5793-540C-6D85D5D3B2DA}"/>
              </a:ext>
            </a:extLst>
          </p:cNvPr>
          <p:cNvSpPr/>
          <p:nvPr/>
        </p:nvSpPr>
        <p:spPr>
          <a:xfrm>
            <a:off x="3476625" y="3333750"/>
            <a:ext cx="1524000" cy="5334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1CCEBA47-8E82-D05E-5AC3-7E411A5A9A13}"/>
              </a:ext>
            </a:extLst>
          </p:cNvPr>
          <p:cNvSpPr/>
          <p:nvPr/>
        </p:nvSpPr>
        <p:spPr>
          <a:xfrm>
            <a:off x="3495675" y="3333750"/>
            <a:ext cx="1485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← 0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 0</a:t>
            </a:r>
            <a:endParaRPr lang="en-US" sz="95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6CA2503E-6E43-57ED-B068-E8FA3BDA74B8}"/>
              </a:ext>
            </a:extLst>
          </p:cNvPr>
          <p:cNvSpPr/>
          <p:nvPr/>
        </p:nvSpPr>
        <p:spPr>
          <a:xfrm flipV="1">
            <a:off x="6038850" y="1123950"/>
            <a:ext cx="0" cy="173355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692103BC-CE5C-333C-7C11-B10EA2013E8E}"/>
              </a:ext>
            </a:extLst>
          </p:cNvPr>
          <p:cNvSpPr/>
          <p:nvPr/>
        </p:nvSpPr>
        <p:spPr>
          <a:xfrm flipH="1">
            <a:off x="4238625" y="1123950"/>
            <a:ext cx="18002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223C4A25-CE58-C376-C307-AA3E3A9820D6}"/>
              </a:ext>
            </a:extLst>
          </p:cNvPr>
          <p:cNvSpPr/>
          <p:nvPr/>
        </p:nvSpPr>
        <p:spPr>
          <a:xfrm>
            <a:off x="4205288" y="109061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E96020CC-CBEA-5C9E-E24D-6CF392A9179C}"/>
              </a:ext>
            </a:extLst>
          </p:cNvPr>
          <p:cNvSpPr/>
          <p:nvPr/>
        </p:nvSpPr>
        <p:spPr>
          <a:xfrm>
            <a:off x="6005513" y="213836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9D67C4E6-58D9-04E9-CE62-390B147D2D3F}"/>
              </a:ext>
            </a:extLst>
          </p:cNvPr>
          <p:cNvSpPr/>
          <p:nvPr/>
        </p:nvSpPr>
        <p:spPr>
          <a:xfrm>
            <a:off x="4238625" y="3867150"/>
            <a:ext cx="0" cy="15240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85925959-53C4-2CEF-9917-57F20A2517BA}"/>
              </a:ext>
            </a:extLst>
          </p:cNvPr>
          <p:cNvSpPr/>
          <p:nvPr/>
        </p:nvSpPr>
        <p:spPr>
          <a:xfrm>
            <a:off x="4238625" y="5391150"/>
            <a:ext cx="199072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AE7DC9B2-29F3-BC30-9776-1770B3F04368}"/>
              </a:ext>
            </a:extLst>
          </p:cNvPr>
          <p:cNvSpPr/>
          <p:nvPr/>
        </p:nvSpPr>
        <p:spPr>
          <a:xfrm flipV="1">
            <a:off x="6229350" y="1009650"/>
            <a:ext cx="0" cy="43815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4DC29F14-E307-10F6-1420-4B76461C9BAA}"/>
              </a:ext>
            </a:extLst>
          </p:cNvPr>
          <p:cNvSpPr/>
          <p:nvPr/>
        </p:nvSpPr>
        <p:spPr>
          <a:xfrm>
            <a:off x="6229350" y="1009650"/>
            <a:ext cx="86677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11B97A97-D0D7-C550-7745-263EA58182BF}"/>
              </a:ext>
            </a:extLst>
          </p:cNvPr>
          <p:cNvSpPr/>
          <p:nvPr/>
        </p:nvSpPr>
        <p:spPr>
          <a:xfrm>
            <a:off x="7096125" y="1009650"/>
            <a:ext cx="0" cy="2286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7828365C-C1D1-7DEE-D10A-13B78B46B439}"/>
              </a:ext>
            </a:extLst>
          </p:cNvPr>
          <p:cNvSpPr/>
          <p:nvPr/>
        </p:nvSpPr>
        <p:spPr>
          <a:xfrm>
            <a:off x="6315075" y="1238250"/>
            <a:ext cx="1562100" cy="22860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D0D16D75-B276-FB12-8FDB-5540A09690A8}"/>
              </a:ext>
            </a:extLst>
          </p:cNvPr>
          <p:cNvSpPr/>
          <p:nvPr/>
        </p:nvSpPr>
        <p:spPr>
          <a:xfrm>
            <a:off x="63150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5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51969A0C-3C9E-561F-CADB-E7E166618F7B}"/>
              </a:ext>
            </a:extLst>
          </p:cNvPr>
          <p:cNvSpPr/>
          <p:nvPr/>
        </p:nvSpPr>
        <p:spPr>
          <a:xfrm>
            <a:off x="6315075" y="1466850"/>
            <a:ext cx="1562100" cy="400050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DE79D529-87C9-0C68-F822-7CE488E2AA7C}"/>
              </a:ext>
            </a:extLst>
          </p:cNvPr>
          <p:cNvSpPr/>
          <p:nvPr/>
        </p:nvSpPr>
        <p:spPr>
          <a:xfrm>
            <a:off x="63531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F9015725-8EC2-A2FC-6393-4A33F18808A6}"/>
              </a:ext>
            </a:extLst>
          </p:cNvPr>
          <p:cNvSpPr/>
          <p:nvPr/>
        </p:nvSpPr>
        <p:spPr>
          <a:xfrm>
            <a:off x="7096125" y="1866900"/>
            <a:ext cx="0" cy="762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6C344EED-8B2E-6128-709B-0542F6AAD0D5}"/>
              </a:ext>
            </a:extLst>
          </p:cNvPr>
          <p:cNvSpPr/>
          <p:nvPr/>
        </p:nvSpPr>
        <p:spPr>
          <a:xfrm>
            <a:off x="6600825" y="19431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F11166E9-720B-E280-4486-8FDFBB182A8A}"/>
              </a:ext>
            </a:extLst>
          </p:cNvPr>
          <p:cNvSpPr/>
          <p:nvPr/>
        </p:nvSpPr>
        <p:spPr>
          <a:xfrm>
            <a:off x="6600825" y="19431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5B887CF8-4E0F-8667-3A2A-9C32B6639F3F}"/>
              </a:ext>
            </a:extLst>
          </p:cNvPr>
          <p:cNvSpPr/>
          <p:nvPr/>
        </p:nvSpPr>
        <p:spPr>
          <a:xfrm>
            <a:off x="7096125" y="2400300"/>
            <a:ext cx="0" cy="1524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120F7039-F005-2128-51C1-F58D28709463}"/>
              </a:ext>
            </a:extLst>
          </p:cNvPr>
          <p:cNvSpPr/>
          <p:nvPr/>
        </p:nvSpPr>
        <p:spPr>
          <a:xfrm>
            <a:off x="71151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E2E4974E-C09F-8101-624E-CB847661BB2F}"/>
              </a:ext>
            </a:extLst>
          </p:cNvPr>
          <p:cNvSpPr/>
          <p:nvPr/>
        </p:nvSpPr>
        <p:spPr>
          <a:xfrm>
            <a:off x="6505575" y="2552700"/>
            <a:ext cx="1181100" cy="6096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C927F9B8-2064-B179-EB56-9C6BE2FA9C74}"/>
              </a:ext>
            </a:extLst>
          </p:cNvPr>
          <p:cNvSpPr/>
          <p:nvPr/>
        </p:nvSpPr>
        <p:spPr>
          <a:xfrm>
            <a:off x="6505575" y="2552700"/>
            <a:ext cx="118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100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61949055-4A71-0554-28EE-BF6C6C2F8090}"/>
              </a:ext>
            </a:extLst>
          </p:cNvPr>
          <p:cNvSpPr/>
          <p:nvPr/>
        </p:nvSpPr>
        <p:spPr>
          <a:xfrm>
            <a:off x="7591425" y="2171700"/>
            <a:ext cx="1304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0C5C504B-F638-B6C7-50A6-DE0F49420433}"/>
              </a:ext>
            </a:extLst>
          </p:cNvPr>
          <p:cNvSpPr/>
          <p:nvPr/>
        </p:nvSpPr>
        <p:spPr>
          <a:xfrm>
            <a:off x="76295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C457943E-DB7F-EE5F-3D60-5CFF3FC990FD}"/>
              </a:ext>
            </a:extLst>
          </p:cNvPr>
          <p:cNvSpPr/>
          <p:nvPr/>
        </p:nvSpPr>
        <p:spPr>
          <a:xfrm>
            <a:off x="7686675" y="2857500"/>
            <a:ext cx="161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ECDE345A-8AA5-7FFA-0800-D5A6221434EA}"/>
              </a:ext>
            </a:extLst>
          </p:cNvPr>
          <p:cNvSpPr/>
          <p:nvPr/>
        </p:nvSpPr>
        <p:spPr>
          <a:xfrm>
            <a:off x="7696200" y="287655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6B268554-DD19-6050-5BC5-08D7573D154E}"/>
              </a:ext>
            </a:extLst>
          </p:cNvPr>
          <p:cNvSpPr/>
          <p:nvPr/>
        </p:nvSpPr>
        <p:spPr>
          <a:xfrm>
            <a:off x="7848600" y="2647950"/>
            <a:ext cx="99060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EB2A064C-B165-A7F9-A1C5-30268D3CC45B}"/>
              </a:ext>
            </a:extLst>
          </p:cNvPr>
          <p:cNvSpPr/>
          <p:nvPr/>
        </p:nvSpPr>
        <p:spPr>
          <a:xfrm>
            <a:off x="7867650" y="264795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900" dirty="0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FDFEA63D-27E0-EA3B-3CAE-6C961252CEF8}"/>
              </a:ext>
            </a:extLst>
          </p:cNvPr>
          <p:cNvSpPr/>
          <p:nvPr/>
        </p:nvSpPr>
        <p:spPr>
          <a:xfrm>
            <a:off x="8839200" y="2857500"/>
            <a:ext cx="5715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5D2E97DC-5B3D-3FE5-141A-4C388847205F}"/>
              </a:ext>
            </a:extLst>
          </p:cNvPr>
          <p:cNvSpPr/>
          <p:nvPr/>
        </p:nvSpPr>
        <p:spPr>
          <a:xfrm>
            <a:off x="7096125" y="3162300"/>
            <a:ext cx="0" cy="17145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116AEC6D-2CBA-343F-33DD-1C60EFF9D31F}"/>
              </a:ext>
            </a:extLst>
          </p:cNvPr>
          <p:cNvSpPr/>
          <p:nvPr/>
        </p:nvSpPr>
        <p:spPr>
          <a:xfrm>
            <a:off x="7115175" y="3181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27494A7B-5917-DEDD-3615-949FA644C111}"/>
              </a:ext>
            </a:extLst>
          </p:cNvPr>
          <p:cNvSpPr/>
          <p:nvPr/>
        </p:nvSpPr>
        <p:spPr>
          <a:xfrm>
            <a:off x="6334125" y="3333750"/>
            <a:ext cx="1524000" cy="5334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AC24F14B-AFD6-5567-0089-660D44F99A87}"/>
              </a:ext>
            </a:extLst>
          </p:cNvPr>
          <p:cNvSpPr/>
          <p:nvPr/>
        </p:nvSpPr>
        <p:spPr>
          <a:xfrm>
            <a:off x="6353175" y="3333750"/>
            <a:ext cx="1485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{rx, data_reg[7:1]}</a:t>
            </a:r>
            <a:endParaRPr lang="en-US" sz="950" dirty="0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6A1696F8-8F5C-DB82-DEAE-363C9768BCD7}"/>
              </a:ext>
            </a:extLst>
          </p:cNvPr>
          <p:cNvSpPr/>
          <p:nvPr/>
        </p:nvSpPr>
        <p:spPr>
          <a:xfrm>
            <a:off x="7096125" y="3867150"/>
            <a:ext cx="0" cy="1905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18E09E5D-B645-06E1-B646-F54C03C84259}"/>
              </a:ext>
            </a:extLst>
          </p:cNvPr>
          <p:cNvSpPr/>
          <p:nvPr/>
        </p:nvSpPr>
        <p:spPr>
          <a:xfrm>
            <a:off x="6505575" y="4057650"/>
            <a:ext cx="1181100" cy="5715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02F00476-85AE-239F-19B0-16063BAB8A7D}"/>
              </a:ext>
            </a:extLst>
          </p:cNvPr>
          <p:cNvSpPr/>
          <p:nvPr/>
        </p:nvSpPr>
        <p:spPr>
          <a:xfrm>
            <a:off x="6505575" y="4057650"/>
            <a:ext cx="1181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7</a:t>
            </a:r>
            <a:endParaRPr lang="en-US" sz="1000" dirty="0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0B7D408D-2AC1-3D39-D55C-A928741AEF22}"/>
              </a:ext>
            </a:extLst>
          </p:cNvPr>
          <p:cNvSpPr/>
          <p:nvPr/>
        </p:nvSpPr>
        <p:spPr>
          <a:xfrm>
            <a:off x="7686675" y="4343400"/>
            <a:ext cx="161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EA3C9230-B380-B52F-46AB-57EB1117BD86}"/>
              </a:ext>
            </a:extLst>
          </p:cNvPr>
          <p:cNvSpPr/>
          <p:nvPr/>
        </p:nvSpPr>
        <p:spPr>
          <a:xfrm>
            <a:off x="7696200" y="436245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07F51762-7254-F348-B1FD-A8553CA744D5}"/>
              </a:ext>
            </a:extLst>
          </p:cNvPr>
          <p:cNvSpPr/>
          <p:nvPr/>
        </p:nvSpPr>
        <p:spPr>
          <a:xfrm>
            <a:off x="7848600" y="4133850"/>
            <a:ext cx="99060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E785F2ED-A2BD-CF61-3D1C-23DE7D74B147}"/>
              </a:ext>
            </a:extLst>
          </p:cNvPr>
          <p:cNvSpPr/>
          <p:nvPr/>
        </p:nvSpPr>
        <p:spPr>
          <a:xfrm>
            <a:off x="7867650" y="413385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←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+ 1</a:t>
            </a:r>
            <a:endParaRPr lang="en-US" sz="900" dirty="0"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2EE22103-666A-AEDE-58B5-16FA2CBCD468}"/>
              </a:ext>
            </a:extLst>
          </p:cNvPr>
          <p:cNvSpPr/>
          <p:nvPr/>
        </p:nvSpPr>
        <p:spPr>
          <a:xfrm>
            <a:off x="8839200" y="4343400"/>
            <a:ext cx="5715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39149A11-BC6B-433D-40AC-C166B9BAE6BE}"/>
              </a:ext>
            </a:extLst>
          </p:cNvPr>
          <p:cNvSpPr/>
          <p:nvPr/>
        </p:nvSpPr>
        <p:spPr>
          <a:xfrm flipV="1">
            <a:off x="8896350" y="1123950"/>
            <a:ext cx="0" cy="321945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68B68DD4-69D2-696C-AEF4-92A6F01CFD1D}"/>
              </a:ext>
            </a:extLst>
          </p:cNvPr>
          <p:cNvSpPr/>
          <p:nvPr/>
        </p:nvSpPr>
        <p:spPr>
          <a:xfrm flipH="1">
            <a:off x="7096125" y="1123950"/>
            <a:ext cx="18002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51CAE316-D48C-FE4F-136F-817309651038}"/>
              </a:ext>
            </a:extLst>
          </p:cNvPr>
          <p:cNvSpPr/>
          <p:nvPr/>
        </p:nvSpPr>
        <p:spPr>
          <a:xfrm>
            <a:off x="7062788" y="109061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DC6D99F8-5AF7-95AB-BECE-B27FEAA3C492}"/>
              </a:ext>
            </a:extLst>
          </p:cNvPr>
          <p:cNvSpPr/>
          <p:nvPr/>
        </p:nvSpPr>
        <p:spPr>
          <a:xfrm>
            <a:off x="8863013" y="213836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36B0EA5B-4944-E16C-2F1A-04A4E204475E}"/>
              </a:ext>
            </a:extLst>
          </p:cNvPr>
          <p:cNvSpPr/>
          <p:nvPr/>
        </p:nvSpPr>
        <p:spPr>
          <a:xfrm>
            <a:off x="8863013" y="282416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52A8DB8C-682D-C004-5209-6D690FBC63D9}"/>
              </a:ext>
            </a:extLst>
          </p:cNvPr>
          <p:cNvSpPr/>
          <p:nvPr/>
        </p:nvSpPr>
        <p:spPr>
          <a:xfrm>
            <a:off x="7115175" y="46482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54EC18E8-D465-8FD4-2FBE-9E02E482F7A4}"/>
              </a:ext>
            </a:extLst>
          </p:cNvPr>
          <p:cNvSpPr/>
          <p:nvPr/>
        </p:nvSpPr>
        <p:spPr>
          <a:xfrm>
            <a:off x="7096125" y="4629150"/>
            <a:ext cx="0" cy="7620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7225A700-F3C1-22E6-17D2-1C78E5A4DDF4}"/>
              </a:ext>
            </a:extLst>
          </p:cNvPr>
          <p:cNvSpPr/>
          <p:nvPr/>
        </p:nvSpPr>
        <p:spPr>
          <a:xfrm>
            <a:off x="7096125" y="5391150"/>
            <a:ext cx="199072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5F9FF271-E8B4-368C-0007-101BC6254D68}"/>
              </a:ext>
            </a:extLst>
          </p:cNvPr>
          <p:cNvSpPr/>
          <p:nvPr/>
        </p:nvSpPr>
        <p:spPr>
          <a:xfrm flipV="1">
            <a:off x="9086850" y="1009650"/>
            <a:ext cx="0" cy="43815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>
            <a:extLst>
              <a:ext uri="{FF2B5EF4-FFF2-40B4-BE49-F238E27FC236}">
                <a16:creationId xmlns:a16="http://schemas.microsoft.com/office/drawing/2014/main" id="{A6325057-C0D3-8D2E-86D4-800927A1D1B4}"/>
              </a:ext>
            </a:extLst>
          </p:cNvPr>
          <p:cNvSpPr/>
          <p:nvPr/>
        </p:nvSpPr>
        <p:spPr>
          <a:xfrm>
            <a:off x="9086850" y="1009650"/>
            <a:ext cx="86677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CC11618A-259A-10FA-BDCD-D0CE18B4F797}"/>
              </a:ext>
            </a:extLst>
          </p:cNvPr>
          <p:cNvSpPr/>
          <p:nvPr/>
        </p:nvSpPr>
        <p:spPr>
          <a:xfrm>
            <a:off x="9953625" y="1009650"/>
            <a:ext cx="0" cy="2286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>
            <a:extLst>
              <a:ext uri="{FF2B5EF4-FFF2-40B4-BE49-F238E27FC236}">
                <a16:creationId xmlns:a16="http://schemas.microsoft.com/office/drawing/2014/main" id="{9E191333-D266-5D44-772A-5DBBE3929B08}"/>
              </a:ext>
            </a:extLst>
          </p:cNvPr>
          <p:cNvSpPr/>
          <p:nvPr/>
        </p:nvSpPr>
        <p:spPr>
          <a:xfrm>
            <a:off x="9172575" y="1238250"/>
            <a:ext cx="1562100" cy="22860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7">
            <a:extLst>
              <a:ext uri="{FF2B5EF4-FFF2-40B4-BE49-F238E27FC236}">
                <a16:creationId xmlns:a16="http://schemas.microsoft.com/office/drawing/2014/main" id="{C2F4C329-DC57-5877-6033-752775C0451B}"/>
              </a:ext>
            </a:extLst>
          </p:cNvPr>
          <p:cNvSpPr/>
          <p:nvPr/>
        </p:nvSpPr>
        <p:spPr>
          <a:xfrm>
            <a:off x="91725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250" dirty="0"/>
          </a:p>
        </p:txBody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D96E1643-B1C5-42A1-C174-47227ABBE8E1}"/>
              </a:ext>
            </a:extLst>
          </p:cNvPr>
          <p:cNvSpPr/>
          <p:nvPr/>
        </p:nvSpPr>
        <p:spPr>
          <a:xfrm>
            <a:off x="9172575" y="1466850"/>
            <a:ext cx="1562100" cy="400050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9">
            <a:extLst>
              <a:ext uri="{FF2B5EF4-FFF2-40B4-BE49-F238E27FC236}">
                <a16:creationId xmlns:a16="http://schemas.microsoft.com/office/drawing/2014/main" id="{A12221CD-0C69-59E6-DFF7-CAE9249DDEB6}"/>
              </a:ext>
            </a:extLst>
          </p:cNvPr>
          <p:cNvSpPr/>
          <p:nvPr/>
        </p:nvSpPr>
        <p:spPr>
          <a:xfrm>
            <a:off x="92106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112" name="Shape 110">
            <a:extLst>
              <a:ext uri="{FF2B5EF4-FFF2-40B4-BE49-F238E27FC236}">
                <a16:creationId xmlns:a16="http://schemas.microsoft.com/office/drawing/2014/main" id="{54935D37-9714-8A8D-AECD-4D33F7DB1C83}"/>
              </a:ext>
            </a:extLst>
          </p:cNvPr>
          <p:cNvSpPr/>
          <p:nvPr/>
        </p:nvSpPr>
        <p:spPr>
          <a:xfrm>
            <a:off x="9953625" y="1866900"/>
            <a:ext cx="0" cy="762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31921E3B-64F5-7CE3-DA03-7FDBD4287BBF}"/>
              </a:ext>
            </a:extLst>
          </p:cNvPr>
          <p:cNvSpPr/>
          <p:nvPr/>
        </p:nvSpPr>
        <p:spPr>
          <a:xfrm>
            <a:off x="9458325" y="19431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112">
            <a:extLst>
              <a:ext uri="{FF2B5EF4-FFF2-40B4-BE49-F238E27FC236}">
                <a16:creationId xmlns:a16="http://schemas.microsoft.com/office/drawing/2014/main" id="{AD8CB525-760C-7A2C-6861-48E364DCA9AC}"/>
              </a:ext>
            </a:extLst>
          </p:cNvPr>
          <p:cNvSpPr/>
          <p:nvPr/>
        </p:nvSpPr>
        <p:spPr>
          <a:xfrm>
            <a:off x="9458325" y="19431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115" name="Shape 113">
            <a:extLst>
              <a:ext uri="{FF2B5EF4-FFF2-40B4-BE49-F238E27FC236}">
                <a16:creationId xmlns:a16="http://schemas.microsoft.com/office/drawing/2014/main" id="{2EBEB8E2-22AD-C070-DA42-5200C30D7194}"/>
              </a:ext>
            </a:extLst>
          </p:cNvPr>
          <p:cNvSpPr/>
          <p:nvPr/>
        </p:nvSpPr>
        <p:spPr>
          <a:xfrm>
            <a:off x="9953625" y="2400300"/>
            <a:ext cx="0" cy="1524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Text 114">
            <a:extLst>
              <a:ext uri="{FF2B5EF4-FFF2-40B4-BE49-F238E27FC236}">
                <a16:creationId xmlns:a16="http://schemas.microsoft.com/office/drawing/2014/main" id="{9D7358AF-82AB-9E9F-5BDE-9BF9BD0E2EF9}"/>
              </a:ext>
            </a:extLst>
          </p:cNvPr>
          <p:cNvSpPr/>
          <p:nvPr/>
        </p:nvSpPr>
        <p:spPr>
          <a:xfrm>
            <a:off x="99726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17" name="Shape 115">
            <a:extLst>
              <a:ext uri="{FF2B5EF4-FFF2-40B4-BE49-F238E27FC236}">
                <a16:creationId xmlns:a16="http://schemas.microsoft.com/office/drawing/2014/main" id="{7EFB2B9B-3989-D37E-3317-CBE59EA40AAF}"/>
              </a:ext>
            </a:extLst>
          </p:cNvPr>
          <p:cNvSpPr/>
          <p:nvPr/>
        </p:nvSpPr>
        <p:spPr>
          <a:xfrm>
            <a:off x="9363075" y="2552700"/>
            <a:ext cx="1181100" cy="6096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Text 116">
            <a:extLst>
              <a:ext uri="{FF2B5EF4-FFF2-40B4-BE49-F238E27FC236}">
                <a16:creationId xmlns:a16="http://schemas.microsoft.com/office/drawing/2014/main" id="{C58AA1A4-1A72-EBFB-9C50-C310CFD84A97}"/>
              </a:ext>
            </a:extLst>
          </p:cNvPr>
          <p:cNvSpPr/>
          <p:nvPr/>
        </p:nvSpPr>
        <p:spPr>
          <a:xfrm>
            <a:off x="9363075" y="2552700"/>
            <a:ext cx="118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1000" dirty="0"/>
          </a:p>
        </p:txBody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19299143-95A8-5EF2-E4DA-89DF33454F6A}"/>
              </a:ext>
            </a:extLst>
          </p:cNvPr>
          <p:cNvSpPr/>
          <p:nvPr/>
        </p:nvSpPr>
        <p:spPr>
          <a:xfrm>
            <a:off x="10448925" y="2171700"/>
            <a:ext cx="1304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Text 118">
            <a:extLst>
              <a:ext uri="{FF2B5EF4-FFF2-40B4-BE49-F238E27FC236}">
                <a16:creationId xmlns:a16="http://schemas.microsoft.com/office/drawing/2014/main" id="{ADEEDF93-362F-C5D5-8ACB-927AA70AFA2E}"/>
              </a:ext>
            </a:extLst>
          </p:cNvPr>
          <p:cNvSpPr/>
          <p:nvPr/>
        </p:nvSpPr>
        <p:spPr>
          <a:xfrm>
            <a:off x="104870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879388E8-0ED6-00B2-0A41-B72C16061FB4}"/>
              </a:ext>
            </a:extLst>
          </p:cNvPr>
          <p:cNvSpPr/>
          <p:nvPr/>
        </p:nvSpPr>
        <p:spPr>
          <a:xfrm>
            <a:off x="10544175" y="2857500"/>
            <a:ext cx="1619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Text 120">
            <a:extLst>
              <a:ext uri="{FF2B5EF4-FFF2-40B4-BE49-F238E27FC236}">
                <a16:creationId xmlns:a16="http://schemas.microsoft.com/office/drawing/2014/main" id="{045C95AB-8816-D378-6AF5-DD575B952EC4}"/>
              </a:ext>
            </a:extLst>
          </p:cNvPr>
          <p:cNvSpPr/>
          <p:nvPr/>
        </p:nvSpPr>
        <p:spPr>
          <a:xfrm>
            <a:off x="10553700" y="287655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FEE0D099-B1B3-9AFB-0FE5-4C40EE649509}"/>
              </a:ext>
            </a:extLst>
          </p:cNvPr>
          <p:cNvSpPr/>
          <p:nvPr/>
        </p:nvSpPr>
        <p:spPr>
          <a:xfrm>
            <a:off x="10706100" y="2647950"/>
            <a:ext cx="99060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2">
            <a:extLst>
              <a:ext uri="{FF2B5EF4-FFF2-40B4-BE49-F238E27FC236}">
                <a16:creationId xmlns:a16="http://schemas.microsoft.com/office/drawing/2014/main" id="{839D6AF4-1DAA-2ECA-E25B-B2167CF95BF5}"/>
              </a:ext>
            </a:extLst>
          </p:cNvPr>
          <p:cNvSpPr/>
          <p:nvPr/>
        </p:nvSpPr>
        <p:spPr>
          <a:xfrm>
            <a:off x="10725150" y="264795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900" dirty="0"/>
          </a:p>
        </p:txBody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D7C8D1DF-485F-8754-4EDE-6915B90AB4FF}"/>
              </a:ext>
            </a:extLst>
          </p:cNvPr>
          <p:cNvSpPr/>
          <p:nvPr/>
        </p:nvSpPr>
        <p:spPr>
          <a:xfrm>
            <a:off x="11696700" y="2857500"/>
            <a:ext cx="5715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124">
            <a:extLst>
              <a:ext uri="{FF2B5EF4-FFF2-40B4-BE49-F238E27FC236}">
                <a16:creationId xmlns:a16="http://schemas.microsoft.com/office/drawing/2014/main" id="{38EC332A-C830-268F-49FC-4A6D76EBCBDC}"/>
              </a:ext>
            </a:extLst>
          </p:cNvPr>
          <p:cNvSpPr/>
          <p:nvPr/>
        </p:nvSpPr>
        <p:spPr>
          <a:xfrm>
            <a:off x="9953625" y="3162300"/>
            <a:ext cx="0" cy="17145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125">
            <a:extLst>
              <a:ext uri="{FF2B5EF4-FFF2-40B4-BE49-F238E27FC236}">
                <a16:creationId xmlns:a16="http://schemas.microsoft.com/office/drawing/2014/main" id="{427820B5-7D76-570D-B0EC-F98DB99A6E03}"/>
              </a:ext>
            </a:extLst>
          </p:cNvPr>
          <p:cNvSpPr/>
          <p:nvPr/>
        </p:nvSpPr>
        <p:spPr>
          <a:xfrm>
            <a:off x="9972675" y="3181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128" name="Shape 126">
            <a:extLst>
              <a:ext uri="{FF2B5EF4-FFF2-40B4-BE49-F238E27FC236}">
                <a16:creationId xmlns:a16="http://schemas.microsoft.com/office/drawing/2014/main" id="{BCC7ABA0-33D2-9FA9-4F82-FD92B3B465F9}"/>
              </a:ext>
            </a:extLst>
          </p:cNvPr>
          <p:cNvSpPr/>
          <p:nvPr/>
        </p:nvSpPr>
        <p:spPr>
          <a:xfrm>
            <a:off x="9286875" y="3333750"/>
            <a:ext cx="1333500" cy="32385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127">
            <a:extLst>
              <a:ext uri="{FF2B5EF4-FFF2-40B4-BE49-F238E27FC236}">
                <a16:creationId xmlns:a16="http://schemas.microsoft.com/office/drawing/2014/main" id="{BAF92F8C-A149-F176-8032-65A3780FDC73}"/>
              </a:ext>
            </a:extLst>
          </p:cNvPr>
          <p:cNvSpPr/>
          <p:nvPr/>
        </p:nvSpPr>
        <p:spPr>
          <a:xfrm>
            <a:off x="9305925" y="3333750"/>
            <a:ext cx="129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← 1</a:t>
            </a:r>
            <a:endParaRPr lang="en-US" sz="950" dirty="0"/>
          </a:p>
        </p:txBody>
      </p:sp>
      <p:sp>
        <p:nvSpPr>
          <p:cNvPr id="130" name="Shape 128">
            <a:extLst>
              <a:ext uri="{FF2B5EF4-FFF2-40B4-BE49-F238E27FC236}">
                <a16:creationId xmlns:a16="http://schemas.microsoft.com/office/drawing/2014/main" id="{E68DBF77-279B-E75F-F4CD-96134D0B4564}"/>
              </a:ext>
            </a:extLst>
          </p:cNvPr>
          <p:cNvSpPr/>
          <p:nvPr/>
        </p:nvSpPr>
        <p:spPr>
          <a:xfrm flipV="1">
            <a:off x="11753850" y="1123950"/>
            <a:ext cx="0" cy="173355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>
            <a:extLst>
              <a:ext uri="{FF2B5EF4-FFF2-40B4-BE49-F238E27FC236}">
                <a16:creationId xmlns:a16="http://schemas.microsoft.com/office/drawing/2014/main" id="{C2DA78F9-94A2-BD0C-63B5-374E67A852B0}"/>
              </a:ext>
            </a:extLst>
          </p:cNvPr>
          <p:cNvSpPr/>
          <p:nvPr/>
        </p:nvSpPr>
        <p:spPr>
          <a:xfrm flipH="1">
            <a:off x="9953625" y="1123950"/>
            <a:ext cx="180022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>
            <a:extLst>
              <a:ext uri="{FF2B5EF4-FFF2-40B4-BE49-F238E27FC236}">
                <a16:creationId xmlns:a16="http://schemas.microsoft.com/office/drawing/2014/main" id="{55C470CB-8E6F-3C77-3121-CABB09B6AE66}"/>
              </a:ext>
            </a:extLst>
          </p:cNvPr>
          <p:cNvSpPr/>
          <p:nvPr/>
        </p:nvSpPr>
        <p:spPr>
          <a:xfrm>
            <a:off x="9920288" y="109061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>
            <a:extLst>
              <a:ext uri="{FF2B5EF4-FFF2-40B4-BE49-F238E27FC236}">
                <a16:creationId xmlns:a16="http://schemas.microsoft.com/office/drawing/2014/main" id="{6FB36F5A-BD7F-E63A-2306-2B68B5782229}"/>
              </a:ext>
            </a:extLst>
          </p:cNvPr>
          <p:cNvSpPr/>
          <p:nvPr/>
        </p:nvSpPr>
        <p:spPr>
          <a:xfrm>
            <a:off x="11720513" y="2138363"/>
            <a:ext cx="66675" cy="66675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>
            <a:extLst>
              <a:ext uri="{FF2B5EF4-FFF2-40B4-BE49-F238E27FC236}">
                <a16:creationId xmlns:a16="http://schemas.microsoft.com/office/drawing/2014/main" id="{3D1724BE-4A2C-B034-2F96-E30C21CA6391}"/>
              </a:ext>
            </a:extLst>
          </p:cNvPr>
          <p:cNvSpPr/>
          <p:nvPr/>
        </p:nvSpPr>
        <p:spPr>
          <a:xfrm>
            <a:off x="9953625" y="3657600"/>
            <a:ext cx="0" cy="205740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>
            <a:extLst>
              <a:ext uri="{FF2B5EF4-FFF2-40B4-BE49-F238E27FC236}">
                <a16:creationId xmlns:a16="http://schemas.microsoft.com/office/drawing/2014/main" id="{0525CD52-373E-4E9A-E682-DB1B01252C88}"/>
              </a:ext>
            </a:extLst>
          </p:cNvPr>
          <p:cNvSpPr/>
          <p:nvPr/>
        </p:nvSpPr>
        <p:spPr>
          <a:xfrm flipH="1">
            <a:off x="514350" y="5715000"/>
            <a:ext cx="943927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>
            <a:extLst>
              <a:ext uri="{FF2B5EF4-FFF2-40B4-BE49-F238E27FC236}">
                <a16:creationId xmlns:a16="http://schemas.microsoft.com/office/drawing/2014/main" id="{748BF39D-CA25-5DC2-2E91-F0168E13ECF5}"/>
              </a:ext>
            </a:extLst>
          </p:cNvPr>
          <p:cNvSpPr/>
          <p:nvPr/>
        </p:nvSpPr>
        <p:spPr>
          <a:xfrm flipV="1">
            <a:off x="514350" y="1009650"/>
            <a:ext cx="0" cy="470535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AC56E2D9-620D-6270-0E9F-0E783EEAFDFA}"/>
              </a:ext>
            </a:extLst>
          </p:cNvPr>
          <p:cNvSpPr/>
          <p:nvPr/>
        </p:nvSpPr>
        <p:spPr>
          <a:xfrm>
            <a:off x="514350" y="1009650"/>
            <a:ext cx="866775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Text 136">
            <a:extLst>
              <a:ext uri="{FF2B5EF4-FFF2-40B4-BE49-F238E27FC236}">
                <a16:creationId xmlns:a16="http://schemas.microsoft.com/office/drawing/2014/main" id="{91BC0323-B20E-A89F-BE6E-8658890D1B7D}"/>
              </a:ext>
            </a:extLst>
          </p:cNvPr>
          <p:cNvSpPr/>
          <p:nvPr/>
        </p:nvSpPr>
        <p:spPr>
          <a:xfrm>
            <a:off x="14859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fall 검출</a:t>
            </a:r>
            <a:endParaRPr lang="en-US" sz="1050" dirty="0"/>
          </a:p>
        </p:txBody>
      </p:sp>
      <p:sp>
        <p:nvSpPr>
          <p:cNvPr id="139" name="Text 137">
            <a:extLst>
              <a:ext uri="{FF2B5EF4-FFF2-40B4-BE49-F238E27FC236}">
                <a16:creationId xmlns:a16="http://schemas.microsoft.com/office/drawing/2014/main" id="{C446607C-B5F5-1401-E631-76341B73A248}"/>
              </a:ext>
            </a:extLst>
          </p:cNvPr>
          <p:cNvSpPr/>
          <p:nvPr/>
        </p:nvSpPr>
        <p:spPr>
          <a:xfrm>
            <a:off x="43434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tick · 52.08 µs</a:t>
            </a:r>
            <a:endParaRPr lang="en-US" sz="1050" dirty="0"/>
          </a:p>
        </p:txBody>
      </p:sp>
      <p:sp>
        <p:nvSpPr>
          <p:cNvPr id="140" name="Text 138">
            <a:extLst>
              <a:ext uri="{FF2B5EF4-FFF2-40B4-BE49-F238E27FC236}">
                <a16:creationId xmlns:a16="http://schemas.microsoft.com/office/drawing/2014/main" id="{36DEE19A-3769-CE8A-CAEF-1E08D9359871}"/>
              </a:ext>
            </a:extLst>
          </p:cNvPr>
          <p:cNvSpPr/>
          <p:nvPr/>
        </p:nvSpPr>
        <p:spPr>
          <a:xfrm>
            <a:off x="72009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× 8 · 833.28 µs</a:t>
            </a:r>
            <a:endParaRPr lang="en-US" sz="1050" dirty="0"/>
          </a:p>
        </p:txBody>
      </p:sp>
      <p:sp>
        <p:nvSpPr>
          <p:cNvPr id="141" name="Text 139">
            <a:extLst>
              <a:ext uri="{FF2B5EF4-FFF2-40B4-BE49-F238E27FC236}">
                <a16:creationId xmlns:a16="http://schemas.microsoft.com/office/drawing/2014/main" id="{D7688E9D-EC6B-53E2-D6D3-7AF187E34C0E}"/>
              </a:ext>
            </a:extLst>
          </p:cNvPr>
          <p:cNvSpPr/>
          <p:nvPr/>
        </p:nvSpPr>
        <p:spPr>
          <a:xfrm>
            <a:off x="100584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· 104.16 µs</a:t>
            </a:r>
            <a:endParaRPr lang="en-US" sz="1050" dirty="0"/>
          </a:p>
        </p:txBody>
      </p:sp>
      <p:sp>
        <p:nvSpPr>
          <p:cNvPr id="142" name="Shape 140">
            <a:extLst>
              <a:ext uri="{FF2B5EF4-FFF2-40B4-BE49-F238E27FC236}">
                <a16:creationId xmlns:a16="http://schemas.microsoft.com/office/drawing/2014/main" id="{20A4FA0F-BE8C-BE4B-D770-27B17512649E}"/>
              </a:ext>
            </a:extLst>
          </p:cNvPr>
          <p:cNvSpPr/>
          <p:nvPr/>
        </p:nvSpPr>
        <p:spPr>
          <a:xfrm>
            <a:off x="381000" y="5886450"/>
            <a:ext cx="11430000" cy="51435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141">
            <a:extLst>
              <a:ext uri="{FF2B5EF4-FFF2-40B4-BE49-F238E27FC236}">
                <a16:creationId xmlns:a16="http://schemas.microsoft.com/office/drawing/2014/main" id="{2AEFF0B8-DFEF-8869-207C-8E9CF491F94A}"/>
              </a:ext>
            </a:extLst>
          </p:cNvPr>
          <p:cNvSpPr/>
          <p:nvPr/>
        </p:nvSpPr>
        <p:spPr>
          <a:xfrm>
            <a:off x="571500" y="5981700"/>
            <a:ext cx="381000" cy="9525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>
            <a:extLst>
              <a:ext uri="{FF2B5EF4-FFF2-40B4-BE49-F238E27FC236}">
                <a16:creationId xmlns:a16="http://schemas.microsoft.com/office/drawing/2014/main" id="{D574EC7E-930D-54F2-1DD3-0F48495193BA}"/>
              </a:ext>
            </a:extLst>
          </p:cNvPr>
          <p:cNvSpPr/>
          <p:nvPr/>
        </p:nvSpPr>
        <p:spPr>
          <a:xfrm>
            <a:off x="571500" y="6076950"/>
            <a:ext cx="381000" cy="152400"/>
          </a:xfrm>
          <a:prstGeom prst="rect">
            <a:avLst/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Text 143">
            <a:extLst>
              <a:ext uri="{FF2B5EF4-FFF2-40B4-BE49-F238E27FC236}">
                <a16:creationId xmlns:a16="http://schemas.microsoft.com/office/drawing/2014/main" id="{883B8AC0-C26C-F532-250D-BAEBC862B066}"/>
              </a:ext>
            </a:extLst>
          </p:cNvPr>
          <p:cNvSpPr/>
          <p:nvPr/>
        </p:nvSpPr>
        <p:spPr>
          <a:xfrm>
            <a:off x="1028700" y="5981700"/>
            <a:ext cx="228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box (무조건 동작)</a:t>
            </a:r>
            <a:endParaRPr lang="en-US" sz="1100" dirty="0"/>
          </a:p>
        </p:txBody>
      </p:sp>
      <p:sp>
        <p:nvSpPr>
          <p:cNvPr id="146" name="Shape 144">
            <a:extLst>
              <a:ext uri="{FF2B5EF4-FFF2-40B4-BE49-F238E27FC236}">
                <a16:creationId xmlns:a16="http://schemas.microsoft.com/office/drawing/2014/main" id="{1833FDD0-C742-47F8-A17E-2121E6AA7853}"/>
              </a:ext>
            </a:extLst>
          </p:cNvPr>
          <p:cNvSpPr/>
          <p:nvPr/>
        </p:nvSpPr>
        <p:spPr>
          <a:xfrm>
            <a:off x="3429000" y="5972175"/>
            <a:ext cx="381000" cy="2667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Text 145">
            <a:extLst>
              <a:ext uri="{FF2B5EF4-FFF2-40B4-BE49-F238E27FC236}">
                <a16:creationId xmlns:a16="http://schemas.microsoft.com/office/drawing/2014/main" id="{63990952-C101-7575-0987-7E0B0445FAA7}"/>
              </a:ext>
            </a:extLst>
          </p:cNvPr>
          <p:cNvSpPr/>
          <p:nvPr/>
        </p:nvSpPr>
        <p:spPr>
          <a:xfrm>
            <a:off x="3886200" y="5981700"/>
            <a:ext cx="1047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box</a:t>
            </a:r>
            <a:endParaRPr lang="en-US" sz="1100" dirty="0"/>
          </a:p>
        </p:txBody>
      </p:sp>
      <p:sp>
        <p:nvSpPr>
          <p:cNvPr id="148" name="Shape 146">
            <a:extLst>
              <a:ext uri="{FF2B5EF4-FFF2-40B4-BE49-F238E27FC236}">
                <a16:creationId xmlns:a16="http://schemas.microsoft.com/office/drawing/2014/main" id="{093FE6EF-69EF-93ED-52FE-29EDD88D306B}"/>
              </a:ext>
            </a:extLst>
          </p:cNvPr>
          <p:cNvSpPr/>
          <p:nvPr/>
        </p:nvSpPr>
        <p:spPr>
          <a:xfrm>
            <a:off x="4991100" y="6010275"/>
            <a:ext cx="4191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Text 147">
            <a:extLst>
              <a:ext uri="{FF2B5EF4-FFF2-40B4-BE49-F238E27FC236}">
                <a16:creationId xmlns:a16="http://schemas.microsoft.com/office/drawing/2014/main" id="{3C25CB18-BE0B-433F-E342-F8B6D379FB87}"/>
              </a:ext>
            </a:extLst>
          </p:cNvPr>
          <p:cNvSpPr/>
          <p:nvPr/>
        </p:nvSpPr>
        <p:spPr>
          <a:xfrm>
            <a:off x="5486400" y="5981700"/>
            <a:ext cx="161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 output box</a:t>
            </a:r>
            <a:endParaRPr lang="en-US" sz="1100" dirty="0"/>
          </a:p>
        </p:txBody>
      </p:sp>
      <p:sp>
        <p:nvSpPr>
          <p:cNvPr id="150" name="Shape 148">
            <a:extLst>
              <a:ext uri="{FF2B5EF4-FFF2-40B4-BE49-F238E27FC236}">
                <a16:creationId xmlns:a16="http://schemas.microsoft.com/office/drawing/2014/main" id="{469781F9-11E7-9F4B-E7A8-03164EDB87EB}"/>
              </a:ext>
            </a:extLst>
          </p:cNvPr>
          <p:cNvSpPr/>
          <p:nvPr/>
        </p:nvSpPr>
        <p:spPr>
          <a:xfrm>
            <a:off x="7219950" y="6067425"/>
            <a:ext cx="76200" cy="76200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" name="Text 149">
            <a:extLst>
              <a:ext uri="{FF2B5EF4-FFF2-40B4-BE49-F238E27FC236}">
                <a16:creationId xmlns:a16="http://schemas.microsoft.com/office/drawing/2014/main" id="{24B39709-E604-E1D2-95E2-65122AE7CF9A}"/>
              </a:ext>
            </a:extLst>
          </p:cNvPr>
          <p:cNvSpPr/>
          <p:nvPr/>
        </p:nvSpPr>
        <p:spPr>
          <a:xfrm>
            <a:off x="7353300" y="5981700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merge</a:t>
            </a:r>
            <a:endParaRPr lang="en-US" sz="1100" dirty="0"/>
          </a:p>
        </p:txBody>
      </p:sp>
      <p:sp>
        <p:nvSpPr>
          <p:cNvPr id="152" name="Text 150">
            <a:extLst>
              <a:ext uri="{FF2B5EF4-FFF2-40B4-BE49-F238E27FC236}">
                <a16:creationId xmlns:a16="http://schemas.microsoft.com/office/drawing/2014/main" id="{749073F0-7CEA-64AF-32C3-4DDCC8E2384F}"/>
              </a:ext>
            </a:extLst>
          </p:cNvPr>
          <p:cNvSpPr/>
          <p:nvPr/>
        </p:nvSpPr>
        <p:spPr>
          <a:xfrm>
            <a:off x="8382000" y="5981700"/>
            <a:ext cx="3333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 다음 clock edge 갱신   ·   T / F  조건 참 / 거짓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12798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ASM Chart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uart_tx ASM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uart_tx ASM: Hold Each Bit for 16 Ticks, LSB First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81125" y="1009650"/>
            <a:ext cx="0" cy="2286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00075" y="1238250"/>
            <a:ext cx="1562100" cy="2286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000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0075" y="1466850"/>
            <a:ext cx="1562100" cy="40005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381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1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tx_busy ← 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81125" y="1866900"/>
            <a:ext cx="0" cy="762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47725" y="1943100"/>
            <a:ext cx="10668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47725" y="1943100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tx_start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14525" y="2171700"/>
            <a:ext cx="12668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9526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V="1">
            <a:off x="3181350" y="1123950"/>
            <a:ext cx="0" cy="104775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 flipH="1">
            <a:off x="1381125" y="1123950"/>
            <a:ext cx="18002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347788" y="109061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381125" y="2400300"/>
            <a:ext cx="0" cy="24765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4001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9125" y="2647950"/>
            <a:ext cx="1524000" cy="5334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38175" y="2647950"/>
            <a:ext cx="1485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 ← 0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 tx_data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381125" y="3181350"/>
            <a:ext cx="0" cy="22098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81125" y="5391150"/>
            <a:ext cx="199072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 flipV="1">
            <a:off x="3371850" y="1009650"/>
            <a:ext cx="0" cy="43815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371850" y="1009650"/>
            <a:ext cx="86677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381125" y="876300"/>
            <a:ext cx="0" cy="13335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00125" y="83820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38625" y="1009650"/>
            <a:ext cx="0" cy="2286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457575" y="1238250"/>
            <a:ext cx="1562100" cy="2286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4575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457575" y="1466850"/>
            <a:ext cx="1562100" cy="40005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4956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0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tx_busy ← 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38625" y="1866900"/>
            <a:ext cx="0" cy="762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3743325" y="19431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3743325" y="19431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38625" y="2400300"/>
            <a:ext cx="0" cy="1524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2576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48075" y="2552700"/>
            <a:ext cx="1181100" cy="6096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648075" y="2552700"/>
            <a:ext cx="118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33925" y="2171700"/>
            <a:ext cx="13049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7720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29175" y="2857500"/>
            <a:ext cx="1619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838700" y="287655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91100" y="2647950"/>
            <a:ext cx="99060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5010150" y="264795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81700" y="2857500"/>
            <a:ext cx="5715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4238625" y="3162300"/>
            <a:ext cx="0" cy="17145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257675" y="3181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571875" y="3333750"/>
            <a:ext cx="1333500" cy="32385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3590925" y="3333750"/>
            <a:ext cx="129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 flipV="1">
            <a:off x="6038850" y="1123950"/>
            <a:ext cx="0" cy="173355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 flipH="1">
            <a:off x="4238625" y="1123950"/>
            <a:ext cx="18002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4205288" y="109061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6005513" y="213836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4238625" y="3657600"/>
            <a:ext cx="0" cy="173355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4238625" y="5391150"/>
            <a:ext cx="199072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 flipV="1">
            <a:off x="6229350" y="1009650"/>
            <a:ext cx="0" cy="43815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229350" y="1009650"/>
            <a:ext cx="86677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7096125" y="1009650"/>
            <a:ext cx="0" cy="2286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6315075" y="1238250"/>
            <a:ext cx="1562100" cy="2286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63150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6315075" y="1466850"/>
            <a:ext cx="1562100" cy="40005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63531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data_reg[0]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096125" y="1866900"/>
            <a:ext cx="0" cy="762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6600825" y="19431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6600825" y="19431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096125" y="2400300"/>
            <a:ext cx="0" cy="1524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71151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505575" y="2552700"/>
            <a:ext cx="1181100" cy="6096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6505575" y="2552700"/>
            <a:ext cx="118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591425" y="2171700"/>
            <a:ext cx="13049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76295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686675" y="2857500"/>
            <a:ext cx="1619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7696200" y="287655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848600" y="2647950"/>
            <a:ext cx="99060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7867650" y="264795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839200" y="2857500"/>
            <a:ext cx="5715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7096125" y="3162300"/>
            <a:ext cx="0" cy="17145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7115175" y="3181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429375" y="3333750"/>
            <a:ext cx="1333500" cy="32385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6448425" y="3333750"/>
            <a:ext cx="129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096125" y="3657600"/>
            <a:ext cx="0" cy="17145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6505575" y="3829050"/>
            <a:ext cx="1181100" cy="5715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6505575" y="3829050"/>
            <a:ext cx="1181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7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686675" y="4114800"/>
            <a:ext cx="51435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8201025" y="4114800"/>
            <a:ext cx="0" cy="40005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7696200" y="396240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581900" y="4514850"/>
            <a:ext cx="1238250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7600950" y="4514850"/>
            <a:ext cx="12001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{0, data_reg[7:1]}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 ←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 + 1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8820150" y="4838700"/>
            <a:ext cx="7620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 flipV="1">
            <a:off x="8896350" y="1123950"/>
            <a:ext cx="0" cy="371475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 flipH="1">
            <a:off x="7096125" y="1123950"/>
            <a:ext cx="18002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7062788" y="109061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8863013" y="213836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8863013" y="282416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/>
          <p:nvPr/>
        </p:nvSpPr>
        <p:spPr>
          <a:xfrm>
            <a:off x="7115175" y="44196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096125" y="4400550"/>
            <a:ext cx="0" cy="9906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7096125" y="5391150"/>
            <a:ext cx="199072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 flipV="1">
            <a:off x="9086850" y="1009650"/>
            <a:ext cx="0" cy="43815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9086850" y="1009650"/>
            <a:ext cx="86677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>
            <a:off x="9953625" y="1009650"/>
            <a:ext cx="0" cy="2286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9172575" y="1238250"/>
            <a:ext cx="1562100" cy="2286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4"/>
          <p:cNvSpPr/>
          <p:nvPr/>
        </p:nvSpPr>
        <p:spPr>
          <a:xfrm>
            <a:off x="9172575" y="12382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250" dirty="0"/>
          </a:p>
        </p:txBody>
      </p:sp>
      <p:sp>
        <p:nvSpPr>
          <p:cNvPr id="107" name="Shape 105"/>
          <p:cNvSpPr/>
          <p:nvPr/>
        </p:nvSpPr>
        <p:spPr>
          <a:xfrm>
            <a:off x="9172575" y="1466850"/>
            <a:ext cx="1562100" cy="40005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06"/>
          <p:cNvSpPr/>
          <p:nvPr/>
        </p:nvSpPr>
        <p:spPr>
          <a:xfrm>
            <a:off x="9210675" y="1466850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1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9953625" y="1866900"/>
            <a:ext cx="0" cy="762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9458325" y="1943100"/>
            <a:ext cx="99060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9"/>
          <p:cNvSpPr/>
          <p:nvPr/>
        </p:nvSpPr>
        <p:spPr>
          <a:xfrm>
            <a:off x="9458325" y="1943100"/>
            <a:ext cx="99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9953625" y="2400300"/>
            <a:ext cx="0" cy="1524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1"/>
          <p:cNvSpPr/>
          <p:nvPr/>
        </p:nvSpPr>
        <p:spPr>
          <a:xfrm>
            <a:off x="9972675" y="2419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9363075" y="2552700"/>
            <a:ext cx="1181100" cy="6096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3"/>
          <p:cNvSpPr/>
          <p:nvPr/>
        </p:nvSpPr>
        <p:spPr>
          <a:xfrm>
            <a:off x="9363075" y="2552700"/>
            <a:ext cx="118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10448925" y="2171700"/>
            <a:ext cx="13049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5"/>
          <p:cNvSpPr/>
          <p:nvPr/>
        </p:nvSpPr>
        <p:spPr>
          <a:xfrm>
            <a:off x="10487025" y="201930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10544175" y="2857500"/>
            <a:ext cx="1619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Text 117"/>
          <p:cNvSpPr/>
          <p:nvPr/>
        </p:nvSpPr>
        <p:spPr>
          <a:xfrm>
            <a:off x="10553700" y="2876550"/>
            <a:ext cx="13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10706100" y="2647950"/>
            <a:ext cx="99060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9"/>
          <p:cNvSpPr/>
          <p:nvPr/>
        </p:nvSpPr>
        <p:spPr>
          <a:xfrm>
            <a:off x="10725150" y="264795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11696700" y="2857500"/>
            <a:ext cx="5715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9953625" y="3162300"/>
            <a:ext cx="0" cy="17145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2"/>
          <p:cNvSpPr/>
          <p:nvPr/>
        </p:nvSpPr>
        <p:spPr>
          <a:xfrm>
            <a:off x="9972675" y="3181350"/>
            <a:ext cx="19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9286875" y="3333750"/>
            <a:ext cx="1333500" cy="32385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Text 124"/>
          <p:cNvSpPr/>
          <p:nvPr/>
        </p:nvSpPr>
        <p:spPr>
          <a:xfrm>
            <a:off x="9305925" y="3333750"/>
            <a:ext cx="129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 flipV="1">
            <a:off x="11753850" y="1123950"/>
            <a:ext cx="0" cy="173355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6"/>
          <p:cNvSpPr/>
          <p:nvPr/>
        </p:nvSpPr>
        <p:spPr>
          <a:xfrm flipH="1">
            <a:off x="9953625" y="1123950"/>
            <a:ext cx="180022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>
            <a:off x="9920288" y="109061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128"/>
          <p:cNvSpPr/>
          <p:nvPr/>
        </p:nvSpPr>
        <p:spPr>
          <a:xfrm>
            <a:off x="11720513" y="2138363"/>
            <a:ext cx="66675" cy="66675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/>
          <p:cNvSpPr/>
          <p:nvPr/>
        </p:nvSpPr>
        <p:spPr>
          <a:xfrm>
            <a:off x="9953625" y="3657600"/>
            <a:ext cx="0" cy="20574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 flipH="1">
            <a:off x="514350" y="5715000"/>
            <a:ext cx="943927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 flipV="1">
            <a:off x="514350" y="1009650"/>
            <a:ext cx="0" cy="470535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>
            <a:off x="514350" y="1009650"/>
            <a:ext cx="866775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133"/>
          <p:cNvSpPr/>
          <p:nvPr/>
        </p:nvSpPr>
        <p:spPr>
          <a:xfrm>
            <a:off x="14859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대기</a:t>
            </a:r>
            <a:endParaRPr lang="en-US" sz="1050" dirty="0"/>
          </a:p>
        </p:txBody>
      </p:sp>
      <p:sp>
        <p:nvSpPr>
          <p:cNvPr id="136" name="Text 134"/>
          <p:cNvSpPr/>
          <p:nvPr/>
        </p:nvSpPr>
        <p:spPr>
          <a:xfrm>
            <a:off x="43434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· 104.15 µs</a:t>
            </a:r>
            <a:endParaRPr lang="en-US" sz="1050" dirty="0"/>
          </a:p>
        </p:txBody>
      </p:sp>
      <p:sp>
        <p:nvSpPr>
          <p:cNvPr id="137" name="Text 135"/>
          <p:cNvSpPr/>
          <p:nvPr/>
        </p:nvSpPr>
        <p:spPr>
          <a:xfrm>
            <a:off x="72009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× 8 · 833.28 µs</a:t>
            </a:r>
            <a:endParaRPr lang="en-US" sz="1050" dirty="0"/>
          </a:p>
        </p:txBody>
      </p:sp>
      <p:sp>
        <p:nvSpPr>
          <p:cNvPr id="138" name="Text 136"/>
          <p:cNvSpPr/>
          <p:nvPr/>
        </p:nvSpPr>
        <p:spPr>
          <a:xfrm>
            <a:off x="10058400" y="5467350"/>
            <a:ext cx="1733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· 104.16 µs</a:t>
            </a:r>
            <a:endParaRPr lang="en-US" sz="1050" dirty="0"/>
          </a:p>
        </p:txBody>
      </p:sp>
      <p:sp>
        <p:nvSpPr>
          <p:cNvPr id="139" name="Shape 137"/>
          <p:cNvSpPr/>
          <p:nvPr/>
        </p:nvSpPr>
        <p:spPr>
          <a:xfrm>
            <a:off x="381000" y="5886450"/>
            <a:ext cx="11430000" cy="51435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>
            <a:off x="571500" y="5981700"/>
            <a:ext cx="381000" cy="9525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571500" y="6076950"/>
            <a:ext cx="381000" cy="152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Text 140"/>
          <p:cNvSpPr/>
          <p:nvPr/>
        </p:nvSpPr>
        <p:spPr>
          <a:xfrm>
            <a:off x="1028700" y="5981700"/>
            <a:ext cx="228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box (무조건 동작)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3429000" y="5972175"/>
            <a:ext cx="381000" cy="2667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Text 142"/>
          <p:cNvSpPr/>
          <p:nvPr/>
        </p:nvSpPr>
        <p:spPr>
          <a:xfrm>
            <a:off x="3886200" y="5981700"/>
            <a:ext cx="1047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box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4991100" y="6010275"/>
            <a:ext cx="4191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Text 144"/>
          <p:cNvSpPr/>
          <p:nvPr/>
        </p:nvSpPr>
        <p:spPr>
          <a:xfrm>
            <a:off x="5486400" y="5981700"/>
            <a:ext cx="161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 output box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7219950" y="6067425"/>
            <a:ext cx="76200" cy="762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" name="Text 146"/>
          <p:cNvSpPr/>
          <p:nvPr/>
        </p:nvSpPr>
        <p:spPr>
          <a:xfrm>
            <a:off x="7353300" y="5981700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merge</a:t>
            </a:r>
            <a:endParaRPr lang="en-US" sz="1100" dirty="0"/>
          </a:p>
        </p:txBody>
      </p:sp>
      <p:sp>
        <p:nvSpPr>
          <p:cNvPr id="149" name="Text 147"/>
          <p:cNvSpPr/>
          <p:nvPr/>
        </p:nvSpPr>
        <p:spPr>
          <a:xfrm>
            <a:off x="8382000" y="5981700"/>
            <a:ext cx="3333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 다음 clock edge 갱신   ·   T / F  조건 참 / 거짓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Architecture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Block Diagram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419100"/>
            <a:ext cx="1047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uart_loopback: RX Output Feeds TX Directly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6591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10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95300" y="57054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95300" y="61436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5C6041EB-4A90-4A9B-9029-6A3B0A19B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223613"/>
            <a:ext cx="7249537" cy="5001323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83C8E620-891C-A7B5-200E-0C50CADA17F8}"/>
              </a:ext>
            </a:extLst>
          </p:cNvPr>
          <p:cNvSpPr txBox="1"/>
          <p:nvPr/>
        </p:nvSpPr>
        <p:spPr>
          <a:xfrm>
            <a:off x="7454900" y="2858571"/>
            <a:ext cx="497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 구조로  블록다이어그램 만들어줄 것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F14A795B-EEC8-A90A-86A4-4A959A316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410748"/>
              </p:ext>
            </p:extLst>
          </p:nvPr>
        </p:nvGraphicFramePr>
        <p:xfrm>
          <a:off x="508000" y="1141095"/>
          <a:ext cx="10979150" cy="3365801"/>
        </p:xfrm>
        <a:graphic>
          <a:graphicData uri="http://schemas.openxmlformats.org/drawingml/2006/table">
            <a:tbl>
              <a:tblPr firstRow="1"/>
              <a:tblGrid>
                <a:gridCol w="423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7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9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614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9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(Stimulus)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신호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결과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6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ko-KR" sz="1400"/>
                        <a:t>rx</a:t>
                      </a:r>
                      <a:r>
                        <a:rPr lang="ko-KR" altLang="en-US" sz="1400"/>
                        <a:t> 프로토콜 동작 타이밍 분석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ko-KR" sz="1300"/>
                        <a:t>rx 1-&gt;0 9600bps </a:t>
                      </a:r>
                      <a:r>
                        <a:rPr lang="ko-KR" altLang="en-US" sz="1300"/>
                        <a:t>간격으로 데이터 송신</a:t>
                      </a:r>
                      <a:r>
                        <a:rPr lang="en-US" altLang="ko-KR" sz="1300"/>
                        <a:t>(sendor) stop 0-&gt;1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ko-KR" sz="1250"/>
                        <a:t>rx_state, b_tick_cnt,</a:t>
                      </a:r>
                      <a:r>
                        <a:rPr lang="ko-KR" altLang="en-US" sz="1250"/>
                        <a:t>스테이트 간 타이밍</a:t>
                      </a:r>
                      <a:r>
                        <a:rPr lang="en-US" altLang="ko-KR" sz="1250"/>
                        <a:t>,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ko-KR" sz="1350"/>
                        <a:t>rx 1-&gt;0 </a:t>
                      </a:r>
                      <a:r>
                        <a:rPr lang="ko-KR" altLang="en-US" sz="1350"/>
                        <a:t>과정에서 다음 </a:t>
                      </a:r>
                      <a:r>
                        <a:rPr lang="en-US" altLang="ko-KR" sz="1350"/>
                        <a:t>b_tick </a:t>
                      </a:r>
                      <a:r>
                        <a:rPr lang="ko-KR" altLang="en-US" sz="1350"/>
                        <a:t>에서 </a:t>
                      </a:r>
                      <a:r>
                        <a:rPr lang="en-US" altLang="ko-KR" sz="1350"/>
                        <a:t>start</a:t>
                      </a:r>
                      <a:r>
                        <a:rPr lang="ko-KR" altLang="en-US" sz="1350"/>
                        <a:t>로 변경</a:t>
                      </a:r>
                      <a:endParaRPr lang="en-US" altLang="ko-KR" sz="135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ko-KR" sz="1350"/>
                        <a:t>b_tick_cnt</a:t>
                      </a:r>
                      <a:r>
                        <a:rPr lang="ko-KR" altLang="en-US" sz="1350"/>
                        <a:t> </a:t>
                      </a:r>
                      <a:r>
                        <a:rPr lang="en-US" altLang="ko-KR" sz="1350"/>
                        <a:t>==7</a:t>
                      </a:r>
                      <a:r>
                        <a:rPr lang="ko-KR" altLang="en-US" sz="1350"/>
                        <a:t>에서 </a:t>
                      </a:r>
                      <a:r>
                        <a:rPr lang="en-US" altLang="ko-KR" sz="1350"/>
                        <a:t>Data state</a:t>
                      </a:r>
                      <a:r>
                        <a:rPr lang="ko-KR" altLang="en-US" sz="1350"/>
                        <a:t> 변화</a:t>
                      </a:r>
                      <a:endParaRPr lang="en-US" altLang="ko-KR" sz="135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en-US" altLang="ko-KR" sz="135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6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ko-KR" sz="1400"/>
                        <a:t>Data sampling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ko-KR" sz="1300"/>
                        <a:t>8’h00~8’hFF 256 case input 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ko-KR" sz="1300"/>
                        <a:t>(rx_sender)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ko-KR" sz="1250"/>
                        <a:t>rx, rx_data_reg,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ko-KR" sz="1250"/>
                        <a:t>tx, tx_data_reg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ko-KR" sz="1350"/>
                        <a:t>‘DATA’ state </a:t>
                      </a:r>
                      <a:r>
                        <a:rPr lang="ko-KR" altLang="en-US" sz="1350"/>
                        <a:t>구간에서 </a:t>
                      </a:r>
                      <a:r>
                        <a:rPr lang="en-US" altLang="ko-KR" sz="1350"/>
                        <a:t>b_tick_cnt == 15 </a:t>
                      </a:r>
                      <a:r>
                        <a:rPr lang="ko-KR" altLang="en-US" sz="1350"/>
                        <a:t>간격으로 </a:t>
                      </a:r>
                      <a:r>
                        <a:rPr lang="en-US" altLang="ko-KR" sz="1350"/>
                        <a:t>rx_data</a:t>
                      </a:r>
                      <a:r>
                        <a:rPr lang="ko-KR" altLang="en-US" sz="1350"/>
                        <a:t>가 </a:t>
                      </a:r>
                      <a:r>
                        <a:rPr lang="en-US" altLang="ko-KR" sz="1350"/>
                        <a:t>shift </a:t>
                      </a:r>
                      <a:r>
                        <a:rPr lang="ko-KR" altLang="en-US" sz="1350"/>
                        <a:t>되면서 첫번째 </a:t>
                      </a:r>
                      <a:r>
                        <a:rPr lang="en-US" altLang="ko-KR" sz="1350"/>
                        <a:t>LSB</a:t>
                      </a:r>
                      <a:r>
                        <a:rPr lang="ko-KR" altLang="en-US" sz="1350"/>
                        <a:t>값 출력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6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6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6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E240C2-8DD5-8097-3DF3-2F7D5CE866A2}"/>
              </a:ext>
            </a:extLst>
          </p:cNvPr>
          <p:cNvSpPr txBox="1"/>
          <p:nvPr/>
        </p:nvSpPr>
        <p:spPr>
          <a:xfrm>
            <a:off x="508000" y="53340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UART_LOOPBACK </a:t>
            </a:r>
            <a:r>
              <a:rPr lang="ko-KR" altLang="en-US"/>
              <a:t>시나리오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B05C6-4EC9-9372-BFB6-FC442507DFB9}"/>
              </a:ext>
            </a:extLst>
          </p:cNvPr>
          <p:cNvSpPr txBox="1"/>
          <p:nvPr/>
        </p:nvSpPr>
        <p:spPr>
          <a:xfrm>
            <a:off x="438149" y="4509207"/>
            <a:ext cx="376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이런식으로 표를 채워 줄것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892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EF7496-2023-1E80-58AA-395DC43AF27F}"/>
              </a:ext>
            </a:extLst>
          </p:cNvPr>
          <p:cNvSpPr txBox="1"/>
          <p:nvPr/>
        </p:nvSpPr>
        <p:spPr>
          <a:xfrm>
            <a:off x="204105" y="133864"/>
            <a:ext cx="9489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UART RX </a:t>
            </a:r>
            <a:r>
              <a:rPr lang="ko-KR" altLang="en-US"/>
              <a:t>프로토콜 동작 확인</a:t>
            </a:r>
            <a:endParaRPr lang="en-US" altLang="ko-KR"/>
          </a:p>
          <a:p>
            <a:r>
              <a:rPr lang="ko-KR" altLang="en-US"/>
              <a:t>확인 부분 </a:t>
            </a:r>
            <a:r>
              <a:rPr lang="en-US" altLang="ko-KR"/>
              <a:t>– rx deassert </a:t>
            </a:r>
            <a:r>
              <a:rPr lang="ko-KR" altLang="en-US"/>
              <a:t>이후 </a:t>
            </a:r>
            <a:r>
              <a:rPr lang="en-US" altLang="ko-KR"/>
              <a:t>uart_rx ( IDLE </a:t>
            </a:r>
            <a:r>
              <a:rPr lang="ko-KR" altLang="en-US"/>
              <a:t>→</a:t>
            </a:r>
            <a:r>
              <a:rPr lang="en-US" altLang="ko-KR"/>
              <a:t> Start</a:t>
            </a:r>
            <a:r>
              <a:rPr lang="ko-KR" altLang="en-US"/>
              <a:t> → </a:t>
            </a:r>
            <a:r>
              <a:rPr lang="en-US" altLang="ko-KR"/>
              <a:t>DATA </a:t>
            </a:r>
            <a:r>
              <a:rPr lang="ko-KR" altLang="en-US"/>
              <a:t>구간</a:t>
            </a:r>
            <a:r>
              <a:rPr lang="en-US" altLang="ko-KR"/>
              <a:t>)</a:t>
            </a:r>
            <a:r>
              <a:rPr lang="ko-KR" altLang="en-US"/>
              <a:t>  </a:t>
            </a:r>
            <a:endParaRPr lang="en-US" altLang="ko-KR"/>
          </a:p>
          <a:p>
            <a:endParaRPr lang="en-US" altLang="ko-KR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A56C54A-E44B-9174-9B2F-6B91EA17CC2C}"/>
              </a:ext>
            </a:extLst>
          </p:cNvPr>
          <p:cNvGrpSpPr/>
          <p:nvPr/>
        </p:nvGrpSpPr>
        <p:grpSpPr>
          <a:xfrm>
            <a:off x="1116655" y="770974"/>
            <a:ext cx="6365904" cy="773498"/>
            <a:chOff x="462217" y="770880"/>
            <a:chExt cx="6365904" cy="773498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3B13533A-4FF2-99EF-3BD6-3CD186A41BDC}"/>
                </a:ext>
              </a:extLst>
            </p:cNvPr>
            <p:cNvSpPr/>
            <p:nvPr/>
          </p:nvSpPr>
          <p:spPr>
            <a:xfrm>
              <a:off x="462217" y="853899"/>
              <a:ext cx="214993" cy="20329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63588007-BA45-F063-2580-DDB99BB92AF0}"/>
                </a:ext>
              </a:extLst>
            </p:cNvPr>
            <p:cNvSpPr/>
            <p:nvPr/>
          </p:nvSpPr>
          <p:spPr>
            <a:xfrm>
              <a:off x="462217" y="1280619"/>
              <a:ext cx="214993" cy="20329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</a:t>
              </a:r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476C5C9-06B9-C32E-DF9E-1E7397A1C5F3}"/>
                </a:ext>
              </a:extLst>
            </p:cNvPr>
            <p:cNvSpPr txBox="1"/>
            <p:nvPr/>
          </p:nvSpPr>
          <p:spPr>
            <a:xfrm>
              <a:off x="842956" y="770880"/>
              <a:ext cx="5005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rx deassert </a:t>
              </a:r>
              <a:r>
                <a:rPr lang="ko-KR" altLang="en-US"/>
                <a:t>→ </a:t>
              </a:r>
              <a:r>
                <a:rPr lang="en-US" altLang="ko-KR"/>
                <a:t>b_tick</a:t>
              </a:r>
              <a:r>
                <a:rPr lang="ko-KR" altLang="en-US"/>
                <a:t>이 </a:t>
              </a:r>
              <a:r>
                <a:rPr lang="en-US" altLang="ko-KR"/>
                <a:t>1</a:t>
              </a:r>
              <a:r>
                <a:rPr lang="ko-KR" altLang="en-US"/>
                <a:t>일 때</a:t>
              </a:r>
              <a:r>
                <a:rPr lang="en-US" altLang="ko-KR"/>
                <a:t>, IDLE </a:t>
              </a:r>
              <a:r>
                <a:rPr lang="ko-KR" altLang="en-US"/>
                <a:t>→</a:t>
              </a:r>
              <a:r>
                <a:rPr lang="en-US" altLang="ko-KR"/>
                <a:t> Start  </a:t>
              </a:r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3F91055-78B5-12DB-176C-1409C0A32BB4}"/>
                </a:ext>
              </a:extLst>
            </p:cNvPr>
            <p:cNvSpPr txBox="1"/>
            <p:nvPr/>
          </p:nvSpPr>
          <p:spPr>
            <a:xfrm>
              <a:off x="842956" y="1175046"/>
              <a:ext cx="59851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Sampling timing </a:t>
              </a:r>
              <a:r>
                <a:rPr lang="ko-KR" altLang="en-US"/>
                <a:t>일치 </a:t>
              </a:r>
              <a:r>
                <a:rPr lang="en-US" altLang="ko-KR"/>
                <a:t>(Start – 52us / Data – 104.6us )  </a:t>
              </a:r>
              <a:endParaRPr lang="ko-KR" altLang="en-US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83B97E9A-F663-3B0E-EFA9-2B879A86235B}"/>
              </a:ext>
            </a:extLst>
          </p:cNvPr>
          <p:cNvSpPr txBox="1"/>
          <p:nvPr/>
        </p:nvSpPr>
        <p:spPr>
          <a:xfrm>
            <a:off x="324044" y="970596"/>
            <a:ext cx="84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결론</a:t>
            </a:r>
          </a:p>
        </p:txBody>
      </p: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5348E959-B213-B099-1315-A6383C1329A2}"/>
              </a:ext>
            </a:extLst>
          </p:cNvPr>
          <p:cNvGrpSpPr/>
          <p:nvPr/>
        </p:nvGrpSpPr>
        <p:grpSpPr>
          <a:xfrm>
            <a:off x="2217396" y="1883802"/>
            <a:ext cx="8369637" cy="3799058"/>
            <a:chOff x="493371" y="1840906"/>
            <a:chExt cx="8369637" cy="3799058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86AF7A36-EFBE-C877-986A-EF000E589D88}"/>
                </a:ext>
              </a:extLst>
            </p:cNvPr>
            <p:cNvGrpSpPr/>
            <p:nvPr/>
          </p:nvGrpSpPr>
          <p:grpSpPr>
            <a:xfrm>
              <a:off x="493371" y="1840906"/>
              <a:ext cx="8369637" cy="3799058"/>
              <a:chOff x="1145838" y="1646392"/>
              <a:chExt cx="9579974" cy="4011449"/>
            </a:xfrm>
          </p:grpSpPr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BD8E7452-1CBC-A247-FB24-85E47554850B}"/>
                  </a:ext>
                </a:extLst>
              </p:cNvPr>
              <p:cNvGrpSpPr/>
              <p:nvPr/>
            </p:nvGrpSpPr>
            <p:grpSpPr>
              <a:xfrm>
                <a:off x="1145838" y="1646392"/>
                <a:ext cx="9579974" cy="4011449"/>
                <a:chOff x="1238603" y="1429231"/>
                <a:chExt cx="9579974" cy="4011449"/>
              </a:xfrm>
            </p:grpSpPr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9BC5FFC8-F1AB-EAF6-AE33-E3603BC765C6}"/>
                    </a:ext>
                  </a:extLst>
                </p:cNvPr>
                <p:cNvGrpSpPr/>
                <p:nvPr/>
              </p:nvGrpSpPr>
              <p:grpSpPr>
                <a:xfrm>
                  <a:off x="1238603" y="1429231"/>
                  <a:ext cx="9579974" cy="4011449"/>
                  <a:chOff x="699406" y="1764511"/>
                  <a:chExt cx="10585881" cy="4367139"/>
                </a:xfrm>
              </p:grpSpPr>
              <p:grpSp>
                <p:nvGrpSpPr>
                  <p:cNvPr id="3" name="그룹 2">
                    <a:extLst>
                      <a:ext uri="{FF2B5EF4-FFF2-40B4-BE49-F238E27FC236}">
                        <a16:creationId xmlns:a16="http://schemas.microsoft.com/office/drawing/2014/main" id="{91B01CCB-3832-0E15-2F80-62C6AB335C45}"/>
                      </a:ext>
                    </a:extLst>
                  </p:cNvPr>
                  <p:cNvGrpSpPr/>
                  <p:nvPr/>
                </p:nvGrpSpPr>
                <p:grpSpPr>
                  <a:xfrm>
                    <a:off x="699406" y="1764511"/>
                    <a:ext cx="10585881" cy="3854853"/>
                    <a:chOff x="775031" y="1062145"/>
                    <a:chExt cx="10585881" cy="3854853"/>
                  </a:xfrm>
                </p:grpSpPr>
                <p:pic>
                  <p:nvPicPr>
                    <p:cNvPr id="5" name="그림 4">
                      <a:extLst>
                        <a:ext uri="{FF2B5EF4-FFF2-40B4-BE49-F238E27FC236}">
                          <a16:creationId xmlns:a16="http://schemas.microsoft.com/office/drawing/2014/main" id="{77179456-6193-D2A5-B7FC-A8A6C87AEB0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rcRect r="21571"/>
                    <a:stretch>
                      <a:fillRect/>
                    </a:stretch>
                  </p:blipFill>
                  <p:spPr>
                    <a:xfrm>
                      <a:off x="775031" y="1692287"/>
                      <a:ext cx="7446451" cy="3224711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2" name="그룹 1">
                      <a:extLst>
                        <a:ext uri="{FF2B5EF4-FFF2-40B4-BE49-F238E27FC236}">
                          <a16:creationId xmlns:a16="http://schemas.microsoft.com/office/drawing/2014/main" id="{E5C322DE-60E6-DDC8-A994-BAA6A8C364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34840" y="1062145"/>
                      <a:ext cx="6926072" cy="1722269"/>
                      <a:chOff x="4434840" y="1042267"/>
                      <a:chExt cx="6926072" cy="1722269"/>
                    </a:xfrm>
                  </p:grpSpPr>
                  <p:sp>
                    <p:nvSpPr>
                      <p:cNvPr id="6" name="직사각형 5">
                        <a:extLst>
                          <a:ext uri="{FF2B5EF4-FFF2-40B4-BE49-F238E27FC236}">
                            <a16:creationId xmlns:a16="http://schemas.microsoft.com/office/drawing/2014/main" id="{29594841-0734-2593-515E-47AD250ACD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34840" y="2316480"/>
                        <a:ext cx="223520" cy="3302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pic>
                    <p:nvPicPr>
                      <p:cNvPr id="9" name="그림 8">
                        <a:extLst>
                          <a:ext uri="{FF2B5EF4-FFF2-40B4-BE49-F238E27FC236}">
                            <a16:creationId xmlns:a16="http://schemas.microsoft.com/office/drawing/2014/main" id="{D22846A3-5AA4-B7FD-F55B-0150B73A2B9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02825" y="1042267"/>
                        <a:ext cx="4458087" cy="1722269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0" name="직사각형 9">
                        <a:extLst>
                          <a:ext uri="{FF2B5EF4-FFF2-40B4-BE49-F238E27FC236}">
                            <a16:creationId xmlns:a16="http://schemas.microsoft.com/office/drawing/2014/main" id="{B4F94369-027C-7EC0-D1A3-B6DCB2F0B8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14032" y="1648025"/>
                        <a:ext cx="262128" cy="9020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cxnSp>
                    <p:nvCxnSpPr>
                      <p:cNvPr id="14" name="직선 화살표 연결선 13">
                        <a:extLst>
                          <a:ext uri="{FF2B5EF4-FFF2-40B4-BE49-F238E27FC236}">
                            <a16:creationId xmlns:a16="http://schemas.microsoft.com/office/drawing/2014/main" id="{58892D85-91D4-95BE-4A36-F9EF2952085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326624" y="1706880"/>
                        <a:ext cx="0" cy="390144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7" name="직사각형 16">
                        <a:extLst>
                          <a:ext uri="{FF2B5EF4-FFF2-40B4-BE49-F238E27FC236}">
                            <a16:creationId xmlns:a16="http://schemas.microsoft.com/office/drawing/2014/main" id="{341C5BF8-6D75-C8C1-6B61-E2EA8D3511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954512" y="2054352"/>
                        <a:ext cx="262128" cy="10152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cxnSp>
                    <p:nvCxnSpPr>
                      <p:cNvPr id="19" name="직선 연결선 18">
                        <a:extLst>
                          <a:ext uri="{FF2B5EF4-FFF2-40B4-BE49-F238E27FC236}">
                            <a16:creationId xmlns:a16="http://schemas.microsoft.com/office/drawing/2014/main" id="{89C6EF9A-B40E-3D85-5CEC-886F3CAD4E2F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4658360" y="1042267"/>
                        <a:ext cx="2244465" cy="1274213"/>
                      </a:xfrm>
                      <a:prstGeom prst="line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" name="직선 연결선 19">
                        <a:extLst>
                          <a:ext uri="{FF2B5EF4-FFF2-40B4-BE49-F238E27FC236}">
                            <a16:creationId xmlns:a16="http://schemas.microsoft.com/office/drawing/2014/main" id="{24E3B6E6-0301-5395-5A13-1F9620F9B7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658360" y="2650900"/>
                        <a:ext cx="2282942" cy="113636"/>
                      </a:xfrm>
                      <a:prstGeom prst="line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pic>
                <p:nvPicPr>
                  <p:cNvPr id="8" name="그림 7">
                    <a:extLst>
                      <a:ext uri="{FF2B5EF4-FFF2-40B4-BE49-F238E27FC236}">
                        <a16:creationId xmlns:a16="http://schemas.microsoft.com/office/drawing/2014/main" id="{CD8CC1E2-E10E-152C-9826-9882DE3FD8E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310054" y="4347414"/>
                    <a:ext cx="8405518" cy="1784236"/>
                  </a:xfrm>
                  <a:prstGeom prst="rect">
                    <a:avLst/>
                  </a:prstGeom>
                </p:spPr>
              </p:pic>
              <p:sp>
                <p:nvSpPr>
                  <p:cNvPr id="12" name="직사각형 11">
                    <a:extLst>
                      <a:ext uri="{FF2B5EF4-FFF2-40B4-BE49-F238E27FC236}">
                        <a16:creationId xmlns:a16="http://schemas.microsoft.com/office/drawing/2014/main" id="{7B8A1C52-11AC-BE44-481F-3B623542D925}"/>
                      </a:ext>
                    </a:extLst>
                  </p:cNvPr>
                  <p:cNvSpPr/>
                  <p:nvPr/>
                </p:nvSpPr>
                <p:spPr>
                  <a:xfrm>
                    <a:off x="4275980" y="3562279"/>
                    <a:ext cx="1554540" cy="592391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DD7EF713-7C4D-934A-EC65-43C27C18EB41}"/>
                      </a:ext>
                    </a:extLst>
                  </p:cNvPr>
                  <p:cNvSpPr/>
                  <p:nvPr/>
                </p:nvSpPr>
                <p:spPr>
                  <a:xfrm>
                    <a:off x="4248531" y="2929223"/>
                    <a:ext cx="162483" cy="155130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>
                        <a:solidFill>
                          <a:schemeClr val="tx1"/>
                        </a:solidFill>
                      </a:rPr>
                      <a:t>1</a:t>
                    </a:r>
                    <a:endParaRPr lang="ko-KR" altLang="en-US" sz="12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BA5E7099-3573-A79C-2213-AF2AEBC4AE8C}"/>
                      </a:ext>
                    </a:extLst>
                  </p:cNvPr>
                  <p:cNvSpPr/>
                  <p:nvPr/>
                </p:nvSpPr>
                <p:spPr>
                  <a:xfrm>
                    <a:off x="4173386" y="3458650"/>
                    <a:ext cx="162483" cy="155130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>
                        <a:solidFill>
                          <a:schemeClr val="tx1"/>
                        </a:solidFill>
                      </a:rPr>
                      <a:t>2</a:t>
                    </a:r>
                    <a:endParaRPr lang="ko-KR" altLang="en-US" sz="1200">
                      <a:solidFill>
                        <a:schemeClr val="tx1"/>
                      </a:solidFill>
                    </a:endParaRPr>
                  </a:p>
                </p:txBody>
              </p:sp>
            </p:grpSp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C95B44EE-7FF7-3858-0003-4C2F3CEB5C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94243" y="3080576"/>
                  <a:ext cx="0" cy="544143"/>
                </a:xfrm>
                <a:prstGeom prst="line">
                  <a:avLst/>
                </a:prstGeom>
                <a:ln>
                  <a:solidFill>
                    <a:srgbClr val="FFFF00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연결선 35">
                  <a:extLst>
                    <a:ext uri="{FF2B5EF4-FFF2-40B4-BE49-F238E27FC236}">
                      <a16:creationId xmlns:a16="http://schemas.microsoft.com/office/drawing/2014/main" id="{F688B980-C21C-D36D-4D82-9AB2566A1D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98747" y="3080576"/>
                  <a:ext cx="0" cy="544143"/>
                </a:xfrm>
                <a:prstGeom prst="line">
                  <a:avLst/>
                </a:prstGeom>
                <a:ln>
                  <a:solidFill>
                    <a:srgbClr val="FFFF00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D8A4BAB5-F759-86FF-C73C-352DC24812A6}"/>
                    </a:ext>
                  </a:extLst>
                </p:cNvPr>
                <p:cNvGrpSpPr/>
                <p:nvPr/>
              </p:nvGrpSpPr>
              <p:grpSpPr>
                <a:xfrm>
                  <a:off x="4452302" y="3981723"/>
                  <a:ext cx="4805223" cy="1458956"/>
                  <a:chOff x="4452302" y="3981723"/>
                  <a:chExt cx="4805223" cy="1458956"/>
                </a:xfrm>
              </p:grpSpPr>
              <p:cxnSp>
                <p:nvCxnSpPr>
                  <p:cNvPr id="27" name="직선 화살표 연결선 26">
                    <a:extLst>
                      <a:ext uri="{FF2B5EF4-FFF2-40B4-BE49-F238E27FC236}">
                        <a16:creationId xmlns:a16="http://schemas.microsoft.com/office/drawing/2014/main" id="{B435D158-92E6-F6D5-390D-B6F8CCD196DD}"/>
                      </a:ext>
                    </a:extLst>
                  </p:cNvPr>
                  <p:cNvCxnSpPr/>
                  <p:nvPr/>
                </p:nvCxnSpPr>
                <p:spPr>
                  <a:xfrm>
                    <a:off x="4452302" y="5115339"/>
                    <a:ext cx="954585" cy="0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headEnd type="triangl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직선 화살표 연결선 27">
                    <a:extLst>
                      <a:ext uri="{FF2B5EF4-FFF2-40B4-BE49-F238E27FC236}">
                        <a16:creationId xmlns:a16="http://schemas.microsoft.com/office/drawing/2014/main" id="{F544B20C-90B0-95BD-1C18-440AD00A94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06887" y="5115339"/>
                    <a:ext cx="1888435" cy="0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headEnd type="triangl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직선 화살표 연결선 29">
                    <a:extLst>
                      <a:ext uri="{FF2B5EF4-FFF2-40B4-BE49-F238E27FC236}">
                        <a16:creationId xmlns:a16="http://schemas.microsoft.com/office/drawing/2014/main" id="{66ED45C2-2D50-28A5-1B00-D36778204B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295322" y="5115339"/>
                    <a:ext cx="1888435" cy="0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headEnd type="triangl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직선 연결선 36">
                    <a:extLst>
                      <a:ext uri="{FF2B5EF4-FFF2-40B4-BE49-F238E27FC236}">
                        <a16:creationId xmlns:a16="http://schemas.microsoft.com/office/drawing/2014/main" id="{E09030D6-0BBC-A10B-E519-6316E63E7C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06887" y="3981723"/>
                    <a:ext cx="0" cy="1458956"/>
                  </a:xfrm>
                  <a:prstGeom prst="line">
                    <a:avLst/>
                  </a:prstGeom>
                  <a:ln>
                    <a:solidFill>
                      <a:srgbClr val="FFFF00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직선 연결선 37">
                    <a:extLst>
                      <a:ext uri="{FF2B5EF4-FFF2-40B4-BE49-F238E27FC236}">
                        <a16:creationId xmlns:a16="http://schemas.microsoft.com/office/drawing/2014/main" id="{E505517C-67FC-5BAE-BEF5-51AF3AEA6B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297623" y="3988349"/>
                    <a:ext cx="0" cy="1445704"/>
                  </a:xfrm>
                  <a:prstGeom prst="line">
                    <a:avLst/>
                  </a:prstGeom>
                  <a:ln>
                    <a:solidFill>
                      <a:srgbClr val="FFFF00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FD98F457-680A-94A4-D551-FB8455C40710}"/>
                      </a:ext>
                    </a:extLst>
                  </p:cNvPr>
                  <p:cNvSpPr txBox="1"/>
                  <p:nvPr/>
                </p:nvSpPr>
                <p:spPr>
                  <a:xfrm>
                    <a:off x="4881126" y="5115339"/>
                    <a:ext cx="1258956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000">
                        <a:highlight>
                          <a:srgbClr val="FFFF00"/>
                        </a:highlight>
                      </a:rPr>
                      <a:t>52us</a:t>
                    </a:r>
                    <a:endParaRPr lang="ko-KR" altLang="en-US" sz="1000"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92F061E4-AC98-89BD-C5E2-E75C67A3D0C0}"/>
                      </a:ext>
                    </a:extLst>
                  </p:cNvPr>
                  <p:cNvSpPr txBox="1"/>
                  <p:nvPr/>
                </p:nvSpPr>
                <p:spPr>
                  <a:xfrm>
                    <a:off x="6028590" y="5115339"/>
                    <a:ext cx="1258956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000">
                        <a:highlight>
                          <a:srgbClr val="FFFF00"/>
                        </a:highlight>
                      </a:rPr>
                      <a:t>104.6us</a:t>
                    </a:r>
                    <a:endParaRPr lang="ko-KR" altLang="en-US" sz="1000"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3125730F-0655-DD18-401C-E257E98DF6E9}"/>
                      </a:ext>
                    </a:extLst>
                  </p:cNvPr>
                  <p:cNvSpPr txBox="1"/>
                  <p:nvPr/>
                </p:nvSpPr>
                <p:spPr>
                  <a:xfrm>
                    <a:off x="7998569" y="5115339"/>
                    <a:ext cx="1258956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000">
                        <a:highlight>
                          <a:srgbClr val="FFFF00"/>
                        </a:highlight>
                      </a:rPr>
                      <a:t>104.6us</a:t>
                    </a:r>
                    <a:endParaRPr lang="ko-KR" altLang="en-US" sz="1000">
                      <a:highlight>
                        <a:srgbClr val="FFFF00"/>
                      </a:highlight>
                    </a:endParaRPr>
                  </a:p>
                </p:txBody>
              </p:sp>
            </p:grpSp>
          </p:grp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BC2F29C5-66FC-ACA6-8EED-5E068F301F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05074" y="3841880"/>
                <a:ext cx="2649769" cy="26257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7364C764-3DA7-3471-A958-D966ADB0A5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94820" y="3834908"/>
                <a:ext cx="3520514" cy="19355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F3685495-3D39-7D60-3E20-9C1B67D6F32B}"/>
                </a:ext>
              </a:extLst>
            </p:cNvPr>
            <p:cNvSpPr/>
            <p:nvPr/>
          </p:nvSpPr>
          <p:spPr>
            <a:xfrm>
              <a:off x="1069575" y="4863893"/>
              <a:ext cx="524145" cy="1059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8055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69359-D6FF-6B61-BF70-F5D9672C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448266B-E4B8-DCEE-1C8A-1080A0A66401}"/>
              </a:ext>
            </a:extLst>
          </p:cNvPr>
          <p:cNvSpPr txBox="1"/>
          <p:nvPr/>
        </p:nvSpPr>
        <p:spPr>
          <a:xfrm>
            <a:off x="184227" y="133864"/>
            <a:ext cx="9489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UART RX/TX </a:t>
            </a:r>
            <a:r>
              <a:rPr lang="ko-KR" altLang="en-US"/>
              <a:t>프로토콜 동작 확인</a:t>
            </a:r>
            <a:endParaRPr lang="en-US" altLang="ko-KR"/>
          </a:p>
          <a:p>
            <a:r>
              <a:rPr lang="ko-KR" altLang="en-US"/>
              <a:t>확인 부분 </a:t>
            </a:r>
            <a:r>
              <a:rPr lang="en-US" altLang="ko-KR"/>
              <a:t>– Data Sampling </a:t>
            </a:r>
            <a:r>
              <a:rPr lang="ko-KR" altLang="en-US"/>
              <a:t>및 출력 </a:t>
            </a:r>
            <a:endParaRPr lang="en-US" altLang="ko-KR"/>
          </a:p>
          <a:p>
            <a:endParaRPr lang="en-US" altLang="ko-K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94DE01-9E7B-9E85-7634-5CC50FAE4AD1}"/>
              </a:ext>
            </a:extLst>
          </p:cNvPr>
          <p:cNvSpPr txBox="1"/>
          <p:nvPr/>
        </p:nvSpPr>
        <p:spPr>
          <a:xfrm>
            <a:off x="1021860" y="914037"/>
            <a:ext cx="7589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b_tick_cnt == 15 </a:t>
            </a:r>
            <a:r>
              <a:rPr lang="ko-KR" altLang="en-US"/>
              <a:t>구간에서 </a:t>
            </a:r>
            <a:r>
              <a:rPr lang="en-US" altLang="ko-KR"/>
              <a:t>Data shift </a:t>
            </a:r>
            <a:r>
              <a:rPr lang="ko-KR" altLang="en-US"/>
              <a:t>및 </a:t>
            </a:r>
            <a:r>
              <a:rPr lang="en-US" altLang="ko-KR"/>
              <a:t>Stop </a:t>
            </a:r>
            <a:r>
              <a:rPr lang="ko-KR" altLang="en-US"/>
              <a:t>구간에서 </a:t>
            </a:r>
            <a:r>
              <a:rPr lang="en-US" altLang="ko-KR"/>
              <a:t>8bit Data </a:t>
            </a:r>
            <a:r>
              <a:rPr lang="ko-KR" altLang="en-US"/>
              <a:t>수신</a:t>
            </a:r>
            <a:r>
              <a:rPr lang="en-US" altLang="ko-KR"/>
              <a:t> </a:t>
            </a:r>
          </a:p>
          <a:p>
            <a:r>
              <a:rPr lang="en-US" altLang="ko-KR"/>
              <a:t>Stop state</a:t>
            </a:r>
            <a:r>
              <a:rPr lang="ko-KR" altLang="en-US"/>
              <a:t> </a:t>
            </a:r>
            <a:r>
              <a:rPr lang="en-US" altLang="ko-KR"/>
              <a:t>asm chart </a:t>
            </a:r>
            <a:r>
              <a:rPr lang="ko-KR" altLang="en-US"/>
              <a:t>만족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E557334-90CB-51E3-2311-EAF8DB71DD50}"/>
              </a:ext>
            </a:extLst>
          </p:cNvPr>
          <p:cNvSpPr txBox="1"/>
          <p:nvPr/>
        </p:nvSpPr>
        <p:spPr>
          <a:xfrm>
            <a:off x="256374" y="914037"/>
            <a:ext cx="84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결론</a:t>
            </a: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40A9B1CB-79C6-26D9-9247-23F1529CCCDF}"/>
              </a:ext>
            </a:extLst>
          </p:cNvPr>
          <p:cNvGrpSpPr/>
          <p:nvPr/>
        </p:nvGrpSpPr>
        <p:grpSpPr>
          <a:xfrm>
            <a:off x="690462" y="1807999"/>
            <a:ext cx="10031896" cy="2515491"/>
            <a:chOff x="677210" y="2231737"/>
            <a:chExt cx="10031896" cy="2515491"/>
          </a:xfrm>
        </p:grpSpPr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9A1379B2-C946-DFE7-1E40-9F5AEEC51986}"/>
                </a:ext>
              </a:extLst>
            </p:cNvPr>
            <p:cNvGrpSpPr/>
            <p:nvPr/>
          </p:nvGrpSpPr>
          <p:grpSpPr>
            <a:xfrm>
              <a:off x="677210" y="2231737"/>
              <a:ext cx="10031896" cy="2515491"/>
              <a:chOff x="677210" y="2231737"/>
              <a:chExt cx="10031896" cy="2515491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3969A735-8062-A680-00A9-F6D4D80B70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77210" y="2231737"/>
                <a:ext cx="10031896" cy="2515491"/>
              </a:xfrm>
              <a:prstGeom prst="rect">
                <a:avLst/>
              </a:prstGeom>
            </p:spPr>
          </p:pic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5E1A3FD7-5F58-D7EC-146C-0084CA9DCC9C}"/>
                  </a:ext>
                </a:extLst>
              </p:cNvPr>
              <p:cNvGrpSpPr/>
              <p:nvPr/>
            </p:nvGrpSpPr>
            <p:grpSpPr>
              <a:xfrm>
                <a:off x="5141196" y="2458720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152F38C6-21F6-B4F1-4DB7-FD3A25E397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직선 연결선 28">
                  <a:extLst>
                    <a:ext uri="{FF2B5EF4-FFF2-40B4-BE49-F238E27FC236}">
                      <a16:creationId xmlns:a16="http://schemas.microsoft.com/office/drawing/2014/main" id="{4606B337-40DD-5ACF-8801-9C4E7D3456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1BE61FCD-F824-45C6-6523-9EF9CE68CAF5}"/>
                  </a:ext>
                </a:extLst>
              </p:cNvPr>
              <p:cNvGrpSpPr/>
              <p:nvPr/>
            </p:nvGrpSpPr>
            <p:grpSpPr>
              <a:xfrm>
                <a:off x="6182596" y="2458720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CE1BEC24-A2F8-227A-8A30-95A618DD1B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E11B48F5-63E8-E044-E927-CF3F3E980C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36767277-0AE5-B993-0E29-97B582676875}"/>
                  </a:ext>
                </a:extLst>
              </p:cNvPr>
              <p:cNvGrpSpPr/>
              <p:nvPr/>
            </p:nvGrpSpPr>
            <p:grpSpPr>
              <a:xfrm>
                <a:off x="7230640" y="2407442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4BE2D743-40C8-8D0D-38E9-68F4464B67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연결선 61">
                  <a:extLst>
                    <a:ext uri="{FF2B5EF4-FFF2-40B4-BE49-F238E27FC236}">
                      <a16:creationId xmlns:a16="http://schemas.microsoft.com/office/drawing/2014/main" id="{BD856AFE-A140-D6ED-9FF5-172CB75911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5B3F53F8-85ED-6D2F-3737-CBE4CBC31E18}"/>
                  </a:ext>
                </a:extLst>
              </p:cNvPr>
              <p:cNvGrpSpPr/>
              <p:nvPr/>
            </p:nvGrpSpPr>
            <p:grpSpPr>
              <a:xfrm>
                <a:off x="8272040" y="2407442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D40F39E5-A376-6741-E407-F5BFFB13FF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81845BF9-1A65-8636-FD3E-56B5FA9182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E1D713C-A558-1B3C-A039-2D178B0CD905}"/>
                  </a:ext>
                </a:extLst>
              </p:cNvPr>
              <p:cNvSpPr txBox="1"/>
              <p:nvPr/>
            </p:nvSpPr>
            <p:spPr>
              <a:xfrm>
                <a:off x="4979946" y="308672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0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8F43961-7094-4AB8-C8BE-7A44DE65A417}"/>
                  </a:ext>
                </a:extLst>
              </p:cNvPr>
              <p:cNvSpPr txBox="1"/>
              <p:nvPr/>
            </p:nvSpPr>
            <p:spPr>
              <a:xfrm>
                <a:off x="5496053" y="308672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0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A58E738-2B87-F0A4-8B74-1D7FF6EE61ED}"/>
                  </a:ext>
                </a:extLst>
              </p:cNvPr>
              <p:cNvSpPr txBox="1"/>
              <p:nvPr/>
            </p:nvSpPr>
            <p:spPr>
              <a:xfrm>
                <a:off x="6022614" y="3087684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3E2D400-B778-3046-2648-70553B68213A}"/>
                  </a:ext>
                </a:extLst>
              </p:cNvPr>
              <p:cNvSpPr txBox="1"/>
              <p:nvPr/>
            </p:nvSpPr>
            <p:spPr>
              <a:xfrm>
                <a:off x="6560605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0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2D13099-FA58-E212-3365-66343481FA8B}"/>
                  </a:ext>
                </a:extLst>
              </p:cNvPr>
              <p:cNvSpPr txBox="1"/>
              <p:nvPr/>
            </p:nvSpPr>
            <p:spPr>
              <a:xfrm>
                <a:off x="7084332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07713B5-D4F6-7B30-9F88-549B3838419D}"/>
                  </a:ext>
                </a:extLst>
              </p:cNvPr>
              <p:cNvSpPr txBox="1"/>
              <p:nvPr/>
            </p:nvSpPr>
            <p:spPr>
              <a:xfrm>
                <a:off x="7604249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EAB70A1-3CB8-6C98-A839-2DC3FF2DEA21}"/>
                  </a:ext>
                </a:extLst>
              </p:cNvPr>
              <p:cNvSpPr txBox="1"/>
              <p:nvPr/>
            </p:nvSpPr>
            <p:spPr>
              <a:xfrm>
                <a:off x="8125730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AC4ED8A-CD75-D5D3-95F5-F1A549BDF6AE}"/>
                  </a:ext>
                </a:extLst>
              </p:cNvPr>
              <p:cNvSpPr txBox="1"/>
              <p:nvPr/>
            </p:nvSpPr>
            <p:spPr>
              <a:xfrm>
                <a:off x="8645647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BB0A485B-0F73-C279-133B-320FF083244B}"/>
                  </a:ext>
                </a:extLst>
              </p:cNvPr>
              <p:cNvSpPr/>
              <p:nvPr/>
            </p:nvSpPr>
            <p:spPr>
              <a:xfrm>
                <a:off x="6283835" y="3348990"/>
                <a:ext cx="118086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8F9CE054-4FD0-A5D5-7D29-7E5F6F74FB61}"/>
                  </a:ext>
                </a:extLst>
              </p:cNvPr>
              <p:cNvSpPr/>
              <p:nvPr/>
            </p:nvSpPr>
            <p:spPr>
              <a:xfrm>
                <a:off x="6801208" y="3348990"/>
                <a:ext cx="179925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E649AC13-D88B-4DFD-5E88-4E57A1C1F685}"/>
                  </a:ext>
                </a:extLst>
              </p:cNvPr>
              <p:cNvSpPr/>
              <p:nvPr/>
            </p:nvSpPr>
            <p:spPr>
              <a:xfrm>
                <a:off x="7327621" y="3348990"/>
                <a:ext cx="205513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EA00C03-86A3-5866-01C8-2A2D08853FB5}"/>
                  </a:ext>
                </a:extLst>
              </p:cNvPr>
              <p:cNvSpPr/>
              <p:nvPr/>
            </p:nvSpPr>
            <p:spPr>
              <a:xfrm>
                <a:off x="7853359" y="3346450"/>
                <a:ext cx="250486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7B6510C6-8C4A-1812-8760-42058F0A5F68}"/>
                  </a:ext>
                </a:extLst>
              </p:cNvPr>
              <p:cNvSpPr/>
              <p:nvPr/>
            </p:nvSpPr>
            <p:spPr>
              <a:xfrm>
                <a:off x="8391373" y="3346450"/>
                <a:ext cx="266279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5304D7DA-5712-865A-7FE7-720BDD97B021}"/>
                  </a:ext>
                </a:extLst>
              </p:cNvPr>
              <p:cNvSpPr/>
              <p:nvPr/>
            </p:nvSpPr>
            <p:spPr>
              <a:xfrm>
                <a:off x="8865076" y="3350105"/>
                <a:ext cx="356384" cy="10509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96" name="그림 95">
                <a:extLst>
                  <a:ext uri="{FF2B5EF4-FFF2-40B4-BE49-F238E27FC236}">
                    <a16:creationId xmlns:a16="http://schemas.microsoft.com/office/drawing/2014/main" id="{72EBAB1B-E263-F9A5-EACA-9C017E6589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V="1">
                <a:off x="5734458" y="3355277"/>
                <a:ext cx="349733" cy="80708"/>
              </a:xfrm>
              <a:prstGeom prst="rect">
                <a:avLst/>
              </a:prstGeom>
            </p:spPr>
          </p:pic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486003F2-98AA-5638-43B2-E3E3E0D7C65E}"/>
                  </a:ext>
                </a:extLst>
              </p:cNvPr>
              <p:cNvSpPr/>
              <p:nvPr/>
            </p:nvSpPr>
            <p:spPr>
              <a:xfrm>
                <a:off x="5747097" y="3353120"/>
                <a:ext cx="81926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2CF3738B-0E41-BAE3-B230-DADCE4DD7085}"/>
                  </a:ext>
                </a:extLst>
              </p:cNvPr>
              <p:cNvSpPr/>
              <p:nvPr/>
            </p:nvSpPr>
            <p:spPr>
              <a:xfrm>
                <a:off x="5239116" y="3349625"/>
                <a:ext cx="45719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02" name="그림 101">
                <a:extLst>
                  <a:ext uri="{FF2B5EF4-FFF2-40B4-BE49-F238E27FC236}">
                    <a16:creationId xmlns:a16="http://schemas.microsoft.com/office/drawing/2014/main" id="{3FF9D081-E434-C3A4-F9BC-D64F4F4394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79467" y="3367067"/>
                <a:ext cx="341993" cy="70514"/>
              </a:xfrm>
              <a:prstGeom prst="rect">
                <a:avLst/>
              </a:prstGeom>
            </p:spPr>
          </p:pic>
          <p:pic>
            <p:nvPicPr>
              <p:cNvPr id="104" name="그림 103">
                <a:extLst>
                  <a:ext uri="{FF2B5EF4-FFF2-40B4-BE49-F238E27FC236}">
                    <a16:creationId xmlns:a16="http://schemas.microsoft.com/office/drawing/2014/main" id="{58D0664B-AE77-D5AA-F97D-FDF5ECDA9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26108" y="3354771"/>
                <a:ext cx="617273" cy="91448"/>
              </a:xfrm>
              <a:prstGeom prst="rect">
                <a:avLst/>
              </a:prstGeom>
            </p:spPr>
          </p:pic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6A629A6-A5EE-4DAF-8F81-A3D8D43307B0}"/>
                </a:ext>
              </a:extLst>
            </p:cNvPr>
            <p:cNvSpPr txBox="1"/>
            <p:nvPr/>
          </p:nvSpPr>
          <p:spPr>
            <a:xfrm>
              <a:off x="4707592" y="2538875"/>
              <a:ext cx="483264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solidFill>
                    <a:schemeClr val="bg1"/>
                  </a:solidFill>
                </a:rPr>
                <a:t>D[0]    D[1]      D[2]     D[3]     D[4]     D[5]     D[6]     D[7]</a:t>
              </a:r>
            </a:p>
            <a:p>
              <a:endParaRPr lang="ko-KR" altLang="en-US" sz="1100">
                <a:solidFill>
                  <a:schemeClr val="bg1"/>
                </a:solidFill>
              </a:endParaRPr>
            </a:p>
          </p:txBody>
        </p: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DF2C7614-5EF9-0959-9220-C907006CCAAE}"/>
                </a:ext>
              </a:extLst>
            </p:cNvPr>
            <p:cNvCxnSpPr>
              <a:cxnSpLocks/>
              <a:endCxn id="100" idx="1"/>
            </p:cNvCxnSpPr>
            <p:nvPr/>
          </p:nvCxnSpPr>
          <p:spPr>
            <a:xfrm>
              <a:off x="5128896" y="3295800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7ABD4A8C-915B-B01B-26F7-487E9AAB0B8A}"/>
                </a:ext>
              </a:extLst>
            </p:cNvPr>
            <p:cNvCxnSpPr>
              <a:cxnSpLocks/>
            </p:cNvCxnSpPr>
            <p:nvPr/>
          </p:nvCxnSpPr>
          <p:spPr>
            <a:xfrm>
              <a:off x="5638296" y="3309292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화살표 연결선 112">
              <a:extLst>
                <a:ext uri="{FF2B5EF4-FFF2-40B4-BE49-F238E27FC236}">
                  <a16:creationId xmlns:a16="http://schemas.microsoft.com/office/drawing/2014/main" id="{EAACE210-B64B-A500-198D-F8A6885C656A}"/>
                </a:ext>
              </a:extLst>
            </p:cNvPr>
            <p:cNvCxnSpPr>
              <a:cxnSpLocks/>
            </p:cNvCxnSpPr>
            <p:nvPr/>
          </p:nvCxnSpPr>
          <p:spPr>
            <a:xfrm>
              <a:off x="6164226" y="3301442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화살표 연결선 113">
              <a:extLst>
                <a:ext uri="{FF2B5EF4-FFF2-40B4-BE49-F238E27FC236}">
                  <a16:creationId xmlns:a16="http://schemas.microsoft.com/office/drawing/2014/main" id="{9C0D09C7-547F-DE13-56D5-077A3B96B19A}"/>
                </a:ext>
              </a:extLst>
            </p:cNvPr>
            <p:cNvCxnSpPr>
              <a:cxnSpLocks/>
            </p:cNvCxnSpPr>
            <p:nvPr/>
          </p:nvCxnSpPr>
          <p:spPr>
            <a:xfrm>
              <a:off x="6704753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화살표 연결선 114">
              <a:extLst>
                <a:ext uri="{FF2B5EF4-FFF2-40B4-BE49-F238E27FC236}">
                  <a16:creationId xmlns:a16="http://schemas.microsoft.com/office/drawing/2014/main" id="{21871046-894D-B313-A8CB-484D38729F74}"/>
                </a:ext>
              </a:extLst>
            </p:cNvPr>
            <p:cNvCxnSpPr>
              <a:cxnSpLocks/>
            </p:cNvCxnSpPr>
            <p:nvPr/>
          </p:nvCxnSpPr>
          <p:spPr>
            <a:xfrm>
              <a:off x="7221893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CF67CE8D-293E-4E66-E112-ECCFCF824881}"/>
                </a:ext>
              </a:extLst>
            </p:cNvPr>
            <p:cNvCxnSpPr>
              <a:cxnSpLocks/>
            </p:cNvCxnSpPr>
            <p:nvPr/>
          </p:nvCxnSpPr>
          <p:spPr>
            <a:xfrm>
              <a:off x="7734889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E350EACD-9E6B-D995-1CAD-785C8A0D534B}"/>
                </a:ext>
              </a:extLst>
            </p:cNvPr>
            <p:cNvCxnSpPr>
              <a:cxnSpLocks/>
            </p:cNvCxnSpPr>
            <p:nvPr/>
          </p:nvCxnSpPr>
          <p:spPr>
            <a:xfrm>
              <a:off x="8258033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화살표 연결선 117">
              <a:extLst>
                <a:ext uri="{FF2B5EF4-FFF2-40B4-BE49-F238E27FC236}">
                  <a16:creationId xmlns:a16="http://schemas.microsoft.com/office/drawing/2014/main" id="{2D426CD5-5986-DD82-D9DB-2176BB5C434C}"/>
                </a:ext>
              </a:extLst>
            </p:cNvPr>
            <p:cNvCxnSpPr>
              <a:cxnSpLocks/>
            </p:cNvCxnSpPr>
            <p:nvPr/>
          </p:nvCxnSpPr>
          <p:spPr>
            <a:xfrm>
              <a:off x="8759936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8240B220-2AE7-36DE-439C-BBEE76716D9F}"/>
              </a:ext>
            </a:extLst>
          </p:cNvPr>
          <p:cNvSpPr/>
          <p:nvPr/>
        </p:nvSpPr>
        <p:spPr>
          <a:xfrm>
            <a:off x="9227092" y="3020822"/>
            <a:ext cx="252180" cy="3833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0E8CB15A-F21F-4570-27C1-7DC947225385}"/>
              </a:ext>
            </a:extLst>
          </p:cNvPr>
          <p:cNvCxnSpPr>
            <a:cxnSpLocks/>
          </p:cNvCxnSpPr>
          <p:nvPr/>
        </p:nvCxnSpPr>
        <p:spPr>
          <a:xfrm flipH="1">
            <a:off x="3639102" y="3404180"/>
            <a:ext cx="5595610" cy="9110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5525C652-3AF2-F16F-DB22-E3364E8A0D33}"/>
              </a:ext>
            </a:extLst>
          </p:cNvPr>
          <p:cNvCxnSpPr>
            <a:cxnSpLocks/>
          </p:cNvCxnSpPr>
          <p:nvPr/>
        </p:nvCxnSpPr>
        <p:spPr>
          <a:xfrm flipH="1" flipV="1">
            <a:off x="9479272" y="3429000"/>
            <a:ext cx="877361" cy="9014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1" name="그림 130">
            <a:extLst>
              <a:ext uri="{FF2B5EF4-FFF2-40B4-BE49-F238E27FC236}">
                <a16:creationId xmlns:a16="http://schemas.microsoft.com/office/drawing/2014/main" id="{4E9D0222-D566-F4CB-6193-31526C777A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102" y="4326267"/>
            <a:ext cx="6698781" cy="2107482"/>
          </a:xfrm>
          <a:prstGeom prst="rect">
            <a:avLst/>
          </a:prstGeom>
        </p:spPr>
      </p:pic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CB57BE67-43E2-B681-B92C-CC96364984C6}"/>
              </a:ext>
            </a:extLst>
          </p:cNvPr>
          <p:cNvCxnSpPr>
            <a:cxnSpLocks/>
          </p:cNvCxnSpPr>
          <p:nvPr/>
        </p:nvCxnSpPr>
        <p:spPr>
          <a:xfrm flipV="1">
            <a:off x="8596410" y="4310642"/>
            <a:ext cx="0" cy="212310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635FB7E3-3DD5-D059-E7FF-0B0DD351F17C}"/>
              </a:ext>
            </a:extLst>
          </p:cNvPr>
          <p:cNvCxnSpPr>
            <a:cxnSpLocks/>
          </p:cNvCxnSpPr>
          <p:nvPr/>
        </p:nvCxnSpPr>
        <p:spPr>
          <a:xfrm flipV="1">
            <a:off x="8866496" y="4317786"/>
            <a:ext cx="0" cy="211596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210DAD1C-022B-BF72-3F20-4864AB420CD8}"/>
              </a:ext>
            </a:extLst>
          </p:cNvPr>
          <p:cNvSpPr/>
          <p:nvPr/>
        </p:nvSpPr>
        <p:spPr>
          <a:xfrm>
            <a:off x="3764756" y="5893593"/>
            <a:ext cx="814386" cy="157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CBF98D4B-7061-C4E9-6EA9-7CB73821E157}"/>
              </a:ext>
            </a:extLst>
          </p:cNvPr>
          <p:cNvSpPr/>
          <p:nvPr/>
        </p:nvSpPr>
        <p:spPr>
          <a:xfrm>
            <a:off x="3829050" y="5114693"/>
            <a:ext cx="471486" cy="157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2F9C63D1-7EB6-9E0A-4617-362940CD40E6}"/>
              </a:ext>
            </a:extLst>
          </p:cNvPr>
          <p:cNvCxnSpPr/>
          <p:nvPr/>
        </p:nvCxnSpPr>
        <p:spPr>
          <a:xfrm>
            <a:off x="8882675" y="5207794"/>
            <a:ext cx="144125" cy="4018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타원 148">
            <a:extLst>
              <a:ext uri="{FF2B5EF4-FFF2-40B4-BE49-F238E27FC236}">
                <a16:creationId xmlns:a16="http://schemas.microsoft.com/office/drawing/2014/main" id="{01677CD5-5A83-EE12-DBB7-76A0CD6E15E4}"/>
              </a:ext>
            </a:extLst>
          </p:cNvPr>
          <p:cNvSpPr/>
          <p:nvPr/>
        </p:nvSpPr>
        <p:spPr>
          <a:xfrm>
            <a:off x="7472205" y="5893593"/>
            <a:ext cx="255632" cy="1571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A1E5741C-AE57-D198-4B0A-AB6FC2B52F1C}"/>
              </a:ext>
            </a:extLst>
          </p:cNvPr>
          <p:cNvSpPr/>
          <p:nvPr/>
        </p:nvSpPr>
        <p:spPr>
          <a:xfrm>
            <a:off x="3764756" y="5602486"/>
            <a:ext cx="607217" cy="157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031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C5F3B-4F31-B2CB-8984-7392C39D3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C6CD11-9D6F-BC44-57BB-0CDB1898B8F5}"/>
              </a:ext>
            </a:extLst>
          </p:cNvPr>
          <p:cNvSpPr txBox="1"/>
          <p:nvPr/>
        </p:nvSpPr>
        <p:spPr>
          <a:xfrm>
            <a:off x="184227" y="133864"/>
            <a:ext cx="9489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UART RX/TX </a:t>
            </a:r>
            <a:r>
              <a:rPr lang="ko-KR" altLang="en-US"/>
              <a:t>프로토콜 동작 확인</a:t>
            </a:r>
            <a:endParaRPr lang="en-US" altLang="ko-KR"/>
          </a:p>
          <a:p>
            <a:r>
              <a:rPr lang="ko-KR" altLang="en-US"/>
              <a:t>확인 </a:t>
            </a:r>
            <a:r>
              <a:rPr lang="ko-KR" altLang="en-US" dirty="0"/>
              <a:t>부분 </a:t>
            </a:r>
            <a:r>
              <a:rPr lang="en-US" altLang="ko-KR" dirty="0"/>
              <a:t>– </a:t>
            </a:r>
            <a:r>
              <a:rPr lang="ko-KR" altLang="en-US" dirty="0"/>
              <a:t>전체 </a:t>
            </a:r>
            <a:r>
              <a:rPr lang="en-US" altLang="ko-KR" dirty="0"/>
              <a:t>TX </a:t>
            </a:r>
            <a:r>
              <a:rPr lang="ko-KR" altLang="en-US" dirty="0"/>
              <a:t>동작 </a:t>
            </a:r>
            <a:r>
              <a:rPr lang="en-US" altLang="ko-KR" dirty="0"/>
              <a:t>FLOW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01D188-34BE-E3DA-FD54-5B49B15CA813}"/>
              </a:ext>
            </a:extLst>
          </p:cNvPr>
          <p:cNvSpPr txBox="1"/>
          <p:nvPr/>
        </p:nvSpPr>
        <p:spPr>
          <a:xfrm>
            <a:off x="1021860" y="914037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7D4EAA55-F71F-330E-71E9-B6E3CD522511}"/>
              </a:ext>
            </a:extLst>
          </p:cNvPr>
          <p:cNvGrpSpPr/>
          <p:nvPr/>
        </p:nvGrpSpPr>
        <p:grpSpPr>
          <a:xfrm>
            <a:off x="1298628" y="2155148"/>
            <a:ext cx="8832763" cy="3555406"/>
            <a:chOff x="1098046" y="1498603"/>
            <a:chExt cx="9714121" cy="3860794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D2EF9CF-A709-7624-F083-51693E5565B3}"/>
                </a:ext>
              </a:extLst>
            </p:cNvPr>
            <p:cNvGrpSpPr/>
            <p:nvPr/>
          </p:nvGrpSpPr>
          <p:grpSpPr>
            <a:xfrm>
              <a:off x="1098046" y="1498603"/>
              <a:ext cx="9714121" cy="3860794"/>
              <a:chOff x="851485" y="1464469"/>
              <a:chExt cx="9714121" cy="3860794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41C5B4DC-5EA2-D202-A077-B1FB0AD934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1485" y="1464469"/>
                <a:ext cx="9714121" cy="3860794"/>
              </a:xfrm>
              <a:prstGeom prst="rect">
                <a:avLst/>
              </a:prstGeom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08A6FFFE-61AB-D129-2D82-D9E8A3943552}"/>
                  </a:ext>
                </a:extLst>
              </p:cNvPr>
              <p:cNvSpPr/>
              <p:nvPr/>
            </p:nvSpPr>
            <p:spPr>
              <a:xfrm>
                <a:off x="855805" y="1778090"/>
                <a:ext cx="1143169" cy="1718109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0EAD1FF3-985D-527A-FE2E-E4345B82A373}"/>
                  </a:ext>
                </a:extLst>
              </p:cNvPr>
              <p:cNvSpPr/>
              <p:nvPr/>
            </p:nvSpPr>
            <p:spPr>
              <a:xfrm>
                <a:off x="864832" y="3529756"/>
                <a:ext cx="1143169" cy="1778503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0A7599-4F25-9DD4-2F88-7E13E02C0690}"/>
                  </a:ext>
                </a:extLst>
              </p:cNvPr>
              <p:cNvSpPr txBox="1"/>
              <p:nvPr/>
            </p:nvSpPr>
            <p:spPr>
              <a:xfrm>
                <a:off x="1427388" y="1691786"/>
                <a:ext cx="794330" cy="433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C000"/>
                    </a:solidFill>
                  </a:rPr>
                  <a:t>Rx</a:t>
                </a:r>
                <a:endParaRPr lang="ko-KR" altLang="en-US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E75E45-189A-63BB-CDEF-B4D5431F8924}"/>
                  </a:ext>
                </a:extLst>
              </p:cNvPr>
              <p:cNvSpPr txBox="1"/>
              <p:nvPr/>
            </p:nvSpPr>
            <p:spPr>
              <a:xfrm>
                <a:off x="1461955" y="3447506"/>
                <a:ext cx="794330" cy="545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FF00"/>
                    </a:solidFill>
                  </a:rPr>
                  <a:t>Tx</a:t>
                </a:r>
                <a:endParaRPr lang="ko-KR" altLang="en-US" dirty="0">
                  <a:solidFill>
                    <a:srgbClr val="FFFF00"/>
                  </a:solidFill>
                </a:endParaRPr>
              </a:p>
            </p:txBody>
          </p:sp>
        </p:grp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A6865848-5F91-5441-6795-DEDBFC41420C}"/>
                </a:ext>
              </a:extLst>
            </p:cNvPr>
            <p:cNvCxnSpPr/>
            <p:nvPr/>
          </p:nvCxnSpPr>
          <p:spPr>
            <a:xfrm>
              <a:off x="6266688" y="2926080"/>
              <a:ext cx="0" cy="7376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A4557D79-B608-C572-761E-290EB4618510}"/>
                </a:ext>
              </a:extLst>
            </p:cNvPr>
            <p:cNvGrpSpPr/>
            <p:nvPr/>
          </p:nvGrpSpPr>
          <p:grpSpPr>
            <a:xfrm>
              <a:off x="4911552" y="3483241"/>
              <a:ext cx="1986611" cy="274889"/>
              <a:chOff x="6249084" y="3401158"/>
              <a:chExt cx="1986611" cy="274889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81D1725-B6EC-01DB-174C-AC14A13ECCD8}"/>
                  </a:ext>
                </a:extLst>
              </p:cNvPr>
              <p:cNvSpPr txBox="1"/>
              <p:nvPr/>
            </p:nvSpPr>
            <p:spPr>
              <a:xfrm>
                <a:off x="6266688" y="3425388"/>
                <a:ext cx="1969007" cy="250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 err="1">
                    <a:highlight>
                      <a:srgbClr val="FFFF00"/>
                    </a:highlight>
                  </a:rPr>
                  <a:t>rx_done</a:t>
                </a:r>
                <a:r>
                  <a:rPr lang="en-US" altLang="ko-KR" sz="900">
                    <a:highlight>
                      <a:srgbClr val="FFFF00"/>
                    </a:highlight>
                  </a:rPr>
                  <a:t> </a:t>
                </a:r>
                <a:r>
                  <a:rPr lang="ko-KR" altLang="en-US" sz="900">
                    <a:highlight>
                      <a:srgbClr val="FFFF00"/>
                    </a:highlight>
                  </a:rPr>
                  <a:t>→ </a:t>
                </a:r>
                <a:r>
                  <a:rPr lang="en-US" altLang="ko-KR" sz="900">
                    <a:highlight>
                      <a:srgbClr val="FFFF00"/>
                    </a:highlight>
                  </a:rPr>
                  <a:t>tx_start </a:t>
                </a:r>
                <a:endParaRPr lang="ko-KR" altLang="en-US" sz="900">
                  <a:highlight>
                    <a:srgbClr val="FFFF00"/>
                  </a:highlight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C82A134-DED5-7FB9-2543-E4D0BB3F498F}"/>
                  </a:ext>
                </a:extLst>
              </p:cNvPr>
              <p:cNvSpPr/>
              <p:nvPr/>
            </p:nvSpPr>
            <p:spPr>
              <a:xfrm>
                <a:off x="6249084" y="3401158"/>
                <a:ext cx="152399" cy="12801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>
                    <a:solidFill>
                      <a:schemeClr val="tx1"/>
                    </a:solidFill>
                  </a:rPr>
                  <a:t>1</a:t>
                </a:r>
                <a:endParaRPr lang="ko-KR" altLang="en-US" sz="10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84615007-EDE0-31D7-5201-802A809689A0}"/>
                </a:ext>
              </a:extLst>
            </p:cNvPr>
            <p:cNvSpPr/>
            <p:nvPr/>
          </p:nvSpPr>
          <p:spPr>
            <a:xfrm>
              <a:off x="6075728" y="4161267"/>
              <a:ext cx="152399" cy="12801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</a:rPr>
                <a:t>2</a:t>
              </a:r>
              <a:endParaRPr lang="ko-KR" altLang="en-US" sz="1050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9445CDED-DC5D-1786-CFBE-BF8E79FB7354}"/>
                </a:ext>
              </a:extLst>
            </p:cNvPr>
            <p:cNvSpPr/>
            <p:nvPr/>
          </p:nvSpPr>
          <p:spPr>
            <a:xfrm>
              <a:off x="6095999" y="4916179"/>
              <a:ext cx="152399" cy="12801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</a:rPr>
                <a:t>3</a:t>
              </a:r>
              <a:endParaRPr lang="ko-KR" altLang="en-US" sz="1050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3EA3C36-29F1-7C24-E90D-CD30CED097C3}"/>
                </a:ext>
              </a:extLst>
            </p:cNvPr>
            <p:cNvSpPr/>
            <p:nvPr/>
          </p:nvSpPr>
          <p:spPr>
            <a:xfrm>
              <a:off x="8656319" y="4154179"/>
              <a:ext cx="152399" cy="12801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</a:rPr>
                <a:t>4</a:t>
              </a:r>
              <a:endParaRPr lang="ko-KR" altLang="en-US" sz="1050">
                <a:solidFill>
                  <a:schemeClr val="tx1"/>
                </a:solidFill>
              </a:endParaRPr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B9C12E14-3BDF-5F13-BCFA-A99D8031F699}"/>
                </a:ext>
              </a:extLst>
            </p:cNvPr>
            <p:cNvCxnSpPr/>
            <p:nvPr/>
          </p:nvCxnSpPr>
          <p:spPr>
            <a:xfrm>
              <a:off x="6662928" y="4974091"/>
              <a:ext cx="204755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0C96D7E2-95DD-43E7-FBE2-03D822E0A2ED}"/>
                </a:ext>
              </a:extLst>
            </p:cNvPr>
            <p:cNvCxnSpPr>
              <a:cxnSpLocks/>
            </p:cNvCxnSpPr>
            <p:nvPr/>
          </p:nvCxnSpPr>
          <p:spPr>
            <a:xfrm>
              <a:off x="697992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028714C6-7FD8-8C78-D311-4DE7FEE19699}"/>
                </a:ext>
              </a:extLst>
            </p:cNvPr>
            <p:cNvCxnSpPr>
              <a:cxnSpLocks/>
            </p:cNvCxnSpPr>
            <p:nvPr/>
          </p:nvCxnSpPr>
          <p:spPr>
            <a:xfrm>
              <a:off x="726948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26B4A1C1-D552-66B9-EC41-DF10D13722B3}"/>
                </a:ext>
              </a:extLst>
            </p:cNvPr>
            <p:cNvCxnSpPr>
              <a:cxnSpLocks/>
            </p:cNvCxnSpPr>
            <p:nvPr/>
          </p:nvCxnSpPr>
          <p:spPr>
            <a:xfrm>
              <a:off x="753618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1149AA96-E20F-ABFF-58FE-B7FD396FA03C}"/>
                </a:ext>
              </a:extLst>
            </p:cNvPr>
            <p:cNvCxnSpPr>
              <a:cxnSpLocks/>
            </p:cNvCxnSpPr>
            <p:nvPr/>
          </p:nvCxnSpPr>
          <p:spPr>
            <a:xfrm>
              <a:off x="778764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7965B6C5-3089-8839-AB2F-C1B342F01C78}"/>
                </a:ext>
              </a:extLst>
            </p:cNvPr>
            <p:cNvCxnSpPr>
              <a:cxnSpLocks/>
            </p:cNvCxnSpPr>
            <p:nvPr/>
          </p:nvCxnSpPr>
          <p:spPr>
            <a:xfrm>
              <a:off x="805434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F138D3A2-3388-F7D0-19F7-7BDADA2FB09F}"/>
                </a:ext>
              </a:extLst>
            </p:cNvPr>
            <p:cNvGrpSpPr/>
            <p:nvPr/>
          </p:nvGrpSpPr>
          <p:grpSpPr>
            <a:xfrm>
              <a:off x="6531625" y="3972560"/>
              <a:ext cx="2126727" cy="943617"/>
              <a:chOff x="6531625" y="3972560"/>
              <a:chExt cx="2126727" cy="1285240"/>
            </a:xfrm>
          </p:grpSpPr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36087FD6-586F-8632-B1B6-EA82A9BE531D}"/>
                  </a:ext>
                </a:extLst>
              </p:cNvPr>
              <p:cNvCxnSpPr/>
              <p:nvPr/>
            </p:nvCxnSpPr>
            <p:spPr>
              <a:xfrm>
                <a:off x="6790705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3082D0F7-F307-7087-4CD0-AF2FD2F007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31625" y="3972560"/>
                <a:ext cx="0" cy="1285240"/>
              </a:xfrm>
              <a:prstGeom prst="line">
                <a:avLst/>
              </a:prstGeom>
              <a:ln w="952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65213725-63A7-B148-18BF-A673D28B0FC7}"/>
                  </a:ext>
                </a:extLst>
              </p:cNvPr>
              <p:cNvCxnSpPr/>
              <p:nvPr/>
            </p:nvCxnSpPr>
            <p:spPr>
              <a:xfrm>
                <a:off x="733755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467A74A7-897B-637D-BD06-FE6FD56847E2}"/>
                  </a:ext>
                </a:extLst>
              </p:cNvPr>
              <p:cNvCxnSpPr/>
              <p:nvPr/>
            </p:nvCxnSpPr>
            <p:spPr>
              <a:xfrm>
                <a:off x="707339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30CB3C29-A3CA-B2F1-72F8-5D580E5655B2}"/>
                  </a:ext>
                </a:extLst>
              </p:cNvPr>
              <p:cNvCxnSpPr/>
              <p:nvPr/>
            </p:nvCxnSpPr>
            <p:spPr>
              <a:xfrm>
                <a:off x="786079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57C6FDE1-3199-8DA2-40B7-8E9AA93B9978}"/>
                  </a:ext>
                </a:extLst>
              </p:cNvPr>
              <p:cNvCxnSpPr/>
              <p:nvPr/>
            </p:nvCxnSpPr>
            <p:spPr>
              <a:xfrm>
                <a:off x="7601712" y="3972560"/>
                <a:ext cx="0" cy="1285240"/>
              </a:xfrm>
              <a:prstGeom prst="line">
                <a:avLst/>
              </a:prstGeom>
              <a:ln w="952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4FADF0ED-0BF8-6B1B-CD4B-01124F13A962}"/>
                  </a:ext>
                </a:extLst>
              </p:cNvPr>
              <p:cNvCxnSpPr/>
              <p:nvPr/>
            </p:nvCxnSpPr>
            <p:spPr>
              <a:xfrm>
                <a:off x="837895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B249DAAD-363C-C322-4E3D-648FD6E51AB6}"/>
                  </a:ext>
                </a:extLst>
              </p:cNvPr>
              <p:cNvCxnSpPr/>
              <p:nvPr/>
            </p:nvCxnSpPr>
            <p:spPr>
              <a:xfrm>
                <a:off x="811987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B5167717-8B1D-8D27-275C-C0BB14AB338C}"/>
                  </a:ext>
                </a:extLst>
              </p:cNvPr>
              <p:cNvCxnSpPr/>
              <p:nvPr/>
            </p:nvCxnSpPr>
            <p:spPr>
              <a:xfrm>
                <a:off x="8658352" y="3972560"/>
                <a:ext cx="0" cy="1285240"/>
              </a:xfrm>
              <a:prstGeom prst="line">
                <a:avLst/>
              </a:prstGeom>
              <a:ln w="952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FB60EE5-62C9-50B0-DA3B-9A6CC5CED60B}"/>
                </a:ext>
              </a:extLst>
            </p:cNvPr>
            <p:cNvSpPr/>
            <p:nvPr/>
          </p:nvSpPr>
          <p:spPr>
            <a:xfrm>
              <a:off x="6314440" y="4916177"/>
              <a:ext cx="333009" cy="128012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563EC726-83BB-BAB6-52EA-3BCE5A606A40}"/>
              </a:ext>
            </a:extLst>
          </p:cNvPr>
          <p:cNvGrpSpPr/>
          <p:nvPr/>
        </p:nvGrpSpPr>
        <p:grpSpPr>
          <a:xfrm>
            <a:off x="656273" y="883118"/>
            <a:ext cx="8774686" cy="1101793"/>
            <a:chOff x="1426891" y="903801"/>
            <a:chExt cx="8774686" cy="1827206"/>
          </a:xfrm>
        </p:grpSpPr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1EC449C3-C274-10D0-F089-DEAF42A5ABBE}"/>
                </a:ext>
              </a:extLst>
            </p:cNvPr>
            <p:cNvGrpSpPr/>
            <p:nvPr/>
          </p:nvGrpSpPr>
          <p:grpSpPr>
            <a:xfrm>
              <a:off x="1426891" y="903801"/>
              <a:ext cx="3393200" cy="328152"/>
              <a:chOff x="399079" y="955217"/>
              <a:chExt cx="3393200" cy="328152"/>
            </a:xfrm>
          </p:grpSpPr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FE702BB4-1C97-3D7B-21C2-031BCAAC08A7}"/>
                  </a:ext>
                </a:extLst>
              </p:cNvPr>
              <p:cNvSpPr/>
              <p:nvPr/>
            </p:nvSpPr>
            <p:spPr>
              <a:xfrm>
                <a:off x="399079" y="1028192"/>
                <a:ext cx="266420" cy="2551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tx1"/>
                    </a:solidFill>
                  </a:rPr>
                  <a:t>1</a:t>
                </a:r>
                <a:endParaRPr lang="ko-KR" altLang="en-US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2679CC6-AEDA-006E-DB43-DBD885C53CCF}"/>
                  </a:ext>
                </a:extLst>
              </p:cNvPr>
              <p:cNvSpPr txBox="1"/>
              <p:nvPr/>
            </p:nvSpPr>
            <p:spPr>
              <a:xfrm>
                <a:off x="807198" y="955217"/>
                <a:ext cx="29850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Rx_done -&gt; tx_start</a:t>
                </a:r>
                <a:endParaRPr lang="ko-KR" altLang="en-US" sz="1400"/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C9B68498-9DCF-EF56-3E33-ACB23C656348}"/>
                </a:ext>
              </a:extLst>
            </p:cNvPr>
            <p:cNvGrpSpPr/>
            <p:nvPr/>
          </p:nvGrpSpPr>
          <p:grpSpPr>
            <a:xfrm>
              <a:off x="1426891" y="1342161"/>
              <a:ext cx="4442152" cy="328151"/>
              <a:chOff x="399079" y="955218"/>
              <a:chExt cx="4442152" cy="328151"/>
            </a:xfrm>
          </p:grpSpPr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3E2DFFA6-AE76-88B7-9D1C-36ED6E1A3876}"/>
                  </a:ext>
                </a:extLst>
              </p:cNvPr>
              <p:cNvSpPr/>
              <p:nvPr/>
            </p:nvSpPr>
            <p:spPr>
              <a:xfrm>
                <a:off x="399079" y="1028192"/>
                <a:ext cx="266420" cy="2551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tx1"/>
                    </a:solidFill>
                  </a:rPr>
                  <a:t>2</a:t>
                </a:r>
                <a:endParaRPr lang="ko-KR" altLang="en-US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1FAFD54-3554-AEE5-CC3A-C6DF0FB274D8}"/>
                  </a:ext>
                </a:extLst>
              </p:cNvPr>
              <p:cNvSpPr txBox="1"/>
              <p:nvPr/>
            </p:nvSpPr>
            <p:spPr>
              <a:xfrm>
                <a:off x="807198" y="955218"/>
                <a:ext cx="40340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tx_start </a:t>
                </a:r>
                <a:r>
                  <a:rPr lang="ko-KR" altLang="en-US" sz="1400"/>
                  <a:t>이후</a:t>
                </a:r>
                <a:r>
                  <a:rPr lang="en-US" altLang="ko-KR" sz="1400"/>
                  <a:t>, tx signal deassert </a:t>
                </a:r>
                <a:endParaRPr lang="ko-KR" altLang="en-US" sz="1400"/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78B967F-FF6E-506D-4589-9EEE9F12F6EE}"/>
                </a:ext>
              </a:extLst>
            </p:cNvPr>
            <p:cNvGrpSpPr/>
            <p:nvPr/>
          </p:nvGrpSpPr>
          <p:grpSpPr>
            <a:xfrm>
              <a:off x="1426891" y="1784178"/>
              <a:ext cx="8774686" cy="328152"/>
              <a:chOff x="399079" y="955217"/>
              <a:chExt cx="8774686" cy="328152"/>
            </a:xfrm>
          </p:grpSpPr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4CD4E881-EEF2-8ECD-C892-7874A1BBDFD0}"/>
                  </a:ext>
                </a:extLst>
              </p:cNvPr>
              <p:cNvSpPr/>
              <p:nvPr/>
            </p:nvSpPr>
            <p:spPr>
              <a:xfrm>
                <a:off x="399079" y="1028192"/>
                <a:ext cx="266420" cy="2551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tx1"/>
                    </a:solidFill>
                  </a:rPr>
                  <a:t>3</a:t>
                </a:r>
                <a:endParaRPr lang="ko-KR" altLang="en-US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4917FFB-3CF5-FF71-BD31-6B923DCF5DE3}"/>
                  </a:ext>
                </a:extLst>
              </p:cNvPr>
              <p:cNvSpPr txBox="1"/>
              <p:nvPr/>
            </p:nvSpPr>
            <p:spPr>
              <a:xfrm>
                <a:off x="807198" y="955217"/>
                <a:ext cx="83665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Start</a:t>
                </a:r>
                <a:r>
                  <a:rPr lang="ko-KR" altLang="en-US" sz="1400"/>
                  <a:t>에서 </a:t>
                </a:r>
                <a:r>
                  <a:rPr lang="en-US" altLang="ko-KR" sz="1400"/>
                  <a:t>rx_data update,</a:t>
                </a:r>
                <a:r>
                  <a:rPr lang="ko-KR" altLang="en-US" sz="1400"/>
                  <a:t> 이 후 </a:t>
                </a:r>
                <a:r>
                  <a:rPr lang="en-US" altLang="ko-KR" sz="1400"/>
                  <a:t>shift </a:t>
                </a:r>
                <a:r>
                  <a:rPr lang="ko-KR" altLang="en-US" sz="1400"/>
                  <a:t>되면서 </a:t>
                </a:r>
                <a:r>
                  <a:rPr lang="en-US" altLang="ko-KR" sz="1400"/>
                  <a:t>tx line</a:t>
                </a:r>
                <a:r>
                  <a:rPr lang="ko-KR" altLang="en-US" sz="1400"/>
                  <a:t>으로 데이터 전송</a:t>
                </a: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53764E1F-FC96-AD9D-9812-C14AED4884B5}"/>
                </a:ext>
              </a:extLst>
            </p:cNvPr>
            <p:cNvGrpSpPr/>
            <p:nvPr/>
          </p:nvGrpSpPr>
          <p:grpSpPr>
            <a:xfrm>
              <a:off x="1426891" y="2220592"/>
              <a:ext cx="4525327" cy="510415"/>
              <a:chOff x="399079" y="904669"/>
              <a:chExt cx="4525327" cy="510415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03780A9B-94E5-57AB-C6EE-D554219F1155}"/>
                  </a:ext>
                </a:extLst>
              </p:cNvPr>
              <p:cNvSpPr/>
              <p:nvPr/>
            </p:nvSpPr>
            <p:spPr>
              <a:xfrm>
                <a:off x="399079" y="1028192"/>
                <a:ext cx="266420" cy="2551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tx1"/>
                    </a:solidFill>
                  </a:rPr>
                  <a:t>4</a:t>
                </a:r>
                <a:endParaRPr lang="ko-KR" altLang="en-US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E72A0A5-5B95-F885-C6E6-D74456868940}"/>
                  </a:ext>
                </a:extLst>
              </p:cNvPr>
              <p:cNvSpPr txBox="1"/>
              <p:nvPr/>
            </p:nvSpPr>
            <p:spPr>
              <a:xfrm>
                <a:off x="807198" y="904669"/>
                <a:ext cx="4117208" cy="510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STOP state</a:t>
                </a:r>
                <a:r>
                  <a:rPr lang="ko-KR" altLang="en-US" sz="1400"/>
                  <a:t>에서 </a:t>
                </a:r>
                <a:r>
                  <a:rPr lang="en-US" altLang="ko-KR" sz="1400"/>
                  <a:t>tx signal assert </a:t>
                </a:r>
                <a:endParaRPr lang="ko-KR" altLang="en-US" sz="1400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21BA86E-AF1B-8F17-ABB1-833ABBCD18A2}"/>
              </a:ext>
            </a:extLst>
          </p:cNvPr>
          <p:cNvSpPr txBox="1"/>
          <p:nvPr/>
        </p:nvSpPr>
        <p:spPr>
          <a:xfrm>
            <a:off x="6259048" y="4553361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0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E0F571-D659-4C7F-B353-8B2EE53E8469}"/>
              </a:ext>
            </a:extLst>
          </p:cNvPr>
          <p:cNvSpPr txBox="1"/>
          <p:nvPr/>
        </p:nvSpPr>
        <p:spPr>
          <a:xfrm>
            <a:off x="6496185" y="4553361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0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96AE00-AF79-A80E-DD99-2F3790CABA21}"/>
              </a:ext>
            </a:extLst>
          </p:cNvPr>
          <p:cNvSpPr txBox="1"/>
          <p:nvPr/>
        </p:nvSpPr>
        <p:spPr>
          <a:xfrm>
            <a:off x="6756280" y="4553361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1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90EBF-1484-A9D5-8655-B0D573060046}"/>
              </a:ext>
            </a:extLst>
          </p:cNvPr>
          <p:cNvSpPr txBox="1"/>
          <p:nvPr/>
        </p:nvSpPr>
        <p:spPr>
          <a:xfrm>
            <a:off x="6991853" y="4555742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0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B35C3F-B459-7840-AE38-B04187853727}"/>
              </a:ext>
            </a:extLst>
          </p:cNvPr>
          <p:cNvSpPr txBox="1"/>
          <p:nvPr/>
        </p:nvSpPr>
        <p:spPr>
          <a:xfrm>
            <a:off x="7236378" y="4555742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1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CE826B1-6143-4766-AE33-94045FB409F7}"/>
              </a:ext>
            </a:extLst>
          </p:cNvPr>
          <p:cNvSpPr txBox="1"/>
          <p:nvPr/>
        </p:nvSpPr>
        <p:spPr>
          <a:xfrm>
            <a:off x="7473846" y="4558970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1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63D0AEA-789D-AD79-6924-A1B3D163FC34}"/>
              </a:ext>
            </a:extLst>
          </p:cNvPr>
          <p:cNvSpPr txBox="1"/>
          <p:nvPr/>
        </p:nvSpPr>
        <p:spPr>
          <a:xfrm>
            <a:off x="7707956" y="4558970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1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F1807DF-20F8-F088-6863-D3F473CE9CD9}"/>
              </a:ext>
            </a:extLst>
          </p:cNvPr>
          <p:cNvSpPr txBox="1"/>
          <p:nvPr/>
        </p:nvSpPr>
        <p:spPr>
          <a:xfrm>
            <a:off x="7950633" y="4558970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1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C4F8303-4B0D-AE36-140F-4E8443E9D969}"/>
              </a:ext>
            </a:extLst>
          </p:cNvPr>
          <p:cNvSpPr txBox="1"/>
          <p:nvPr/>
        </p:nvSpPr>
        <p:spPr>
          <a:xfrm>
            <a:off x="7567963" y="4136305"/>
            <a:ext cx="656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F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DDE45FD-A500-5EA4-9E55-FB0D4BA6DFEB}"/>
              </a:ext>
            </a:extLst>
          </p:cNvPr>
          <p:cNvSpPr txBox="1"/>
          <p:nvPr/>
        </p:nvSpPr>
        <p:spPr>
          <a:xfrm>
            <a:off x="6562829" y="4129933"/>
            <a:ext cx="656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4</a:t>
            </a:r>
            <a:endParaRPr lang="ko-KR" altLang="en-US">
              <a:solidFill>
                <a:srgbClr val="FF000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65475B9-9C2C-0E29-9286-9F3BC553D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598" y="5876278"/>
            <a:ext cx="3724795" cy="38105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5BADA9E-7FBA-5797-2E0F-068DAF33100D}"/>
              </a:ext>
            </a:extLst>
          </p:cNvPr>
          <p:cNvSpPr txBox="1"/>
          <p:nvPr/>
        </p:nvSpPr>
        <p:spPr>
          <a:xfrm>
            <a:off x="5181600" y="5876278"/>
            <a:ext cx="4492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256 input </a:t>
            </a:r>
            <a:r>
              <a:rPr lang="ko-KR" altLang="en-US"/>
              <a:t>결과 모두 </a:t>
            </a:r>
            <a:r>
              <a:rPr lang="en-US" altLang="ko-KR"/>
              <a:t>pass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853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4E798-30F1-FE69-1208-481725D3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9C7945-B46A-880E-36B5-6DC2CDCAE784}"/>
              </a:ext>
            </a:extLst>
          </p:cNvPr>
          <p:cNvSpPr txBox="1"/>
          <p:nvPr/>
        </p:nvSpPr>
        <p:spPr>
          <a:xfrm>
            <a:off x="319174" y="334527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6. </a:t>
            </a:r>
            <a:r>
              <a:rPr lang="ko-KR" altLang="en-US"/>
              <a:t>트러블 슈팅 </a:t>
            </a:r>
            <a:r>
              <a:rPr lang="en-US" altLang="ko-KR"/>
              <a:t>1</a:t>
            </a:r>
            <a:r>
              <a:rPr lang="ko-KR" altLang="en-US"/>
              <a:t>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EC6087-B954-7F38-CC91-64E2161CAB3A}"/>
              </a:ext>
            </a:extLst>
          </p:cNvPr>
          <p:cNvSpPr txBox="1"/>
          <p:nvPr/>
        </p:nvSpPr>
        <p:spPr>
          <a:xfrm>
            <a:off x="592852" y="793822"/>
            <a:ext cx="87320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문제</a:t>
            </a:r>
            <a:endParaRPr lang="en-US" altLang="ko-KR"/>
          </a:p>
          <a:p>
            <a:r>
              <a:rPr lang="en-US" altLang="ko-KR"/>
              <a:t>rx</a:t>
            </a:r>
            <a:r>
              <a:rPr lang="ko-KR" altLang="en-US"/>
              <a:t> </a:t>
            </a:r>
            <a:r>
              <a:rPr lang="en-US" altLang="ko-KR"/>
              <a:t>glitch</a:t>
            </a:r>
            <a:r>
              <a:rPr lang="ko-KR" altLang="en-US"/>
              <a:t> 발생 시</a:t>
            </a:r>
            <a:r>
              <a:rPr lang="en-US" altLang="ko-KR"/>
              <a:t>, data</a:t>
            </a:r>
            <a:r>
              <a:rPr lang="ko-KR" altLang="en-US"/>
              <a:t>가 전송되는 문제 </a:t>
            </a:r>
            <a:endParaRPr lang="en-US" altLang="ko-KR"/>
          </a:p>
          <a:p>
            <a:r>
              <a:rPr lang="en-US" altLang="ko-KR"/>
              <a:t>rx glitch test</a:t>
            </a:r>
            <a:r>
              <a:rPr lang="ko-KR" altLang="en-US"/>
              <a:t>에서 </a:t>
            </a:r>
            <a:r>
              <a:rPr lang="en-US" altLang="ko-KR"/>
              <a:t>Fail </a:t>
            </a:r>
            <a:r>
              <a:rPr lang="ko-KR" altLang="en-US"/>
              <a:t>검출 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AD3A96-95A4-9542-07BC-B4419A393203}"/>
              </a:ext>
            </a:extLst>
          </p:cNvPr>
          <p:cNvSpPr txBox="1"/>
          <p:nvPr/>
        </p:nvSpPr>
        <p:spPr>
          <a:xfrm>
            <a:off x="5878286" y="774772"/>
            <a:ext cx="48935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원인 분석</a:t>
            </a:r>
            <a:endParaRPr lang="en-US" altLang="ko-KR"/>
          </a:p>
          <a:p>
            <a:r>
              <a:rPr lang="en-US" altLang="ko-KR"/>
              <a:t>uart rx state</a:t>
            </a:r>
            <a:r>
              <a:rPr lang="ko-KR" altLang="en-US"/>
              <a:t>에서 </a:t>
            </a:r>
            <a:r>
              <a:rPr lang="en-US" altLang="ko-KR"/>
              <a:t>rx falling </a:t>
            </a:r>
            <a:r>
              <a:rPr lang="ko-KR" altLang="en-US"/>
              <a:t>감지 순간 </a:t>
            </a:r>
            <a:r>
              <a:rPr lang="en-US" altLang="ko-KR"/>
              <a:t>start </a:t>
            </a:r>
            <a:r>
              <a:rPr lang="ko-KR" altLang="en-US"/>
              <a:t>스테이트로 넘어감 </a:t>
            </a:r>
            <a:r>
              <a:rPr lang="en-US" altLang="ko-KR"/>
              <a:t>bit_cnt </a:t>
            </a:r>
            <a:r>
              <a:rPr lang="ko-KR" altLang="en-US"/>
              <a:t>이후 바로 다음 </a:t>
            </a:r>
            <a:r>
              <a:rPr lang="en-US" altLang="ko-KR"/>
              <a:t>state</a:t>
            </a:r>
            <a:r>
              <a:rPr lang="ko-KR" altLang="en-US"/>
              <a:t>로 넘어감 </a:t>
            </a:r>
            <a:r>
              <a:rPr lang="en-US" altLang="ko-KR"/>
              <a:t>-&gt; </a:t>
            </a:r>
            <a:r>
              <a:rPr lang="ko-KR" altLang="en-US"/>
              <a:t>글리치에 대한 대응 코드가 존재 하지 않음 </a:t>
            </a:r>
            <a:endParaRPr lang="en-US" altLang="ko-KR"/>
          </a:p>
          <a:p>
            <a:endParaRPr lang="ko-KR" altLang="en-US" b="1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52412DD-6D93-D583-F5EA-A6BDA9B4EC42}"/>
              </a:ext>
            </a:extLst>
          </p:cNvPr>
          <p:cNvGrpSpPr/>
          <p:nvPr/>
        </p:nvGrpSpPr>
        <p:grpSpPr>
          <a:xfrm>
            <a:off x="431264" y="4442516"/>
            <a:ext cx="5109258" cy="1477328"/>
            <a:chOff x="276557" y="3747815"/>
            <a:chExt cx="5109258" cy="1477328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A29F0CE-6B7C-38E5-4701-C9A978F11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0896"/>
            <a:stretch>
              <a:fillRect/>
            </a:stretch>
          </p:blipFill>
          <p:spPr>
            <a:xfrm>
              <a:off x="276557" y="3747815"/>
              <a:ext cx="5109258" cy="147732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7241540-6045-6263-297B-7014E8DE445F}"/>
                </a:ext>
              </a:extLst>
            </p:cNvPr>
            <p:cNvSpPr/>
            <p:nvPr/>
          </p:nvSpPr>
          <p:spPr>
            <a:xfrm>
              <a:off x="276557" y="5064369"/>
              <a:ext cx="1672823" cy="16077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5A077FB1-1FF4-565D-32D8-70A4F2ABE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74" y="1896387"/>
            <a:ext cx="5183248" cy="2387627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B1A9EEEE-BB6A-1942-82DA-284F2A7B7AB7}"/>
              </a:ext>
            </a:extLst>
          </p:cNvPr>
          <p:cNvGrpSpPr/>
          <p:nvPr/>
        </p:nvGrpSpPr>
        <p:grpSpPr>
          <a:xfrm>
            <a:off x="2193653" y="2453467"/>
            <a:ext cx="3256409" cy="97952"/>
            <a:chOff x="2193653" y="2453467"/>
            <a:chExt cx="3256409" cy="97952"/>
          </a:xfrm>
          <a:noFill/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B8B73E72-A99E-B8CE-54F7-5B7DAD3CA24A}"/>
                </a:ext>
              </a:extLst>
            </p:cNvPr>
            <p:cNvGrpSpPr/>
            <p:nvPr/>
          </p:nvGrpSpPr>
          <p:grpSpPr>
            <a:xfrm>
              <a:off x="2193653" y="2453467"/>
              <a:ext cx="1097236" cy="93189"/>
              <a:chOff x="8026400" y="2709510"/>
              <a:chExt cx="1140098" cy="98847"/>
            </a:xfrm>
            <a:grpFill/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79C591BE-2884-EA7F-4E8D-09B972EBF948}"/>
                  </a:ext>
                </a:extLst>
              </p:cNvPr>
              <p:cNvSpPr/>
              <p:nvPr/>
            </p:nvSpPr>
            <p:spPr>
              <a:xfrm>
                <a:off x="8026400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B601A58F-5638-FC4A-0827-096FF370345B}"/>
                  </a:ext>
                </a:extLst>
              </p:cNvPr>
              <p:cNvSpPr/>
              <p:nvPr/>
            </p:nvSpPr>
            <p:spPr>
              <a:xfrm>
                <a:off x="8229600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9C8CC512-F23F-CF68-EC3A-2864CCB5DD00}"/>
                  </a:ext>
                </a:extLst>
              </p:cNvPr>
              <p:cNvSpPr/>
              <p:nvPr/>
            </p:nvSpPr>
            <p:spPr>
              <a:xfrm>
                <a:off x="8455298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B9C0C101-D05F-6BDD-3BFC-64B6F6DADF8C}"/>
                  </a:ext>
                </a:extLst>
              </p:cNvPr>
              <p:cNvSpPr/>
              <p:nvPr/>
            </p:nvSpPr>
            <p:spPr>
              <a:xfrm>
                <a:off x="8658498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D978320B-FF3F-2E12-CDF2-DAAEA598EB78}"/>
                  </a:ext>
                </a:extLst>
              </p:cNvPr>
              <p:cNvSpPr/>
              <p:nvPr/>
            </p:nvSpPr>
            <p:spPr>
              <a:xfrm>
                <a:off x="8861698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81D99BD5-AB23-D912-8053-9B872EC6E6CC}"/>
                  </a:ext>
                </a:extLst>
              </p:cNvPr>
              <p:cNvSpPr/>
              <p:nvPr/>
            </p:nvSpPr>
            <p:spPr>
              <a:xfrm>
                <a:off x="9064898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EF77787A-0E0B-730F-9680-AFBB0DF99B66}"/>
                </a:ext>
              </a:extLst>
            </p:cNvPr>
            <p:cNvGrpSpPr/>
            <p:nvPr/>
          </p:nvGrpSpPr>
          <p:grpSpPr>
            <a:xfrm>
              <a:off x="3374838" y="2458230"/>
              <a:ext cx="1097236" cy="93189"/>
              <a:chOff x="8026400" y="2709510"/>
              <a:chExt cx="1140098" cy="98847"/>
            </a:xfrm>
            <a:grpFill/>
          </p:grpSpPr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E3124117-6305-C7F9-3014-55E70DB6B78E}"/>
                  </a:ext>
                </a:extLst>
              </p:cNvPr>
              <p:cNvSpPr/>
              <p:nvPr/>
            </p:nvSpPr>
            <p:spPr>
              <a:xfrm>
                <a:off x="8026400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461C6E06-A7C7-BA62-9C32-3E4CE2E401AA}"/>
                  </a:ext>
                </a:extLst>
              </p:cNvPr>
              <p:cNvSpPr/>
              <p:nvPr/>
            </p:nvSpPr>
            <p:spPr>
              <a:xfrm>
                <a:off x="8229600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4E0F4501-7585-588C-DF63-EC3F6A04B37B}"/>
                  </a:ext>
                </a:extLst>
              </p:cNvPr>
              <p:cNvSpPr/>
              <p:nvPr/>
            </p:nvSpPr>
            <p:spPr>
              <a:xfrm>
                <a:off x="8455298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E28B1EF3-06A9-DC7D-87AE-2571AD131711}"/>
                  </a:ext>
                </a:extLst>
              </p:cNvPr>
              <p:cNvSpPr/>
              <p:nvPr/>
            </p:nvSpPr>
            <p:spPr>
              <a:xfrm>
                <a:off x="8658498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FF05BD83-2978-D38E-27FD-95E717D41AFA}"/>
                  </a:ext>
                </a:extLst>
              </p:cNvPr>
              <p:cNvSpPr/>
              <p:nvPr/>
            </p:nvSpPr>
            <p:spPr>
              <a:xfrm>
                <a:off x="8861698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D36DC9DA-CD3B-88CC-4FC2-5539500D43F1}"/>
                  </a:ext>
                </a:extLst>
              </p:cNvPr>
              <p:cNvSpPr/>
              <p:nvPr/>
            </p:nvSpPr>
            <p:spPr>
              <a:xfrm>
                <a:off x="9064898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C1E400A5-CA8E-E7E8-7B4A-54792C61FE20}"/>
                </a:ext>
              </a:extLst>
            </p:cNvPr>
            <p:cNvGrpSpPr/>
            <p:nvPr/>
          </p:nvGrpSpPr>
          <p:grpSpPr>
            <a:xfrm>
              <a:off x="4548387" y="2458230"/>
              <a:ext cx="901675" cy="93189"/>
              <a:chOff x="8026400" y="2709510"/>
              <a:chExt cx="936898" cy="98847"/>
            </a:xfrm>
            <a:grpFill/>
          </p:grpSpPr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4BDAD3E3-D667-C0F1-E425-D8AD75070872}"/>
                  </a:ext>
                </a:extLst>
              </p:cNvPr>
              <p:cNvSpPr/>
              <p:nvPr/>
            </p:nvSpPr>
            <p:spPr>
              <a:xfrm>
                <a:off x="8026400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16630A3A-FB88-128A-F0F3-8DEE13A3117A}"/>
                  </a:ext>
                </a:extLst>
              </p:cNvPr>
              <p:cNvSpPr/>
              <p:nvPr/>
            </p:nvSpPr>
            <p:spPr>
              <a:xfrm>
                <a:off x="8229600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73BACDAA-07BE-2012-9D04-508B73B27F89}"/>
                  </a:ext>
                </a:extLst>
              </p:cNvPr>
              <p:cNvSpPr/>
              <p:nvPr/>
            </p:nvSpPr>
            <p:spPr>
              <a:xfrm>
                <a:off x="8455298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79565130-34BD-FEAA-BB1D-5AE714EE1171}"/>
                  </a:ext>
                </a:extLst>
              </p:cNvPr>
              <p:cNvSpPr/>
              <p:nvPr/>
            </p:nvSpPr>
            <p:spPr>
              <a:xfrm>
                <a:off x="8658498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7452AB27-56D2-8B66-43A0-E18417C081A9}"/>
                  </a:ext>
                </a:extLst>
              </p:cNvPr>
              <p:cNvSpPr/>
              <p:nvPr/>
            </p:nvSpPr>
            <p:spPr>
              <a:xfrm>
                <a:off x="8861698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4258FEF-5BF4-9C45-2E82-92D8DC53E151}"/>
              </a:ext>
            </a:extLst>
          </p:cNvPr>
          <p:cNvSpPr/>
          <p:nvPr/>
        </p:nvSpPr>
        <p:spPr>
          <a:xfrm>
            <a:off x="407378" y="2048322"/>
            <a:ext cx="1005169" cy="10996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803797-169A-B826-B673-861EFEE367C5}"/>
              </a:ext>
            </a:extLst>
          </p:cNvPr>
          <p:cNvSpPr txBox="1"/>
          <p:nvPr/>
        </p:nvSpPr>
        <p:spPr>
          <a:xfrm>
            <a:off x="1037640" y="1966079"/>
            <a:ext cx="722261" cy="399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Rx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9939D5C-A581-0CA6-BB36-285AA84E8FA6}"/>
              </a:ext>
            </a:extLst>
          </p:cNvPr>
          <p:cNvSpPr/>
          <p:nvPr/>
        </p:nvSpPr>
        <p:spPr>
          <a:xfrm>
            <a:off x="407378" y="3143756"/>
            <a:ext cx="1005169" cy="113255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F88D7A-756B-23CE-D938-2BD8D06B3C7F}"/>
              </a:ext>
            </a:extLst>
          </p:cNvPr>
          <p:cNvSpPr txBox="1"/>
          <p:nvPr/>
        </p:nvSpPr>
        <p:spPr>
          <a:xfrm>
            <a:off x="1081447" y="3066761"/>
            <a:ext cx="722261" cy="502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Tx</a:t>
            </a:r>
            <a:endParaRPr lang="ko-KR" altLang="en-US" dirty="0">
              <a:solidFill>
                <a:srgbClr val="FFFF00"/>
              </a:solidFill>
            </a:endParaRP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4DBFA163-3130-9D4D-6C13-EE0D2C4A0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63" y="2232171"/>
            <a:ext cx="5384557" cy="1989049"/>
          </a:xfrm>
          <a:prstGeom prst="rect">
            <a:avLst/>
          </a:prstGeom>
        </p:spPr>
      </p:pic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640DDAA7-4333-99DB-7145-8779B6CEB301}"/>
              </a:ext>
            </a:extLst>
          </p:cNvPr>
          <p:cNvCxnSpPr>
            <a:stCxn id="44" idx="1"/>
          </p:cNvCxnSpPr>
          <p:nvPr/>
        </p:nvCxnSpPr>
        <p:spPr>
          <a:xfrm flipV="1">
            <a:off x="5366602" y="2232171"/>
            <a:ext cx="467261" cy="2394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2DF083DD-040E-732A-667D-189DBACA66AA}"/>
              </a:ext>
            </a:extLst>
          </p:cNvPr>
          <p:cNvCxnSpPr>
            <a:cxnSpLocks/>
          </p:cNvCxnSpPr>
          <p:nvPr/>
        </p:nvCxnSpPr>
        <p:spPr>
          <a:xfrm>
            <a:off x="5387013" y="2569117"/>
            <a:ext cx="461170" cy="16342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C83569F-4E71-98D6-3954-4F5E2773F7A0}"/>
              </a:ext>
            </a:extLst>
          </p:cNvPr>
          <p:cNvSpPr/>
          <p:nvPr/>
        </p:nvSpPr>
        <p:spPr>
          <a:xfrm>
            <a:off x="10572750" y="3569010"/>
            <a:ext cx="285750" cy="1362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441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C2E03-1CE2-17CA-AD3B-E7ACEC98C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5063D93-A791-20AD-E6FA-54493E11AA68}"/>
              </a:ext>
            </a:extLst>
          </p:cNvPr>
          <p:cNvSpPr txBox="1"/>
          <p:nvPr/>
        </p:nvSpPr>
        <p:spPr>
          <a:xfrm>
            <a:off x="328699" y="372627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6. </a:t>
            </a:r>
            <a:r>
              <a:rPr lang="ko-KR" altLang="en-US"/>
              <a:t>트러블 슈팅</a:t>
            </a:r>
            <a:r>
              <a:rPr lang="en-US" altLang="ko-KR"/>
              <a:t>1	</a:t>
            </a:r>
            <a:r>
              <a:rPr lang="ko-KR" altLang="en-US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7D3DD7-3074-600D-D42D-28AD6E9B1E09}"/>
              </a:ext>
            </a:extLst>
          </p:cNvPr>
          <p:cNvSpPr txBox="1"/>
          <p:nvPr/>
        </p:nvSpPr>
        <p:spPr>
          <a:xfrm>
            <a:off x="733529" y="834014"/>
            <a:ext cx="8350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/>
          </a:p>
          <a:p>
            <a:r>
              <a:rPr lang="ko-KR" altLang="en-US"/>
              <a:t>해결</a:t>
            </a:r>
            <a:endParaRPr lang="en-US" altLang="ko-KR"/>
          </a:p>
          <a:p>
            <a:r>
              <a:rPr lang="en-US" altLang="ko-KR"/>
              <a:t>start state</a:t>
            </a:r>
            <a:r>
              <a:rPr lang="ko-KR" altLang="en-US"/>
              <a:t>에서 </a:t>
            </a:r>
            <a:r>
              <a:rPr lang="en-US" altLang="ko-KR"/>
              <a:t>rx 0</a:t>
            </a:r>
            <a:r>
              <a:rPr lang="ko-KR" altLang="en-US"/>
              <a:t>인 상태에서만 </a:t>
            </a:r>
            <a:endParaRPr lang="en-US" altLang="ko-KR"/>
          </a:p>
          <a:p>
            <a:r>
              <a:rPr lang="en-US" altLang="ko-KR"/>
              <a:t>b_tick count</a:t>
            </a:r>
            <a:r>
              <a:rPr lang="ko-KR" altLang="en-US"/>
              <a:t>를 </a:t>
            </a:r>
            <a:r>
              <a:rPr lang="en-US" altLang="ko-KR"/>
              <a:t>counting </a:t>
            </a:r>
            <a:r>
              <a:rPr lang="ko-KR" altLang="en-US"/>
              <a:t>하도록 설계 변경 </a:t>
            </a:r>
            <a:r>
              <a:rPr lang="en-US" altLang="ko-KR"/>
              <a:t>				</a:t>
            </a:r>
            <a:r>
              <a:rPr lang="ko-KR" altLang="en-US"/>
              <a:t> </a:t>
            </a:r>
            <a:endParaRPr lang="en-US" altLang="ko-K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9116BC-7682-8CA8-BAD3-CB9B1CA296BA}"/>
              </a:ext>
            </a:extLst>
          </p:cNvPr>
          <p:cNvSpPr txBox="1"/>
          <p:nvPr/>
        </p:nvSpPr>
        <p:spPr>
          <a:xfrm>
            <a:off x="5857315" y="986071"/>
            <a:ext cx="8350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/>
          </a:p>
          <a:p>
            <a:r>
              <a:rPr lang="ko-KR" altLang="en-US"/>
              <a:t>적용 결과 </a:t>
            </a:r>
            <a:endParaRPr lang="en-US" altLang="ko-KR"/>
          </a:p>
          <a:p>
            <a:r>
              <a:rPr lang="en-US" altLang="ko-KR"/>
              <a:t>glitch </a:t>
            </a:r>
            <a:r>
              <a:rPr lang="ko-KR" altLang="en-US"/>
              <a:t>경우 </a:t>
            </a:r>
            <a:r>
              <a:rPr lang="en-US" altLang="ko-KR"/>
              <a:t>PASS, </a:t>
            </a:r>
            <a:r>
              <a:rPr lang="ko-KR" altLang="en-US"/>
              <a:t>글리치 입력에도 </a:t>
            </a:r>
            <a:r>
              <a:rPr lang="en-US" altLang="ko-KR"/>
              <a:t>Tx data </a:t>
            </a:r>
            <a:r>
              <a:rPr lang="ko-KR" altLang="en-US"/>
              <a:t>변화 </a:t>
            </a:r>
            <a:r>
              <a:rPr lang="en-US" altLang="ko-KR"/>
              <a:t>x 				</a:t>
            </a:r>
            <a:r>
              <a:rPr lang="ko-KR" altLang="en-US"/>
              <a:t> </a:t>
            </a:r>
            <a:endParaRPr lang="en-US" altLang="ko-KR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E3F436A-38DE-2346-E872-B0DCB5FC9274}"/>
              </a:ext>
            </a:extLst>
          </p:cNvPr>
          <p:cNvGrpSpPr/>
          <p:nvPr/>
        </p:nvGrpSpPr>
        <p:grpSpPr>
          <a:xfrm>
            <a:off x="484043" y="2330322"/>
            <a:ext cx="5037652" cy="2660762"/>
            <a:chOff x="93518" y="2162896"/>
            <a:chExt cx="6002482" cy="321682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98DBC25-5392-CDCB-5095-42AE5A74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0467" y="2162896"/>
              <a:ext cx="3085533" cy="3216824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6068A66-73BD-08E0-54C8-EE6918412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518" y="2621329"/>
              <a:ext cx="2808346" cy="1615342"/>
            </a:xfrm>
            <a:prstGeom prst="rect">
              <a:avLst/>
            </a:prstGeom>
          </p:spPr>
        </p:pic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D78C620F-0CF1-16FC-6867-5FD6D85CABB3}"/>
                </a:ext>
              </a:extLst>
            </p:cNvPr>
            <p:cNvCxnSpPr/>
            <p:nvPr/>
          </p:nvCxnSpPr>
          <p:spPr>
            <a:xfrm>
              <a:off x="2763982" y="3429000"/>
              <a:ext cx="488373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2F9A5AD-512C-F79B-0FE3-D24AD0A462A6}"/>
                </a:ext>
              </a:extLst>
            </p:cNvPr>
            <p:cNvSpPr/>
            <p:nvPr/>
          </p:nvSpPr>
          <p:spPr>
            <a:xfrm>
              <a:off x="3574473" y="2313658"/>
              <a:ext cx="2265218" cy="1923009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AD65910-7F16-45ED-161D-79A55B02E75E}"/>
                </a:ext>
              </a:extLst>
            </p:cNvPr>
            <p:cNvSpPr/>
            <p:nvPr/>
          </p:nvSpPr>
          <p:spPr>
            <a:xfrm>
              <a:off x="3574473" y="4743450"/>
              <a:ext cx="2265218" cy="171450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4A5481B-982A-8803-713F-AAE3F38D4D9B}"/>
              </a:ext>
            </a:extLst>
          </p:cNvPr>
          <p:cNvSpPr txBox="1"/>
          <p:nvPr/>
        </p:nvSpPr>
        <p:spPr>
          <a:xfrm>
            <a:off x="2596504" y="4948599"/>
            <a:ext cx="3260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highlight>
                  <a:srgbClr val="FFFF00"/>
                </a:highlight>
              </a:rPr>
              <a:t>b_tick_count  &lt;7 </a:t>
            </a:r>
            <a:r>
              <a:rPr lang="ko-KR" altLang="en-US" sz="1200">
                <a:highlight>
                  <a:srgbClr val="FFFF00"/>
                </a:highlight>
              </a:rPr>
              <a:t>상황에서  </a:t>
            </a:r>
            <a:r>
              <a:rPr lang="en-US" altLang="ko-KR" sz="1200">
                <a:highlight>
                  <a:srgbClr val="FFFF00"/>
                </a:highlight>
              </a:rPr>
              <a:t>rx</a:t>
            </a:r>
            <a:r>
              <a:rPr lang="ko-KR" altLang="en-US" sz="1200">
                <a:highlight>
                  <a:srgbClr val="FFFF00"/>
                </a:highlight>
              </a:rPr>
              <a:t>가 </a:t>
            </a:r>
            <a:r>
              <a:rPr lang="en-US" altLang="ko-KR" sz="1200">
                <a:highlight>
                  <a:srgbClr val="FFFF00"/>
                </a:highlight>
              </a:rPr>
              <a:t>1</a:t>
            </a:r>
            <a:r>
              <a:rPr lang="ko-KR" altLang="en-US" sz="1200">
                <a:highlight>
                  <a:srgbClr val="FFFF00"/>
                </a:highlight>
              </a:rPr>
              <a:t>이면 프로토콜 오동작이므로 다시 </a:t>
            </a:r>
            <a:r>
              <a:rPr lang="en-US" altLang="ko-KR" sz="1200">
                <a:highlight>
                  <a:srgbClr val="FFFF00"/>
                </a:highlight>
              </a:rPr>
              <a:t>IDLE </a:t>
            </a:r>
            <a:r>
              <a:rPr lang="ko-KR" altLang="en-US" sz="1200">
                <a:highlight>
                  <a:srgbClr val="FFFF00"/>
                </a:highlight>
              </a:rPr>
              <a:t>상태로 전환  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6455057-688F-3F15-BB1C-5937FAD6A05C}"/>
              </a:ext>
            </a:extLst>
          </p:cNvPr>
          <p:cNvGrpSpPr/>
          <p:nvPr/>
        </p:nvGrpSpPr>
        <p:grpSpPr>
          <a:xfrm>
            <a:off x="6096000" y="4795892"/>
            <a:ext cx="5037652" cy="1358605"/>
            <a:chOff x="6564884" y="5100657"/>
            <a:chExt cx="5037652" cy="1358605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6052051F-4071-E982-DA90-013FF7757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3204"/>
            <a:stretch>
              <a:fillRect/>
            </a:stretch>
          </p:blipFill>
          <p:spPr>
            <a:xfrm>
              <a:off x="6564884" y="5100657"/>
              <a:ext cx="5037652" cy="1358604"/>
            </a:xfrm>
            <a:prstGeom prst="rect">
              <a:avLst/>
            </a:prstGeom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D6A7FBF-4528-7677-564C-34FA2B569E88}"/>
                </a:ext>
              </a:extLst>
            </p:cNvPr>
            <p:cNvSpPr/>
            <p:nvPr/>
          </p:nvSpPr>
          <p:spPr>
            <a:xfrm>
              <a:off x="6564884" y="6340565"/>
              <a:ext cx="1593098" cy="11869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7132D9B7-EA32-FB65-38EE-CC96755DF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2193" y="2126398"/>
            <a:ext cx="5649648" cy="2452497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8DF45CB1-9DDB-3E8B-44E6-0BFC61C4AB04}"/>
              </a:ext>
            </a:extLst>
          </p:cNvPr>
          <p:cNvSpPr/>
          <p:nvPr/>
        </p:nvSpPr>
        <p:spPr>
          <a:xfrm>
            <a:off x="6052193" y="3415670"/>
            <a:ext cx="1039450" cy="113255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F89996-4B03-4F5C-94F7-DEF0A8C5AC71}"/>
              </a:ext>
            </a:extLst>
          </p:cNvPr>
          <p:cNvSpPr txBox="1"/>
          <p:nvPr/>
        </p:nvSpPr>
        <p:spPr>
          <a:xfrm>
            <a:off x="6726262" y="3338675"/>
            <a:ext cx="722261" cy="502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Tx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8A0D651-1A20-261D-ECE4-C6EF94B33927}"/>
              </a:ext>
            </a:extLst>
          </p:cNvPr>
          <p:cNvSpPr/>
          <p:nvPr/>
        </p:nvSpPr>
        <p:spPr>
          <a:xfrm>
            <a:off x="6095999" y="2304922"/>
            <a:ext cx="1005169" cy="10996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5B2A27-AD6E-8B05-F021-1AC0F487130B}"/>
              </a:ext>
            </a:extLst>
          </p:cNvPr>
          <p:cNvSpPr txBox="1"/>
          <p:nvPr/>
        </p:nvSpPr>
        <p:spPr>
          <a:xfrm>
            <a:off x="6726261" y="2222679"/>
            <a:ext cx="722261" cy="399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Rx</a:t>
            </a:r>
            <a:endParaRPr lang="ko-KR" altLang="en-US" dirty="0">
              <a:solidFill>
                <a:srgbClr val="FFC000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FCB0988-196F-FEB3-5E9D-A78A3D9F828D}"/>
              </a:ext>
            </a:extLst>
          </p:cNvPr>
          <p:cNvGrpSpPr/>
          <p:nvPr/>
        </p:nvGrpSpPr>
        <p:grpSpPr>
          <a:xfrm>
            <a:off x="8026400" y="2715860"/>
            <a:ext cx="1140098" cy="98847"/>
            <a:chOff x="8026400" y="2709510"/>
            <a:chExt cx="1140098" cy="98847"/>
          </a:xfrm>
          <a:noFill/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397FC6E2-C036-491C-DDC7-1C77027296A0}"/>
                </a:ext>
              </a:extLst>
            </p:cNvPr>
            <p:cNvSpPr/>
            <p:nvPr/>
          </p:nvSpPr>
          <p:spPr>
            <a:xfrm>
              <a:off x="8026400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53673FB-4383-0FBF-BF60-4E02C5BA2338}"/>
                </a:ext>
              </a:extLst>
            </p:cNvPr>
            <p:cNvSpPr/>
            <p:nvPr/>
          </p:nvSpPr>
          <p:spPr>
            <a:xfrm>
              <a:off x="8229600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C7BDAE5-AB4D-7F56-8FB5-1723DB52A989}"/>
                </a:ext>
              </a:extLst>
            </p:cNvPr>
            <p:cNvSpPr/>
            <p:nvPr/>
          </p:nvSpPr>
          <p:spPr>
            <a:xfrm>
              <a:off x="8455298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DE488FE-114F-35F5-98E7-D29D51C1FCF7}"/>
                </a:ext>
              </a:extLst>
            </p:cNvPr>
            <p:cNvSpPr/>
            <p:nvPr/>
          </p:nvSpPr>
          <p:spPr>
            <a:xfrm>
              <a:off x="8658498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3BD1A61A-4223-8434-C530-1A3D407B7491}"/>
                </a:ext>
              </a:extLst>
            </p:cNvPr>
            <p:cNvSpPr/>
            <p:nvPr/>
          </p:nvSpPr>
          <p:spPr>
            <a:xfrm>
              <a:off x="8861698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629F5D6-14FA-FFC6-ABD1-2B3393E853CB}"/>
                </a:ext>
              </a:extLst>
            </p:cNvPr>
            <p:cNvSpPr/>
            <p:nvPr/>
          </p:nvSpPr>
          <p:spPr>
            <a:xfrm>
              <a:off x="9064898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7E41318-2603-5857-9E52-39A8CD3D62C8}"/>
              </a:ext>
            </a:extLst>
          </p:cNvPr>
          <p:cNvGrpSpPr/>
          <p:nvPr/>
        </p:nvGrpSpPr>
        <p:grpSpPr>
          <a:xfrm>
            <a:off x="9317024" y="2715860"/>
            <a:ext cx="1140098" cy="98847"/>
            <a:chOff x="8026400" y="2709510"/>
            <a:chExt cx="1140098" cy="98847"/>
          </a:xfrm>
          <a:noFill/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145FDC15-77E5-B452-E3AE-6598724D1E56}"/>
                </a:ext>
              </a:extLst>
            </p:cNvPr>
            <p:cNvSpPr/>
            <p:nvPr/>
          </p:nvSpPr>
          <p:spPr>
            <a:xfrm>
              <a:off x="8026400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57416B61-6020-FA20-6148-FF211E24C4EF}"/>
                </a:ext>
              </a:extLst>
            </p:cNvPr>
            <p:cNvSpPr/>
            <p:nvPr/>
          </p:nvSpPr>
          <p:spPr>
            <a:xfrm>
              <a:off x="8229600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7D65192-377D-CEB7-CED4-F81321689291}"/>
                </a:ext>
              </a:extLst>
            </p:cNvPr>
            <p:cNvSpPr/>
            <p:nvPr/>
          </p:nvSpPr>
          <p:spPr>
            <a:xfrm>
              <a:off x="8455298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8C1A7390-9C82-533E-15A2-CFEED84148FF}"/>
                </a:ext>
              </a:extLst>
            </p:cNvPr>
            <p:cNvSpPr/>
            <p:nvPr/>
          </p:nvSpPr>
          <p:spPr>
            <a:xfrm>
              <a:off x="8658498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6002BD9-8008-B986-A7A4-29F5189D13B9}"/>
                </a:ext>
              </a:extLst>
            </p:cNvPr>
            <p:cNvSpPr/>
            <p:nvPr/>
          </p:nvSpPr>
          <p:spPr>
            <a:xfrm>
              <a:off x="8861698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CD50044D-5221-E1D2-C503-18DD21D1117E}"/>
                </a:ext>
              </a:extLst>
            </p:cNvPr>
            <p:cNvSpPr/>
            <p:nvPr/>
          </p:nvSpPr>
          <p:spPr>
            <a:xfrm>
              <a:off x="9064898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D4D9AC4B-242A-4FF2-810D-B2BC55D119E1}"/>
              </a:ext>
            </a:extLst>
          </p:cNvPr>
          <p:cNvGrpSpPr/>
          <p:nvPr/>
        </p:nvGrpSpPr>
        <p:grpSpPr>
          <a:xfrm>
            <a:off x="10595353" y="2715860"/>
            <a:ext cx="936898" cy="98847"/>
            <a:chOff x="8026400" y="2709510"/>
            <a:chExt cx="936898" cy="98847"/>
          </a:xfrm>
          <a:noFill/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3C03DA1F-6834-5AEF-A849-2E4F13DA99D6}"/>
                </a:ext>
              </a:extLst>
            </p:cNvPr>
            <p:cNvSpPr/>
            <p:nvPr/>
          </p:nvSpPr>
          <p:spPr>
            <a:xfrm>
              <a:off x="8026400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70893B60-F000-1219-0A38-1DADB108F406}"/>
                </a:ext>
              </a:extLst>
            </p:cNvPr>
            <p:cNvSpPr/>
            <p:nvPr/>
          </p:nvSpPr>
          <p:spPr>
            <a:xfrm>
              <a:off x="8229600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5A42431-0363-2F11-C0BC-0B47B3D28049}"/>
                </a:ext>
              </a:extLst>
            </p:cNvPr>
            <p:cNvSpPr/>
            <p:nvPr/>
          </p:nvSpPr>
          <p:spPr>
            <a:xfrm>
              <a:off x="8455298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F3D2719B-6D1E-B3B8-E05E-47298179EC3C}"/>
                </a:ext>
              </a:extLst>
            </p:cNvPr>
            <p:cNvSpPr/>
            <p:nvPr/>
          </p:nvSpPr>
          <p:spPr>
            <a:xfrm>
              <a:off x="8658498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85C58B22-72A7-89F3-5B24-E1088DA97766}"/>
                </a:ext>
              </a:extLst>
            </p:cNvPr>
            <p:cNvSpPr/>
            <p:nvPr/>
          </p:nvSpPr>
          <p:spPr>
            <a:xfrm>
              <a:off x="8861698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53832CBB-DBE5-3CD2-D9F1-30B4808FA5B1}"/>
              </a:ext>
            </a:extLst>
          </p:cNvPr>
          <p:cNvSpPr txBox="1"/>
          <p:nvPr/>
        </p:nvSpPr>
        <p:spPr>
          <a:xfrm>
            <a:off x="7836837" y="2444345"/>
            <a:ext cx="2049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highlight>
                  <a:srgbClr val="FFFF00"/>
                </a:highlight>
              </a:rPr>
              <a:t>input glitch</a:t>
            </a:r>
            <a:endParaRPr lang="ko-KR" altLang="en-US" sz="1100">
              <a:highlight>
                <a:srgbClr val="FFFF00"/>
              </a:highlight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B27EC1A-4FA4-B46E-1C5C-5781E037C2B7}"/>
              </a:ext>
            </a:extLst>
          </p:cNvPr>
          <p:cNvSpPr/>
          <p:nvPr/>
        </p:nvSpPr>
        <p:spPr>
          <a:xfrm>
            <a:off x="9658350" y="3911600"/>
            <a:ext cx="373322" cy="9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762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C0B9C0-754F-D796-B584-491D13C39A7E}"/>
              </a:ext>
            </a:extLst>
          </p:cNvPr>
          <p:cNvSpPr txBox="1"/>
          <p:nvPr/>
        </p:nvSpPr>
        <p:spPr>
          <a:xfrm>
            <a:off x="419100" y="843221"/>
            <a:ext cx="341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시연 결과 </a:t>
            </a:r>
            <a:r>
              <a:rPr lang="en-US" altLang="ko-KR"/>
              <a:t>– </a:t>
            </a:r>
            <a:r>
              <a:rPr lang="ko-KR" altLang="en-US"/>
              <a:t>한줄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3B6CD4B-FF62-5605-6ACA-B5E5A7F3B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15" y="1382312"/>
            <a:ext cx="6298227" cy="451048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CFCEE94-07A0-D9C1-34F3-AACB943BBE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995" t="46667" r="18634" b="22777"/>
          <a:stretch>
            <a:fillRect/>
          </a:stretch>
        </p:blipFill>
        <p:spPr>
          <a:xfrm>
            <a:off x="9423399" y="2836119"/>
            <a:ext cx="2768601" cy="160287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DFE0BA8-4352-B64A-B50D-3950DCFF0F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95" t="45555" r="21844" b="22593"/>
          <a:stretch>
            <a:fillRect/>
          </a:stretch>
        </p:blipFill>
        <p:spPr>
          <a:xfrm>
            <a:off x="6808842" y="2786777"/>
            <a:ext cx="2527300" cy="159814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AA3F795-DC0A-4F01-460D-EC0B6F1850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922" t="45555" r="19917" b="22593"/>
          <a:stretch>
            <a:fillRect/>
          </a:stretch>
        </p:blipFill>
        <p:spPr>
          <a:xfrm>
            <a:off x="9347198" y="1085386"/>
            <a:ext cx="2768601" cy="175073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3090B52-B2ED-9544-187B-10A776ACA54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201" t="45370" r="8478" b="22778"/>
          <a:stretch>
            <a:fillRect/>
          </a:stretch>
        </p:blipFill>
        <p:spPr>
          <a:xfrm>
            <a:off x="6731820" y="1192155"/>
            <a:ext cx="2768601" cy="158205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44A26A6-FEB6-8C24-50F6-E54E69C52AB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630" t="46482" r="25469" b="22963"/>
          <a:stretch>
            <a:fillRect/>
          </a:stretch>
        </p:blipFill>
        <p:spPr>
          <a:xfrm>
            <a:off x="9423399" y="4438993"/>
            <a:ext cx="2578101" cy="154686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FEFF2B8-D85F-4792-56D9-98D4806D3B2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419" t="47963" r="22680" b="21481"/>
          <a:stretch>
            <a:fillRect/>
          </a:stretch>
        </p:blipFill>
        <p:spPr>
          <a:xfrm>
            <a:off x="6888105" y="4410052"/>
            <a:ext cx="2578101" cy="154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3606</TotalTime>
  <Words>1226</Words>
  <Application>Microsoft Office PowerPoint</Application>
  <PresentationFormat>와이드스크린</PresentationFormat>
  <Paragraphs>286</Paragraphs>
  <Slides>11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Malgun Gothic</vt:lpstr>
      <vt:lpstr>Malgun Gothic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6</cp:revision>
  <dcterms:created xsi:type="dcterms:W3CDTF">2026-10-22T01:26:58Z</dcterms:created>
  <dcterms:modified xsi:type="dcterms:W3CDTF">2026-10-25T13:34:08Z</dcterms:modified>
</cp:coreProperties>
</file>