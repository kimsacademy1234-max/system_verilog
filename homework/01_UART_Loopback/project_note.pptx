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0F669B-A783-4111-B7E2-395666C1812E}">
          <p14:sldIdLst>
            <p14:sldId id="259"/>
            <p14:sldId id="256"/>
            <p14:sldId id="258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8879" autoAdjust="0"/>
  </p:normalViewPr>
  <p:slideViewPr>
    <p:cSldViewPr snapToGrid="0">
      <p:cViewPr varScale="1">
        <p:scale>
          <a:sx n="108" d="100"/>
          <a:sy n="108" d="100"/>
        </p:scale>
        <p:origin x="103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C2D6F-211D-4EC9-9C42-CE182C85E13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8D1BA-79A0-423B-AA11-204BA31DFD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93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8D1BA-79A0-423B-AA11-204BA31DFD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52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5F3E3-76DB-C66A-5A8B-48F0CABAD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20374-F086-E10B-140E-E01A9447C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7714-C00F-92C3-586F-85475E04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6E7F8D-E1BA-CC2A-46F9-50D7321B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B82C8-0936-D634-86C8-5054FDF1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57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E16AB-4FEB-60DE-CE9D-D7C1ADE1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407A6-B54C-44E0-7B60-44BAB8DC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687CB-588D-F269-76A9-B20C109D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AA31D-291D-0F16-E897-F8602C7F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34B20-1215-E737-D321-2C7F00F1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66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F2303-BF29-66C3-942E-8F275B77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6CF76B-9EF9-3FD8-253D-F1499BF4E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F6CDC-BA85-BBCF-E6E5-25F9F684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D75751-4F2E-864D-F342-3D599EA2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843535-5722-96A6-D322-9E07D345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55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BD691-6714-8CB8-8C01-14E66F63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C9DCB-287F-DF0F-D2EE-0014D13E4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1B743-6602-C806-A313-161BE1802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4ACBF5-7804-C2BB-50F0-1318726E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DBB3A-5CFB-E013-6954-DD7DEABD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69B19F-AED8-7C01-B75F-CA8DEC36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28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4568E-D19C-A0F6-C9EF-1E6EA702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2CBB8B-457E-BE8D-F4CB-AED3BF03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6BAE6F-1951-6111-AE91-77FFDCBE1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B82A2A-4546-76DE-9C6A-F863407AF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AC9515-366C-5853-3F8E-2EC33B49C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B7E65E-8091-F231-FE3E-FCE24958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8BB0E7-D18D-C358-29BC-AEAD623D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74D0F-3460-E194-8A48-89B55503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37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F2952-886B-A589-02E8-951D631A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FC69FC-B76F-BBC2-71B6-0F8C4D4A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31F2C2-5D32-8255-A747-231E5119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FE439-A266-AE94-2378-CD6C6D6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1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B920B4-AEAC-1406-940E-CACD9B4E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467699-D471-0061-AFF0-95E24F4F3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350194-0317-7986-7115-2F1C5141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47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46D2A-E233-ED3C-FDFC-1A01328B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46F356-8B93-0121-E1D6-9C45B0346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C0CB9-4F8D-780B-EC03-A550BAC58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9140A0-7562-72A9-B2D7-F058480B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660B84-0CC3-5D7F-8D3B-CE90BA9B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7C746F-A0A3-5C2F-E55E-69271B0F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01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9D526-04A7-657E-DCCB-E307CF64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60E31F-D7DD-ED5C-07ED-F5B2DD055E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494955-EF81-EEC2-DA54-E90C91EE7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98363-C6EF-0368-8BFE-C21019B5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C7C151-AB42-3183-1486-DADF46C4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FF31F-1B33-629A-2E01-7EB59C87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89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6D5F3-7C86-F877-7E94-12305C15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F0A6A2-CC8D-735B-E894-3A5FF5A20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00583-2E48-330D-6680-A9836E0E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C9C16F-A7E7-C14A-4B29-049E58F6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BAD01-E7EF-D247-9E30-C8EB4E96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54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EFADB9-37F6-F2EF-EB98-638E1321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36D998-FA8F-8933-6DB5-C5EFA16C5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30295-6854-35F5-913F-657CA3BC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4BD15-0146-ACF0-252C-F90F2DE3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5B95B-38A8-DD8E-5A1B-EBBB4448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0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C39FE0-FCD3-1307-8BFF-0393D0F0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23527F-4CC7-31D4-57BA-91CBED1B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40F78-47F5-75FB-E75D-7C710D251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B9D2D-187D-4A44-9A6D-07D40FEF3BF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330F4-6BC0-D7FB-957C-D7AECA12A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773C9C-BC0C-263B-810C-4E26C5315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86ECA-FCD8-470E-B89C-0B5B1AA47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70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553A74-9C1E-02CB-5BFA-32A2D678C04A}"/>
              </a:ext>
            </a:extLst>
          </p:cNvPr>
          <p:cNvSpPr txBox="1"/>
          <p:nvPr/>
        </p:nvSpPr>
        <p:spPr>
          <a:xfrm>
            <a:off x="134221" y="112433"/>
            <a:ext cx="94898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/>
              <a:t>HW uart_loopback 시뮬레이션, 및 동작 설명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목적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블록 다이어그램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ASM </a:t>
            </a:r>
            <a:r>
              <a:rPr lang="ko-KR" altLang="en-US"/>
              <a:t>차트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4. </a:t>
            </a:r>
            <a:r>
              <a:rPr lang="ko-KR" altLang="en-US"/>
              <a:t>시뮬레이션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endParaRPr lang="en-US" altLang="ko-KR"/>
          </a:p>
          <a:p>
            <a:r>
              <a:rPr lang="en-US" altLang="ko-KR"/>
              <a:t>5.</a:t>
            </a:r>
            <a:r>
              <a:rPr lang="ko-KR" altLang="en-US"/>
              <a:t> 결론 및 고찰 </a:t>
            </a:r>
            <a:endParaRPr lang="ko-KR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824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EF7496-2023-1E80-58AA-395DC43AF27F}"/>
              </a:ext>
            </a:extLst>
          </p:cNvPr>
          <p:cNvSpPr txBox="1"/>
          <p:nvPr/>
        </p:nvSpPr>
        <p:spPr>
          <a:xfrm>
            <a:off x="204105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rx deassert </a:t>
            </a:r>
            <a:r>
              <a:rPr lang="ko-KR" altLang="en-US"/>
              <a:t>이후 </a:t>
            </a:r>
            <a:r>
              <a:rPr lang="en-US" altLang="ko-KR"/>
              <a:t>uart_rx ( IDLE </a:t>
            </a:r>
            <a:r>
              <a:rPr lang="ko-KR" altLang="en-US"/>
              <a:t>→</a:t>
            </a:r>
            <a:r>
              <a:rPr lang="en-US" altLang="ko-KR"/>
              <a:t> Start</a:t>
            </a:r>
            <a:r>
              <a:rPr lang="ko-KR" altLang="en-US"/>
              <a:t> → </a:t>
            </a:r>
            <a:r>
              <a:rPr lang="en-US" altLang="ko-KR"/>
              <a:t>DATA </a:t>
            </a:r>
            <a:r>
              <a:rPr lang="ko-KR" altLang="en-US"/>
              <a:t>구간</a:t>
            </a:r>
            <a:r>
              <a:rPr lang="en-US" altLang="ko-KR"/>
              <a:t>)</a:t>
            </a:r>
            <a:r>
              <a:rPr lang="ko-KR" altLang="en-US"/>
              <a:t>  </a:t>
            </a:r>
            <a:endParaRPr lang="en-US" altLang="ko-KR"/>
          </a:p>
          <a:p>
            <a:endParaRPr lang="en-US" altLang="ko-KR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A56C54A-E44B-9174-9B2F-6B91EA17CC2C}"/>
              </a:ext>
            </a:extLst>
          </p:cNvPr>
          <p:cNvGrpSpPr/>
          <p:nvPr/>
        </p:nvGrpSpPr>
        <p:grpSpPr>
          <a:xfrm>
            <a:off x="1116655" y="770974"/>
            <a:ext cx="6365904" cy="773498"/>
            <a:chOff x="462217" y="770880"/>
            <a:chExt cx="6365904" cy="773498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B13533A-4FF2-99EF-3BD6-3CD186A41BDC}"/>
                </a:ext>
              </a:extLst>
            </p:cNvPr>
            <p:cNvSpPr/>
            <p:nvPr/>
          </p:nvSpPr>
          <p:spPr>
            <a:xfrm>
              <a:off x="462217" y="853899"/>
              <a:ext cx="214993" cy="2032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3588007-BA45-F063-2580-DDB99BB92AF0}"/>
                </a:ext>
              </a:extLst>
            </p:cNvPr>
            <p:cNvSpPr/>
            <p:nvPr/>
          </p:nvSpPr>
          <p:spPr>
            <a:xfrm>
              <a:off x="462217" y="1280619"/>
              <a:ext cx="214993" cy="2032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76C5C9-06B9-C32E-DF9E-1E7397A1C5F3}"/>
                </a:ext>
              </a:extLst>
            </p:cNvPr>
            <p:cNvSpPr txBox="1"/>
            <p:nvPr/>
          </p:nvSpPr>
          <p:spPr>
            <a:xfrm>
              <a:off x="842956" y="770880"/>
              <a:ext cx="5005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rx deassert </a:t>
              </a:r>
              <a:r>
                <a:rPr lang="ko-KR" altLang="en-US"/>
                <a:t>→ </a:t>
              </a:r>
              <a:r>
                <a:rPr lang="en-US" altLang="ko-KR"/>
                <a:t>b_tick</a:t>
              </a:r>
              <a:r>
                <a:rPr lang="ko-KR" altLang="en-US"/>
                <a:t>이 </a:t>
              </a:r>
              <a:r>
                <a:rPr lang="en-US" altLang="ko-KR"/>
                <a:t>1</a:t>
              </a:r>
              <a:r>
                <a:rPr lang="ko-KR" altLang="en-US"/>
                <a:t>일 때</a:t>
              </a:r>
              <a:r>
                <a:rPr lang="en-US" altLang="ko-KR"/>
                <a:t>, IDLE </a:t>
              </a:r>
              <a:r>
                <a:rPr lang="ko-KR" altLang="en-US"/>
                <a:t>→</a:t>
              </a:r>
              <a:r>
                <a:rPr lang="en-US" altLang="ko-KR"/>
                <a:t> Start  </a:t>
              </a:r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F91055-78B5-12DB-176C-1409C0A32BB4}"/>
                </a:ext>
              </a:extLst>
            </p:cNvPr>
            <p:cNvSpPr txBox="1"/>
            <p:nvPr/>
          </p:nvSpPr>
          <p:spPr>
            <a:xfrm>
              <a:off x="842956" y="1175046"/>
              <a:ext cx="5985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Sampling timing </a:t>
              </a:r>
              <a:r>
                <a:rPr lang="ko-KR" altLang="en-US"/>
                <a:t>일치 </a:t>
              </a:r>
              <a:r>
                <a:rPr lang="en-US" altLang="ko-KR"/>
                <a:t>(Start – 52us / Data – 104.6us )  </a:t>
              </a:r>
              <a:endParaRPr lang="ko-KR" alt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3B97E9A-F663-3B0E-EFA9-2B879A86235B}"/>
              </a:ext>
            </a:extLst>
          </p:cNvPr>
          <p:cNvSpPr txBox="1"/>
          <p:nvPr/>
        </p:nvSpPr>
        <p:spPr>
          <a:xfrm>
            <a:off x="324044" y="970596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6AF7A36-EFBE-C877-986A-EF000E589D88}"/>
              </a:ext>
            </a:extLst>
          </p:cNvPr>
          <p:cNvGrpSpPr/>
          <p:nvPr/>
        </p:nvGrpSpPr>
        <p:grpSpPr>
          <a:xfrm>
            <a:off x="702921" y="1646393"/>
            <a:ext cx="8369637" cy="3799058"/>
            <a:chOff x="1145838" y="1646392"/>
            <a:chExt cx="9579974" cy="4011449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BD8E7452-1CBC-A247-FB24-85E47554850B}"/>
                </a:ext>
              </a:extLst>
            </p:cNvPr>
            <p:cNvGrpSpPr/>
            <p:nvPr/>
          </p:nvGrpSpPr>
          <p:grpSpPr>
            <a:xfrm>
              <a:off x="1145838" y="1646392"/>
              <a:ext cx="9579974" cy="4011449"/>
              <a:chOff x="1238603" y="1429231"/>
              <a:chExt cx="9579974" cy="4011449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BC5FFC8-F1AB-EAF6-AE33-E3603BC765C6}"/>
                  </a:ext>
                </a:extLst>
              </p:cNvPr>
              <p:cNvGrpSpPr/>
              <p:nvPr/>
            </p:nvGrpSpPr>
            <p:grpSpPr>
              <a:xfrm>
                <a:off x="1238603" y="1429231"/>
                <a:ext cx="9579974" cy="4011449"/>
                <a:chOff x="699406" y="1764511"/>
                <a:chExt cx="10585881" cy="4367139"/>
              </a:xfrm>
            </p:grpSpPr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91B01CCB-3832-0E15-2F80-62C6AB335C45}"/>
                    </a:ext>
                  </a:extLst>
                </p:cNvPr>
                <p:cNvGrpSpPr/>
                <p:nvPr/>
              </p:nvGrpSpPr>
              <p:grpSpPr>
                <a:xfrm>
                  <a:off x="699406" y="1764511"/>
                  <a:ext cx="10585881" cy="3854853"/>
                  <a:chOff x="775031" y="1062145"/>
                  <a:chExt cx="10585881" cy="3854853"/>
                </a:xfrm>
              </p:grpSpPr>
              <p:pic>
                <p:nvPicPr>
                  <p:cNvPr id="5" name="그림 4">
                    <a:extLst>
                      <a:ext uri="{FF2B5EF4-FFF2-40B4-BE49-F238E27FC236}">
                        <a16:creationId xmlns:a16="http://schemas.microsoft.com/office/drawing/2014/main" id="{77179456-6193-D2A5-B7FC-A8A6C87AEB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r="21571"/>
                  <a:stretch>
                    <a:fillRect/>
                  </a:stretch>
                </p:blipFill>
                <p:spPr>
                  <a:xfrm>
                    <a:off x="775031" y="1692287"/>
                    <a:ext cx="7446451" cy="3224711"/>
                  </a:xfrm>
                  <a:prstGeom prst="rect">
                    <a:avLst/>
                  </a:prstGeom>
                </p:spPr>
              </p:pic>
              <p:grpSp>
                <p:nvGrpSpPr>
                  <p:cNvPr id="2" name="그룹 1">
                    <a:extLst>
                      <a:ext uri="{FF2B5EF4-FFF2-40B4-BE49-F238E27FC236}">
                        <a16:creationId xmlns:a16="http://schemas.microsoft.com/office/drawing/2014/main" id="{E5C322DE-60E6-DDC8-A994-BAA6A8C364DF}"/>
                      </a:ext>
                    </a:extLst>
                  </p:cNvPr>
                  <p:cNvGrpSpPr/>
                  <p:nvPr/>
                </p:nvGrpSpPr>
                <p:grpSpPr>
                  <a:xfrm>
                    <a:off x="4434840" y="1062145"/>
                    <a:ext cx="6926072" cy="1722269"/>
                    <a:chOff x="4434840" y="1042267"/>
                    <a:chExt cx="6926072" cy="1722269"/>
                  </a:xfrm>
                </p:grpSpPr>
                <p:sp>
                  <p:nvSpPr>
                    <p:cNvPr id="6" name="직사각형 5">
                      <a:extLst>
                        <a:ext uri="{FF2B5EF4-FFF2-40B4-BE49-F238E27FC236}">
                          <a16:creationId xmlns:a16="http://schemas.microsoft.com/office/drawing/2014/main" id="{29594841-0734-2593-515E-47AD250ACD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4840" y="2316480"/>
                      <a:ext cx="223520" cy="330200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pic>
                  <p:nvPicPr>
                    <p:cNvPr id="9" name="그림 8">
                      <a:extLst>
                        <a:ext uri="{FF2B5EF4-FFF2-40B4-BE49-F238E27FC236}">
                          <a16:creationId xmlns:a16="http://schemas.microsoft.com/office/drawing/2014/main" id="{D22846A3-5AA4-B7FD-F55B-0150B73A2B9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902825" y="1042267"/>
                      <a:ext cx="4458087" cy="172226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" name="직사각형 9">
                      <a:extLst>
                        <a:ext uri="{FF2B5EF4-FFF2-40B4-BE49-F238E27FC236}">
                          <a16:creationId xmlns:a16="http://schemas.microsoft.com/office/drawing/2014/main" id="{B4F94369-027C-7EC0-D1A3-B6DCB2F0B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4032" y="1648025"/>
                      <a:ext cx="262128" cy="90209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14" name="직선 화살표 연결선 13">
                      <a:extLst>
                        <a:ext uri="{FF2B5EF4-FFF2-40B4-BE49-F238E27FC236}">
                          <a16:creationId xmlns:a16="http://schemas.microsoft.com/office/drawing/2014/main" id="{58892D85-91D4-95BE-4A36-F9EF295208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326624" y="1706880"/>
                      <a:ext cx="0" cy="390144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직사각형 16">
                      <a:extLst>
                        <a:ext uri="{FF2B5EF4-FFF2-40B4-BE49-F238E27FC236}">
                          <a16:creationId xmlns:a16="http://schemas.microsoft.com/office/drawing/2014/main" id="{341C5BF8-6D75-C8C1-6B61-E2EA8D3511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512" y="2054352"/>
                      <a:ext cx="262128" cy="101527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19" name="직선 연결선 18">
                      <a:extLst>
                        <a:ext uri="{FF2B5EF4-FFF2-40B4-BE49-F238E27FC236}">
                          <a16:creationId xmlns:a16="http://schemas.microsoft.com/office/drawing/2014/main" id="{89C6EF9A-B40E-3D85-5CEC-886F3CAD4E2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58360" y="1042267"/>
                      <a:ext cx="2244465" cy="1274213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직선 연결선 19">
                      <a:extLst>
                        <a:ext uri="{FF2B5EF4-FFF2-40B4-BE49-F238E27FC236}">
                          <a16:creationId xmlns:a16="http://schemas.microsoft.com/office/drawing/2014/main" id="{24E3B6E6-0301-5395-5A13-1F9620F9B7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58360" y="2650900"/>
                      <a:ext cx="2282942" cy="113636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CD8CC1E2-E10E-152C-9826-9882DE3FD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10054" y="4347414"/>
                  <a:ext cx="8405518" cy="1784236"/>
                </a:xfrm>
                <a:prstGeom prst="rect">
                  <a:avLst/>
                </a:prstGeom>
              </p:spPr>
            </p:pic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7B8A1C52-11AC-BE44-481F-3B623542D925}"/>
                    </a:ext>
                  </a:extLst>
                </p:cNvPr>
                <p:cNvSpPr/>
                <p:nvPr/>
              </p:nvSpPr>
              <p:spPr>
                <a:xfrm>
                  <a:off x="4275980" y="3562279"/>
                  <a:ext cx="1554540" cy="59239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D7EF713-7C4D-934A-EC65-43C27C18EB41}"/>
                    </a:ext>
                  </a:extLst>
                </p:cNvPr>
                <p:cNvSpPr/>
                <p:nvPr/>
              </p:nvSpPr>
              <p:spPr>
                <a:xfrm>
                  <a:off x="4248531" y="2929223"/>
                  <a:ext cx="162483" cy="15513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1</a:t>
                  </a:r>
                  <a:endParaRPr lang="ko-KR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BA5E7099-3573-A79C-2213-AF2AEBC4AE8C}"/>
                    </a:ext>
                  </a:extLst>
                </p:cNvPr>
                <p:cNvSpPr/>
                <p:nvPr/>
              </p:nvSpPr>
              <p:spPr>
                <a:xfrm>
                  <a:off x="4173386" y="3458650"/>
                  <a:ext cx="162483" cy="15513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2</a:t>
                  </a:r>
                  <a:endParaRPr lang="ko-KR" altLang="en-US" sz="120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95B44EE-7FF7-3858-0003-4C2F3CEB5C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4243" y="3080576"/>
                <a:ext cx="0" cy="544143"/>
              </a:xfrm>
              <a:prstGeom prst="line">
                <a:avLst/>
              </a:prstGeom>
              <a:ln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F688B980-C21C-D36D-4D82-9AB2566A1D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8747" y="3080576"/>
                <a:ext cx="0" cy="544143"/>
              </a:xfrm>
              <a:prstGeom prst="line">
                <a:avLst/>
              </a:prstGeom>
              <a:ln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D8A4BAB5-F759-86FF-C73C-352DC24812A6}"/>
                  </a:ext>
                </a:extLst>
              </p:cNvPr>
              <p:cNvGrpSpPr/>
              <p:nvPr/>
            </p:nvGrpSpPr>
            <p:grpSpPr>
              <a:xfrm>
                <a:off x="4452302" y="3981723"/>
                <a:ext cx="4805223" cy="1458956"/>
                <a:chOff x="4452302" y="3981723"/>
                <a:chExt cx="4805223" cy="1458956"/>
              </a:xfrm>
            </p:grpSpPr>
            <p:cxnSp>
              <p:nvCxnSpPr>
                <p:cNvPr id="27" name="직선 화살표 연결선 26">
                  <a:extLst>
                    <a:ext uri="{FF2B5EF4-FFF2-40B4-BE49-F238E27FC236}">
                      <a16:creationId xmlns:a16="http://schemas.microsoft.com/office/drawing/2014/main" id="{B435D158-92E6-F6D5-390D-B6F8CCD196DD}"/>
                    </a:ext>
                  </a:extLst>
                </p:cNvPr>
                <p:cNvCxnSpPr/>
                <p:nvPr/>
              </p:nvCxnSpPr>
              <p:spPr>
                <a:xfrm>
                  <a:off x="4452302" y="5115339"/>
                  <a:ext cx="954585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화살표 연결선 27">
                  <a:extLst>
                    <a:ext uri="{FF2B5EF4-FFF2-40B4-BE49-F238E27FC236}">
                      <a16:creationId xmlns:a16="http://schemas.microsoft.com/office/drawing/2014/main" id="{F544B20C-90B0-95BD-1C18-440AD00A9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06887" y="5115339"/>
                  <a:ext cx="1888435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화살표 연결선 29">
                  <a:extLst>
                    <a:ext uri="{FF2B5EF4-FFF2-40B4-BE49-F238E27FC236}">
                      <a16:creationId xmlns:a16="http://schemas.microsoft.com/office/drawing/2014/main" id="{66ED45C2-2D50-28A5-1B00-D36778204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95322" y="5115339"/>
                  <a:ext cx="1888435" cy="0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E09030D6-0BBC-A10B-E519-6316E63E7C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06887" y="3981723"/>
                  <a:ext cx="0" cy="1458956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E505517C-67FC-5BAE-BEF5-51AF3AEA6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97623" y="3988349"/>
                  <a:ext cx="0" cy="1445704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D98F457-680A-94A4-D551-FB8455C40710}"/>
                    </a:ext>
                  </a:extLst>
                </p:cNvPr>
                <p:cNvSpPr txBox="1"/>
                <p:nvPr/>
              </p:nvSpPr>
              <p:spPr>
                <a:xfrm>
                  <a:off x="4881126" y="5115339"/>
                  <a:ext cx="12589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highlight>
                        <a:srgbClr val="FFFF00"/>
                      </a:highlight>
                    </a:rPr>
                    <a:t>52us</a:t>
                  </a:r>
                  <a:endParaRPr lang="ko-KR" altLang="en-US" sz="100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2F061E4-AC98-89BD-C5E2-E75C67A3D0C0}"/>
                    </a:ext>
                  </a:extLst>
                </p:cNvPr>
                <p:cNvSpPr txBox="1"/>
                <p:nvPr/>
              </p:nvSpPr>
              <p:spPr>
                <a:xfrm>
                  <a:off x="6028590" y="5115339"/>
                  <a:ext cx="12589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highlight>
                        <a:srgbClr val="FFFF00"/>
                      </a:highlight>
                    </a:rPr>
                    <a:t>104.6us</a:t>
                  </a:r>
                  <a:endParaRPr lang="ko-KR" altLang="en-US" sz="100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125730F-0655-DD18-401C-E257E98DF6E9}"/>
                    </a:ext>
                  </a:extLst>
                </p:cNvPr>
                <p:cNvSpPr txBox="1"/>
                <p:nvPr/>
              </p:nvSpPr>
              <p:spPr>
                <a:xfrm>
                  <a:off x="7998569" y="5115339"/>
                  <a:ext cx="12589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>
                      <a:highlight>
                        <a:srgbClr val="FFFF00"/>
                      </a:highlight>
                    </a:rPr>
                    <a:t>104.6us</a:t>
                  </a:r>
                  <a:endParaRPr lang="ko-KR" altLang="en-US" sz="1000">
                    <a:highlight>
                      <a:srgbClr val="FFFF00"/>
                    </a:highlight>
                  </a:endParaRPr>
                </a:p>
              </p:txBody>
            </p:sp>
          </p:grpSp>
        </p:grp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BC2F29C5-66FC-ACA6-8EED-5E068F301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5074" y="3841880"/>
              <a:ext cx="2649769" cy="2625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7364C764-3DA7-3471-A958-D966ADB0A5CA}"/>
                </a:ext>
              </a:extLst>
            </p:cNvPr>
            <p:cNvCxnSpPr>
              <a:cxnSpLocks/>
            </p:cNvCxnSpPr>
            <p:nvPr/>
          </p:nvCxnSpPr>
          <p:spPr>
            <a:xfrm>
              <a:off x="5794820" y="3834908"/>
              <a:ext cx="3520514" cy="1935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3685495-3D39-7D60-3E20-9C1B67D6F32B}"/>
              </a:ext>
            </a:extLst>
          </p:cNvPr>
          <p:cNvSpPr/>
          <p:nvPr/>
        </p:nvSpPr>
        <p:spPr>
          <a:xfrm>
            <a:off x="1290191" y="4850730"/>
            <a:ext cx="524145" cy="105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EA919D-8329-D44A-0666-CDB8DBAADA1B}"/>
              </a:ext>
            </a:extLst>
          </p:cNvPr>
          <p:cNvSpPr txBox="1"/>
          <p:nvPr/>
        </p:nvSpPr>
        <p:spPr>
          <a:xfrm>
            <a:off x="9820286" y="3131586"/>
            <a:ext cx="838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start</a:t>
            </a:r>
          </a:p>
          <a:p>
            <a:r>
              <a:rPr lang="en-US" altLang="ko-KR"/>
              <a:t>asm</a:t>
            </a:r>
          </a:p>
          <a:p>
            <a:r>
              <a:rPr lang="en-US" altLang="ko-KR"/>
              <a:t> </a:t>
            </a:r>
            <a:r>
              <a:rPr lang="ko-KR" altLang="en-US"/>
              <a:t>차트 필요 </a:t>
            </a:r>
          </a:p>
        </p:txBody>
      </p:sp>
    </p:spTree>
    <p:extLst>
      <p:ext uri="{BB962C8B-B14F-4D97-AF65-F5344CB8AC3E}">
        <p14:creationId xmlns:p14="http://schemas.microsoft.com/office/powerpoint/2010/main" val="425805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9359-D6FF-6B61-BF70-F5D9672C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48266B-E4B8-DCEE-1C8A-1080A0A66401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UART RX </a:t>
            </a:r>
            <a:r>
              <a:rPr lang="ko-KR" altLang="en-US"/>
              <a:t>프로토콜 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Data Sampling </a:t>
            </a:r>
            <a:r>
              <a:rPr lang="ko-KR" altLang="en-US"/>
              <a:t>및 출력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94DE01-9E7B-9E85-7634-5CC50FAE4AD1}"/>
              </a:ext>
            </a:extLst>
          </p:cNvPr>
          <p:cNvSpPr txBox="1"/>
          <p:nvPr/>
        </p:nvSpPr>
        <p:spPr>
          <a:xfrm>
            <a:off x="1021860" y="914037"/>
            <a:ext cx="758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b_tick_cnt == 15 </a:t>
            </a:r>
            <a:r>
              <a:rPr lang="ko-KR" altLang="en-US"/>
              <a:t>구간에서 </a:t>
            </a:r>
            <a:r>
              <a:rPr lang="en-US" altLang="ko-KR"/>
              <a:t>Data shift </a:t>
            </a:r>
            <a:r>
              <a:rPr lang="ko-KR" altLang="en-US"/>
              <a:t>및 </a:t>
            </a:r>
            <a:r>
              <a:rPr lang="en-US" altLang="ko-KR"/>
              <a:t>Stop </a:t>
            </a:r>
            <a:r>
              <a:rPr lang="ko-KR" altLang="en-US"/>
              <a:t>구간에서 </a:t>
            </a:r>
            <a:r>
              <a:rPr lang="en-US" altLang="ko-KR"/>
              <a:t>8bit Data </a:t>
            </a:r>
            <a:r>
              <a:rPr lang="ko-KR" altLang="en-US"/>
              <a:t>수신</a:t>
            </a:r>
            <a:r>
              <a:rPr lang="en-US" altLang="ko-KR"/>
              <a:t> </a:t>
            </a:r>
          </a:p>
          <a:p>
            <a:r>
              <a:rPr lang="en-US" altLang="ko-KR"/>
              <a:t>Stop state</a:t>
            </a:r>
            <a:r>
              <a:rPr lang="ko-KR" altLang="en-US"/>
              <a:t> </a:t>
            </a:r>
            <a:r>
              <a:rPr lang="en-US" altLang="ko-KR"/>
              <a:t>asm chart </a:t>
            </a:r>
            <a:r>
              <a:rPr lang="ko-KR" altLang="en-US"/>
              <a:t>만족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557334-90CB-51E3-2311-EAF8DB71DD50}"/>
              </a:ext>
            </a:extLst>
          </p:cNvPr>
          <p:cNvSpPr txBox="1"/>
          <p:nvPr/>
        </p:nvSpPr>
        <p:spPr>
          <a:xfrm>
            <a:off x="256374" y="914037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40A9B1CB-79C6-26D9-9247-23F1529CCCDF}"/>
              </a:ext>
            </a:extLst>
          </p:cNvPr>
          <p:cNvGrpSpPr/>
          <p:nvPr/>
        </p:nvGrpSpPr>
        <p:grpSpPr>
          <a:xfrm>
            <a:off x="690462" y="1807999"/>
            <a:ext cx="10031896" cy="2515491"/>
            <a:chOff x="677210" y="2231737"/>
            <a:chExt cx="10031896" cy="2515491"/>
          </a:xfrm>
        </p:grpSpPr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9A1379B2-C946-DFE7-1E40-9F5AEEC51986}"/>
                </a:ext>
              </a:extLst>
            </p:cNvPr>
            <p:cNvGrpSpPr/>
            <p:nvPr/>
          </p:nvGrpSpPr>
          <p:grpSpPr>
            <a:xfrm>
              <a:off x="677210" y="2231737"/>
              <a:ext cx="10031896" cy="2515491"/>
              <a:chOff x="677210" y="2231737"/>
              <a:chExt cx="10031896" cy="2515491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3969A735-8062-A680-00A9-F6D4D80B7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7210" y="2231737"/>
                <a:ext cx="10031896" cy="2515491"/>
              </a:xfrm>
              <a:prstGeom prst="rect">
                <a:avLst/>
              </a:prstGeom>
            </p:spPr>
          </p:pic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E1A3FD7-5F58-D7EC-146C-0084CA9DCC9C}"/>
                  </a:ext>
                </a:extLst>
              </p:cNvPr>
              <p:cNvGrpSpPr/>
              <p:nvPr/>
            </p:nvGrpSpPr>
            <p:grpSpPr>
              <a:xfrm>
                <a:off x="51411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152F38C6-21F6-B4F1-4DB7-FD3A25E39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4606B337-40DD-5ACF-8801-9C4E7D345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1BE61FCD-F824-45C6-6523-9EF9CE68CAF5}"/>
                  </a:ext>
                </a:extLst>
              </p:cNvPr>
              <p:cNvGrpSpPr/>
              <p:nvPr/>
            </p:nvGrpSpPr>
            <p:grpSpPr>
              <a:xfrm>
                <a:off x="61825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E1BEC24-A2F8-227A-8A30-95A618DD1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E11B48F5-63E8-E044-E927-CF3F3E980C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36767277-0AE5-B993-0E29-97B582676875}"/>
                  </a:ext>
                </a:extLst>
              </p:cNvPr>
              <p:cNvGrpSpPr/>
              <p:nvPr/>
            </p:nvGrpSpPr>
            <p:grpSpPr>
              <a:xfrm>
                <a:off x="72306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4BE2D743-40C8-8D0D-38E9-68F4464B6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>
                  <a:extLst>
                    <a:ext uri="{FF2B5EF4-FFF2-40B4-BE49-F238E27FC236}">
                      <a16:creationId xmlns:a16="http://schemas.microsoft.com/office/drawing/2014/main" id="{BD856AFE-A140-D6ED-9FF5-172CB7591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B3F53F8-85ED-6D2F-3737-CBE4CBC31E18}"/>
                  </a:ext>
                </a:extLst>
              </p:cNvPr>
              <p:cNvGrpSpPr/>
              <p:nvPr/>
            </p:nvGrpSpPr>
            <p:grpSpPr>
              <a:xfrm>
                <a:off x="82720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D40F39E5-A376-6741-E407-F5BFFB13FF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81845BF9-1A65-8636-FD3E-56B5FA918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1D713C-A558-1B3C-A039-2D178B0CD905}"/>
                  </a:ext>
                </a:extLst>
              </p:cNvPr>
              <p:cNvSpPr txBox="1"/>
              <p:nvPr/>
            </p:nvSpPr>
            <p:spPr>
              <a:xfrm>
                <a:off x="4979946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F43961-7094-4AB8-C8BE-7A44DE65A417}"/>
                  </a:ext>
                </a:extLst>
              </p:cNvPr>
              <p:cNvSpPr txBox="1"/>
              <p:nvPr/>
            </p:nvSpPr>
            <p:spPr>
              <a:xfrm>
                <a:off x="5496053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58E738-2B87-F0A4-8B74-1D7FF6EE61ED}"/>
                  </a:ext>
                </a:extLst>
              </p:cNvPr>
              <p:cNvSpPr txBox="1"/>
              <p:nvPr/>
            </p:nvSpPr>
            <p:spPr>
              <a:xfrm>
                <a:off x="6022614" y="3087684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3E2D400-B778-3046-2648-70553B68213A}"/>
                  </a:ext>
                </a:extLst>
              </p:cNvPr>
              <p:cNvSpPr txBox="1"/>
              <p:nvPr/>
            </p:nvSpPr>
            <p:spPr>
              <a:xfrm>
                <a:off x="6560605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D13099-FA58-E212-3365-66343481FA8B}"/>
                  </a:ext>
                </a:extLst>
              </p:cNvPr>
              <p:cNvSpPr txBox="1"/>
              <p:nvPr/>
            </p:nvSpPr>
            <p:spPr>
              <a:xfrm>
                <a:off x="7084332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07713B5-D4F6-7B30-9F88-549B3838419D}"/>
                  </a:ext>
                </a:extLst>
              </p:cNvPr>
              <p:cNvSpPr txBox="1"/>
              <p:nvPr/>
            </p:nvSpPr>
            <p:spPr>
              <a:xfrm>
                <a:off x="7604249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AB70A1-3CB8-6C98-A839-2DC3FF2DEA21}"/>
                  </a:ext>
                </a:extLst>
              </p:cNvPr>
              <p:cNvSpPr txBox="1"/>
              <p:nvPr/>
            </p:nvSpPr>
            <p:spPr>
              <a:xfrm>
                <a:off x="8125730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AC4ED8A-CD75-D5D3-95F5-F1A549BDF6AE}"/>
                  </a:ext>
                </a:extLst>
              </p:cNvPr>
              <p:cNvSpPr txBox="1"/>
              <p:nvPr/>
            </p:nvSpPr>
            <p:spPr>
              <a:xfrm>
                <a:off x="8645647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BB0A485B-0F73-C279-133B-320FF083244B}"/>
                  </a:ext>
                </a:extLst>
              </p:cNvPr>
              <p:cNvSpPr/>
              <p:nvPr/>
            </p:nvSpPr>
            <p:spPr>
              <a:xfrm>
                <a:off x="6283835" y="3348990"/>
                <a:ext cx="1180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8F9CE054-4FD0-A5D5-7D29-7E5F6F74FB61}"/>
                  </a:ext>
                </a:extLst>
              </p:cNvPr>
              <p:cNvSpPr/>
              <p:nvPr/>
            </p:nvSpPr>
            <p:spPr>
              <a:xfrm>
                <a:off x="6801208" y="3348990"/>
                <a:ext cx="179925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E649AC13-D88B-4DFD-5E88-4E57A1C1F685}"/>
                  </a:ext>
                </a:extLst>
              </p:cNvPr>
              <p:cNvSpPr/>
              <p:nvPr/>
            </p:nvSpPr>
            <p:spPr>
              <a:xfrm>
                <a:off x="7327621" y="3348990"/>
                <a:ext cx="205513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EA00C03-86A3-5866-01C8-2A2D08853FB5}"/>
                  </a:ext>
                </a:extLst>
              </p:cNvPr>
              <p:cNvSpPr/>
              <p:nvPr/>
            </p:nvSpPr>
            <p:spPr>
              <a:xfrm>
                <a:off x="7853359" y="3346450"/>
                <a:ext cx="2504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7B6510C6-8C4A-1812-8760-42058F0A5F68}"/>
                  </a:ext>
                </a:extLst>
              </p:cNvPr>
              <p:cNvSpPr/>
              <p:nvPr/>
            </p:nvSpPr>
            <p:spPr>
              <a:xfrm>
                <a:off x="8391373" y="3346450"/>
                <a:ext cx="26627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5304D7DA-5712-865A-7FE7-720BDD97B021}"/>
                  </a:ext>
                </a:extLst>
              </p:cNvPr>
              <p:cNvSpPr/>
              <p:nvPr/>
            </p:nvSpPr>
            <p:spPr>
              <a:xfrm>
                <a:off x="8865076" y="3350105"/>
                <a:ext cx="356384" cy="10509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72EBAB1B-E263-F9A5-EACA-9C017E658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V="1">
                <a:off x="5734458" y="3355277"/>
                <a:ext cx="349733" cy="80708"/>
              </a:xfrm>
              <a:prstGeom prst="rect">
                <a:avLst/>
              </a:prstGeom>
            </p:spPr>
          </p:pic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486003F2-98AA-5638-43B2-E3E3E0D7C65E}"/>
                  </a:ext>
                </a:extLst>
              </p:cNvPr>
              <p:cNvSpPr/>
              <p:nvPr/>
            </p:nvSpPr>
            <p:spPr>
              <a:xfrm>
                <a:off x="5747097" y="3353120"/>
                <a:ext cx="8192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2CF3738B-0E41-BAE3-B230-DADCE4DD7085}"/>
                  </a:ext>
                </a:extLst>
              </p:cNvPr>
              <p:cNvSpPr/>
              <p:nvPr/>
            </p:nvSpPr>
            <p:spPr>
              <a:xfrm>
                <a:off x="5239116" y="3349625"/>
                <a:ext cx="4571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3FF9D081-E434-C3A4-F9BC-D64F4F439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79467" y="3367067"/>
                <a:ext cx="341993" cy="70514"/>
              </a:xfrm>
              <a:prstGeom prst="rect">
                <a:avLst/>
              </a:prstGeom>
            </p:spPr>
          </p:pic>
          <p:pic>
            <p:nvPicPr>
              <p:cNvPr id="104" name="그림 103">
                <a:extLst>
                  <a:ext uri="{FF2B5EF4-FFF2-40B4-BE49-F238E27FC236}">
                    <a16:creationId xmlns:a16="http://schemas.microsoft.com/office/drawing/2014/main" id="{58D0664B-AE77-D5AA-F97D-FDF5ECDA9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108" y="3354771"/>
                <a:ext cx="617273" cy="91448"/>
              </a:xfrm>
              <a:prstGeom prst="rect">
                <a:avLst/>
              </a:prstGeom>
            </p:spPr>
          </p:pic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A629A6-A5EE-4DAF-8F81-A3D8D43307B0}"/>
                </a:ext>
              </a:extLst>
            </p:cNvPr>
            <p:cNvSpPr txBox="1"/>
            <p:nvPr/>
          </p:nvSpPr>
          <p:spPr>
            <a:xfrm>
              <a:off x="4707592" y="2538875"/>
              <a:ext cx="4832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chemeClr val="bg1"/>
                  </a:solidFill>
                </a:rPr>
                <a:t>D[0]    D[1]      D[2]     D[3]     D[4]     D[5]     D[6]     D[7]</a:t>
              </a:r>
            </a:p>
            <a:p>
              <a:endParaRPr lang="ko-KR" altLang="en-US" sz="1100">
                <a:solidFill>
                  <a:schemeClr val="bg1"/>
                </a:solidFill>
              </a:endParaRPr>
            </a:p>
          </p:txBody>
        </p: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DF2C7614-5EF9-0959-9220-C907006CCAAE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5128896" y="3295800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7ABD4A8C-915B-B01B-26F7-487E9AAB0B8A}"/>
                </a:ext>
              </a:extLst>
            </p:cNvPr>
            <p:cNvCxnSpPr>
              <a:cxnSpLocks/>
            </p:cNvCxnSpPr>
            <p:nvPr/>
          </p:nvCxnSpPr>
          <p:spPr>
            <a:xfrm>
              <a:off x="5638296" y="330929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EAACE210-B64B-A500-198D-F8A6885C656A}"/>
                </a:ext>
              </a:extLst>
            </p:cNvPr>
            <p:cNvCxnSpPr>
              <a:cxnSpLocks/>
            </p:cNvCxnSpPr>
            <p:nvPr/>
          </p:nvCxnSpPr>
          <p:spPr>
            <a:xfrm>
              <a:off x="6164226" y="330144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9C0D09C7-547F-DE13-56D5-077A3B96B19A}"/>
                </a:ext>
              </a:extLst>
            </p:cNvPr>
            <p:cNvCxnSpPr>
              <a:cxnSpLocks/>
            </p:cNvCxnSpPr>
            <p:nvPr/>
          </p:nvCxnSpPr>
          <p:spPr>
            <a:xfrm>
              <a:off x="670475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21871046-894D-B313-A8CB-484D38729F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189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CF67CE8D-293E-4E66-E112-ECCFCF824881}"/>
                </a:ext>
              </a:extLst>
            </p:cNvPr>
            <p:cNvCxnSpPr>
              <a:cxnSpLocks/>
            </p:cNvCxnSpPr>
            <p:nvPr/>
          </p:nvCxnSpPr>
          <p:spPr>
            <a:xfrm>
              <a:off x="7734889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E350EACD-9E6B-D995-1CAD-785C8A0D534B}"/>
                </a:ext>
              </a:extLst>
            </p:cNvPr>
            <p:cNvCxnSpPr>
              <a:cxnSpLocks/>
            </p:cNvCxnSpPr>
            <p:nvPr/>
          </p:nvCxnSpPr>
          <p:spPr>
            <a:xfrm>
              <a:off x="825803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2D426CD5-5986-DD82-D9DB-2176BB5C434C}"/>
                </a:ext>
              </a:extLst>
            </p:cNvPr>
            <p:cNvCxnSpPr>
              <a:cxnSpLocks/>
            </p:cNvCxnSpPr>
            <p:nvPr/>
          </p:nvCxnSpPr>
          <p:spPr>
            <a:xfrm>
              <a:off x="8759936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240B220-2AE7-36DE-439C-BBEE76716D9F}"/>
              </a:ext>
            </a:extLst>
          </p:cNvPr>
          <p:cNvSpPr/>
          <p:nvPr/>
        </p:nvSpPr>
        <p:spPr>
          <a:xfrm>
            <a:off x="9227092" y="3020822"/>
            <a:ext cx="252180" cy="383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E8CB15A-F21F-4570-27C1-7DC947225385}"/>
              </a:ext>
            </a:extLst>
          </p:cNvPr>
          <p:cNvCxnSpPr>
            <a:cxnSpLocks/>
          </p:cNvCxnSpPr>
          <p:nvPr/>
        </p:nvCxnSpPr>
        <p:spPr>
          <a:xfrm flipH="1">
            <a:off x="3639102" y="3404180"/>
            <a:ext cx="5595610" cy="9110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5525C652-3AF2-F16F-DB22-E3364E8A0D33}"/>
              </a:ext>
            </a:extLst>
          </p:cNvPr>
          <p:cNvCxnSpPr>
            <a:cxnSpLocks/>
          </p:cNvCxnSpPr>
          <p:nvPr/>
        </p:nvCxnSpPr>
        <p:spPr>
          <a:xfrm flipH="1" flipV="1">
            <a:off x="9479272" y="3429000"/>
            <a:ext cx="877361" cy="9014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1" name="그림 130">
            <a:extLst>
              <a:ext uri="{FF2B5EF4-FFF2-40B4-BE49-F238E27FC236}">
                <a16:creationId xmlns:a16="http://schemas.microsoft.com/office/drawing/2014/main" id="{4E9D0222-D566-F4CB-6193-31526C777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102" y="4326267"/>
            <a:ext cx="6698781" cy="2107482"/>
          </a:xfrm>
          <a:prstGeom prst="rect">
            <a:avLst/>
          </a:prstGeom>
        </p:spPr>
      </p:pic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B57BE67-43E2-B681-B92C-CC96364984C6}"/>
              </a:ext>
            </a:extLst>
          </p:cNvPr>
          <p:cNvCxnSpPr>
            <a:cxnSpLocks/>
          </p:cNvCxnSpPr>
          <p:nvPr/>
        </p:nvCxnSpPr>
        <p:spPr>
          <a:xfrm flipV="1">
            <a:off x="8596410" y="4310642"/>
            <a:ext cx="0" cy="212310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35FB7E3-3DD5-D059-E7FF-0B0DD351F17C}"/>
              </a:ext>
            </a:extLst>
          </p:cNvPr>
          <p:cNvCxnSpPr>
            <a:cxnSpLocks/>
          </p:cNvCxnSpPr>
          <p:nvPr/>
        </p:nvCxnSpPr>
        <p:spPr>
          <a:xfrm flipV="1">
            <a:off x="8866496" y="4317786"/>
            <a:ext cx="0" cy="21159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10DAD1C-022B-BF72-3F20-4864AB420CD8}"/>
              </a:ext>
            </a:extLst>
          </p:cNvPr>
          <p:cNvSpPr/>
          <p:nvPr/>
        </p:nvSpPr>
        <p:spPr>
          <a:xfrm>
            <a:off x="3764756" y="5893593"/>
            <a:ext cx="8143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B112EAD-1624-696C-F4A8-16AE552D8C07}"/>
              </a:ext>
            </a:extLst>
          </p:cNvPr>
          <p:cNvSpPr txBox="1"/>
          <p:nvPr/>
        </p:nvSpPr>
        <p:spPr>
          <a:xfrm>
            <a:off x="1328738" y="4686300"/>
            <a:ext cx="838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asm </a:t>
            </a:r>
            <a:r>
              <a:rPr lang="ko-KR" altLang="en-US"/>
              <a:t>차트 필요 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BF98D4B-7061-C4E9-6EA9-7CB73821E157}"/>
              </a:ext>
            </a:extLst>
          </p:cNvPr>
          <p:cNvSpPr/>
          <p:nvPr/>
        </p:nvSpPr>
        <p:spPr>
          <a:xfrm>
            <a:off x="3829050" y="5114693"/>
            <a:ext cx="4714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F9C63D1-7EB6-9E0A-4617-362940CD40E6}"/>
              </a:ext>
            </a:extLst>
          </p:cNvPr>
          <p:cNvCxnSpPr/>
          <p:nvPr/>
        </p:nvCxnSpPr>
        <p:spPr>
          <a:xfrm>
            <a:off x="8882675" y="5207794"/>
            <a:ext cx="144125" cy="4018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타원 148">
            <a:extLst>
              <a:ext uri="{FF2B5EF4-FFF2-40B4-BE49-F238E27FC236}">
                <a16:creationId xmlns:a16="http://schemas.microsoft.com/office/drawing/2014/main" id="{01677CD5-5A83-EE12-DBB7-76A0CD6E15E4}"/>
              </a:ext>
            </a:extLst>
          </p:cNvPr>
          <p:cNvSpPr/>
          <p:nvPr/>
        </p:nvSpPr>
        <p:spPr>
          <a:xfrm>
            <a:off x="7472205" y="5893593"/>
            <a:ext cx="255632" cy="157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A1E5741C-AE57-D198-4B0A-AB6FC2B52F1C}"/>
              </a:ext>
            </a:extLst>
          </p:cNvPr>
          <p:cNvSpPr/>
          <p:nvPr/>
        </p:nvSpPr>
        <p:spPr>
          <a:xfrm>
            <a:off x="3764756" y="5602486"/>
            <a:ext cx="607217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03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5F3B-4F31-B2CB-8984-7392C39D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C6CD11-9D6F-BC44-57BB-0CDB1898B8F5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Tx </a:t>
            </a:r>
            <a:r>
              <a:rPr lang="ko-KR" altLang="en-US"/>
              <a:t>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</a:t>
            </a:r>
            <a:r>
              <a:rPr lang="ko-KR" altLang="en-US"/>
              <a:t>전체 </a:t>
            </a:r>
            <a:r>
              <a:rPr lang="en-US" altLang="ko-KR"/>
              <a:t>TX </a:t>
            </a:r>
            <a:r>
              <a:rPr lang="ko-KR" altLang="en-US"/>
              <a:t>동작 </a:t>
            </a:r>
            <a:r>
              <a:rPr lang="en-US" altLang="ko-KR"/>
              <a:t>FLOW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1D188-34BE-E3DA-FD54-5B49B15CA813}"/>
              </a:ext>
            </a:extLst>
          </p:cNvPr>
          <p:cNvSpPr txBox="1"/>
          <p:nvPr/>
        </p:nvSpPr>
        <p:spPr>
          <a:xfrm>
            <a:off x="1021860" y="914037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D4EAA55-F71F-330E-71E9-B6E3CD522511}"/>
              </a:ext>
            </a:extLst>
          </p:cNvPr>
          <p:cNvGrpSpPr/>
          <p:nvPr/>
        </p:nvGrpSpPr>
        <p:grpSpPr>
          <a:xfrm>
            <a:off x="1298628" y="2155148"/>
            <a:ext cx="8832763" cy="3555406"/>
            <a:chOff x="1098046" y="1498603"/>
            <a:chExt cx="9714121" cy="386079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D2EF9CF-A709-7624-F083-51693E5565B3}"/>
                </a:ext>
              </a:extLst>
            </p:cNvPr>
            <p:cNvGrpSpPr/>
            <p:nvPr/>
          </p:nvGrpSpPr>
          <p:grpSpPr>
            <a:xfrm>
              <a:off x="1098046" y="1498603"/>
              <a:ext cx="9714121" cy="3860794"/>
              <a:chOff x="851485" y="1464469"/>
              <a:chExt cx="9714121" cy="3860794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41C5B4DC-5EA2-D202-A077-B1FB0AD93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1485" y="1464469"/>
                <a:ext cx="9714121" cy="3860794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08A6FFFE-61AB-D129-2D82-D9E8A3943552}"/>
                  </a:ext>
                </a:extLst>
              </p:cNvPr>
              <p:cNvSpPr/>
              <p:nvPr/>
            </p:nvSpPr>
            <p:spPr>
              <a:xfrm>
                <a:off x="855805" y="1778090"/>
                <a:ext cx="1143169" cy="1718109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EAD1FF3-985D-527A-FE2E-E4345B82A373}"/>
                  </a:ext>
                </a:extLst>
              </p:cNvPr>
              <p:cNvSpPr/>
              <p:nvPr/>
            </p:nvSpPr>
            <p:spPr>
              <a:xfrm>
                <a:off x="864832" y="3529756"/>
                <a:ext cx="1143169" cy="1778503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0A7599-4F25-9DD4-2F88-7E13E02C0690}"/>
                  </a:ext>
                </a:extLst>
              </p:cNvPr>
              <p:cNvSpPr txBox="1"/>
              <p:nvPr/>
            </p:nvSpPr>
            <p:spPr>
              <a:xfrm>
                <a:off x="1427388" y="1691786"/>
                <a:ext cx="794330" cy="433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solidFill>
                      <a:srgbClr val="FFC000"/>
                    </a:solidFill>
                  </a:rPr>
                  <a:t>Rx</a:t>
                </a:r>
                <a:endParaRPr lang="ko-KR" altLang="en-US">
                  <a:solidFill>
                    <a:srgbClr val="FFC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E75E45-189A-63BB-CDEF-B4D5431F8924}"/>
                  </a:ext>
                </a:extLst>
              </p:cNvPr>
              <p:cNvSpPr txBox="1"/>
              <p:nvPr/>
            </p:nvSpPr>
            <p:spPr>
              <a:xfrm>
                <a:off x="1461955" y="3447506"/>
                <a:ext cx="794330" cy="545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solidFill>
                      <a:srgbClr val="FFFF00"/>
                    </a:solidFill>
                  </a:rPr>
                  <a:t>Tx</a:t>
                </a:r>
                <a:endParaRPr lang="ko-KR" altLang="en-US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6865848-5F91-5441-6795-DEDBFC41420C}"/>
                </a:ext>
              </a:extLst>
            </p:cNvPr>
            <p:cNvCxnSpPr/>
            <p:nvPr/>
          </p:nvCxnSpPr>
          <p:spPr>
            <a:xfrm>
              <a:off x="6266688" y="2926080"/>
              <a:ext cx="0" cy="7376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4557D79-B608-C572-761E-290EB4618510}"/>
                </a:ext>
              </a:extLst>
            </p:cNvPr>
            <p:cNvGrpSpPr/>
            <p:nvPr/>
          </p:nvGrpSpPr>
          <p:grpSpPr>
            <a:xfrm>
              <a:off x="4911552" y="3483241"/>
              <a:ext cx="1986611" cy="274889"/>
              <a:chOff x="6249084" y="3401158"/>
              <a:chExt cx="1986611" cy="274889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1D1725-B6EC-01DB-174C-AC14A13ECCD8}"/>
                  </a:ext>
                </a:extLst>
              </p:cNvPr>
              <p:cNvSpPr txBox="1"/>
              <p:nvPr/>
            </p:nvSpPr>
            <p:spPr>
              <a:xfrm>
                <a:off x="6266688" y="3425388"/>
                <a:ext cx="1969007" cy="25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>
                    <a:highlight>
                      <a:srgbClr val="FFFF00"/>
                    </a:highlight>
                  </a:rPr>
                  <a:t>rx_done </a:t>
                </a:r>
                <a:r>
                  <a:rPr lang="ko-KR" altLang="en-US" sz="900">
                    <a:highlight>
                      <a:srgbClr val="FFFF00"/>
                    </a:highlight>
                  </a:rPr>
                  <a:t>→ </a:t>
                </a:r>
                <a:r>
                  <a:rPr lang="en-US" altLang="ko-KR" sz="900">
                    <a:highlight>
                      <a:srgbClr val="FFFF00"/>
                    </a:highlight>
                  </a:rPr>
                  <a:t>tx_start </a:t>
                </a:r>
                <a:endParaRPr lang="ko-KR" altLang="en-US" sz="900">
                  <a:highlight>
                    <a:srgbClr val="FFFF00"/>
                  </a:highlight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C82A134-DED5-7FB9-2543-E4D0BB3F498F}"/>
                  </a:ext>
                </a:extLst>
              </p:cNvPr>
              <p:cNvSpPr/>
              <p:nvPr/>
            </p:nvSpPr>
            <p:spPr>
              <a:xfrm>
                <a:off x="6249084" y="3401158"/>
                <a:ext cx="152399" cy="12801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>
                    <a:solidFill>
                      <a:schemeClr val="tx1"/>
                    </a:solidFill>
                  </a:rPr>
                  <a:t>1</a:t>
                </a:r>
                <a:endParaRPr lang="ko-KR" altLang="en-US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4615007-EDE0-31D7-5201-802A809689A0}"/>
                </a:ext>
              </a:extLst>
            </p:cNvPr>
            <p:cNvSpPr/>
            <p:nvPr/>
          </p:nvSpPr>
          <p:spPr>
            <a:xfrm>
              <a:off x="6075728" y="4161267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2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9445CDED-DC5D-1786-CFBE-BF8E79FB7354}"/>
                </a:ext>
              </a:extLst>
            </p:cNvPr>
            <p:cNvSpPr/>
            <p:nvPr/>
          </p:nvSpPr>
          <p:spPr>
            <a:xfrm>
              <a:off x="6095999" y="4916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3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3EA3C36-29F1-7C24-E90D-CD30CED097C3}"/>
                </a:ext>
              </a:extLst>
            </p:cNvPr>
            <p:cNvSpPr/>
            <p:nvPr/>
          </p:nvSpPr>
          <p:spPr>
            <a:xfrm>
              <a:off x="8656319" y="4154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4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B9C12E14-3BDF-5F13-BCFA-A99D8031F699}"/>
                </a:ext>
              </a:extLst>
            </p:cNvPr>
            <p:cNvCxnSpPr/>
            <p:nvPr/>
          </p:nvCxnSpPr>
          <p:spPr>
            <a:xfrm>
              <a:off x="6662928" y="4974091"/>
              <a:ext cx="204755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0C96D7E2-95DD-43E7-FBE2-03D822E0A2ED}"/>
                </a:ext>
              </a:extLst>
            </p:cNvPr>
            <p:cNvCxnSpPr>
              <a:cxnSpLocks/>
            </p:cNvCxnSpPr>
            <p:nvPr/>
          </p:nvCxnSpPr>
          <p:spPr>
            <a:xfrm>
              <a:off x="697992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028714C6-7FD8-8C78-D311-4DE7FEE19699}"/>
                </a:ext>
              </a:extLst>
            </p:cNvPr>
            <p:cNvCxnSpPr>
              <a:cxnSpLocks/>
            </p:cNvCxnSpPr>
            <p:nvPr/>
          </p:nvCxnSpPr>
          <p:spPr>
            <a:xfrm>
              <a:off x="72694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26B4A1C1-D552-66B9-EC41-DF10D13722B3}"/>
                </a:ext>
              </a:extLst>
            </p:cNvPr>
            <p:cNvCxnSpPr>
              <a:cxnSpLocks/>
            </p:cNvCxnSpPr>
            <p:nvPr/>
          </p:nvCxnSpPr>
          <p:spPr>
            <a:xfrm>
              <a:off x="75361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1149AA96-E20F-ABFF-58FE-B7FD396FA03C}"/>
                </a:ext>
              </a:extLst>
            </p:cNvPr>
            <p:cNvCxnSpPr>
              <a:cxnSpLocks/>
            </p:cNvCxnSpPr>
            <p:nvPr/>
          </p:nvCxnSpPr>
          <p:spPr>
            <a:xfrm>
              <a:off x="77876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7965B6C5-3089-8839-AB2F-C1B342F01C78}"/>
                </a:ext>
              </a:extLst>
            </p:cNvPr>
            <p:cNvCxnSpPr>
              <a:cxnSpLocks/>
            </p:cNvCxnSpPr>
            <p:nvPr/>
          </p:nvCxnSpPr>
          <p:spPr>
            <a:xfrm>
              <a:off x="80543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138D3A2-3388-F7D0-19F7-7BDADA2FB09F}"/>
                </a:ext>
              </a:extLst>
            </p:cNvPr>
            <p:cNvGrpSpPr/>
            <p:nvPr/>
          </p:nvGrpSpPr>
          <p:grpSpPr>
            <a:xfrm>
              <a:off x="6531625" y="3972560"/>
              <a:ext cx="2126727" cy="943617"/>
              <a:chOff x="6531625" y="3972560"/>
              <a:chExt cx="2126727" cy="1285240"/>
            </a:xfrm>
          </p:grpSpPr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6087FD6-586F-8632-B1B6-EA82A9BE531D}"/>
                  </a:ext>
                </a:extLst>
              </p:cNvPr>
              <p:cNvCxnSpPr/>
              <p:nvPr/>
            </p:nvCxnSpPr>
            <p:spPr>
              <a:xfrm>
                <a:off x="6790705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3082D0F7-F307-7087-4CD0-AF2FD2F00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1625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65213725-63A7-B148-18BF-A673D28B0FC7}"/>
                  </a:ext>
                </a:extLst>
              </p:cNvPr>
              <p:cNvCxnSpPr/>
              <p:nvPr/>
            </p:nvCxnSpPr>
            <p:spPr>
              <a:xfrm>
                <a:off x="73375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467A74A7-897B-637D-BD06-FE6FD56847E2}"/>
                  </a:ext>
                </a:extLst>
              </p:cNvPr>
              <p:cNvCxnSpPr/>
              <p:nvPr/>
            </p:nvCxnSpPr>
            <p:spPr>
              <a:xfrm>
                <a:off x="70733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30CB3C29-A3CA-B2F1-72F8-5D580E5655B2}"/>
                  </a:ext>
                </a:extLst>
              </p:cNvPr>
              <p:cNvCxnSpPr/>
              <p:nvPr/>
            </p:nvCxnSpPr>
            <p:spPr>
              <a:xfrm>
                <a:off x="78607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57C6FDE1-3199-8DA2-40B7-8E9AA93B9978}"/>
                  </a:ext>
                </a:extLst>
              </p:cNvPr>
              <p:cNvCxnSpPr/>
              <p:nvPr/>
            </p:nvCxnSpPr>
            <p:spPr>
              <a:xfrm>
                <a:off x="760171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4FADF0ED-0BF8-6B1B-CD4B-01124F13A962}"/>
                  </a:ext>
                </a:extLst>
              </p:cNvPr>
              <p:cNvCxnSpPr/>
              <p:nvPr/>
            </p:nvCxnSpPr>
            <p:spPr>
              <a:xfrm>
                <a:off x="83789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B249DAAD-363C-C322-4E3D-648FD6E51AB6}"/>
                  </a:ext>
                </a:extLst>
              </p:cNvPr>
              <p:cNvCxnSpPr/>
              <p:nvPr/>
            </p:nvCxnSpPr>
            <p:spPr>
              <a:xfrm>
                <a:off x="811987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B5167717-8B1D-8D27-275C-C0BB14AB338C}"/>
                  </a:ext>
                </a:extLst>
              </p:cNvPr>
              <p:cNvCxnSpPr/>
              <p:nvPr/>
            </p:nvCxnSpPr>
            <p:spPr>
              <a:xfrm>
                <a:off x="86583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FB60EE5-62C9-50B0-DA3B-9A6CC5CED60B}"/>
                </a:ext>
              </a:extLst>
            </p:cNvPr>
            <p:cNvSpPr/>
            <p:nvPr/>
          </p:nvSpPr>
          <p:spPr>
            <a:xfrm>
              <a:off x="6314440" y="4916177"/>
              <a:ext cx="333009" cy="12801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563EC726-83BB-BAB6-52EA-3BCE5A606A40}"/>
              </a:ext>
            </a:extLst>
          </p:cNvPr>
          <p:cNvGrpSpPr/>
          <p:nvPr/>
        </p:nvGrpSpPr>
        <p:grpSpPr>
          <a:xfrm>
            <a:off x="656273" y="883118"/>
            <a:ext cx="8774686" cy="1101793"/>
            <a:chOff x="1426891" y="903801"/>
            <a:chExt cx="8774686" cy="1827206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1EC449C3-C274-10D0-F089-DEAF42A5ABBE}"/>
                </a:ext>
              </a:extLst>
            </p:cNvPr>
            <p:cNvGrpSpPr/>
            <p:nvPr/>
          </p:nvGrpSpPr>
          <p:grpSpPr>
            <a:xfrm>
              <a:off x="1426891" y="903801"/>
              <a:ext cx="3393200" cy="328152"/>
              <a:chOff x="399079" y="955217"/>
              <a:chExt cx="3393200" cy="328152"/>
            </a:xfrm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FE702BB4-1C97-3D7B-21C2-031BCAAC08A7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1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2679CC6-AEDA-006E-DB43-DBD885C53CCF}"/>
                  </a:ext>
                </a:extLst>
              </p:cNvPr>
              <p:cNvSpPr txBox="1"/>
              <p:nvPr/>
            </p:nvSpPr>
            <p:spPr>
              <a:xfrm>
                <a:off x="807198" y="955217"/>
                <a:ext cx="29850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Rx_done -&gt; tx_start</a:t>
                </a:r>
                <a:endParaRPr lang="ko-KR" altLang="en-US" sz="1400"/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C9B68498-9DCF-EF56-3E33-ACB23C656348}"/>
                </a:ext>
              </a:extLst>
            </p:cNvPr>
            <p:cNvGrpSpPr/>
            <p:nvPr/>
          </p:nvGrpSpPr>
          <p:grpSpPr>
            <a:xfrm>
              <a:off x="1426891" y="1342160"/>
              <a:ext cx="4442152" cy="328152"/>
              <a:chOff x="399079" y="955217"/>
              <a:chExt cx="4442152" cy="32815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3E2DFFA6-AE76-88B7-9D1C-36ED6E1A3876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2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FAFD54-3554-AEE5-CC3A-C6DF0FB274D8}"/>
                  </a:ext>
                </a:extLst>
              </p:cNvPr>
              <p:cNvSpPr txBox="1"/>
              <p:nvPr/>
            </p:nvSpPr>
            <p:spPr>
              <a:xfrm>
                <a:off x="807198" y="955217"/>
                <a:ext cx="4034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tx_start </a:t>
                </a:r>
                <a:r>
                  <a:rPr lang="ko-KR" altLang="en-US" sz="1400"/>
                  <a:t>이후</a:t>
                </a:r>
                <a:r>
                  <a:rPr lang="en-US" altLang="ko-KR" sz="1400"/>
                  <a:t>, tx signal deassert </a:t>
                </a:r>
                <a:endParaRPr lang="ko-KR" altLang="en-US" sz="1400"/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78B967F-FF6E-506D-4589-9EEE9F12F6EE}"/>
                </a:ext>
              </a:extLst>
            </p:cNvPr>
            <p:cNvGrpSpPr/>
            <p:nvPr/>
          </p:nvGrpSpPr>
          <p:grpSpPr>
            <a:xfrm>
              <a:off x="1426891" y="1784178"/>
              <a:ext cx="8774686" cy="328152"/>
              <a:chOff x="399079" y="955217"/>
              <a:chExt cx="8774686" cy="32815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4CD4E881-EEF2-8ECD-C892-7874A1BBDFD0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3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4917FFB-3CF5-FF71-BD31-6B923DCF5DE3}"/>
                  </a:ext>
                </a:extLst>
              </p:cNvPr>
              <p:cNvSpPr txBox="1"/>
              <p:nvPr/>
            </p:nvSpPr>
            <p:spPr>
              <a:xfrm>
                <a:off x="807198" y="955217"/>
                <a:ext cx="83665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Start</a:t>
                </a:r>
                <a:r>
                  <a:rPr lang="ko-KR" altLang="en-US" sz="1400"/>
                  <a:t>에서 </a:t>
                </a:r>
                <a:r>
                  <a:rPr lang="en-US" altLang="ko-KR" sz="1400"/>
                  <a:t>rx_data update,</a:t>
                </a:r>
                <a:r>
                  <a:rPr lang="ko-KR" altLang="en-US" sz="1400"/>
                  <a:t> 이 후 </a:t>
                </a:r>
                <a:r>
                  <a:rPr lang="en-US" altLang="ko-KR" sz="1400"/>
                  <a:t>shift </a:t>
                </a:r>
                <a:r>
                  <a:rPr lang="ko-KR" altLang="en-US" sz="1400"/>
                  <a:t>되면서 </a:t>
                </a:r>
                <a:r>
                  <a:rPr lang="en-US" altLang="ko-KR" sz="1400"/>
                  <a:t>tx line</a:t>
                </a:r>
                <a:r>
                  <a:rPr lang="ko-KR" altLang="en-US" sz="1400"/>
                  <a:t>으로 데이터 전송</a:t>
                </a: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3764E1F-FC96-AD9D-9812-C14AED4884B5}"/>
                </a:ext>
              </a:extLst>
            </p:cNvPr>
            <p:cNvGrpSpPr/>
            <p:nvPr/>
          </p:nvGrpSpPr>
          <p:grpSpPr>
            <a:xfrm>
              <a:off x="1426891" y="2220592"/>
              <a:ext cx="4525327" cy="510415"/>
              <a:chOff x="399079" y="904669"/>
              <a:chExt cx="4525327" cy="510415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3780A9B-94E5-57AB-C6EE-D554219F1155}"/>
                  </a:ext>
                </a:extLst>
              </p:cNvPr>
              <p:cNvSpPr/>
              <p:nvPr/>
            </p:nvSpPr>
            <p:spPr>
              <a:xfrm>
                <a:off x="399079" y="1028192"/>
                <a:ext cx="266420" cy="2551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tx1"/>
                    </a:solidFill>
                  </a:rPr>
                  <a:t>4</a:t>
                </a:r>
                <a:endParaRPr lang="ko-KR" altLang="en-US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E72A0A5-5B95-F885-C6E6-D74456868940}"/>
                  </a:ext>
                </a:extLst>
              </p:cNvPr>
              <p:cNvSpPr txBox="1"/>
              <p:nvPr/>
            </p:nvSpPr>
            <p:spPr>
              <a:xfrm>
                <a:off x="807198" y="904669"/>
                <a:ext cx="4117208" cy="510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STOP state</a:t>
                </a:r>
                <a:r>
                  <a:rPr lang="ko-KR" altLang="en-US" sz="1400"/>
                  <a:t>에서 </a:t>
                </a:r>
                <a:r>
                  <a:rPr lang="en-US" altLang="ko-KR" sz="1400"/>
                  <a:t>tx signal assert </a:t>
                </a:r>
                <a:endParaRPr lang="ko-KR" altLang="en-US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1853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5079-BC4B-CBD6-4F0B-67B6A718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1A4B75-1CB8-05A4-FBA7-314B275FC3EF}"/>
              </a:ext>
            </a:extLst>
          </p:cNvPr>
          <p:cNvSpPr txBox="1"/>
          <p:nvPr/>
        </p:nvSpPr>
        <p:spPr>
          <a:xfrm>
            <a:off x="184227" y="133864"/>
            <a:ext cx="9489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Tx </a:t>
            </a:r>
            <a:r>
              <a:rPr lang="ko-KR" altLang="en-US"/>
              <a:t>동작 확인</a:t>
            </a:r>
            <a:endParaRPr lang="en-US" altLang="ko-KR"/>
          </a:p>
          <a:p>
            <a:r>
              <a:rPr lang="ko-KR" altLang="en-US"/>
              <a:t>확인 부분 </a:t>
            </a:r>
            <a:r>
              <a:rPr lang="en-US" altLang="ko-KR"/>
              <a:t>– Rx_done </a:t>
            </a:r>
            <a:r>
              <a:rPr lang="ko-KR" altLang="en-US"/>
              <a:t>신호 이 후 </a:t>
            </a:r>
            <a:r>
              <a:rPr lang="en-US" altLang="ko-KR"/>
              <a:t>Tx </a:t>
            </a:r>
            <a:r>
              <a:rPr lang="ko-KR" altLang="en-US"/>
              <a:t>초기 단계</a:t>
            </a:r>
            <a:r>
              <a:rPr lang="en-US" altLang="ko-KR"/>
              <a:t> flow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076F5-A10A-A63A-806B-9CC7B3B891B3}"/>
              </a:ext>
            </a:extLst>
          </p:cNvPr>
          <p:cNvSpPr txBox="1"/>
          <p:nvPr/>
        </p:nvSpPr>
        <p:spPr>
          <a:xfrm>
            <a:off x="1021860" y="914037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DS </a:t>
            </a:r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18E6BF-4F49-A2CF-5463-E5C8EF256936}"/>
              </a:ext>
            </a:extLst>
          </p:cNvPr>
          <p:cNvSpPr txBox="1"/>
          <p:nvPr/>
        </p:nvSpPr>
        <p:spPr>
          <a:xfrm>
            <a:off x="256374" y="914037"/>
            <a:ext cx="8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FC1024-3C94-A74A-31AE-4DEC09854663}"/>
              </a:ext>
            </a:extLst>
          </p:cNvPr>
          <p:cNvSpPr/>
          <p:nvPr/>
        </p:nvSpPr>
        <p:spPr>
          <a:xfrm>
            <a:off x="5646281" y="2255372"/>
            <a:ext cx="708793" cy="11634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7BA7A-1D6B-DB99-F517-F1021743695A}"/>
              </a:ext>
            </a:extLst>
          </p:cNvPr>
          <p:cNvSpPr txBox="1"/>
          <p:nvPr/>
        </p:nvSpPr>
        <p:spPr>
          <a:xfrm>
            <a:off x="5984977" y="2207409"/>
            <a:ext cx="492504" cy="293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C000"/>
                </a:solidFill>
              </a:rPr>
              <a:t>Rx</a:t>
            </a:r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082E19-44F2-21D4-9B0A-C1DD0763373A}"/>
              </a:ext>
            </a:extLst>
          </p:cNvPr>
          <p:cNvSpPr txBox="1"/>
          <p:nvPr/>
        </p:nvSpPr>
        <p:spPr>
          <a:xfrm>
            <a:off x="6008795" y="3358813"/>
            <a:ext cx="49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FF00"/>
                </a:solidFill>
              </a:rPr>
              <a:t>Tx</a:t>
            </a:r>
            <a:endParaRPr lang="ko-KR" altLang="en-US">
              <a:solidFill>
                <a:srgbClr val="FFFF00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B6D4DBB-6BE5-82E2-C2C9-B8B593D455D6}"/>
              </a:ext>
            </a:extLst>
          </p:cNvPr>
          <p:cNvGrpSpPr/>
          <p:nvPr/>
        </p:nvGrpSpPr>
        <p:grpSpPr>
          <a:xfrm>
            <a:off x="500821" y="1722946"/>
            <a:ext cx="6423965" cy="2977125"/>
            <a:chOff x="1098046" y="1498603"/>
            <a:chExt cx="9714121" cy="3860794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7BE4B92-957E-ACF0-F926-15D9F87AE42F}"/>
                </a:ext>
              </a:extLst>
            </p:cNvPr>
            <p:cNvGrpSpPr/>
            <p:nvPr/>
          </p:nvGrpSpPr>
          <p:grpSpPr>
            <a:xfrm>
              <a:off x="1098046" y="1498603"/>
              <a:ext cx="9714121" cy="3860794"/>
              <a:chOff x="851485" y="1464469"/>
              <a:chExt cx="9714121" cy="3860794"/>
            </a:xfrm>
          </p:grpSpPr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00CFD0E1-E136-7250-43E4-15497CC1F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1485" y="1464469"/>
                <a:ext cx="9714121" cy="3860794"/>
              </a:xfrm>
              <a:prstGeom prst="rect">
                <a:avLst/>
              </a:prstGeom>
            </p:spPr>
          </p:pic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EFB19F55-27A4-4717-8E9F-83DAE17CB7AD}"/>
                  </a:ext>
                </a:extLst>
              </p:cNvPr>
              <p:cNvSpPr/>
              <p:nvPr/>
            </p:nvSpPr>
            <p:spPr>
              <a:xfrm>
                <a:off x="855805" y="1778090"/>
                <a:ext cx="1143169" cy="1718109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F11B2BDD-1F1C-0C77-6792-7CA36F578A66}"/>
                  </a:ext>
                </a:extLst>
              </p:cNvPr>
              <p:cNvSpPr/>
              <p:nvPr/>
            </p:nvSpPr>
            <p:spPr>
              <a:xfrm>
                <a:off x="864832" y="3529756"/>
                <a:ext cx="1143169" cy="1778503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4344A4C-AC23-1962-EE14-F1E7FEAC30B4}"/>
                  </a:ext>
                </a:extLst>
              </p:cNvPr>
              <p:cNvSpPr txBox="1"/>
              <p:nvPr/>
            </p:nvSpPr>
            <p:spPr>
              <a:xfrm>
                <a:off x="1427388" y="1691786"/>
                <a:ext cx="794330" cy="39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solidFill>
                      <a:srgbClr val="FFC000"/>
                    </a:solidFill>
                  </a:rPr>
                  <a:t>Rx</a:t>
                </a:r>
                <a:endParaRPr lang="ko-KR" altLang="en-US" sz="1400">
                  <a:solidFill>
                    <a:srgbClr val="FFC000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8EE88C8-A718-E757-E5DE-E517DBC0B691}"/>
                  </a:ext>
                </a:extLst>
              </p:cNvPr>
              <p:cNvSpPr txBox="1"/>
              <p:nvPr/>
            </p:nvSpPr>
            <p:spPr>
              <a:xfrm>
                <a:off x="1461955" y="3447506"/>
                <a:ext cx="794330" cy="39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>
                    <a:solidFill>
                      <a:srgbClr val="FFFF00"/>
                    </a:solidFill>
                  </a:rPr>
                  <a:t>Tx</a:t>
                </a:r>
                <a:endParaRPr lang="ko-KR" altLang="en-US" sz="1400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88CF448-F113-8BF0-C311-4EE9297FFC2A}"/>
                </a:ext>
              </a:extLst>
            </p:cNvPr>
            <p:cNvCxnSpPr/>
            <p:nvPr/>
          </p:nvCxnSpPr>
          <p:spPr>
            <a:xfrm>
              <a:off x="6266688" y="2926080"/>
              <a:ext cx="0" cy="7376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5912F6DE-6EC1-99D5-08F5-20437265ACE6}"/>
                </a:ext>
              </a:extLst>
            </p:cNvPr>
            <p:cNvGrpSpPr/>
            <p:nvPr/>
          </p:nvGrpSpPr>
          <p:grpSpPr>
            <a:xfrm>
              <a:off x="4603240" y="3499882"/>
              <a:ext cx="1969007" cy="286009"/>
              <a:chOff x="5940772" y="3417799"/>
              <a:chExt cx="1969007" cy="286009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771CFCB-D40E-17F7-9953-4880F4E47450}"/>
                  </a:ext>
                </a:extLst>
              </p:cNvPr>
              <p:cNvSpPr txBox="1"/>
              <p:nvPr/>
            </p:nvSpPr>
            <p:spPr>
              <a:xfrm>
                <a:off x="5940772" y="3444371"/>
                <a:ext cx="1969007" cy="259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>
                    <a:highlight>
                      <a:srgbClr val="FFFF00"/>
                    </a:highlight>
                  </a:rPr>
                  <a:t>rx_done </a:t>
                </a:r>
                <a:r>
                  <a:rPr lang="ko-KR" altLang="en-US" sz="700">
                    <a:highlight>
                      <a:srgbClr val="FFFF00"/>
                    </a:highlight>
                  </a:rPr>
                  <a:t>→ </a:t>
                </a:r>
                <a:r>
                  <a:rPr lang="en-US" altLang="ko-KR" sz="700">
                    <a:highlight>
                      <a:srgbClr val="FFFF00"/>
                    </a:highlight>
                  </a:rPr>
                  <a:t>tx_start </a:t>
                </a:r>
                <a:endParaRPr lang="ko-KR" altLang="en-US" sz="700">
                  <a:highlight>
                    <a:srgbClr val="FFFF00"/>
                  </a:highlight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D5EFAC41-08B8-EDFF-CFAD-2B81902484A1}"/>
                  </a:ext>
                </a:extLst>
              </p:cNvPr>
              <p:cNvSpPr/>
              <p:nvPr/>
            </p:nvSpPr>
            <p:spPr>
              <a:xfrm>
                <a:off x="5963439" y="3417799"/>
                <a:ext cx="152399" cy="128015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>
                    <a:solidFill>
                      <a:schemeClr val="tx1"/>
                    </a:solidFill>
                  </a:rPr>
                  <a:t>1</a:t>
                </a:r>
                <a:endParaRPr lang="ko-KR" altLang="en-US" sz="900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3A43229-913B-89D1-9F69-95836296E66F}"/>
                </a:ext>
              </a:extLst>
            </p:cNvPr>
            <p:cNvSpPr/>
            <p:nvPr/>
          </p:nvSpPr>
          <p:spPr>
            <a:xfrm>
              <a:off x="6075728" y="4161267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>
                  <a:solidFill>
                    <a:schemeClr val="tx1"/>
                  </a:solidFill>
                </a:rPr>
                <a:t>2</a:t>
              </a:r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E456E41-2080-CC83-19A1-3812492F3A19}"/>
                </a:ext>
              </a:extLst>
            </p:cNvPr>
            <p:cNvSpPr/>
            <p:nvPr/>
          </p:nvSpPr>
          <p:spPr>
            <a:xfrm>
              <a:off x="6095999" y="4916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>
                  <a:solidFill>
                    <a:schemeClr val="tx1"/>
                  </a:solidFill>
                </a:rPr>
                <a:t>3</a:t>
              </a:r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3E41A878-11BB-B429-8CF8-F27B27F6B1D3}"/>
                </a:ext>
              </a:extLst>
            </p:cNvPr>
            <p:cNvSpPr/>
            <p:nvPr/>
          </p:nvSpPr>
          <p:spPr>
            <a:xfrm>
              <a:off x="8656319" y="4154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>
                  <a:solidFill>
                    <a:schemeClr val="tx1"/>
                  </a:solidFill>
                </a:rPr>
                <a:t>4</a:t>
              </a:r>
              <a:endParaRPr lang="ko-KR" altLang="en-US" sz="900" b="1">
                <a:solidFill>
                  <a:schemeClr val="tx1"/>
                </a:solidFill>
              </a:endParaRP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B6989D30-491C-B5EB-9E0A-19081F54C66E}"/>
                </a:ext>
              </a:extLst>
            </p:cNvPr>
            <p:cNvCxnSpPr/>
            <p:nvPr/>
          </p:nvCxnSpPr>
          <p:spPr>
            <a:xfrm>
              <a:off x="6662928" y="4974091"/>
              <a:ext cx="204755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AAC1CECF-5EE5-8290-3CD4-A2711051DAA2}"/>
                </a:ext>
              </a:extLst>
            </p:cNvPr>
            <p:cNvCxnSpPr>
              <a:cxnSpLocks/>
            </p:cNvCxnSpPr>
            <p:nvPr/>
          </p:nvCxnSpPr>
          <p:spPr>
            <a:xfrm>
              <a:off x="697992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66FD8283-8322-F0D2-3A6B-90DE7FC0A3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94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9D1DF397-D1C5-8F16-9338-A65A89F0631E}"/>
                </a:ext>
              </a:extLst>
            </p:cNvPr>
            <p:cNvCxnSpPr>
              <a:cxnSpLocks/>
            </p:cNvCxnSpPr>
            <p:nvPr/>
          </p:nvCxnSpPr>
          <p:spPr>
            <a:xfrm>
              <a:off x="75361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333A35C8-335F-0016-C782-47BE9839D6CE}"/>
                </a:ext>
              </a:extLst>
            </p:cNvPr>
            <p:cNvCxnSpPr>
              <a:cxnSpLocks/>
            </p:cNvCxnSpPr>
            <p:nvPr/>
          </p:nvCxnSpPr>
          <p:spPr>
            <a:xfrm>
              <a:off x="77876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C50554E0-7E18-1442-ED00-96ADF91CAF2D}"/>
                </a:ext>
              </a:extLst>
            </p:cNvPr>
            <p:cNvCxnSpPr>
              <a:cxnSpLocks/>
            </p:cNvCxnSpPr>
            <p:nvPr/>
          </p:nvCxnSpPr>
          <p:spPr>
            <a:xfrm>
              <a:off x="80543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9CE9B919-6D45-2301-E534-CA06D69DB35C}"/>
                </a:ext>
              </a:extLst>
            </p:cNvPr>
            <p:cNvGrpSpPr/>
            <p:nvPr/>
          </p:nvGrpSpPr>
          <p:grpSpPr>
            <a:xfrm>
              <a:off x="6531625" y="3972560"/>
              <a:ext cx="2126727" cy="943617"/>
              <a:chOff x="6531625" y="3972560"/>
              <a:chExt cx="2126727" cy="1285240"/>
            </a:xfrm>
          </p:grpSpPr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523BB7-FD26-A647-B827-BEA8E3CA0190}"/>
                  </a:ext>
                </a:extLst>
              </p:cNvPr>
              <p:cNvCxnSpPr/>
              <p:nvPr/>
            </p:nvCxnSpPr>
            <p:spPr>
              <a:xfrm>
                <a:off x="6790705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80390313-10D3-805E-DB96-8B7D923B32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1625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CC90D9A8-48B8-5BD7-0557-DD55CC63D975}"/>
                  </a:ext>
                </a:extLst>
              </p:cNvPr>
              <p:cNvCxnSpPr/>
              <p:nvPr/>
            </p:nvCxnSpPr>
            <p:spPr>
              <a:xfrm>
                <a:off x="73375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D275DE85-02A6-8480-5C0A-464036CFD10E}"/>
                  </a:ext>
                </a:extLst>
              </p:cNvPr>
              <p:cNvCxnSpPr/>
              <p:nvPr/>
            </p:nvCxnSpPr>
            <p:spPr>
              <a:xfrm>
                <a:off x="70733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C4EB94DD-0218-E8FB-4311-AA09C91904CF}"/>
                  </a:ext>
                </a:extLst>
              </p:cNvPr>
              <p:cNvCxnSpPr/>
              <p:nvPr/>
            </p:nvCxnSpPr>
            <p:spPr>
              <a:xfrm>
                <a:off x="78607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C5915F6F-D721-14EF-64E9-E86B68CDC185}"/>
                  </a:ext>
                </a:extLst>
              </p:cNvPr>
              <p:cNvCxnSpPr/>
              <p:nvPr/>
            </p:nvCxnSpPr>
            <p:spPr>
              <a:xfrm>
                <a:off x="760171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07662AAC-8BE5-1094-B673-0425C62419D3}"/>
                  </a:ext>
                </a:extLst>
              </p:cNvPr>
              <p:cNvCxnSpPr/>
              <p:nvPr/>
            </p:nvCxnSpPr>
            <p:spPr>
              <a:xfrm>
                <a:off x="83789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B056F92C-593C-9BD6-1162-2B1ED1AFE136}"/>
                  </a:ext>
                </a:extLst>
              </p:cNvPr>
              <p:cNvCxnSpPr/>
              <p:nvPr/>
            </p:nvCxnSpPr>
            <p:spPr>
              <a:xfrm>
                <a:off x="811987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AB623D8F-BB65-D9B6-2325-24E16C530C77}"/>
                  </a:ext>
                </a:extLst>
              </p:cNvPr>
              <p:cNvCxnSpPr/>
              <p:nvPr/>
            </p:nvCxnSpPr>
            <p:spPr>
              <a:xfrm>
                <a:off x="86583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F41F59D-10D0-DEFC-62B4-6176D886D3C5}"/>
                </a:ext>
              </a:extLst>
            </p:cNvPr>
            <p:cNvSpPr/>
            <p:nvPr/>
          </p:nvSpPr>
          <p:spPr>
            <a:xfrm>
              <a:off x="6314440" y="4916177"/>
              <a:ext cx="333009" cy="12801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D28921CF-001C-02E3-437D-D4D5AEB9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205" y="2573099"/>
            <a:ext cx="6541705" cy="2856286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0A25885E-5EF2-C7D3-30A0-46CF189DB9D1}"/>
              </a:ext>
            </a:extLst>
          </p:cNvPr>
          <p:cNvSpPr/>
          <p:nvPr/>
        </p:nvSpPr>
        <p:spPr>
          <a:xfrm>
            <a:off x="3712803" y="2627217"/>
            <a:ext cx="564835" cy="148801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31ACB52-71C3-F973-6735-456F9FC24FEA}"/>
              </a:ext>
            </a:extLst>
          </p:cNvPr>
          <p:cNvCxnSpPr>
            <a:cxnSpLocks/>
          </p:cNvCxnSpPr>
          <p:nvPr/>
        </p:nvCxnSpPr>
        <p:spPr>
          <a:xfrm>
            <a:off x="8004630" y="3055257"/>
            <a:ext cx="0" cy="2510972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F5D7E2F7-19FA-60A7-CCDF-EAB9427421A0}"/>
              </a:ext>
            </a:extLst>
          </p:cNvPr>
          <p:cNvCxnSpPr/>
          <p:nvPr/>
        </p:nvCxnSpPr>
        <p:spPr>
          <a:xfrm flipV="1">
            <a:off x="8004630" y="2859983"/>
            <a:ext cx="0" cy="2315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9252D5-13BA-8073-8493-7C8BB7EB7E7F}"/>
              </a:ext>
            </a:extLst>
          </p:cNvPr>
          <p:cNvCxnSpPr>
            <a:cxnSpLocks/>
          </p:cNvCxnSpPr>
          <p:nvPr/>
        </p:nvCxnSpPr>
        <p:spPr>
          <a:xfrm>
            <a:off x="8171544" y="3055257"/>
            <a:ext cx="0" cy="2510972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8BEB857-35BF-84E7-1FE4-9B23C9BB8106}"/>
              </a:ext>
            </a:extLst>
          </p:cNvPr>
          <p:cNvSpPr/>
          <p:nvPr/>
        </p:nvSpPr>
        <p:spPr>
          <a:xfrm>
            <a:off x="4695130" y="2571517"/>
            <a:ext cx="6520779" cy="28562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76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265</Words>
  <Application>Microsoft Office PowerPoint</Application>
  <PresentationFormat>와이드스크린</PresentationFormat>
  <Paragraphs>77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4</cp:revision>
  <dcterms:created xsi:type="dcterms:W3CDTF">2026-10-22T01:26:58Z</dcterms:created>
  <dcterms:modified xsi:type="dcterms:W3CDTF">2026-10-23T08:32:06Z</dcterms:modified>
</cp:coreProperties>
</file>