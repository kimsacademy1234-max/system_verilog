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35" autoAdjust="0"/>
    <p:restoredTop sz="94660"/>
  </p:normalViewPr>
  <p:slideViewPr>
    <p:cSldViewPr snapToGrid="0">
      <p:cViewPr varScale="1">
        <p:scale>
          <a:sx n="65" d="100"/>
          <a:sy n="65" d="100"/>
        </p:scale>
        <p:origin x="48" y="114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D35F62-C725-E89C-2BB3-D71EF233C3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315CF6F-6641-D3E0-6583-A300D4CC5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D5B73-DFDB-85C3-06AD-498BA98FF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26756F-C82E-6FA4-EE88-FB3BE70E7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11D4FB-6972-5000-70CF-F75EAE14B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236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7EFC66-EA9A-46E6-1733-61E9BE23F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36E685-0FFC-042C-E37A-29191B3261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338DBC-BFED-38E6-46A8-1170D141E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BB7FA8-2125-A2AB-4B66-D05DC1097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A89467-D555-2846-874E-CB1A366DE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1937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EBB55-76B3-C138-576E-512133061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F5EB7C-5CCF-BDD1-831D-BD99CBEF8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111C0C-AEF2-DD35-3F01-1637DD619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2B09C2-AD84-3A01-2001-ECCA742BC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04EFE7-1FC2-40A5-E4D0-F214E726F1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93168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2157BB-6606-263B-753F-A952300B5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750351-BE47-B0C9-477E-CEF9175887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1EFCA09-33AC-C37A-71BB-2AB321F30C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2E8E11-BE71-BF5E-F709-4538A30B0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38048-BE3A-4B71-B58B-9E08A2C64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836E77C-9985-8021-E0B7-0E154445A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1922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92E256-44FF-AF66-E090-9A0F939DC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DE931B2-250E-4D38-0837-1BE12259B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4ABF1F8-54BD-30B7-764E-1727A01190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402AB66-0CD9-2244-FA36-1CF6E21F1D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2D7843E-8161-F0EA-8DA6-F498DFAAE2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66A770A-C69A-EA16-73D9-670C7E82A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60F683A-FE12-C937-E115-2A6EF2ABC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5AC8721-9DBF-A92E-FD20-0B6902F6A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4949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E9BF75-9FE9-B4FB-ADD8-8FFE327D8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CCDB7DC-927E-D772-767D-3E365A99F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00AFDAA-832B-A91B-D7A9-9630EA3D7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BE186FF-601D-6A04-FAD0-BA546D72A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0509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9739014-3F2C-E6C9-EC52-F527D3F91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55DF8E5-A39E-EBFC-3044-33AD9A9F3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063593-2652-6281-4913-966F0DBF7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70666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12618C-BCA5-5910-AA09-9FAD0E828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9B6DFB-8D69-D137-EAEC-2C4D69606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366F37-CD82-ADC0-D0C6-88A099EE49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A5C6F-5F6F-B662-C8C8-C7B551E66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A1D8912-3454-9B86-AC36-334E09E67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6FD422-3A91-A9FF-75C4-A5E925A98A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222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3B110F-F962-2C8A-DA9A-64214B00D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7F148E7-EF6A-A699-4129-3EB4791702D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33ED232-4CB5-8A16-F66D-CF4C03F965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992037-947A-D5CF-A538-1FCF54833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CA0AC7C-9E49-6F73-7F07-B5CFBAE86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01B7AAB-61AC-6B56-F090-B4C30AD25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0785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FF2903-B1C6-8E6A-7258-791C2DEED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311B525-3B75-DA9E-12A1-78E06B20A4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041AA3-42F7-F4D6-36C6-E4F2099FA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8A52AB9-AEDC-F27C-1A98-E38B17007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935CA2-BC67-40F8-37A1-F38FBC349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58860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05F6359-00D1-4544-B605-F325C2EED0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802CE8C-3672-58B5-D595-F35EB51AD0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BB01C4-D4DD-8246-9B23-2E2C2B8CC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9B249A-0111-A56A-71CB-B1466599B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667BDB-CEBF-AB7D-AF16-1927D58C2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074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A38579-E0BE-A994-639F-F9493F978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9948D9-C833-C5CC-78DC-056AF7DD9A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E5743A-9F83-CFCF-8FF7-DA080C823B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6537D3-0EB8-472F-A931-E3FAB52F1E01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BD27F0-E6AB-A47E-FD32-A6ED0AD93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AA18F3-BFB5-A4EC-25BC-E60ACD3B8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80253B-D32A-47CC-8277-8A75C078BD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2746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op_frame">
            <a:extLst>
              <a:ext uri="{FF2B5EF4-FFF2-40B4-BE49-F238E27FC236}">
                <a16:creationId xmlns:a16="http://schemas.microsoft.com/office/drawing/2014/main" id="{A2C8D112-3244-89CB-DC93-7EBA8F769A4D}"/>
              </a:ext>
            </a:extLst>
          </p:cNvPr>
          <p:cNvSpPr/>
          <p:nvPr/>
        </p:nvSpPr>
        <p:spPr>
          <a:xfrm>
            <a:off x="2097036" y="307480"/>
            <a:ext cx="6746022" cy="539883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6EF8B2-F9EE-CE1D-0AAA-DCBB75E245F4}"/>
              </a:ext>
            </a:extLst>
          </p:cNvPr>
          <p:cNvSpPr txBox="1"/>
          <p:nvPr/>
        </p:nvSpPr>
        <p:spPr>
          <a:xfrm>
            <a:off x="2198286" y="348302"/>
            <a:ext cx="2689103" cy="208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26" name="in_a">
            <a:extLst>
              <a:ext uri="{FF2B5EF4-FFF2-40B4-BE49-F238E27FC236}">
                <a16:creationId xmlns:a16="http://schemas.microsoft.com/office/drawing/2014/main" id="{F5433140-E144-17D9-77A9-26C8C736483E}"/>
              </a:ext>
            </a:extLst>
          </p:cNvPr>
          <p:cNvGrpSpPr/>
          <p:nvPr/>
        </p:nvGrpSpPr>
        <p:grpSpPr>
          <a:xfrm>
            <a:off x="963039" y="899384"/>
            <a:ext cx="1093569" cy="191034"/>
            <a:chOff x="101600" y="1778000"/>
            <a:chExt cx="1549400" cy="254000"/>
          </a:xfrm>
        </p:grpSpPr>
        <p:sp>
          <p:nvSpPr>
            <p:cNvPr id="27" name="in_a_body">
              <a:extLst>
                <a:ext uri="{FF2B5EF4-FFF2-40B4-BE49-F238E27FC236}">
                  <a16:creationId xmlns:a16="http://schemas.microsoft.com/office/drawing/2014/main" id="{009516AF-5CC4-931D-E3CD-391E6CE7760F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in_a_pin">
              <a:extLst>
                <a:ext uri="{FF2B5EF4-FFF2-40B4-BE49-F238E27FC236}">
                  <a16:creationId xmlns:a16="http://schemas.microsoft.com/office/drawing/2014/main" id="{A0BCB2B7-A831-6D72-9CCD-7127402138AF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9" name="in_b">
            <a:extLst>
              <a:ext uri="{FF2B5EF4-FFF2-40B4-BE49-F238E27FC236}">
                <a16:creationId xmlns:a16="http://schemas.microsoft.com/office/drawing/2014/main" id="{8D4DC18E-4038-6F85-21CA-B5ADEEC29781}"/>
              </a:ext>
            </a:extLst>
          </p:cNvPr>
          <p:cNvGrpSpPr/>
          <p:nvPr/>
        </p:nvGrpSpPr>
        <p:grpSpPr>
          <a:xfrm>
            <a:off x="963039" y="1307593"/>
            <a:ext cx="1093569" cy="191034"/>
            <a:chOff x="101600" y="2286000"/>
            <a:chExt cx="1549400" cy="254000"/>
          </a:xfrm>
        </p:grpSpPr>
        <p:sp>
          <p:nvSpPr>
            <p:cNvPr id="30" name="in_b_body">
              <a:extLst>
                <a:ext uri="{FF2B5EF4-FFF2-40B4-BE49-F238E27FC236}">
                  <a16:creationId xmlns:a16="http://schemas.microsoft.com/office/drawing/2014/main" id="{79CDF0ED-374F-76DE-8C62-F3E37392AF02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1" name="in_b_pin">
              <a:extLst>
                <a:ext uri="{FF2B5EF4-FFF2-40B4-BE49-F238E27FC236}">
                  <a16:creationId xmlns:a16="http://schemas.microsoft.com/office/drawing/2014/main" id="{1B9939EA-0B3E-585F-EA77-8879AF9648E8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5" name="k0">
            <a:extLst>
              <a:ext uri="{FF2B5EF4-FFF2-40B4-BE49-F238E27FC236}">
                <a16:creationId xmlns:a16="http://schemas.microsoft.com/office/drawing/2014/main" id="{7FA0A82E-4AFE-D9A5-D7BD-5F5669B3F726}"/>
              </a:ext>
            </a:extLst>
          </p:cNvPr>
          <p:cNvGrpSpPr/>
          <p:nvPr/>
        </p:nvGrpSpPr>
        <p:grpSpPr>
          <a:xfrm>
            <a:off x="2400784" y="1562723"/>
            <a:ext cx="519894" cy="573104"/>
            <a:chOff x="1905000" y="2603500"/>
            <a:chExt cx="736600" cy="762000"/>
          </a:xfrm>
        </p:grpSpPr>
        <p:sp>
          <p:nvSpPr>
            <p:cNvPr id="36" name="k0_body">
              <a:extLst>
                <a:ext uri="{FF2B5EF4-FFF2-40B4-BE49-F238E27FC236}">
                  <a16:creationId xmlns:a16="http://schemas.microsoft.com/office/drawing/2014/main" id="{8C757656-A671-FE45-31E6-94ECF1DBD7CD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k0_pin_0">
              <a:extLst>
                <a:ext uri="{FF2B5EF4-FFF2-40B4-BE49-F238E27FC236}">
                  <a16:creationId xmlns:a16="http://schemas.microsoft.com/office/drawing/2014/main" id="{602383C4-71A8-BA7E-793A-0331FDC64AA6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k0_lbl_0">
              <a:extLst>
                <a:ext uri="{FF2B5EF4-FFF2-40B4-BE49-F238E27FC236}">
                  <a16:creationId xmlns:a16="http://schemas.microsoft.com/office/drawing/2014/main" id="{84C4F0EE-5122-3EC0-CB1F-FC5C76FC250D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U_ADD">
            <a:extLst>
              <a:ext uri="{FF2B5EF4-FFF2-40B4-BE49-F238E27FC236}">
                <a16:creationId xmlns:a16="http://schemas.microsoft.com/office/drawing/2014/main" id="{E28EE6D4-FD14-97EE-0C96-EE59A1A98098}"/>
              </a:ext>
            </a:extLst>
          </p:cNvPr>
          <p:cNvGrpSpPr/>
          <p:nvPr/>
        </p:nvGrpSpPr>
        <p:grpSpPr>
          <a:xfrm>
            <a:off x="3109533" y="695280"/>
            <a:ext cx="1344552" cy="955174"/>
            <a:chOff x="2794000" y="1524000"/>
            <a:chExt cx="1905000" cy="1270000"/>
          </a:xfrm>
        </p:grpSpPr>
        <p:sp>
          <p:nvSpPr>
            <p:cNvPr id="40" name="U_ADD_body">
              <a:extLst>
                <a:ext uri="{FF2B5EF4-FFF2-40B4-BE49-F238E27FC236}">
                  <a16:creationId xmlns:a16="http://schemas.microsoft.com/office/drawing/2014/main" id="{B6F492D7-2E15-B21D-4357-8AA2C7287068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ADD_pin_i_a[7:0]">
              <a:extLst>
                <a:ext uri="{FF2B5EF4-FFF2-40B4-BE49-F238E27FC236}">
                  <a16:creationId xmlns:a16="http://schemas.microsoft.com/office/drawing/2014/main" id="{82291437-804D-F013-DF5F-B2F27A1E0E1B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ADD_lbl_i_a[7:0]">
              <a:extLst>
                <a:ext uri="{FF2B5EF4-FFF2-40B4-BE49-F238E27FC236}">
                  <a16:creationId xmlns:a16="http://schemas.microsoft.com/office/drawing/2014/main" id="{06313A1B-B122-FA80-DC74-FB4CBAE6841B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ADD_pin_i_b[7:0]">
              <a:extLst>
                <a:ext uri="{FF2B5EF4-FFF2-40B4-BE49-F238E27FC236}">
                  <a16:creationId xmlns:a16="http://schemas.microsoft.com/office/drawing/2014/main" id="{810BA422-14B0-78F4-AD9C-E718A49CFF64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ADD_lbl_i_b[7:0]">
              <a:extLst>
                <a:ext uri="{FF2B5EF4-FFF2-40B4-BE49-F238E27FC236}">
                  <a16:creationId xmlns:a16="http://schemas.microsoft.com/office/drawing/2014/main" id="{46E87059-F803-6A0D-ED60-B161CE0D931C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ADD_pin_i_cin">
              <a:extLst>
                <a:ext uri="{FF2B5EF4-FFF2-40B4-BE49-F238E27FC236}">
                  <a16:creationId xmlns:a16="http://schemas.microsoft.com/office/drawing/2014/main" id="{A067B0F1-856B-9F01-C2F7-D4E3EF84A7EE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ADD_lbl_i_cin">
              <a:extLst>
                <a:ext uri="{FF2B5EF4-FFF2-40B4-BE49-F238E27FC236}">
                  <a16:creationId xmlns:a16="http://schemas.microsoft.com/office/drawing/2014/main" id="{DF423A0B-FEAD-6367-9CB8-FC496CE71D5A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ADD_pin_o_sum[7:0]">
              <a:extLst>
                <a:ext uri="{FF2B5EF4-FFF2-40B4-BE49-F238E27FC236}">
                  <a16:creationId xmlns:a16="http://schemas.microsoft.com/office/drawing/2014/main" id="{CD62C264-B2F7-9399-3878-F7ACE5F07F0B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ADD_lbl_o_sum[7:0]">
              <a:extLst>
                <a:ext uri="{FF2B5EF4-FFF2-40B4-BE49-F238E27FC236}">
                  <a16:creationId xmlns:a16="http://schemas.microsoft.com/office/drawing/2014/main" id="{DECAA220-A192-154E-573B-BF380259E4E6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ADD_pin_o_cout">
              <a:extLst>
                <a:ext uri="{FF2B5EF4-FFF2-40B4-BE49-F238E27FC236}">
                  <a16:creationId xmlns:a16="http://schemas.microsoft.com/office/drawing/2014/main" id="{FFFA528D-5240-4F10-1D3D-D6F79A36AF2D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ADD_lbl_o_cout">
              <a:extLst>
                <a:ext uri="{FF2B5EF4-FFF2-40B4-BE49-F238E27FC236}">
                  <a16:creationId xmlns:a16="http://schemas.microsoft.com/office/drawing/2014/main" id="{1965B361-F2F3-AC04-14B6-CF28CE12EFD7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CAT">
            <a:extLst>
              <a:ext uri="{FF2B5EF4-FFF2-40B4-BE49-F238E27FC236}">
                <a16:creationId xmlns:a16="http://schemas.microsoft.com/office/drawing/2014/main" id="{7B974837-4C9E-6D08-656F-CAA9A22560FA}"/>
              </a:ext>
            </a:extLst>
          </p:cNvPr>
          <p:cNvGrpSpPr/>
          <p:nvPr/>
        </p:nvGrpSpPr>
        <p:grpSpPr>
          <a:xfrm>
            <a:off x="4830778" y="687857"/>
            <a:ext cx="941186" cy="764139"/>
            <a:chOff x="5016500" y="1524000"/>
            <a:chExt cx="1333500" cy="1016000"/>
          </a:xfrm>
        </p:grpSpPr>
        <p:sp>
          <p:nvSpPr>
            <p:cNvPr id="52" name="CAT_body">
              <a:extLst>
                <a:ext uri="{FF2B5EF4-FFF2-40B4-BE49-F238E27FC236}">
                  <a16:creationId xmlns:a16="http://schemas.microsoft.com/office/drawing/2014/main" id="{52AC2E34-6000-EAFB-CBF1-2751A8EFEE23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CAT_pin_lo[7:0]">
              <a:extLst>
                <a:ext uri="{FF2B5EF4-FFF2-40B4-BE49-F238E27FC236}">
                  <a16:creationId xmlns:a16="http://schemas.microsoft.com/office/drawing/2014/main" id="{4FE10BF2-E993-F8B4-BB5C-A40140FB15DB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CAT_lbl_lo[7:0]">
              <a:extLst>
                <a:ext uri="{FF2B5EF4-FFF2-40B4-BE49-F238E27FC236}">
                  <a16:creationId xmlns:a16="http://schemas.microsoft.com/office/drawing/2014/main" id="{71CAA18E-F855-B5F2-A632-3BD1DFF9C9BF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CAT_pin_hi">
              <a:extLst>
                <a:ext uri="{FF2B5EF4-FFF2-40B4-BE49-F238E27FC236}">
                  <a16:creationId xmlns:a16="http://schemas.microsoft.com/office/drawing/2014/main" id="{9EC52D68-5D37-B885-B9C9-D34E698AD52C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CAT_lbl_hi">
              <a:extLst>
                <a:ext uri="{FF2B5EF4-FFF2-40B4-BE49-F238E27FC236}">
                  <a16:creationId xmlns:a16="http://schemas.microsoft.com/office/drawing/2014/main" id="{AC2CCB2D-CB87-114C-3296-5554ADC91989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CAT_pin_out[8:0]">
              <a:extLst>
                <a:ext uri="{FF2B5EF4-FFF2-40B4-BE49-F238E27FC236}">
                  <a16:creationId xmlns:a16="http://schemas.microsoft.com/office/drawing/2014/main" id="{DFC10355-34E2-C979-8F47-9456C9233892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CAT_lbl_out[8:0]">
              <a:extLst>
                <a:ext uri="{FF2B5EF4-FFF2-40B4-BE49-F238E27FC236}">
                  <a16:creationId xmlns:a16="http://schemas.microsoft.com/office/drawing/2014/main" id="{51612E04-FF0B-10B5-1850-5FFBC71DC300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9" name="U_SPLIT">
            <a:extLst>
              <a:ext uri="{FF2B5EF4-FFF2-40B4-BE49-F238E27FC236}">
                <a16:creationId xmlns:a16="http://schemas.microsoft.com/office/drawing/2014/main" id="{8BE9589A-1745-6B6D-0F38-878A66467A56}"/>
              </a:ext>
            </a:extLst>
          </p:cNvPr>
          <p:cNvGrpSpPr/>
          <p:nvPr/>
        </p:nvGrpSpPr>
        <p:grpSpPr>
          <a:xfrm>
            <a:off x="5691396" y="1552518"/>
            <a:ext cx="1344552" cy="1146208"/>
            <a:chOff x="6477000" y="2476500"/>
            <a:chExt cx="1905000" cy="1524000"/>
          </a:xfrm>
        </p:grpSpPr>
        <p:sp>
          <p:nvSpPr>
            <p:cNvPr id="60" name="U_SPLIT_body">
              <a:extLst>
                <a:ext uri="{FF2B5EF4-FFF2-40B4-BE49-F238E27FC236}">
                  <a16:creationId xmlns:a16="http://schemas.microsoft.com/office/drawing/2014/main" id="{CF8DFC81-C0CE-53F1-B426-6B78F6C99E71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SPLIT_pin_i_data[8:0]">
              <a:extLst>
                <a:ext uri="{FF2B5EF4-FFF2-40B4-BE49-F238E27FC236}">
                  <a16:creationId xmlns:a16="http://schemas.microsoft.com/office/drawing/2014/main" id="{95F08297-31FA-AA2B-5E5D-25FF4EBCE047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SPLIT_lbl_i_data[8:0]">
              <a:extLst>
                <a:ext uri="{FF2B5EF4-FFF2-40B4-BE49-F238E27FC236}">
                  <a16:creationId xmlns:a16="http://schemas.microsoft.com/office/drawing/2014/main" id="{5CB800C4-19C8-737B-E340-FB1B7A6E417F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SPLIT_pin_o_digit_1[3:0]">
              <a:extLst>
                <a:ext uri="{FF2B5EF4-FFF2-40B4-BE49-F238E27FC236}">
                  <a16:creationId xmlns:a16="http://schemas.microsoft.com/office/drawing/2014/main" id="{93A386DC-76D3-B352-8A52-5E3F2FE58D9E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SPLIT_lbl_o_digit_1[3:0]">
              <a:extLst>
                <a:ext uri="{FF2B5EF4-FFF2-40B4-BE49-F238E27FC236}">
                  <a16:creationId xmlns:a16="http://schemas.microsoft.com/office/drawing/2014/main" id="{A3EE28F8-C2E0-00F9-FDC8-06492E48A9DF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U_SPLIT_pin_o_digit_10[3:0]">
              <a:extLst>
                <a:ext uri="{FF2B5EF4-FFF2-40B4-BE49-F238E27FC236}">
                  <a16:creationId xmlns:a16="http://schemas.microsoft.com/office/drawing/2014/main" id="{891714CB-7DDF-9732-67C4-2F1FAA3368AF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U_SPLIT_lbl_o_digit_10[3:0]">
              <a:extLst>
                <a:ext uri="{FF2B5EF4-FFF2-40B4-BE49-F238E27FC236}">
                  <a16:creationId xmlns:a16="http://schemas.microsoft.com/office/drawing/2014/main" id="{C4E6E175-2310-0A3D-80B2-497E19557444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SPLIT_pin_o_digit_100[3:0]">
              <a:extLst>
                <a:ext uri="{FF2B5EF4-FFF2-40B4-BE49-F238E27FC236}">
                  <a16:creationId xmlns:a16="http://schemas.microsoft.com/office/drawing/2014/main" id="{59F2D23B-00B5-23BD-8E62-A1FE3F32DD5F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SPLIT_lbl_o_digit_100[3:0]">
              <a:extLst>
                <a:ext uri="{FF2B5EF4-FFF2-40B4-BE49-F238E27FC236}">
                  <a16:creationId xmlns:a16="http://schemas.microsoft.com/office/drawing/2014/main" id="{4F14A65D-6C65-9A10-880D-0F23A93C1A6F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SPLIT_pin_o_digit_1000[3:0]">
              <a:extLst>
                <a:ext uri="{FF2B5EF4-FFF2-40B4-BE49-F238E27FC236}">
                  <a16:creationId xmlns:a16="http://schemas.microsoft.com/office/drawing/2014/main" id="{320AAFEE-D92D-AD49-243F-8771F3F04D28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SPLIT_lbl_o_digit_1000[3:0]">
              <a:extLst>
                <a:ext uri="{FF2B5EF4-FFF2-40B4-BE49-F238E27FC236}">
                  <a16:creationId xmlns:a16="http://schemas.microsoft.com/office/drawing/2014/main" id="{3D53453F-0877-7E21-5BE6-DC924A5CCAE7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MUX">
            <a:extLst>
              <a:ext uri="{FF2B5EF4-FFF2-40B4-BE49-F238E27FC236}">
                <a16:creationId xmlns:a16="http://schemas.microsoft.com/office/drawing/2014/main" id="{49B6E3DD-0A57-2E94-23F2-AA094C82B7F9}"/>
              </a:ext>
            </a:extLst>
          </p:cNvPr>
          <p:cNvGrpSpPr/>
          <p:nvPr/>
        </p:nvGrpSpPr>
        <p:grpSpPr>
          <a:xfrm>
            <a:off x="7665764" y="1460670"/>
            <a:ext cx="1299734" cy="1337243"/>
            <a:chOff x="8509000" y="2476500"/>
            <a:chExt cx="1841500" cy="1778000"/>
          </a:xfrm>
        </p:grpSpPr>
        <p:sp>
          <p:nvSpPr>
            <p:cNvPr id="72" name="U_MUX_body">
              <a:extLst>
                <a:ext uri="{FF2B5EF4-FFF2-40B4-BE49-F238E27FC236}">
                  <a16:creationId xmlns:a16="http://schemas.microsoft.com/office/drawing/2014/main" id="{20569A2C-2349-9273-B514-C543FADCE34D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MUX_pin_i_d0[3:0]">
              <a:extLst>
                <a:ext uri="{FF2B5EF4-FFF2-40B4-BE49-F238E27FC236}">
                  <a16:creationId xmlns:a16="http://schemas.microsoft.com/office/drawing/2014/main" id="{A8D02A0C-F080-0A81-BFFD-090D10821C4E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MUX_lbl_i_d0[3:0]">
              <a:extLst>
                <a:ext uri="{FF2B5EF4-FFF2-40B4-BE49-F238E27FC236}">
                  <a16:creationId xmlns:a16="http://schemas.microsoft.com/office/drawing/2014/main" id="{30FC00D9-EDA7-C6EA-96D7-FF9E76A8B9E3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MUX_pin_i_d1[3:0]">
              <a:extLst>
                <a:ext uri="{FF2B5EF4-FFF2-40B4-BE49-F238E27FC236}">
                  <a16:creationId xmlns:a16="http://schemas.microsoft.com/office/drawing/2014/main" id="{2ED6AC7E-5C68-BCEE-CF76-B85E5F1FD8F1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MUX_lbl_i_d1[3:0]">
              <a:extLst>
                <a:ext uri="{FF2B5EF4-FFF2-40B4-BE49-F238E27FC236}">
                  <a16:creationId xmlns:a16="http://schemas.microsoft.com/office/drawing/2014/main" id="{D7CC5E09-73F5-DA50-4FB2-2460FEB8ED3D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U_MUX_pin_i_d2[3:0]">
              <a:extLst>
                <a:ext uri="{FF2B5EF4-FFF2-40B4-BE49-F238E27FC236}">
                  <a16:creationId xmlns:a16="http://schemas.microsoft.com/office/drawing/2014/main" id="{6729E79C-E7BC-1ED6-DA24-C867E2557268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8" name="U_MUX_lbl_i_d2[3:0]">
              <a:extLst>
                <a:ext uri="{FF2B5EF4-FFF2-40B4-BE49-F238E27FC236}">
                  <a16:creationId xmlns:a16="http://schemas.microsoft.com/office/drawing/2014/main" id="{E309A3B1-A663-2209-59B2-6C6E481D7FE5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U_MUX_pin_i_d3[3:0]">
              <a:extLst>
                <a:ext uri="{FF2B5EF4-FFF2-40B4-BE49-F238E27FC236}">
                  <a16:creationId xmlns:a16="http://schemas.microsoft.com/office/drawing/2014/main" id="{63ECBAF9-24C1-EAB1-6CE1-8E6909D8B50A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U_MUX_lbl_i_d3[3:0]">
              <a:extLst>
                <a:ext uri="{FF2B5EF4-FFF2-40B4-BE49-F238E27FC236}">
                  <a16:creationId xmlns:a16="http://schemas.microsoft.com/office/drawing/2014/main" id="{FDAD992D-06AC-9BF6-7311-C8FE3AA35C5F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1" name="U_MUX_pin_i_sel[1:0]">
              <a:extLst>
                <a:ext uri="{FF2B5EF4-FFF2-40B4-BE49-F238E27FC236}">
                  <a16:creationId xmlns:a16="http://schemas.microsoft.com/office/drawing/2014/main" id="{ABF9A388-C1FA-5E65-D997-1092C03AE0F3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U_MUX_lbl_i_sel[1:0]">
              <a:extLst>
                <a:ext uri="{FF2B5EF4-FFF2-40B4-BE49-F238E27FC236}">
                  <a16:creationId xmlns:a16="http://schemas.microsoft.com/office/drawing/2014/main" id="{91EC4FB8-CCAD-CA4B-3BFD-FF8E69E445E0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U_MUX_pin_o_data[3:0]">
              <a:extLst>
                <a:ext uri="{FF2B5EF4-FFF2-40B4-BE49-F238E27FC236}">
                  <a16:creationId xmlns:a16="http://schemas.microsoft.com/office/drawing/2014/main" id="{0A1BE434-B085-352D-5F42-EE2FC6ACC867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4" name="U_MUX_lbl_o_data[3:0]">
              <a:extLst>
                <a:ext uri="{FF2B5EF4-FFF2-40B4-BE49-F238E27FC236}">
                  <a16:creationId xmlns:a16="http://schemas.microsoft.com/office/drawing/2014/main" id="{9A1B1EA3-5026-1C46-371E-E7375D4F8338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1" name="U_FND">
            <a:extLst>
              <a:ext uri="{FF2B5EF4-FFF2-40B4-BE49-F238E27FC236}">
                <a16:creationId xmlns:a16="http://schemas.microsoft.com/office/drawing/2014/main" id="{53B5963E-005F-5D37-179A-E7F827A75FDD}"/>
              </a:ext>
            </a:extLst>
          </p:cNvPr>
          <p:cNvGrpSpPr/>
          <p:nvPr/>
        </p:nvGrpSpPr>
        <p:grpSpPr>
          <a:xfrm>
            <a:off x="7331260" y="5038619"/>
            <a:ext cx="1254915" cy="573104"/>
            <a:chOff x="6985000" y="5461001"/>
            <a:chExt cx="1778000" cy="762000"/>
          </a:xfrm>
        </p:grpSpPr>
        <p:sp>
          <p:nvSpPr>
            <p:cNvPr id="92" name="U_FND_body">
              <a:extLst>
                <a:ext uri="{FF2B5EF4-FFF2-40B4-BE49-F238E27FC236}">
                  <a16:creationId xmlns:a16="http://schemas.microsoft.com/office/drawing/2014/main" id="{C7775375-6BE9-533D-2884-B27840271F47}"/>
                </a:ext>
              </a:extLst>
            </p:cNvPr>
            <p:cNvSpPr/>
            <p:nvPr/>
          </p:nvSpPr>
          <p:spPr>
            <a:xfrm>
              <a:off x="7112000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U_FND_pin_i_hex[3:0]">
              <a:extLst>
                <a:ext uri="{FF2B5EF4-FFF2-40B4-BE49-F238E27FC236}">
                  <a16:creationId xmlns:a16="http://schemas.microsoft.com/office/drawing/2014/main" id="{76374ACC-23A4-0B86-F974-CE622381C991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U_FND_lbl_i_hex[3:0]">
              <a:extLst>
                <a:ext uri="{FF2B5EF4-FFF2-40B4-BE49-F238E27FC236}">
                  <a16:creationId xmlns:a16="http://schemas.microsoft.com/office/drawing/2014/main" id="{4A3C52CB-FF35-8818-5266-3170421D819E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5" name="U_FND_pin_o_fnd_data[7:0]">
              <a:extLst>
                <a:ext uri="{FF2B5EF4-FFF2-40B4-BE49-F238E27FC236}">
                  <a16:creationId xmlns:a16="http://schemas.microsoft.com/office/drawing/2014/main" id="{6AF3D26A-AC91-352F-A31A-340D90496FB3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U_FND_lbl_o_fnd_data[7:0]">
              <a:extLst>
                <a:ext uri="{FF2B5EF4-FFF2-40B4-BE49-F238E27FC236}">
                  <a16:creationId xmlns:a16="http://schemas.microsoft.com/office/drawing/2014/main" id="{17D85ADF-F9FB-EAAA-4D66-2301195A1CE0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7" name="out_data">
            <a:extLst>
              <a:ext uri="{FF2B5EF4-FFF2-40B4-BE49-F238E27FC236}">
                <a16:creationId xmlns:a16="http://schemas.microsoft.com/office/drawing/2014/main" id="{BB48619E-7EBA-9342-3D0A-A02532382B04}"/>
              </a:ext>
            </a:extLst>
          </p:cNvPr>
          <p:cNvGrpSpPr/>
          <p:nvPr/>
        </p:nvGrpSpPr>
        <p:grpSpPr>
          <a:xfrm>
            <a:off x="9285759" y="4063001"/>
            <a:ext cx="1093569" cy="191034"/>
            <a:chOff x="10541000" y="5715000"/>
            <a:chExt cx="1549400" cy="254000"/>
          </a:xfrm>
        </p:grpSpPr>
        <p:sp>
          <p:nvSpPr>
            <p:cNvPr id="98" name="out_data_body">
              <a:extLst>
                <a:ext uri="{FF2B5EF4-FFF2-40B4-BE49-F238E27FC236}">
                  <a16:creationId xmlns:a16="http://schemas.microsoft.com/office/drawing/2014/main" id="{B18A172D-22F6-7DD0-1964-8D82B3DDDD6F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9" name="out_data_pin">
              <a:extLst>
                <a:ext uri="{FF2B5EF4-FFF2-40B4-BE49-F238E27FC236}">
                  <a16:creationId xmlns:a16="http://schemas.microsoft.com/office/drawing/2014/main" id="{B05A8710-B164-5D3C-7B4B-833759E65B0E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00" name="out_com">
            <a:extLst>
              <a:ext uri="{FF2B5EF4-FFF2-40B4-BE49-F238E27FC236}">
                <a16:creationId xmlns:a16="http://schemas.microsoft.com/office/drawing/2014/main" id="{DA4244A7-683B-BB8F-9A7F-B015FCD215EC}"/>
              </a:ext>
            </a:extLst>
          </p:cNvPr>
          <p:cNvGrpSpPr/>
          <p:nvPr/>
        </p:nvGrpSpPr>
        <p:grpSpPr>
          <a:xfrm>
            <a:off x="9285759" y="3552741"/>
            <a:ext cx="1093569" cy="191034"/>
            <a:chOff x="10541000" y="5080000"/>
            <a:chExt cx="1549400" cy="254000"/>
          </a:xfrm>
        </p:grpSpPr>
        <p:sp>
          <p:nvSpPr>
            <p:cNvPr id="101" name="out_com_body">
              <a:extLst>
                <a:ext uri="{FF2B5EF4-FFF2-40B4-BE49-F238E27FC236}">
                  <a16:creationId xmlns:a16="http://schemas.microsoft.com/office/drawing/2014/main" id="{9171A461-A6C0-2F2E-6663-81AB52255A19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2" name="out_com_pin">
              <a:extLst>
                <a:ext uri="{FF2B5EF4-FFF2-40B4-BE49-F238E27FC236}">
                  <a16:creationId xmlns:a16="http://schemas.microsoft.com/office/drawing/2014/main" id="{D9C424C6-B5E8-EE4C-5242-CEC1506C13F7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03" name="out_cout">
            <a:extLst>
              <a:ext uri="{FF2B5EF4-FFF2-40B4-BE49-F238E27FC236}">
                <a16:creationId xmlns:a16="http://schemas.microsoft.com/office/drawing/2014/main" id="{5A74BB5B-675F-1BC9-3607-B39792D1CD7F}"/>
              </a:ext>
            </a:extLst>
          </p:cNvPr>
          <p:cNvGrpSpPr/>
          <p:nvPr/>
        </p:nvGrpSpPr>
        <p:grpSpPr>
          <a:xfrm>
            <a:off x="9306009" y="409534"/>
            <a:ext cx="1075642" cy="191034"/>
            <a:chOff x="10566400" y="1168400"/>
            <a:chExt cx="1524000" cy="254000"/>
          </a:xfrm>
        </p:grpSpPr>
        <p:sp>
          <p:nvSpPr>
            <p:cNvPr id="104" name="out_cout_body">
              <a:extLst>
                <a:ext uri="{FF2B5EF4-FFF2-40B4-BE49-F238E27FC236}">
                  <a16:creationId xmlns:a16="http://schemas.microsoft.com/office/drawing/2014/main" id="{AD1CC7A8-ABF5-BC4F-B797-35E821797041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out_cout_pin">
              <a:extLst>
                <a:ext uri="{FF2B5EF4-FFF2-40B4-BE49-F238E27FC236}">
                  <a16:creationId xmlns:a16="http://schemas.microsoft.com/office/drawing/2014/main" id="{F337664A-A899-5607-6599-D10F1883197E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8EBA1B45-058C-7FC9-C3C4-2F8E2A884FF5}"/>
              </a:ext>
            </a:extLst>
          </p:cNvPr>
          <p:cNvCxnSpPr>
            <a:cxnSpLocks/>
            <a:stCxn id="28" idx="3"/>
            <a:endCxn id="41" idx="1"/>
          </p:cNvCxnSpPr>
          <p:nvPr/>
        </p:nvCxnSpPr>
        <p:spPr>
          <a:xfrm>
            <a:off x="2056608" y="994902"/>
            <a:ext cx="1052925" cy="10155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D3F65860-774B-9980-B236-B1248B6E53E1}"/>
              </a:ext>
            </a:extLst>
          </p:cNvPr>
          <p:cNvCxnSpPr>
            <a:cxnSpLocks/>
            <a:stCxn id="31" idx="3"/>
            <a:endCxn id="43" idx="1"/>
          </p:cNvCxnSpPr>
          <p:nvPr/>
        </p:nvCxnSpPr>
        <p:spPr>
          <a:xfrm flipV="1">
            <a:off x="2056608" y="1287488"/>
            <a:ext cx="1052925" cy="1156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연결선: 꺾임 107">
            <a:extLst>
              <a:ext uri="{FF2B5EF4-FFF2-40B4-BE49-F238E27FC236}">
                <a16:creationId xmlns:a16="http://schemas.microsoft.com/office/drawing/2014/main" id="{43F5C4D7-4B57-4915-1A11-26A1E8A04830}"/>
              </a:ext>
            </a:extLst>
          </p:cNvPr>
          <p:cNvCxnSpPr>
            <a:cxnSpLocks/>
            <a:stCxn id="37" idx="3"/>
            <a:endCxn id="45" idx="1"/>
          </p:cNvCxnSpPr>
          <p:nvPr/>
        </p:nvCxnSpPr>
        <p:spPr>
          <a:xfrm flipV="1">
            <a:off x="2920678" y="1478523"/>
            <a:ext cx="206782" cy="48537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연결선: 꺾임 108">
            <a:extLst>
              <a:ext uri="{FF2B5EF4-FFF2-40B4-BE49-F238E27FC236}">
                <a16:creationId xmlns:a16="http://schemas.microsoft.com/office/drawing/2014/main" id="{5E630C82-8287-9629-CC14-1D71FC9E8555}"/>
              </a:ext>
            </a:extLst>
          </p:cNvPr>
          <p:cNvCxnSpPr>
            <a:cxnSpLocks/>
            <a:stCxn id="49" idx="3"/>
            <a:endCxn id="55" idx="1"/>
          </p:cNvCxnSpPr>
          <p:nvPr/>
        </p:nvCxnSpPr>
        <p:spPr>
          <a:xfrm flipV="1">
            <a:off x="4436157" y="1280065"/>
            <a:ext cx="412548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연결선: 꺾임 109">
            <a:extLst>
              <a:ext uri="{FF2B5EF4-FFF2-40B4-BE49-F238E27FC236}">
                <a16:creationId xmlns:a16="http://schemas.microsoft.com/office/drawing/2014/main" id="{C917D5B2-9002-8501-EEFD-E9828316F7A8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4454085" y="1089030"/>
            <a:ext cx="376693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2DFD663C-F64E-E3E0-D262-2D7646F1C684}"/>
              </a:ext>
            </a:extLst>
          </p:cNvPr>
          <p:cNvCxnSpPr>
            <a:cxnSpLocks/>
            <a:stCxn id="49" idx="3"/>
            <a:endCxn id="105" idx="1"/>
          </p:cNvCxnSpPr>
          <p:nvPr/>
        </p:nvCxnSpPr>
        <p:spPr>
          <a:xfrm flipV="1">
            <a:off x="4436157" y="505051"/>
            <a:ext cx="4869852" cy="78243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연결선: 꺾임 111">
            <a:extLst>
              <a:ext uri="{FF2B5EF4-FFF2-40B4-BE49-F238E27FC236}">
                <a16:creationId xmlns:a16="http://schemas.microsoft.com/office/drawing/2014/main" id="{50CA3A33-FDA7-E0CA-D71B-634D8CFD4CCE}"/>
              </a:ext>
            </a:extLst>
          </p:cNvPr>
          <p:cNvCxnSpPr>
            <a:cxnSpLocks/>
            <a:stCxn id="57" idx="3"/>
            <a:endCxn id="61" idx="1"/>
          </p:cNvCxnSpPr>
          <p:nvPr/>
        </p:nvCxnSpPr>
        <p:spPr>
          <a:xfrm flipH="1">
            <a:off x="5691396" y="1089030"/>
            <a:ext cx="80568" cy="864661"/>
          </a:xfrm>
          <a:prstGeom prst="bentConnector5">
            <a:avLst>
              <a:gd name="adj1" fmla="val -283735"/>
              <a:gd name="adj2" fmla="val 50000"/>
              <a:gd name="adj3" fmla="val 38373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연결선: 꺾임 112">
            <a:extLst>
              <a:ext uri="{FF2B5EF4-FFF2-40B4-BE49-F238E27FC236}">
                <a16:creationId xmlns:a16="http://schemas.microsoft.com/office/drawing/2014/main" id="{D19BC99C-77D5-2E0C-5E7C-A07739E2C194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7035948" y="1861843"/>
            <a:ext cx="629816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연결선: 꺾임 113">
            <a:extLst>
              <a:ext uri="{FF2B5EF4-FFF2-40B4-BE49-F238E27FC236}">
                <a16:creationId xmlns:a16="http://schemas.microsoft.com/office/drawing/2014/main" id="{D0FCBB61-C9F3-CBD6-52CE-B6FAFFA1C7E0}"/>
              </a:ext>
            </a:extLst>
          </p:cNvPr>
          <p:cNvCxnSpPr>
            <a:cxnSpLocks/>
            <a:stCxn id="65" idx="3"/>
            <a:endCxn id="75" idx="1"/>
          </p:cNvCxnSpPr>
          <p:nvPr/>
        </p:nvCxnSpPr>
        <p:spPr>
          <a:xfrm flipV="1">
            <a:off x="7035948" y="2052878"/>
            <a:ext cx="629816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181CFB19-E900-1082-DAF6-FADED2EA5F64}"/>
              </a:ext>
            </a:extLst>
          </p:cNvPr>
          <p:cNvCxnSpPr>
            <a:cxnSpLocks/>
            <a:stCxn id="67" idx="3"/>
            <a:endCxn id="77" idx="1"/>
          </p:cNvCxnSpPr>
          <p:nvPr/>
        </p:nvCxnSpPr>
        <p:spPr>
          <a:xfrm flipV="1">
            <a:off x="7035948" y="2243913"/>
            <a:ext cx="629816" cy="9184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연결선: 꺾임 115">
            <a:extLst>
              <a:ext uri="{FF2B5EF4-FFF2-40B4-BE49-F238E27FC236}">
                <a16:creationId xmlns:a16="http://schemas.microsoft.com/office/drawing/2014/main" id="{B3C454BC-8DDB-148F-0035-5E32CF0E5F8A}"/>
              </a:ext>
            </a:extLst>
          </p:cNvPr>
          <p:cNvCxnSpPr>
            <a:cxnSpLocks/>
            <a:stCxn id="69" idx="3"/>
            <a:endCxn id="79" idx="1"/>
          </p:cNvCxnSpPr>
          <p:nvPr/>
        </p:nvCxnSpPr>
        <p:spPr>
          <a:xfrm flipV="1">
            <a:off x="7035948" y="2434947"/>
            <a:ext cx="629816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연결선: 꺾임 118">
            <a:extLst>
              <a:ext uri="{FF2B5EF4-FFF2-40B4-BE49-F238E27FC236}">
                <a16:creationId xmlns:a16="http://schemas.microsoft.com/office/drawing/2014/main" id="{8C111982-4A55-AE13-ADE7-9460889517D4}"/>
              </a:ext>
            </a:extLst>
          </p:cNvPr>
          <p:cNvCxnSpPr>
            <a:cxnSpLocks/>
            <a:stCxn id="83" idx="3"/>
            <a:endCxn id="93" idx="1"/>
          </p:cNvCxnSpPr>
          <p:nvPr/>
        </p:nvCxnSpPr>
        <p:spPr>
          <a:xfrm flipH="1">
            <a:off x="7331260" y="1861843"/>
            <a:ext cx="1634238" cy="3577948"/>
          </a:xfrm>
          <a:prstGeom prst="bentConnector5">
            <a:avLst>
              <a:gd name="adj1" fmla="val -13988"/>
              <a:gd name="adj2" fmla="val 50000"/>
              <a:gd name="adj3" fmla="val 113988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연결선: 꺾임 119">
            <a:extLst>
              <a:ext uri="{FF2B5EF4-FFF2-40B4-BE49-F238E27FC236}">
                <a16:creationId xmlns:a16="http://schemas.microsoft.com/office/drawing/2014/main" id="{8AE22989-23F1-AB73-615E-172B238E5A0D}"/>
              </a:ext>
            </a:extLst>
          </p:cNvPr>
          <p:cNvCxnSpPr>
            <a:cxnSpLocks/>
            <a:stCxn id="95" idx="3"/>
            <a:endCxn id="99" idx="1"/>
          </p:cNvCxnSpPr>
          <p:nvPr/>
        </p:nvCxnSpPr>
        <p:spPr>
          <a:xfrm flipV="1">
            <a:off x="8586175" y="4158519"/>
            <a:ext cx="699584" cy="128127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C6854B67-DB5A-F9C2-E7E0-0FF6A5E17838}"/>
              </a:ext>
            </a:extLst>
          </p:cNvPr>
          <p:cNvCxnSpPr>
            <a:cxnSpLocks/>
            <a:stCxn id="89" idx="3"/>
            <a:endCxn id="102" idx="1"/>
          </p:cNvCxnSpPr>
          <p:nvPr/>
        </p:nvCxnSpPr>
        <p:spPr>
          <a:xfrm flipV="1">
            <a:off x="6946311" y="3648259"/>
            <a:ext cx="2339448" cy="1195055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5" name="U_DEC">
            <a:extLst>
              <a:ext uri="{FF2B5EF4-FFF2-40B4-BE49-F238E27FC236}">
                <a16:creationId xmlns:a16="http://schemas.microsoft.com/office/drawing/2014/main" id="{99BE3A72-626D-A944-DF71-AE1A97A65C98}"/>
              </a:ext>
            </a:extLst>
          </p:cNvPr>
          <p:cNvGrpSpPr/>
          <p:nvPr/>
        </p:nvGrpSpPr>
        <p:grpSpPr>
          <a:xfrm>
            <a:off x="5691396" y="4254928"/>
            <a:ext cx="1254915" cy="1929604"/>
            <a:chOff x="4953000" y="5334000"/>
            <a:chExt cx="1778000" cy="1749279"/>
          </a:xfrm>
        </p:grpSpPr>
        <p:sp>
          <p:nvSpPr>
            <p:cNvPr id="86" name="U_DEC_body">
              <a:extLst>
                <a:ext uri="{FF2B5EF4-FFF2-40B4-BE49-F238E27FC236}">
                  <a16:creationId xmlns:a16="http://schemas.microsoft.com/office/drawing/2014/main" id="{8D1AEBE2-23C7-37D8-406D-F38E8548B841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7" name="U_DEC_pin_i_sel[1:0]">
              <a:extLst>
                <a:ext uri="{FF2B5EF4-FFF2-40B4-BE49-F238E27FC236}">
                  <a16:creationId xmlns:a16="http://schemas.microsoft.com/office/drawing/2014/main" id="{0DB9229B-7F00-26B5-B7CB-791AABD664C7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8" name="U_DEC_lbl_i_sel[1:0]">
              <a:extLst>
                <a:ext uri="{FF2B5EF4-FFF2-40B4-BE49-F238E27FC236}">
                  <a16:creationId xmlns:a16="http://schemas.microsoft.com/office/drawing/2014/main" id="{A7C1E399-53CD-39B7-1DA2-02E899CC8A4E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U_DEC_pin_o_dec_n[3:0]">
              <a:extLst>
                <a:ext uri="{FF2B5EF4-FFF2-40B4-BE49-F238E27FC236}">
                  <a16:creationId xmlns:a16="http://schemas.microsoft.com/office/drawing/2014/main" id="{FFF12447-0009-6B29-620C-7B5875A2A107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U_DEC_lbl_o_dec_n[3:0]">
              <a:extLst>
                <a:ext uri="{FF2B5EF4-FFF2-40B4-BE49-F238E27FC236}">
                  <a16:creationId xmlns:a16="http://schemas.microsoft.com/office/drawing/2014/main" id="{16083F0E-BDDF-7FBA-2D6C-3E83B6FB5018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23" name="in_sel">
            <a:extLst>
              <a:ext uri="{FF2B5EF4-FFF2-40B4-BE49-F238E27FC236}">
                <a16:creationId xmlns:a16="http://schemas.microsoft.com/office/drawing/2014/main" id="{49BD2279-B019-4256-B71D-5AA91DC5D660}"/>
              </a:ext>
            </a:extLst>
          </p:cNvPr>
          <p:cNvGrpSpPr/>
          <p:nvPr/>
        </p:nvGrpSpPr>
        <p:grpSpPr>
          <a:xfrm>
            <a:off x="963038" y="4978068"/>
            <a:ext cx="1093569" cy="191034"/>
            <a:chOff x="101600" y="5334000"/>
            <a:chExt cx="1549400" cy="254000"/>
          </a:xfrm>
        </p:grpSpPr>
        <p:sp>
          <p:nvSpPr>
            <p:cNvPr id="124" name="in_sel_body">
              <a:extLst>
                <a:ext uri="{FF2B5EF4-FFF2-40B4-BE49-F238E27FC236}">
                  <a16:creationId xmlns:a16="http://schemas.microsoft.com/office/drawing/2014/main" id="{AD896173-24C3-30BA-5724-278644F799FE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5" name="in_sel_pin">
              <a:extLst>
                <a:ext uri="{FF2B5EF4-FFF2-40B4-BE49-F238E27FC236}">
                  <a16:creationId xmlns:a16="http://schemas.microsoft.com/office/drawing/2014/main" id="{7AC27A1A-0C84-67D1-7B88-4F5B9B592EA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26" name="연결선: 꺾임 125">
            <a:extLst>
              <a:ext uri="{FF2B5EF4-FFF2-40B4-BE49-F238E27FC236}">
                <a16:creationId xmlns:a16="http://schemas.microsoft.com/office/drawing/2014/main" id="{3F64EE8C-DC75-803C-BE46-E4A364BA9929}"/>
              </a:ext>
            </a:extLst>
          </p:cNvPr>
          <p:cNvCxnSpPr>
            <a:cxnSpLocks/>
            <a:stCxn id="125" idx="3"/>
            <a:endCxn id="134" idx="1"/>
          </p:cNvCxnSpPr>
          <p:nvPr/>
        </p:nvCxnSpPr>
        <p:spPr>
          <a:xfrm flipV="1">
            <a:off x="2056607" y="4923520"/>
            <a:ext cx="1060156" cy="15006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6CDBDC70-59C0-BF41-D0D2-D71DF271DB9D}"/>
              </a:ext>
            </a:extLst>
          </p:cNvPr>
          <p:cNvSpPr txBox="1"/>
          <p:nvPr/>
        </p:nvSpPr>
        <p:spPr>
          <a:xfrm>
            <a:off x="193040" y="6248195"/>
            <a:ext cx="6512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100Mhz </a:t>
            </a:r>
            <a:r>
              <a:rPr lang="ko-KR" altLang="en-US"/>
              <a:t>점등 주기가 곧 </a:t>
            </a:r>
            <a:r>
              <a:rPr lang="en-US" altLang="ko-KR"/>
              <a:t>frame</a:t>
            </a:r>
            <a:r>
              <a:rPr lang="ko-KR" altLang="en-US"/>
              <a:t>이 된다</a:t>
            </a:r>
            <a:r>
              <a:rPr lang="en-US" altLang="ko-KR"/>
              <a:t>(4</a:t>
            </a:r>
            <a:r>
              <a:rPr lang="ko-KR" altLang="en-US"/>
              <a:t>진 카운터 필요</a:t>
            </a:r>
            <a:r>
              <a:rPr lang="en-US" altLang="ko-KR"/>
              <a:t>)</a:t>
            </a:r>
            <a:endParaRPr lang="ko-KR" altLang="en-US"/>
          </a:p>
        </p:txBody>
      </p:sp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D916731-C909-86BD-7B3C-94447FF5A679}"/>
              </a:ext>
            </a:extLst>
          </p:cNvPr>
          <p:cNvCxnSpPr>
            <a:cxnSpLocks/>
            <a:stCxn id="138" idx="3"/>
            <a:endCxn id="87" idx="1"/>
          </p:cNvCxnSpPr>
          <p:nvPr/>
        </p:nvCxnSpPr>
        <p:spPr>
          <a:xfrm>
            <a:off x="4369651" y="4147909"/>
            <a:ext cx="1321745" cy="695405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연결선: 꺾임 141">
            <a:extLst>
              <a:ext uri="{FF2B5EF4-FFF2-40B4-BE49-F238E27FC236}">
                <a16:creationId xmlns:a16="http://schemas.microsoft.com/office/drawing/2014/main" id="{D9431620-D3FA-1AA2-2A8A-464DFCC9C3B7}"/>
              </a:ext>
            </a:extLst>
          </p:cNvPr>
          <p:cNvCxnSpPr>
            <a:cxnSpLocks/>
            <a:stCxn id="138" idx="3"/>
            <a:endCxn id="81" idx="2"/>
          </p:cNvCxnSpPr>
          <p:nvPr/>
        </p:nvCxnSpPr>
        <p:spPr>
          <a:xfrm flipV="1">
            <a:off x="4369651" y="2673740"/>
            <a:ext cx="3340932" cy="1474169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4" name="in_sel">
            <a:extLst>
              <a:ext uri="{FF2B5EF4-FFF2-40B4-BE49-F238E27FC236}">
                <a16:creationId xmlns:a16="http://schemas.microsoft.com/office/drawing/2014/main" id="{2C86187A-5FF0-D8B9-CAC5-FDAF2D5DF275}"/>
              </a:ext>
            </a:extLst>
          </p:cNvPr>
          <p:cNvGrpSpPr/>
          <p:nvPr/>
        </p:nvGrpSpPr>
        <p:grpSpPr>
          <a:xfrm>
            <a:off x="997525" y="5325893"/>
            <a:ext cx="1093569" cy="191034"/>
            <a:chOff x="101600" y="5334000"/>
            <a:chExt cx="1549400" cy="254000"/>
          </a:xfrm>
        </p:grpSpPr>
        <p:sp>
          <p:nvSpPr>
            <p:cNvPr id="145" name="in_sel_body">
              <a:extLst>
                <a:ext uri="{FF2B5EF4-FFF2-40B4-BE49-F238E27FC236}">
                  <a16:creationId xmlns:a16="http://schemas.microsoft.com/office/drawing/2014/main" id="{C990F76C-C5B9-8141-B323-9416368ECE8D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6" name="in_sel_pin">
              <a:extLst>
                <a:ext uri="{FF2B5EF4-FFF2-40B4-BE49-F238E27FC236}">
                  <a16:creationId xmlns:a16="http://schemas.microsoft.com/office/drawing/2014/main" id="{434C5C69-10A7-F17A-08ED-E7B0E681F10F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FD2340E3-D44F-09E9-9A4A-7B64B1D1A0BD}"/>
              </a:ext>
            </a:extLst>
          </p:cNvPr>
          <p:cNvCxnSpPr>
            <a:cxnSpLocks/>
            <a:endCxn id="151" idx="1"/>
          </p:cNvCxnSpPr>
          <p:nvPr/>
        </p:nvCxnSpPr>
        <p:spPr>
          <a:xfrm flipV="1">
            <a:off x="2232772" y="5180274"/>
            <a:ext cx="892986" cy="24767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1EF2C849-9B0A-189B-B97E-C38970597B22}"/>
              </a:ext>
            </a:extLst>
          </p:cNvPr>
          <p:cNvGrpSpPr/>
          <p:nvPr/>
        </p:nvGrpSpPr>
        <p:grpSpPr>
          <a:xfrm>
            <a:off x="3116763" y="3614014"/>
            <a:ext cx="1252888" cy="1750901"/>
            <a:chOff x="3116762" y="3614014"/>
            <a:chExt cx="1415205" cy="1870688"/>
          </a:xfrm>
        </p:grpSpPr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0854CB44-7F1E-4A71-EA91-17A519B41CC2}"/>
                </a:ext>
              </a:extLst>
            </p:cNvPr>
            <p:cNvGrpSpPr/>
            <p:nvPr/>
          </p:nvGrpSpPr>
          <p:grpSpPr>
            <a:xfrm>
              <a:off x="3116762" y="3614014"/>
              <a:ext cx="1415205" cy="1870688"/>
              <a:chOff x="5175422" y="3613067"/>
              <a:chExt cx="1415205" cy="2061617"/>
            </a:xfrm>
          </p:grpSpPr>
          <p:grpSp>
            <p:nvGrpSpPr>
              <p:cNvPr id="133" name="U_DEC">
                <a:extLst>
                  <a:ext uri="{FF2B5EF4-FFF2-40B4-BE49-F238E27FC236}">
                    <a16:creationId xmlns:a16="http://schemas.microsoft.com/office/drawing/2014/main" id="{CC7098C9-CEE8-5729-C20E-D57D9C16AD90}"/>
                  </a:ext>
                </a:extLst>
              </p:cNvPr>
              <p:cNvGrpSpPr/>
              <p:nvPr/>
            </p:nvGrpSpPr>
            <p:grpSpPr>
              <a:xfrm>
                <a:off x="5274382" y="3613067"/>
                <a:ext cx="1316245" cy="2061617"/>
                <a:chOff x="5080000" y="5334000"/>
                <a:chExt cx="1651000" cy="1749279"/>
              </a:xfrm>
            </p:grpSpPr>
            <p:sp>
              <p:nvSpPr>
                <p:cNvPr id="135" name="U_DEC_body">
                  <a:extLst>
                    <a:ext uri="{FF2B5EF4-FFF2-40B4-BE49-F238E27FC236}">
                      <a16:creationId xmlns:a16="http://schemas.microsoft.com/office/drawing/2014/main" id="{7DFD49F0-C261-73CB-86E9-47474D58CE05}"/>
                    </a:ext>
                  </a:extLst>
                </p:cNvPr>
                <p:cNvSpPr/>
                <p:nvPr/>
              </p:nvSpPr>
              <p:spPr>
                <a:xfrm>
                  <a:off x="5080000" y="5334000"/>
                  <a:ext cx="1524000" cy="1749279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FEF2F2"/>
                </a:solidFill>
                <a:ln w="19050">
                  <a:solidFill>
                    <a:srgbClr val="B91C1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401" tIns="38100" rIns="25401" rtlCol="0" anchor="t"/>
                <a:lstStyle/>
                <a:p>
                  <a:pPr algn="ctr"/>
                  <a:r>
                    <a:rPr lang="en-US" altLang="ko-KR" sz="1001" b="1">
                      <a:solidFill>
                        <a:srgbClr val="B91C1C"/>
                      </a:solidFill>
                      <a:latin typeface="Malgun Gothic" panose="020B0503020000020004" pitchFamily="50" charset="-127"/>
                    </a:rPr>
                    <a:t>Counter4</a:t>
                  </a:r>
                </a:p>
                <a:p>
                  <a:pPr algn="ctr"/>
                  <a:r>
                    <a:rPr lang="en-US" altLang="ko-KR" sz="800">
                      <a:solidFill>
                        <a:srgbClr val="6B7280"/>
                      </a:solidFill>
                      <a:latin typeface="Malgun Gothic" panose="020B0503020000020004" pitchFamily="50" charset="-127"/>
                    </a:rPr>
                    <a:t>U_DEC</a:t>
                  </a:r>
                  <a:endParaRPr lang="ko-KR" altLang="en-US" sz="800">
                    <a:solidFill>
                      <a:srgbClr val="6B7280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7" name="U_DEC_lbl_i_sel[1:0]">
                  <a:extLst>
                    <a:ext uri="{FF2B5EF4-FFF2-40B4-BE49-F238E27FC236}">
                      <a16:creationId xmlns:a16="http://schemas.microsoft.com/office/drawing/2014/main" id="{5BB0DCD2-69E2-23B6-8317-570C318AB4DC}"/>
                    </a:ext>
                  </a:extLst>
                </p:cNvPr>
                <p:cNvSpPr txBox="1"/>
                <p:nvPr/>
              </p:nvSpPr>
              <p:spPr>
                <a:xfrm>
                  <a:off x="5136959" y="6575956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i_clk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8" name="U_DEC_pin_o_dec_n[3:0]">
                  <a:extLst>
                    <a:ext uri="{FF2B5EF4-FFF2-40B4-BE49-F238E27FC236}">
                      <a16:creationId xmlns:a16="http://schemas.microsoft.com/office/drawing/2014/main" id="{49C01139-34B8-CCC5-6FDA-3174057DBF2D}"/>
                    </a:ext>
                  </a:extLst>
                </p:cNvPr>
                <p:cNvSpPr/>
                <p:nvPr/>
              </p:nvSpPr>
              <p:spPr>
                <a:xfrm>
                  <a:off x="6604000" y="5803900"/>
                  <a:ext cx="127000" cy="127000"/>
                </a:xfrm>
                <a:prstGeom prst="rect">
                  <a:avLst/>
                </a:prstGeom>
                <a:solidFill>
                  <a:srgbClr val="15803D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39" name="U_DEC_lbl_o_dec_n[3:0]">
                  <a:extLst>
                    <a:ext uri="{FF2B5EF4-FFF2-40B4-BE49-F238E27FC236}">
                      <a16:creationId xmlns:a16="http://schemas.microsoft.com/office/drawing/2014/main" id="{BACC762D-9DF0-3D60-4A74-EF75E404A43C}"/>
                    </a:ext>
                  </a:extLst>
                </p:cNvPr>
                <p:cNvSpPr txBox="1"/>
                <p:nvPr/>
              </p:nvSpPr>
              <p:spPr>
                <a:xfrm>
                  <a:off x="5664200" y="5778500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o_sel[1:0]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</p:grpSp>
          <p:sp>
            <p:nvSpPr>
              <p:cNvPr id="134" name="U_DEC_pin_i_sel[1:0]">
                <a:extLst>
                  <a:ext uri="{FF2B5EF4-FFF2-40B4-BE49-F238E27FC236}">
                    <a16:creationId xmlns:a16="http://schemas.microsoft.com/office/drawing/2014/main" id="{730499EC-AE35-D2DA-39B5-20F50E98C002}"/>
                  </a:ext>
                </a:extLst>
              </p:cNvPr>
              <p:cNvSpPr/>
              <p:nvPr/>
            </p:nvSpPr>
            <p:spPr>
              <a:xfrm>
                <a:off x="5175422" y="5080120"/>
                <a:ext cx="101250" cy="149676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</p:grpSp>
        <p:sp>
          <p:nvSpPr>
            <p:cNvPr id="151" name="U_DEC_pin_i_sel[1:0]">
              <a:extLst>
                <a:ext uri="{FF2B5EF4-FFF2-40B4-BE49-F238E27FC236}">
                  <a16:creationId xmlns:a16="http://schemas.microsoft.com/office/drawing/2014/main" id="{2C716D00-EFFD-ADF2-5F3B-44D900069CE8}"/>
                </a:ext>
              </a:extLst>
            </p:cNvPr>
            <p:cNvSpPr/>
            <p:nvPr/>
          </p:nvSpPr>
          <p:spPr>
            <a:xfrm>
              <a:off x="3126922" y="5219521"/>
              <a:ext cx="101250" cy="135814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</p:spTree>
    <p:extLst>
      <p:ext uri="{BB962C8B-B14F-4D97-AF65-F5344CB8AC3E}">
        <p14:creationId xmlns:p14="http://schemas.microsoft.com/office/powerpoint/2010/main" val="3198930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660D2-58D4-9E19-B866-3708FD82E3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op_frame">
            <a:extLst>
              <a:ext uri="{FF2B5EF4-FFF2-40B4-BE49-F238E27FC236}">
                <a16:creationId xmlns:a16="http://schemas.microsoft.com/office/drawing/2014/main" id="{E792F87E-0D9D-FF19-613B-9AAA7CAB08F4}"/>
              </a:ext>
            </a:extLst>
          </p:cNvPr>
          <p:cNvSpPr/>
          <p:nvPr/>
        </p:nvSpPr>
        <p:spPr>
          <a:xfrm>
            <a:off x="2097036" y="307480"/>
            <a:ext cx="9001660" cy="5398839"/>
          </a:xfrm>
          <a:prstGeom prst="roundRect">
            <a:avLst>
              <a:gd name="adj" fmla="val 2000"/>
            </a:avLst>
          </a:prstGeom>
          <a:noFill/>
          <a:ln w="12700" cap="flat" cmpd="sng" algn="ctr">
            <a:solidFill>
              <a:srgbClr val="9CA3AF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60D5C2-5AE8-ACB0-2910-7C527F27229C}"/>
              </a:ext>
            </a:extLst>
          </p:cNvPr>
          <p:cNvSpPr txBox="1"/>
          <p:nvPr/>
        </p:nvSpPr>
        <p:spPr>
          <a:xfrm>
            <a:off x="2198286" y="348302"/>
            <a:ext cx="2689103" cy="208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1001" b="1">
                <a:solidFill>
                  <a:srgbClr val="6B7280"/>
                </a:solidFill>
                <a:latin typeface="Malgun Gothic" panose="020B0503020000020004" pitchFamily="50" charset="-127"/>
              </a:rPr>
              <a:t>top_adder_fnd_8bit</a:t>
            </a:r>
            <a:endParaRPr lang="ko-KR" altLang="en-US" sz="1001" b="1">
              <a:solidFill>
                <a:srgbClr val="6B7280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26" name="in_a">
            <a:extLst>
              <a:ext uri="{FF2B5EF4-FFF2-40B4-BE49-F238E27FC236}">
                <a16:creationId xmlns:a16="http://schemas.microsoft.com/office/drawing/2014/main" id="{FAEE52E6-87C4-D63F-9E02-9BA110623D39}"/>
              </a:ext>
            </a:extLst>
          </p:cNvPr>
          <p:cNvGrpSpPr/>
          <p:nvPr/>
        </p:nvGrpSpPr>
        <p:grpSpPr>
          <a:xfrm>
            <a:off x="963039" y="899384"/>
            <a:ext cx="1093569" cy="191034"/>
            <a:chOff x="101600" y="1778000"/>
            <a:chExt cx="1549400" cy="254000"/>
          </a:xfrm>
        </p:grpSpPr>
        <p:sp>
          <p:nvSpPr>
            <p:cNvPr id="27" name="in_a_body">
              <a:extLst>
                <a:ext uri="{FF2B5EF4-FFF2-40B4-BE49-F238E27FC236}">
                  <a16:creationId xmlns:a16="http://schemas.microsoft.com/office/drawing/2014/main" id="{45C8C331-35FE-18FF-EEF9-A4DE30F85879}"/>
                </a:ext>
              </a:extLst>
            </p:cNvPr>
            <p:cNvSpPr/>
            <p:nvPr/>
          </p:nvSpPr>
          <p:spPr>
            <a:xfrm>
              <a:off x="101600" y="1778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28" name="in_a_pin">
              <a:extLst>
                <a:ext uri="{FF2B5EF4-FFF2-40B4-BE49-F238E27FC236}">
                  <a16:creationId xmlns:a16="http://schemas.microsoft.com/office/drawing/2014/main" id="{5E876BED-19AB-07B9-4882-78D09DC094AB}"/>
                </a:ext>
              </a:extLst>
            </p:cNvPr>
            <p:cNvSpPr/>
            <p:nvPr/>
          </p:nvSpPr>
          <p:spPr>
            <a:xfrm>
              <a:off x="1524000" y="1841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29" name="in_b">
            <a:extLst>
              <a:ext uri="{FF2B5EF4-FFF2-40B4-BE49-F238E27FC236}">
                <a16:creationId xmlns:a16="http://schemas.microsoft.com/office/drawing/2014/main" id="{3D6052E8-6269-E9E4-2DD1-F697C8C9DA24}"/>
              </a:ext>
            </a:extLst>
          </p:cNvPr>
          <p:cNvGrpSpPr/>
          <p:nvPr/>
        </p:nvGrpSpPr>
        <p:grpSpPr>
          <a:xfrm>
            <a:off x="963039" y="1307593"/>
            <a:ext cx="1093569" cy="191034"/>
            <a:chOff x="101600" y="2286000"/>
            <a:chExt cx="1549400" cy="254000"/>
          </a:xfrm>
        </p:grpSpPr>
        <p:sp>
          <p:nvSpPr>
            <p:cNvPr id="30" name="in_b_body">
              <a:extLst>
                <a:ext uri="{FF2B5EF4-FFF2-40B4-BE49-F238E27FC236}">
                  <a16:creationId xmlns:a16="http://schemas.microsoft.com/office/drawing/2014/main" id="{8FB504AA-BEAE-A79B-4D6F-DA4C0DB9BC5C}"/>
                </a:ext>
              </a:extLst>
            </p:cNvPr>
            <p:cNvSpPr/>
            <p:nvPr/>
          </p:nvSpPr>
          <p:spPr>
            <a:xfrm>
              <a:off x="101600" y="2286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1" name="in_b_pin">
              <a:extLst>
                <a:ext uri="{FF2B5EF4-FFF2-40B4-BE49-F238E27FC236}">
                  <a16:creationId xmlns:a16="http://schemas.microsoft.com/office/drawing/2014/main" id="{5C685BF6-A398-4983-0CFB-661AC4DAE337}"/>
                </a:ext>
              </a:extLst>
            </p:cNvPr>
            <p:cNvSpPr/>
            <p:nvPr/>
          </p:nvSpPr>
          <p:spPr>
            <a:xfrm>
              <a:off x="1524000" y="2349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35" name="k0">
            <a:extLst>
              <a:ext uri="{FF2B5EF4-FFF2-40B4-BE49-F238E27FC236}">
                <a16:creationId xmlns:a16="http://schemas.microsoft.com/office/drawing/2014/main" id="{34414035-83C3-B186-9D4D-ADD414E49C8E}"/>
              </a:ext>
            </a:extLst>
          </p:cNvPr>
          <p:cNvGrpSpPr/>
          <p:nvPr/>
        </p:nvGrpSpPr>
        <p:grpSpPr>
          <a:xfrm>
            <a:off x="2400784" y="1562723"/>
            <a:ext cx="519894" cy="573104"/>
            <a:chOff x="1905000" y="2603500"/>
            <a:chExt cx="736600" cy="762000"/>
          </a:xfrm>
        </p:grpSpPr>
        <p:sp>
          <p:nvSpPr>
            <p:cNvPr id="36" name="k0_body">
              <a:extLst>
                <a:ext uri="{FF2B5EF4-FFF2-40B4-BE49-F238E27FC236}">
                  <a16:creationId xmlns:a16="http://schemas.microsoft.com/office/drawing/2014/main" id="{24E03C94-9227-49B2-C6D5-46336789469D}"/>
                </a:ext>
              </a:extLst>
            </p:cNvPr>
            <p:cNvSpPr/>
            <p:nvPr/>
          </p:nvSpPr>
          <p:spPr>
            <a:xfrm>
              <a:off x="1905000" y="2603500"/>
              <a:ext cx="635000" cy="762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1'b0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const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37" name="k0_pin_0">
              <a:extLst>
                <a:ext uri="{FF2B5EF4-FFF2-40B4-BE49-F238E27FC236}">
                  <a16:creationId xmlns:a16="http://schemas.microsoft.com/office/drawing/2014/main" id="{CC848B68-ABA1-C520-ABAE-AB79625370C5}"/>
                </a:ext>
              </a:extLst>
            </p:cNvPr>
            <p:cNvSpPr/>
            <p:nvPr/>
          </p:nvSpPr>
          <p:spPr>
            <a:xfrm>
              <a:off x="2540000" y="30861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38" name="k0_lbl_0">
              <a:extLst>
                <a:ext uri="{FF2B5EF4-FFF2-40B4-BE49-F238E27FC236}">
                  <a16:creationId xmlns:a16="http://schemas.microsoft.com/office/drawing/2014/main" id="{20FC76F2-90DE-BD68-10BA-8C390D574867}"/>
                </a:ext>
              </a:extLst>
            </p:cNvPr>
            <p:cNvSpPr txBox="1"/>
            <p:nvPr/>
          </p:nvSpPr>
          <p:spPr>
            <a:xfrm>
              <a:off x="2044700" y="3048000"/>
              <a:ext cx="444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0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39" name="U_ADD">
            <a:extLst>
              <a:ext uri="{FF2B5EF4-FFF2-40B4-BE49-F238E27FC236}">
                <a16:creationId xmlns:a16="http://schemas.microsoft.com/office/drawing/2014/main" id="{25E70CD0-8381-4DDA-A993-B745B7A71090}"/>
              </a:ext>
            </a:extLst>
          </p:cNvPr>
          <p:cNvGrpSpPr/>
          <p:nvPr/>
        </p:nvGrpSpPr>
        <p:grpSpPr>
          <a:xfrm>
            <a:off x="3109533" y="695280"/>
            <a:ext cx="1344552" cy="955174"/>
            <a:chOff x="2794000" y="1524000"/>
            <a:chExt cx="1905000" cy="1270000"/>
          </a:xfrm>
        </p:grpSpPr>
        <p:sp>
          <p:nvSpPr>
            <p:cNvPr id="40" name="U_ADD_body">
              <a:extLst>
                <a:ext uri="{FF2B5EF4-FFF2-40B4-BE49-F238E27FC236}">
                  <a16:creationId xmlns:a16="http://schemas.microsoft.com/office/drawing/2014/main" id="{F4E3C93D-7986-1295-736D-EF193EEE92B2}"/>
                </a:ext>
              </a:extLst>
            </p:cNvPr>
            <p:cNvSpPr/>
            <p:nvPr/>
          </p:nvSpPr>
          <p:spPr>
            <a:xfrm>
              <a:off x="2921000" y="1524000"/>
              <a:ext cx="1651000" cy="1270000"/>
            </a:xfrm>
            <a:prstGeom prst="roundRect">
              <a:avLst>
                <a:gd name="adj" fmla="val 6000"/>
              </a:avLst>
            </a:prstGeom>
            <a:solidFill>
              <a:srgbClr val="EEF2FF"/>
            </a:solidFill>
            <a:ln w="19050">
              <a:solidFill>
                <a:srgbClr val="3730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3730A3"/>
                  </a:solidFill>
                  <a:latin typeface="Malgun Gothic" panose="020B0503020000020004" pitchFamily="50" charset="-127"/>
                </a:rPr>
                <a:t>full_adder_8bit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U_ADD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1" name="U_ADD_pin_i_a[7:0]">
              <a:extLst>
                <a:ext uri="{FF2B5EF4-FFF2-40B4-BE49-F238E27FC236}">
                  <a16:creationId xmlns:a16="http://schemas.microsoft.com/office/drawing/2014/main" id="{2CE5CF8A-6C56-D7D2-EDBD-CAE6C22565FF}"/>
                </a:ext>
              </a:extLst>
            </p:cNvPr>
            <p:cNvSpPr/>
            <p:nvPr/>
          </p:nvSpPr>
          <p:spPr>
            <a:xfrm>
              <a:off x="27940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2" name="U_ADD_lbl_i_a[7:0]">
              <a:extLst>
                <a:ext uri="{FF2B5EF4-FFF2-40B4-BE49-F238E27FC236}">
                  <a16:creationId xmlns:a16="http://schemas.microsoft.com/office/drawing/2014/main" id="{969653A6-4E02-A211-C824-0D526A04BD84}"/>
                </a:ext>
              </a:extLst>
            </p:cNvPr>
            <p:cNvSpPr txBox="1"/>
            <p:nvPr/>
          </p:nvSpPr>
          <p:spPr>
            <a:xfrm>
              <a:off x="29718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3" name="U_ADD_pin_i_b[7:0]">
              <a:extLst>
                <a:ext uri="{FF2B5EF4-FFF2-40B4-BE49-F238E27FC236}">
                  <a16:creationId xmlns:a16="http://schemas.microsoft.com/office/drawing/2014/main" id="{0F568FF4-E527-CEF6-FE40-AE2B6B620022}"/>
                </a:ext>
              </a:extLst>
            </p:cNvPr>
            <p:cNvSpPr/>
            <p:nvPr/>
          </p:nvSpPr>
          <p:spPr>
            <a:xfrm>
              <a:off x="2794000" y="2247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4" name="U_ADD_lbl_i_b[7:0]">
              <a:extLst>
                <a:ext uri="{FF2B5EF4-FFF2-40B4-BE49-F238E27FC236}">
                  <a16:creationId xmlns:a16="http://schemas.microsoft.com/office/drawing/2014/main" id="{B2708A53-7F4B-F602-7833-1A71586F5EB9}"/>
                </a:ext>
              </a:extLst>
            </p:cNvPr>
            <p:cNvSpPr txBox="1"/>
            <p:nvPr/>
          </p:nvSpPr>
          <p:spPr>
            <a:xfrm>
              <a:off x="29718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i_b[7:0]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5" name="U_ADD_pin_i_cin">
              <a:extLst>
                <a:ext uri="{FF2B5EF4-FFF2-40B4-BE49-F238E27FC236}">
                  <a16:creationId xmlns:a16="http://schemas.microsoft.com/office/drawing/2014/main" id="{EDB5DB5D-8D1E-FDC7-45EC-AF1017503C49}"/>
                </a:ext>
              </a:extLst>
            </p:cNvPr>
            <p:cNvSpPr/>
            <p:nvPr/>
          </p:nvSpPr>
          <p:spPr>
            <a:xfrm>
              <a:off x="2819400" y="251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6" name="U_ADD_lbl_i_cin">
              <a:extLst>
                <a:ext uri="{FF2B5EF4-FFF2-40B4-BE49-F238E27FC236}">
                  <a16:creationId xmlns:a16="http://schemas.microsoft.com/office/drawing/2014/main" id="{C2F76B73-52D4-1FA8-C5FB-7050FD61C1F3}"/>
                </a:ext>
              </a:extLst>
            </p:cNvPr>
            <p:cNvSpPr txBox="1"/>
            <p:nvPr/>
          </p:nvSpPr>
          <p:spPr>
            <a:xfrm>
              <a:off x="2971800" y="2476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i_cin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7" name="U_ADD_pin_o_sum[7:0]">
              <a:extLst>
                <a:ext uri="{FF2B5EF4-FFF2-40B4-BE49-F238E27FC236}">
                  <a16:creationId xmlns:a16="http://schemas.microsoft.com/office/drawing/2014/main" id="{8DAB6FDE-70FB-FD44-7342-D590E73702D2}"/>
                </a:ext>
              </a:extLst>
            </p:cNvPr>
            <p:cNvSpPr/>
            <p:nvPr/>
          </p:nvSpPr>
          <p:spPr>
            <a:xfrm>
              <a:off x="4572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48" name="U_ADD_lbl_o_sum[7:0]">
              <a:extLst>
                <a:ext uri="{FF2B5EF4-FFF2-40B4-BE49-F238E27FC236}">
                  <a16:creationId xmlns:a16="http://schemas.microsoft.com/office/drawing/2014/main" id="{0BC883E8-5820-779E-48F4-641D7D97C7C2}"/>
                </a:ext>
              </a:extLst>
            </p:cNvPr>
            <p:cNvSpPr txBox="1"/>
            <p:nvPr/>
          </p:nvSpPr>
          <p:spPr>
            <a:xfrm>
              <a:off x="3568700" y="1968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o_sum[7:0]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49" name="U_ADD_pin_o_cout">
              <a:extLst>
                <a:ext uri="{FF2B5EF4-FFF2-40B4-BE49-F238E27FC236}">
                  <a16:creationId xmlns:a16="http://schemas.microsoft.com/office/drawing/2014/main" id="{2CB5DA44-0DC7-9B17-4FDA-3976C4B13E18}"/>
                </a:ext>
              </a:extLst>
            </p:cNvPr>
            <p:cNvSpPr/>
            <p:nvPr/>
          </p:nvSpPr>
          <p:spPr>
            <a:xfrm>
              <a:off x="4572000" y="2260600"/>
              <a:ext cx="101600" cy="101600"/>
            </a:xfrm>
            <a:prstGeom prst="rect">
              <a:avLst/>
            </a:prstGeom>
            <a:solidFill>
              <a:srgbClr val="4ADE80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0" name="U_ADD_lbl_o_cout">
              <a:extLst>
                <a:ext uri="{FF2B5EF4-FFF2-40B4-BE49-F238E27FC236}">
                  <a16:creationId xmlns:a16="http://schemas.microsoft.com/office/drawing/2014/main" id="{0F81139D-E2FD-FDB3-EE02-9BCB4B3F4607}"/>
                </a:ext>
              </a:extLst>
            </p:cNvPr>
            <p:cNvSpPr txBox="1"/>
            <p:nvPr/>
          </p:nvSpPr>
          <p:spPr>
            <a:xfrm>
              <a:off x="3568700" y="22225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1" name="CAT">
            <a:extLst>
              <a:ext uri="{FF2B5EF4-FFF2-40B4-BE49-F238E27FC236}">
                <a16:creationId xmlns:a16="http://schemas.microsoft.com/office/drawing/2014/main" id="{40A4EC41-3F12-BC80-371B-D4EEBB043952}"/>
              </a:ext>
            </a:extLst>
          </p:cNvPr>
          <p:cNvGrpSpPr/>
          <p:nvPr/>
        </p:nvGrpSpPr>
        <p:grpSpPr>
          <a:xfrm>
            <a:off x="4830778" y="687857"/>
            <a:ext cx="941186" cy="764139"/>
            <a:chOff x="5016500" y="1524000"/>
            <a:chExt cx="1333500" cy="1016000"/>
          </a:xfrm>
        </p:grpSpPr>
        <p:sp>
          <p:nvSpPr>
            <p:cNvPr id="52" name="CAT_body">
              <a:extLst>
                <a:ext uri="{FF2B5EF4-FFF2-40B4-BE49-F238E27FC236}">
                  <a16:creationId xmlns:a16="http://schemas.microsoft.com/office/drawing/2014/main" id="{2F6318D2-581F-FFF7-7E57-F76C06D91EEC}"/>
                </a:ext>
              </a:extLst>
            </p:cNvPr>
            <p:cNvSpPr/>
            <p:nvPr/>
          </p:nvSpPr>
          <p:spPr>
            <a:xfrm>
              <a:off x="5143500" y="1524000"/>
              <a:ext cx="1079500" cy="1016000"/>
            </a:xfrm>
            <a:prstGeom prst="roundRect">
              <a:avLst>
                <a:gd name="adj" fmla="val 6000"/>
              </a:avLst>
            </a:prstGeom>
            <a:solidFill>
              <a:srgbClr val="FEFCE8"/>
            </a:solidFill>
            <a:ln w="19050">
              <a:solidFill>
                <a:srgbClr val="A1620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A16207"/>
                  </a:solidFill>
                  <a:latin typeface="Malgun Gothic" panose="020B0503020000020004" pitchFamily="50" charset="-127"/>
                </a:rPr>
                <a:t>concat { }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{hi, lo}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3" name="CAT_pin_lo[7:0]">
              <a:extLst>
                <a:ext uri="{FF2B5EF4-FFF2-40B4-BE49-F238E27FC236}">
                  <a16:creationId xmlns:a16="http://schemas.microsoft.com/office/drawing/2014/main" id="{FAB88593-1401-0E5D-F232-04A80EB73F76}"/>
                </a:ext>
              </a:extLst>
            </p:cNvPr>
            <p:cNvSpPr/>
            <p:nvPr/>
          </p:nvSpPr>
          <p:spPr>
            <a:xfrm>
              <a:off x="5016500" y="199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4" name="CAT_lbl_lo[7:0]">
              <a:extLst>
                <a:ext uri="{FF2B5EF4-FFF2-40B4-BE49-F238E27FC236}">
                  <a16:creationId xmlns:a16="http://schemas.microsoft.com/office/drawing/2014/main" id="{18B3636C-4290-9B9F-A7AF-5A0DA38DDD80}"/>
                </a:ext>
              </a:extLst>
            </p:cNvPr>
            <p:cNvSpPr txBox="1"/>
            <p:nvPr/>
          </p:nvSpPr>
          <p:spPr>
            <a:xfrm>
              <a:off x="519430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lo[7:0]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5" name="CAT_pin_hi">
              <a:extLst>
                <a:ext uri="{FF2B5EF4-FFF2-40B4-BE49-F238E27FC236}">
                  <a16:creationId xmlns:a16="http://schemas.microsoft.com/office/drawing/2014/main" id="{F50CCCCE-89AB-2F46-47BA-45ECA5C8BB0B}"/>
                </a:ext>
              </a:extLst>
            </p:cNvPr>
            <p:cNvSpPr/>
            <p:nvPr/>
          </p:nvSpPr>
          <p:spPr>
            <a:xfrm>
              <a:off x="5041900" y="2260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6" name="CAT_lbl_hi">
              <a:extLst>
                <a:ext uri="{FF2B5EF4-FFF2-40B4-BE49-F238E27FC236}">
                  <a16:creationId xmlns:a16="http://schemas.microsoft.com/office/drawing/2014/main" id="{E71BD5D3-203F-567D-A5F5-7A872B18A97B}"/>
                </a:ext>
              </a:extLst>
            </p:cNvPr>
            <p:cNvSpPr txBox="1"/>
            <p:nvPr/>
          </p:nvSpPr>
          <p:spPr>
            <a:xfrm>
              <a:off x="5194300" y="2222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>
                  <a:solidFill>
                    <a:srgbClr val="1F2937"/>
                  </a:solidFill>
                  <a:latin typeface="Malgun Gothic" panose="020B0503020000020004" pitchFamily="50" charset="-127"/>
                </a:rPr>
                <a:t>hi</a:t>
              </a:r>
              <a:endParaRPr lang="ko-KR" altLang="en-US" sz="800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57" name="CAT_pin_out[8:0]">
              <a:extLst>
                <a:ext uri="{FF2B5EF4-FFF2-40B4-BE49-F238E27FC236}">
                  <a16:creationId xmlns:a16="http://schemas.microsoft.com/office/drawing/2014/main" id="{80C2F87B-C65C-B5C1-609D-C53A8BD0AAC7}"/>
                </a:ext>
              </a:extLst>
            </p:cNvPr>
            <p:cNvSpPr/>
            <p:nvPr/>
          </p:nvSpPr>
          <p:spPr>
            <a:xfrm>
              <a:off x="6223000" y="199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58" name="CAT_lbl_out[8:0]">
              <a:extLst>
                <a:ext uri="{FF2B5EF4-FFF2-40B4-BE49-F238E27FC236}">
                  <a16:creationId xmlns:a16="http://schemas.microsoft.com/office/drawing/2014/main" id="{198AD858-8900-E2E9-2394-61D3D0BBFE64}"/>
                </a:ext>
              </a:extLst>
            </p:cNvPr>
            <p:cNvSpPr txBox="1"/>
            <p:nvPr/>
          </p:nvSpPr>
          <p:spPr>
            <a:xfrm>
              <a:off x="5505450" y="1968500"/>
              <a:ext cx="666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out[8:0]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59" name="U_SPLIT">
            <a:extLst>
              <a:ext uri="{FF2B5EF4-FFF2-40B4-BE49-F238E27FC236}">
                <a16:creationId xmlns:a16="http://schemas.microsoft.com/office/drawing/2014/main" id="{5F43F72D-5978-C17F-76F1-9D426BCE51F2}"/>
              </a:ext>
            </a:extLst>
          </p:cNvPr>
          <p:cNvGrpSpPr/>
          <p:nvPr/>
        </p:nvGrpSpPr>
        <p:grpSpPr>
          <a:xfrm>
            <a:off x="5691396" y="1552518"/>
            <a:ext cx="1344552" cy="1146208"/>
            <a:chOff x="6477000" y="2476500"/>
            <a:chExt cx="1905000" cy="1524000"/>
          </a:xfrm>
        </p:grpSpPr>
        <p:sp>
          <p:nvSpPr>
            <p:cNvPr id="60" name="U_SPLIT_body">
              <a:extLst>
                <a:ext uri="{FF2B5EF4-FFF2-40B4-BE49-F238E27FC236}">
                  <a16:creationId xmlns:a16="http://schemas.microsoft.com/office/drawing/2014/main" id="{FE9E4220-F19E-4303-C481-D1CAADC77CB1}"/>
                </a:ext>
              </a:extLst>
            </p:cNvPr>
            <p:cNvSpPr/>
            <p:nvPr/>
          </p:nvSpPr>
          <p:spPr>
            <a:xfrm>
              <a:off x="6604000" y="2476500"/>
              <a:ext cx="1651000" cy="1524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digit_splitter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U_SPLIT #(9)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1" name="U_SPLIT_pin_i_data[8:0]">
              <a:extLst>
                <a:ext uri="{FF2B5EF4-FFF2-40B4-BE49-F238E27FC236}">
                  <a16:creationId xmlns:a16="http://schemas.microsoft.com/office/drawing/2014/main" id="{CC80ACDC-8A6A-B56B-0969-7620C810A11C}"/>
                </a:ext>
              </a:extLst>
            </p:cNvPr>
            <p:cNvSpPr/>
            <p:nvPr/>
          </p:nvSpPr>
          <p:spPr>
            <a:xfrm>
              <a:off x="6477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2" name="U_SPLIT_lbl_i_data[8:0]">
              <a:extLst>
                <a:ext uri="{FF2B5EF4-FFF2-40B4-BE49-F238E27FC236}">
                  <a16:creationId xmlns:a16="http://schemas.microsoft.com/office/drawing/2014/main" id="{ECE1DCCC-9C6A-D93D-060D-448159085E76}"/>
                </a:ext>
              </a:extLst>
            </p:cNvPr>
            <p:cNvSpPr txBox="1"/>
            <p:nvPr/>
          </p:nvSpPr>
          <p:spPr>
            <a:xfrm>
              <a:off x="66548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i_data[8:0]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3" name="U_SPLIT_pin_o_digit_1[3:0]">
              <a:extLst>
                <a:ext uri="{FF2B5EF4-FFF2-40B4-BE49-F238E27FC236}">
                  <a16:creationId xmlns:a16="http://schemas.microsoft.com/office/drawing/2014/main" id="{FF5C4591-4E04-F7FA-7888-4F7D1A7831A2}"/>
                </a:ext>
              </a:extLst>
            </p:cNvPr>
            <p:cNvSpPr/>
            <p:nvPr/>
          </p:nvSpPr>
          <p:spPr>
            <a:xfrm>
              <a:off x="82550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4" name="U_SPLIT_lbl_o_digit_1[3:0]">
              <a:extLst>
                <a:ext uri="{FF2B5EF4-FFF2-40B4-BE49-F238E27FC236}">
                  <a16:creationId xmlns:a16="http://schemas.microsoft.com/office/drawing/2014/main" id="{F7B8E0D0-B9B8-0F8D-AD47-CD52F5FF5EA0}"/>
                </a:ext>
              </a:extLst>
            </p:cNvPr>
            <p:cNvSpPr txBox="1"/>
            <p:nvPr/>
          </p:nvSpPr>
          <p:spPr>
            <a:xfrm>
              <a:off x="7251700" y="2921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5" name="U_SPLIT_pin_o_digit_10[3:0]">
              <a:extLst>
                <a:ext uri="{FF2B5EF4-FFF2-40B4-BE49-F238E27FC236}">
                  <a16:creationId xmlns:a16="http://schemas.microsoft.com/office/drawing/2014/main" id="{F5639BEF-E3A7-2FEC-C513-37C28C7DA0C7}"/>
                </a:ext>
              </a:extLst>
            </p:cNvPr>
            <p:cNvSpPr/>
            <p:nvPr/>
          </p:nvSpPr>
          <p:spPr>
            <a:xfrm>
              <a:off x="8255000" y="3200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6" name="U_SPLIT_lbl_o_digit_10[3:0]">
              <a:extLst>
                <a:ext uri="{FF2B5EF4-FFF2-40B4-BE49-F238E27FC236}">
                  <a16:creationId xmlns:a16="http://schemas.microsoft.com/office/drawing/2014/main" id="{E1265BBB-7E28-A429-07E0-107DC741A7D8}"/>
                </a:ext>
              </a:extLst>
            </p:cNvPr>
            <p:cNvSpPr txBox="1"/>
            <p:nvPr/>
          </p:nvSpPr>
          <p:spPr>
            <a:xfrm>
              <a:off x="7251700" y="3175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7" name="U_SPLIT_pin_o_digit_100[3:0]">
              <a:extLst>
                <a:ext uri="{FF2B5EF4-FFF2-40B4-BE49-F238E27FC236}">
                  <a16:creationId xmlns:a16="http://schemas.microsoft.com/office/drawing/2014/main" id="{9214FB27-680C-49C1-1BF4-FBA0B3B8D29C}"/>
                </a:ext>
              </a:extLst>
            </p:cNvPr>
            <p:cNvSpPr/>
            <p:nvPr/>
          </p:nvSpPr>
          <p:spPr>
            <a:xfrm>
              <a:off x="8255000" y="3454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68" name="U_SPLIT_lbl_o_digit_100[3:0]">
              <a:extLst>
                <a:ext uri="{FF2B5EF4-FFF2-40B4-BE49-F238E27FC236}">
                  <a16:creationId xmlns:a16="http://schemas.microsoft.com/office/drawing/2014/main" id="{2AEF4A86-63ED-D751-6552-4C03D907414F}"/>
                </a:ext>
              </a:extLst>
            </p:cNvPr>
            <p:cNvSpPr txBox="1"/>
            <p:nvPr/>
          </p:nvSpPr>
          <p:spPr>
            <a:xfrm>
              <a:off x="7251700" y="3429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69" name="U_SPLIT_pin_o_digit_1000[3:0]">
              <a:extLst>
                <a:ext uri="{FF2B5EF4-FFF2-40B4-BE49-F238E27FC236}">
                  <a16:creationId xmlns:a16="http://schemas.microsoft.com/office/drawing/2014/main" id="{04FE2EEA-B5EA-55C8-87BF-FDD89E31D8DF}"/>
                </a:ext>
              </a:extLst>
            </p:cNvPr>
            <p:cNvSpPr/>
            <p:nvPr/>
          </p:nvSpPr>
          <p:spPr>
            <a:xfrm>
              <a:off x="8255000" y="3708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0" name="U_SPLIT_lbl_o_digit_1000[3:0]">
              <a:extLst>
                <a:ext uri="{FF2B5EF4-FFF2-40B4-BE49-F238E27FC236}">
                  <a16:creationId xmlns:a16="http://schemas.microsoft.com/office/drawing/2014/main" id="{998409E4-5A3F-990D-62D4-85DB067A230C}"/>
                </a:ext>
              </a:extLst>
            </p:cNvPr>
            <p:cNvSpPr txBox="1"/>
            <p:nvPr/>
          </p:nvSpPr>
          <p:spPr>
            <a:xfrm>
              <a:off x="7251700" y="3683000"/>
              <a:ext cx="9525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o_digit_1000[3:0]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71" name="U_MUX">
            <a:extLst>
              <a:ext uri="{FF2B5EF4-FFF2-40B4-BE49-F238E27FC236}">
                <a16:creationId xmlns:a16="http://schemas.microsoft.com/office/drawing/2014/main" id="{5EA08C06-FB65-05C2-D57C-A394076B6B89}"/>
              </a:ext>
            </a:extLst>
          </p:cNvPr>
          <p:cNvGrpSpPr/>
          <p:nvPr/>
        </p:nvGrpSpPr>
        <p:grpSpPr>
          <a:xfrm>
            <a:off x="7665764" y="1460670"/>
            <a:ext cx="1299734" cy="1337243"/>
            <a:chOff x="8509000" y="2476500"/>
            <a:chExt cx="1841500" cy="1778000"/>
          </a:xfrm>
        </p:grpSpPr>
        <p:sp>
          <p:nvSpPr>
            <p:cNvPr id="72" name="U_MUX_body">
              <a:extLst>
                <a:ext uri="{FF2B5EF4-FFF2-40B4-BE49-F238E27FC236}">
                  <a16:creationId xmlns:a16="http://schemas.microsoft.com/office/drawing/2014/main" id="{B3540984-19BF-C628-021E-E3DAC545B246}"/>
                </a:ext>
              </a:extLst>
            </p:cNvPr>
            <p:cNvSpPr/>
            <p:nvPr/>
          </p:nvSpPr>
          <p:spPr>
            <a:xfrm>
              <a:off x="8636000" y="2476500"/>
              <a:ext cx="1587500" cy="1778000"/>
            </a:xfrm>
            <a:prstGeom prst="roundRect">
              <a:avLst>
                <a:gd name="adj" fmla="val 6000"/>
              </a:avLst>
            </a:prstGeom>
            <a:solidFill>
              <a:srgbClr val="ECFEFF"/>
            </a:solidFill>
            <a:ln w="19050">
              <a:solidFill>
                <a:srgbClr val="0E749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pl-PL" altLang="ko-KR" sz="1001" b="1">
                  <a:solidFill>
                    <a:srgbClr val="0E7490"/>
                  </a:solidFill>
                  <a:latin typeface="Malgun Gothic" panose="020B0503020000020004" pitchFamily="50" charset="-127"/>
                </a:rPr>
                <a:t>mux_4x1</a:t>
              </a:r>
            </a:p>
            <a:p>
              <a:pPr algn="ctr"/>
              <a:r>
                <a:rPr lang="pl-PL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U_MUX #(4)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3" name="U_MUX_pin_i_d0[3:0]">
              <a:extLst>
                <a:ext uri="{FF2B5EF4-FFF2-40B4-BE49-F238E27FC236}">
                  <a16:creationId xmlns:a16="http://schemas.microsoft.com/office/drawing/2014/main" id="{ED5C978E-7B74-57F6-0CA9-B1702CEF9C56}"/>
                </a:ext>
              </a:extLst>
            </p:cNvPr>
            <p:cNvSpPr/>
            <p:nvPr/>
          </p:nvSpPr>
          <p:spPr>
            <a:xfrm>
              <a:off x="8509000" y="2946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4" name="U_MUX_lbl_i_d0[3:0]">
              <a:extLst>
                <a:ext uri="{FF2B5EF4-FFF2-40B4-BE49-F238E27FC236}">
                  <a16:creationId xmlns:a16="http://schemas.microsoft.com/office/drawing/2014/main" id="{BD4BEE53-21AB-E527-2277-A239569C2BFC}"/>
                </a:ext>
              </a:extLst>
            </p:cNvPr>
            <p:cNvSpPr txBox="1"/>
            <p:nvPr/>
          </p:nvSpPr>
          <p:spPr>
            <a:xfrm>
              <a:off x="868680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i_d0[3:0]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5" name="U_MUX_pin_i_d1[3:0]">
              <a:extLst>
                <a:ext uri="{FF2B5EF4-FFF2-40B4-BE49-F238E27FC236}">
                  <a16:creationId xmlns:a16="http://schemas.microsoft.com/office/drawing/2014/main" id="{B49363FA-9E97-7903-3AE8-72C100492CEB}"/>
                </a:ext>
              </a:extLst>
            </p:cNvPr>
            <p:cNvSpPr/>
            <p:nvPr/>
          </p:nvSpPr>
          <p:spPr>
            <a:xfrm>
              <a:off x="8509000" y="3200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6" name="U_MUX_lbl_i_d1[3:0]">
              <a:extLst>
                <a:ext uri="{FF2B5EF4-FFF2-40B4-BE49-F238E27FC236}">
                  <a16:creationId xmlns:a16="http://schemas.microsoft.com/office/drawing/2014/main" id="{F898A507-F0FD-AB4E-B74B-DC453863BB62}"/>
                </a:ext>
              </a:extLst>
            </p:cNvPr>
            <p:cNvSpPr txBox="1"/>
            <p:nvPr/>
          </p:nvSpPr>
          <p:spPr>
            <a:xfrm>
              <a:off x="8686800" y="3175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i_d1[3:0]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7" name="U_MUX_pin_i_d2[3:0]">
              <a:extLst>
                <a:ext uri="{FF2B5EF4-FFF2-40B4-BE49-F238E27FC236}">
                  <a16:creationId xmlns:a16="http://schemas.microsoft.com/office/drawing/2014/main" id="{D9D6A5F4-5827-2ECA-F581-946BA3A44C41}"/>
                </a:ext>
              </a:extLst>
            </p:cNvPr>
            <p:cNvSpPr/>
            <p:nvPr/>
          </p:nvSpPr>
          <p:spPr>
            <a:xfrm>
              <a:off x="8509000" y="3454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78" name="U_MUX_lbl_i_d2[3:0]">
              <a:extLst>
                <a:ext uri="{FF2B5EF4-FFF2-40B4-BE49-F238E27FC236}">
                  <a16:creationId xmlns:a16="http://schemas.microsoft.com/office/drawing/2014/main" id="{7298C2EC-3C77-BF70-7E23-B5F150838F44}"/>
                </a:ext>
              </a:extLst>
            </p:cNvPr>
            <p:cNvSpPr txBox="1"/>
            <p:nvPr/>
          </p:nvSpPr>
          <p:spPr>
            <a:xfrm>
              <a:off x="8686800" y="3429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i_d2[3:0]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79" name="U_MUX_pin_i_d3[3:0]">
              <a:extLst>
                <a:ext uri="{FF2B5EF4-FFF2-40B4-BE49-F238E27FC236}">
                  <a16:creationId xmlns:a16="http://schemas.microsoft.com/office/drawing/2014/main" id="{2E69D23E-2257-4B49-247B-847BA8BA63AA}"/>
                </a:ext>
              </a:extLst>
            </p:cNvPr>
            <p:cNvSpPr/>
            <p:nvPr/>
          </p:nvSpPr>
          <p:spPr>
            <a:xfrm>
              <a:off x="8509000" y="3708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0" name="U_MUX_lbl_i_d3[3:0]">
              <a:extLst>
                <a:ext uri="{FF2B5EF4-FFF2-40B4-BE49-F238E27FC236}">
                  <a16:creationId xmlns:a16="http://schemas.microsoft.com/office/drawing/2014/main" id="{E54DBD10-82DB-32DE-AD24-E52E30C3E44A}"/>
                </a:ext>
              </a:extLst>
            </p:cNvPr>
            <p:cNvSpPr txBox="1"/>
            <p:nvPr/>
          </p:nvSpPr>
          <p:spPr>
            <a:xfrm>
              <a:off x="8686800" y="3683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i_d3[3:0]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1" name="U_MUX_pin_i_sel[1:0]">
              <a:extLst>
                <a:ext uri="{FF2B5EF4-FFF2-40B4-BE49-F238E27FC236}">
                  <a16:creationId xmlns:a16="http://schemas.microsoft.com/office/drawing/2014/main" id="{590E5FD8-0687-0B5F-E076-DD195ABBAE84}"/>
                </a:ext>
              </a:extLst>
            </p:cNvPr>
            <p:cNvSpPr/>
            <p:nvPr/>
          </p:nvSpPr>
          <p:spPr>
            <a:xfrm>
              <a:off x="8509000" y="39624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2" name="U_MUX_lbl_i_sel[1:0]">
              <a:extLst>
                <a:ext uri="{FF2B5EF4-FFF2-40B4-BE49-F238E27FC236}">
                  <a16:creationId xmlns:a16="http://schemas.microsoft.com/office/drawing/2014/main" id="{DF52D859-775D-5680-1FB0-361403B1616E}"/>
                </a:ext>
              </a:extLst>
            </p:cNvPr>
            <p:cNvSpPr txBox="1"/>
            <p:nvPr/>
          </p:nvSpPr>
          <p:spPr>
            <a:xfrm>
              <a:off x="8686800" y="3937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3" name="U_MUX_pin_o_data[3:0]">
              <a:extLst>
                <a:ext uri="{FF2B5EF4-FFF2-40B4-BE49-F238E27FC236}">
                  <a16:creationId xmlns:a16="http://schemas.microsoft.com/office/drawing/2014/main" id="{06A62C17-61A8-5B57-59B1-91F851E0A405}"/>
                </a:ext>
              </a:extLst>
            </p:cNvPr>
            <p:cNvSpPr/>
            <p:nvPr/>
          </p:nvSpPr>
          <p:spPr>
            <a:xfrm>
              <a:off x="10223500" y="29464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4" name="U_MUX_lbl_o_data[3:0]">
              <a:extLst>
                <a:ext uri="{FF2B5EF4-FFF2-40B4-BE49-F238E27FC236}">
                  <a16:creationId xmlns:a16="http://schemas.microsoft.com/office/drawing/2014/main" id="{B6ECC88A-F3B0-92EB-F5AB-ECEF389766AD}"/>
                </a:ext>
              </a:extLst>
            </p:cNvPr>
            <p:cNvSpPr txBox="1"/>
            <p:nvPr/>
          </p:nvSpPr>
          <p:spPr>
            <a:xfrm>
              <a:off x="9251950" y="2921000"/>
              <a:ext cx="92075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o_data[3:0]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1" name="U_FND">
            <a:extLst>
              <a:ext uri="{FF2B5EF4-FFF2-40B4-BE49-F238E27FC236}">
                <a16:creationId xmlns:a16="http://schemas.microsoft.com/office/drawing/2014/main" id="{4897C963-D5E2-34C4-0D0E-B142F3A36CCC}"/>
              </a:ext>
            </a:extLst>
          </p:cNvPr>
          <p:cNvGrpSpPr/>
          <p:nvPr/>
        </p:nvGrpSpPr>
        <p:grpSpPr>
          <a:xfrm>
            <a:off x="8000499" y="5038619"/>
            <a:ext cx="1254916" cy="573104"/>
            <a:chOff x="6985000" y="5461001"/>
            <a:chExt cx="1778000" cy="762000"/>
          </a:xfrm>
        </p:grpSpPr>
        <p:sp>
          <p:nvSpPr>
            <p:cNvPr id="92" name="U_FND_body">
              <a:extLst>
                <a:ext uri="{FF2B5EF4-FFF2-40B4-BE49-F238E27FC236}">
                  <a16:creationId xmlns:a16="http://schemas.microsoft.com/office/drawing/2014/main" id="{DAE6933F-E65F-AB27-2682-D2F62A99C4FA}"/>
                </a:ext>
              </a:extLst>
            </p:cNvPr>
            <p:cNvSpPr/>
            <p:nvPr/>
          </p:nvSpPr>
          <p:spPr>
            <a:xfrm>
              <a:off x="7111993" y="5461001"/>
              <a:ext cx="1524000" cy="762000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de-DE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fnd_decoder</a:t>
              </a:r>
            </a:p>
            <a:p>
              <a:pPr algn="ctr"/>
              <a:r>
                <a:rPr lang="de-DE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U_FND_DEC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3" name="U_FND_pin_i_hex[3:0]">
              <a:extLst>
                <a:ext uri="{FF2B5EF4-FFF2-40B4-BE49-F238E27FC236}">
                  <a16:creationId xmlns:a16="http://schemas.microsoft.com/office/drawing/2014/main" id="{8FE7DEFA-C28A-89AC-1644-75ECA741602E}"/>
                </a:ext>
              </a:extLst>
            </p:cNvPr>
            <p:cNvSpPr/>
            <p:nvPr/>
          </p:nvSpPr>
          <p:spPr>
            <a:xfrm>
              <a:off x="6985000" y="5930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4" name="U_FND_lbl_i_hex[3:0]">
              <a:extLst>
                <a:ext uri="{FF2B5EF4-FFF2-40B4-BE49-F238E27FC236}">
                  <a16:creationId xmlns:a16="http://schemas.microsoft.com/office/drawing/2014/main" id="{3D83E116-31BB-C4B2-6A64-DED8A06078C3}"/>
                </a:ext>
              </a:extLst>
            </p:cNvPr>
            <p:cNvSpPr txBox="1"/>
            <p:nvPr/>
          </p:nvSpPr>
          <p:spPr>
            <a:xfrm>
              <a:off x="71628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i_hex[3:0]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5" name="U_FND_pin_o_fnd_data[7:0]">
              <a:extLst>
                <a:ext uri="{FF2B5EF4-FFF2-40B4-BE49-F238E27FC236}">
                  <a16:creationId xmlns:a16="http://schemas.microsoft.com/office/drawing/2014/main" id="{28B02505-6339-90F6-B48A-1FB90616D2EF}"/>
                </a:ext>
              </a:extLst>
            </p:cNvPr>
            <p:cNvSpPr/>
            <p:nvPr/>
          </p:nvSpPr>
          <p:spPr>
            <a:xfrm>
              <a:off x="8636000" y="5930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6" name="U_FND_lbl_o_fnd_data[7:0]">
              <a:extLst>
                <a:ext uri="{FF2B5EF4-FFF2-40B4-BE49-F238E27FC236}">
                  <a16:creationId xmlns:a16="http://schemas.microsoft.com/office/drawing/2014/main" id="{5E0E8C6B-E2A8-3470-6ACA-DAFC8A30269E}"/>
                </a:ext>
              </a:extLst>
            </p:cNvPr>
            <p:cNvSpPr txBox="1"/>
            <p:nvPr/>
          </p:nvSpPr>
          <p:spPr>
            <a:xfrm>
              <a:off x="7696200" y="5905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97" name="out_data">
            <a:extLst>
              <a:ext uri="{FF2B5EF4-FFF2-40B4-BE49-F238E27FC236}">
                <a16:creationId xmlns:a16="http://schemas.microsoft.com/office/drawing/2014/main" id="{30F28F33-1A36-9373-C0C6-F47B4B086174}"/>
              </a:ext>
            </a:extLst>
          </p:cNvPr>
          <p:cNvGrpSpPr/>
          <p:nvPr/>
        </p:nvGrpSpPr>
        <p:grpSpPr>
          <a:xfrm>
            <a:off x="11293463" y="4063001"/>
            <a:ext cx="1093569" cy="191034"/>
            <a:chOff x="10541000" y="5715000"/>
            <a:chExt cx="1549400" cy="254000"/>
          </a:xfrm>
        </p:grpSpPr>
        <p:sp>
          <p:nvSpPr>
            <p:cNvPr id="98" name="out_data_body">
              <a:extLst>
                <a:ext uri="{FF2B5EF4-FFF2-40B4-BE49-F238E27FC236}">
                  <a16:creationId xmlns:a16="http://schemas.microsoft.com/office/drawing/2014/main" id="{7A4490C5-18DA-33A3-112E-CC86FF06BB81}"/>
                </a:ext>
              </a:extLst>
            </p:cNvPr>
            <p:cNvSpPr/>
            <p:nvPr/>
          </p:nvSpPr>
          <p:spPr>
            <a:xfrm>
              <a:off x="10668000" y="5715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o_fnd_data[7:0]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99" name="out_data_pin">
              <a:extLst>
                <a:ext uri="{FF2B5EF4-FFF2-40B4-BE49-F238E27FC236}">
                  <a16:creationId xmlns:a16="http://schemas.microsoft.com/office/drawing/2014/main" id="{8E351E66-773E-14D8-4F36-4ABB3AD23A9B}"/>
                </a:ext>
              </a:extLst>
            </p:cNvPr>
            <p:cNvSpPr/>
            <p:nvPr/>
          </p:nvSpPr>
          <p:spPr>
            <a:xfrm>
              <a:off x="10541000" y="5778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00" name="out_com">
            <a:extLst>
              <a:ext uri="{FF2B5EF4-FFF2-40B4-BE49-F238E27FC236}">
                <a16:creationId xmlns:a16="http://schemas.microsoft.com/office/drawing/2014/main" id="{D1057A3D-A4EA-69C9-CC1A-F195FAAE8025}"/>
              </a:ext>
            </a:extLst>
          </p:cNvPr>
          <p:cNvGrpSpPr/>
          <p:nvPr/>
        </p:nvGrpSpPr>
        <p:grpSpPr>
          <a:xfrm>
            <a:off x="11293463" y="3552741"/>
            <a:ext cx="1093569" cy="191034"/>
            <a:chOff x="10541000" y="5080000"/>
            <a:chExt cx="1549400" cy="254000"/>
          </a:xfrm>
        </p:grpSpPr>
        <p:sp>
          <p:nvSpPr>
            <p:cNvPr id="101" name="out_com_body">
              <a:extLst>
                <a:ext uri="{FF2B5EF4-FFF2-40B4-BE49-F238E27FC236}">
                  <a16:creationId xmlns:a16="http://schemas.microsoft.com/office/drawing/2014/main" id="{CAD3DEAA-FEAF-FB68-7A74-A31C7509BBA5}"/>
                </a:ext>
              </a:extLst>
            </p:cNvPr>
            <p:cNvSpPr/>
            <p:nvPr/>
          </p:nvSpPr>
          <p:spPr>
            <a:xfrm>
              <a:off x="10668000" y="50800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o_fnd_com[3:0]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2" name="out_com_pin">
              <a:extLst>
                <a:ext uri="{FF2B5EF4-FFF2-40B4-BE49-F238E27FC236}">
                  <a16:creationId xmlns:a16="http://schemas.microsoft.com/office/drawing/2014/main" id="{7065FB75-5715-27F1-01E3-CF2FDC368BED}"/>
                </a:ext>
              </a:extLst>
            </p:cNvPr>
            <p:cNvSpPr/>
            <p:nvPr/>
          </p:nvSpPr>
          <p:spPr>
            <a:xfrm>
              <a:off x="10541000" y="51435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grpSp>
        <p:nvGrpSpPr>
          <p:cNvPr id="103" name="out_cout">
            <a:extLst>
              <a:ext uri="{FF2B5EF4-FFF2-40B4-BE49-F238E27FC236}">
                <a16:creationId xmlns:a16="http://schemas.microsoft.com/office/drawing/2014/main" id="{9E5F4991-B1FA-A822-99F6-9BEE3D106F05}"/>
              </a:ext>
            </a:extLst>
          </p:cNvPr>
          <p:cNvGrpSpPr/>
          <p:nvPr/>
        </p:nvGrpSpPr>
        <p:grpSpPr>
          <a:xfrm>
            <a:off x="11114928" y="409534"/>
            <a:ext cx="1075642" cy="191034"/>
            <a:chOff x="10566400" y="1168400"/>
            <a:chExt cx="1524000" cy="254000"/>
          </a:xfrm>
        </p:grpSpPr>
        <p:sp>
          <p:nvSpPr>
            <p:cNvPr id="104" name="out_cout_body">
              <a:extLst>
                <a:ext uri="{FF2B5EF4-FFF2-40B4-BE49-F238E27FC236}">
                  <a16:creationId xmlns:a16="http://schemas.microsoft.com/office/drawing/2014/main" id="{92FFB7C3-9C52-7626-88FE-73B5211F9FEC}"/>
                </a:ext>
              </a:extLst>
            </p:cNvPr>
            <p:cNvSpPr/>
            <p:nvPr/>
          </p:nvSpPr>
          <p:spPr>
            <a:xfrm>
              <a:off x="10668000" y="1168400"/>
              <a:ext cx="1422400" cy="254000"/>
            </a:xfrm>
            <a:prstGeom prst="homePlate">
              <a:avLst/>
            </a:prstGeom>
            <a:solidFill>
              <a:srgbClr val="DCFCE7"/>
            </a:solidFill>
            <a:ln w="15875">
              <a:solidFill>
                <a:srgbClr val="16A34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o_cout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05" name="out_cout_pin">
              <a:extLst>
                <a:ext uri="{FF2B5EF4-FFF2-40B4-BE49-F238E27FC236}">
                  <a16:creationId xmlns:a16="http://schemas.microsoft.com/office/drawing/2014/main" id="{E5320C1B-AF32-6A6A-8D0E-5AAAFBF751EA}"/>
                </a:ext>
              </a:extLst>
            </p:cNvPr>
            <p:cNvSpPr/>
            <p:nvPr/>
          </p:nvSpPr>
          <p:spPr>
            <a:xfrm>
              <a:off x="10566400" y="1244600"/>
              <a:ext cx="101600" cy="101600"/>
            </a:xfrm>
            <a:prstGeom prst="rect">
              <a:avLst/>
            </a:prstGeom>
            <a:solidFill>
              <a:srgbClr val="60A5FA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06" name="연결선: 꺾임 105">
            <a:extLst>
              <a:ext uri="{FF2B5EF4-FFF2-40B4-BE49-F238E27FC236}">
                <a16:creationId xmlns:a16="http://schemas.microsoft.com/office/drawing/2014/main" id="{EFAEADD2-D606-8294-24FF-1028F42FCE55}"/>
              </a:ext>
            </a:extLst>
          </p:cNvPr>
          <p:cNvCxnSpPr>
            <a:cxnSpLocks/>
            <a:stCxn id="28" idx="3"/>
            <a:endCxn id="41" idx="1"/>
          </p:cNvCxnSpPr>
          <p:nvPr/>
        </p:nvCxnSpPr>
        <p:spPr>
          <a:xfrm>
            <a:off x="2056608" y="994902"/>
            <a:ext cx="1052925" cy="10155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82BE960F-CE87-4A28-CADC-8E0019179C18}"/>
              </a:ext>
            </a:extLst>
          </p:cNvPr>
          <p:cNvCxnSpPr>
            <a:cxnSpLocks/>
            <a:stCxn id="31" idx="3"/>
            <a:endCxn id="43" idx="1"/>
          </p:cNvCxnSpPr>
          <p:nvPr/>
        </p:nvCxnSpPr>
        <p:spPr>
          <a:xfrm flipV="1">
            <a:off x="2056608" y="1287488"/>
            <a:ext cx="1052925" cy="1156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연결선: 꺾임 107">
            <a:extLst>
              <a:ext uri="{FF2B5EF4-FFF2-40B4-BE49-F238E27FC236}">
                <a16:creationId xmlns:a16="http://schemas.microsoft.com/office/drawing/2014/main" id="{87880A9A-6792-F1C0-C468-8FB704100E89}"/>
              </a:ext>
            </a:extLst>
          </p:cNvPr>
          <p:cNvCxnSpPr>
            <a:cxnSpLocks/>
            <a:stCxn id="37" idx="3"/>
            <a:endCxn id="45" idx="1"/>
          </p:cNvCxnSpPr>
          <p:nvPr/>
        </p:nvCxnSpPr>
        <p:spPr>
          <a:xfrm flipV="1">
            <a:off x="2920678" y="1478523"/>
            <a:ext cx="206782" cy="48537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연결선: 꺾임 108">
            <a:extLst>
              <a:ext uri="{FF2B5EF4-FFF2-40B4-BE49-F238E27FC236}">
                <a16:creationId xmlns:a16="http://schemas.microsoft.com/office/drawing/2014/main" id="{969A88B4-C56E-4CFF-C71C-635862F2C4A3}"/>
              </a:ext>
            </a:extLst>
          </p:cNvPr>
          <p:cNvCxnSpPr>
            <a:cxnSpLocks/>
            <a:stCxn id="49" idx="3"/>
            <a:endCxn id="55" idx="1"/>
          </p:cNvCxnSpPr>
          <p:nvPr/>
        </p:nvCxnSpPr>
        <p:spPr>
          <a:xfrm flipV="1">
            <a:off x="4436157" y="1280065"/>
            <a:ext cx="412548" cy="7423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연결선: 꺾임 109">
            <a:extLst>
              <a:ext uri="{FF2B5EF4-FFF2-40B4-BE49-F238E27FC236}">
                <a16:creationId xmlns:a16="http://schemas.microsoft.com/office/drawing/2014/main" id="{7EDFD56F-E7D0-759A-7AF7-712256F24B70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4454085" y="1089030"/>
            <a:ext cx="376693" cy="742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A02D41F2-3320-0133-EAB1-68DD5DE67260}"/>
              </a:ext>
            </a:extLst>
          </p:cNvPr>
          <p:cNvCxnSpPr>
            <a:cxnSpLocks/>
            <a:stCxn id="49" idx="3"/>
            <a:endCxn id="105" idx="1"/>
          </p:cNvCxnSpPr>
          <p:nvPr/>
        </p:nvCxnSpPr>
        <p:spPr>
          <a:xfrm flipV="1">
            <a:off x="4436157" y="505051"/>
            <a:ext cx="6678771" cy="782437"/>
          </a:xfrm>
          <a:prstGeom prst="bentConnector3">
            <a:avLst>
              <a:gd name="adj1" fmla="val 50000"/>
            </a:avLst>
          </a:prstGeom>
          <a:ln w="15875">
            <a:solidFill>
              <a:srgbClr val="47556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연결선: 꺾임 111">
            <a:extLst>
              <a:ext uri="{FF2B5EF4-FFF2-40B4-BE49-F238E27FC236}">
                <a16:creationId xmlns:a16="http://schemas.microsoft.com/office/drawing/2014/main" id="{3DF86B3B-53A9-4D5E-BF41-6994B11EF4A4}"/>
              </a:ext>
            </a:extLst>
          </p:cNvPr>
          <p:cNvCxnSpPr>
            <a:cxnSpLocks/>
            <a:stCxn id="57" idx="3"/>
            <a:endCxn id="61" idx="1"/>
          </p:cNvCxnSpPr>
          <p:nvPr/>
        </p:nvCxnSpPr>
        <p:spPr>
          <a:xfrm flipH="1">
            <a:off x="5691396" y="1089030"/>
            <a:ext cx="80568" cy="864661"/>
          </a:xfrm>
          <a:prstGeom prst="bentConnector5">
            <a:avLst>
              <a:gd name="adj1" fmla="val -283735"/>
              <a:gd name="adj2" fmla="val 50000"/>
              <a:gd name="adj3" fmla="val 38373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연결선: 꺾임 112">
            <a:extLst>
              <a:ext uri="{FF2B5EF4-FFF2-40B4-BE49-F238E27FC236}">
                <a16:creationId xmlns:a16="http://schemas.microsoft.com/office/drawing/2014/main" id="{6B0671BC-2C7F-5C41-75DA-2D9AC4B528C2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7035948" y="1861843"/>
            <a:ext cx="629816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연결선: 꺾임 113">
            <a:extLst>
              <a:ext uri="{FF2B5EF4-FFF2-40B4-BE49-F238E27FC236}">
                <a16:creationId xmlns:a16="http://schemas.microsoft.com/office/drawing/2014/main" id="{2BA7EC19-5098-78B6-E794-685B0550A97D}"/>
              </a:ext>
            </a:extLst>
          </p:cNvPr>
          <p:cNvCxnSpPr>
            <a:cxnSpLocks/>
            <a:stCxn id="65" idx="3"/>
            <a:endCxn id="75" idx="1"/>
          </p:cNvCxnSpPr>
          <p:nvPr/>
        </p:nvCxnSpPr>
        <p:spPr>
          <a:xfrm flipV="1">
            <a:off x="7035948" y="2052878"/>
            <a:ext cx="629816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0AC5D0DB-57E4-3D1C-749E-F75154724C5F}"/>
              </a:ext>
            </a:extLst>
          </p:cNvPr>
          <p:cNvCxnSpPr>
            <a:cxnSpLocks/>
            <a:stCxn id="67" idx="3"/>
            <a:endCxn id="77" idx="1"/>
          </p:cNvCxnSpPr>
          <p:nvPr/>
        </p:nvCxnSpPr>
        <p:spPr>
          <a:xfrm flipV="1">
            <a:off x="7035948" y="2243913"/>
            <a:ext cx="629816" cy="91847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연결선: 꺾임 115">
            <a:extLst>
              <a:ext uri="{FF2B5EF4-FFF2-40B4-BE49-F238E27FC236}">
                <a16:creationId xmlns:a16="http://schemas.microsoft.com/office/drawing/2014/main" id="{44E6A6EF-8D35-5A06-7D6F-3727133A6A1B}"/>
              </a:ext>
            </a:extLst>
          </p:cNvPr>
          <p:cNvCxnSpPr>
            <a:cxnSpLocks/>
            <a:stCxn id="69" idx="3"/>
            <a:endCxn id="79" idx="1"/>
          </p:cNvCxnSpPr>
          <p:nvPr/>
        </p:nvCxnSpPr>
        <p:spPr>
          <a:xfrm flipV="1">
            <a:off x="7035948" y="2434947"/>
            <a:ext cx="629816" cy="91848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연결선: 꺾임 118">
            <a:extLst>
              <a:ext uri="{FF2B5EF4-FFF2-40B4-BE49-F238E27FC236}">
                <a16:creationId xmlns:a16="http://schemas.microsoft.com/office/drawing/2014/main" id="{CC6FF564-D3E6-DFB5-7610-4DF65CBCDDCD}"/>
              </a:ext>
            </a:extLst>
          </p:cNvPr>
          <p:cNvCxnSpPr>
            <a:cxnSpLocks/>
            <a:stCxn id="83" idx="3"/>
            <a:endCxn id="93" idx="1"/>
          </p:cNvCxnSpPr>
          <p:nvPr/>
        </p:nvCxnSpPr>
        <p:spPr>
          <a:xfrm flipH="1">
            <a:off x="8000499" y="1861843"/>
            <a:ext cx="964999" cy="3577948"/>
          </a:xfrm>
          <a:prstGeom prst="bentConnector5">
            <a:avLst>
              <a:gd name="adj1" fmla="val -23689"/>
              <a:gd name="adj2" fmla="val 50000"/>
              <a:gd name="adj3" fmla="val 123689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연결선: 꺾임 119">
            <a:extLst>
              <a:ext uri="{FF2B5EF4-FFF2-40B4-BE49-F238E27FC236}">
                <a16:creationId xmlns:a16="http://schemas.microsoft.com/office/drawing/2014/main" id="{83F57AAE-FC67-F829-9466-425B04A6B4CD}"/>
              </a:ext>
            </a:extLst>
          </p:cNvPr>
          <p:cNvCxnSpPr>
            <a:cxnSpLocks/>
            <a:stCxn id="95" idx="3"/>
            <a:endCxn id="99" idx="1"/>
          </p:cNvCxnSpPr>
          <p:nvPr/>
        </p:nvCxnSpPr>
        <p:spPr>
          <a:xfrm flipV="1">
            <a:off x="9255415" y="4158519"/>
            <a:ext cx="2038048" cy="1281272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BE4B843B-5515-229C-570E-911EB2A4E7BF}"/>
              </a:ext>
            </a:extLst>
          </p:cNvPr>
          <p:cNvCxnSpPr>
            <a:cxnSpLocks/>
            <a:stCxn id="89" idx="3"/>
            <a:endCxn id="102" idx="1"/>
          </p:cNvCxnSpPr>
          <p:nvPr/>
        </p:nvCxnSpPr>
        <p:spPr>
          <a:xfrm flipV="1">
            <a:off x="7039075" y="3648259"/>
            <a:ext cx="4254388" cy="1195055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5" name="U_DEC">
            <a:extLst>
              <a:ext uri="{FF2B5EF4-FFF2-40B4-BE49-F238E27FC236}">
                <a16:creationId xmlns:a16="http://schemas.microsoft.com/office/drawing/2014/main" id="{2BC34543-1061-C4CE-778D-AC24C1D1FAC1}"/>
              </a:ext>
            </a:extLst>
          </p:cNvPr>
          <p:cNvGrpSpPr/>
          <p:nvPr/>
        </p:nvGrpSpPr>
        <p:grpSpPr>
          <a:xfrm>
            <a:off x="5784160" y="4254928"/>
            <a:ext cx="1254915" cy="1929604"/>
            <a:chOff x="4953000" y="5334000"/>
            <a:chExt cx="1778000" cy="1749279"/>
          </a:xfrm>
        </p:grpSpPr>
        <p:sp>
          <p:nvSpPr>
            <p:cNvPr id="86" name="U_DEC_body">
              <a:extLst>
                <a:ext uri="{FF2B5EF4-FFF2-40B4-BE49-F238E27FC236}">
                  <a16:creationId xmlns:a16="http://schemas.microsoft.com/office/drawing/2014/main" id="{7DCF0F4C-11C7-62BA-E1E4-5ABA33DA895E}"/>
                </a:ext>
              </a:extLst>
            </p:cNvPr>
            <p:cNvSpPr/>
            <p:nvPr/>
          </p:nvSpPr>
          <p:spPr>
            <a:xfrm>
              <a:off x="5080000" y="5334000"/>
              <a:ext cx="1524000" cy="1749279"/>
            </a:xfrm>
            <a:prstGeom prst="roundRect">
              <a:avLst>
                <a:gd name="adj" fmla="val 6000"/>
              </a:avLst>
            </a:prstGeom>
            <a:solidFill>
              <a:srgbClr val="FEF2F2"/>
            </a:solidFill>
            <a:ln w="19050">
              <a:solidFill>
                <a:srgbClr val="B91C1C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5401" tIns="38100" rIns="25401" rtlCol="0" anchor="t"/>
            <a:lstStyle/>
            <a:p>
              <a:pPr algn="ctr"/>
              <a:r>
                <a:rPr lang="en-US" altLang="ko-KR" sz="1001" b="1">
                  <a:solidFill>
                    <a:srgbClr val="B91C1C"/>
                  </a:solidFill>
                  <a:latin typeface="Malgun Gothic" panose="020B0503020000020004" pitchFamily="50" charset="-127"/>
                </a:rPr>
                <a:t>decoder_2x4</a:t>
              </a:r>
            </a:p>
            <a:p>
              <a:pPr algn="ctr"/>
              <a:r>
                <a:rPr lang="en-US" altLang="ko-KR" sz="800">
                  <a:solidFill>
                    <a:srgbClr val="6B7280"/>
                  </a:solidFill>
                  <a:latin typeface="Malgun Gothic" panose="020B0503020000020004" pitchFamily="50" charset="-127"/>
                </a:rPr>
                <a:t>U_DEC</a:t>
              </a:r>
              <a:endParaRPr lang="ko-KR" altLang="en-US" sz="800">
                <a:solidFill>
                  <a:srgbClr val="6B7280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7" name="U_DEC_pin_i_sel[1:0]">
              <a:extLst>
                <a:ext uri="{FF2B5EF4-FFF2-40B4-BE49-F238E27FC236}">
                  <a16:creationId xmlns:a16="http://schemas.microsoft.com/office/drawing/2014/main" id="{BC66A95A-BE8E-497B-4C56-39C96D1495BA}"/>
                </a:ext>
              </a:extLst>
            </p:cNvPr>
            <p:cNvSpPr/>
            <p:nvPr/>
          </p:nvSpPr>
          <p:spPr>
            <a:xfrm>
              <a:off x="4953000" y="5803900"/>
              <a:ext cx="127000" cy="127000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88" name="U_DEC_lbl_i_sel[1:0]">
              <a:extLst>
                <a:ext uri="{FF2B5EF4-FFF2-40B4-BE49-F238E27FC236}">
                  <a16:creationId xmlns:a16="http://schemas.microsoft.com/office/drawing/2014/main" id="{6EA58392-CABF-8259-C2BA-E603BD3E57EB}"/>
                </a:ext>
              </a:extLst>
            </p:cNvPr>
            <p:cNvSpPr txBox="1"/>
            <p:nvPr/>
          </p:nvSpPr>
          <p:spPr>
            <a:xfrm>
              <a:off x="51308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i_sel[1:0]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89" name="U_DEC_pin_o_dec_n[3:0]">
              <a:extLst>
                <a:ext uri="{FF2B5EF4-FFF2-40B4-BE49-F238E27FC236}">
                  <a16:creationId xmlns:a16="http://schemas.microsoft.com/office/drawing/2014/main" id="{28B4F634-F67F-6864-643F-5C4F92900535}"/>
                </a:ext>
              </a:extLst>
            </p:cNvPr>
            <p:cNvSpPr/>
            <p:nvPr/>
          </p:nvSpPr>
          <p:spPr>
            <a:xfrm>
              <a:off x="6604000" y="58039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  <p:sp>
          <p:nvSpPr>
            <p:cNvPr id="90" name="U_DEC_lbl_o_dec_n[3:0]">
              <a:extLst>
                <a:ext uri="{FF2B5EF4-FFF2-40B4-BE49-F238E27FC236}">
                  <a16:creationId xmlns:a16="http://schemas.microsoft.com/office/drawing/2014/main" id="{D3E0C597-DF81-A03D-F013-CE2EE3C2ABF9}"/>
                </a:ext>
              </a:extLst>
            </p:cNvPr>
            <p:cNvSpPr txBox="1"/>
            <p:nvPr/>
          </p:nvSpPr>
          <p:spPr>
            <a:xfrm>
              <a:off x="5664200" y="5778500"/>
              <a:ext cx="889000" cy="276999"/>
            </a:xfrm>
            <a:prstGeom prst="rect">
              <a:avLst/>
            </a:prstGeom>
            <a:noFill/>
          </p:spPr>
          <p:txBody>
            <a:bodyPr vert="horz" wrap="square" lIns="0" tIns="0" rIns="0" bIns="0" rtlCol="0">
              <a:noAutofit/>
            </a:bodyPr>
            <a:lstStyle/>
            <a:p>
              <a:pPr algn="r"/>
              <a:r>
                <a:rPr lang="en-US" altLang="ko-KR" sz="8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o_dec_n[3:0]</a:t>
              </a:r>
              <a:endParaRPr lang="ko-KR" altLang="en-US" sz="8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</p:grpSp>
      <p:grpSp>
        <p:nvGrpSpPr>
          <p:cNvPr id="123" name="in_sel">
            <a:extLst>
              <a:ext uri="{FF2B5EF4-FFF2-40B4-BE49-F238E27FC236}">
                <a16:creationId xmlns:a16="http://schemas.microsoft.com/office/drawing/2014/main" id="{E28E1FC0-1171-7696-46C2-AADD783BD4C5}"/>
              </a:ext>
            </a:extLst>
          </p:cNvPr>
          <p:cNvGrpSpPr/>
          <p:nvPr/>
        </p:nvGrpSpPr>
        <p:grpSpPr>
          <a:xfrm>
            <a:off x="963038" y="4978068"/>
            <a:ext cx="1093569" cy="191034"/>
            <a:chOff x="101600" y="5334000"/>
            <a:chExt cx="1549400" cy="254000"/>
          </a:xfrm>
        </p:grpSpPr>
        <p:sp>
          <p:nvSpPr>
            <p:cNvPr id="124" name="in_sel_body">
              <a:extLst>
                <a:ext uri="{FF2B5EF4-FFF2-40B4-BE49-F238E27FC236}">
                  <a16:creationId xmlns:a16="http://schemas.microsoft.com/office/drawing/2014/main" id="{BC5C087F-052C-D8CE-622F-007707D54FA8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i_clk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25" name="in_sel_pin">
              <a:extLst>
                <a:ext uri="{FF2B5EF4-FFF2-40B4-BE49-F238E27FC236}">
                  <a16:creationId xmlns:a16="http://schemas.microsoft.com/office/drawing/2014/main" id="{4BA31EF5-9C88-8766-2099-825398207A88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26" name="연결선: 꺾임 125">
            <a:extLst>
              <a:ext uri="{FF2B5EF4-FFF2-40B4-BE49-F238E27FC236}">
                <a16:creationId xmlns:a16="http://schemas.microsoft.com/office/drawing/2014/main" id="{7D438F27-A68E-E7D2-2AD5-873B77A4FA3D}"/>
              </a:ext>
            </a:extLst>
          </p:cNvPr>
          <p:cNvCxnSpPr>
            <a:cxnSpLocks/>
            <a:stCxn id="125" idx="3"/>
            <a:endCxn id="12" idx="1"/>
          </p:cNvCxnSpPr>
          <p:nvPr/>
        </p:nvCxnSpPr>
        <p:spPr>
          <a:xfrm flipV="1">
            <a:off x="2056607" y="3701305"/>
            <a:ext cx="295172" cy="137228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50EA6EB0-81FD-A3E8-47D4-8B58E3962B0C}"/>
              </a:ext>
            </a:extLst>
          </p:cNvPr>
          <p:cNvSpPr txBox="1"/>
          <p:nvPr/>
        </p:nvSpPr>
        <p:spPr>
          <a:xfrm>
            <a:off x="193040" y="6248195"/>
            <a:ext cx="6512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100Mhz </a:t>
            </a:r>
            <a:r>
              <a:rPr lang="ko-KR" altLang="en-US"/>
              <a:t>점등 주기가 곧 </a:t>
            </a:r>
            <a:r>
              <a:rPr lang="en-US" altLang="ko-KR"/>
              <a:t>frame</a:t>
            </a:r>
            <a:r>
              <a:rPr lang="ko-KR" altLang="en-US"/>
              <a:t>이 된다</a:t>
            </a:r>
            <a:r>
              <a:rPr lang="en-US" altLang="ko-KR"/>
              <a:t>(4</a:t>
            </a:r>
            <a:r>
              <a:rPr lang="ko-KR" altLang="en-US"/>
              <a:t>진 카운터 필요</a:t>
            </a:r>
            <a:r>
              <a:rPr lang="en-US" altLang="ko-KR"/>
              <a:t>)</a:t>
            </a:r>
            <a:endParaRPr lang="ko-KR" altLang="en-US"/>
          </a:p>
        </p:txBody>
      </p:sp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D26494F1-0909-3C1E-AE94-E61BC05206F7}"/>
              </a:ext>
            </a:extLst>
          </p:cNvPr>
          <p:cNvCxnSpPr>
            <a:cxnSpLocks/>
            <a:stCxn id="138" idx="3"/>
            <a:endCxn id="87" idx="1"/>
          </p:cNvCxnSpPr>
          <p:nvPr/>
        </p:nvCxnSpPr>
        <p:spPr>
          <a:xfrm>
            <a:off x="4980153" y="4182154"/>
            <a:ext cx="804007" cy="661160"/>
          </a:xfrm>
          <a:prstGeom prst="bentConnector3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연결선: 꺾임 141">
            <a:extLst>
              <a:ext uri="{FF2B5EF4-FFF2-40B4-BE49-F238E27FC236}">
                <a16:creationId xmlns:a16="http://schemas.microsoft.com/office/drawing/2014/main" id="{4A183162-1182-66AC-2118-EE4E3F230E9C}"/>
              </a:ext>
            </a:extLst>
          </p:cNvPr>
          <p:cNvCxnSpPr>
            <a:cxnSpLocks/>
            <a:stCxn id="138" idx="3"/>
            <a:endCxn id="81" idx="2"/>
          </p:cNvCxnSpPr>
          <p:nvPr/>
        </p:nvCxnSpPr>
        <p:spPr>
          <a:xfrm flipV="1">
            <a:off x="4980153" y="2673740"/>
            <a:ext cx="2730430" cy="1508414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4" name="in_sel">
            <a:extLst>
              <a:ext uri="{FF2B5EF4-FFF2-40B4-BE49-F238E27FC236}">
                <a16:creationId xmlns:a16="http://schemas.microsoft.com/office/drawing/2014/main" id="{049B7178-F357-D8DB-65EC-A95EF0DA1C15}"/>
              </a:ext>
            </a:extLst>
          </p:cNvPr>
          <p:cNvGrpSpPr/>
          <p:nvPr/>
        </p:nvGrpSpPr>
        <p:grpSpPr>
          <a:xfrm>
            <a:off x="997525" y="5325893"/>
            <a:ext cx="1093569" cy="191034"/>
            <a:chOff x="101600" y="5334000"/>
            <a:chExt cx="1549400" cy="254000"/>
          </a:xfrm>
        </p:grpSpPr>
        <p:sp>
          <p:nvSpPr>
            <p:cNvPr id="145" name="in_sel_body">
              <a:extLst>
                <a:ext uri="{FF2B5EF4-FFF2-40B4-BE49-F238E27FC236}">
                  <a16:creationId xmlns:a16="http://schemas.microsoft.com/office/drawing/2014/main" id="{D485E471-045D-3439-6912-A765A95A9E67}"/>
                </a:ext>
              </a:extLst>
            </p:cNvPr>
            <p:cNvSpPr/>
            <p:nvPr/>
          </p:nvSpPr>
          <p:spPr>
            <a:xfrm>
              <a:off x="101600" y="5334000"/>
              <a:ext cx="1422400" cy="254000"/>
            </a:xfrm>
            <a:prstGeom prst="homePlate">
              <a:avLst/>
            </a:prstGeom>
            <a:solidFill>
              <a:srgbClr val="DBEAFE"/>
            </a:solidFill>
            <a:ln w="15875">
              <a:solidFill>
                <a:srgbClr val="2563E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800" rIns="76201" rtlCol="0" anchor="ctr"/>
            <a:lstStyle/>
            <a:p>
              <a:r>
                <a:rPr lang="en-US" altLang="ko-KR" sz="900" b="1">
                  <a:solidFill>
                    <a:srgbClr val="1F2937"/>
                  </a:solidFill>
                  <a:latin typeface="Malgun Gothic" panose="020B0503020000020004" pitchFamily="50" charset="-127"/>
                </a:rPr>
                <a:t>i_reset</a:t>
              </a:r>
              <a:endParaRPr lang="ko-KR" altLang="en-US" sz="900" b="1">
                <a:solidFill>
                  <a:srgbClr val="1F2937"/>
                </a:solidFill>
                <a:latin typeface="Malgun Gothic" panose="020B0503020000020004" pitchFamily="50" charset="-127"/>
              </a:endParaRPr>
            </a:p>
          </p:txBody>
        </p:sp>
        <p:sp>
          <p:nvSpPr>
            <p:cNvPr id="146" name="in_sel_pin">
              <a:extLst>
                <a:ext uri="{FF2B5EF4-FFF2-40B4-BE49-F238E27FC236}">
                  <a16:creationId xmlns:a16="http://schemas.microsoft.com/office/drawing/2014/main" id="{AC34C4F3-3917-0375-2AA0-C00866D1897E}"/>
                </a:ext>
              </a:extLst>
            </p:cNvPr>
            <p:cNvSpPr/>
            <p:nvPr/>
          </p:nvSpPr>
          <p:spPr>
            <a:xfrm>
              <a:off x="1524000" y="5397500"/>
              <a:ext cx="127000" cy="127000"/>
            </a:xfrm>
            <a:prstGeom prst="rect">
              <a:avLst/>
            </a:prstGeom>
            <a:solidFill>
              <a:srgbClr val="15803D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4B40FA79-B9BF-A4DD-59FE-7FB9C6D43EEF}"/>
              </a:ext>
            </a:extLst>
          </p:cNvPr>
          <p:cNvCxnSpPr>
            <a:cxnSpLocks/>
            <a:endCxn id="151" idx="2"/>
          </p:cNvCxnSpPr>
          <p:nvPr/>
        </p:nvCxnSpPr>
        <p:spPr>
          <a:xfrm flipV="1">
            <a:off x="2097036" y="5278077"/>
            <a:ext cx="1684043" cy="161714"/>
          </a:xfrm>
          <a:prstGeom prst="bentConnector2">
            <a:avLst/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0D3BD0A6-885B-B919-DCDD-24BC236EBFB7}"/>
              </a:ext>
            </a:extLst>
          </p:cNvPr>
          <p:cNvGrpSpPr/>
          <p:nvPr/>
        </p:nvGrpSpPr>
        <p:grpSpPr>
          <a:xfrm>
            <a:off x="3727265" y="3648259"/>
            <a:ext cx="1252888" cy="1750901"/>
            <a:chOff x="3116762" y="3614014"/>
            <a:chExt cx="1415205" cy="1870688"/>
          </a:xfrm>
        </p:grpSpPr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F07F432B-0A35-C749-B21E-E96304003954}"/>
                </a:ext>
              </a:extLst>
            </p:cNvPr>
            <p:cNvGrpSpPr/>
            <p:nvPr/>
          </p:nvGrpSpPr>
          <p:grpSpPr>
            <a:xfrm>
              <a:off x="3116762" y="3614014"/>
              <a:ext cx="1415205" cy="1870688"/>
              <a:chOff x="5175422" y="3613067"/>
              <a:chExt cx="1415205" cy="2061617"/>
            </a:xfrm>
          </p:grpSpPr>
          <p:grpSp>
            <p:nvGrpSpPr>
              <p:cNvPr id="133" name="U_DEC">
                <a:extLst>
                  <a:ext uri="{FF2B5EF4-FFF2-40B4-BE49-F238E27FC236}">
                    <a16:creationId xmlns:a16="http://schemas.microsoft.com/office/drawing/2014/main" id="{BD1679CB-016E-D0DB-6FEE-32BBCAE22816}"/>
                  </a:ext>
                </a:extLst>
              </p:cNvPr>
              <p:cNvGrpSpPr/>
              <p:nvPr/>
            </p:nvGrpSpPr>
            <p:grpSpPr>
              <a:xfrm>
                <a:off x="5274382" y="3613067"/>
                <a:ext cx="1316245" cy="2061617"/>
                <a:chOff x="5080000" y="5334000"/>
                <a:chExt cx="1651000" cy="1749279"/>
              </a:xfrm>
            </p:grpSpPr>
            <p:sp>
              <p:nvSpPr>
                <p:cNvPr id="135" name="U_DEC_body">
                  <a:extLst>
                    <a:ext uri="{FF2B5EF4-FFF2-40B4-BE49-F238E27FC236}">
                      <a16:creationId xmlns:a16="http://schemas.microsoft.com/office/drawing/2014/main" id="{1C1435CB-D19F-6AF5-F6AA-FECA37B824DB}"/>
                    </a:ext>
                  </a:extLst>
                </p:cNvPr>
                <p:cNvSpPr/>
                <p:nvPr/>
              </p:nvSpPr>
              <p:spPr>
                <a:xfrm>
                  <a:off x="5080000" y="5334000"/>
                  <a:ext cx="1524000" cy="1749279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FEF2F2"/>
                </a:solidFill>
                <a:ln w="19050">
                  <a:solidFill>
                    <a:srgbClr val="B91C1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401" tIns="38100" rIns="25401" rtlCol="0" anchor="t"/>
                <a:lstStyle/>
                <a:p>
                  <a:pPr algn="ctr"/>
                  <a:r>
                    <a:rPr lang="en-US" altLang="ko-KR" sz="1001" b="1">
                      <a:solidFill>
                        <a:srgbClr val="B91C1C"/>
                      </a:solidFill>
                      <a:latin typeface="Malgun Gothic" panose="020B0503020000020004" pitchFamily="50" charset="-127"/>
                    </a:rPr>
                    <a:t>Counter4</a:t>
                  </a:r>
                </a:p>
                <a:p>
                  <a:pPr algn="ctr"/>
                  <a:r>
                    <a:rPr lang="en-US" altLang="ko-KR" sz="800">
                      <a:solidFill>
                        <a:srgbClr val="6B7280"/>
                      </a:solidFill>
                      <a:latin typeface="Malgun Gothic" panose="020B0503020000020004" pitchFamily="50" charset="-127"/>
                    </a:rPr>
                    <a:t>U_DEC</a:t>
                  </a:r>
                  <a:endParaRPr lang="ko-KR" altLang="en-US" sz="800">
                    <a:solidFill>
                      <a:srgbClr val="6B7280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7" name="U_DEC_lbl_i_sel[1:0]">
                  <a:extLst>
                    <a:ext uri="{FF2B5EF4-FFF2-40B4-BE49-F238E27FC236}">
                      <a16:creationId xmlns:a16="http://schemas.microsoft.com/office/drawing/2014/main" id="{C9BE21E2-E164-F96C-70A2-C2BBCBC4E3AE}"/>
                    </a:ext>
                  </a:extLst>
                </p:cNvPr>
                <p:cNvSpPr txBox="1"/>
                <p:nvPr/>
              </p:nvSpPr>
              <p:spPr>
                <a:xfrm>
                  <a:off x="5136959" y="6575956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i_clk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8" name="U_DEC_pin_o_dec_n[3:0]">
                  <a:extLst>
                    <a:ext uri="{FF2B5EF4-FFF2-40B4-BE49-F238E27FC236}">
                      <a16:creationId xmlns:a16="http://schemas.microsoft.com/office/drawing/2014/main" id="{F03CBDF8-C32F-8C75-2FF5-504C00B9D379}"/>
                    </a:ext>
                  </a:extLst>
                </p:cNvPr>
                <p:cNvSpPr/>
                <p:nvPr/>
              </p:nvSpPr>
              <p:spPr>
                <a:xfrm>
                  <a:off x="6604000" y="5803900"/>
                  <a:ext cx="127000" cy="127000"/>
                </a:xfrm>
                <a:prstGeom prst="rect">
                  <a:avLst/>
                </a:prstGeom>
                <a:solidFill>
                  <a:srgbClr val="15803D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39" name="U_DEC_lbl_o_dec_n[3:0]">
                  <a:extLst>
                    <a:ext uri="{FF2B5EF4-FFF2-40B4-BE49-F238E27FC236}">
                      <a16:creationId xmlns:a16="http://schemas.microsoft.com/office/drawing/2014/main" id="{56B7F015-4307-1E76-868F-D784D1F60554}"/>
                    </a:ext>
                  </a:extLst>
                </p:cNvPr>
                <p:cNvSpPr txBox="1"/>
                <p:nvPr/>
              </p:nvSpPr>
              <p:spPr>
                <a:xfrm>
                  <a:off x="5664200" y="5778500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o_sel[1:0]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</p:grpSp>
          <p:sp>
            <p:nvSpPr>
              <p:cNvPr id="134" name="U_DEC_pin_i_sel[1:0]">
                <a:extLst>
                  <a:ext uri="{FF2B5EF4-FFF2-40B4-BE49-F238E27FC236}">
                    <a16:creationId xmlns:a16="http://schemas.microsoft.com/office/drawing/2014/main" id="{DE337BBF-55CF-9D46-4901-B0BE2D5F066A}"/>
                  </a:ext>
                </a:extLst>
              </p:cNvPr>
              <p:cNvSpPr/>
              <p:nvPr/>
            </p:nvSpPr>
            <p:spPr>
              <a:xfrm>
                <a:off x="5175422" y="5080120"/>
                <a:ext cx="101250" cy="149676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</p:grpSp>
        <p:sp>
          <p:nvSpPr>
            <p:cNvPr id="151" name="U_DEC_pin_i_sel[1:0]">
              <a:extLst>
                <a:ext uri="{FF2B5EF4-FFF2-40B4-BE49-F238E27FC236}">
                  <a16:creationId xmlns:a16="http://schemas.microsoft.com/office/drawing/2014/main" id="{FC5B8FE2-3374-6BDA-0467-7678CFC77318}"/>
                </a:ext>
              </a:extLst>
            </p:cNvPr>
            <p:cNvSpPr/>
            <p:nvPr/>
          </p:nvSpPr>
          <p:spPr>
            <a:xfrm>
              <a:off x="3126922" y="5219521"/>
              <a:ext cx="101250" cy="135814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7" name="U_DEC_lbl_i_sel[1:0]">
            <a:extLst>
              <a:ext uri="{FF2B5EF4-FFF2-40B4-BE49-F238E27FC236}">
                <a16:creationId xmlns:a16="http://schemas.microsoft.com/office/drawing/2014/main" id="{22C1C6E0-7F5B-9757-B388-0E7A49F6EB1E}"/>
              </a:ext>
            </a:extLst>
          </p:cNvPr>
          <p:cNvSpPr txBox="1"/>
          <p:nvPr/>
        </p:nvSpPr>
        <p:spPr>
          <a:xfrm>
            <a:off x="3851316" y="5139449"/>
            <a:ext cx="627457" cy="277256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800" b="1">
                <a:solidFill>
                  <a:srgbClr val="1F2937"/>
                </a:solidFill>
                <a:latin typeface="Malgun Gothic" panose="020B0503020000020004" pitchFamily="50" charset="-127"/>
              </a:rPr>
              <a:t>i_reset_n</a:t>
            </a:r>
            <a:endParaRPr lang="ko-KR" altLang="en-US" sz="8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95F718E-68A8-90CA-CDFB-08B86C480F85}"/>
              </a:ext>
            </a:extLst>
          </p:cNvPr>
          <p:cNvGrpSpPr/>
          <p:nvPr/>
        </p:nvGrpSpPr>
        <p:grpSpPr>
          <a:xfrm>
            <a:off x="2351779" y="2772299"/>
            <a:ext cx="1191058" cy="1254592"/>
            <a:chOff x="3116762" y="3614014"/>
            <a:chExt cx="1415205" cy="1889434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98F0C50-8357-A0C8-6B86-C525EE3ED3CF}"/>
                </a:ext>
              </a:extLst>
            </p:cNvPr>
            <p:cNvGrpSpPr/>
            <p:nvPr/>
          </p:nvGrpSpPr>
          <p:grpSpPr>
            <a:xfrm>
              <a:off x="3116762" y="3614014"/>
              <a:ext cx="1415205" cy="1889434"/>
              <a:chOff x="5175422" y="3613067"/>
              <a:chExt cx="1415205" cy="2082276"/>
            </a:xfrm>
          </p:grpSpPr>
          <p:grpSp>
            <p:nvGrpSpPr>
              <p:cNvPr id="11" name="U_DEC">
                <a:extLst>
                  <a:ext uri="{FF2B5EF4-FFF2-40B4-BE49-F238E27FC236}">
                    <a16:creationId xmlns:a16="http://schemas.microsoft.com/office/drawing/2014/main" id="{11391B85-44EA-9F3C-F488-BD85533EF8CC}"/>
                  </a:ext>
                </a:extLst>
              </p:cNvPr>
              <p:cNvGrpSpPr/>
              <p:nvPr/>
            </p:nvGrpSpPr>
            <p:grpSpPr>
              <a:xfrm>
                <a:off x="5274382" y="3613067"/>
                <a:ext cx="1316245" cy="2082276"/>
                <a:chOff x="5080000" y="5334000"/>
                <a:chExt cx="1651000" cy="1766808"/>
              </a:xfrm>
            </p:grpSpPr>
            <p:sp>
              <p:nvSpPr>
                <p:cNvPr id="13" name="U_DEC_body">
                  <a:extLst>
                    <a:ext uri="{FF2B5EF4-FFF2-40B4-BE49-F238E27FC236}">
                      <a16:creationId xmlns:a16="http://schemas.microsoft.com/office/drawing/2014/main" id="{6CFB1B9F-C05A-4950-763F-CCA4F81A8537}"/>
                    </a:ext>
                  </a:extLst>
                </p:cNvPr>
                <p:cNvSpPr/>
                <p:nvPr/>
              </p:nvSpPr>
              <p:spPr>
                <a:xfrm>
                  <a:off x="5080000" y="5334000"/>
                  <a:ext cx="1524000" cy="1749279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FEF2F2"/>
                </a:solidFill>
                <a:ln w="19050">
                  <a:solidFill>
                    <a:srgbClr val="B91C1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401" tIns="38100" rIns="25401" rtlCol="0" anchor="t"/>
                <a:lstStyle/>
                <a:p>
                  <a:pPr algn="ctr"/>
                  <a:r>
                    <a:rPr lang="en-US" altLang="ko-KR" sz="1001" b="1">
                      <a:solidFill>
                        <a:srgbClr val="B91C1C"/>
                      </a:solidFill>
                      <a:latin typeface="Malgun Gothic" panose="020B0503020000020004" pitchFamily="50" charset="-127"/>
                    </a:rPr>
                    <a:t>CLK_Divider</a:t>
                  </a:r>
                </a:p>
                <a:p>
                  <a:pPr algn="ctr"/>
                  <a:r>
                    <a:rPr lang="en-US" altLang="ko-KR" sz="800">
                      <a:solidFill>
                        <a:srgbClr val="6B7280"/>
                      </a:solidFill>
                      <a:latin typeface="Malgun Gothic" panose="020B0503020000020004" pitchFamily="50" charset="-127"/>
                    </a:rPr>
                    <a:t>U_DEC</a:t>
                  </a:r>
                  <a:endParaRPr lang="ko-KR" altLang="en-US" sz="800">
                    <a:solidFill>
                      <a:srgbClr val="6B7280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4" name="U_DEC_lbl_i_sel[1:0]">
                  <a:extLst>
                    <a:ext uri="{FF2B5EF4-FFF2-40B4-BE49-F238E27FC236}">
                      <a16:creationId xmlns:a16="http://schemas.microsoft.com/office/drawing/2014/main" id="{F6AA7DF4-DB55-0009-03C0-7C175E2D133D}"/>
                    </a:ext>
                  </a:extLst>
                </p:cNvPr>
                <p:cNvSpPr txBox="1"/>
                <p:nvPr/>
              </p:nvSpPr>
              <p:spPr>
                <a:xfrm>
                  <a:off x="5136959" y="6575956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i_clk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5" name="U_DEC_pin_o_dec_n[3:0]">
                  <a:extLst>
                    <a:ext uri="{FF2B5EF4-FFF2-40B4-BE49-F238E27FC236}">
                      <a16:creationId xmlns:a16="http://schemas.microsoft.com/office/drawing/2014/main" id="{24328840-2CC8-E97C-B8C2-1E15207568C5}"/>
                    </a:ext>
                  </a:extLst>
                </p:cNvPr>
                <p:cNvSpPr/>
                <p:nvPr/>
              </p:nvSpPr>
              <p:spPr>
                <a:xfrm>
                  <a:off x="6604000" y="5803900"/>
                  <a:ext cx="127000" cy="127000"/>
                </a:xfrm>
                <a:prstGeom prst="rect">
                  <a:avLst/>
                </a:prstGeom>
                <a:solidFill>
                  <a:srgbClr val="15803D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6" name="U_DEC_lbl_o_dec_n[3:0]">
                  <a:extLst>
                    <a:ext uri="{FF2B5EF4-FFF2-40B4-BE49-F238E27FC236}">
                      <a16:creationId xmlns:a16="http://schemas.microsoft.com/office/drawing/2014/main" id="{4471E3A7-3ECD-3DD8-0D51-3863AC850A4D}"/>
                    </a:ext>
                  </a:extLst>
                </p:cNvPr>
                <p:cNvSpPr txBox="1"/>
                <p:nvPr/>
              </p:nvSpPr>
              <p:spPr>
                <a:xfrm>
                  <a:off x="5664200" y="5778500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o_clk_800h]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1" name="U_DEC_lbl_i_sel[1:0]">
                  <a:extLst>
                    <a:ext uri="{FF2B5EF4-FFF2-40B4-BE49-F238E27FC236}">
                      <a16:creationId xmlns:a16="http://schemas.microsoft.com/office/drawing/2014/main" id="{9CE41590-D713-7A20-827A-7FE0255184FB}"/>
                    </a:ext>
                  </a:extLst>
                </p:cNvPr>
                <p:cNvSpPr txBox="1"/>
                <p:nvPr/>
              </p:nvSpPr>
              <p:spPr>
                <a:xfrm>
                  <a:off x="5136959" y="6823809"/>
                  <a:ext cx="889001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i_reset_n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</p:grpSp>
          <p:sp>
            <p:nvSpPr>
              <p:cNvPr id="12" name="U_DEC_pin_i_sel[1:0]">
                <a:extLst>
                  <a:ext uri="{FF2B5EF4-FFF2-40B4-BE49-F238E27FC236}">
                    <a16:creationId xmlns:a16="http://schemas.microsoft.com/office/drawing/2014/main" id="{32A19BC8-6AC9-9332-4102-A1498042C857}"/>
                  </a:ext>
                </a:extLst>
              </p:cNvPr>
              <p:cNvSpPr/>
              <p:nvPr/>
            </p:nvSpPr>
            <p:spPr>
              <a:xfrm>
                <a:off x="5175422" y="5080120"/>
                <a:ext cx="101250" cy="149676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</p:grpSp>
        <p:sp>
          <p:nvSpPr>
            <p:cNvPr id="10" name="U_DEC_pin_i_sel[1:0]">
              <a:extLst>
                <a:ext uri="{FF2B5EF4-FFF2-40B4-BE49-F238E27FC236}">
                  <a16:creationId xmlns:a16="http://schemas.microsoft.com/office/drawing/2014/main" id="{8DDB9A5C-FD4C-42F6-677D-4F71A8F27553}"/>
                </a:ext>
              </a:extLst>
            </p:cNvPr>
            <p:cNvSpPr/>
            <p:nvPr/>
          </p:nvSpPr>
          <p:spPr>
            <a:xfrm>
              <a:off x="3126922" y="5219521"/>
              <a:ext cx="101250" cy="135814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0BC513C6-46FA-5652-242B-999B11F4DC07}"/>
              </a:ext>
            </a:extLst>
          </p:cNvPr>
          <p:cNvCxnSpPr>
            <a:cxnSpLocks/>
            <a:stCxn id="15" idx="3"/>
            <a:endCxn id="134" idx="1"/>
          </p:cNvCxnSpPr>
          <p:nvPr/>
        </p:nvCxnSpPr>
        <p:spPr>
          <a:xfrm>
            <a:off x="3542837" y="3151062"/>
            <a:ext cx="184428" cy="1806703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126">
            <a:extLst>
              <a:ext uri="{FF2B5EF4-FFF2-40B4-BE49-F238E27FC236}">
                <a16:creationId xmlns:a16="http://schemas.microsoft.com/office/drawing/2014/main" id="{362BAB56-B192-9FCE-AE87-2928AB1181E0}"/>
              </a:ext>
            </a:extLst>
          </p:cNvPr>
          <p:cNvCxnSpPr>
            <a:cxnSpLocks/>
            <a:endCxn id="10" idx="2"/>
          </p:cNvCxnSpPr>
          <p:nvPr/>
        </p:nvCxnSpPr>
        <p:spPr>
          <a:xfrm rot="5400000" flipH="1" flipV="1">
            <a:off x="1498421" y="4535275"/>
            <a:ext cx="1511246" cy="297786"/>
          </a:xfrm>
          <a:prstGeom prst="bentConnector3">
            <a:avLst>
              <a:gd name="adj1" fmla="val 455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330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2A9E8-17C6-85E1-4A9E-56475324F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그룹 53">
            <a:extLst>
              <a:ext uri="{FF2B5EF4-FFF2-40B4-BE49-F238E27FC236}">
                <a16:creationId xmlns:a16="http://schemas.microsoft.com/office/drawing/2014/main" id="{99C0FD6F-0CAA-AF77-FE1E-A30744D4192A}"/>
              </a:ext>
            </a:extLst>
          </p:cNvPr>
          <p:cNvGrpSpPr/>
          <p:nvPr/>
        </p:nvGrpSpPr>
        <p:grpSpPr>
          <a:xfrm>
            <a:off x="2286000" y="1517371"/>
            <a:ext cx="3167270" cy="457203"/>
            <a:chOff x="2286000" y="1517371"/>
            <a:chExt cx="6135756" cy="457203"/>
          </a:xfrm>
        </p:grpSpPr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2C13CDC8-925E-1E98-55D9-C7F8A614ED87}"/>
                </a:ext>
              </a:extLst>
            </p:cNvPr>
            <p:cNvGrpSpPr/>
            <p:nvPr/>
          </p:nvGrpSpPr>
          <p:grpSpPr>
            <a:xfrm>
              <a:off x="2286000" y="1517371"/>
              <a:ext cx="3220278" cy="457203"/>
              <a:chOff x="2286000" y="1517371"/>
              <a:chExt cx="3220278" cy="457203"/>
            </a:xfrm>
          </p:grpSpPr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F7090E7A-C254-6891-0F53-A5FDBEA8A9ED}"/>
                  </a:ext>
                </a:extLst>
              </p:cNvPr>
              <p:cNvGrpSpPr/>
              <p:nvPr/>
            </p:nvGrpSpPr>
            <p:grpSpPr>
              <a:xfrm>
                <a:off x="2286000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12" name="그룹 11">
                  <a:extLst>
                    <a:ext uri="{FF2B5EF4-FFF2-40B4-BE49-F238E27FC236}">
                      <a16:creationId xmlns:a16="http://schemas.microsoft.com/office/drawing/2014/main" id="{C8FAAD1D-A01E-0F8F-6670-9CAE157D11EA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7" name="연결선: 꺾임 6">
                    <a:extLst>
                      <a:ext uri="{FF2B5EF4-FFF2-40B4-BE49-F238E27FC236}">
                        <a16:creationId xmlns:a16="http://schemas.microsoft.com/office/drawing/2014/main" id="{C047C09C-1075-3A13-EDE3-ACF5658540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" name="연결선: 꺾임 8">
                    <a:extLst>
                      <a:ext uri="{FF2B5EF4-FFF2-40B4-BE49-F238E27FC236}">
                        <a16:creationId xmlns:a16="http://schemas.microsoft.com/office/drawing/2014/main" id="{F73980F7-E187-B6F9-3970-10245672A2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3" name="그룹 12">
                  <a:extLst>
                    <a:ext uri="{FF2B5EF4-FFF2-40B4-BE49-F238E27FC236}">
                      <a16:creationId xmlns:a16="http://schemas.microsoft.com/office/drawing/2014/main" id="{0673C41B-DF4C-9000-F714-69CB0F9C8072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4" name="연결선: 꺾임 13">
                    <a:extLst>
                      <a:ext uri="{FF2B5EF4-FFF2-40B4-BE49-F238E27FC236}">
                        <a16:creationId xmlns:a16="http://schemas.microsoft.com/office/drawing/2014/main" id="{75E2F747-308E-7645-B1D6-CFB8133AE4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연결선: 꺾임 14">
                    <a:extLst>
                      <a:ext uri="{FF2B5EF4-FFF2-40B4-BE49-F238E27FC236}">
                        <a16:creationId xmlns:a16="http://schemas.microsoft.com/office/drawing/2014/main" id="{94E9EA12-E846-FFDE-5E53-0144AA6D44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678ACD5C-BB7B-6553-CBD8-5ED1AEB63DC7}"/>
                  </a:ext>
                </a:extLst>
              </p:cNvPr>
              <p:cNvGrpSpPr/>
              <p:nvPr/>
            </p:nvGrpSpPr>
            <p:grpSpPr>
              <a:xfrm>
                <a:off x="3737113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319CFAE7-7A34-1E59-F6E4-B50688BC66EB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22" name="연결선: 꺾임 21">
                    <a:extLst>
                      <a:ext uri="{FF2B5EF4-FFF2-40B4-BE49-F238E27FC236}">
                        <a16:creationId xmlns:a16="http://schemas.microsoft.com/office/drawing/2014/main" id="{E94E99B8-392F-BFF7-8428-9B9AC8171F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연결선: 꺾임 22">
                    <a:extLst>
                      <a:ext uri="{FF2B5EF4-FFF2-40B4-BE49-F238E27FC236}">
                        <a16:creationId xmlns:a16="http://schemas.microsoft.com/office/drawing/2014/main" id="{E893CA43-6A46-15D7-EB4D-57C41746C0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5EE5A8E5-1AD1-CBD3-265A-E256858F17CD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20" name="연결선: 꺾임 19">
                    <a:extLst>
                      <a:ext uri="{FF2B5EF4-FFF2-40B4-BE49-F238E27FC236}">
                        <a16:creationId xmlns:a16="http://schemas.microsoft.com/office/drawing/2014/main" id="{496C402A-9DD2-CE49-6CFB-BC1BF66F42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연결선: 꺾임 20">
                    <a:extLst>
                      <a:ext uri="{FF2B5EF4-FFF2-40B4-BE49-F238E27FC236}">
                        <a16:creationId xmlns:a16="http://schemas.microsoft.com/office/drawing/2014/main" id="{5F14B18B-992D-E686-3EDD-348A074A5A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30F82F5A-54BC-2874-0F04-8083D5D37644}"/>
                </a:ext>
              </a:extLst>
            </p:cNvPr>
            <p:cNvGrpSpPr/>
            <p:nvPr/>
          </p:nvGrpSpPr>
          <p:grpSpPr>
            <a:xfrm>
              <a:off x="5201478" y="1517371"/>
              <a:ext cx="3220278" cy="457203"/>
              <a:chOff x="2286000" y="1517371"/>
              <a:chExt cx="3220278" cy="457203"/>
            </a:xfrm>
          </p:grpSpPr>
          <p:grpSp>
            <p:nvGrpSpPr>
              <p:cNvPr id="40" name="그룹 39">
                <a:extLst>
                  <a:ext uri="{FF2B5EF4-FFF2-40B4-BE49-F238E27FC236}">
                    <a16:creationId xmlns:a16="http://schemas.microsoft.com/office/drawing/2014/main" id="{6E5577F3-D1E8-435F-FED2-E366410CED6D}"/>
                  </a:ext>
                </a:extLst>
              </p:cNvPr>
              <p:cNvGrpSpPr/>
              <p:nvPr/>
            </p:nvGrpSpPr>
            <p:grpSpPr>
              <a:xfrm>
                <a:off x="2286000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48" name="그룹 47">
                  <a:extLst>
                    <a:ext uri="{FF2B5EF4-FFF2-40B4-BE49-F238E27FC236}">
                      <a16:creationId xmlns:a16="http://schemas.microsoft.com/office/drawing/2014/main" id="{B58E24EA-9708-1D65-32EF-AFF73FD47CB0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52" name="연결선: 꺾임 51">
                    <a:extLst>
                      <a:ext uri="{FF2B5EF4-FFF2-40B4-BE49-F238E27FC236}">
                        <a16:creationId xmlns:a16="http://schemas.microsoft.com/office/drawing/2014/main" id="{73C9BEF1-4021-266C-EB63-BAC096415A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연결선: 꺾임 52">
                    <a:extLst>
                      <a:ext uri="{FF2B5EF4-FFF2-40B4-BE49-F238E27FC236}">
                        <a16:creationId xmlns:a16="http://schemas.microsoft.com/office/drawing/2014/main" id="{DA327E41-8DAA-7614-24B4-0FCCC0B0414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" name="그룹 48">
                  <a:extLst>
                    <a:ext uri="{FF2B5EF4-FFF2-40B4-BE49-F238E27FC236}">
                      <a16:creationId xmlns:a16="http://schemas.microsoft.com/office/drawing/2014/main" id="{C047E3F5-8780-10EB-5DC5-E0594AF42055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50" name="연결선: 꺾임 49">
                    <a:extLst>
                      <a:ext uri="{FF2B5EF4-FFF2-40B4-BE49-F238E27FC236}">
                        <a16:creationId xmlns:a16="http://schemas.microsoft.com/office/drawing/2014/main" id="{9B98D28C-15AB-C209-D81F-A899363F67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" name="연결선: 꺾임 50">
                    <a:extLst>
                      <a:ext uri="{FF2B5EF4-FFF2-40B4-BE49-F238E27FC236}">
                        <a16:creationId xmlns:a16="http://schemas.microsoft.com/office/drawing/2014/main" id="{5378E85F-545B-787B-19A6-74F443F6CB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2535F988-BFE8-226E-4B5A-8FCB1DAABB10}"/>
                  </a:ext>
                </a:extLst>
              </p:cNvPr>
              <p:cNvGrpSpPr/>
              <p:nvPr/>
            </p:nvGrpSpPr>
            <p:grpSpPr>
              <a:xfrm>
                <a:off x="3737113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42" name="그룹 41">
                  <a:extLst>
                    <a:ext uri="{FF2B5EF4-FFF2-40B4-BE49-F238E27FC236}">
                      <a16:creationId xmlns:a16="http://schemas.microsoft.com/office/drawing/2014/main" id="{F6542FB9-110B-5988-CE2F-ACA7C3DA8976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46" name="연결선: 꺾임 45">
                    <a:extLst>
                      <a:ext uri="{FF2B5EF4-FFF2-40B4-BE49-F238E27FC236}">
                        <a16:creationId xmlns:a16="http://schemas.microsoft.com/office/drawing/2014/main" id="{2219091E-4B2B-74CD-107F-F01003736B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연결선: 꺾임 46">
                    <a:extLst>
                      <a:ext uri="{FF2B5EF4-FFF2-40B4-BE49-F238E27FC236}">
                        <a16:creationId xmlns:a16="http://schemas.microsoft.com/office/drawing/2014/main" id="{CD053AEA-E4C3-6CAB-3EBD-B6BABF6713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3" name="그룹 42">
                  <a:extLst>
                    <a:ext uri="{FF2B5EF4-FFF2-40B4-BE49-F238E27FC236}">
                      <a16:creationId xmlns:a16="http://schemas.microsoft.com/office/drawing/2014/main" id="{568008E1-5F91-83A7-D08F-83EC901A5278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44" name="연결선: 꺾임 43">
                    <a:extLst>
                      <a:ext uri="{FF2B5EF4-FFF2-40B4-BE49-F238E27FC236}">
                        <a16:creationId xmlns:a16="http://schemas.microsoft.com/office/drawing/2014/main" id="{ACC08529-D65B-5A2F-5539-2CB866D8C6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연결선: 꺾임 44">
                    <a:extLst>
                      <a:ext uri="{FF2B5EF4-FFF2-40B4-BE49-F238E27FC236}">
                        <a16:creationId xmlns:a16="http://schemas.microsoft.com/office/drawing/2014/main" id="{48F2BC10-C679-B15A-929D-15EFCFC46D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471D7CFD-04A3-0081-7B65-0823B4E19FD0}"/>
              </a:ext>
            </a:extLst>
          </p:cNvPr>
          <p:cNvSpPr txBox="1"/>
          <p:nvPr/>
        </p:nvSpPr>
        <p:spPr>
          <a:xfrm>
            <a:off x="5674227" y="1517371"/>
            <a:ext cx="1133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...</a:t>
            </a:r>
            <a:endParaRPr lang="ko-KR" altLang="en-US"/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DB9B8643-0CB2-9E95-594A-D41B11AEF4F9}"/>
              </a:ext>
            </a:extLst>
          </p:cNvPr>
          <p:cNvGrpSpPr/>
          <p:nvPr/>
        </p:nvGrpSpPr>
        <p:grpSpPr>
          <a:xfrm>
            <a:off x="6096000" y="1517371"/>
            <a:ext cx="3167270" cy="457203"/>
            <a:chOff x="2286000" y="1517371"/>
            <a:chExt cx="6135756" cy="457203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80FE1F8A-94E1-CB92-859A-CD1EDE155933}"/>
                </a:ext>
              </a:extLst>
            </p:cNvPr>
            <p:cNvGrpSpPr/>
            <p:nvPr/>
          </p:nvGrpSpPr>
          <p:grpSpPr>
            <a:xfrm>
              <a:off x="2286000" y="1517371"/>
              <a:ext cx="3220278" cy="457203"/>
              <a:chOff x="2286000" y="1517371"/>
              <a:chExt cx="3220278" cy="457203"/>
            </a:xfrm>
          </p:grpSpPr>
          <p:grpSp>
            <p:nvGrpSpPr>
              <p:cNvPr id="104" name="그룹 103">
                <a:extLst>
                  <a:ext uri="{FF2B5EF4-FFF2-40B4-BE49-F238E27FC236}">
                    <a16:creationId xmlns:a16="http://schemas.microsoft.com/office/drawing/2014/main" id="{7FE278B8-C2B0-165E-8900-D872A591B594}"/>
                  </a:ext>
                </a:extLst>
              </p:cNvPr>
              <p:cNvGrpSpPr/>
              <p:nvPr/>
            </p:nvGrpSpPr>
            <p:grpSpPr>
              <a:xfrm>
                <a:off x="2286000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112" name="그룹 111">
                  <a:extLst>
                    <a:ext uri="{FF2B5EF4-FFF2-40B4-BE49-F238E27FC236}">
                      <a16:creationId xmlns:a16="http://schemas.microsoft.com/office/drawing/2014/main" id="{AFBE01E9-98CA-38F3-1BAF-D712F8014F2F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16" name="연결선: 꺾임 115">
                    <a:extLst>
                      <a:ext uri="{FF2B5EF4-FFF2-40B4-BE49-F238E27FC236}">
                        <a16:creationId xmlns:a16="http://schemas.microsoft.com/office/drawing/2014/main" id="{15A96845-C5DD-FE67-AB00-2E485AF5584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7" name="연결선: 꺾임 116">
                    <a:extLst>
                      <a:ext uri="{FF2B5EF4-FFF2-40B4-BE49-F238E27FC236}">
                        <a16:creationId xmlns:a16="http://schemas.microsoft.com/office/drawing/2014/main" id="{8A582D80-EAAA-7625-EF7E-C40D1918FE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3" name="그룹 112">
                  <a:extLst>
                    <a:ext uri="{FF2B5EF4-FFF2-40B4-BE49-F238E27FC236}">
                      <a16:creationId xmlns:a16="http://schemas.microsoft.com/office/drawing/2014/main" id="{4F6F4F0D-7202-7D48-F3F5-17A5B80E91E5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14" name="연결선: 꺾임 113">
                    <a:extLst>
                      <a:ext uri="{FF2B5EF4-FFF2-40B4-BE49-F238E27FC236}">
                        <a16:creationId xmlns:a16="http://schemas.microsoft.com/office/drawing/2014/main" id="{51849C51-3C83-B071-A3CD-60A516D41D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5" name="연결선: 꺾임 114">
                    <a:extLst>
                      <a:ext uri="{FF2B5EF4-FFF2-40B4-BE49-F238E27FC236}">
                        <a16:creationId xmlns:a16="http://schemas.microsoft.com/office/drawing/2014/main" id="{AD4D89AB-6915-8F34-05F5-B687F476C2D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105" name="그룹 104">
                <a:extLst>
                  <a:ext uri="{FF2B5EF4-FFF2-40B4-BE49-F238E27FC236}">
                    <a16:creationId xmlns:a16="http://schemas.microsoft.com/office/drawing/2014/main" id="{B9F83965-AC0C-69BF-1101-9D444ABA7C47}"/>
                  </a:ext>
                </a:extLst>
              </p:cNvPr>
              <p:cNvGrpSpPr/>
              <p:nvPr/>
            </p:nvGrpSpPr>
            <p:grpSpPr>
              <a:xfrm>
                <a:off x="3737113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106" name="그룹 105">
                  <a:extLst>
                    <a:ext uri="{FF2B5EF4-FFF2-40B4-BE49-F238E27FC236}">
                      <a16:creationId xmlns:a16="http://schemas.microsoft.com/office/drawing/2014/main" id="{FA7FE91D-AC98-F4BF-F947-360F8E4FB7F8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10" name="연결선: 꺾임 109">
                    <a:extLst>
                      <a:ext uri="{FF2B5EF4-FFF2-40B4-BE49-F238E27FC236}">
                        <a16:creationId xmlns:a16="http://schemas.microsoft.com/office/drawing/2014/main" id="{2B26601D-06BE-A41A-C312-E16A249247C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1" name="연결선: 꺾임 110">
                    <a:extLst>
                      <a:ext uri="{FF2B5EF4-FFF2-40B4-BE49-F238E27FC236}">
                        <a16:creationId xmlns:a16="http://schemas.microsoft.com/office/drawing/2014/main" id="{9F79B159-AA94-FC26-A4A1-8ECE739BCD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7" name="그룹 106">
                  <a:extLst>
                    <a:ext uri="{FF2B5EF4-FFF2-40B4-BE49-F238E27FC236}">
                      <a16:creationId xmlns:a16="http://schemas.microsoft.com/office/drawing/2014/main" id="{F4819CFA-E547-45CD-5281-6889318134D7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08" name="연결선: 꺾임 107">
                    <a:extLst>
                      <a:ext uri="{FF2B5EF4-FFF2-40B4-BE49-F238E27FC236}">
                        <a16:creationId xmlns:a16="http://schemas.microsoft.com/office/drawing/2014/main" id="{D518798A-320C-FD83-E12A-886A18E3C9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9" name="연결선: 꺾임 108">
                    <a:extLst>
                      <a:ext uri="{FF2B5EF4-FFF2-40B4-BE49-F238E27FC236}">
                        <a16:creationId xmlns:a16="http://schemas.microsoft.com/office/drawing/2014/main" id="{B112B9C6-4E87-F693-554E-C5EB8BB449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E311DEC6-80EF-8A59-2E9E-BF825540CF05}"/>
                </a:ext>
              </a:extLst>
            </p:cNvPr>
            <p:cNvGrpSpPr/>
            <p:nvPr/>
          </p:nvGrpSpPr>
          <p:grpSpPr>
            <a:xfrm>
              <a:off x="5201478" y="1517371"/>
              <a:ext cx="3220278" cy="457203"/>
              <a:chOff x="2286000" y="1517371"/>
              <a:chExt cx="3220278" cy="457203"/>
            </a:xfrm>
          </p:grpSpPr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2D0FEDAD-23AC-B2C6-23E6-3698D67B5FC3}"/>
                  </a:ext>
                </a:extLst>
              </p:cNvPr>
              <p:cNvGrpSpPr/>
              <p:nvPr/>
            </p:nvGrpSpPr>
            <p:grpSpPr>
              <a:xfrm>
                <a:off x="2286000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98" name="그룹 97">
                  <a:extLst>
                    <a:ext uri="{FF2B5EF4-FFF2-40B4-BE49-F238E27FC236}">
                      <a16:creationId xmlns:a16="http://schemas.microsoft.com/office/drawing/2014/main" id="{5C026B38-904F-C036-6C8D-FB2699E9BFB2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02" name="연결선: 꺾임 101">
                    <a:extLst>
                      <a:ext uri="{FF2B5EF4-FFF2-40B4-BE49-F238E27FC236}">
                        <a16:creationId xmlns:a16="http://schemas.microsoft.com/office/drawing/2014/main" id="{ACBF2FB7-EC75-E8A1-4F23-F9DFE7DB2D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3" name="연결선: 꺾임 102">
                    <a:extLst>
                      <a:ext uri="{FF2B5EF4-FFF2-40B4-BE49-F238E27FC236}">
                        <a16:creationId xmlns:a16="http://schemas.microsoft.com/office/drawing/2014/main" id="{D43F5D94-53CD-8EBD-8F0B-B9E31FB2BC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9" name="그룹 98">
                  <a:extLst>
                    <a:ext uri="{FF2B5EF4-FFF2-40B4-BE49-F238E27FC236}">
                      <a16:creationId xmlns:a16="http://schemas.microsoft.com/office/drawing/2014/main" id="{8E880119-14CF-D091-669E-D93856FE4D3A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100" name="연결선: 꺾임 99">
                    <a:extLst>
                      <a:ext uri="{FF2B5EF4-FFF2-40B4-BE49-F238E27FC236}">
                        <a16:creationId xmlns:a16="http://schemas.microsoft.com/office/drawing/2014/main" id="{C31D336B-D308-E6EB-C8DF-975DC263EE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1" name="연결선: 꺾임 100">
                    <a:extLst>
                      <a:ext uri="{FF2B5EF4-FFF2-40B4-BE49-F238E27FC236}">
                        <a16:creationId xmlns:a16="http://schemas.microsoft.com/office/drawing/2014/main" id="{AFC1A9A7-D2B0-C5F4-B78F-47CBB78FC8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91" name="그룹 90">
                <a:extLst>
                  <a:ext uri="{FF2B5EF4-FFF2-40B4-BE49-F238E27FC236}">
                    <a16:creationId xmlns:a16="http://schemas.microsoft.com/office/drawing/2014/main" id="{4D046590-B3B1-B007-48B5-5CC3F13598FD}"/>
                  </a:ext>
                </a:extLst>
              </p:cNvPr>
              <p:cNvGrpSpPr/>
              <p:nvPr/>
            </p:nvGrpSpPr>
            <p:grpSpPr>
              <a:xfrm>
                <a:off x="3737113" y="1517371"/>
                <a:ext cx="1769165" cy="457203"/>
                <a:chOff x="2286000" y="1517371"/>
                <a:chExt cx="1769165" cy="457203"/>
              </a:xfrm>
            </p:grpSpPr>
            <p:grpSp>
              <p:nvGrpSpPr>
                <p:cNvPr id="92" name="그룹 91">
                  <a:extLst>
                    <a:ext uri="{FF2B5EF4-FFF2-40B4-BE49-F238E27FC236}">
                      <a16:creationId xmlns:a16="http://schemas.microsoft.com/office/drawing/2014/main" id="{04664B99-864D-4B54-8D81-474B4FAE9F58}"/>
                    </a:ext>
                  </a:extLst>
                </p:cNvPr>
                <p:cNvGrpSpPr/>
                <p:nvPr/>
              </p:nvGrpSpPr>
              <p:grpSpPr>
                <a:xfrm>
                  <a:off x="2286000" y="1517373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96" name="연결선: 꺾임 95">
                    <a:extLst>
                      <a:ext uri="{FF2B5EF4-FFF2-40B4-BE49-F238E27FC236}">
                        <a16:creationId xmlns:a16="http://schemas.microsoft.com/office/drawing/2014/main" id="{906729B4-A5E6-A020-B96F-B6708AE830B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연결선: 꺾임 96">
                    <a:extLst>
                      <a:ext uri="{FF2B5EF4-FFF2-40B4-BE49-F238E27FC236}">
                        <a16:creationId xmlns:a16="http://schemas.microsoft.com/office/drawing/2014/main" id="{DA84AF30-9B88-F5CC-3014-11A62F01674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3" name="그룹 92">
                  <a:extLst>
                    <a:ext uri="{FF2B5EF4-FFF2-40B4-BE49-F238E27FC236}">
                      <a16:creationId xmlns:a16="http://schemas.microsoft.com/office/drawing/2014/main" id="{FE825319-BD91-44A6-3CE7-986E738DE8B3}"/>
                    </a:ext>
                  </a:extLst>
                </p:cNvPr>
                <p:cNvGrpSpPr/>
                <p:nvPr/>
              </p:nvGrpSpPr>
              <p:grpSpPr>
                <a:xfrm>
                  <a:off x="3041374" y="1517371"/>
                  <a:ext cx="1013791" cy="457201"/>
                  <a:chOff x="2286000" y="1517373"/>
                  <a:chExt cx="3193776" cy="457201"/>
                </a:xfrm>
              </p:grpSpPr>
              <p:cxnSp>
                <p:nvCxnSpPr>
                  <p:cNvPr id="94" name="연결선: 꺾임 93">
                    <a:extLst>
                      <a:ext uri="{FF2B5EF4-FFF2-40B4-BE49-F238E27FC236}">
                        <a16:creationId xmlns:a16="http://schemas.microsoft.com/office/drawing/2014/main" id="{C82E3F3F-7366-9D01-126E-1982D9C180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44959" y="1517373"/>
                    <a:ext cx="1934817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5" name="연결선: 꺾임 94">
                    <a:extLst>
                      <a:ext uri="{FF2B5EF4-FFF2-40B4-BE49-F238E27FC236}">
                        <a16:creationId xmlns:a16="http://schemas.microsoft.com/office/drawing/2014/main" id="{7A40CD7A-6CB3-3DAC-4874-B269AA7DBF6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0800000" flipV="1">
                    <a:off x="2286000" y="1517374"/>
                    <a:ext cx="2226368" cy="457200"/>
                  </a:xfrm>
                  <a:prstGeom prst="bentConnector3">
                    <a:avLst/>
                  </a:prstGeom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</p:grp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53AE485A-6E01-C63F-5991-385B83A80F3B}"/>
              </a:ext>
            </a:extLst>
          </p:cNvPr>
          <p:cNvCxnSpPr/>
          <p:nvPr/>
        </p:nvCxnSpPr>
        <p:spPr>
          <a:xfrm>
            <a:off x="2468401" y="762000"/>
            <a:ext cx="0" cy="3140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01B1A43D-3C8F-4B9B-724F-0037B64EE4DD}"/>
              </a:ext>
            </a:extLst>
          </p:cNvPr>
          <p:cNvCxnSpPr/>
          <p:nvPr/>
        </p:nvCxnSpPr>
        <p:spPr>
          <a:xfrm>
            <a:off x="9104754" y="762000"/>
            <a:ext cx="0" cy="3140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연결선: 꺾임 121">
            <a:extLst>
              <a:ext uri="{FF2B5EF4-FFF2-40B4-BE49-F238E27FC236}">
                <a16:creationId xmlns:a16="http://schemas.microsoft.com/office/drawing/2014/main" id="{604D5981-0F95-4E3A-5A96-DBE231E7F0F4}"/>
              </a:ext>
            </a:extLst>
          </p:cNvPr>
          <p:cNvCxnSpPr/>
          <p:nvPr/>
        </p:nvCxnSpPr>
        <p:spPr>
          <a:xfrm flipV="1">
            <a:off x="2468401" y="2537791"/>
            <a:ext cx="6636353" cy="642731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DBAB32-1C39-8BEF-4EE0-DF7DD46101FD}"/>
              </a:ext>
            </a:extLst>
          </p:cNvPr>
          <p:cNvSpPr txBox="1"/>
          <p:nvPr/>
        </p:nvSpPr>
        <p:spPr>
          <a:xfrm>
            <a:off x="4586411" y="793543"/>
            <a:ext cx="30050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100MHz -&gt; 800Hz</a:t>
            </a:r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A19741E-ABB8-A1AA-A9A6-06B18A84480A}"/>
              </a:ext>
            </a:extLst>
          </p:cNvPr>
          <p:cNvSpPr txBox="1"/>
          <p:nvPr/>
        </p:nvSpPr>
        <p:spPr>
          <a:xfrm>
            <a:off x="2384364" y="3593792"/>
            <a:ext cx="4257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내부 </a:t>
            </a:r>
            <a:r>
              <a:rPr lang="en-US" altLang="ko-KR"/>
              <a:t>64k register counter</a:t>
            </a:r>
            <a:r>
              <a:rPr lang="ko-KR" altLang="en-US"/>
              <a:t>가 필요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3E964FBE-2221-FDE3-E60F-667B32B8A3DC}"/>
              </a:ext>
            </a:extLst>
          </p:cNvPr>
          <p:cNvSpPr txBox="1"/>
          <p:nvPr/>
        </p:nvSpPr>
        <p:spPr>
          <a:xfrm>
            <a:off x="3716571" y="3268394"/>
            <a:ext cx="3108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62500</a:t>
            </a:r>
            <a:endParaRPr lang="ko-KR" alt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CE463EB-0EAC-60B1-C620-150D10AF7407}"/>
              </a:ext>
            </a:extLst>
          </p:cNvPr>
          <p:cNvSpPr txBox="1"/>
          <p:nvPr/>
        </p:nvSpPr>
        <p:spPr>
          <a:xfrm>
            <a:off x="6987708" y="3231082"/>
            <a:ext cx="3108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62500</a:t>
            </a:r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0B5A52E-9672-DB1D-6F27-AED7B8081144}"/>
              </a:ext>
            </a:extLst>
          </p:cNvPr>
          <p:cNvGrpSpPr/>
          <p:nvPr/>
        </p:nvGrpSpPr>
        <p:grpSpPr>
          <a:xfrm>
            <a:off x="2049478" y="4611730"/>
            <a:ext cx="1252888" cy="1750901"/>
            <a:chOff x="3116762" y="3614014"/>
            <a:chExt cx="1415205" cy="1870688"/>
          </a:xfrm>
        </p:grpSpPr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163C27EE-8ED8-262B-1065-B80D957AF0E5}"/>
                </a:ext>
              </a:extLst>
            </p:cNvPr>
            <p:cNvGrpSpPr/>
            <p:nvPr/>
          </p:nvGrpSpPr>
          <p:grpSpPr>
            <a:xfrm>
              <a:off x="3116762" y="3614014"/>
              <a:ext cx="1415205" cy="1870688"/>
              <a:chOff x="5175422" y="3613067"/>
              <a:chExt cx="1415205" cy="2061617"/>
            </a:xfrm>
          </p:grpSpPr>
          <p:grpSp>
            <p:nvGrpSpPr>
              <p:cNvPr id="135" name="U_DEC">
                <a:extLst>
                  <a:ext uri="{FF2B5EF4-FFF2-40B4-BE49-F238E27FC236}">
                    <a16:creationId xmlns:a16="http://schemas.microsoft.com/office/drawing/2014/main" id="{6C8F4F4F-324B-B0D2-BC00-0F1D6E85DFC9}"/>
                  </a:ext>
                </a:extLst>
              </p:cNvPr>
              <p:cNvGrpSpPr/>
              <p:nvPr/>
            </p:nvGrpSpPr>
            <p:grpSpPr>
              <a:xfrm>
                <a:off x="5274382" y="3613067"/>
                <a:ext cx="1316245" cy="2061617"/>
                <a:chOff x="5080000" y="5334000"/>
                <a:chExt cx="1651000" cy="1749279"/>
              </a:xfrm>
            </p:grpSpPr>
            <p:sp>
              <p:nvSpPr>
                <p:cNvPr id="137" name="U_DEC_body">
                  <a:extLst>
                    <a:ext uri="{FF2B5EF4-FFF2-40B4-BE49-F238E27FC236}">
                      <a16:creationId xmlns:a16="http://schemas.microsoft.com/office/drawing/2014/main" id="{FC2A318D-EE9D-4FB4-4445-DE34F7B399B2}"/>
                    </a:ext>
                  </a:extLst>
                </p:cNvPr>
                <p:cNvSpPr/>
                <p:nvPr/>
              </p:nvSpPr>
              <p:spPr>
                <a:xfrm>
                  <a:off x="5080000" y="5334000"/>
                  <a:ext cx="1524000" cy="1749279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FEF2F2"/>
                </a:solidFill>
                <a:ln w="19050">
                  <a:solidFill>
                    <a:srgbClr val="B91C1C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25401" tIns="38100" rIns="25401" rtlCol="0" anchor="t"/>
                <a:lstStyle/>
                <a:p>
                  <a:pPr algn="ctr"/>
                  <a:r>
                    <a:rPr lang="en-US" altLang="ko-KR" sz="1001" b="1">
                      <a:solidFill>
                        <a:srgbClr val="B91C1C"/>
                      </a:solidFill>
                      <a:latin typeface="Malgun Gothic" panose="020B0503020000020004" pitchFamily="50" charset="-127"/>
                    </a:rPr>
                    <a:t>CLK_Divider</a:t>
                  </a:r>
                </a:p>
                <a:p>
                  <a:pPr algn="ctr"/>
                  <a:r>
                    <a:rPr lang="en-US" altLang="ko-KR" sz="800">
                      <a:solidFill>
                        <a:srgbClr val="6B7280"/>
                      </a:solidFill>
                      <a:latin typeface="Malgun Gothic" panose="020B0503020000020004" pitchFamily="50" charset="-127"/>
                    </a:rPr>
                    <a:t>U_DEC</a:t>
                  </a:r>
                  <a:endParaRPr lang="ko-KR" altLang="en-US" sz="800">
                    <a:solidFill>
                      <a:srgbClr val="6B7280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8" name="U_DEC_lbl_i_sel[1:0]">
                  <a:extLst>
                    <a:ext uri="{FF2B5EF4-FFF2-40B4-BE49-F238E27FC236}">
                      <a16:creationId xmlns:a16="http://schemas.microsoft.com/office/drawing/2014/main" id="{EE0D39D4-B187-E6DD-54D6-E6A4A231C066}"/>
                    </a:ext>
                  </a:extLst>
                </p:cNvPr>
                <p:cNvSpPr txBox="1"/>
                <p:nvPr/>
              </p:nvSpPr>
              <p:spPr>
                <a:xfrm>
                  <a:off x="5136959" y="6575956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i_clk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  <p:sp>
              <p:nvSpPr>
                <p:cNvPr id="139" name="U_DEC_pin_o_dec_n[3:0]">
                  <a:extLst>
                    <a:ext uri="{FF2B5EF4-FFF2-40B4-BE49-F238E27FC236}">
                      <a16:creationId xmlns:a16="http://schemas.microsoft.com/office/drawing/2014/main" id="{2498C14F-A4E2-25BC-E05F-3A932A3A3ECB}"/>
                    </a:ext>
                  </a:extLst>
                </p:cNvPr>
                <p:cNvSpPr/>
                <p:nvPr/>
              </p:nvSpPr>
              <p:spPr>
                <a:xfrm>
                  <a:off x="6604000" y="5803900"/>
                  <a:ext cx="127000" cy="127000"/>
                </a:xfrm>
                <a:prstGeom prst="rect">
                  <a:avLst/>
                </a:prstGeom>
                <a:solidFill>
                  <a:srgbClr val="15803D"/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801"/>
                </a:p>
              </p:txBody>
            </p:sp>
            <p:sp>
              <p:nvSpPr>
                <p:cNvPr id="140" name="U_DEC_lbl_o_dec_n[3:0]">
                  <a:extLst>
                    <a:ext uri="{FF2B5EF4-FFF2-40B4-BE49-F238E27FC236}">
                      <a16:creationId xmlns:a16="http://schemas.microsoft.com/office/drawing/2014/main" id="{69D2A20E-4A7B-AE7D-C2DD-EF8DA962A671}"/>
                    </a:ext>
                  </a:extLst>
                </p:cNvPr>
                <p:cNvSpPr txBox="1"/>
                <p:nvPr/>
              </p:nvSpPr>
              <p:spPr>
                <a:xfrm>
                  <a:off x="5664200" y="5778500"/>
                  <a:ext cx="889000" cy="276999"/>
                </a:xfrm>
                <a:prstGeom prst="rect">
                  <a:avLst/>
                </a:prstGeom>
                <a:noFill/>
              </p:spPr>
              <p:txBody>
                <a:bodyPr vert="horz" wrap="square" lIns="0" tIns="0" rIns="0" bIns="0" rtlCol="0">
                  <a:noAutofit/>
                </a:bodyPr>
                <a:lstStyle/>
                <a:p>
                  <a:pPr algn="r"/>
                  <a:r>
                    <a:rPr lang="en-US" altLang="ko-KR" sz="800" b="1">
                      <a:solidFill>
                        <a:srgbClr val="1F2937"/>
                      </a:solidFill>
                      <a:latin typeface="Malgun Gothic" panose="020B0503020000020004" pitchFamily="50" charset="-127"/>
                    </a:rPr>
                    <a:t>o_clk_800h</a:t>
                  </a:r>
                  <a:endParaRPr lang="ko-KR" altLang="en-US" sz="800" b="1">
                    <a:solidFill>
                      <a:srgbClr val="1F2937"/>
                    </a:solidFill>
                    <a:latin typeface="Malgun Gothic" panose="020B0503020000020004" pitchFamily="50" charset="-127"/>
                  </a:endParaRPr>
                </a:p>
              </p:txBody>
            </p:sp>
          </p:grpSp>
          <p:sp>
            <p:nvSpPr>
              <p:cNvPr id="136" name="U_DEC_pin_i_sel[1:0]">
                <a:extLst>
                  <a:ext uri="{FF2B5EF4-FFF2-40B4-BE49-F238E27FC236}">
                    <a16:creationId xmlns:a16="http://schemas.microsoft.com/office/drawing/2014/main" id="{95727B98-9E5A-E7DC-1FD1-68D593BC7FAB}"/>
                  </a:ext>
                </a:extLst>
              </p:cNvPr>
              <p:cNvSpPr/>
              <p:nvPr/>
            </p:nvSpPr>
            <p:spPr>
              <a:xfrm>
                <a:off x="5175422" y="5080120"/>
                <a:ext cx="101250" cy="149676"/>
              </a:xfrm>
              <a:prstGeom prst="rect">
                <a:avLst/>
              </a:prstGeom>
              <a:solidFill>
                <a:srgbClr val="1D4ED8"/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01"/>
              </a:p>
            </p:txBody>
          </p:sp>
        </p:grpSp>
        <p:sp>
          <p:nvSpPr>
            <p:cNvPr id="134" name="U_DEC_pin_i_sel[1:0]">
              <a:extLst>
                <a:ext uri="{FF2B5EF4-FFF2-40B4-BE49-F238E27FC236}">
                  <a16:creationId xmlns:a16="http://schemas.microsoft.com/office/drawing/2014/main" id="{EBB3B508-20B2-0833-E83E-2A90DFB23595}"/>
                </a:ext>
              </a:extLst>
            </p:cNvPr>
            <p:cNvSpPr/>
            <p:nvPr/>
          </p:nvSpPr>
          <p:spPr>
            <a:xfrm>
              <a:off x="3126922" y="5219521"/>
              <a:ext cx="101250" cy="135814"/>
            </a:xfrm>
            <a:prstGeom prst="rect">
              <a:avLst/>
            </a:prstGeom>
            <a:solidFill>
              <a:srgbClr val="1D4ED8"/>
            </a:solidFill>
            <a:ln w="190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01"/>
            </a:p>
          </p:txBody>
        </p:sp>
      </p:grpSp>
      <p:sp>
        <p:nvSpPr>
          <p:cNvPr id="142" name="U_DEC_lbl_i_sel[1:0]">
            <a:extLst>
              <a:ext uri="{FF2B5EF4-FFF2-40B4-BE49-F238E27FC236}">
                <a16:creationId xmlns:a16="http://schemas.microsoft.com/office/drawing/2014/main" id="{B3DB5678-3677-2128-1DCE-67E8B3CBE399}"/>
              </a:ext>
            </a:extLst>
          </p:cNvPr>
          <p:cNvSpPr txBox="1"/>
          <p:nvPr/>
        </p:nvSpPr>
        <p:spPr>
          <a:xfrm>
            <a:off x="2184244" y="6105253"/>
            <a:ext cx="627457" cy="277256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ko-KR" sz="800" b="1">
                <a:solidFill>
                  <a:srgbClr val="1F2937"/>
                </a:solidFill>
                <a:latin typeface="Malgun Gothic" panose="020B0503020000020004" pitchFamily="50" charset="-127"/>
              </a:rPr>
              <a:t>i_reset_n</a:t>
            </a:r>
            <a:endParaRPr lang="ko-KR" altLang="en-US" sz="800" b="1">
              <a:solidFill>
                <a:srgbClr val="1F2937"/>
              </a:solidFill>
              <a:latin typeface="Malgun Gothic" panose="020B0503020000020004" pitchFamily="50" charset="-127"/>
            </a:endParaRP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23DD25AB-61D8-D033-7C52-AAA30AD29AF8}"/>
              </a:ext>
            </a:extLst>
          </p:cNvPr>
          <p:cNvCxnSpPr>
            <a:cxnSpLocks/>
          </p:cNvCxnSpPr>
          <p:nvPr/>
        </p:nvCxnSpPr>
        <p:spPr>
          <a:xfrm flipV="1">
            <a:off x="480579" y="6183637"/>
            <a:ext cx="1577894" cy="11582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706B9915-E348-BCED-B844-56B1D99D4F65}"/>
              </a:ext>
            </a:extLst>
          </p:cNvPr>
          <p:cNvCxnSpPr>
            <a:cxnSpLocks/>
          </p:cNvCxnSpPr>
          <p:nvPr/>
        </p:nvCxnSpPr>
        <p:spPr>
          <a:xfrm flipV="1">
            <a:off x="480579" y="5906097"/>
            <a:ext cx="1577894" cy="115821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연결선: 꺾임 144">
            <a:extLst>
              <a:ext uri="{FF2B5EF4-FFF2-40B4-BE49-F238E27FC236}">
                <a16:creationId xmlns:a16="http://schemas.microsoft.com/office/drawing/2014/main" id="{10215E2A-2A61-92F5-8119-288F686C1B08}"/>
              </a:ext>
            </a:extLst>
          </p:cNvPr>
          <p:cNvCxnSpPr>
            <a:cxnSpLocks/>
          </p:cNvCxnSpPr>
          <p:nvPr/>
        </p:nvCxnSpPr>
        <p:spPr>
          <a:xfrm flipV="1">
            <a:off x="3300339" y="5056642"/>
            <a:ext cx="2028036" cy="98236"/>
          </a:xfrm>
          <a:prstGeom prst="bentConnector3">
            <a:avLst>
              <a:gd name="adj1" fmla="val 50000"/>
            </a:avLst>
          </a:prstGeom>
          <a:ln w="31750">
            <a:solidFill>
              <a:srgbClr val="1E3A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579C459-6A45-667C-F5B7-870C2472AA02}"/>
              </a:ext>
            </a:extLst>
          </p:cNvPr>
          <p:cNvSpPr txBox="1"/>
          <p:nvPr/>
        </p:nvSpPr>
        <p:spPr>
          <a:xfrm>
            <a:off x="2717975" y="2232987"/>
            <a:ext cx="31086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125,000clk </a:t>
            </a:r>
            <a:r>
              <a:rPr lang="ko-KR" altLang="en-US"/>
              <a:t>이 필요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AFF1F6A-0C5C-2116-05BD-6F53AB0D7E70}"/>
              </a:ext>
            </a:extLst>
          </p:cNvPr>
          <p:cNvSpPr txBox="1"/>
          <p:nvPr/>
        </p:nvSpPr>
        <p:spPr>
          <a:xfrm>
            <a:off x="5995625" y="4807954"/>
            <a:ext cx="4257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듀티비를 </a:t>
            </a:r>
            <a:r>
              <a:rPr lang="en-US" altLang="ko-KR"/>
              <a:t>1:1 1:2 </a:t>
            </a:r>
            <a:r>
              <a:rPr lang="ko-KR" altLang="en-US"/>
              <a:t>로 했을 때</a:t>
            </a:r>
            <a:r>
              <a:rPr lang="en-US" altLang="ko-KR"/>
              <a:t>? </a:t>
            </a:r>
            <a:r>
              <a:rPr lang="ko-KR" altLang="en-US"/>
              <a:t>차이 분석 </a:t>
            </a:r>
          </a:p>
        </p:txBody>
      </p:sp>
    </p:spTree>
    <p:extLst>
      <p:ext uri="{BB962C8B-B14F-4D97-AF65-F5344CB8AC3E}">
        <p14:creationId xmlns:p14="http://schemas.microsoft.com/office/powerpoint/2010/main" val="3635137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1C8B7-44EF-6205-534E-1ABAEF4A9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C8A63B-E786-5670-6A45-13ACA68ADA00}"/>
              </a:ext>
            </a:extLst>
          </p:cNvPr>
          <p:cNvSpPr txBox="1"/>
          <p:nvPr/>
        </p:nvSpPr>
        <p:spPr>
          <a:xfrm>
            <a:off x="236500" y="0"/>
            <a:ext cx="10959037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clk_div _800Hz   </a:t>
            </a:r>
          </a:p>
          <a:p>
            <a:endParaRPr lang="en-US" altLang="ko-KR"/>
          </a:p>
          <a:p>
            <a:r>
              <a:rPr lang="en-US" altLang="ko-KR"/>
              <a:t>duty</a:t>
            </a:r>
          </a:p>
          <a:p>
            <a:endParaRPr lang="en-US" altLang="ko-KR"/>
          </a:p>
          <a:p>
            <a:r>
              <a:rPr lang="en-US" altLang="ko-KR"/>
              <a:t>11</a:t>
            </a:r>
          </a:p>
          <a:p>
            <a:r>
              <a:rPr lang="en-US" altLang="ko-KR"/>
              <a:t>21</a:t>
            </a:r>
          </a:p>
          <a:p>
            <a:r>
              <a:rPr lang="en-US" altLang="ko-KR"/>
              <a:t>14</a:t>
            </a:r>
          </a:p>
          <a:p>
            <a:r>
              <a:rPr lang="en-US" altLang="ko-KR"/>
              <a:t>41</a:t>
            </a:r>
          </a:p>
          <a:p>
            <a:endParaRPr lang="en-US" altLang="ko-KR"/>
          </a:p>
          <a:p>
            <a:r>
              <a:rPr lang="en-US" altLang="ko-KR"/>
              <a:t>100Hz</a:t>
            </a:r>
            <a:r>
              <a:rPr lang="ko-KR" altLang="en-US"/>
              <a:t>로 바꿔보기</a:t>
            </a:r>
            <a:endParaRPr lang="en-US" altLang="ko-KR"/>
          </a:p>
          <a:p>
            <a:endParaRPr lang="en-US" altLang="ko-KR"/>
          </a:p>
          <a:p>
            <a:r>
              <a:rPr lang="en-US" altLang="ko-KR"/>
              <a:t>**</a:t>
            </a:r>
          </a:p>
          <a:p>
            <a:r>
              <a:rPr lang="ko-KR" altLang="en-US"/>
              <a:t>동기식은 언제 좋고 비동기식은 언제 쓰일 것인가</a:t>
            </a:r>
            <a:r>
              <a:rPr lang="en-US" altLang="ko-KR"/>
              <a:t>?</a:t>
            </a:r>
          </a:p>
          <a:p>
            <a:endParaRPr lang="en-US" altLang="ko-KR"/>
          </a:p>
          <a:p>
            <a:r>
              <a:rPr lang="ko-KR" altLang="en-US"/>
              <a:t>동기식 </a:t>
            </a:r>
            <a:r>
              <a:rPr lang="en-US" altLang="ko-KR"/>
              <a:t>– logic </a:t>
            </a:r>
            <a:r>
              <a:rPr lang="ko-KR" altLang="en-US"/>
              <a:t>간의 동기가 맞을 수 있다</a:t>
            </a:r>
            <a:r>
              <a:rPr lang="en-US" altLang="ko-KR"/>
              <a:t>. </a:t>
            </a:r>
            <a:r>
              <a:rPr lang="ko-KR" altLang="en-US"/>
              <a:t>클럭이 없으면 리셋이 안먹는다</a:t>
            </a:r>
            <a:r>
              <a:rPr lang="en-US" altLang="ko-KR"/>
              <a:t>. </a:t>
            </a:r>
          </a:p>
          <a:p>
            <a:endParaRPr lang="en-US" altLang="ko-KR"/>
          </a:p>
          <a:p>
            <a:r>
              <a:rPr lang="ko-KR" altLang="en-US"/>
              <a:t>비동기식 </a:t>
            </a:r>
            <a:r>
              <a:rPr lang="en-US" altLang="ko-KR"/>
              <a:t>– </a:t>
            </a:r>
            <a:r>
              <a:rPr lang="ko-KR" altLang="en-US"/>
              <a:t>빠르다</a:t>
            </a:r>
            <a:r>
              <a:rPr lang="en-US" altLang="ko-KR"/>
              <a:t>. </a:t>
            </a:r>
            <a:r>
              <a:rPr lang="ko-KR" altLang="en-US"/>
              <a:t>멀리 있는 로직은 리셋이 전달이 안될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en-US" altLang="ko-KR"/>
              <a:t>fpga –</a:t>
            </a:r>
            <a:r>
              <a:rPr lang="ko-KR" altLang="en-US"/>
              <a:t> </a:t>
            </a:r>
            <a:r>
              <a:rPr lang="en-US" altLang="ko-KR"/>
              <a:t>clk</a:t>
            </a:r>
            <a:r>
              <a:rPr lang="ko-KR" altLang="en-US"/>
              <a:t>이 안정화된 상태로 들어간다</a:t>
            </a:r>
            <a:r>
              <a:rPr lang="en-US" altLang="ko-KR"/>
              <a:t>.</a:t>
            </a:r>
          </a:p>
          <a:p>
            <a:r>
              <a:rPr lang="ko-KR" altLang="en-US"/>
              <a:t>칩설계 </a:t>
            </a:r>
            <a:r>
              <a:rPr lang="en-US" altLang="ko-KR"/>
              <a:t>– </a:t>
            </a:r>
            <a:r>
              <a:rPr lang="ko-KR" altLang="en-US"/>
              <a:t>동기식 리셋을 많이 쓴다</a:t>
            </a:r>
            <a:r>
              <a:rPr lang="en-US" altLang="ko-KR"/>
              <a:t>. </a:t>
            </a:r>
            <a:r>
              <a:rPr lang="ko-KR" altLang="en-US"/>
              <a:t>반응은 </a:t>
            </a:r>
            <a:endParaRPr lang="en-US" altLang="ko-KR"/>
          </a:p>
          <a:p>
            <a:r>
              <a:rPr lang="en-US" altLang="ko-KR"/>
              <a:t>**</a:t>
            </a:r>
          </a:p>
          <a:p>
            <a:r>
              <a:rPr lang="ko-KR" altLang="en-US"/>
              <a:t>왜 </a:t>
            </a:r>
            <a:r>
              <a:rPr lang="en-US" altLang="ko-KR"/>
              <a:t>positive</a:t>
            </a:r>
            <a:r>
              <a:rPr lang="ko-KR" altLang="en-US"/>
              <a:t>로 했을까</a:t>
            </a:r>
            <a:r>
              <a:rPr lang="en-US" altLang="ko-KR"/>
              <a:t>? – </a:t>
            </a:r>
            <a:r>
              <a:rPr lang="ko-KR" altLang="en-US"/>
              <a:t>보드의 </a:t>
            </a:r>
            <a:r>
              <a:rPr lang="en-US" altLang="ko-KR"/>
              <a:t>gpio</a:t>
            </a:r>
            <a:r>
              <a:rPr lang="ko-KR" altLang="en-US"/>
              <a:t>가 </a:t>
            </a:r>
            <a:r>
              <a:rPr lang="en-US" altLang="ko-KR"/>
              <a:t>Active High</a:t>
            </a:r>
            <a:r>
              <a:rPr lang="ko-KR" altLang="en-US"/>
              <a:t>이기 때문이다</a:t>
            </a:r>
            <a:r>
              <a:rPr lang="en-US" altLang="ko-KR"/>
              <a:t>. </a:t>
            </a:r>
          </a:p>
          <a:p>
            <a:r>
              <a:rPr lang="ko-KR" altLang="en-US"/>
              <a:t>이것도 적어야 함</a:t>
            </a:r>
            <a:r>
              <a:rPr lang="en-US" altLang="ko-KR"/>
              <a:t>.</a:t>
            </a:r>
          </a:p>
          <a:p>
            <a:r>
              <a:rPr lang="ko-KR" altLang="en-US"/>
              <a:t>왜 </a:t>
            </a:r>
            <a:r>
              <a:rPr lang="en-US" altLang="ko-KR"/>
              <a:t>negativ</a:t>
            </a:r>
            <a:r>
              <a:rPr lang="ko-KR" altLang="en-US"/>
              <a:t>를 쓸까</a:t>
            </a:r>
            <a:r>
              <a:rPr lang="en-US" altLang="ko-KR"/>
              <a:t> – </a:t>
            </a:r>
            <a:r>
              <a:rPr lang="ko-KR" altLang="en-US"/>
              <a:t>숙제</a:t>
            </a:r>
            <a:r>
              <a:rPr lang="en-US" altLang="ko-KR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61726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3738C-556C-DE34-EFC8-291BEB27A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72330A-8E94-4A90-CCFF-68DEA27457E6}"/>
              </a:ext>
            </a:extLst>
          </p:cNvPr>
          <p:cNvSpPr txBox="1"/>
          <p:nvPr/>
        </p:nvSpPr>
        <p:spPr>
          <a:xfrm>
            <a:off x="140677" y="128953"/>
            <a:ext cx="3446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negative vs positive 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3864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6099</TotalTime>
  <Words>641</Words>
  <Application>Microsoft Office PowerPoint</Application>
  <PresentationFormat>와이드스크린</PresentationFormat>
  <Paragraphs>145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Malgun Gothic</vt:lpstr>
      <vt:lpstr>Malgun Gothic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안성 정</dc:creator>
  <cp:lastModifiedBy>안성 정</cp:lastModifiedBy>
  <cp:revision>1</cp:revision>
  <dcterms:created xsi:type="dcterms:W3CDTF">2026-10-02T02:23:52Z</dcterms:created>
  <dcterms:modified xsi:type="dcterms:W3CDTF">2026-10-06T08:03:10Z</dcterms:modified>
</cp:coreProperties>
</file>