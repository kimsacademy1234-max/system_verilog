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8" r:id="rId2"/>
    <p:sldId id="256" r:id="rId3"/>
    <p:sldId id="270" r:id="rId4"/>
    <p:sldId id="257" r:id="rId5"/>
    <p:sldId id="258" r:id="rId6"/>
    <p:sldId id="259" r:id="rId7"/>
    <p:sldId id="269" r:id="rId8"/>
    <p:sldId id="260" r:id="rId9"/>
    <p:sldId id="271" r:id="rId10"/>
    <p:sldId id="261" r:id="rId11"/>
    <p:sldId id="272" r:id="rId12"/>
    <p:sldId id="262" r:id="rId13"/>
    <p:sldId id="263" r:id="rId14"/>
    <p:sldId id="264" r:id="rId15"/>
    <p:sldId id="265" r:id="rId16"/>
    <p:sldId id="266" r:id="rId17"/>
    <p:sldId id="267" r:id="rId1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79" autoAdjust="0"/>
    <p:restoredTop sz="94660"/>
  </p:normalViewPr>
  <p:slideViewPr>
    <p:cSldViewPr snapToGrid="0">
      <p:cViewPr varScale="1">
        <p:scale>
          <a:sx n="65" d="100"/>
          <a:sy n="65" d="100"/>
        </p:scale>
        <p:origin x="48" y="114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43:20.81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65 1 24575,'0'7'0,"0"10"0,-7 16 0,-10 10 0,-1 4 0,1 2 0,12 0 0,20-2 0,16-8 0,16-11 0,8-11 0,-6 7 0,-4-1 0,-2-4 0,-2 1 0,-7-2-8191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43:22.68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24575,'3837'0'0,"-3462"20"0,-101-2 0,734-11 0,-573-10 0,3505 3-1365,-3905 0-5461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43:23.45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24575,'20'1'0,"-1"0"0,1 0 0,-1 2 0,0 1 0,0 0 0,0 1 0,25 11 0,16 6 0,-26-11 0,-2 2 0,0 1 0,45 26 0,-73-37 0,-1-1 0,1 1 0,-1 0 0,0-1 0,0 1 0,0 1 0,0-1 0,0 0 0,-1 1 0,0 0 0,1-1 0,1 6 0,-3-6 0,-1-1 0,1 1 0,0 0 0,-1-1 0,0 1 0,0 0 0,0-1 0,0 1 0,0 0 0,0-1 0,-1 1 0,1 0 0,-1-1 0,0 1 0,0-1 0,0 1 0,0-1 0,0 1 0,0-1 0,-1 0 0,-2 3 0,-20 23 0,-1-2 0,-2-1 0,-1-1 0,-53 36 0,37-28 0,-95 73-1365,83-61-5461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43:27.22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200 0 24575,'-14'8'0,"-6"8"0,-5 17 0,-14 17 0,1 8 0,5 0 0,10-2 0,15-3 0,24-11 0,23-6 0,20 6 0,13 3 0,3 1 0,-5-7 0,-7-3 0,-7-1 0,-12-6-8191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43:29.0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45 24575,'1'-2'0,"-1"1"0,0 0 0,0 0 0,1 0 0,-1 0 0,1 0 0,-1 0 0,1-1 0,-1 1 0,1 0 0,0 0 0,-1 0 0,1 1 0,0-1 0,0 0 0,0 0 0,0 0 0,0 1 0,0-1 0,0 0 0,0 1 0,0-1 0,0 1 0,0-1 0,0 1 0,3-1 0,35-7 0,-32 7 0,48-5 0,90 1 0,-87 5 0,136 0 0,76 0-324,1014 0-4804,1911 1 10580,-3002 8-5452,264 46 0,104 7 0,243-58 0,-415-7 0,2283 3 0,-2590 4 0,84 14 0,58 4 0,519-21 0,-352-3 0,489 2 0,-865 0-151,0 0-1,0 0 0,0-2 0,0 0 1,0 0-1,-1-2 0,1 0 1,17-7-1,1-7-6674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43:29.57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149 0 24575,'20'9'0,"0"-1"0,36 8 0,-36-10 0,1 0 0,28 13 0,-29-10 0,-1 1 0,0 1 0,-1 0 0,-1 2 0,26 21 0,-39-30 0,0 1 0,0-1 0,0 1 0,0-1 0,-1 1 0,0 0 0,0 0 0,0 1 0,-1-1 0,1 1 0,-1-1 0,-1 1 0,1 0 0,-1-1 0,0 1 0,0 0 0,-1 0 0,1 0 0,-1 0 0,-1 0 0,1 0 0,-1 0 0,0 0 0,0-1 0,-3 9 0,-1-3 0,0 0 0,-1 0 0,0 0 0,0-1 0,-1 0 0,0 0 0,-1-1 0,-13 13 0,-11 7 0,-38 27 0,22-19 0,-37 28-10,-81 71-1345,130-100-5471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43:32.3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466 0 24575,'-7'0'0,"-17"8"0,-18 15 0,-10 6 0,-11 4 0,-1-4 0,3 1 0,-2 10 0,8 5 0,22 2 0,31 7 0,30-5 0,17-11 0,8-12 0,3-3 0,-1 1 0,-10-3-8191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43:33.43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24575,'1619'0'-708,"-1424"4"637,332 50 0,-354-25 71,216 33 0,4-34 0,-122-33 267,185 4 316,-269 19-583,-5 1 0,568-12 0,-431-10 0,1272 3 0,-1562 0-455,0-1 0,30-6 0,-19-2-6371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43:33.93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55 1 24575,'22'0'0,"14"7"0,15 17 0,7 4 0,0 5 0,-10 4 0,-12 2 0,-21 3 0,-26 0 0,-26 9 0,-21 2 0,-1-1 0,-5 5 0,2 1 0,11-3 0,14-11-8191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43:38.63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86 24575,'502'-20'0,"-124"2"0,1135 11 0,-843 9 0,1852-2 0,-2149-21 0,-62 1 0,155 18-163,-336 3-1039,-91-1-5624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43:39.1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24575,'7'0'0,"10"0"0,16 7 0,24 2 0,10 1 0,-7 11 0,-13 18 0,-22 2 0,-23 1 0,-33 0 0,-11 1 0,-6-7 0,-9-3 0,-2 1 0,9-6-8191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43:40.25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87 0 24575,'0'7'0,"0"10"0,-7 9 0,-2 7 0,-8 6 0,-7 2 0,0 3 0,19 7 0,17-4 0,21-4 0,12-1 0,6-8 0,8-10 0,9-9 0,7 0 0,-2 5 0,-6-1 0,-15-4-8191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50:26.51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 40 3874,'0'0'6080,"0"-6"-6872,0-20 383,0 19 1311,-7 6-859,6 1-25,1 0-1,0 0 0,-1 0 1,1 0-1,0 0 1,0 0-1,-1 0 0,1 0 1,0 0-1,-1 0 0,1 0 1,0 0-1,0 1 1,-1-1-1,1 0 0,0 0 1,0 0-1,-1 0 0,1 1 1,0-1-1,0 0 0,-1 0 1,1 0-1,0 1 1,0-1-1,0 0 0,-1 1 1,1-1-1,0 33-2901,0-15-736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51:16.37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95 37 7956,'0'0'10311,"0"-6"-9084,0-18 75,0 24-1228,0 0 0,0 0-1,0-1 1,0 1 0,0 0 0,0 0-1,0-1 1,0 1 0,0 0 0,0 0-1,0-1 1,0 1 0,0 0 0,0 0-1,-1-1 1,1 1 0,0 0 0,0 0-1,0 0 1,0-1 0,0 1 0,0 0-1,-1 0 1,1 0 0,0 0-1,0 0 1,0-1 0,0 1 0,0 0-1,-1 0 1,1 0 0,0 0 0,0 0-1,0 0 1,-1 0 0,1 0 0,0 0-1,0 0 1,0 0 0,0 0 0,-1 0-1,1 0 1,0 0 0,0 0 0,0 0-1,-1 0 1,1 0 0,0 0 0,0 0-1,0 0 1,0 0 0,-1 0 0,1 1-1,0-1 1,0 0 0,0 0-1,0 0 1,-1 0 0,1 1 0,0-1-1,0 0 1,0 0 0,0 1 0,-1 2-59,1 1 0,-1 0 0,1 0 0,0 0 0,-1 0 0,2-1 0,-1 7 0,1 13 46,-1 13 114,-8 398 477,5-391-624,-30 456 230,29-438-255,3-28 6,-2 1 1,-6 36 0,8-65-3,0-1 1,0 0-1,0 0 0,0 1 1,-1-1-1,1 0 1,-1 0-1,0-1 1,-4 8-1,3-11 60,3-7-70,0 3-47,-4-228 33,5 141 26,-1 89-10,0-22-4,3-35-1,-2 51 5,0 0 1,1 0-1,0 0 0,0 1 0,0-1 0,0 1 1,1 0-1,4-9 0,-3 8-6,0 0 0,0 0 0,1 1 0,0 0 1,0 0-1,0 1 0,0 0 0,1 0 0,0 1 0,-1-1 0,2 2 0,-1-1 1,0 1-1,1 0 0,0 1 0,-1 0 0,1 1 0,12-3 0,28 1-73,-42 3 73,0 1 0,0 1 1,0-1-1,-1 1 1,1 0-1,0 1 0,6 2 1,-4 2 0,-1 1-1,0 0 1,0 0 0,0 0-1,-1 1 1,0 0 0,6 13-1,-11-21 7,7 12 1,-1 0-1,-1 1 0,0-1 1,0 1-1,-1 1 0,0-1 1,-1 1-1,2 15 1,-1 1 51,-1 1 0,-1 54 0,-2-84-43,0 1 0,0 0-1,0-1 1,0 1-1,-1 0 1,1-1 0,0 1-1,-1 0 1,1-1 0,-1 1-1,0-1 1,1 1 0,-1-1-1,0 1 1,0-1 0,-1 3-1,0-2 14,-1 0-1,1 1 0,0-1 1,-1 0-1,1-1 0,-1 1 1,-4 2-1,-4 0 64,0 0 0,-24 3 0,28-6-71,-25 3 268,-44-3-1,41-1-446,35 0-308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51:17.96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 1 10741,'0'0'12432,"-1"0"-11925,77 3 2884,106-3-2795,-143 0-3714,-1 0-3335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51:19.10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 1 2689,'0'0'14759,"2"15"-14241,0 3-324,2 10 565,2 49 0,-5-13 656,2 45 687,6 388 323,-9-357-2121,0-139 88,0 15-382,0-8-11,0 0-1,0 0 0,-1-1 1,0 1-1,0 0 1,0 0-1,-4 11 0,3-11 7,1-1-1,-1 0 0,1 1 1,0 0-1,1-1 1,-1 1-1,1 12 0,-2 29 17,-5-13-5,4-20-1,0 0 0,1 0-1,-1 22 1,4-36-15,-1-2-1,0 1 1,0-1 0,0 1 0,0-1 0,0 1-1,0-1 1,0 1 0,0-1 0,0 1-1,0-1 1,0 0 0,0 1 0,-1-1-1,1 1 1,0-1 0,0 0 0,0 1 0,0-1-1,-1 1 1,1-1 0,0 0 0,0 1-1,0-1 1,-1 0 0,1 0 0,0 1-1,-1-1 1,1 0 0,0 0 0,0 1 0,-1-1-1,0 0 1,0 2 109,3-2 84,2 0-136,25 0 348,42-7 0,-43 4-256,-22 3-107,-1 0-1,1-1 0,-1 0 1,1 0-1,-1-1 0,0 0 1,9-4-1,-8 2-25,1 0 1,0 0-1,0 1 0,0 0 1,0 1-1,9-2 1,-15 4-63,5-17-9046,-6 12 1827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51:20.36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73 8372,'0'0'11645,"0"22"-11210,0 68 488,0 342 4514,0-477-5462,4-126 223,-3 148-174,2 1 0,0-1 0,1 1 0,1 0 1,9-31-1,-1 14-5,23-48-1,-32 77-17,2-1 0,-1 1 1,1 1-1,0 0 0,1 0 0,-1 0 0,1 1 0,1 1 0,10-10 0,-14 15-10,0 0 1,1 0-1,-1 1 1,0 0 0,0 0-1,1 0 1,-1 1-1,0-1 1,9 2-1,-3-1-21,-9 0 31,-1 0-1,1 0 1,0 0-1,0 0 1,-1 1-1,1-1 1,0 0-1,-1 0 1,1 1-1,0-1 1,0 0-1,-1 1 1,1-1-1,0 1 1,-1-1-1,1 1 1,0 0-1,8 20 92,5 24 125,-2 1 0,-2 1 0,-1 0 0,6 64 0,4 200 953,-14-224-1069,12-86-4159,-14-1-277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51:21.07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76 14711,'0'0'10231,"9"0"-9889,26-3 965,59-16 0,-43 5-902,24-7-207,-73 20-204,9-4-70,0 1 0,1 1 0,21-2 1,-31 5-776,0 0-1812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51:24.08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7732,'0'0'11690,"1"-1"-11863,-1 1 349,0 0-1,0 0 1,1 0 0,-1 0-1,0 0 1,0 0-1,0 0 1,1 0 0,-1 0-1,0 0 1,0 1 0,0-1-1,1 0 1,-1 0-1,0 0 1,0 0 0,0 0-1,1 0 1,-1 0 0,0 1-1,0-1 1,0 0-1,0 0 1,0 0 0,1 1-1,-1-1 1,0 0-1,0 0 1,0 1 0,0-1-1,0 0 1,0 0 0,0 1-1,0-1 1,0 0-1,0 0 1,1 1 0,-1-1-1,0 0 1,0 0 0,0 1-1,0-1 1,0 0-1,0 0 1,-1 1 0,1-1-1,6 316 898,-6 436 311,11-752-1397,4-1 48,0-2 0,1 0 0,16-6-1,-15 3 14,35-4 0,76-4 264,-73-1-261,-49 14-1504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51:25.45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 0 10549,'0'0'8100,"1"44"-6620,-1 4-1126,0 30 384,13 124 0,-3-85 323,0 152-1,-10 424 2110,0-692-3164,0 1-1,0-1 1,0 1 0,0-1 0,0 1-1,0-1 1,-1 0 0,1 1 0,0-1-1,-1 3 1,0-4-5,1 1-1,0-1 0,-1 0 1,1 1-1,0-1 1,-1 0-1,1 0 1,-1 1-1,1-1 0,-1 0 1,1 0-1,-1 0 1,1 1-1,-1-1 1,1 0-1,0 0 1,-1 0-1,1 0 0,-2-1 1,2 1-1,0 0-4,0 0 1,0 0 0,0 0-1,-1 0 1,1 0 0,0 0-1,0 0 1,0 0 0,0 0-1,0 0 1,0 0 0,-1 0-1,1 0 1,0 0 0,0 0-1,0-1 1,0 1 0,0 0-1,0 0 1,-1 0-1,1 0 1,0 0 0,0 0-1,0-1 1,0 1 0,0 0-1,0 0 1,0 0 0,0 0-1,0-1 1,0 1 0,0 0-1,0 0 1,0 0 0,0-1-1,0 1 1,0 0-1,0 0 1,-4-24-68,2 0 0,1-1 0,0 1 0,2-30 0,0 7 50,-2 14 30,1 7-10,0 0 0,3-30 0,-2 48 0,0 1 1,0 0-1,1 0 0,0 0 1,0 0-1,0 1 0,0-1 1,1 1-1,0 0 0,0-1 1,0 2-1,6-10 0,-7 13 0,1-1-1,-1 1 0,0 0 0,1 0 1,-1 1-1,1-1 0,-1 1 0,1-1 1,0 1-1,-1 0 0,1 0 0,0 1 1,5-1-1,3 0-10,0 1-1,12 2 1,-18-1 12,-3-1 4,0 1-1,-1-1 1,1 1 0,0 0 0,-1 0 0,1 0-1,0 0 1,-1 0 0,1 0 0,-1 1-1,1-1 1,-1 1 0,0-1 0,1 1 0,-1 0-1,0-1 1,0 1 0,0 0 0,0 0-1,0 0 1,0 0 0,0 1 0,-1-1-1,2 4 1,0 3 1,0 0 0,-1 0-1,1 0 1,-1 0 0,0 10 0,-1 123 304,0-140-305,0 0 0,0-1 0,-1 1 0,1 0 0,0-1 0,-1 1 0,1 0 0,-1-1 0,0 1 0,1-1 0,-1 1 0,0-1 0,0 0 0,1 1 0,-1-1 0,0 0 0,0 0 0,0 0 0,0 0 0,0 0 0,-1 0 0,1 0 0,0 0 0,0 0 0,0-1 0,-1 1 0,-1 0 0,-3 1 7,-1 0 1,1 0-1,0-1 0,-9 1 0,-109-2-2628,123-6 515,1-56-6846,0 33 2179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51:25.81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55 10709,'0'0'13462,"73"7"-12550,-28-7-399,-8 0-417,3 0-32,-7 0 32,-2 0-96,-1 0-64,-9-11-945,-2 4-880,-19-11-1360,0 3-1761,0 5-3346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51:26.21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 1 13286,'0'0'8860,"2"54"-8489,6 185-46,-6-29 581,-2-149-619,0 5 87,-2 171 551,-1-168-811,-15 100-1,17-167-126,1-1-1,0 0 1,0 0-1,-1 0 1,1 1-1,0-1 1,0 0-1,0 0 1,0 1-1,0-1 1,0 0-1,0 0 1,1 0-1,-1 1 1,0-1-1,1 2 1,0-3 6,0 1 0,-1 0 1,1-1-1,0 1 0,0-1 0,0 1 1,0-1-1,0 1 0,0-1 0,0 0 0,0 0 1,0 0-1,0 0 0,2 0 0,104 3-180,-105-3-6,0 1 0,0-1 0,1 0-1,-1-1 1,0 1 0,0 0-1,1-1 1,-1 0 0,0 0-1,0 0 1,0 0 0,0 0-1,0 0 1,0-1 0,0 1-1,0-1 1,0 0 0,0 0-1,-1 0 1,1 0 0,0 0-1,-1 0 1,1 0 0,-1-1-1,0 1 1,0-1 0,0 1-1,0-1 1,0 0 0,0 0 0,0 0-1,-1 1 1,1-1 0,-1 0-1,1 0 1,-1 0 0,0 0-1,0-5 1,0-26-5007,0 0-2174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51:26.64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10629,'0'0'14567,"2"42"-14325,6 133-151,-5-38 54,-4-96-18,1 21 770,0-61-873,0-9-833,0-15 529,-1 7 251,1 0 0,1 1 0,0-1 0,0 0 0,1 1 0,7-30 0,-5 31 57,1 0 0,0 1-1,0 0 1,1 0-1,0 1 1,1 0 0,0 0-1,15-18 1,-16 24-4,-1 0 1,1 0-1,0 1 0,0 0 1,1 0-1,-1 1 0,1 0 1,-1 1-1,1 0 0,0 0 1,0 1-1,0 0 0,0 1 1,15-1-1,-19 1 74,1 1 1,-1 0 0,1 1-1,0-1 1,-1 1-1,5 2 1,-6-2-64,-1 0 0,1 0 0,-1 1 0,1-1 0,-1 0 0,1 1 1,-1 0-1,0-1 0,0 1 0,0 0 0,0 0 0,0 0 0,0 0 0,1 3 0,5 12-16,-1 1 0,-1 0 0,0 0-1,-1 1 1,0-1 0,-1 1-1,-1 1 1,0-1 0,-1 0-1,0 24 1,-1-11-2676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51:26.97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26 4994,'0'0'22379,"98"0"-22171,-65-8 0,-9 8-160,4 0-16,-10 0-32,-3 0-16,-5-3-977,2 3-816,-12-15-1456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51:27.8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7908,'0'0'10831,"9"51"-9371,27 172-220,-29-176-582,-2 1-1,2 74 0,-7-87-340,3 526 3522,-4-547-3749,0 1 0,-1 0 0,0-1 0,-8 27 0,9-36-73,1-5-19,0 0 1,0-1-1,0 1 0,0 0 0,0 0 0,0-1 1,0 1-1,0 0 0,-1 0 0,1-1 0,0 1 0,0 0 1,0 0-1,0-1 0,0 1 0,-1 0 0,1 0 1,0 0-1,0 0 0,0-1 0,-1 1 0,1 0 1,0 0-1,0 0 0,0 0 0,-1 0 0,1 0 1,0 0-1,0-1 0,0 1 0,-1 0 0,1 0 1,0 0-1,0 0 0,-1 0 0,1 0 0,0 1 1,0-1-1,0 0 0,-1 0 0,1 0 0,0 0 0,0 0 1,0 0-1,-1 0 0,1 1 0,0-1 0,0 0 1,0 0-1,-1 0 0,1 0 0,0 1 0,0-1 1,0 0-1,0 0 0,0 1 0,0-1 0,-1 0 1,1 0-1,0 1 0,0-1 0,0 0 0,0 1 1,0-1-1,-3-14-151,0-1 1,1 0-1,-1-22 1,2 20 73,-6-265-971,8 204 927,0 36 125,1 0 0,2 1 1,1 0-1,1 0 1,2 1-1,1 0 1,2 1-1,0 0 0,2 1 1,17-36-1,-28 70 16,3-6-7,-1 0 1,2 0 0,6-10 0,-11 18 22,1-1 0,0 1 1,-1 0-1,1 0 0,0 0 0,0 1 0,0-1 1,0 1-1,0-1 0,1 1 0,-1 0 0,0 0 1,0 0-1,1 0 0,-1 1 0,0-1 0,3 1 1,3 0 93,-5-1-49,-1 1 1,1 0-1,0 1 1,-1-1-1,1 0 1,0 1-1,3 1 0,-5-1-45,1 0 0,-1 0 0,0 0-1,0 0 1,0 1 0,0-1 0,1 0-1,-1 1 1,-1-1 0,1 1 0,0 0-1,0-1 1,0 1 0,-1 0 0,1-1-1,-1 1 1,2 3 0,1 9 102,0 0-1,-1 0 1,0 0 0,1 26 0,-3 65 194,-1-49-251,1-47-69,0 0-1,-1 1 0,0-1 0,0 0 1,0 1-1,-1-1 0,-4 11 0,5-15-6,-1 0-1,0 0 0,-1 0 0,1 0 0,-1 0 0,0-1 0,1 1 1,-1-1-1,-1 0 0,1 0 0,0-1 0,-1 1 0,-5 3 0,5-4-31,-1 0-1,0 0 0,0 0 0,1-1 0,-2 0 0,-9 2 0,-2-2-94,-21-1-1,26-1 119,12 12 49,-1-1-37,1-6 4,0 0 1,0 1-1,1-1 0,-1 0 0,1 0 0,-1 0 1,3 8-1,6 10 136,0 0 1,1-1-1,22 37 1,-3-6 145,40 65 133,-53-92-399,0 5 12,-14-25-40,1 0 1,0-1-1,0 1 0,0-1 0,0 0 0,1 0 0,3 4 1,0-7 513,-4-2-4407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51:29.35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75 10485,'0'0'15514,"13"0"-15357,105 0 1292,-109 0-1308,0 0 0,-1-1 1,1 0-1,-1-1 1,1 0-1,9-5 0,-15 5-307,3 0-240,-1-1-1,1 1 1,-1-2-1,7-5 1,-10 8-39,-1-1 0,0 1 0,0-1 0,0 1 0,0-1 0,0 1 0,0-1 0,1-2 0,-1 2-407,-1 0 0,1 0 1,-1 0-1,1 0 0,-1 0 0,1 0 0,-1 0 1,0 0-1,0-3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51:29.52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0 1 4610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51:29.67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4610,'12'274'13959,"7"-274"-9029,14 0-3314,16-29 1234,12 0-2578,-18 11-176,-10 0-16,-2 11-48,-13 0-16,-3 7-16,-9 0 0,3 0-16,-6 0-112,3 0-961,1-4-639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51:30.12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 0 10661,'0'0'16311,"12"94"-15542,1-26-209,-10 23-192,3 6-16,-6 11-192,0-3 16,0 10-144,0-6-64,0-23-608,0-17-1457,-18-15-2145,-4-29-5090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51:31.20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15271,'0'0'9930,"12"2"-9738,0 0-84,17 4 502,31-1 1,-2-5-913,-47 0-5117,0 0-5236,-21 0 2710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51:31.42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0 0 13910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51:31.52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 0 13910,'-3'246'7124,"24"-246"-3331,10 0-2112,9-4-480,8-7-1121,-20 4-80,-10 7-32,-3 0-368,-9 0-369,10 0-527,-7 0-913,-9 25-11286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51:33.34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31 1 192,'0'0'17304,"0"0"-17991,5 4 10149,-4 3-8094,-1 121-981,-2 220 569,-14 1-575,7-248-341,9-101-39,0 1 2,0 0 1,0 0 0,0 0 0,0 0 0,-1 0 0,1 0 0,0 0 0,0 0 0,0 0 0,-1 0 0,1 0 0,0 0 0,0-1 0,-1 1 0,1 0 0,-1 0 0,1 0 0,-1-1 0,0 2 0,-1 0 1125,1-1-3554,0-8-5157,1 7 7474,0-11-6895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51:36.31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77 0 1777,'0'0'20524,"1"42"-19975,2 34-240,7 176 1258,-8 349 2944,-3-323-3854,1-250-588,0-27-56,-1-6-173,-2-24-167,-3-17-127,-2-80 0,7 97 405,1 8 6,0-1 1,4-36-1,-3 51 33,0 0-1,1 1 1,-1-1 0,1 1-1,0-1 1,1 1-1,-1 0 1,1 0 0,0 0-1,0 1 1,0-1-1,7-8 1,-2 4-13,2 0 1,-1 1-1,1 0 1,0 1 0,0 0-1,1 1 1,0 1-1,0 0 1,0 1-1,0 0 1,0 2-1,1-1 1,23-1-1,-35 5 20,1 1 0,-1-1 0,0 1 0,1-1 0,-1 1 0,1-1 0,-1 1 0,0 0 0,0-1 0,1 1-1,-1 0 1,0-1 0,0 1 0,1-1 0,-1 1 0,0 0 0,0 0 0,0-1 0,0 1 0,0 0 0,0-1 0,0 1 0,0 0 0,0-1 0,0 1 0,0 0 0,0 0-1,0-1 1,-1 2 0,1 4 2,0 155 238,0-151-232,-1 1 0,0-1 0,0 1-1,-1-1 1,0 0 0,0 1 0,-1-1-1,0-1 1,0 1 0,-1 0 0,0-1-1,0 0 1,-1 0 0,1-1 0,-2 0 0,1 0-1,-1 0 1,-9 9 0,10-12 3,1 0 0,-2-1-1,1 0 1,0-1 0,-1 1 0,1-1 0,-1-1 0,1 1 0,-1-2-1,0 1 1,-7 1 0,-8-1-289,-39-2 1,28-1-459,14 0-200,17 1 900,1 0 0,0 0-1,0 0 1,-1 0 0,1 0 0,0 0 0,0 0-1,-1 0 1,1 0 0,0 0 0,0-1 0,-1 1-1,1 0 1,0 0 0,0 0 0,-1-1 0,1 1-1,0 0 1,0 0 0,0-1 0,0 1 0,-1 0-1,1-1 1,0 1 0,0 0 0,0-1 0,0 1-1,0 0 1,0-1 0,0 1 0,0 0 0,-1-1-1,1 1 1,0 0 0,0-1 0,0 1 0,0 0-1,1-1 1,-7-80-8610,5 35 483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51:36.66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69 1185,'0'0'24363,"101"4"-24203,-53-4-80,4 0 112,-3 0 16,-12 0-144,-7 0-16,-9 0-48,-2-11-784,-7-4-785,-12-3-1873,0 4-2368,0 0-4995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51:37.03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9556,'0'0'12713,"3"50"-12113,11 161-245,-10-51 321,-4-119-397,0 23 176,-9 85 0,3-83-577,0 100 1,6-166 120,0 1 1,0-1-1,0 0 0,0 1 1,0-1-1,0 1 0,0-1 1,1 1-1,-1-1 0,0 0 0,0 1 1,1-1-1,-1 0 0,0 1 1,0-1-1,1 0 0,-1 1 1,0-1-1,0 0 0,1 0 1,-1 0-1,0 1 0,1-1 1,-1 0-1,0 0 0,1 0 0,-1 0 1,1 0-1,-1 0 0,1 0 1,15 2-12,-8-2 2,100 3-585,-93-3-50,-13 1 375,0-1 0,-1 0-1,1 0 1,0 0 0,-1 0 0,1-1 0,0 1 0,-1 0 0,1-1 0,-1 0 0,1 1 0,0-1-1,-1 0 1,1 0 0,-1 0 0,0 0 0,1-1 0,-1 1 0,0 0 0,1-1 0,-1 0-1,0 1 1,0-1 0,0 0 0,0 1 0,0-1 0,0 0 0,-1 0 0,1 0 0,0 0 0,-1 0-1,1 0 1,-1 0 0,0 0 0,1-1 0,-1-3 0,2-32-6992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51:37.56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0 103 8228,'0'0'17896,"2"43"-17805,6 137-35,-5-50 121,-4-88 190,1-12-610,0-51 158,0-26 48,1 0-1,1 0 1,11-72-1,21-36 86,-32 146-33,1-1 0,0 2 0,8-17-1,-10 22-5,1-1 0,0 1 0,0-1 0,1 1 0,-1 0 0,0 0 0,1 0 0,0 1 0,-1-1 0,5-2 0,-6 4 6,1 0 0,-1 1 0,1-1 0,-1 1 0,1 0 1,-1-1-1,1 1 0,0 0 0,-1 0 0,1 0 0,-1 0 0,1 1 0,-1-1 0,1 1 1,-1-1-1,1 1 0,-1-1 0,1 1 0,-1 0 0,0 0 0,1 0 0,-1 0 1,3 3-1,3 10 160,-1 1 1,1 0-1,-2 0 0,0 1 1,8 32-1,10 92 572,-15-86-609,-3-22-97,-4-20-30,0-1 0,1 0 0,1 0 0,3 13 0,-5-21-55,-1-1 0,1 1 0,0-1 0,-1 1-1,0-1 1,1 1 0,-1 4 0,0-7-84,1 0-1,-1 1 1,0-1-1,0 0 1,1 0-1,-1 1 1,0-1-1,0 0 0,1 0 1,-1 0-1,0 0 1,1 0-1,-1 0 1,0 0-1,1 0 1,-1 0-1,0 0 1,1 0-1,-1 0 0,0 0 1,0 0-1,1 0 1,1-4-5133,-2-17-1310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51:37.95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22 17880,'0'0'9493,"159"4"-9477,-116-4 128,-16 0-80,0 0-64,-8 0-208,-4-4-1249,-9-7-704,-6 1-1745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51:38.79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11461,'0'0'10763,"4"53"-9232,13 177-501,-6 16 513,-10-233-1451,0 344 2544,-1-200-1841,0-155-694,-7-104-970,-1-42 399,7-184 94,2 306 382,0 0 0,1-1 0,1 2 0,1-1-1,0 0 1,1 1 0,0 0 0,2 0 0,0 1 0,0 0 0,2 1 0,0 0 0,15-24 0,-20 36 4,0 0 1,1 1-1,0 0 1,0 0-1,8-7 1,-9 10 8,-1 1-1,0 0 1,1 0-1,-1 0 1,1 0-1,-1 1 1,1 0-1,-1 0 1,1 0-1,0 1 1,4-1-1,28 1 377,-36 0-381,1 0 1,0 1-1,-1-1 0,1 0 1,-1 1-1,1-1 1,0 1-1,-1-1 0,1 1 1,-1-1-1,1 1 0,-1-1 1,1 1-1,-1-1 1,1 1-1,-1 0 0,0 0 1,1-1-1,-1 1 0,0 0 1,1 0-1,-1-1 1,0 1-1,0 0 0,1 0 1,-1 0-1,0 0 0,0 0 1,0-1-1,0 1 1,0 1-1,1 33 206,-1-29-153,0 123 360,0-124-426,0 0 1,0 0 0,-1 0-1,1 0 1,-1 0-1,0 0 1,0 0-1,0 0 1,-1 0 0,1-1-1,-1 1 1,0-1-1,0 1 1,0-1-1,0 0 1,-1 0 0,1 0-1,-1 0 1,0-1-1,0 1 1,0-1-1,0 0 1,0 0 0,-1-1-1,1 1 1,0-1-1,-1 0 1,0 0-1,1 0 1,-1-1-1,0 0 1,0 0 0,-5 1-1,-14 0-337,-25-2 0,16-1 96,32 1 330,0 4-44,0 0-35,0 1 0,1-1 0,0 0 0,-1 1 0,1-1 0,0 0 0,0 0-1,1 0 1,-1 0 0,4 7 0,2 2 112,13 21-1,-16-28-79,62 99 528,94 194 0,-118-215-1540,-30-57-666,-10-7-2479,-2-8-3137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51:39.97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0 184 18152,'0'0'8962,"21"-7"-8888,63-24-10,-71 26-11,0-1 0,0-1 0,17-12 0,-6 3 72,-15 10-104,-2 1 1,1-1-1,0-1 1,-1 0 0,12-15-1,-16 18-674,0 0 0,0-1 1,0 0-1,3-6 0,-5 2-1915,-17 7-12867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51:40.14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0 1 15431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51:40.28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25 1 15431,'-25'274'6739,"59"-274"-3457,6 0-977,8-15-208,7-13-1953,-27 13-128,-10 12-32,-6-5 16,-6 8-448,3 0-513,-3 0-1072,-3 0-560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51:40.72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24 0 7603,'0'0'17993,"0"72"-15368,0-18-1569,0 19-399,0 20-193,4 8-304,-4 15-16,0 10-112,0-3-32,0-11-1088,0-29-1137,-7-18-2962,-14-37-8451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51:42.98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 0 11749,'0'0'12950,"1"57"-12720,3 188 317,-3-8 1358,-1-16 50,0-217-1899,0-3-48,1 0 0,-1 0 0,0 0 0,0 0 0,0-1 0,0 1 0,0 0-1,0 0 1,-1 0 0,1 0 0,0 0 0,0-1 0,0 1 0,-1 0 0,1 0 0,0 0-1,0-1 1,-1 1 0,1 0 0,-1 0 0,1-1 0,0 1 0,-1 0 0,0 0 0,0 1 21,0-7-376,0-3 213,-6-56-259,0-69 0,7 69 354,0-53-87,0 97 85,2 0 0,0-1 0,8-31 0,-2 20 33,1 1-1,1 1 0,13-30 1,-21 56 13,0 0-1,-1 1 1,1-1 0,0 1 0,0 0 0,5-5 0,-6 6-20,1 1 0,-1 0 0,1 0 0,-1 0 0,1 0 0,0 0 0,-1 1 0,1-1 0,-1 1 0,1-1 0,0 1 0,0 0 0,2 0 0,-4 0 15,1 0 0,-1 0 0,0 0 1,1 0-1,-1 0 0,1 0 0,-1 0 1,0 0-1,1 0 0,-1 1 0,0-1 0,0 0 1,1 0-1,-1 1 0,0-1 0,1 0 1,-1 1-1,0-1 0,0 0 0,1 1 0,-1-1 1,0 0-1,1 2 0,6 13 126,1 0-1,-1 1 1,-1 0-1,0 1 1,-1-1-1,0 2 1,-1-1-1,-1 1 1,4 34-1,0 84-676,-7-47-3596,0-42-35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51:43.49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0 154 14775,'0'0'9252,"28"0"-9116,87 3-91,-97-3-36,9 0 30,-17-6 6,-8 5-39,-1 0-2,0-1 0,0 1-1,0 0 1,0 0 0,-1-1-1,1 1 1,0 0 0,-1-1 0,1 1-1,0-1 1,-1 1 0,1-1 0,-1 1-1,0-1 1,1 0 0,-1 1-1,0-4 1,0-32 63,0 24-75,0 9-30,0 0 1,0 0 0,0 0 0,-1 0 0,1 0 0,-1 0 0,0 0 0,-1-5 0,1 7 23,0 0 0,0 0 0,0 1-1,0-1 1,0 1 0,0-1 0,0 1 0,0 0-1,-1-1 1,1 1 0,0 0 0,-1 0 0,1 0-1,0 1 1,-1-1 0,1 0 0,-1 1 0,-2-2 0,-3 0 51,-1 1 1,-12-2 0,17 3 28,1 0 1,-1 0 0,1 0-1,-1 1 1,1-1-1,-1 1 1,1 0 0,-1 0-1,1 0 1,-1 0-1,-3 3 1,2 0 56,0 1 0,0 0-1,0 0 1,1 0 0,-1 0 0,1 1 0,0 0-1,1 0 1,-1 0 0,1 0 0,0 0-1,0 1 1,0-1 0,-1 10 0,0 4 273,1 1 0,0 0 0,1 31 0,1-38-143,1 19 122,-1-31-371,0-1-1,0 0 1,1 1 0,-1-1-1,0 0 1,1 1 0,-1-1-1,1 0 1,-1 0 0,1 0-1,-1 0 1,1 0 0,0 0-1,-1 0 1,1 0 0,0 0-1,0 0 1,-1 0 0,3 1-1,2 1-93,1-1 0,-1 1-1,0-2 1,1 1 0,0-1 0,-1 0-1,7 0 1,-1-1-746,0 0 0,16-3-1,-25 2 581,1 0 0,-1 1 0,0-1 0,1-1 0,-1 1 0,0 0 0,0-1-1,0 0 1,0 1 0,0-1 0,0 0 0,-1 0 0,1 0 0,0-1 0,2-3-1,-1 0-1108,0 0-1,0 0 1,-1-1-1,1 1 1,1-10-1,-3 12 111,0 1 0,-1 0 0,1 0 0,-1-1 0,0 1 0,0-4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51:43.83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168 1 9108,'0'0'10026,"3"0"-8556,-1 0-1438,-1 0 90,-1 0 0,1 0 0,-1 0 0,1 0-1,-1 0 1,1 0 0,0 0 0,-1 0 0,1 0 0,-1 0-1,1 1 1,-1-1 0,1 0 0,-1 0 0,1 1 0,-1-1 0,1 1-1,0 0 70,-1 0 0,0 1 0,1-1 0,-1 0 0,1 1 0,-1-1 0,0 0 0,0 1 0,0-1 0,1 1 0,-1-1 0,0 0-1,-1 4 1,1 4 36,-1-1 0,-1 1 0,1 0 1,-1 0-1,0-1 0,-1 0 0,0 1 0,0-1 0,-7 15 0,-5 12 37,-46 169 320,47-150-541,-13 68-438,16-73-1710,11-46 430,-7-6-5201,6 2 6239,0-1 0,0 1 0,0-1 0,0 1 0,0-1 0,0 0 0,1 0 0,-2-3 0,-13-39-6409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51:44.04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18745,'0'0'6002,"168"256"-5874,-150-206-128,-3-14-208,-2-3-640,-13-19-1313,0-6-3138,0 6-3328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51:44.48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87 13030,'0'0'12760,"17"2"-12341,3 0-240,86 5 934,-82-7-702,-2 0-125,0 0 0,0-2 0,25-6 0,-32 4-260,-9 4-18,-1-2-1,0 1 1,0-1-1,8-4 1,-9 4 26,-3 2-225,-1-1-1,1 1 0,0 0 1,0-1-1,-1 1 1,1-1-1,0 1 0,0-1 1,-1 1-1,1-1 0,-1 0 1,1 1-1,0-1 1,-1 0-1,1 0 0,-1 1 1,1-1-1,-1 0 1,1 0-1,-1 0 0,0 0 1,1 0-1,-1 0 0,0 0 1,0 0-1,1 0 1,-1 0-1,0 0 0,0 0 1,0 0-1,0 0 0,0 0 1,0 0-1,0-2 1,0-2-1122,0 4 770,0 0 0,0-1 0,0 1 0,0-1 0,0 1 0,0 0 0,0-1 0,0 1 0,0-1 0,0 1-1,-1 0 1,1-1 0,0 1 0,-1 0 0,1 0 0,-1-1 0,0 0 0,-17-10-9632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51:44.93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15111,'0'0'9863,"9"54"-9252,31 180-125,-35-201-203,0 0 0,-2 1 0,1 50 0,-4-54-49,0 292 1545,-1-307-1938,0 1 0,-1-1-1,0 0 1,-1 1 0,-8 26 0,10-40-364,16-2 248,5-2 503,-1-2 0,1 0 0,-1-2 0,28-13-1,-37 16-309,-8 2 77,0 1 0,-1 0 0,1-1 1,0 0-1,-1 1 0,1-1 0,0 0 0,-1 0 0,1-1 0,1 0 1,-2 1-183,-1 0 0,1 0 1,-1 0-1,1 0 1,-1 0-1,1 0 0,-1-1 1,1 1-1,-1 0 1,0 0-1,1 0 1,-1 0-1,0-1 0,0-1 1,1-22-4213,-1 17-110,0 0-4616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51:45.30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51 13334,'0'0'14663,"113"7"-14391,-86-7-32,-5 0-112,-4-7-80,-3 0-48,-3 3-80,-2-7-1249,-7-3-1152,-3 0-2481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51:45.90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175 0 8932,'0'0'12910,"-1"0"-11974,-2 1-762,-1-1-1,1 1 0,-1 1 0,1-1 1,-1 0-1,1 1 0,0 0 0,-1 0 1,1 0-1,0 1 0,0 0 0,-5 5 0,-2 4 88,0 0-1,-9 16 1,7-9-60,0 0 1,1 2-1,0 0 1,1 1-1,-13 40 0,21-53-156,0 1-1,1-1 1,0 0-1,0 0 1,0 1-1,1-1 1,1 16-1,0 2 41,-1-25-85,1 1 0,-1-1 0,1 0 0,-1 0 0,1 1 1,0-1-1,0 0 0,0 0 0,0 0 0,0 0 0,0 0 1,1-1-1,-1 1 0,0 0 0,1-1 0,-1 1 1,1-1-1,-1 0 0,1 1 0,-1-1 0,1 0 0,2 1 1,2 1-86,0 1 0,0-1 0,1-1 1,-1 0-1,8 2 0,20-1-1406,-32-2 1256,0-1 0,0 0 1,0 0-1,0 0 0,0-1 0,0 1 1,0-1-1,0 1 0,0-1 0,0 0 0,0 0 1,0 0-1,2-2 0,-3-1-514,0 0 1,0 0-1,0 0 0,0 0 1,0 0-1,-1-1 0,0 1 0,1 0 1,-1-1-1,-1-7 0,1 3-1230,0-26-6879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51:46.26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40 0 13766,'0'0'9282,"0"55"-8140,0 181-339,0 19 1035,1-97-380,-3 188 707,1-330-2156,1-1 1,-2 0-1,1 0 0,-2 0 1,-6 27-1,9-41-1,-3 7-1300,3-12-1314,1-21 509,-11-109-7062,-1 62 1318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51:46.69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12646,'0'0'14913,"1"52"-14320,1 167-468,1-24-13,-3 88-1726,0-314 1372,1-56 160,0 76 93,0 0 1,1-1 0,0 1 0,0 0 0,5-15-1,10-20 49,40-78 0,-46 102-33,-2 5-11,1 0 0,0 1-1,1 1 1,1 0 0,0 1-1,0 0 1,18-15 0,-28 28-59,-1 0 1,1 0-1,-1 0 1,0 0-1,1 0 1,-1 0-1,1 0 1,0 0-1,-1 1 1,1-1-1,-1 1 1,1 0-1,2 0 1,-3 0-687,-19 1-12912,-13 8 1812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51:46.91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7027,'0'25'11109,"0"-11"-7171,12 8-2497,7 18-209,2 7-591,3 7-369,-2 3-64,-4 5 16,-3-15-64,-3 3-160,-9-17-112,1-26-1249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AFB5016-1B04-636C-2FDD-8B223B8937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56C67B3-92DB-A19D-E81B-6590B4121F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96CD2BF-7D2B-FE14-EECC-07E91B651D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738AD2-2B8B-4DA1-AC2E-7A306CD758C3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100F7E6-F81B-C41D-D346-4E21B44FFD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E5BEFDD-55B5-430D-F8F1-DD2F8DD007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7705BA-3088-46DA-8C41-A367B13DCAD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86869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D8376A7-BFAA-2F9E-9B2B-FCADFF9E78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5FEF4C7-5ADF-4661-999B-7EE649B591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87F8979-1734-567F-5AAB-C18BF415EA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738AD2-2B8B-4DA1-AC2E-7A306CD758C3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30EBCAF-BA48-590F-1C9A-CEAB64F679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67B5F47-B85D-77EC-00C5-7E9BC13618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7705BA-3088-46DA-8C41-A367B13DCAD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71026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D917E8-2193-3685-1E04-A4F8F05DEF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26F2C88-D44B-DAE3-8DD9-D9874F297D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2694495-FDE3-B639-591C-21D7624B90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738AD2-2B8B-4DA1-AC2E-7A306CD758C3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AC7E6F4-EF99-AA8C-C83F-1643E24FA7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443D04C-226D-E24A-72AD-C0B6870C88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7705BA-3088-46DA-8C41-A367B13DCAD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120700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879C47-BD26-CCF3-E0DF-1D0428DA2A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3E4BF73-76E0-14F4-97FC-FFC8243D9A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4C2E03F-0F75-796A-F4DC-ADEFA7F1777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C68A4EA-5080-8BA2-4317-E6E98D0C63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738AD2-2B8B-4DA1-AC2E-7A306CD758C3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ACE1A35-0105-7B86-855E-EE81CAD568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DC9E5C0-795B-82D7-4FAF-F098D86892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7705BA-3088-46DA-8C41-A367B13DCAD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28939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C4C61A-4E4E-1BE6-3699-B9E2470AE9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B4B8228-137E-5C8D-3DC6-A0E9E69294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3352F1E-5177-E5BD-47D2-2BA600ACDF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E805BAE-2997-09A2-8AB2-6B385748A01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D99DE9F5-5863-9383-8906-19DC01F4565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64D2208-B380-69BA-91FD-9175B07ACD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738AD2-2B8B-4DA1-AC2E-7A306CD758C3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83D8E74-44F0-E872-4C90-13CA97DB88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E3484B09-A0FB-901C-63B1-1046C1AB7F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7705BA-3088-46DA-8C41-A367B13DCAD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04568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45AAF7-6723-3CF3-D6A0-EFC8F7BDDA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504A037-4ED9-8BAE-11C5-60780BCA61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738AD2-2B8B-4DA1-AC2E-7A306CD758C3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F9EAFCE-56DE-4BAD-C358-598646EA64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2EB759E-65A2-7EBC-703A-8EC2C2D3ED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7705BA-3088-46DA-8C41-A367B13DCAD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56067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2E4E360-92DB-EE39-7F66-6ABADE0199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738AD2-2B8B-4DA1-AC2E-7A306CD758C3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859112E4-F0D4-47CA-6F84-A5DA7C737C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0D869A9-0D5F-0046-E364-C0CFB350F2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7705BA-3088-46DA-8C41-A367B13DCAD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73614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770F0A-E64F-35FD-D5C4-BA090960A2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530A7FA-64A7-19AB-43A1-6B64096B2B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929C10C-64F8-DB25-3180-B640E440AE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374958A-1892-1D9C-6CD0-DA289105FA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738AD2-2B8B-4DA1-AC2E-7A306CD758C3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0EBB344-14BD-AA7A-0BAF-008FFA8225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489379C-6C06-276D-B37A-4079377F67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7705BA-3088-46DA-8C41-A367B13DCAD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25452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39E6103-2C9E-5CF8-0743-C7D5053E74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84261231-F095-3B1E-7A88-CC0E289F0F20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FF98F28-17B7-8C24-65C2-9449CD3463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F51884D-4A14-B865-401A-D684C0C8E3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738AD2-2B8B-4DA1-AC2E-7A306CD758C3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E145E21-9E1C-A6F0-F27D-A2AD318D95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3DA395D-1B9C-1A9D-6963-8207A5E4F9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7705BA-3088-46DA-8C41-A367B13DCAD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825311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CA8A89-23C4-436D-D8D4-FC579E8A92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5CDAA54-BC4C-77A5-EFD9-FD0D2FF3F8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F1EA59E-0879-FE45-518B-8A50231900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738AD2-2B8B-4DA1-AC2E-7A306CD758C3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5131880-E312-DC4F-DDFB-551CEEDCFC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01D7048-064D-2B38-9298-13DB3ED628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7705BA-3088-46DA-8C41-A367B13DCAD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22221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788012D-07F4-6E41-6AB5-0D7FD74D10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834C3CE-4DCE-A183-1781-F40DF3D338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E63183D-8837-5665-995E-4B323B1B75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738AD2-2B8B-4DA1-AC2E-7A306CD758C3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758EB68-C951-F214-F243-AD7E344E5F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F5DC420-DD88-9298-8178-6E6C07173B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7705BA-3088-46DA-8C41-A367B13DCAD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55290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E7AA66A6-7C0E-E28A-A5A0-F3651A9D58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C703FDC-80FC-81E7-C82B-E6CCE07942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B5565C9-601B-09C5-21F1-D3C5DE82C76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C738AD2-2B8B-4DA1-AC2E-7A306CD758C3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5F2036D-A64B-0A14-8215-8868F84E98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2186769-222F-9E9A-C86B-36645504E3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7705BA-3088-46DA-8C41-A367B13DCAD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277278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customXml" Target="../ink/ink1.xml"/><Relationship Id="rId7" Type="http://schemas.openxmlformats.org/officeDocument/2006/relationships/customXml" Target="../ink/ink3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customXml" Target="../ink/ink2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customXml" Target="../ink/ink4.xml"/><Relationship Id="rId7" Type="http://schemas.openxmlformats.org/officeDocument/2006/relationships/customXml" Target="../ink/ink6.xm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customXml" Target="../ink/ink5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customXml" Target="../ink/ink9.xml"/><Relationship Id="rId13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4.png"/><Relationship Id="rId12" Type="http://schemas.openxmlformats.org/officeDocument/2006/relationships/customXml" Target="../ink/ink11.xm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8.xml"/><Relationship Id="rId11" Type="http://schemas.openxmlformats.org/officeDocument/2006/relationships/image" Target="../media/image16.png"/><Relationship Id="rId5" Type="http://schemas.openxmlformats.org/officeDocument/2006/relationships/image" Target="../media/image13.png"/><Relationship Id="rId15" Type="http://schemas.openxmlformats.org/officeDocument/2006/relationships/image" Target="../media/image18.png"/><Relationship Id="rId10" Type="http://schemas.openxmlformats.org/officeDocument/2006/relationships/customXml" Target="../ink/ink10.xml"/><Relationship Id="rId4" Type="http://schemas.openxmlformats.org/officeDocument/2006/relationships/customXml" Target="../ink/ink7.xml"/><Relationship Id="rId9" Type="http://schemas.openxmlformats.org/officeDocument/2006/relationships/image" Target="../media/image15.png"/><Relationship Id="rId14" Type="http://schemas.openxmlformats.org/officeDocument/2006/relationships/customXml" Target="../ink/ink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6" Type="http://schemas.openxmlformats.org/officeDocument/2006/relationships/image" Target="../media/image31.png"/><Relationship Id="rId21" Type="http://schemas.openxmlformats.org/officeDocument/2006/relationships/customXml" Target="../ink/ink22.xml"/><Relationship Id="rId42" Type="http://schemas.openxmlformats.org/officeDocument/2006/relationships/customXml" Target="../ink/ink33.xml"/><Relationship Id="rId47" Type="http://schemas.openxmlformats.org/officeDocument/2006/relationships/image" Target="../media/image41.png"/><Relationship Id="rId63" Type="http://schemas.openxmlformats.org/officeDocument/2006/relationships/customXml" Target="../ink/ink44.xml"/><Relationship Id="rId68" Type="http://schemas.openxmlformats.org/officeDocument/2006/relationships/image" Target="../media/image51.png"/><Relationship Id="rId84" Type="http://schemas.openxmlformats.org/officeDocument/2006/relationships/image" Target="../media/image59.png"/><Relationship Id="rId16" Type="http://schemas.openxmlformats.org/officeDocument/2006/relationships/image" Target="../media/image26.png"/><Relationship Id="rId11" Type="http://schemas.openxmlformats.org/officeDocument/2006/relationships/customXml" Target="../ink/ink17.xml"/><Relationship Id="rId32" Type="http://schemas.openxmlformats.org/officeDocument/2006/relationships/image" Target="../media/image34.png"/><Relationship Id="rId37" Type="http://schemas.openxmlformats.org/officeDocument/2006/relationships/customXml" Target="../ink/ink30.xml"/><Relationship Id="rId53" Type="http://schemas.openxmlformats.org/officeDocument/2006/relationships/image" Target="../media/image44.png"/><Relationship Id="rId58" Type="http://schemas.openxmlformats.org/officeDocument/2006/relationships/customXml" Target="../ink/ink41.xml"/><Relationship Id="rId74" Type="http://schemas.openxmlformats.org/officeDocument/2006/relationships/image" Target="../media/image54.png"/><Relationship Id="rId79" Type="http://schemas.openxmlformats.org/officeDocument/2006/relationships/customXml" Target="../ink/ink52.xml"/><Relationship Id="rId5" Type="http://schemas.openxmlformats.org/officeDocument/2006/relationships/customXml" Target="../ink/ink14.xml"/><Relationship Id="rId19" Type="http://schemas.openxmlformats.org/officeDocument/2006/relationships/customXml" Target="../ink/ink21.xml"/><Relationship Id="rId14" Type="http://schemas.openxmlformats.org/officeDocument/2006/relationships/image" Target="../media/image25.png"/><Relationship Id="rId22" Type="http://schemas.openxmlformats.org/officeDocument/2006/relationships/image" Target="../media/image29.png"/><Relationship Id="rId27" Type="http://schemas.openxmlformats.org/officeDocument/2006/relationships/customXml" Target="../ink/ink25.xml"/><Relationship Id="rId30" Type="http://schemas.openxmlformats.org/officeDocument/2006/relationships/image" Target="../media/image33.png"/><Relationship Id="rId35" Type="http://schemas.openxmlformats.org/officeDocument/2006/relationships/customXml" Target="../ink/ink29.xml"/><Relationship Id="rId43" Type="http://schemas.openxmlformats.org/officeDocument/2006/relationships/image" Target="../media/image39.png"/><Relationship Id="rId48" Type="http://schemas.openxmlformats.org/officeDocument/2006/relationships/customXml" Target="../ink/ink36.xml"/><Relationship Id="rId56" Type="http://schemas.openxmlformats.org/officeDocument/2006/relationships/customXml" Target="../ink/ink40.xml"/><Relationship Id="rId64" Type="http://schemas.openxmlformats.org/officeDocument/2006/relationships/image" Target="../media/image49.png"/><Relationship Id="rId69" Type="http://schemas.openxmlformats.org/officeDocument/2006/relationships/customXml" Target="../ink/ink47.xml"/><Relationship Id="rId77" Type="http://schemas.openxmlformats.org/officeDocument/2006/relationships/customXml" Target="../ink/ink51.xml"/><Relationship Id="rId8" Type="http://schemas.openxmlformats.org/officeDocument/2006/relationships/image" Target="../media/image22.png"/><Relationship Id="rId51" Type="http://schemas.openxmlformats.org/officeDocument/2006/relationships/image" Target="../media/image43.png"/><Relationship Id="rId72" Type="http://schemas.openxmlformats.org/officeDocument/2006/relationships/image" Target="../media/image53.png"/><Relationship Id="rId80" Type="http://schemas.openxmlformats.org/officeDocument/2006/relationships/image" Target="../media/image57.png"/><Relationship Id="rId85" Type="http://schemas.openxmlformats.org/officeDocument/2006/relationships/image" Target="../media/image60.png"/><Relationship Id="rId3" Type="http://schemas.openxmlformats.org/officeDocument/2006/relationships/customXml" Target="../ink/ink13.xml"/><Relationship Id="rId12" Type="http://schemas.openxmlformats.org/officeDocument/2006/relationships/image" Target="../media/image24.png"/><Relationship Id="rId17" Type="http://schemas.openxmlformats.org/officeDocument/2006/relationships/customXml" Target="../ink/ink20.xml"/><Relationship Id="rId25" Type="http://schemas.openxmlformats.org/officeDocument/2006/relationships/customXml" Target="../ink/ink24.xml"/><Relationship Id="rId33" Type="http://schemas.openxmlformats.org/officeDocument/2006/relationships/customXml" Target="../ink/ink28.xml"/><Relationship Id="rId38" Type="http://schemas.openxmlformats.org/officeDocument/2006/relationships/image" Target="../media/image37.png"/><Relationship Id="rId46" Type="http://schemas.openxmlformats.org/officeDocument/2006/relationships/customXml" Target="../ink/ink35.xml"/><Relationship Id="rId59" Type="http://schemas.openxmlformats.org/officeDocument/2006/relationships/customXml" Target="../ink/ink42.xml"/><Relationship Id="rId67" Type="http://schemas.openxmlformats.org/officeDocument/2006/relationships/customXml" Target="../ink/ink46.xml"/><Relationship Id="rId20" Type="http://schemas.openxmlformats.org/officeDocument/2006/relationships/image" Target="../media/image28.png"/><Relationship Id="rId41" Type="http://schemas.openxmlformats.org/officeDocument/2006/relationships/image" Target="../media/image38.png"/><Relationship Id="rId54" Type="http://schemas.openxmlformats.org/officeDocument/2006/relationships/customXml" Target="../ink/ink39.xml"/><Relationship Id="rId62" Type="http://schemas.openxmlformats.org/officeDocument/2006/relationships/image" Target="../media/image48.png"/><Relationship Id="rId70" Type="http://schemas.openxmlformats.org/officeDocument/2006/relationships/image" Target="../media/image52.png"/><Relationship Id="rId75" Type="http://schemas.openxmlformats.org/officeDocument/2006/relationships/customXml" Target="../ink/ink50.xml"/><Relationship Id="rId83" Type="http://schemas.openxmlformats.org/officeDocument/2006/relationships/customXml" Target="../ink/ink5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15" Type="http://schemas.openxmlformats.org/officeDocument/2006/relationships/customXml" Target="../ink/ink19.xml"/><Relationship Id="rId23" Type="http://schemas.openxmlformats.org/officeDocument/2006/relationships/customXml" Target="../ink/ink23.xml"/><Relationship Id="rId28" Type="http://schemas.openxmlformats.org/officeDocument/2006/relationships/image" Target="../media/image32.png"/><Relationship Id="rId36" Type="http://schemas.openxmlformats.org/officeDocument/2006/relationships/image" Target="../media/image36.png"/><Relationship Id="rId49" Type="http://schemas.openxmlformats.org/officeDocument/2006/relationships/image" Target="../media/image42.png"/><Relationship Id="rId57" Type="http://schemas.openxmlformats.org/officeDocument/2006/relationships/image" Target="../media/image46.png"/><Relationship Id="rId10" Type="http://schemas.openxmlformats.org/officeDocument/2006/relationships/image" Target="../media/image23.png"/><Relationship Id="rId31" Type="http://schemas.openxmlformats.org/officeDocument/2006/relationships/customXml" Target="../ink/ink27.xml"/><Relationship Id="rId44" Type="http://schemas.openxmlformats.org/officeDocument/2006/relationships/customXml" Target="../ink/ink34.xml"/><Relationship Id="rId52" Type="http://schemas.openxmlformats.org/officeDocument/2006/relationships/customXml" Target="../ink/ink38.xml"/><Relationship Id="rId60" Type="http://schemas.openxmlformats.org/officeDocument/2006/relationships/image" Target="../media/image47.png"/><Relationship Id="rId65" Type="http://schemas.openxmlformats.org/officeDocument/2006/relationships/customXml" Target="../ink/ink45.xml"/><Relationship Id="rId73" Type="http://schemas.openxmlformats.org/officeDocument/2006/relationships/customXml" Target="../ink/ink49.xml"/><Relationship Id="rId78" Type="http://schemas.openxmlformats.org/officeDocument/2006/relationships/image" Target="../media/image56.png"/><Relationship Id="rId81" Type="http://schemas.openxmlformats.org/officeDocument/2006/relationships/customXml" Target="../ink/ink53.xml"/><Relationship Id="rId4" Type="http://schemas.openxmlformats.org/officeDocument/2006/relationships/image" Target="../media/image20.png"/><Relationship Id="rId9" Type="http://schemas.openxmlformats.org/officeDocument/2006/relationships/customXml" Target="../ink/ink16.xml"/><Relationship Id="rId13" Type="http://schemas.openxmlformats.org/officeDocument/2006/relationships/customXml" Target="../ink/ink18.xml"/><Relationship Id="rId18" Type="http://schemas.openxmlformats.org/officeDocument/2006/relationships/image" Target="../media/image27.png"/><Relationship Id="rId39" Type="http://schemas.openxmlformats.org/officeDocument/2006/relationships/customXml" Target="../ink/ink31.xml"/><Relationship Id="rId34" Type="http://schemas.openxmlformats.org/officeDocument/2006/relationships/image" Target="../media/image35.png"/><Relationship Id="rId50" Type="http://schemas.openxmlformats.org/officeDocument/2006/relationships/customXml" Target="../ink/ink37.xml"/><Relationship Id="rId55" Type="http://schemas.openxmlformats.org/officeDocument/2006/relationships/image" Target="../media/image45.png"/><Relationship Id="rId76" Type="http://schemas.openxmlformats.org/officeDocument/2006/relationships/image" Target="../media/image55.png"/><Relationship Id="rId7" Type="http://schemas.openxmlformats.org/officeDocument/2006/relationships/customXml" Target="../ink/ink15.xml"/><Relationship Id="rId71" Type="http://schemas.openxmlformats.org/officeDocument/2006/relationships/customXml" Target="../ink/ink48.xml"/><Relationship Id="rId2" Type="http://schemas.openxmlformats.org/officeDocument/2006/relationships/image" Target="../media/image19.png"/><Relationship Id="rId29" Type="http://schemas.openxmlformats.org/officeDocument/2006/relationships/customXml" Target="../ink/ink26.xml"/><Relationship Id="rId24" Type="http://schemas.openxmlformats.org/officeDocument/2006/relationships/image" Target="../media/image30.png"/><Relationship Id="rId40" Type="http://schemas.openxmlformats.org/officeDocument/2006/relationships/customXml" Target="../ink/ink32.xml"/><Relationship Id="rId45" Type="http://schemas.openxmlformats.org/officeDocument/2006/relationships/image" Target="../media/image40.png"/><Relationship Id="rId66" Type="http://schemas.openxmlformats.org/officeDocument/2006/relationships/image" Target="../media/image50.png"/><Relationship Id="rId61" Type="http://schemas.openxmlformats.org/officeDocument/2006/relationships/customXml" Target="../ink/ink43.xml"/><Relationship Id="rId82" Type="http://schemas.openxmlformats.org/officeDocument/2006/relationships/image" Target="../media/image58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BFAFB-E2A3-5450-8095-BA6FEB59EE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85919FAB-0551-FAE9-0497-DD185B3D4B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72308" y="2669809"/>
            <a:ext cx="10187354" cy="2387600"/>
          </a:xfrm>
        </p:spPr>
        <p:txBody>
          <a:bodyPr>
            <a:normAutofit fontScale="90000"/>
          </a:bodyPr>
          <a:lstStyle/>
          <a:p>
            <a:r>
              <a:rPr lang="en-US" altLang="ko-KR"/>
              <a:t>10/12 </a:t>
            </a:r>
            <a:r>
              <a:rPr lang="ko-KR" altLang="en-US"/>
              <a:t>프로젝트</a:t>
            </a:r>
            <a:br>
              <a:rPr lang="en-US" altLang="ko-KR"/>
            </a:br>
            <a:br>
              <a:rPr lang="en-US" altLang="ko-KR"/>
            </a:br>
            <a:r>
              <a:rPr lang="ko-KR" altLang="en-US"/>
              <a:t>참조할 폴더 </a:t>
            </a:r>
            <a:br>
              <a:rPr lang="en-US" altLang="ko-KR"/>
            </a:br>
            <a:br>
              <a:rPr lang="en-US" altLang="ko-KR"/>
            </a:br>
            <a:r>
              <a:rPr lang="en-US" altLang="ko-KR"/>
              <a:t>~/source_file/1012_source_file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40859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241645C-8266-B317-3729-E3B440F8B976}"/>
              </a:ext>
            </a:extLst>
          </p:cNvPr>
          <p:cNvSpPr txBox="1"/>
          <p:nvPr/>
        </p:nvSpPr>
        <p:spPr>
          <a:xfrm>
            <a:off x="1066800" y="844061"/>
            <a:ext cx="16646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개념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3CB6A2B3-4F04-4D89-C041-7D549488C3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442" y="1422418"/>
            <a:ext cx="9847297" cy="257340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C8B33828-8C2A-873A-9D1A-2B683817A5DD}"/>
              </a:ext>
            </a:extLst>
          </p:cNvPr>
          <p:cNvSpPr txBox="1"/>
          <p:nvPr/>
        </p:nvSpPr>
        <p:spPr>
          <a:xfrm>
            <a:off x="1441938" y="4360985"/>
            <a:ext cx="753793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scattering noise</a:t>
            </a:r>
            <a:r>
              <a:rPr lang="ko-KR" altLang="en-US"/>
              <a:t>를 현업에서 어떻게 해결하는지 특히 </a:t>
            </a:r>
            <a:r>
              <a:rPr lang="en-US" altLang="ko-KR"/>
              <a:t>SIPO</a:t>
            </a:r>
            <a:r>
              <a:rPr lang="ko-KR" altLang="en-US"/>
              <a:t>로 </a:t>
            </a:r>
            <a:r>
              <a:rPr lang="en-US" altLang="ko-KR"/>
              <a:t>Check</a:t>
            </a:r>
            <a:r>
              <a:rPr lang="ko-KR" altLang="en-US"/>
              <a:t>해서 </a:t>
            </a:r>
            <a:r>
              <a:rPr lang="en-US" altLang="ko-KR"/>
              <a:t>tic</a:t>
            </a:r>
            <a:r>
              <a:rPr lang="ko-KR" altLang="en-US"/>
              <a:t>을 만드는데 이유가 뭔지 정확하게 설명할 것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pPr marL="342900" indent="-342900">
              <a:buAutoNum type="arabicPeriod"/>
            </a:pPr>
            <a:r>
              <a:rPr lang="en-US" altLang="ko-KR"/>
              <a:t>dsp </a:t>
            </a:r>
            <a:r>
              <a:rPr lang="ko-KR" altLang="en-US"/>
              <a:t>개념이라 궁금한 것</a:t>
            </a:r>
            <a:r>
              <a:rPr lang="en-US" altLang="ko-KR"/>
              <a:t>. </a:t>
            </a:r>
            <a:r>
              <a:rPr lang="ko-KR" altLang="en-US"/>
              <a:t>들어오는 </a:t>
            </a:r>
            <a:r>
              <a:rPr lang="en-US" altLang="ko-KR"/>
              <a:t>Input </a:t>
            </a:r>
            <a:r>
              <a:rPr lang="ko-KR" altLang="en-US"/>
              <a:t>값을 </a:t>
            </a:r>
            <a:r>
              <a:rPr lang="en-US" altLang="ko-KR"/>
              <a:t>100Mhz</a:t>
            </a:r>
            <a:r>
              <a:rPr lang="ko-KR" altLang="en-US"/>
              <a:t>로 샘플링하는 개념인데</a:t>
            </a:r>
            <a:r>
              <a:rPr lang="en-US" altLang="ko-KR"/>
              <a:t>, </a:t>
            </a:r>
            <a:r>
              <a:rPr lang="ko-KR" altLang="en-US"/>
              <a:t>이 때 주파수 도메인이 어떻게 변하는 지 궁금함</a:t>
            </a:r>
            <a:r>
              <a:rPr lang="en-US" altLang="ko-KR"/>
              <a:t>. (</a:t>
            </a:r>
            <a:r>
              <a:rPr lang="ko-KR" altLang="en-US"/>
              <a:t>노이즈 제거 부분에서 어떤 필터 역할을 하는 것인지</a:t>
            </a:r>
            <a:r>
              <a:rPr lang="en-US" altLang="ko-KR"/>
              <a:t>) </a:t>
            </a:r>
          </a:p>
          <a:p>
            <a:pPr marL="342900" indent="-342900">
              <a:buAutoNum type="arabicPeriod"/>
            </a:pPr>
            <a:r>
              <a:rPr lang="ko-KR" altLang="en-US"/>
              <a:t>이 </a:t>
            </a:r>
            <a:r>
              <a:rPr lang="en-US" altLang="ko-KR"/>
              <a:t>tick </a:t>
            </a:r>
            <a:r>
              <a:rPr lang="ko-KR" altLang="en-US"/>
              <a:t>을 만들어서 얻는 이점은 무엇인지</a:t>
            </a:r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9856056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218CB-1D75-7500-34B6-108452529E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85EC09A-DC9C-4912-D0CA-6F43C6662ED4}"/>
              </a:ext>
            </a:extLst>
          </p:cNvPr>
          <p:cNvSpPr txBox="1"/>
          <p:nvPr/>
        </p:nvSpPr>
        <p:spPr>
          <a:xfrm>
            <a:off x="5091333" y="3059668"/>
            <a:ext cx="58498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Homework -1 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81911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4D81FA-4099-2811-BCC4-7648DE1A68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E4C1116-76D0-79D4-4D5A-5E6A3BF5AB84}"/>
              </a:ext>
            </a:extLst>
          </p:cNvPr>
          <p:cNvSpPr txBox="1"/>
          <p:nvPr/>
        </p:nvSpPr>
        <p:spPr>
          <a:xfrm>
            <a:off x="656493" y="879231"/>
            <a:ext cx="584981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‘0101’ non-overlap mealy / moore </a:t>
            </a:r>
            <a:r>
              <a:rPr lang="ko-KR" altLang="en-US"/>
              <a:t>머신 설계</a:t>
            </a:r>
            <a:endParaRPr lang="en-US" altLang="ko-KR"/>
          </a:p>
          <a:p>
            <a:endParaRPr lang="en-US" altLang="ko-KR"/>
          </a:p>
          <a:p>
            <a:r>
              <a:rPr lang="ko-KR" altLang="en-US"/>
              <a:t>각각 </a:t>
            </a:r>
            <a:r>
              <a:rPr lang="en-US" altLang="ko-KR"/>
              <a:t>State diagram </a:t>
            </a:r>
            <a:r>
              <a:rPr lang="ko-KR" altLang="en-US"/>
              <a:t>그릴 것</a:t>
            </a:r>
            <a:r>
              <a:rPr lang="en-US" altLang="ko-KR"/>
              <a:t>, </a:t>
            </a:r>
            <a:r>
              <a:rPr lang="ko-KR" altLang="en-US"/>
              <a:t>정보도 함께 가시성 있게 보여주면 좋을 듯  </a:t>
            </a:r>
            <a:r>
              <a:rPr lang="en-US" altLang="ko-KR"/>
              <a:t> 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979837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004F3C-E893-55DA-4F06-686798E33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31AC7DD-457B-593E-0925-178AED528F24}"/>
              </a:ext>
            </a:extLst>
          </p:cNvPr>
          <p:cNvSpPr txBox="1"/>
          <p:nvPr/>
        </p:nvSpPr>
        <p:spPr>
          <a:xfrm>
            <a:off x="445477" y="527539"/>
            <a:ext cx="58498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시뮬레이션 환경 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6E439AE-2AD2-E8F1-53C1-D4F77DE84E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693" y="1407762"/>
            <a:ext cx="3141785" cy="346808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5CDA63F-00B8-551A-FFDF-7E435AE5E0D2}"/>
              </a:ext>
            </a:extLst>
          </p:cNvPr>
          <p:cNvSpPr txBox="1"/>
          <p:nvPr/>
        </p:nvSpPr>
        <p:spPr>
          <a:xfrm>
            <a:off x="4149969" y="1407762"/>
            <a:ext cx="759655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코드는 사용하지 말것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어떤 환경에서 각각 머신에 대해서 입력으로 넣었는지 환경에 대해 설명할 것 </a:t>
            </a:r>
          </a:p>
        </p:txBody>
      </p:sp>
    </p:spTree>
    <p:extLst>
      <p:ext uri="{BB962C8B-B14F-4D97-AF65-F5344CB8AC3E}">
        <p14:creationId xmlns:p14="http://schemas.microsoft.com/office/powerpoint/2010/main" val="39090008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8C9EE8-6723-ED04-55BC-BEA9605B78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7234362C-1E0A-25AB-1EA8-C474BB0139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89717"/>
            <a:ext cx="12192000" cy="198296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02EA960-6EF7-62CB-7872-5E533CC0C31D}"/>
              </a:ext>
            </a:extLst>
          </p:cNvPr>
          <p:cNvSpPr txBox="1"/>
          <p:nvPr/>
        </p:nvSpPr>
        <p:spPr>
          <a:xfrm>
            <a:off x="0" y="3885318"/>
            <a:ext cx="7596554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시뮬레이션 결과 </a:t>
            </a:r>
            <a:r>
              <a:rPr lang="en-US" altLang="ko-KR"/>
              <a:t>0101 </a:t>
            </a:r>
            <a:r>
              <a:rPr lang="ko-KR" altLang="en-US"/>
              <a:t>패턴 발견시</a:t>
            </a:r>
            <a:r>
              <a:rPr lang="en-US" altLang="ko-KR"/>
              <a:t>, </a:t>
            </a:r>
            <a:r>
              <a:rPr lang="ko-KR" altLang="en-US"/>
              <a:t>무어와 밀리 차이 설명 할 것</a:t>
            </a:r>
            <a:r>
              <a:rPr lang="en-US" altLang="ko-KR"/>
              <a:t>.</a:t>
            </a:r>
          </a:p>
          <a:p>
            <a:r>
              <a:rPr lang="ko-KR" altLang="en-US"/>
              <a:t>무어</a:t>
            </a:r>
            <a:r>
              <a:rPr lang="en-US" altLang="ko-KR"/>
              <a:t>, </a:t>
            </a:r>
            <a:r>
              <a:rPr lang="ko-KR" altLang="en-US"/>
              <a:t>밀리 구분해서 설명해야 함</a:t>
            </a:r>
            <a:r>
              <a:rPr lang="en-US" altLang="ko-KR"/>
              <a:t>. </a:t>
            </a:r>
          </a:p>
          <a:p>
            <a:pPr marL="342900" indent="-342900">
              <a:buAutoNum type="arabicPeriod"/>
            </a:pPr>
            <a:r>
              <a:rPr lang="en-US" altLang="ko-KR"/>
              <a:t>dinbit</a:t>
            </a:r>
            <a:r>
              <a:rPr lang="ko-KR" altLang="en-US"/>
              <a:t> 가 들어오는 시점 표시하고</a:t>
            </a:r>
            <a:r>
              <a:rPr lang="en-US" altLang="ko-KR"/>
              <a:t>, </a:t>
            </a:r>
            <a:r>
              <a:rPr lang="ko-KR" altLang="en-US"/>
              <a:t>그때마다 스테이트 어떻게 변경되는지 기술 할 것 </a:t>
            </a:r>
            <a:endParaRPr lang="en-US" altLang="ko-KR"/>
          </a:p>
          <a:p>
            <a:pPr marL="342900" indent="-342900">
              <a:buAutoNum type="arabicPeriod"/>
            </a:pPr>
            <a:endParaRPr lang="en-US" altLang="ko-KR"/>
          </a:p>
          <a:p>
            <a:pPr marL="342900" indent="-342900">
              <a:buAutoNum type="arabicPeriod"/>
            </a:pPr>
            <a:r>
              <a:rPr lang="en-US" altLang="ko-KR"/>
              <a:t> </a:t>
            </a:r>
            <a:r>
              <a:rPr lang="ko-KR" altLang="en-US"/>
              <a:t>필요한 시뮬레이션 사진이 있다면 요청 할 것</a:t>
            </a:r>
            <a:r>
              <a:rPr lang="en-US" altLang="ko-KR"/>
              <a:t>(</a:t>
            </a:r>
            <a:r>
              <a:rPr lang="ko-KR" altLang="en-US"/>
              <a:t>뭐가 부족한지</a:t>
            </a:r>
            <a:r>
              <a:rPr lang="en-US" altLang="ko-KR"/>
              <a:t>)</a:t>
            </a:r>
          </a:p>
          <a:p>
            <a:pPr marL="342900" indent="-342900">
              <a:buAutoNum type="arabicPeriod"/>
            </a:pPr>
            <a:endParaRPr lang="en-US" altLang="ko-KR"/>
          </a:p>
          <a:p>
            <a:r>
              <a:rPr lang="en-US" altLang="ko-KR"/>
              <a:t>3.</a:t>
            </a:r>
            <a:r>
              <a:rPr lang="ko-KR" altLang="en-US"/>
              <a:t> 밀리와 무어의 출력 특성을 파악하고 차이점을 위의 그래프를 통해 종합적으로 결론 내릴 것</a:t>
            </a:r>
            <a:r>
              <a:rPr lang="en-US" altLang="ko-KR"/>
              <a:t>. </a:t>
            </a:r>
          </a:p>
          <a:p>
            <a:endParaRPr lang="en-US" altLang="ko-KR"/>
          </a:p>
          <a:p>
            <a:r>
              <a:rPr lang="en-US" altLang="ko-KR"/>
              <a:t>4. </a:t>
            </a:r>
            <a:r>
              <a:rPr lang="ko-KR" altLang="en-US"/>
              <a:t>내가 </a:t>
            </a:r>
            <a:r>
              <a:rPr lang="en-US" altLang="ko-KR"/>
              <a:t>focus </a:t>
            </a:r>
            <a:r>
              <a:rPr lang="ko-KR" altLang="en-US"/>
              <a:t>맞춘 부분을 표시할테니 거기에 대해서만 표시하고 설명하면 된다</a:t>
            </a:r>
            <a:r>
              <a:rPr lang="en-US" altLang="ko-KR"/>
              <a:t>. (</a:t>
            </a:r>
            <a:r>
              <a:rPr lang="ko-KR" altLang="en-US"/>
              <a:t>설명은 장황하지 않아야 한다</a:t>
            </a:r>
            <a:r>
              <a:rPr lang="en-US" altLang="ko-KR"/>
              <a:t>)</a:t>
            </a:r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A92DC9C-3DB8-FA61-96B4-96A573D072BF}"/>
              </a:ext>
            </a:extLst>
          </p:cNvPr>
          <p:cNvSpPr txBox="1"/>
          <p:nvPr/>
        </p:nvSpPr>
        <p:spPr>
          <a:xfrm>
            <a:off x="324729" y="533400"/>
            <a:ext cx="75965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시뮬레이션 사진 </a:t>
            </a:r>
            <a:r>
              <a:rPr lang="en-US" altLang="ko-KR"/>
              <a:t>1 – </a:t>
            </a:r>
            <a:r>
              <a:rPr lang="ko-KR" altLang="en-US"/>
              <a:t>패턴이 보일 때 출력 반응 </a:t>
            </a:r>
            <a:r>
              <a:rPr lang="en-US" altLang="ko-KR"/>
              <a:t>( </a:t>
            </a:r>
            <a:r>
              <a:rPr lang="ko-KR" altLang="en-US"/>
              <a:t>바뀌는 부분만 설명</a:t>
            </a:r>
            <a:r>
              <a:rPr lang="en-US" altLang="ko-KR"/>
              <a:t>)</a:t>
            </a:r>
            <a:r>
              <a:rPr lang="ko-KR" altLang="en-US"/>
              <a:t> 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8" name="잉크 7">
                <a:extLst>
                  <a:ext uri="{FF2B5EF4-FFF2-40B4-BE49-F238E27FC236}">
                    <a16:creationId xmlns:a16="http://schemas.microsoft.com/office/drawing/2014/main" id="{2D2F3DC0-D3C0-67A3-2251-CC221BF9AB4F}"/>
                  </a:ext>
                </a:extLst>
              </p14:cNvPr>
              <p14:cNvContentPartPr/>
              <p14:nvPr/>
            </p14:nvContentPartPr>
            <p14:xfrm>
              <a:off x="5691480" y="3047760"/>
              <a:ext cx="129960" cy="173520"/>
            </p14:xfrm>
          </p:contentPart>
        </mc:Choice>
        <mc:Fallback>
          <p:pic>
            <p:nvPicPr>
              <p:cNvPr id="8" name="잉크 7">
                <a:extLst>
                  <a:ext uri="{FF2B5EF4-FFF2-40B4-BE49-F238E27FC236}">
                    <a16:creationId xmlns:a16="http://schemas.microsoft.com/office/drawing/2014/main" id="{2D2F3DC0-D3C0-67A3-2251-CC221BF9AB4F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685360" y="3041640"/>
                <a:ext cx="142200" cy="185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9" name="잉크 8">
                <a:extLst>
                  <a:ext uri="{FF2B5EF4-FFF2-40B4-BE49-F238E27FC236}">
                    <a16:creationId xmlns:a16="http://schemas.microsoft.com/office/drawing/2014/main" id="{CB19887D-5B0C-E808-CE07-EC3821E463D4}"/>
                  </a:ext>
                </a:extLst>
              </p14:cNvPr>
              <p14:cNvContentPartPr/>
              <p14:nvPr/>
            </p14:nvContentPartPr>
            <p14:xfrm>
              <a:off x="5714880" y="3154680"/>
              <a:ext cx="3565800" cy="16560"/>
            </p14:xfrm>
          </p:contentPart>
        </mc:Choice>
        <mc:Fallback>
          <p:pic>
            <p:nvPicPr>
              <p:cNvPr id="9" name="잉크 8">
                <a:extLst>
                  <a:ext uri="{FF2B5EF4-FFF2-40B4-BE49-F238E27FC236}">
                    <a16:creationId xmlns:a16="http://schemas.microsoft.com/office/drawing/2014/main" id="{CB19887D-5B0C-E808-CE07-EC3821E463D4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5708760" y="3148200"/>
                <a:ext cx="3578040" cy="2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10" name="잉크 9">
                <a:extLst>
                  <a:ext uri="{FF2B5EF4-FFF2-40B4-BE49-F238E27FC236}">
                    <a16:creationId xmlns:a16="http://schemas.microsoft.com/office/drawing/2014/main" id="{49A626E2-4AEC-8C77-F4B1-D55A7E46DED3}"/>
                  </a:ext>
                </a:extLst>
              </p14:cNvPr>
              <p14:cNvContentPartPr/>
              <p14:nvPr/>
            </p14:nvContentPartPr>
            <p14:xfrm>
              <a:off x="9143880" y="3078360"/>
              <a:ext cx="164880" cy="210600"/>
            </p14:xfrm>
          </p:contentPart>
        </mc:Choice>
        <mc:Fallback>
          <p:pic>
            <p:nvPicPr>
              <p:cNvPr id="10" name="잉크 9">
                <a:extLst>
                  <a:ext uri="{FF2B5EF4-FFF2-40B4-BE49-F238E27FC236}">
                    <a16:creationId xmlns:a16="http://schemas.microsoft.com/office/drawing/2014/main" id="{49A626E2-4AEC-8C77-F4B1-D55A7E46DED3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9137760" y="3072240"/>
                <a:ext cx="177120" cy="222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234389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839B96-A69C-D2AD-04C9-C3C5D4311E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45D3C17B-8C01-FE0D-0639-5DEAAE9E9146}"/>
              </a:ext>
            </a:extLst>
          </p:cNvPr>
          <p:cNvSpPr txBox="1"/>
          <p:nvPr/>
        </p:nvSpPr>
        <p:spPr>
          <a:xfrm>
            <a:off x="324729" y="533400"/>
            <a:ext cx="75965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시뮬레이션 사진 </a:t>
            </a:r>
            <a:r>
              <a:rPr lang="en-US" altLang="ko-KR"/>
              <a:t>2 – </a:t>
            </a:r>
            <a:r>
              <a:rPr lang="ko-KR" altLang="en-US"/>
              <a:t>패턴이 없을 때 동작 부분 </a:t>
            </a:r>
            <a:r>
              <a:rPr lang="en-US" altLang="ko-KR"/>
              <a:t>– </a:t>
            </a:r>
            <a:r>
              <a:rPr lang="ko-KR" altLang="en-US"/>
              <a:t>가운데만 설명해주면 된다</a:t>
            </a:r>
            <a:r>
              <a:rPr lang="en-US" altLang="ko-KR"/>
              <a:t>. </a:t>
            </a:r>
            <a:r>
              <a:rPr lang="ko-KR" altLang="en-US"/>
              <a:t>굳이 모서리에 있는거 </a:t>
            </a:r>
            <a:r>
              <a:rPr lang="en-US" altLang="ko-KR"/>
              <a:t>focus </a:t>
            </a:r>
            <a:r>
              <a:rPr lang="ko-KR" altLang="en-US"/>
              <a:t>하지 말 것 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5E04FDE-A226-0768-1ABE-8A12CFE50E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78721"/>
            <a:ext cx="12192000" cy="1974290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6" name="잉크 5">
                <a:extLst>
                  <a:ext uri="{FF2B5EF4-FFF2-40B4-BE49-F238E27FC236}">
                    <a16:creationId xmlns:a16="http://schemas.microsoft.com/office/drawing/2014/main" id="{FF462B44-51C6-D868-D56B-CA179BD0F3AC}"/>
                  </a:ext>
                </a:extLst>
              </p14:cNvPr>
              <p14:cNvContentPartPr/>
              <p14:nvPr/>
            </p14:nvContentPartPr>
            <p14:xfrm>
              <a:off x="5536320" y="3215520"/>
              <a:ext cx="177840" cy="245520"/>
            </p14:xfrm>
          </p:contentPart>
        </mc:Choice>
        <mc:Fallback>
          <p:pic>
            <p:nvPicPr>
              <p:cNvPr id="6" name="잉크 5">
                <a:extLst>
                  <a:ext uri="{FF2B5EF4-FFF2-40B4-BE49-F238E27FC236}">
                    <a16:creationId xmlns:a16="http://schemas.microsoft.com/office/drawing/2014/main" id="{FF462B44-51C6-D868-D56B-CA179BD0F3AC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530200" y="3209400"/>
                <a:ext cx="190080" cy="257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8" name="잉크 7">
                <a:extLst>
                  <a:ext uri="{FF2B5EF4-FFF2-40B4-BE49-F238E27FC236}">
                    <a16:creationId xmlns:a16="http://schemas.microsoft.com/office/drawing/2014/main" id="{CF7707AE-9927-2ED6-DC4E-A711ADA2CFB3}"/>
                  </a:ext>
                </a:extLst>
              </p14:cNvPr>
              <p14:cNvContentPartPr/>
              <p14:nvPr/>
            </p14:nvContentPartPr>
            <p14:xfrm>
              <a:off x="5623440" y="3397680"/>
              <a:ext cx="4685760" cy="62640"/>
            </p14:xfrm>
          </p:contentPart>
        </mc:Choice>
        <mc:Fallback>
          <p:pic>
            <p:nvPicPr>
              <p:cNvPr id="8" name="잉크 7">
                <a:extLst>
                  <a:ext uri="{FF2B5EF4-FFF2-40B4-BE49-F238E27FC236}">
                    <a16:creationId xmlns:a16="http://schemas.microsoft.com/office/drawing/2014/main" id="{CF7707AE-9927-2ED6-DC4E-A711ADA2CFB3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5617320" y="3391560"/>
                <a:ext cx="4698000" cy="74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9" name="잉크 8">
                <a:extLst>
                  <a:ext uri="{FF2B5EF4-FFF2-40B4-BE49-F238E27FC236}">
                    <a16:creationId xmlns:a16="http://schemas.microsoft.com/office/drawing/2014/main" id="{D1220E7F-164A-3F73-8E75-362E09AE2089}"/>
                  </a:ext>
                </a:extLst>
              </p14:cNvPr>
              <p14:cNvContentPartPr/>
              <p14:nvPr/>
            </p14:nvContentPartPr>
            <p14:xfrm>
              <a:off x="10096080" y="3306960"/>
              <a:ext cx="186120" cy="275400"/>
            </p14:xfrm>
          </p:contentPart>
        </mc:Choice>
        <mc:Fallback>
          <p:pic>
            <p:nvPicPr>
              <p:cNvPr id="9" name="잉크 8">
                <a:extLst>
                  <a:ext uri="{FF2B5EF4-FFF2-40B4-BE49-F238E27FC236}">
                    <a16:creationId xmlns:a16="http://schemas.microsoft.com/office/drawing/2014/main" id="{D1220E7F-164A-3F73-8E75-362E09AE2089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0089960" y="3300840"/>
                <a:ext cx="198360" cy="2876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3869199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8979E4-555F-3C57-F8FD-1A2FCF3E58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53868881-99B9-E3A0-EDE9-7389F47F13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80857"/>
            <a:ext cx="12192000" cy="244814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EDAF09F-7CB7-1453-2ABB-C276AB0F1AEC}"/>
              </a:ext>
            </a:extLst>
          </p:cNvPr>
          <p:cNvSpPr txBox="1"/>
          <p:nvPr/>
        </p:nvSpPr>
        <p:spPr>
          <a:xfrm>
            <a:off x="324728" y="533400"/>
            <a:ext cx="113643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시뮬레이션 사진 </a:t>
            </a:r>
            <a:r>
              <a:rPr lang="en-US" altLang="ko-KR"/>
              <a:t>3 – </a:t>
            </a:r>
            <a:r>
              <a:rPr lang="ko-KR" altLang="en-US"/>
              <a:t>패턴이 보였을 때</a:t>
            </a:r>
            <a:r>
              <a:rPr lang="en-US" altLang="ko-KR"/>
              <a:t>, </a:t>
            </a:r>
            <a:r>
              <a:rPr lang="ko-KR" altLang="en-US"/>
              <a:t>두 모델 간의</a:t>
            </a:r>
            <a:r>
              <a:rPr lang="en-US" altLang="ko-KR"/>
              <a:t> next</a:t>
            </a:r>
            <a:r>
              <a:rPr lang="ko-KR" altLang="en-US"/>
              <a:t> </a:t>
            </a:r>
            <a:r>
              <a:rPr lang="en-US" altLang="ko-KR"/>
              <a:t>logic </a:t>
            </a:r>
            <a:r>
              <a:rPr lang="ko-KR" altLang="en-US"/>
              <a:t>차이가 뭔지 기술할 것 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39AE385D-BAFE-44E2-EA5D-D8DB6C00E0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246231"/>
            <a:ext cx="12192000" cy="220601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0230A67-BF8F-704E-431B-263853DA9C9C}"/>
              </a:ext>
            </a:extLst>
          </p:cNvPr>
          <p:cNvSpPr txBox="1"/>
          <p:nvPr/>
        </p:nvSpPr>
        <p:spPr>
          <a:xfrm>
            <a:off x="218049" y="3876899"/>
            <a:ext cx="75965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시뮬레이션 사진</a:t>
            </a:r>
            <a:r>
              <a:rPr lang="en-US" altLang="ko-KR"/>
              <a:t> 4</a:t>
            </a:r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3F31C912-6693-CFCE-1204-295F47F4110E}"/>
              </a:ext>
            </a:extLst>
          </p:cNvPr>
          <p:cNvGrpSpPr/>
          <p:nvPr/>
        </p:nvGrpSpPr>
        <p:grpSpPr>
          <a:xfrm>
            <a:off x="6918720" y="3489840"/>
            <a:ext cx="2626200" cy="331200"/>
            <a:chOff x="6918720" y="3489840"/>
            <a:chExt cx="2626200" cy="331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12" name="잉크 11">
                  <a:extLst>
                    <a:ext uri="{FF2B5EF4-FFF2-40B4-BE49-F238E27FC236}">
                      <a16:creationId xmlns:a16="http://schemas.microsoft.com/office/drawing/2014/main" id="{AB960CB1-9498-8D66-933D-01AF22EDE6DB}"/>
                    </a:ext>
                  </a:extLst>
                </p14:cNvPr>
                <p14:cNvContentPartPr/>
                <p14:nvPr/>
              </p14:nvContentPartPr>
              <p14:xfrm>
                <a:off x="6918720" y="3489840"/>
                <a:ext cx="168120" cy="187200"/>
              </p14:xfrm>
            </p:contentPart>
          </mc:Choice>
          <mc:Fallback>
            <p:pic>
              <p:nvPicPr>
                <p:cNvPr id="12" name="잉크 11">
                  <a:extLst>
                    <a:ext uri="{FF2B5EF4-FFF2-40B4-BE49-F238E27FC236}">
                      <a16:creationId xmlns:a16="http://schemas.microsoft.com/office/drawing/2014/main" id="{AB960CB1-9498-8D66-933D-01AF22EDE6DB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6912600" y="3483720"/>
                  <a:ext cx="18036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13" name="잉크 12">
                  <a:extLst>
                    <a:ext uri="{FF2B5EF4-FFF2-40B4-BE49-F238E27FC236}">
                      <a16:creationId xmlns:a16="http://schemas.microsoft.com/office/drawing/2014/main" id="{00DE356D-1973-9720-5BEF-703498A36727}"/>
                    </a:ext>
                  </a:extLst>
                </p14:cNvPr>
                <p14:cNvContentPartPr/>
                <p14:nvPr/>
              </p14:nvContentPartPr>
              <p14:xfrm>
                <a:off x="6949320" y="3627000"/>
                <a:ext cx="2595600" cy="77400"/>
              </p14:xfrm>
            </p:contentPart>
          </mc:Choice>
          <mc:Fallback>
            <p:pic>
              <p:nvPicPr>
                <p:cNvPr id="13" name="잉크 12">
                  <a:extLst>
                    <a:ext uri="{FF2B5EF4-FFF2-40B4-BE49-F238E27FC236}">
                      <a16:creationId xmlns:a16="http://schemas.microsoft.com/office/drawing/2014/main" id="{00DE356D-1973-9720-5BEF-703498A36727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6943200" y="3620880"/>
                  <a:ext cx="2607840" cy="8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14" name="잉크 13">
                  <a:extLst>
                    <a:ext uri="{FF2B5EF4-FFF2-40B4-BE49-F238E27FC236}">
                      <a16:creationId xmlns:a16="http://schemas.microsoft.com/office/drawing/2014/main" id="{D4DD927B-3B76-4C46-8C92-CE1F1E4AA183}"/>
                    </a:ext>
                  </a:extLst>
                </p14:cNvPr>
                <p14:cNvContentPartPr/>
                <p14:nvPr/>
              </p14:nvContentPartPr>
              <p14:xfrm>
                <a:off x="9352680" y="3596400"/>
                <a:ext cx="136800" cy="224640"/>
              </p14:xfrm>
            </p:contentPart>
          </mc:Choice>
          <mc:Fallback>
            <p:pic>
              <p:nvPicPr>
                <p:cNvPr id="14" name="잉크 13">
                  <a:extLst>
                    <a:ext uri="{FF2B5EF4-FFF2-40B4-BE49-F238E27FC236}">
                      <a16:creationId xmlns:a16="http://schemas.microsoft.com/office/drawing/2014/main" id="{D4DD927B-3B76-4C46-8C92-CE1F1E4AA183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9346560" y="3590280"/>
                  <a:ext cx="149040" cy="236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32797E1A-2B89-8D3E-5A90-DDB9073760B9}"/>
              </a:ext>
            </a:extLst>
          </p:cNvPr>
          <p:cNvGrpSpPr/>
          <p:nvPr/>
        </p:nvGrpSpPr>
        <p:grpSpPr>
          <a:xfrm>
            <a:off x="7466640" y="6522480"/>
            <a:ext cx="2486520" cy="207360"/>
            <a:chOff x="7466640" y="6522480"/>
            <a:chExt cx="2486520" cy="207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17" name="잉크 16">
                  <a:extLst>
                    <a:ext uri="{FF2B5EF4-FFF2-40B4-BE49-F238E27FC236}">
                      <a16:creationId xmlns:a16="http://schemas.microsoft.com/office/drawing/2014/main" id="{014FF811-6BE6-F440-BE97-B36A6E9F625F}"/>
                    </a:ext>
                  </a:extLst>
                </p14:cNvPr>
                <p14:cNvContentPartPr/>
                <p14:nvPr/>
              </p14:nvContentPartPr>
              <p14:xfrm>
                <a:off x="7467360" y="6583320"/>
                <a:ext cx="2485800" cy="31320"/>
              </p14:xfrm>
            </p:contentPart>
          </mc:Choice>
          <mc:Fallback>
            <p:pic>
              <p:nvPicPr>
                <p:cNvPr id="17" name="잉크 16">
                  <a:extLst>
                    <a:ext uri="{FF2B5EF4-FFF2-40B4-BE49-F238E27FC236}">
                      <a16:creationId xmlns:a16="http://schemas.microsoft.com/office/drawing/2014/main" id="{014FF811-6BE6-F440-BE97-B36A6E9F625F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7461240" y="6577200"/>
                  <a:ext cx="249804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8" name="잉크 17">
                  <a:extLst>
                    <a:ext uri="{FF2B5EF4-FFF2-40B4-BE49-F238E27FC236}">
                      <a16:creationId xmlns:a16="http://schemas.microsoft.com/office/drawing/2014/main" id="{AE560B84-A0C1-BFDC-D4AE-D52327DB3DFF}"/>
                    </a:ext>
                  </a:extLst>
                </p14:cNvPr>
                <p14:cNvContentPartPr/>
                <p14:nvPr/>
              </p14:nvContentPartPr>
              <p14:xfrm>
                <a:off x="9814560" y="6522480"/>
                <a:ext cx="113760" cy="138960"/>
              </p14:xfrm>
            </p:contentPart>
          </mc:Choice>
          <mc:Fallback>
            <p:pic>
              <p:nvPicPr>
                <p:cNvPr id="18" name="잉크 17">
                  <a:extLst>
                    <a:ext uri="{FF2B5EF4-FFF2-40B4-BE49-F238E27FC236}">
                      <a16:creationId xmlns:a16="http://schemas.microsoft.com/office/drawing/2014/main" id="{AE560B84-A0C1-BFDC-D4AE-D52327DB3DFF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9808080" y="6516360"/>
                  <a:ext cx="12600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20" name="잉크 19">
                  <a:extLst>
                    <a:ext uri="{FF2B5EF4-FFF2-40B4-BE49-F238E27FC236}">
                      <a16:creationId xmlns:a16="http://schemas.microsoft.com/office/drawing/2014/main" id="{ECAED731-DB3B-69DE-2E4A-947DC9E87692}"/>
                    </a:ext>
                  </a:extLst>
                </p14:cNvPr>
                <p14:cNvContentPartPr/>
                <p14:nvPr/>
              </p14:nvContentPartPr>
              <p14:xfrm>
                <a:off x="7466640" y="6537960"/>
                <a:ext cx="192960" cy="191880"/>
              </p14:xfrm>
            </p:contentPart>
          </mc:Choice>
          <mc:Fallback>
            <p:pic>
              <p:nvPicPr>
                <p:cNvPr id="20" name="잉크 19">
                  <a:extLst>
                    <a:ext uri="{FF2B5EF4-FFF2-40B4-BE49-F238E27FC236}">
                      <a16:creationId xmlns:a16="http://schemas.microsoft.com/office/drawing/2014/main" id="{ECAED731-DB3B-69DE-2E4A-947DC9E87692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7460520" y="6531480"/>
                  <a:ext cx="205200" cy="2041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421601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766B7F-5F88-A22D-9B5C-ADCE79E73E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A485742-E689-68FD-10D1-FC3F782051C8}"/>
              </a:ext>
            </a:extLst>
          </p:cNvPr>
          <p:cNvSpPr txBox="1"/>
          <p:nvPr/>
        </p:nvSpPr>
        <p:spPr>
          <a:xfrm>
            <a:off x="5091333" y="3059668"/>
            <a:ext cx="58498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Homework -2 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01670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467A8C-3479-8BB1-5C6A-14D859193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5B8B2D9-1EF6-F0B5-B55A-88B7D0AB7B55}"/>
              </a:ext>
            </a:extLst>
          </p:cNvPr>
          <p:cNvSpPr txBox="1"/>
          <p:nvPr/>
        </p:nvSpPr>
        <p:spPr>
          <a:xfrm>
            <a:off x="793653" y="895588"/>
            <a:ext cx="8944707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Run – Stop – Clear</a:t>
            </a:r>
            <a:r>
              <a:rPr lang="ko-KR" altLang="en-US"/>
              <a:t>를 컨트롤하는 입력을 스위치에서 버튼으로 바꾼다</a:t>
            </a:r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r>
              <a:rPr lang="ko-KR" altLang="en-US"/>
              <a:t>버튼 사용시 초점</a:t>
            </a:r>
            <a:endParaRPr lang="en-US" altLang="ko-KR"/>
          </a:p>
          <a:p>
            <a:endParaRPr lang="en-US" altLang="ko-KR"/>
          </a:p>
          <a:p>
            <a:r>
              <a:rPr lang="en-US" altLang="ko-KR"/>
              <a:t>1. </a:t>
            </a:r>
            <a:r>
              <a:rPr lang="ko-KR" altLang="en-US"/>
              <a:t>기존 </a:t>
            </a:r>
            <a:r>
              <a:rPr lang="en-US" altLang="ko-KR"/>
              <a:t>FSM </a:t>
            </a:r>
            <a:r>
              <a:rPr lang="ko-KR" altLang="en-US"/>
              <a:t>변경  </a:t>
            </a:r>
            <a:endParaRPr lang="en-US" altLang="ko-KR"/>
          </a:p>
          <a:p>
            <a:r>
              <a:rPr lang="ko-KR" altLang="en-US"/>
              <a:t>스위치는 눌렀다가 떼면 </a:t>
            </a:r>
            <a:r>
              <a:rPr lang="en-US" altLang="ko-KR"/>
              <a:t>1</a:t>
            </a:r>
            <a:r>
              <a:rPr lang="ko-KR" altLang="en-US"/>
              <a:t>에서 </a:t>
            </a:r>
            <a:r>
              <a:rPr lang="en-US" altLang="ko-KR"/>
              <a:t>0</a:t>
            </a:r>
            <a:r>
              <a:rPr lang="ko-KR" altLang="en-US"/>
              <a:t>으로 바뀌므로 </a:t>
            </a:r>
            <a:endParaRPr lang="en-US" altLang="ko-KR"/>
          </a:p>
          <a:p>
            <a:r>
              <a:rPr lang="en-US" altLang="ko-KR"/>
              <a:t>   </a:t>
            </a:r>
            <a:r>
              <a:rPr lang="ko-KR" altLang="en-US"/>
              <a:t>컨트롤 로직의 변경이 필요하다</a:t>
            </a:r>
            <a:r>
              <a:rPr lang="en-US" altLang="ko-KR"/>
              <a:t>(</a:t>
            </a:r>
            <a:r>
              <a:rPr lang="ko-KR" altLang="en-US"/>
              <a:t> </a:t>
            </a:r>
            <a:r>
              <a:rPr lang="en-US" altLang="ko-KR"/>
              <a:t>FSM</a:t>
            </a:r>
            <a:r>
              <a:rPr lang="ko-KR" altLang="en-US"/>
              <a:t>의 입력으로 어떻게 넣을 것인지</a:t>
            </a:r>
            <a:r>
              <a:rPr lang="en-US" altLang="ko-KR"/>
              <a:t>)</a:t>
            </a:r>
          </a:p>
          <a:p>
            <a:endParaRPr lang="en-US" altLang="ko-KR"/>
          </a:p>
          <a:p>
            <a:r>
              <a:rPr lang="en-US" altLang="ko-KR"/>
              <a:t>2. </a:t>
            </a:r>
            <a:r>
              <a:rPr lang="ko-KR" altLang="en-US"/>
              <a:t>버튼 입력시 </a:t>
            </a:r>
            <a:r>
              <a:rPr lang="en-US" altLang="ko-KR"/>
              <a:t>noise  - scattering</a:t>
            </a:r>
            <a:r>
              <a:rPr lang="ko-KR" altLang="en-US"/>
              <a:t>을 극복하기 위한 </a:t>
            </a:r>
            <a:r>
              <a:rPr lang="en-US" altLang="ko-KR"/>
              <a:t>debouncer </a:t>
            </a:r>
            <a:r>
              <a:rPr lang="ko-KR" altLang="en-US"/>
              <a:t>설계 </a:t>
            </a:r>
            <a:endParaRPr lang="en-US" altLang="ko-KR"/>
          </a:p>
          <a:p>
            <a:r>
              <a:rPr lang="en-US" altLang="ko-KR"/>
              <a:t>(</a:t>
            </a:r>
            <a:r>
              <a:rPr lang="ko-KR" altLang="en-US"/>
              <a:t>오늘 숙제가 </a:t>
            </a:r>
            <a:r>
              <a:rPr lang="en-US" altLang="ko-KR"/>
              <a:t>debouncer </a:t>
            </a:r>
            <a:r>
              <a:rPr lang="ko-KR" altLang="en-US"/>
              <a:t>설계</a:t>
            </a:r>
            <a:r>
              <a:rPr lang="en-US" altLang="ko-KR"/>
              <a:t>)</a:t>
            </a:r>
            <a:r>
              <a:rPr lang="ko-KR" altLang="en-US"/>
              <a:t> </a:t>
            </a:r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7264019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28B411-F888-B7DB-8CB8-0D543B1829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FCE4BC6-7BC0-8AE7-921E-95DCBE476105}"/>
              </a:ext>
            </a:extLst>
          </p:cNvPr>
          <p:cNvSpPr txBox="1"/>
          <p:nvPr/>
        </p:nvSpPr>
        <p:spPr>
          <a:xfrm>
            <a:off x="793653" y="895588"/>
            <a:ext cx="894470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전체 블럭 다이어그램 </a:t>
            </a:r>
            <a:r>
              <a:rPr lang="en-US" altLang="ko-KR"/>
              <a:t>– </a:t>
            </a:r>
            <a:r>
              <a:rPr lang="ko-KR" altLang="en-US"/>
              <a:t>내가 참조하라는 파일 참조해서 블럭 다이어그램 구성할 것</a:t>
            </a:r>
            <a:r>
              <a:rPr lang="en-US" altLang="ko-KR"/>
              <a:t>. </a:t>
            </a:r>
          </a:p>
          <a:p>
            <a:r>
              <a:rPr lang="en-US" altLang="ko-KR"/>
              <a:t>btn_debouncer</a:t>
            </a:r>
            <a:r>
              <a:rPr lang="ko-KR" altLang="en-US"/>
              <a:t> 안에서 참조하면 돼</a:t>
            </a:r>
            <a:r>
              <a:rPr lang="en-US" altLang="ko-KR"/>
              <a:t>. </a:t>
            </a:r>
          </a:p>
          <a:p>
            <a:endParaRPr lang="en-US" altLang="ko-KR"/>
          </a:p>
          <a:p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7993559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4BDCD8-4F1D-C4AE-6504-0A069AD4CA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01885F4-C806-63B1-289A-EF35F3302D5E}"/>
              </a:ext>
            </a:extLst>
          </p:cNvPr>
          <p:cNvSpPr txBox="1"/>
          <p:nvPr/>
        </p:nvSpPr>
        <p:spPr>
          <a:xfrm>
            <a:off x="686973" y="468868"/>
            <a:ext cx="58498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1.</a:t>
            </a:r>
            <a:r>
              <a:rPr lang="ko-KR" altLang="en-US"/>
              <a:t> </a:t>
            </a:r>
            <a:r>
              <a:rPr lang="en-US" altLang="ko-KR"/>
              <a:t>FSM </a:t>
            </a:r>
            <a:r>
              <a:rPr lang="ko-KR" altLang="en-US"/>
              <a:t>구조 변경 </a:t>
            </a:r>
            <a:r>
              <a:rPr lang="en-US" altLang="ko-KR"/>
              <a:t> </a:t>
            </a:r>
            <a:endParaRPr lang="ko-KR" altLang="en-US"/>
          </a:p>
        </p:txBody>
      </p:sp>
      <p:grpSp>
        <p:nvGrpSpPr>
          <p:cNvPr id="65" name="그룹 64">
            <a:extLst>
              <a:ext uri="{FF2B5EF4-FFF2-40B4-BE49-F238E27FC236}">
                <a16:creationId xmlns:a16="http://schemas.microsoft.com/office/drawing/2014/main" id="{1E802EA4-947C-C18F-5175-DAD5EC258A4C}"/>
              </a:ext>
            </a:extLst>
          </p:cNvPr>
          <p:cNvGrpSpPr/>
          <p:nvPr/>
        </p:nvGrpSpPr>
        <p:grpSpPr>
          <a:xfrm>
            <a:off x="6236674" y="2391507"/>
            <a:ext cx="4527184" cy="2838453"/>
            <a:chOff x="2136165" y="1441145"/>
            <a:chExt cx="8147050" cy="3882600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80E3A8D4-537F-2A38-07C5-F5259776903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25089" b="17485"/>
            <a:stretch>
              <a:fillRect/>
            </a:stretch>
          </p:blipFill>
          <p:spPr>
            <a:xfrm>
              <a:off x="2136165" y="2345181"/>
              <a:ext cx="8147050" cy="2167637"/>
            </a:xfrm>
            <a:prstGeom prst="rect">
              <a:avLst/>
            </a:prstGeom>
          </p:spPr>
        </p:pic>
        <mc:AlternateContent xmlns:mc="http://schemas.openxmlformats.org/markup-compatibility/2006">
          <mc:Choice xmlns:p14="http://schemas.microsoft.com/office/powerpoint/2010/main" Requires="p14">
            <p:contentPart p14:bwMode="auto" r:id="rId3">
              <p14:nvContentPartPr>
                <p14:cNvPr id="6" name="잉크 5">
                  <a:extLst>
                    <a:ext uri="{FF2B5EF4-FFF2-40B4-BE49-F238E27FC236}">
                      <a16:creationId xmlns:a16="http://schemas.microsoft.com/office/drawing/2014/main" id="{BD0F5D91-A63A-5C4B-749C-6BCC2DD72B13}"/>
                    </a:ext>
                  </a:extLst>
                </p14:cNvPr>
                <p14:cNvContentPartPr/>
                <p14:nvPr/>
              </p14:nvContentPartPr>
              <p14:xfrm>
                <a:off x="3889363" y="1986229"/>
                <a:ext cx="10080" cy="27360"/>
              </p14:xfrm>
            </p:contentPart>
          </mc:Choice>
          <mc:Fallback>
            <p:pic>
              <p:nvPicPr>
                <p:cNvPr id="6" name="잉크 5">
                  <a:extLst>
                    <a:ext uri="{FF2B5EF4-FFF2-40B4-BE49-F238E27FC236}">
                      <a16:creationId xmlns:a16="http://schemas.microsoft.com/office/drawing/2014/main" id="{BD0F5D91-A63A-5C4B-749C-6BCC2DD72B13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3878653" y="1977923"/>
                  <a:ext cx="31500" cy="43971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21" name="그룹 20">
              <a:extLst>
                <a:ext uri="{FF2B5EF4-FFF2-40B4-BE49-F238E27FC236}">
                  <a16:creationId xmlns:a16="http://schemas.microsoft.com/office/drawing/2014/main" id="{D78F479A-97F3-6137-59AB-DC167F0AB54D}"/>
                </a:ext>
              </a:extLst>
            </p:cNvPr>
            <p:cNvGrpSpPr/>
            <p:nvPr/>
          </p:nvGrpSpPr>
          <p:grpSpPr>
            <a:xfrm>
              <a:off x="3009009" y="1483625"/>
              <a:ext cx="1312920" cy="676800"/>
              <a:chOff x="3009009" y="1483625"/>
              <a:chExt cx="1312920" cy="67680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5">
                <p14:nvContentPartPr>
                  <p14:cNvPr id="16" name="잉크 15">
                    <a:extLst>
                      <a:ext uri="{FF2B5EF4-FFF2-40B4-BE49-F238E27FC236}">
                        <a16:creationId xmlns:a16="http://schemas.microsoft.com/office/drawing/2014/main" id="{7CBAF652-7370-2CE8-C1D5-5BF7736B054B}"/>
                      </a:ext>
                    </a:extLst>
                  </p14:cNvPr>
                  <p14:cNvContentPartPr/>
                  <p14:nvPr/>
                </p14:nvContentPartPr>
                <p14:xfrm>
                  <a:off x="3009009" y="1509905"/>
                  <a:ext cx="222120" cy="650520"/>
                </p14:xfrm>
              </p:contentPart>
            </mc:Choice>
            <mc:Fallback>
              <p:pic>
                <p:nvPicPr>
                  <p:cNvPr id="16" name="잉크 15">
                    <a:extLst>
                      <a:ext uri="{FF2B5EF4-FFF2-40B4-BE49-F238E27FC236}">
                        <a16:creationId xmlns:a16="http://schemas.microsoft.com/office/drawing/2014/main" id="{7CBAF652-7370-2CE8-C1D5-5BF7736B054B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2998000" y="1501540"/>
                    <a:ext cx="244138" cy="66725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">
                <p14:nvContentPartPr>
                  <p14:cNvPr id="17" name="잉크 16">
                    <a:extLst>
                      <a:ext uri="{FF2B5EF4-FFF2-40B4-BE49-F238E27FC236}">
                        <a16:creationId xmlns:a16="http://schemas.microsoft.com/office/drawing/2014/main" id="{52E8505D-9B97-8B5E-718E-E091292969B8}"/>
                      </a:ext>
                    </a:extLst>
                  </p14:cNvPr>
                  <p14:cNvContentPartPr/>
                  <p14:nvPr/>
                </p14:nvContentPartPr>
                <p14:xfrm>
                  <a:off x="3326169" y="1753625"/>
                  <a:ext cx="217800" cy="2160"/>
                </p14:xfrm>
              </p:contentPart>
            </mc:Choice>
            <mc:Fallback>
              <p:pic>
                <p:nvPicPr>
                  <p:cNvPr id="17" name="잉크 16">
                    <a:extLst>
                      <a:ext uri="{FF2B5EF4-FFF2-40B4-BE49-F238E27FC236}">
                        <a16:creationId xmlns:a16="http://schemas.microsoft.com/office/drawing/2014/main" id="{52E8505D-9B97-8B5E-718E-E091292969B8}"/>
                      </a:ext>
                    </a:extLst>
                  </p:cNvPr>
                  <p:cNvPicPr/>
                  <p:nvPr/>
                </p:nvPicPr>
                <p:blipFill>
                  <a:blip r:embed="rId8"/>
                  <a:stretch>
                    <a:fillRect/>
                  </a:stretch>
                </p:blipFill>
                <p:spPr>
                  <a:xfrm>
                    <a:off x="3315182" y="1746281"/>
                    <a:ext cx="239774" cy="16848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9">
                <p14:nvContentPartPr>
                  <p14:cNvPr id="18" name="잉크 17">
                    <a:extLst>
                      <a:ext uri="{FF2B5EF4-FFF2-40B4-BE49-F238E27FC236}">
                        <a16:creationId xmlns:a16="http://schemas.microsoft.com/office/drawing/2014/main" id="{7467D4F1-CDC2-71D8-545D-323EFD5D52C3}"/>
                      </a:ext>
                    </a:extLst>
                  </p14:cNvPr>
                  <p14:cNvContentPartPr/>
                  <p14:nvPr/>
                </p14:nvContentPartPr>
                <p14:xfrm>
                  <a:off x="3408249" y="1483625"/>
                  <a:ext cx="162360" cy="640080"/>
                </p14:xfrm>
              </p:contentPart>
            </mc:Choice>
            <mc:Fallback>
              <p:pic>
                <p:nvPicPr>
                  <p:cNvPr id="18" name="잉크 17">
                    <a:extLst>
                      <a:ext uri="{FF2B5EF4-FFF2-40B4-BE49-F238E27FC236}">
                        <a16:creationId xmlns:a16="http://schemas.microsoft.com/office/drawing/2014/main" id="{7467D4F1-CDC2-71D8-545D-323EFD5D52C3}"/>
                      </a:ext>
                    </a:extLst>
                  </p:cNvPr>
                  <p:cNvPicPr/>
                  <p:nvPr/>
                </p:nvPicPr>
                <p:blipFill>
                  <a:blip r:embed="rId10"/>
                  <a:stretch>
                    <a:fillRect/>
                  </a:stretch>
                </p:blipFill>
                <p:spPr>
                  <a:xfrm>
                    <a:off x="3397253" y="1475255"/>
                    <a:ext cx="184353" cy="65682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1">
                <p14:nvContentPartPr>
                  <p14:cNvPr id="19" name="잉크 18">
                    <a:extLst>
                      <a:ext uri="{FF2B5EF4-FFF2-40B4-BE49-F238E27FC236}">
                        <a16:creationId xmlns:a16="http://schemas.microsoft.com/office/drawing/2014/main" id="{129006E5-9B68-6309-7080-E7516E7D3FE2}"/>
                      </a:ext>
                    </a:extLst>
                  </p14:cNvPr>
                  <p14:cNvContentPartPr/>
                  <p14:nvPr/>
                </p14:nvContentPartPr>
                <p14:xfrm>
                  <a:off x="3690489" y="1785305"/>
                  <a:ext cx="222480" cy="356040"/>
                </p14:xfrm>
              </p:contentPart>
            </mc:Choice>
            <mc:Fallback>
              <p:pic>
                <p:nvPicPr>
                  <p:cNvPr id="19" name="잉크 18">
                    <a:extLst>
                      <a:ext uri="{FF2B5EF4-FFF2-40B4-BE49-F238E27FC236}">
                        <a16:creationId xmlns:a16="http://schemas.microsoft.com/office/drawing/2014/main" id="{129006E5-9B68-6309-7080-E7516E7D3FE2}"/>
                      </a:ext>
                    </a:extLst>
                  </p:cNvPr>
                  <p:cNvPicPr/>
                  <p:nvPr/>
                </p:nvPicPr>
                <p:blipFill>
                  <a:blip r:embed="rId12"/>
                  <a:stretch>
                    <a:fillRect/>
                  </a:stretch>
                </p:blipFill>
                <p:spPr>
                  <a:xfrm>
                    <a:off x="3679494" y="1776945"/>
                    <a:ext cx="244469" cy="37276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3">
                <p14:nvContentPartPr>
                  <p14:cNvPr id="20" name="잉크 19">
                    <a:extLst>
                      <a:ext uri="{FF2B5EF4-FFF2-40B4-BE49-F238E27FC236}">
                        <a16:creationId xmlns:a16="http://schemas.microsoft.com/office/drawing/2014/main" id="{3F38A31A-6EE4-EF34-62D1-C4D1CBDFD098}"/>
                      </a:ext>
                    </a:extLst>
                  </p14:cNvPr>
                  <p14:cNvContentPartPr/>
                  <p14:nvPr/>
                </p14:nvContentPartPr>
                <p14:xfrm>
                  <a:off x="4103049" y="2036225"/>
                  <a:ext cx="218880" cy="37800"/>
                </p14:xfrm>
              </p:contentPart>
            </mc:Choice>
            <mc:Fallback>
              <p:pic>
                <p:nvPicPr>
                  <p:cNvPr id="20" name="잉크 19">
                    <a:extLst>
                      <a:ext uri="{FF2B5EF4-FFF2-40B4-BE49-F238E27FC236}">
                        <a16:creationId xmlns:a16="http://schemas.microsoft.com/office/drawing/2014/main" id="{3F38A31A-6EE4-EF34-62D1-C4D1CBDFD098}"/>
                      </a:ext>
                    </a:extLst>
                  </p:cNvPr>
                  <p:cNvPicPr/>
                  <p:nvPr/>
                </p:nvPicPr>
                <p:blipFill>
                  <a:blip r:embed="rId14"/>
                  <a:stretch>
                    <a:fillRect/>
                  </a:stretch>
                </p:blipFill>
                <p:spPr>
                  <a:xfrm>
                    <a:off x="4092040" y="2027880"/>
                    <a:ext cx="240898" cy="54491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22" name="잉크 21">
                  <a:extLst>
                    <a:ext uri="{FF2B5EF4-FFF2-40B4-BE49-F238E27FC236}">
                      <a16:creationId xmlns:a16="http://schemas.microsoft.com/office/drawing/2014/main" id="{C64EDE33-9773-3382-324D-5AC3A650EB13}"/>
                    </a:ext>
                  </a:extLst>
                </p14:cNvPr>
                <p14:cNvContentPartPr/>
                <p14:nvPr/>
              </p14:nvContentPartPr>
              <p14:xfrm>
                <a:off x="4484289" y="1536905"/>
                <a:ext cx="232560" cy="529920"/>
              </p14:xfrm>
            </p:contentPart>
          </mc:Choice>
          <mc:Fallback>
            <p:pic>
              <p:nvPicPr>
                <p:cNvPr id="22" name="잉크 21">
                  <a:extLst>
                    <a:ext uri="{FF2B5EF4-FFF2-40B4-BE49-F238E27FC236}">
                      <a16:creationId xmlns:a16="http://schemas.microsoft.com/office/drawing/2014/main" id="{C64EDE33-9773-3382-324D-5AC3A650EB13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4473276" y="1528540"/>
                  <a:ext cx="254585" cy="546649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30" name="그룹 29">
              <a:extLst>
                <a:ext uri="{FF2B5EF4-FFF2-40B4-BE49-F238E27FC236}">
                  <a16:creationId xmlns:a16="http://schemas.microsoft.com/office/drawing/2014/main" id="{B3789E81-8315-9D97-83AE-88F23E99DBAD}"/>
                </a:ext>
              </a:extLst>
            </p:cNvPr>
            <p:cNvGrpSpPr/>
            <p:nvPr/>
          </p:nvGrpSpPr>
          <p:grpSpPr>
            <a:xfrm>
              <a:off x="6837609" y="1441145"/>
              <a:ext cx="738720" cy="725400"/>
              <a:chOff x="6837609" y="1441145"/>
              <a:chExt cx="738720" cy="72540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17">
                <p14:nvContentPartPr>
                  <p14:cNvPr id="23" name="잉크 22">
                    <a:extLst>
                      <a:ext uri="{FF2B5EF4-FFF2-40B4-BE49-F238E27FC236}">
                        <a16:creationId xmlns:a16="http://schemas.microsoft.com/office/drawing/2014/main" id="{B94152F3-3ACE-EBBD-55CF-16E2C1AA2609}"/>
                      </a:ext>
                    </a:extLst>
                  </p14:cNvPr>
                  <p14:cNvContentPartPr/>
                  <p14:nvPr/>
                </p14:nvContentPartPr>
                <p14:xfrm>
                  <a:off x="6837609" y="1441145"/>
                  <a:ext cx="122760" cy="725400"/>
                </p14:xfrm>
              </p:contentPart>
            </mc:Choice>
            <mc:Fallback>
              <p:pic>
                <p:nvPicPr>
                  <p:cNvPr id="23" name="잉크 22">
                    <a:extLst>
                      <a:ext uri="{FF2B5EF4-FFF2-40B4-BE49-F238E27FC236}">
                        <a16:creationId xmlns:a16="http://schemas.microsoft.com/office/drawing/2014/main" id="{B94152F3-3ACE-EBBD-55CF-16E2C1AA2609}"/>
                      </a:ext>
                    </a:extLst>
                  </p:cNvPr>
                  <p:cNvPicPr/>
                  <p:nvPr/>
                </p:nvPicPr>
                <p:blipFill>
                  <a:blip r:embed="rId18"/>
                  <a:stretch>
                    <a:fillRect/>
                  </a:stretch>
                </p:blipFill>
                <p:spPr>
                  <a:xfrm>
                    <a:off x="6826625" y="1432773"/>
                    <a:ext cx="144728" cy="74214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9">
                <p14:nvContentPartPr>
                  <p14:cNvPr id="24" name="잉크 23">
                    <a:extLst>
                      <a:ext uri="{FF2B5EF4-FFF2-40B4-BE49-F238E27FC236}">
                        <a16:creationId xmlns:a16="http://schemas.microsoft.com/office/drawing/2014/main" id="{E4D2D3E0-8A0B-69F0-94F4-2FEC49C2599E}"/>
                      </a:ext>
                    </a:extLst>
                  </p14:cNvPr>
                  <p14:cNvContentPartPr/>
                  <p14:nvPr/>
                </p14:nvContentPartPr>
                <p14:xfrm>
                  <a:off x="7088169" y="1842545"/>
                  <a:ext cx="213480" cy="30600"/>
                </p14:xfrm>
              </p:contentPart>
            </mc:Choice>
            <mc:Fallback>
              <p:pic>
                <p:nvPicPr>
                  <p:cNvPr id="24" name="잉크 23">
                    <a:extLst>
                      <a:ext uri="{FF2B5EF4-FFF2-40B4-BE49-F238E27FC236}">
                        <a16:creationId xmlns:a16="http://schemas.microsoft.com/office/drawing/2014/main" id="{E4D2D3E0-8A0B-69F0-94F4-2FEC49C2599E}"/>
                      </a:ext>
                    </a:extLst>
                  </p:cNvPr>
                  <p:cNvPicPr/>
                  <p:nvPr/>
                </p:nvPicPr>
                <p:blipFill>
                  <a:blip r:embed="rId20"/>
                  <a:stretch>
                    <a:fillRect/>
                  </a:stretch>
                </p:blipFill>
                <p:spPr>
                  <a:xfrm>
                    <a:off x="7077172" y="1834155"/>
                    <a:ext cx="235475" cy="4738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1">
                <p14:nvContentPartPr>
                  <p14:cNvPr id="25" name="잉크 24">
                    <a:extLst>
                      <a:ext uri="{FF2B5EF4-FFF2-40B4-BE49-F238E27FC236}">
                        <a16:creationId xmlns:a16="http://schemas.microsoft.com/office/drawing/2014/main" id="{9E3D4E3A-BC1E-CACB-FA28-AAB61DCCD014}"/>
                      </a:ext>
                    </a:extLst>
                  </p14:cNvPr>
                  <p14:cNvContentPartPr/>
                  <p14:nvPr/>
                </p14:nvContentPartPr>
                <p14:xfrm>
                  <a:off x="7182849" y="1538705"/>
                  <a:ext cx="119160" cy="560160"/>
                </p14:xfrm>
              </p:contentPart>
            </mc:Choice>
            <mc:Fallback>
              <p:pic>
                <p:nvPicPr>
                  <p:cNvPr id="25" name="잉크 24">
                    <a:extLst>
                      <a:ext uri="{FF2B5EF4-FFF2-40B4-BE49-F238E27FC236}">
                        <a16:creationId xmlns:a16="http://schemas.microsoft.com/office/drawing/2014/main" id="{9E3D4E3A-BC1E-CACB-FA28-AAB61DCCD014}"/>
                      </a:ext>
                    </a:extLst>
                  </p:cNvPr>
                  <p:cNvPicPr/>
                  <p:nvPr/>
                </p:nvPicPr>
                <p:blipFill>
                  <a:blip r:embed="rId22"/>
                  <a:stretch>
                    <a:fillRect/>
                  </a:stretch>
                </p:blipFill>
                <p:spPr>
                  <a:xfrm>
                    <a:off x="7171840" y="1530337"/>
                    <a:ext cx="141179" cy="576896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3">
                <p14:nvContentPartPr>
                  <p14:cNvPr id="26" name="잉크 25">
                    <a:extLst>
                      <a:ext uri="{FF2B5EF4-FFF2-40B4-BE49-F238E27FC236}">
                        <a16:creationId xmlns:a16="http://schemas.microsoft.com/office/drawing/2014/main" id="{81B4E108-270A-9442-4412-4FAFA88BE230}"/>
                      </a:ext>
                    </a:extLst>
                  </p14:cNvPr>
                  <p14:cNvContentPartPr/>
                  <p14:nvPr/>
                </p14:nvContentPartPr>
                <p14:xfrm>
                  <a:off x="7386609" y="1881785"/>
                  <a:ext cx="189720" cy="226080"/>
                </p14:xfrm>
              </p:contentPart>
            </mc:Choice>
            <mc:Fallback>
              <p:pic>
                <p:nvPicPr>
                  <p:cNvPr id="26" name="잉크 25">
                    <a:extLst>
                      <a:ext uri="{FF2B5EF4-FFF2-40B4-BE49-F238E27FC236}">
                        <a16:creationId xmlns:a16="http://schemas.microsoft.com/office/drawing/2014/main" id="{81B4E108-270A-9442-4412-4FAFA88BE230}"/>
                      </a:ext>
                    </a:extLst>
                  </p:cNvPr>
                  <p:cNvPicPr/>
                  <p:nvPr/>
                </p:nvPicPr>
                <p:blipFill>
                  <a:blip r:embed="rId24"/>
                  <a:stretch>
                    <a:fillRect/>
                  </a:stretch>
                </p:blipFill>
                <p:spPr>
                  <a:xfrm>
                    <a:off x="7375639" y="1873412"/>
                    <a:ext cx="211660" cy="242827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29" name="그룹 28">
              <a:extLst>
                <a:ext uri="{FF2B5EF4-FFF2-40B4-BE49-F238E27FC236}">
                  <a16:creationId xmlns:a16="http://schemas.microsoft.com/office/drawing/2014/main" id="{BDCDFF21-4774-9BBA-39DB-4022EBF9A544}"/>
                </a:ext>
              </a:extLst>
            </p:cNvPr>
            <p:cNvGrpSpPr/>
            <p:nvPr/>
          </p:nvGrpSpPr>
          <p:grpSpPr>
            <a:xfrm>
              <a:off x="7888089" y="1448345"/>
              <a:ext cx="501840" cy="663120"/>
              <a:chOff x="7888089" y="1448345"/>
              <a:chExt cx="501840" cy="66312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25">
                <p14:nvContentPartPr>
                  <p14:cNvPr id="27" name="잉크 26">
                    <a:extLst>
                      <a:ext uri="{FF2B5EF4-FFF2-40B4-BE49-F238E27FC236}">
                        <a16:creationId xmlns:a16="http://schemas.microsoft.com/office/drawing/2014/main" id="{BE0EC5EC-E901-B623-21A6-48E86E957D78}"/>
                      </a:ext>
                    </a:extLst>
                  </p14:cNvPr>
                  <p14:cNvContentPartPr/>
                  <p14:nvPr/>
                </p14:nvContentPartPr>
                <p14:xfrm>
                  <a:off x="7888089" y="2098505"/>
                  <a:ext cx="154440" cy="12960"/>
                </p14:xfrm>
              </p:contentPart>
            </mc:Choice>
            <mc:Fallback>
              <p:pic>
                <p:nvPicPr>
                  <p:cNvPr id="27" name="잉크 26">
                    <a:extLst>
                      <a:ext uri="{FF2B5EF4-FFF2-40B4-BE49-F238E27FC236}">
                        <a16:creationId xmlns:a16="http://schemas.microsoft.com/office/drawing/2014/main" id="{BE0EC5EC-E901-B623-21A6-48E86E957D78}"/>
                      </a:ext>
                    </a:extLst>
                  </p:cNvPr>
                  <p:cNvPicPr/>
                  <p:nvPr/>
                </p:nvPicPr>
                <p:blipFill>
                  <a:blip r:embed="rId26"/>
                  <a:stretch>
                    <a:fillRect/>
                  </a:stretch>
                </p:blipFill>
                <p:spPr>
                  <a:xfrm>
                    <a:off x="7876458" y="2090031"/>
                    <a:ext cx="176411" cy="29908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7">
                <p14:nvContentPartPr>
                  <p14:cNvPr id="28" name="잉크 27">
                    <a:extLst>
                      <a:ext uri="{FF2B5EF4-FFF2-40B4-BE49-F238E27FC236}">
                        <a16:creationId xmlns:a16="http://schemas.microsoft.com/office/drawing/2014/main" id="{D1C1EF54-164F-1AB3-709D-08C5FBDF9590}"/>
                      </a:ext>
                    </a:extLst>
                  </p14:cNvPr>
                  <p14:cNvContentPartPr/>
                  <p14:nvPr/>
                </p14:nvContentPartPr>
                <p14:xfrm>
                  <a:off x="8184009" y="1448345"/>
                  <a:ext cx="205920" cy="587160"/>
                </p14:xfrm>
              </p:contentPart>
            </mc:Choice>
            <mc:Fallback>
              <p:pic>
                <p:nvPicPr>
                  <p:cNvPr id="28" name="잉크 27">
                    <a:extLst>
                      <a:ext uri="{FF2B5EF4-FFF2-40B4-BE49-F238E27FC236}">
                        <a16:creationId xmlns:a16="http://schemas.microsoft.com/office/drawing/2014/main" id="{D1C1EF54-164F-1AB3-709D-08C5FBDF9590}"/>
                      </a:ext>
                    </a:extLst>
                  </p:cNvPr>
                  <p:cNvPicPr/>
                  <p:nvPr/>
                </p:nvPicPr>
                <p:blipFill>
                  <a:blip r:embed="rId28"/>
                  <a:stretch>
                    <a:fillRect/>
                  </a:stretch>
                </p:blipFill>
                <p:spPr>
                  <a:xfrm>
                    <a:off x="8173001" y="1439971"/>
                    <a:ext cx="227937" cy="603908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35" name="그룹 34">
              <a:extLst>
                <a:ext uri="{FF2B5EF4-FFF2-40B4-BE49-F238E27FC236}">
                  <a16:creationId xmlns:a16="http://schemas.microsoft.com/office/drawing/2014/main" id="{735ACAEA-776C-DE13-0C86-8DFACCF599CD}"/>
                </a:ext>
              </a:extLst>
            </p:cNvPr>
            <p:cNvGrpSpPr/>
            <p:nvPr/>
          </p:nvGrpSpPr>
          <p:grpSpPr>
            <a:xfrm>
              <a:off x="8590809" y="1805825"/>
              <a:ext cx="223560" cy="172080"/>
              <a:chOff x="8590809" y="1805825"/>
              <a:chExt cx="223560" cy="17208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29">
                <p14:nvContentPartPr>
                  <p14:cNvPr id="31" name="잉크 30">
                    <a:extLst>
                      <a:ext uri="{FF2B5EF4-FFF2-40B4-BE49-F238E27FC236}">
                        <a16:creationId xmlns:a16="http://schemas.microsoft.com/office/drawing/2014/main" id="{3B335F5E-4DB5-7CE4-7FFA-ABA2888ADCDE}"/>
                      </a:ext>
                    </a:extLst>
                  </p14:cNvPr>
                  <p14:cNvContentPartPr/>
                  <p14:nvPr/>
                </p14:nvContentPartPr>
                <p14:xfrm>
                  <a:off x="8590809" y="1805825"/>
                  <a:ext cx="164160" cy="37080"/>
                </p14:xfrm>
              </p:contentPart>
            </mc:Choice>
            <mc:Fallback>
              <p:pic>
                <p:nvPicPr>
                  <p:cNvPr id="31" name="잉크 30">
                    <a:extLst>
                      <a:ext uri="{FF2B5EF4-FFF2-40B4-BE49-F238E27FC236}">
                        <a16:creationId xmlns:a16="http://schemas.microsoft.com/office/drawing/2014/main" id="{3B335F5E-4DB5-7CE4-7FFA-ABA2888ADCDE}"/>
                      </a:ext>
                    </a:extLst>
                  </p:cNvPr>
                  <p:cNvPicPr/>
                  <p:nvPr/>
                </p:nvPicPr>
                <p:blipFill>
                  <a:blip r:embed="rId30"/>
                  <a:stretch>
                    <a:fillRect/>
                  </a:stretch>
                </p:blipFill>
                <p:spPr>
                  <a:xfrm>
                    <a:off x="8579822" y="1797531"/>
                    <a:ext cx="186134" cy="53668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1">
                <p14:nvContentPartPr>
                  <p14:cNvPr id="32" name="잉크 31">
                    <a:extLst>
                      <a:ext uri="{FF2B5EF4-FFF2-40B4-BE49-F238E27FC236}">
                        <a16:creationId xmlns:a16="http://schemas.microsoft.com/office/drawing/2014/main" id="{F7F4B4B1-5C65-D72F-900F-2124545C6D75}"/>
                      </a:ext>
                    </a:extLst>
                  </p14:cNvPr>
                  <p14:cNvContentPartPr/>
                  <p14:nvPr/>
                </p14:nvContentPartPr>
                <p14:xfrm>
                  <a:off x="8590809" y="1842545"/>
                  <a:ext cx="360" cy="360"/>
                </p14:xfrm>
              </p:contentPart>
            </mc:Choice>
            <mc:Fallback>
              <p:pic>
                <p:nvPicPr>
                  <p:cNvPr id="32" name="잉크 31">
                    <a:extLst>
                      <a:ext uri="{FF2B5EF4-FFF2-40B4-BE49-F238E27FC236}">
                        <a16:creationId xmlns:a16="http://schemas.microsoft.com/office/drawing/2014/main" id="{F7F4B4B1-5C65-D72F-900F-2124545C6D75}"/>
                      </a:ext>
                    </a:extLst>
                  </p:cNvPr>
                  <p:cNvPicPr/>
                  <p:nvPr/>
                </p:nvPicPr>
                <p:blipFill>
                  <a:blip r:embed="rId32"/>
                  <a:stretch>
                    <a:fillRect/>
                  </a:stretch>
                </p:blipFill>
                <p:spPr>
                  <a:xfrm>
                    <a:off x="8584689" y="1836425"/>
                    <a:ext cx="12600" cy="126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3">
                <p14:nvContentPartPr>
                  <p14:cNvPr id="33" name="잉크 32">
                    <a:extLst>
                      <a:ext uri="{FF2B5EF4-FFF2-40B4-BE49-F238E27FC236}">
                        <a16:creationId xmlns:a16="http://schemas.microsoft.com/office/drawing/2014/main" id="{4EBB0D90-DE82-13B1-5C9A-FB16E6D70392}"/>
                      </a:ext>
                    </a:extLst>
                  </p14:cNvPr>
                  <p14:cNvContentPartPr/>
                  <p14:nvPr/>
                </p14:nvContentPartPr>
                <p14:xfrm>
                  <a:off x="8590809" y="1842545"/>
                  <a:ext cx="223560" cy="135360"/>
                </p14:xfrm>
              </p:contentPart>
            </mc:Choice>
            <mc:Fallback>
              <p:pic>
                <p:nvPicPr>
                  <p:cNvPr id="33" name="잉크 32">
                    <a:extLst>
                      <a:ext uri="{FF2B5EF4-FFF2-40B4-BE49-F238E27FC236}">
                        <a16:creationId xmlns:a16="http://schemas.microsoft.com/office/drawing/2014/main" id="{4EBB0D90-DE82-13B1-5C9A-FB16E6D70392}"/>
                      </a:ext>
                    </a:extLst>
                  </p:cNvPr>
                  <p:cNvPicPr/>
                  <p:nvPr/>
                </p:nvPicPr>
                <p:blipFill>
                  <a:blip r:embed="rId34"/>
                  <a:stretch>
                    <a:fillRect/>
                  </a:stretch>
                </p:blipFill>
                <p:spPr>
                  <a:xfrm>
                    <a:off x="8579793" y="1834177"/>
                    <a:ext cx="245592" cy="152095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34" name="잉크 33">
                  <a:extLst>
                    <a:ext uri="{FF2B5EF4-FFF2-40B4-BE49-F238E27FC236}">
                      <a16:creationId xmlns:a16="http://schemas.microsoft.com/office/drawing/2014/main" id="{03C4AB22-6E10-81CC-B205-C321B12ECCAC}"/>
                    </a:ext>
                  </a:extLst>
                </p14:cNvPr>
                <p14:cNvContentPartPr/>
                <p14:nvPr/>
              </p14:nvContentPartPr>
              <p14:xfrm>
                <a:off x="9023169" y="1586945"/>
                <a:ext cx="25920" cy="503280"/>
              </p14:xfrm>
            </p:contentPart>
          </mc:Choice>
          <mc:Fallback>
            <p:pic>
              <p:nvPicPr>
                <p:cNvPr id="34" name="잉크 33">
                  <a:extLst>
                    <a:ext uri="{FF2B5EF4-FFF2-40B4-BE49-F238E27FC236}">
                      <a16:creationId xmlns:a16="http://schemas.microsoft.com/office/drawing/2014/main" id="{03C4AB22-6E10-81CC-B205-C321B12ECCAC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9012422" y="1578573"/>
                  <a:ext cx="47415" cy="520023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39" name="그룹 38">
              <a:extLst>
                <a:ext uri="{FF2B5EF4-FFF2-40B4-BE49-F238E27FC236}">
                  <a16:creationId xmlns:a16="http://schemas.microsoft.com/office/drawing/2014/main" id="{F7301F95-A510-0599-AB57-D280856E297F}"/>
                </a:ext>
              </a:extLst>
            </p:cNvPr>
            <p:cNvGrpSpPr/>
            <p:nvPr/>
          </p:nvGrpSpPr>
          <p:grpSpPr>
            <a:xfrm>
              <a:off x="4932489" y="1652465"/>
              <a:ext cx="150480" cy="123120"/>
              <a:chOff x="4932489" y="1652465"/>
              <a:chExt cx="150480" cy="12312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37">
                <p14:nvContentPartPr>
                  <p14:cNvPr id="36" name="잉크 35">
                    <a:extLst>
                      <a:ext uri="{FF2B5EF4-FFF2-40B4-BE49-F238E27FC236}">
                        <a16:creationId xmlns:a16="http://schemas.microsoft.com/office/drawing/2014/main" id="{0DA32FB5-ADF6-172C-2D74-27CD9D881F2D}"/>
                      </a:ext>
                    </a:extLst>
                  </p14:cNvPr>
                  <p14:cNvContentPartPr/>
                  <p14:nvPr/>
                </p14:nvContentPartPr>
                <p14:xfrm>
                  <a:off x="4934289" y="1652465"/>
                  <a:ext cx="125280" cy="7560"/>
                </p14:xfrm>
              </p:contentPart>
            </mc:Choice>
            <mc:Fallback>
              <p:pic>
                <p:nvPicPr>
                  <p:cNvPr id="36" name="잉크 35">
                    <a:extLst>
                      <a:ext uri="{FF2B5EF4-FFF2-40B4-BE49-F238E27FC236}">
                        <a16:creationId xmlns:a16="http://schemas.microsoft.com/office/drawing/2014/main" id="{0DA32FB5-ADF6-172C-2D74-27CD9D881F2D}"/>
                      </a:ext>
                    </a:extLst>
                  </p:cNvPr>
                  <p:cNvPicPr/>
                  <p:nvPr/>
                </p:nvPicPr>
                <p:blipFill>
                  <a:blip r:embed="rId38"/>
                  <a:stretch>
                    <a:fillRect/>
                  </a:stretch>
                </p:blipFill>
                <p:spPr>
                  <a:xfrm>
                    <a:off x="4923311" y="1643897"/>
                    <a:ext cx="147236" cy="24696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9">
                <p14:nvContentPartPr>
                  <p14:cNvPr id="37" name="잉크 36">
                    <a:extLst>
                      <a:ext uri="{FF2B5EF4-FFF2-40B4-BE49-F238E27FC236}">
                        <a16:creationId xmlns:a16="http://schemas.microsoft.com/office/drawing/2014/main" id="{F256480D-2F26-9801-F464-4CDA1EF44C26}"/>
                      </a:ext>
                    </a:extLst>
                  </p14:cNvPr>
                  <p14:cNvContentPartPr/>
                  <p14:nvPr/>
                </p14:nvContentPartPr>
                <p14:xfrm>
                  <a:off x="4934289" y="1652465"/>
                  <a:ext cx="360" cy="360"/>
                </p14:xfrm>
              </p:contentPart>
            </mc:Choice>
            <mc:Fallback>
              <p:pic>
                <p:nvPicPr>
                  <p:cNvPr id="37" name="잉크 36">
                    <a:extLst>
                      <a:ext uri="{FF2B5EF4-FFF2-40B4-BE49-F238E27FC236}">
                        <a16:creationId xmlns:a16="http://schemas.microsoft.com/office/drawing/2014/main" id="{F256480D-2F26-9801-F464-4CDA1EF44C26}"/>
                      </a:ext>
                    </a:extLst>
                  </p:cNvPr>
                  <p:cNvPicPr/>
                  <p:nvPr/>
                </p:nvPicPr>
                <p:blipFill>
                  <a:blip r:embed="rId32"/>
                  <a:stretch>
                    <a:fillRect/>
                  </a:stretch>
                </p:blipFill>
                <p:spPr>
                  <a:xfrm>
                    <a:off x="4928169" y="1646345"/>
                    <a:ext cx="12600" cy="126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40">
                <p14:nvContentPartPr>
                  <p14:cNvPr id="38" name="잉크 37">
                    <a:extLst>
                      <a:ext uri="{FF2B5EF4-FFF2-40B4-BE49-F238E27FC236}">
                        <a16:creationId xmlns:a16="http://schemas.microsoft.com/office/drawing/2014/main" id="{C267346F-D905-8340-135F-A210963ED4F2}"/>
                      </a:ext>
                    </a:extLst>
                  </p14:cNvPr>
                  <p14:cNvContentPartPr/>
                  <p14:nvPr/>
                </p14:nvContentPartPr>
                <p14:xfrm>
                  <a:off x="4932489" y="1652465"/>
                  <a:ext cx="150480" cy="123120"/>
                </p14:xfrm>
              </p:contentPart>
            </mc:Choice>
            <mc:Fallback>
              <p:pic>
                <p:nvPicPr>
                  <p:cNvPr id="38" name="잉크 37">
                    <a:extLst>
                      <a:ext uri="{FF2B5EF4-FFF2-40B4-BE49-F238E27FC236}">
                        <a16:creationId xmlns:a16="http://schemas.microsoft.com/office/drawing/2014/main" id="{C267346F-D905-8340-135F-A210963ED4F2}"/>
                      </a:ext>
                    </a:extLst>
                  </p:cNvPr>
                  <p:cNvPicPr/>
                  <p:nvPr/>
                </p:nvPicPr>
                <p:blipFill>
                  <a:blip r:embed="rId41"/>
                  <a:stretch>
                    <a:fillRect/>
                  </a:stretch>
                </p:blipFill>
                <p:spPr>
                  <a:xfrm>
                    <a:off x="4921510" y="1644093"/>
                    <a:ext cx="172438" cy="139864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40" name="잉크 39">
                  <a:extLst>
                    <a:ext uri="{FF2B5EF4-FFF2-40B4-BE49-F238E27FC236}">
                      <a16:creationId xmlns:a16="http://schemas.microsoft.com/office/drawing/2014/main" id="{B3823198-F8CA-9980-D224-FEE779E435ED}"/>
                    </a:ext>
                  </a:extLst>
                </p14:cNvPr>
                <p14:cNvContentPartPr/>
                <p14:nvPr/>
              </p14:nvContentPartPr>
              <p14:xfrm>
                <a:off x="5327409" y="1478225"/>
                <a:ext cx="24120" cy="472680"/>
              </p14:xfrm>
            </p:contentPart>
          </mc:Choice>
          <mc:Fallback>
            <p:pic>
              <p:nvPicPr>
                <p:cNvPr id="40" name="잉크 39">
                  <a:extLst>
                    <a:ext uri="{FF2B5EF4-FFF2-40B4-BE49-F238E27FC236}">
                      <a16:creationId xmlns:a16="http://schemas.microsoft.com/office/drawing/2014/main" id="{B3823198-F8CA-9980-D224-FEE779E435ED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5316618" y="1469855"/>
                  <a:ext cx="45701" cy="489421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52" name="그룹 51">
              <a:extLst>
                <a:ext uri="{FF2B5EF4-FFF2-40B4-BE49-F238E27FC236}">
                  <a16:creationId xmlns:a16="http://schemas.microsoft.com/office/drawing/2014/main" id="{05CA06EC-5354-1DEE-94E8-FE60A3005158}"/>
                </a:ext>
              </a:extLst>
            </p:cNvPr>
            <p:cNvGrpSpPr/>
            <p:nvPr/>
          </p:nvGrpSpPr>
          <p:grpSpPr>
            <a:xfrm>
              <a:off x="7046769" y="4605545"/>
              <a:ext cx="1820880" cy="636480"/>
              <a:chOff x="7046769" y="4605545"/>
              <a:chExt cx="1820880" cy="63648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44">
                <p14:nvContentPartPr>
                  <p14:cNvPr id="41" name="잉크 40">
                    <a:extLst>
                      <a:ext uri="{FF2B5EF4-FFF2-40B4-BE49-F238E27FC236}">
                        <a16:creationId xmlns:a16="http://schemas.microsoft.com/office/drawing/2014/main" id="{9FE2162C-64DB-98B7-8D61-045D100041BA}"/>
                      </a:ext>
                    </a:extLst>
                  </p14:cNvPr>
                  <p14:cNvContentPartPr/>
                  <p14:nvPr/>
                </p14:nvContentPartPr>
                <p14:xfrm>
                  <a:off x="7046769" y="4605545"/>
                  <a:ext cx="186840" cy="629280"/>
                </p14:xfrm>
              </p:contentPart>
            </mc:Choice>
            <mc:Fallback>
              <p:pic>
                <p:nvPicPr>
                  <p:cNvPr id="41" name="잉크 40">
                    <a:extLst>
                      <a:ext uri="{FF2B5EF4-FFF2-40B4-BE49-F238E27FC236}">
                        <a16:creationId xmlns:a16="http://schemas.microsoft.com/office/drawing/2014/main" id="{9FE2162C-64DB-98B7-8D61-045D100041BA}"/>
                      </a:ext>
                    </a:extLst>
                  </p:cNvPr>
                  <p:cNvPicPr/>
                  <p:nvPr/>
                </p:nvPicPr>
                <p:blipFill>
                  <a:blip r:embed="rId45"/>
                  <a:stretch>
                    <a:fillRect/>
                  </a:stretch>
                </p:blipFill>
                <p:spPr>
                  <a:xfrm>
                    <a:off x="7035778" y="4597174"/>
                    <a:ext cx="208821" cy="64602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46">
                <p14:nvContentPartPr>
                  <p14:cNvPr id="42" name="잉크 41">
                    <a:extLst>
                      <a:ext uri="{FF2B5EF4-FFF2-40B4-BE49-F238E27FC236}">
                        <a16:creationId xmlns:a16="http://schemas.microsoft.com/office/drawing/2014/main" id="{772AE146-4A2F-E60F-AA67-AA795C96F8AC}"/>
                      </a:ext>
                    </a:extLst>
                  </p14:cNvPr>
                  <p14:cNvContentPartPr/>
                  <p14:nvPr/>
                </p14:nvContentPartPr>
                <p14:xfrm>
                  <a:off x="7297689" y="4928825"/>
                  <a:ext cx="239400" cy="36000"/>
                </p14:xfrm>
              </p:contentPart>
            </mc:Choice>
            <mc:Fallback>
              <p:pic>
                <p:nvPicPr>
                  <p:cNvPr id="42" name="잉크 41">
                    <a:extLst>
                      <a:ext uri="{FF2B5EF4-FFF2-40B4-BE49-F238E27FC236}">
                        <a16:creationId xmlns:a16="http://schemas.microsoft.com/office/drawing/2014/main" id="{772AE146-4A2F-E60F-AA67-AA795C96F8AC}"/>
                      </a:ext>
                    </a:extLst>
                  </p:cNvPr>
                  <p:cNvPicPr/>
                  <p:nvPr/>
                </p:nvPicPr>
                <p:blipFill>
                  <a:blip r:embed="rId47"/>
                  <a:stretch>
                    <a:fillRect/>
                  </a:stretch>
                </p:blipFill>
                <p:spPr>
                  <a:xfrm>
                    <a:off x="7286690" y="4920441"/>
                    <a:ext cx="261399" cy="52767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48">
                <p14:nvContentPartPr>
                  <p14:cNvPr id="43" name="잉크 42">
                    <a:extLst>
                      <a:ext uri="{FF2B5EF4-FFF2-40B4-BE49-F238E27FC236}">
                        <a16:creationId xmlns:a16="http://schemas.microsoft.com/office/drawing/2014/main" id="{20443A9C-8F5E-3BAF-0D68-6E66F8C01790}"/>
                      </a:ext>
                    </a:extLst>
                  </p14:cNvPr>
                  <p14:cNvContentPartPr/>
                  <p14:nvPr/>
                </p14:nvContentPartPr>
                <p14:xfrm>
                  <a:off x="7398129" y="4742345"/>
                  <a:ext cx="130680" cy="453600"/>
                </p14:xfrm>
              </p:contentPart>
            </mc:Choice>
            <mc:Fallback>
              <p:pic>
                <p:nvPicPr>
                  <p:cNvPr id="43" name="잉크 42">
                    <a:extLst>
                      <a:ext uri="{FF2B5EF4-FFF2-40B4-BE49-F238E27FC236}">
                        <a16:creationId xmlns:a16="http://schemas.microsoft.com/office/drawing/2014/main" id="{20443A9C-8F5E-3BAF-0D68-6E66F8C01790}"/>
                      </a:ext>
                    </a:extLst>
                  </p:cNvPr>
                  <p:cNvPicPr/>
                  <p:nvPr/>
                </p:nvPicPr>
                <p:blipFill>
                  <a:blip r:embed="rId49"/>
                  <a:stretch>
                    <a:fillRect/>
                  </a:stretch>
                </p:blipFill>
                <p:spPr>
                  <a:xfrm>
                    <a:off x="7387131" y="4733981"/>
                    <a:ext cx="152676" cy="470327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50">
                <p14:nvContentPartPr>
                  <p14:cNvPr id="44" name="잉크 43">
                    <a:extLst>
                      <a:ext uri="{FF2B5EF4-FFF2-40B4-BE49-F238E27FC236}">
                        <a16:creationId xmlns:a16="http://schemas.microsoft.com/office/drawing/2014/main" id="{B1B4B727-0517-6988-5990-60BEA4652F27}"/>
                      </a:ext>
                    </a:extLst>
                  </p14:cNvPr>
                  <p14:cNvContentPartPr/>
                  <p14:nvPr/>
                </p14:nvContentPartPr>
                <p14:xfrm>
                  <a:off x="7579929" y="4896065"/>
                  <a:ext cx="164160" cy="260640"/>
                </p14:xfrm>
              </p:contentPart>
            </mc:Choice>
            <mc:Fallback>
              <p:pic>
                <p:nvPicPr>
                  <p:cNvPr id="44" name="잉크 43">
                    <a:extLst>
                      <a:ext uri="{FF2B5EF4-FFF2-40B4-BE49-F238E27FC236}">
                        <a16:creationId xmlns:a16="http://schemas.microsoft.com/office/drawing/2014/main" id="{B1B4B727-0517-6988-5990-60BEA4652F27}"/>
                      </a:ext>
                    </a:extLst>
                  </p:cNvPr>
                  <p:cNvPicPr/>
                  <p:nvPr/>
                </p:nvPicPr>
                <p:blipFill>
                  <a:blip r:embed="rId51"/>
                  <a:stretch>
                    <a:fillRect/>
                  </a:stretch>
                </p:blipFill>
                <p:spPr>
                  <a:xfrm>
                    <a:off x="7568942" y="4887689"/>
                    <a:ext cx="186134" cy="27739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52">
                <p14:nvContentPartPr>
                  <p14:cNvPr id="45" name="잉크 44">
                    <a:extLst>
                      <a:ext uri="{FF2B5EF4-FFF2-40B4-BE49-F238E27FC236}">
                        <a16:creationId xmlns:a16="http://schemas.microsoft.com/office/drawing/2014/main" id="{B27A5755-989F-1837-136C-D45F7E04BDBF}"/>
                      </a:ext>
                    </a:extLst>
                  </p14:cNvPr>
                  <p14:cNvContentPartPr/>
                  <p14:nvPr/>
                </p14:nvContentPartPr>
                <p14:xfrm>
                  <a:off x="7919409" y="5149145"/>
                  <a:ext cx="191880" cy="12960"/>
                </p14:xfrm>
              </p:contentPart>
            </mc:Choice>
            <mc:Fallback>
              <p:pic>
                <p:nvPicPr>
                  <p:cNvPr id="45" name="잉크 44">
                    <a:extLst>
                      <a:ext uri="{FF2B5EF4-FFF2-40B4-BE49-F238E27FC236}">
                        <a16:creationId xmlns:a16="http://schemas.microsoft.com/office/drawing/2014/main" id="{B27A5755-989F-1837-136C-D45F7E04BDBF}"/>
                      </a:ext>
                    </a:extLst>
                  </p:cNvPr>
                  <p:cNvPicPr/>
                  <p:nvPr/>
                </p:nvPicPr>
                <p:blipFill>
                  <a:blip r:embed="rId53"/>
                  <a:stretch>
                    <a:fillRect/>
                  </a:stretch>
                </p:blipFill>
                <p:spPr>
                  <a:xfrm>
                    <a:off x="7908426" y="5140671"/>
                    <a:ext cx="213846" cy="29908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54">
                <p14:nvContentPartPr>
                  <p14:cNvPr id="47" name="잉크 46">
                    <a:extLst>
                      <a:ext uri="{FF2B5EF4-FFF2-40B4-BE49-F238E27FC236}">
                        <a16:creationId xmlns:a16="http://schemas.microsoft.com/office/drawing/2014/main" id="{5DCA41A2-0D3E-5320-3CB9-5B09CFA7B481}"/>
                      </a:ext>
                    </a:extLst>
                  </p14:cNvPr>
                  <p14:cNvContentPartPr/>
                  <p14:nvPr/>
                </p14:nvContentPartPr>
                <p14:xfrm>
                  <a:off x="8288769" y="4712105"/>
                  <a:ext cx="245160" cy="529920"/>
                </p14:xfrm>
              </p:contentPart>
            </mc:Choice>
            <mc:Fallback>
              <p:pic>
                <p:nvPicPr>
                  <p:cNvPr id="47" name="잉크 46">
                    <a:extLst>
                      <a:ext uri="{FF2B5EF4-FFF2-40B4-BE49-F238E27FC236}">
                        <a16:creationId xmlns:a16="http://schemas.microsoft.com/office/drawing/2014/main" id="{5DCA41A2-0D3E-5320-3CB9-5B09CFA7B481}"/>
                      </a:ext>
                    </a:extLst>
                  </p:cNvPr>
                  <p:cNvPicPr/>
                  <p:nvPr/>
                </p:nvPicPr>
                <p:blipFill>
                  <a:blip r:embed="rId55"/>
                  <a:stretch>
                    <a:fillRect/>
                  </a:stretch>
                </p:blipFill>
                <p:spPr>
                  <a:xfrm>
                    <a:off x="8277772" y="4703733"/>
                    <a:ext cx="267153" cy="54666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56">
                <p14:nvContentPartPr>
                  <p14:cNvPr id="48" name="잉크 47">
                    <a:extLst>
                      <a:ext uri="{FF2B5EF4-FFF2-40B4-BE49-F238E27FC236}">
                        <a16:creationId xmlns:a16="http://schemas.microsoft.com/office/drawing/2014/main" id="{EA0B53BC-0832-5722-F9B4-D0A4CD1EC041}"/>
                      </a:ext>
                    </a:extLst>
                  </p14:cNvPr>
                  <p14:cNvContentPartPr/>
                  <p14:nvPr/>
                </p14:nvContentPartPr>
                <p14:xfrm>
                  <a:off x="8689449" y="4808225"/>
                  <a:ext cx="178200" cy="91080"/>
                </p14:xfrm>
              </p:contentPart>
            </mc:Choice>
            <mc:Fallback>
              <p:pic>
                <p:nvPicPr>
                  <p:cNvPr id="48" name="잉크 47">
                    <a:extLst>
                      <a:ext uri="{FF2B5EF4-FFF2-40B4-BE49-F238E27FC236}">
                        <a16:creationId xmlns:a16="http://schemas.microsoft.com/office/drawing/2014/main" id="{EA0B53BC-0832-5722-F9B4-D0A4CD1EC041}"/>
                      </a:ext>
                    </a:extLst>
                  </p:cNvPr>
                  <p:cNvPicPr/>
                  <p:nvPr/>
                </p:nvPicPr>
                <p:blipFill>
                  <a:blip r:embed="rId57"/>
                  <a:stretch>
                    <a:fillRect/>
                  </a:stretch>
                </p:blipFill>
                <p:spPr>
                  <a:xfrm>
                    <a:off x="8678433" y="4799855"/>
                    <a:ext cx="200232" cy="10781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58">
                <p14:nvContentPartPr>
                  <p14:cNvPr id="49" name="잉크 48">
                    <a:extLst>
                      <a:ext uri="{FF2B5EF4-FFF2-40B4-BE49-F238E27FC236}">
                        <a16:creationId xmlns:a16="http://schemas.microsoft.com/office/drawing/2014/main" id="{45F51659-82C6-7E95-1257-0EA0D4CCEF3C}"/>
                      </a:ext>
                    </a:extLst>
                  </p14:cNvPr>
                  <p14:cNvContentPartPr/>
                  <p14:nvPr/>
                </p14:nvContentPartPr>
                <p14:xfrm>
                  <a:off x="8689449" y="4898585"/>
                  <a:ext cx="360" cy="360"/>
                </p14:xfrm>
              </p:contentPart>
            </mc:Choice>
            <mc:Fallback>
              <p:pic>
                <p:nvPicPr>
                  <p:cNvPr id="49" name="잉크 48">
                    <a:extLst>
                      <a:ext uri="{FF2B5EF4-FFF2-40B4-BE49-F238E27FC236}">
                        <a16:creationId xmlns:a16="http://schemas.microsoft.com/office/drawing/2014/main" id="{45F51659-82C6-7E95-1257-0EA0D4CCEF3C}"/>
                      </a:ext>
                    </a:extLst>
                  </p:cNvPr>
                  <p:cNvPicPr/>
                  <p:nvPr/>
                </p:nvPicPr>
                <p:blipFill>
                  <a:blip r:embed="rId32"/>
                  <a:stretch>
                    <a:fillRect/>
                  </a:stretch>
                </p:blipFill>
                <p:spPr>
                  <a:xfrm>
                    <a:off x="8683329" y="4892465"/>
                    <a:ext cx="12600" cy="126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59">
                <p14:nvContentPartPr>
                  <p14:cNvPr id="50" name="잉크 49">
                    <a:extLst>
                      <a:ext uri="{FF2B5EF4-FFF2-40B4-BE49-F238E27FC236}">
                        <a16:creationId xmlns:a16="http://schemas.microsoft.com/office/drawing/2014/main" id="{F99C2C2D-B451-F9A9-7129-706A62CADF41}"/>
                      </a:ext>
                    </a:extLst>
                  </p14:cNvPr>
                  <p14:cNvContentPartPr/>
                  <p14:nvPr/>
                </p14:nvContentPartPr>
                <p14:xfrm>
                  <a:off x="8673609" y="4898585"/>
                  <a:ext cx="168120" cy="135360"/>
                </p14:xfrm>
              </p:contentPart>
            </mc:Choice>
            <mc:Fallback>
              <p:pic>
                <p:nvPicPr>
                  <p:cNvPr id="50" name="잉크 49">
                    <a:extLst>
                      <a:ext uri="{FF2B5EF4-FFF2-40B4-BE49-F238E27FC236}">
                        <a16:creationId xmlns:a16="http://schemas.microsoft.com/office/drawing/2014/main" id="{F99C2C2D-B451-F9A9-7129-706A62CADF41}"/>
                      </a:ext>
                    </a:extLst>
                  </p:cNvPr>
                  <p:cNvPicPr/>
                  <p:nvPr/>
                </p:nvPicPr>
                <p:blipFill>
                  <a:blip r:embed="rId60"/>
                  <a:stretch>
                    <a:fillRect/>
                  </a:stretch>
                </p:blipFill>
                <p:spPr>
                  <a:xfrm>
                    <a:off x="8662617" y="4890217"/>
                    <a:ext cx="190105" cy="152095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51" name="잉크 50">
                  <a:extLst>
                    <a:ext uri="{FF2B5EF4-FFF2-40B4-BE49-F238E27FC236}">
                      <a16:creationId xmlns:a16="http://schemas.microsoft.com/office/drawing/2014/main" id="{0EA4A07F-AB55-3B93-5B3E-C22667805931}"/>
                    </a:ext>
                  </a:extLst>
                </p14:cNvPr>
                <p14:cNvContentPartPr/>
                <p14:nvPr/>
              </p14:nvContentPartPr>
              <p14:xfrm>
                <a:off x="9169329" y="4753145"/>
                <a:ext cx="18000" cy="515520"/>
              </p14:xfrm>
            </p:contentPart>
          </mc:Choice>
          <mc:Fallback>
            <p:pic>
              <p:nvPicPr>
                <p:cNvPr id="51" name="잉크 50">
                  <a:extLst>
                    <a:ext uri="{FF2B5EF4-FFF2-40B4-BE49-F238E27FC236}">
                      <a16:creationId xmlns:a16="http://schemas.microsoft.com/office/drawing/2014/main" id="{0EA4A07F-AB55-3B93-5B3E-C22667805931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9158400" y="4744775"/>
                  <a:ext cx="39857" cy="532261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64" name="그룹 63">
              <a:extLst>
                <a:ext uri="{FF2B5EF4-FFF2-40B4-BE49-F238E27FC236}">
                  <a16:creationId xmlns:a16="http://schemas.microsoft.com/office/drawing/2014/main" id="{67C4CFF0-C6DE-C2D5-C9E7-808BEADC83A1}"/>
                </a:ext>
              </a:extLst>
            </p:cNvPr>
            <p:cNvGrpSpPr/>
            <p:nvPr/>
          </p:nvGrpSpPr>
          <p:grpSpPr>
            <a:xfrm>
              <a:off x="3484569" y="4633985"/>
              <a:ext cx="1610280" cy="689760"/>
              <a:chOff x="3484569" y="4633985"/>
              <a:chExt cx="1610280" cy="68976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63">
                <p14:nvContentPartPr>
                  <p14:cNvPr id="53" name="잉크 52">
                    <a:extLst>
                      <a:ext uri="{FF2B5EF4-FFF2-40B4-BE49-F238E27FC236}">
                        <a16:creationId xmlns:a16="http://schemas.microsoft.com/office/drawing/2014/main" id="{717C03FD-E596-735D-E500-F46A6F2C2674}"/>
                      </a:ext>
                    </a:extLst>
                  </p14:cNvPr>
                  <p14:cNvContentPartPr/>
                  <p14:nvPr/>
                </p14:nvContentPartPr>
                <p14:xfrm>
                  <a:off x="3484569" y="4936025"/>
                  <a:ext cx="117360" cy="387720"/>
                </p14:xfrm>
              </p:contentPart>
            </mc:Choice>
            <mc:Fallback>
              <p:pic>
                <p:nvPicPr>
                  <p:cNvPr id="53" name="잉크 52">
                    <a:extLst>
                      <a:ext uri="{FF2B5EF4-FFF2-40B4-BE49-F238E27FC236}">
                        <a16:creationId xmlns:a16="http://schemas.microsoft.com/office/drawing/2014/main" id="{717C03FD-E596-735D-E500-F46A6F2C2674}"/>
                      </a:ext>
                    </a:extLst>
                  </p:cNvPr>
                  <p:cNvPicPr/>
                  <p:nvPr/>
                </p:nvPicPr>
                <p:blipFill>
                  <a:blip r:embed="rId64"/>
                  <a:stretch>
                    <a:fillRect/>
                  </a:stretch>
                </p:blipFill>
                <p:spPr>
                  <a:xfrm>
                    <a:off x="3473607" y="4927660"/>
                    <a:ext cx="139284" cy="40444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5">
                <p14:nvContentPartPr>
                  <p14:cNvPr id="54" name="잉크 53">
                    <a:extLst>
                      <a:ext uri="{FF2B5EF4-FFF2-40B4-BE49-F238E27FC236}">
                        <a16:creationId xmlns:a16="http://schemas.microsoft.com/office/drawing/2014/main" id="{879E86BF-EB84-2188-74AD-8030E745E89D}"/>
                      </a:ext>
                    </a:extLst>
                  </p14:cNvPr>
                  <p14:cNvContentPartPr/>
                  <p14:nvPr/>
                </p14:nvContentPartPr>
                <p14:xfrm>
                  <a:off x="3674649" y="5084345"/>
                  <a:ext cx="146520" cy="149760"/>
                </p14:xfrm>
              </p:contentPart>
            </mc:Choice>
            <mc:Fallback>
              <p:pic>
                <p:nvPicPr>
                  <p:cNvPr id="54" name="잉크 53">
                    <a:extLst>
                      <a:ext uri="{FF2B5EF4-FFF2-40B4-BE49-F238E27FC236}">
                        <a16:creationId xmlns:a16="http://schemas.microsoft.com/office/drawing/2014/main" id="{879E86BF-EB84-2188-74AD-8030E745E89D}"/>
                      </a:ext>
                    </a:extLst>
                  </p:cNvPr>
                  <p:cNvPicPr/>
                  <p:nvPr/>
                </p:nvPicPr>
                <p:blipFill>
                  <a:blip r:embed="rId66"/>
                  <a:stretch>
                    <a:fillRect/>
                  </a:stretch>
                </p:blipFill>
                <p:spPr>
                  <a:xfrm>
                    <a:off x="3663676" y="5075970"/>
                    <a:ext cx="168466" cy="16650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7">
                <p14:nvContentPartPr>
                  <p14:cNvPr id="55" name="잉크 54">
                    <a:extLst>
                      <a:ext uri="{FF2B5EF4-FFF2-40B4-BE49-F238E27FC236}">
                        <a16:creationId xmlns:a16="http://schemas.microsoft.com/office/drawing/2014/main" id="{76AF78A3-364D-AB2E-327E-1CCEC103E86A}"/>
                      </a:ext>
                    </a:extLst>
                  </p14:cNvPr>
                  <p14:cNvContentPartPr/>
                  <p14:nvPr/>
                </p14:nvContentPartPr>
                <p14:xfrm>
                  <a:off x="3862209" y="4996145"/>
                  <a:ext cx="120960" cy="291960"/>
                </p14:xfrm>
              </p:contentPart>
            </mc:Choice>
            <mc:Fallback>
              <p:pic>
                <p:nvPicPr>
                  <p:cNvPr id="55" name="잉크 54">
                    <a:extLst>
                      <a:ext uri="{FF2B5EF4-FFF2-40B4-BE49-F238E27FC236}">
                        <a16:creationId xmlns:a16="http://schemas.microsoft.com/office/drawing/2014/main" id="{76AF78A3-364D-AB2E-327E-1CCEC103E86A}"/>
                      </a:ext>
                    </a:extLst>
                  </p:cNvPr>
                  <p:cNvPicPr/>
                  <p:nvPr/>
                </p:nvPicPr>
                <p:blipFill>
                  <a:blip r:embed="rId68"/>
                  <a:stretch>
                    <a:fillRect/>
                  </a:stretch>
                </p:blipFill>
                <p:spPr>
                  <a:xfrm>
                    <a:off x="3851213" y="4987775"/>
                    <a:ext cx="142953" cy="3087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9">
                <p14:nvContentPartPr>
                  <p14:cNvPr id="56" name="잉크 55">
                    <a:extLst>
                      <a:ext uri="{FF2B5EF4-FFF2-40B4-BE49-F238E27FC236}">
                        <a16:creationId xmlns:a16="http://schemas.microsoft.com/office/drawing/2014/main" id="{327015F0-B8A3-AC7F-D5F4-CFB785B94906}"/>
                      </a:ext>
                    </a:extLst>
                  </p14:cNvPr>
                  <p14:cNvContentPartPr/>
                  <p14:nvPr/>
                </p14:nvContentPartPr>
                <p14:xfrm>
                  <a:off x="3860409" y="5006945"/>
                  <a:ext cx="138600" cy="203040"/>
                </p14:xfrm>
              </p:contentPart>
            </mc:Choice>
            <mc:Fallback>
              <p:pic>
                <p:nvPicPr>
                  <p:cNvPr id="56" name="잉크 55">
                    <a:extLst>
                      <a:ext uri="{FF2B5EF4-FFF2-40B4-BE49-F238E27FC236}">
                        <a16:creationId xmlns:a16="http://schemas.microsoft.com/office/drawing/2014/main" id="{327015F0-B8A3-AC7F-D5F4-CFB785B94906}"/>
                      </a:ext>
                    </a:extLst>
                  </p:cNvPr>
                  <p:cNvPicPr/>
                  <p:nvPr/>
                </p:nvPicPr>
                <p:blipFill>
                  <a:blip r:embed="rId70"/>
                  <a:stretch>
                    <a:fillRect/>
                  </a:stretch>
                </p:blipFill>
                <p:spPr>
                  <a:xfrm>
                    <a:off x="3849399" y="4998567"/>
                    <a:ext cx="160621" cy="219796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1">
                <p14:nvContentPartPr>
                  <p14:cNvPr id="57" name="잉크 56">
                    <a:extLst>
                      <a:ext uri="{FF2B5EF4-FFF2-40B4-BE49-F238E27FC236}">
                        <a16:creationId xmlns:a16="http://schemas.microsoft.com/office/drawing/2014/main" id="{514D7E80-765C-24B6-BEF9-F9ACD6552FBD}"/>
                      </a:ext>
                    </a:extLst>
                  </p14:cNvPr>
                  <p14:cNvContentPartPr/>
                  <p14:nvPr/>
                </p14:nvContentPartPr>
                <p14:xfrm>
                  <a:off x="4067769" y="4998305"/>
                  <a:ext cx="226080" cy="48600"/>
                </p14:xfrm>
              </p:contentPart>
            </mc:Choice>
            <mc:Fallback>
              <p:pic>
                <p:nvPicPr>
                  <p:cNvPr id="57" name="잉크 56">
                    <a:extLst>
                      <a:ext uri="{FF2B5EF4-FFF2-40B4-BE49-F238E27FC236}">
                        <a16:creationId xmlns:a16="http://schemas.microsoft.com/office/drawing/2014/main" id="{514D7E80-765C-24B6-BEF9-F9ACD6552FBD}"/>
                      </a:ext>
                    </a:extLst>
                  </p:cNvPr>
                  <p:cNvPicPr/>
                  <p:nvPr/>
                </p:nvPicPr>
                <p:blipFill>
                  <a:blip r:embed="rId72"/>
                  <a:stretch>
                    <a:fillRect/>
                  </a:stretch>
                </p:blipFill>
                <p:spPr>
                  <a:xfrm>
                    <a:off x="4056757" y="4989960"/>
                    <a:ext cx="248105" cy="6529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3">
                <p14:nvContentPartPr>
                  <p14:cNvPr id="58" name="잉크 57">
                    <a:extLst>
                      <a:ext uri="{FF2B5EF4-FFF2-40B4-BE49-F238E27FC236}">
                        <a16:creationId xmlns:a16="http://schemas.microsoft.com/office/drawing/2014/main" id="{D62BC2A9-9B02-6763-40BD-B8B86AA2B28F}"/>
                      </a:ext>
                    </a:extLst>
                  </p14:cNvPr>
                  <p14:cNvContentPartPr/>
                  <p14:nvPr/>
                </p14:nvContentPartPr>
                <p14:xfrm>
                  <a:off x="4168209" y="4759985"/>
                  <a:ext cx="144360" cy="465840"/>
                </p14:xfrm>
              </p:contentPart>
            </mc:Choice>
            <mc:Fallback>
              <p:pic>
                <p:nvPicPr>
                  <p:cNvPr id="58" name="잉크 57">
                    <a:extLst>
                      <a:ext uri="{FF2B5EF4-FFF2-40B4-BE49-F238E27FC236}">
                        <a16:creationId xmlns:a16="http://schemas.microsoft.com/office/drawing/2014/main" id="{D62BC2A9-9B02-6763-40BD-B8B86AA2B28F}"/>
                      </a:ext>
                    </a:extLst>
                  </p:cNvPr>
                  <p:cNvPicPr/>
                  <p:nvPr/>
                </p:nvPicPr>
                <p:blipFill>
                  <a:blip r:embed="rId74"/>
                  <a:stretch>
                    <a:fillRect/>
                  </a:stretch>
                </p:blipFill>
                <p:spPr>
                  <a:xfrm>
                    <a:off x="4157204" y="4751614"/>
                    <a:ext cx="166370" cy="48258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5">
                <p14:nvContentPartPr>
                  <p14:cNvPr id="59" name="잉크 58">
                    <a:extLst>
                      <a:ext uri="{FF2B5EF4-FFF2-40B4-BE49-F238E27FC236}">
                        <a16:creationId xmlns:a16="http://schemas.microsoft.com/office/drawing/2014/main" id="{574D2677-9533-2901-A793-39F19D76C1FC}"/>
                      </a:ext>
                    </a:extLst>
                  </p14:cNvPr>
                  <p14:cNvContentPartPr/>
                  <p14:nvPr/>
                </p14:nvContentPartPr>
                <p14:xfrm>
                  <a:off x="4357929" y="5173985"/>
                  <a:ext cx="142560" cy="28800"/>
                </p14:xfrm>
              </p:contentPart>
            </mc:Choice>
            <mc:Fallback>
              <p:pic>
                <p:nvPicPr>
                  <p:cNvPr id="59" name="잉크 58">
                    <a:extLst>
                      <a:ext uri="{FF2B5EF4-FFF2-40B4-BE49-F238E27FC236}">
                        <a16:creationId xmlns:a16="http://schemas.microsoft.com/office/drawing/2014/main" id="{574D2677-9533-2901-A793-39F19D76C1FC}"/>
                      </a:ext>
                    </a:extLst>
                  </p:cNvPr>
                  <p:cNvPicPr/>
                  <p:nvPr/>
                </p:nvPicPr>
                <p:blipFill>
                  <a:blip r:embed="rId76"/>
                  <a:stretch>
                    <a:fillRect/>
                  </a:stretch>
                </p:blipFill>
                <p:spPr>
                  <a:xfrm>
                    <a:off x="4346913" y="5165687"/>
                    <a:ext cx="164592" cy="45397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7">
                <p14:nvContentPartPr>
                  <p14:cNvPr id="60" name="잉크 59">
                    <a:extLst>
                      <a:ext uri="{FF2B5EF4-FFF2-40B4-BE49-F238E27FC236}">
                        <a16:creationId xmlns:a16="http://schemas.microsoft.com/office/drawing/2014/main" id="{A65EFAE9-CF80-8713-B6DC-F5A2E01A95A7}"/>
                      </a:ext>
                    </a:extLst>
                  </p14:cNvPr>
                  <p14:cNvContentPartPr/>
                  <p14:nvPr/>
                </p14:nvContentPartPr>
                <p14:xfrm>
                  <a:off x="4657089" y="4916585"/>
                  <a:ext cx="113760" cy="209520"/>
                </p14:xfrm>
              </p:contentPart>
            </mc:Choice>
            <mc:Fallback>
              <p:pic>
                <p:nvPicPr>
                  <p:cNvPr id="60" name="잉크 59">
                    <a:extLst>
                      <a:ext uri="{FF2B5EF4-FFF2-40B4-BE49-F238E27FC236}">
                        <a16:creationId xmlns:a16="http://schemas.microsoft.com/office/drawing/2014/main" id="{A65EFAE9-CF80-8713-B6DC-F5A2E01A95A7}"/>
                      </a:ext>
                    </a:extLst>
                  </p:cNvPr>
                  <p:cNvPicPr/>
                  <p:nvPr/>
                </p:nvPicPr>
                <p:blipFill>
                  <a:blip r:embed="rId78"/>
                  <a:stretch>
                    <a:fillRect/>
                  </a:stretch>
                </p:blipFill>
                <p:spPr>
                  <a:xfrm>
                    <a:off x="4646101" y="4908224"/>
                    <a:ext cx="135736" cy="22624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9">
                <p14:nvContentPartPr>
                  <p14:cNvPr id="61" name="잉크 60">
                    <a:extLst>
                      <a:ext uri="{FF2B5EF4-FFF2-40B4-BE49-F238E27FC236}">
                        <a16:creationId xmlns:a16="http://schemas.microsoft.com/office/drawing/2014/main" id="{761BD569-9CFF-0FBF-552E-3203A51FFED9}"/>
                      </a:ext>
                    </a:extLst>
                  </p14:cNvPr>
                  <p14:cNvContentPartPr/>
                  <p14:nvPr/>
                </p14:nvContentPartPr>
                <p14:xfrm>
                  <a:off x="4833849" y="4633985"/>
                  <a:ext cx="26640" cy="579960"/>
                </p14:xfrm>
              </p:contentPart>
            </mc:Choice>
            <mc:Fallback>
              <p:pic>
                <p:nvPicPr>
                  <p:cNvPr id="61" name="잉크 60">
                    <a:extLst>
                      <a:ext uri="{FF2B5EF4-FFF2-40B4-BE49-F238E27FC236}">
                        <a16:creationId xmlns:a16="http://schemas.microsoft.com/office/drawing/2014/main" id="{761BD569-9CFF-0FBF-552E-3203A51FFED9}"/>
                      </a:ext>
                    </a:extLst>
                  </p:cNvPr>
                  <p:cNvPicPr/>
                  <p:nvPr/>
                </p:nvPicPr>
                <p:blipFill>
                  <a:blip r:embed="rId80"/>
                  <a:stretch>
                    <a:fillRect/>
                  </a:stretch>
                </p:blipFill>
                <p:spPr>
                  <a:xfrm>
                    <a:off x="4823066" y="4625615"/>
                    <a:ext cx="48206" cy="59669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81">
                <p14:nvContentPartPr>
                  <p14:cNvPr id="62" name="잉크 61">
                    <a:extLst>
                      <a:ext uri="{FF2B5EF4-FFF2-40B4-BE49-F238E27FC236}">
                        <a16:creationId xmlns:a16="http://schemas.microsoft.com/office/drawing/2014/main" id="{03D93A47-D0FF-23C4-C8A8-EE1A72BEEE0D}"/>
                      </a:ext>
                    </a:extLst>
                  </p14:cNvPr>
                  <p14:cNvContentPartPr/>
                  <p14:nvPr/>
                </p14:nvContentPartPr>
                <p14:xfrm>
                  <a:off x="4940409" y="4802825"/>
                  <a:ext cx="154440" cy="369000"/>
                </p14:xfrm>
              </p:contentPart>
            </mc:Choice>
            <mc:Fallback>
              <p:pic>
                <p:nvPicPr>
                  <p:cNvPr id="62" name="잉크 61">
                    <a:extLst>
                      <a:ext uri="{FF2B5EF4-FFF2-40B4-BE49-F238E27FC236}">
                        <a16:creationId xmlns:a16="http://schemas.microsoft.com/office/drawing/2014/main" id="{03D93A47-D0FF-23C4-C8A8-EE1A72BEEE0D}"/>
                      </a:ext>
                    </a:extLst>
                  </p:cNvPr>
                  <p:cNvPicPr/>
                  <p:nvPr/>
                </p:nvPicPr>
                <p:blipFill>
                  <a:blip r:embed="rId82"/>
                  <a:stretch>
                    <a:fillRect/>
                  </a:stretch>
                </p:blipFill>
                <p:spPr>
                  <a:xfrm>
                    <a:off x="4929424" y="4794461"/>
                    <a:ext cx="176411" cy="385728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83">
                <p14:nvContentPartPr>
                  <p14:cNvPr id="63" name="잉크 62">
                    <a:extLst>
                      <a:ext uri="{FF2B5EF4-FFF2-40B4-BE49-F238E27FC236}">
                        <a16:creationId xmlns:a16="http://schemas.microsoft.com/office/drawing/2014/main" id="{C85095A4-3B78-4C58-A81A-D4011B42141B}"/>
                      </a:ext>
                    </a:extLst>
                  </p14:cNvPr>
                  <p14:cNvContentPartPr/>
                  <p14:nvPr/>
                </p14:nvContentPartPr>
                <p14:xfrm>
                  <a:off x="4977849" y="4980305"/>
                  <a:ext cx="97200" cy="226080"/>
                </p14:xfrm>
              </p:contentPart>
            </mc:Choice>
            <mc:Fallback>
              <p:pic>
                <p:nvPicPr>
                  <p:cNvPr id="63" name="잉크 62">
                    <a:extLst>
                      <a:ext uri="{FF2B5EF4-FFF2-40B4-BE49-F238E27FC236}">
                        <a16:creationId xmlns:a16="http://schemas.microsoft.com/office/drawing/2014/main" id="{C85095A4-3B78-4C58-A81A-D4011B42141B}"/>
                      </a:ext>
                    </a:extLst>
                  </p:cNvPr>
                  <p:cNvPicPr/>
                  <p:nvPr/>
                </p:nvPicPr>
                <p:blipFill>
                  <a:blip r:embed="rId84"/>
                  <a:stretch>
                    <a:fillRect/>
                  </a:stretch>
                </p:blipFill>
                <p:spPr>
                  <a:xfrm>
                    <a:off x="4966833" y="4971932"/>
                    <a:ext cx="119232" cy="242827"/>
                  </a:xfrm>
                  <a:prstGeom prst="rect">
                    <a:avLst/>
                  </a:prstGeom>
                </p:spPr>
              </p:pic>
            </mc:Fallback>
          </mc:AlternateContent>
        </p:grpSp>
      </p:grpSp>
      <p:pic>
        <p:nvPicPr>
          <p:cNvPr id="67" name="그림 66">
            <a:extLst>
              <a:ext uri="{FF2B5EF4-FFF2-40B4-BE49-F238E27FC236}">
                <a16:creationId xmlns:a16="http://schemas.microsoft.com/office/drawing/2014/main" id="{9FA622B0-040A-3414-25A1-075D2EFF5001}"/>
              </a:ext>
            </a:extLst>
          </p:cNvPr>
          <p:cNvPicPr>
            <a:picLocks noChangeAspect="1"/>
          </p:cNvPicPr>
          <p:nvPr/>
        </p:nvPicPr>
        <p:blipFill>
          <a:blip r:embed="rId85"/>
          <a:stretch>
            <a:fillRect/>
          </a:stretch>
        </p:blipFill>
        <p:spPr>
          <a:xfrm>
            <a:off x="833600" y="1277815"/>
            <a:ext cx="4439164" cy="5341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86888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4538A8-1CF6-6EE7-8EAB-CF3CD5C27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E07E1AE-2B90-4AD8-AFA3-5564EEFAB8FD}"/>
              </a:ext>
            </a:extLst>
          </p:cNvPr>
          <p:cNvSpPr txBox="1"/>
          <p:nvPr/>
        </p:nvSpPr>
        <p:spPr>
          <a:xfrm>
            <a:off x="410308" y="832339"/>
            <a:ext cx="80420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모듈 </a:t>
            </a:r>
            <a:r>
              <a:rPr lang="en-US" altLang="ko-KR"/>
              <a:t>debouncer </a:t>
            </a:r>
            <a:r>
              <a:rPr lang="ko-KR" altLang="en-US"/>
              <a:t>내부 구조 블럭 다이어그램으로 구성할 것 </a:t>
            </a:r>
            <a:r>
              <a:rPr lang="en-US" altLang="ko-KR"/>
              <a:t>( shift </a:t>
            </a:r>
            <a:r>
              <a:rPr lang="ko-KR" altLang="en-US"/>
              <a:t>레지스터</a:t>
            </a:r>
            <a:r>
              <a:rPr lang="en-US" altLang="ko-KR"/>
              <a:t>, output</a:t>
            </a:r>
            <a:r>
              <a:rPr lang="ko-KR" altLang="en-US"/>
              <a:t>은 왜 이렇게 구성했는지 이유도 적을 것 </a:t>
            </a:r>
            <a:r>
              <a:rPr lang="en-US" altLang="ko-KR"/>
              <a:t>– scattering noise</a:t>
            </a:r>
            <a:r>
              <a:rPr lang="ko-KR" altLang="en-US"/>
              <a:t>    </a:t>
            </a:r>
            <a:r>
              <a:rPr lang="en-US" altLang="ko-KR"/>
              <a:t> 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07974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0B84E-E898-90FD-CE3C-EB699A3AB6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04F3C78-BE06-001E-6C9F-4A188994BC93}"/>
              </a:ext>
            </a:extLst>
          </p:cNvPr>
          <p:cNvSpPr txBox="1"/>
          <p:nvPr/>
        </p:nvSpPr>
        <p:spPr>
          <a:xfrm>
            <a:off x="71120" y="1107440"/>
            <a:ext cx="40538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시뮬레이션 결과 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CA26CF6-FA5B-E703-92BA-92B0C0DEBC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97680"/>
            <a:ext cx="12192000" cy="366264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4A789C6-B3E2-D5D0-90A7-CEEC0A9ABD08}"/>
              </a:ext>
            </a:extLst>
          </p:cNvPr>
          <p:cNvSpPr txBox="1"/>
          <p:nvPr/>
        </p:nvSpPr>
        <p:spPr>
          <a:xfrm>
            <a:off x="106680" y="3921760"/>
            <a:ext cx="746252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edge_reg = 80ns </a:t>
            </a:r>
            <a:r>
              <a:rPr lang="ko-KR" altLang="en-US"/>
              <a:t>에서 </a:t>
            </a:r>
            <a:r>
              <a:rPr lang="en-US" altLang="ko-KR"/>
              <a:t>assert</a:t>
            </a:r>
          </a:p>
          <a:p>
            <a:endParaRPr lang="en-US" altLang="ko-KR"/>
          </a:p>
          <a:p>
            <a:r>
              <a:rPr lang="en-US" altLang="ko-KR"/>
              <a:t>o_btn </a:t>
            </a:r>
            <a:r>
              <a:rPr lang="ko-KR" altLang="en-US"/>
              <a:t>핀은 </a:t>
            </a:r>
            <a:r>
              <a:rPr lang="en-US" altLang="ko-KR"/>
              <a:t>70ns</a:t>
            </a:r>
            <a:r>
              <a:rPr lang="ko-KR" altLang="en-US"/>
              <a:t>에서 </a:t>
            </a:r>
            <a:r>
              <a:rPr lang="en-US" altLang="ko-KR"/>
              <a:t>assert</a:t>
            </a:r>
          </a:p>
          <a:p>
            <a:endParaRPr lang="en-US" altLang="ko-KR"/>
          </a:p>
          <a:p>
            <a:r>
              <a:rPr lang="en-US" altLang="ko-KR"/>
              <a:t>i_btn</a:t>
            </a:r>
            <a:r>
              <a:rPr lang="ko-KR" altLang="en-US"/>
              <a:t>이 입력 이후 </a:t>
            </a:r>
            <a:r>
              <a:rPr lang="en-US" altLang="ko-KR"/>
              <a:t>7cycle </a:t>
            </a:r>
            <a:r>
              <a:rPr lang="ko-KR" altLang="en-US"/>
              <a:t>뒤에 결과 값이 나온다</a:t>
            </a:r>
            <a:r>
              <a:rPr lang="en-US" altLang="ko-KR"/>
              <a:t> </a:t>
            </a:r>
            <a:r>
              <a:rPr lang="ko-KR" alt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6173075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B1222E-3E4C-B430-3E3F-962F3F82A0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8DED4052-F56D-1F78-0B9A-E86846EBAB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343" y="638731"/>
            <a:ext cx="7434677" cy="188757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FA1FE48-EBC6-AAE7-6B7A-4EC282DDC68F}"/>
              </a:ext>
            </a:extLst>
          </p:cNvPr>
          <p:cNvSpPr txBox="1"/>
          <p:nvPr/>
        </p:nvSpPr>
        <p:spPr>
          <a:xfrm>
            <a:off x="4062681" y="4268934"/>
            <a:ext cx="120548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async </a:t>
            </a:r>
            <a:r>
              <a:rPr lang="ko-KR" altLang="en-US"/>
              <a:t>입력을 재현하기 위해 </a:t>
            </a:r>
            <a:r>
              <a:rPr lang="en-US" altLang="ko-KR"/>
              <a:t>sv</a:t>
            </a:r>
            <a:r>
              <a:rPr lang="ko-KR" altLang="en-US"/>
              <a:t>의 </a:t>
            </a:r>
            <a:r>
              <a:rPr lang="en-US" altLang="ko-KR"/>
              <a:t>urandom_range </a:t>
            </a:r>
            <a:r>
              <a:rPr lang="ko-KR" altLang="en-US"/>
              <a:t>함수를 </a:t>
            </a:r>
            <a:endParaRPr lang="en-US" altLang="ko-KR"/>
          </a:p>
          <a:p>
            <a:r>
              <a:rPr lang="ko-KR" altLang="en-US"/>
              <a:t>사용</a:t>
            </a:r>
            <a:r>
              <a:rPr lang="en-US" altLang="ko-KR"/>
              <a:t>,</a:t>
            </a:r>
            <a:r>
              <a:rPr lang="ko-KR" altLang="en-US"/>
              <a:t> </a:t>
            </a:r>
            <a:r>
              <a:rPr lang="en-US" altLang="ko-KR"/>
              <a:t>delay</a:t>
            </a:r>
            <a:r>
              <a:rPr lang="ko-KR" altLang="en-US"/>
              <a:t>와</a:t>
            </a:r>
            <a:r>
              <a:rPr lang="en-US" altLang="ko-KR"/>
              <a:t> repeat </a:t>
            </a:r>
            <a:r>
              <a:rPr lang="ko-KR" altLang="en-US"/>
              <a:t>수를 랜덤하게 뽑아냈다</a:t>
            </a:r>
            <a:r>
              <a:rPr lang="en-US" altLang="ko-KR"/>
              <a:t>. </a:t>
            </a:r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F04DBEE-0461-FA01-CB38-D1EC0C6D8D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343" y="3070279"/>
            <a:ext cx="3332366" cy="272092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E3F7454-8AF1-FBD1-35DE-937E327962CF}"/>
              </a:ext>
            </a:extLst>
          </p:cNvPr>
          <p:cNvSpPr txBox="1"/>
          <p:nvPr/>
        </p:nvSpPr>
        <p:spPr>
          <a:xfrm>
            <a:off x="251460" y="5849938"/>
            <a:ext cx="4526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오류 있으므로</a:t>
            </a:r>
            <a:r>
              <a:rPr lang="en-US" altLang="ko-KR"/>
              <a:t>, </a:t>
            </a:r>
            <a:r>
              <a:rPr lang="ko-KR" altLang="en-US"/>
              <a:t>다시 적어서 구성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D952936-DB2F-36F1-9A35-CD4C3C0726CE}"/>
              </a:ext>
            </a:extLst>
          </p:cNvPr>
          <p:cNvSpPr txBox="1"/>
          <p:nvPr/>
        </p:nvSpPr>
        <p:spPr>
          <a:xfrm>
            <a:off x="345343" y="2526310"/>
            <a:ext cx="106756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비동기 입력 후</a:t>
            </a:r>
            <a:r>
              <a:rPr lang="en-US" altLang="ko-KR"/>
              <a:t>, posedge</a:t>
            </a:r>
            <a:r>
              <a:rPr lang="ko-KR" altLang="en-US"/>
              <a:t>에서 </a:t>
            </a:r>
            <a:r>
              <a:rPr lang="en-US" altLang="ko-KR"/>
              <a:t>shift_reg </a:t>
            </a:r>
            <a:r>
              <a:rPr lang="ko-KR" altLang="en-US"/>
              <a:t>동작</a:t>
            </a:r>
            <a:r>
              <a:rPr lang="en-US" altLang="ko-KR"/>
              <a:t>(</a:t>
            </a:r>
            <a:r>
              <a:rPr lang="ko-KR" altLang="en-US"/>
              <a:t>사진에 가독성 있게 표시할 것</a:t>
            </a:r>
            <a:r>
              <a:rPr lang="en-US" altLang="ko-KR"/>
              <a:t>)</a:t>
            </a:r>
            <a:r>
              <a:rPr lang="ko-KR" alt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877101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A09AE6-4F2C-ECAA-031D-FC474B6BB2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8CA53D30-73E7-DBBD-7D17-2DE741AEFE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880" y="1501140"/>
            <a:ext cx="10401300" cy="177546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3F7F5E6-4ED6-453E-BA83-48AFBEE37668}"/>
              </a:ext>
            </a:extLst>
          </p:cNvPr>
          <p:cNvSpPr txBox="1"/>
          <p:nvPr/>
        </p:nvSpPr>
        <p:spPr>
          <a:xfrm>
            <a:off x="1493520" y="3489960"/>
            <a:ext cx="899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clock edge </a:t>
            </a:r>
            <a:r>
              <a:rPr lang="ko-KR" altLang="en-US"/>
              <a:t>이후 최소 </a:t>
            </a:r>
            <a:r>
              <a:rPr lang="en-US" altLang="ko-KR"/>
              <a:t>70ns</a:t>
            </a:r>
            <a:r>
              <a:rPr lang="ko-KR" altLang="en-US"/>
              <a:t>를 유지해야 </a:t>
            </a:r>
            <a:r>
              <a:rPr lang="en-US" altLang="ko-KR"/>
              <a:t>btn_tick</a:t>
            </a:r>
            <a:r>
              <a:rPr lang="ko-KR" altLang="en-US"/>
              <a:t>이 출력 됨</a:t>
            </a:r>
            <a:r>
              <a:rPr lang="en-US" altLang="ko-KR"/>
              <a:t>.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15760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5D7141-77F1-B195-1C77-B55F1C6B4F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18E2D1D-ED29-6930-1CFA-EC20619ACB5C}"/>
              </a:ext>
            </a:extLst>
          </p:cNvPr>
          <p:cNvSpPr txBox="1"/>
          <p:nvPr/>
        </p:nvSpPr>
        <p:spPr>
          <a:xfrm>
            <a:off x="1493520" y="3489960"/>
            <a:ext cx="899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이번엔 검증 평가 제안 하지 말 것</a:t>
            </a:r>
            <a:r>
              <a:rPr lang="en-US" altLang="ko-KR"/>
              <a:t>!!!</a:t>
            </a:r>
          </a:p>
        </p:txBody>
      </p:sp>
    </p:spTree>
    <p:extLst>
      <p:ext uri="{BB962C8B-B14F-4D97-AF65-F5344CB8AC3E}">
        <p14:creationId xmlns:p14="http://schemas.microsoft.com/office/powerpoint/2010/main" val="11471906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</TotalTime>
  <Words>455</Words>
  <Application>Microsoft Office PowerPoint</Application>
  <PresentationFormat>와이드스크린</PresentationFormat>
  <Paragraphs>55</Paragraphs>
  <Slides>17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17</vt:i4>
      </vt:variant>
    </vt:vector>
  </HeadingPairs>
  <TitlesOfParts>
    <vt:vector size="20" baseType="lpstr">
      <vt:lpstr>맑은 고딕</vt:lpstr>
      <vt:lpstr>Arial</vt:lpstr>
      <vt:lpstr>Office 테마</vt:lpstr>
      <vt:lpstr>10/12 프로젝트  참조할 폴더   ~/source_file/1012_source_file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안성 정</dc:creator>
  <cp:lastModifiedBy>안성 정</cp:lastModifiedBy>
  <cp:revision>1</cp:revision>
  <dcterms:created xsi:type="dcterms:W3CDTF">2026-10-12T10:30:48Z</dcterms:created>
  <dcterms:modified xsi:type="dcterms:W3CDTF">2026-10-12T11:30:19Z</dcterms:modified>
</cp:coreProperties>
</file>