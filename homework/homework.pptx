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70" r:id="rId4"/>
    <p:sldId id="257" r:id="rId5"/>
    <p:sldId id="258" r:id="rId6"/>
    <p:sldId id="259" r:id="rId7"/>
    <p:sldId id="269" r:id="rId8"/>
    <p:sldId id="260" r:id="rId9"/>
    <p:sldId id="271" r:id="rId10"/>
    <p:sldId id="261" r:id="rId11"/>
    <p:sldId id="272" r:id="rId12"/>
    <p:sldId id="262" r:id="rId13"/>
    <p:sldId id="263" r:id="rId14"/>
    <p:sldId id="264" r:id="rId15"/>
    <p:sldId id="265" r:id="rId16"/>
    <p:sldId id="266" r:id="rId17"/>
    <p:sldId id="267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50" autoAdjust="0"/>
    <p:restoredTop sz="94660"/>
  </p:normalViewPr>
  <p:slideViewPr>
    <p:cSldViewPr snapToGrid="0">
      <p:cViewPr varScale="1">
        <p:scale>
          <a:sx n="74" d="100"/>
          <a:sy n="74" d="100"/>
        </p:scale>
        <p:origin x="86" y="9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43:20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1 24575,'0'7'0,"0"10"0,-7 16 0,-10 10 0,-1 4 0,1 2 0,12 0 0,20-2 0,16-8 0,16-11 0,8-11 0,-6 7 0,-4-1 0,-2-4 0,-2 1 0,-7-2-8191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43:22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24575,'3837'0'0,"-3462"20"0,-101-2 0,734-11 0,-573-10 0,3505 3-1365,-3905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43:23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24575,'20'1'0,"-1"0"0,1 0 0,-1 2 0,0 1 0,0 0 0,0 1 0,25 11 0,16 6 0,-26-11 0,-2 2 0,0 1 0,45 26 0,-73-37 0,-1-1 0,1 1 0,-1 0 0,0-1 0,0 1 0,0 1 0,0-1 0,0 0 0,-1 1 0,0 0 0,1-1 0,1 6 0,-3-6 0,-1-1 0,1 1 0,0 0 0,-1-1 0,0 1 0,0 0 0,0-1 0,0 1 0,0 0 0,0-1 0,-1 1 0,1 0 0,-1-1 0,0 1 0,0-1 0,0 1 0,0-1 0,0 1 0,0-1 0,-1 0 0,-2 3 0,-20 23 0,-1-2 0,-2-1 0,-1-1 0,-53 36 0,37-28 0,-95 73-1365,83-61-5461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43:27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200 0 24575,'-14'8'0,"-6"8"0,-5 17 0,-14 17 0,1 8 0,5 0 0,10-2 0,15-3 0,24-11 0,23-6 0,20 6 0,13 3 0,3 1 0,-5-7 0,-7-3 0,-7-1 0,-12-6-8191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43:29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24575,'1'-2'0,"-1"1"0,0 0 0,0 0 0,1 0 0,-1 0 0,1 0 0,-1 0 0,1-1 0,-1 1 0,1 0 0,0 0 0,-1 0 0,1 1 0,0-1 0,0 0 0,0 0 0,0 0 0,0 1 0,0-1 0,0 0 0,0 1 0,0-1 0,0 1 0,0-1 0,0 1 0,3-1 0,35-7 0,-32 7 0,48-5 0,90 1 0,-87 5 0,136 0 0,76 0-324,1014 0-4804,1911 1 10580,-3002 8-5452,264 46 0,104 7 0,243-58 0,-415-7 0,2283 3 0,-2590 4 0,84 14 0,58 4 0,519-21 0,-352-3 0,489 2 0,-865 0-151,0 0-1,0 0 0,0-2 0,0 0 1,0 0-1,-1-2 0,1 0 1,17-7-1,1-7-6674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43:29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0 24575,'20'9'0,"0"-1"0,36 8 0,-36-10 0,1 0 0,28 13 0,-29-10 0,-1 1 0,0 1 0,-1 0 0,-1 2 0,26 21 0,-39-30 0,0 1 0,0-1 0,0 1 0,0-1 0,-1 1 0,0 0 0,0 0 0,0 1 0,-1-1 0,1 1 0,-1-1 0,-1 1 0,1 0 0,-1-1 0,0 1 0,0 0 0,-1 0 0,1 0 0,-1 0 0,-1 0 0,1 0 0,-1 0 0,0 0 0,0-1 0,-3 9 0,-1-3 0,0 0 0,-1 0 0,0 0 0,0-1 0,-1 0 0,0 0 0,-1-1 0,-13 13 0,-11 7 0,-38 27 0,22-19 0,-37 28-10,-81 71-1345,130-100-5471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43:32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466 0 24575,'-7'0'0,"-17"8"0,-18 15 0,-10 6 0,-11 4 0,-1-4 0,3 1 0,-2 10 0,8 5 0,22 2 0,31 7 0,30-5 0,17-11 0,8-12 0,3-3 0,-1 1 0,-10-3-8191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43:33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24575,'1619'0'-708,"-1424"4"637,332 50 0,-354-25 71,216 33 0,4-34 0,-122-33 267,185 4 316,-269 19-583,-5 1 0,568-12 0,-431-10 0,1272 3 0,-1562 0-455,0-1 0,30-6 0,-19-2-6371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43:33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1 24575,'22'0'0,"14"7"0,15 17 0,7 4 0,0 5 0,-10 4 0,-12 2 0,-21 3 0,-26 0 0,-26 9 0,-21 2 0,-1-1 0,-5 5 0,2 1 0,11-3 0,14-11-8191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43:38.6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 24575,'502'-20'0,"-124"2"0,1135 11 0,-843 9 0,1852-2 0,-2149-21 0,-62 1 0,155 18-163,-336 3-1039,-91-1-5624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43:39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24575,'7'0'0,"10"0"0,16 7 0,24 2 0,10 1 0,-7 11 0,-13 18 0,-22 2 0,-23 1 0,-33 0 0,-11 1 0,-6-7 0,-9-3 0,-2 1 0,9-6-8191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43:40.2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0 24575,'0'7'0,"0"10"0,-7 9 0,-2 7 0,-8 6 0,-7 2 0,0 3 0,19 7 0,17-4 0,21-4 0,12-1 0,6-8 0,8-10 0,9-9 0,7 0 0,-2 5 0,-6-1 0,-15-4-8191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0:26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40 3874,'0'0'6080,"0"-6"-6872,0-20 383,0 19 1311,-7 6-859,6 1-25,1 0-1,0 0 0,-1 0 1,1 0-1,0 0 1,0 0-1,-1 0 0,1 0 1,0 0-1,-1 0 0,1 0 1,0 0-1,0 1 1,-1-1-1,1 0 0,0 0 1,0 0-1,-1 0 0,1 1 1,0-1-1,0 0 0,-1 0 1,1 0-1,0 1 1,0-1-1,0 0 0,-1 1 1,1-1-1,0 33-2901,0-15-736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16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37 7956,'0'0'10311,"0"-6"-9084,0-18 75,0 24-1228,0 0 0,0 0-1,0-1 1,0 1 0,0 0 0,0 0-1,0-1 1,0 1 0,0 0 0,0 0-1,0-1 1,0 1 0,0 0 0,0 0-1,-1-1 1,1 1 0,0 0 0,0 0-1,0 0 1,0-1 0,0 1 0,0 0-1,-1 0 1,1 0 0,0 0-1,0 0 1,0-1 0,0 1 0,0 0-1,-1 0 1,1 0 0,0 0 0,0 0-1,0 0 1,-1 0 0,1 0 0,0 0-1,0 0 1,0 0 0,0 0 0,-1 0-1,1 0 1,0 0 0,0 0 0,0 0-1,-1 0 1,1 0 0,0 0 0,0 0-1,0 0 1,0 0 0,-1 0 0,1 1-1,0-1 1,0 0 0,0 0-1,0 0 1,-1 0 0,1 1 0,0-1-1,0 0 1,0 0 0,0 1 0,-1 2-59,1 1 0,-1 0 0,1 0 0,0 0 0,-1 0 0,2-1 0,-1 7 0,1 13 46,-1 13 114,-8 398 477,5-391-624,-30 456 230,29-438-255,3-28 6,-2 1 1,-6 36 0,8-65-3,0-1 1,0 0-1,0 0 0,0 1 1,-1-1-1,1 0 1,-1 0-1,0-1 1,-4 8-1,3-11 60,3-7-70,0 3-47,-4-228 33,5 141 26,-1 89-10,0-22-4,3-35-1,-2 51 5,0 0 1,1 0-1,0 0 0,0 1 0,0-1 0,0 1 1,1 0-1,4-9 0,-3 8-6,0 0 0,0 0 0,1 1 0,0 0 1,0 0-1,0 1 0,0 0 0,1 0 0,0 1 0,-1-1 0,2 2 0,-1-1 1,0 1-1,1 0 0,0 1 0,-1 0 0,1 1 0,12-3 0,28 1-73,-42 3 73,0 1 0,0 1 1,0-1-1,-1 1 1,1 0-1,0 1 0,6 2 1,-4 2 0,-1 1-1,0 0 1,0 0 0,0 0-1,-1 1 1,0 0 0,6 13-1,-11-21 7,7 12 1,-1 0-1,-1 1 0,0-1 1,0 1-1,-1 1 0,0-1 1,-1 1-1,2 15 1,-1 1 51,-1 1 0,-1 54 0,-2-84-43,0 1 0,0 0-1,0-1 1,0 1-1,-1 0 1,1-1 0,0 1-1,-1 0 1,1-1 0,-1 1-1,0-1 1,1 1 0,-1-1-1,0 1 1,0-1 0,-1 3-1,0-2 14,-1 0-1,1 1 0,0-1 1,-1 0-1,1-1 0,-1 1 1,-4 2-1,-4 0 64,0 0 0,-24 3 0,28-6-71,-25 3 268,-44-3-1,41-1-446,35 0-308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17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10741,'0'0'12432,"-1"0"-11925,77 3 2884,106-3-2795,-143 0-3714,-1 0-3335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19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2689,'0'0'14759,"2"15"-14241,0 3-324,2 10 565,2 49 0,-5-13 656,2 45 687,6 388 323,-9-357-2121,0-139 88,0 15-382,0-8-11,0 0-1,0 0 0,-1-1 1,0 1-1,0 0 1,0 0-1,-4 11 0,3-11 7,1-1-1,-1 0 0,1 1 1,0 0-1,1-1 1,-1 1-1,1 12 0,-2 29 17,-5-13-5,4-20-1,0 0 0,1 0-1,-1 22 1,4-36-15,-1-2-1,0 1 1,0-1 0,0 1 0,0-1 0,0 1-1,0-1 1,0 1 0,0-1 0,0 1-1,0-1 1,0 0 0,0 1 0,-1-1-1,1 1 1,0-1 0,0 0 0,0 1 0,0-1-1,-1 1 1,1-1 0,0 0 0,0 1-1,0-1 1,-1 0 0,1 0 0,0 1-1,-1-1 1,1 0 0,0 0 0,0 1 0,-1-1-1,0 0 1,0 2 109,3-2 84,2 0-136,25 0 348,42-7 0,-43 4-256,-22 3-107,-1 0-1,1-1 0,-1 0 1,1 0-1,-1-1 0,0 0 1,9-4-1,-8 2-25,1 0 1,0 0-1,0 1 0,0 0 1,0 1-1,9-2 1,-15 4-63,5-17-9046,-6 12 1827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20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 8372,'0'0'11645,"0"22"-11210,0 68 488,0 342 4514,0-477-5462,4-126 223,-3 148-174,2 1 0,0-1 0,1 1 0,1 0 1,9-31-1,-1 14-5,23-48-1,-32 77-17,2-1 0,-1 1 1,1 1-1,0 0 0,1 0 0,-1 0 0,1 1 0,1 1 0,10-10 0,-14 15-10,0 0 1,1 0-1,-1 1 1,0 0 0,0 0-1,1 0 1,-1 1-1,0-1 1,9 2-1,-3-1-21,-9 0 31,-1 0-1,1 0 1,0 0-1,0 0 1,-1 1-1,1-1 1,0 0-1,-1 0 1,1 1-1,0-1 1,0 0-1,-1 1 1,1-1-1,0 1 1,-1-1-1,1 1 1,0 0-1,8 20 92,5 24 125,-2 1 0,-2 1 0,-1 0 0,6 64 0,4 200 953,-14-224-1069,12-86-4159,-14-1-277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21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14711,'0'0'10231,"9"0"-9889,26-3 965,59-16 0,-43 5-902,24-7-207,-73 20-204,9-4-70,0 1 0,1 1 0,21-2 1,-31 5-776,0 0-1812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24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7732,'0'0'11690,"1"-1"-11863,-1 1 349,0 0-1,0 0 1,1 0 0,-1 0-1,0 0 1,0 0-1,0 0 1,1 0 0,-1 0-1,0 0 1,0 1 0,0-1-1,1 0 1,-1 0-1,0 0 1,0 0 0,0 0-1,1 0 1,-1 0 0,0 1-1,0-1 1,0 0-1,0 0 1,0 0 0,1 1-1,-1-1 1,0 0-1,0 0 1,0 1 0,0-1-1,0 0 1,0 0 0,0 1-1,0-1 1,0 0-1,0 0 1,1 1 0,-1-1-1,0 0 1,0 0 0,0 1-1,0-1 1,0 0-1,0 0 1,-1 1 0,1-1-1,6 316 898,-6 436 311,11-752-1397,4-1 48,0-2 0,1 0 0,16-6-1,-15 3 14,35-4 0,76-4 264,-73-1-261,-49 14-1504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25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10549,'0'0'8100,"1"44"-6620,-1 4-1126,0 30 384,13 124 0,-3-85 323,0 152-1,-10 424 2110,0-692-3164,0 1-1,0-1 1,0 1 0,0-1 0,0 1-1,0-1 1,-1 0 0,1 1 0,0-1-1,-1 3 1,0-4-5,1 1-1,0-1 0,-1 0 1,1 1-1,0-1 1,-1 0-1,1 0 1,-1 1-1,1-1 0,-1 0 1,1 0-1,-1 0 1,1 1-1,-1-1 1,1 0-1,0 0 1,-1 0-1,1 0 0,-2-1 1,2 1-1,0 0-4,0 0 1,0 0 0,0 0-1,-1 0 1,1 0 0,0 0-1,0 0 1,0 0 0,0 0-1,0 0 1,0 0 0,-1 0-1,1 0 1,0 0 0,0 0-1,0-1 1,0 1 0,0 0-1,0 0 1,-1 0-1,1 0 1,0 0 0,0 0-1,0-1 1,0 1 0,0 0-1,0 0 1,0 0 0,0 0-1,0-1 1,0 1 0,0 0-1,0 0 1,0 0 0,0-1-1,0 1 1,0 0-1,0 0 1,-4-24-68,2 0 0,1-1 0,0 1 0,2-30 0,0 7 50,-2 14 30,1 7-10,0 0 0,3-30 0,-2 48 0,0 1 1,0 0-1,1 0 0,0 0 1,0 0-1,0 1 0,0-1 1,1 1-1,0 0 0,0-1 1,0 2-1,6-10 0,-7 13 0,1-1-1,-1 1 0,0 0 0,1 0 1,-1 1-1,1-1 0,-1 1 0,1-1 1,0 1-1,-1 0 0,1 0 0,0 1 1,5-1-1,3 0-10,0 1-1,12 2 1,-18-1 12,-3-1 4,0 1-1,-1-1 1,1 1 0,0 0 0,-1 0 0,1 0-1,0 0 1,-1 0 0,1 0 0,-1 1-1,1-1 1,-1 1 0,0-1 0,1 1 0,-1 0-1,0-1 1,0 1 0,0 0 0,0 0-1,0 0 1,0 0 0,0 1 0,-1-1-1,2 4 1,0 3 1,0 0 0,-1 0-1,1 0 1,-1 0 0,0 10 0,-1 123 304,0-140-305,0 0 0,0-1 0,-1 1 0,1 0 0,0-1 0,-1 1 0,1 0 0,-1-1 0,0 1 0,1-1 0,-1 1 0,0-1 0,0 0 0,1 1 0,-1-1 0,0 0 0,0 0 0,0 0 0,0 0 0,0 0 0,-1 0 0,1 0 0,0 0 0,0 0 0,0-1 0,-1 1 0,-1 0 0,-3 1 7,-1 0 1,1 0-1,0-1 0,-9 1 0,-109-2-2628,123-6 515,1-56-6846,0 33 2179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25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10709,'0'0'13462,"73"7"-12550,-28-7-399,-8 0-417,3 0-32,-7 0 32,-2 0-96,-1 0-64,-9-11-945,-2 4-880,-19-11-1360,0 3-1761,0 5-3346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26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13286,'0'0'8860,"2"54"-8489,6 185-46,-6-29 581,-2-149-619,0 5 87,-2 171 551,-1-168-811,-15 100-1,17-167-126,1-1-1,0 0 1,0 0-1,-1 0 1,1 1-1,0-1 1,0 0-1,0 0 1,0 1-1,0-1 1,0 0-1,0 0 1,1 0-1,-1 1 1,0-1-1,1 2 1,0-3 6,0 1 0,-1 0 1,1-1-1,0 1 0,0-1 0,0 1 1,0-1-1,0 1 0,0-1 0,0 0 0,0 0 1,0 0-1,0 0 0,2 0 0,104 3-180,-105-3-6,0 1 0,0-1 0,1 0-1,-1-1 1,0 1 0,0 0-1,1-1 1,-1 0 0,0 0-1,0 0 1,0 0 0,0 0-1,0 0 1,0-1 0,0 1-1,0-1 1,0 0 0,0 0-1,-1 0 1,1 0 0,0 0-1,-1 0 1,1 0 0,-1-1-1,0 1 1,0-1 0,0 1-1,0-1 1,0 0 0,0 0 0,0 0-1,-1 1 1,1-1 0,-1 0-1,1 0 1,-1 0 0,0 0-1,0-5 1,0-26-5007,0 0-2174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26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10629,'0'0'14567,"2"42"-14325,6 133-151,-5-38 54,-4-96-18,1 21 770,0-61-873,0-9-833,0-15 529,-1 7 251,1 0 0,1 1 0,0-1 0,0 0 0,1 1 0,7-30 0,-5 31 57,1 0 0,0 1-1,0 0 1,1 0-1,0 1 1,1 0 0,0 0-1,15-18 1,-16 24-4,-1 0 1,1 0-1,0 1 0,0 0 1,1 0-1,-1 1 0,1 0 1,-1 1-1,1 0 0,0 0 1,0 1-1,0 0 0,0 1 1,15-1-1,-19 1 74,1 1 1,-1 0 0,1 1-1,0-1 1,-1 1-1,5 2 1,-6-2-64,-1 0 0,1 0 0,-1 1 0,1-1 0,-1 0 0,1 1 1,-1 0-1,0-1 0,0 1 0,0 0 0,0 0 0,0 0 0,0 0 0,1 3 0,5 12-16,-1 1 0,-1 0 0,0 0-1,-1 1 1,0-1 0,-1 1-1,-1 1 1,0-1 0,-1 0-1,0 24 1,-1-11-2676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26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4994,'0'0'22379,"98"0"-22171,-65-8 0,-9 8-160,4 0-16,-10 0-32,-3 0-16,-5-3-977,2 3-816,-12-15-1456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27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7908,'0'0'10831,"9"51"-9371,27 172-220,-29-176-582,-2 1-1,2 74 0,-7-87-340,3 526 3522,-4-547-3749,0 1 0,-1 0 0,0-1 0,-8 27 0,9-36-73,1-5-19,0 0 1,0-1-1,0 1 0,0 0 0,0 0 0,0-1 1,0 1-1,0 0 0,-1 0 0,1-1 0,0 1 0,0 0 1,0 0-1,0-1 0,0 1 0,-1 0 0,1 0 1,0 0-1,0 0 0,0-1 0,-1 1 0,1 0 1,0 0-1,0 0 0,0 0 0,-1 0 0,1 0 1,0 0-1,0-1 0,0 1 0,-1 0 0,1 0 1,0 0-1,0 0 0,-1 0 0,1 0 0,0 1 1,0-1-1,0 0 0,-1 0 0,1 0 0,0 0 0,0 0 1,0 0-1,-1 0 0,1 1 0,0-1 0,0 0 1,0 0-1,-1 0 0,1 0 0,0 1 0,0-1 1,0 0-1,0 0 0,0 1 0,0-1 0,-1 0 1,1 0-1,0 1 0,0-1 0,0 0 0,0 1 1,0-1-1,-3-14-151,0-1 1,1 0-1,-1-22 1,2 20 73,-6-265-971,8 204 927,0 36 125,1 0 0,2 1 1,1 0-1,1 0 1,2 1-1,1 0 1,2 1-1,0 0 0,2 1 1,17-36-1,-28 70 16,3-6-7,-1 0 1,2 0 0,6-10 0,-11 18 22,1-1 0,0 1 1,-1 0-1,1 0 0,0 0 0,0 1 0,0-1 1,0 1-1,0-1 0,1 1 0,-1 0 0,0 0 1,0 0-1,1 0 0,-1 1 0,0-1 0,3 1 1,3 0 93,-5-1-49,-1 1 1,1 0-1,0 1 1,-1-1-1,1 0 1,0 1-1,3 1 0,-5-1-45,1 0 0,-1 0 0,0 0-1,0 0 1,0 1 0,0-1 0,1 0-1,-1 1 1,-1-1 0,1 1 0,0 0-1,0-1 1,0 1 0,-1 0 0,1-1-1,-1 1 1,2 3 0,1 9 102,0 0-1,-1 0 1,0 0 0,1 26 0,-3 65 194,-1-49-251,1-47-69,0 0-1,-1 1 0,0-1 0,0 0 1,0 1-1,-1-1 0,-4 11 0,5-15-6,-1 0-1,0 0 0,-1 0 0,1 0 0,-1 0 0,0-1 0,1 1 1,-1-1-1,-1 0 0,1 0 0,0-1 0,-1 1 0,-5 3 0,5-4-31,-1 0-1,0 0 0,0 0 0,1-1 0,-2 0 0,-9 2 0,-2-2-94,-21-1-1,26-1 119,12 12 49,-1-1-37,1-6 4,0 0 1,0 1-1,1-1 0,-1 0 0,1 0 0,-1 0 1,3 8-1,6 10 136,0 0 1,1-1-1,22 37 1,-3-6 145,40 65 133,-53-92-399,0 5 12,-14-25-40,1 0 1,0-1-1,0 1 0,0-1 0,0 0 0,1 0 0,3 4 1,0-7 513,-4-2-4407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29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10485,'0'0'15514,"13"0"-15357,105 0 1292,-109 0-1308,0 0 0,-1-1 1,1 0-1,-1-1 1,1 0-1,9-5 0,-15 5-307,3 0-240,-1-1-1,1 1 1,-1-2-1,7-5 1,-10 8-39,-1-1 0,0 1 0,0-1 0,0 1 0,0-1 0,0 1 0,0-1 0,1-2 0,-1 2-407,-1 0 0,1 0 1,-1 0-1,1 0 0,-1 0 0,1 0 0,-1 0 1,0 0-1,0-3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29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0 1 4610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29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4610,'12'274'13959,"7"-274"-9029,14 0-3314,16-29 1234,12 0-2578,-18 11-176,-10 0-16,-2 11-48,-13 0-16,-3 7-16,-9 0 0,3 0-16,-6 0-112,3 0-961,1-4-639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30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10661,'0'0'16311,"12"94"-15542,1-26-209,-10 23-192,3 6-16,-6 11-192,0-3 16,0 10-144,0-6-64,0-23-608,0-17-1457,-18-15-2145,-4-29-5090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31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15271,'0'0'9930,"12"2"-9738,0 0-84,17 4 502,31-1 1,-2-5-913,-47 0-5117,0 0-5236,-21 0 2710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31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0 0 13910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31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13910,'-3'246'7124,"24"-246"-3331,10 0-2112,9-4-480,8-7-1121,-20 4-80,-10 7-32,-3 0-368,-9 0-369,10 0-527,-7 0-913,-9 25-11286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33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1 192,'0'0'17304,"0"0"-17991,5 4 10149,-4 3-8094,-1 121-981,-2 220 569,-14 1-575,7-248-341,9-101-39,0 1 2,0 0 1,0 0 0,0 0 0,0 0 0,-1 0 0,1 0 0,0 0 0,0 0 0,0 0 0,-1 0 0,1 0 0,0 0 0,0-1 0,-1 1 0,1 0 0,-1 0 0,1 0 0,-1-1 0,0 2 0,-1 0 1125,1-1-3554,0-8-5157,1 7 7474,0-11-6895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36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0 1777,'0'0'20524,"1"42"-19975,2 34-240,7 176 1258,-8 349 2944,-3-323-3854,1-250-588,0-27-56,-1-6-173,-2-24-167,-3-17-127,-2-80 0,7 97 405,1 8 6,0-1 1,4-36-1,-3 51 33,0 0-1,1 1 1,-1-1 0,1 1-1,0-1 1,1 1-1,-1 0 1,1 0 0,0 0-1,0 1 1,0-1-1,7-8 1,-2 4-13,2 0 1,-1 1-1,1 0 1,0 1 0,0 0-1,1 1 1,0 1-1,0 0 1,0 1-1,0 0 1,0 2-1,1-1 1,23-1-1,-35 5 20,1 1 0,-1-1 0,0 1 0,1-1 0,-1 1 0,1-1 0,-1 1 0,0 0 0,0-1 0,1 1-1,-1 0 1,0-1 0,0 1 0,1-1 0,-1 1 0,0 0 0,0 0 0,0-1 0,0 1 0,0 0 0,0-1 0,0 1 0,0 0 0,0-1 0,0 1 0,0 0 0,0 0-1,0-1 1,-1 2 0,1 4 2,0 155 238,0-151-232,-1 1 0,0-1 0,0 1-1,-1-1 1,0 0 0,0 1 0,-1-1-1,0-1 1,0 1 0,-1 0 0,0-1-1,0 0 1,-1 0 0,1-1 0,-2 0 0,1 0-1,-1 0 1,-9 9 0,10-12 3,1 0 0,-2-1-1,1 0 1,0-1 0,-1 1 0,1-1 0,-1-1 0,1 1 0,-1-2-1,0 1 1,-7 1 0,-8-1-289,-39-2 1,28-1-459,14 0-200,17 1 900,1 0 0,0 0-1,0 0 1,-1 0 0,1 0 0,0 0 0,0 0-1,-1 0 1,1 0 0,0 0 0,0-1 0,-1 1-1,1 0 1,0 0 0,0 0 0,-1-1 0,1 1-1,0 0 1,0 0 0,0-1 0,0 1 0,-1 0-1,1-1 1,0 1 0,0 0 0,0-1 0,0 1-1,0 0 1,0-1 0,0 1 0,0 0 0,-1-1-1,1 1 1,0 0 0,0-1 0,0 1 0,0 0-1,1-1 1,-7-80-8610,5 35 483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36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1185,'0'0'24363,"101"4"-24203,-53-4-80,4 0 112,-3 0 16,-12 0-144,-7 0-16,-9 0-48,-2-11-784,-7-4-785,-12-3-1873,0 4-2368,0 0-4995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37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9556,'0'0'12713,"3"50"-12113,11 161-245,-10-51 321,-4-119-397,0 23 176,-9 85 0,3-83-577,0 100 1,6-166 120,0 1 1,0-1-1,0 0 0,0 1 1,0-1-1,0 1 0,0-1 1,1 1-1,-1-1 0,0 0 0,0 1 1,1-1-1,-1 0 0,0 1 1,0-1-1,1 0 0,-1 1 1,0-1-1,0 0 0,1 0 1,-1 0-1,0 1 0,1-1 1,-1 0-1,0 0 0,1 0 0,-1 0 1,1 0-1,-1 0 0,1 0 1,15 2-12,-8-2 2,100 3-585,-93-3-50,-13 1 375,0-1 0,-1 0-1,1 0 1,0 0 0,-1 0 0,1-1 0,0 1 0,-1 0 0,1-1 0,-1 0 0,1 1 0,0-1-1,-1 0 1,1 0 0,-1 0 0,0 0 0,1-1 0,-1 1 0,0 0 0,1-1 0,-1 0-1,0 1 1,0-1 0,0 0 0,0 1 0,0-1 0,0 0 0,-1 0 0,1 0 0,0 0 0,-1 0-1,1 0 1,-1 0 0,0 0 0,1-1 0,-1-3 0,2-32-6992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37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0 103 8228,'0'0'17896,"2"43"-17805,6 137-35,-5-50 121,-4-88 190,1-12-610,0-51 158,0-26 48,1 0-1,1 0 1,11-72-1,21-36 86,-32 146-33,1-1 0,0 2 0,8-17-1,-10 22-5,1-1 0,0 1 0,0-1 0,1 1 0,-1 0 0,0 0 0,1 0 0,0 1 0,-1-1 0,5-2 0,-6 4 6,1 0 0,-1 1 0,1-1 0,-1 1 0,1 0 1,-1-1-1,1 1 0,0 0 0,-1 0 0,1 0 0,-1 0 0,1 1 0,-1-1 0,1 1 1,-1-1-1,1 1 0,-1-1 0,1 1 0,-1 0 0,0 0 0,1 0 0,-1 0 1,3 3-1,3 10 160,-1 1 1,1 0-1,-2 0 0,0 1 1,8 32-1,10 92 572,-15-86-609,-3-22-97,-4-20-30,0-1 0,1 0 0,1 0 0,3 13 0,-5-21-55,-1-1 0,1 1 0,0-1 0,-1 1-1,0-1 1,1 1 0,-1 4 0,0-7-84,1 0-1,-1 1 1,0-1-1,0 0 1,1 0-1,-1 1 1,0-1-1,0 0 0,1 0 1,-1 0-1,0 0 1,1 0-1,-1 0 1,0 0-1,1 0 1,-1 0-1,0 0 1,1 0-1,-1 0 0,0 0 1,0 0-1,1 0 1,1-4-5133,-2-17-1310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37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17880,'0'0'9493,"159"4"-9477,-116-4 128,-16 0-80,0 0-64,-8 0-208,-4-4-1249,-9-7-704,-6 1-1745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38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11461,'0'0'10763,"4"53"-9232,13 177-501,-6 16 513,-10-233-1451,0 344 2544,-1-200-1841,0-155-694,-7-104-970,-1-42 399,7-184 94,2 306 382,0 0 0,1-1 0,1 2 0,1-1-1,0 0 1,1 1 0,0 0 0,2 0 0,0 1 0,0 0 0,2 1 0,0 0 0,15-24 0,-20 36 4,0 0 1,1 1-1,0 0 1,0 0-1,8-7 1,-9 10 8,-1 1-1,0 0 1,1 0-1,-1 0 1,1 0-1,-1 1 1,1 0-1,-1 0 1,1 0-1,0 1 1,4-1-1,28 1 377,-36 0-381,1 0 1,0 1-1,-1-1 0,1 0 1,-1 1-1,1-1 1,0 1-1,-1-1 0,1 1 1,-1-1-1,1 1 0,-1-1 1,1 1-1,-1-1 1,1 1-1,-1 0 0,0 0 1,1-1-1,-1 1 0,0 0 1,1 0-1,-1-1 1,0 1-1,0 0 0,1 0 1,-1 0-1,0 0 0,0 0 1,0-1-1,0 1 1,0 1-1,1 33 206,-1-29-153,0 123 360,0-124-426,0 0 1,0 0 0,-1 0-1,1 0 1,-1 0-1,0 0 1,0 0-1,0 0 1,-1 0 0,1-1-1,-1 1 1,0-1-1,0 1 1,0-1-1,0 0 1,-1 0 0,1 0-1,-1 0 1,0-1-1,0 1 1,0-1-1,0 0 1,0 0 0,-1-1-1,1 1 1,0-1-1,-1 0 1,0 0-1,1 0 1,-1-1-1,0 0 1,0 0 0,-5 1-1,-14 0-337,-25-2 0,16-1 96,32 1 330,0 4-44,0 0-35,0 1 0,1-1 0,0 0 0,-1 1 0,1-1 0,0 0 0,0 0-1,1 0 1,-1 0 0,4 7 0,2 2 112,13 21-1,-16-28-79,62 99 528,94 194 0,-118-215-1540,-30-57-666,-10-7-2479,-2-8-3137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39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0 184 18152,'0'0'8962,"21"-7"-8888,63-24-10,-71 26-11,0-1 0,0-1 0,17-12 0,-6 3 72,-15 10-104,-2 1 1,1-1-1,0-1 1,-1 0 0,12-15-1,-16 18-674,0 0 0,0-1 1,0 0-1,3-6 0,-5 2-1915,-17 7-12867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40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0 1 15431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40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15431,'-25'274'6739,"59"-274"-3457,6 0-977,8-15-208,7-13-1953,-27 13-128,-10 12-32,-6-5 16,-6 8-448,3 0-513,-3 0-1072,-3 0-560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40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7603,'0'0'17993,"0"72"-15368,0-18-1569,0 19-399,0 20-193,4 8-304,-4 15-16,0 10-112,0-3-32,0-11-1088,0-29-1137,-7-18-2962,-14-37-8451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42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11749,'0'0'12950,"1"57"-12720,3 188 317,-3-8 1358,-1-16 50,0-217-1899,0-3-48,1 0 0,-1 0 0,0 0 0,0 0 0,0-1 0,0 1 0,0 0-1,0 0 1,-1 0 0,1 0 0,0 0 0,0-1 0,0 1 0,-1 0 0,1 0 0,0 0-1,0-1 1,-1 1 0,1 0 0,-1 0 0,1-1 0,0 1 0,-1 0 0,0 0 0,0 1 21,0-7-376,0-3 213,-6-56-259,0-69 0,7 69 354,0-53-87,0 97 85,2 0 0,0-1 0,8-31 0,-2 20 33,1 1-1,1 1 0,13-30 1,-21 56 13,0 0-1,-1 1 1,1-1 0,0 1 0,0 0 0,5-5 0,-6 6-20,1 1 0,-1 0 0,1 0 0,-1 0 0,1 0 0,0 0 0,-1 1 0,1-1 0,-1 1 0,1-1 0,0 1 0,0 0 0,2 0 0,-4 0 15,1 0 0,-1 0 0,0 0 1,1 0-1,-1 0 0,1 0 0,-1 0 1,0 0-1,1 0 0,-1 1 0,0-1 0,0 0 1,1 0-1,-1 1 0,0-1 0,1 0 1,-1 1-1,0-1 0,0 0 0,1 1 0,-1-1 1,0 0-1,1 2 0,6 13 126,1 0-1,-1 1 1,-1 0-1,0 1 1,-1-1-1,0 2 1,-1-1-1,-1 1 1,4 34-1,0 84-676,-7-47-3596,0-42-35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43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0 154 14775,'0'0'9252,"28"0"-9116,87 3-91,-97-3-36,9 0 30,-17-6 6,-8 5-39,-1 0-2,0-1 0,0 1-1,0 0 1,0 0 0,-1-1-1,1 1 1,0 0 0,-1-1 0,1 1-1,0-1 1,-1 1 0,1-1 0,-1 1-1,0-1 1,1 0 0,-1 1-1,0-4 1,0-32 63,0 24-75,0 9-30,0 0 1,0 0 0,0 0 0,-1 0 0,1 0 0,-1 0 0,0 0 0,-1-5 0,1 7 23,0 0 0,0 0 0,0 1-1,0-1 1,0 1 0,0-1 0,0 1 0,0 0-1,-1-1 1,1 1 0,0 0 0,-1 0 0,1 0-1,0 1 1,-1-1 0,1 0 0,-1 1 0,-2-2 0,-3 0 51,-1 1 1,-12-2 0,17 3 28,1 0 1,-1 0 0,1 0-1,-1 1 1,1-1-1,-1 1 1,1 0 0,-1 0-1,1 0 1,-1 0-1,-3 3 1,2 0 56,0 1 0,0 0-1,0 0 1,1 0 0,-1 0 0,1 1 0,0 0-1,1 0 1,-1 0 0,1 0 0,0 0-1,0 1 1,0-1 0,-1 10 0,0 4 273,1 1 0,0 0 0,1 31 0,1-38-143,1 19 122,-1-31-371,0-1-1,0 0 1,1 1 0,-1-1-1,0 0 1,1 1 0,-1-1-1,1 0 1,-1 0 0,1 0-1,-1 0 1,1 0 0,0 0-1,-1 0 1,1 0 0,0 0-1,0 0 1,-1 0 0,3 1-1,2 1-93,1-1 0,-1 1-1,0-2 1,1 1 0,0-1 0,-1 0-1,7 0 1,-1-1-746,0 0 0,16-3-1,-25 2 581,1 0 0,-1 1 0,0-1 0,1-1 0,-1 1 0,0 0 0,0-1-1,0 0 1,0 1 0,0-1 0,0 0 0,-1 0 0,1 0 0,0-1 0,2-3-1,-1 0-1108,0 0-1,0 0 1,-1-1-1,1 1 1,1-10-1,-3 12 111,0 1 0,-1 0 0,1 0 0,-1-1 0,0 1 0,0-4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43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1 9108,'0'0'10026,"3"0"-8556,-1 0-1438,-1 0 90,-1 0 0,1 0 0,-1 0 0,1 0-1,-1 0 1,1 0 0,0 0 0,-1 0 0,1 0 0,-1 0-1,1 1 1,-1-1 0,1 0 0,-1 0 0,1 1 0,-1-1 0,1 1-1,0 0 70,-1 0 0,0 1 0,1-1 0,-1 0 0,1 1 0,-1-1 0,0 0 0,0 1 0,0-1 0,1 1 0,-1-1 0,0 0-1,-1 4 1,1 4 36,-1-1 0,-1 1 0,1 0 1,-1 0-1,0-1 0,-1 0 0,0 1 0,0-1 0,-7 15 0,-5 12 37,-46 169 320,47-150-541,-13 68-438,16-73-1710,11-46 430,-7-6-5201,6 2 6239,0-1 0,0 1 0,0-1 0,0 1 0,0-1 0,0 0 0,1 0 0,-2-3 0,-13-39-6409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44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18745,'0'0'6002,"168"256"-5874,-150-206-128,-3-14-208,-2-3-640,-13-19-1313,0-6-3138,0 6-3328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44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87 13030,'0'0'12760,"17"2"-12341,3 0-240,86 5 934,-82-7-702,-2 0-125,0 0 0,0-2 0,25-6 0,-32 4-260,-9 4-18,-1-2-1,0 1 1,0-1-1,8-4 1,-9 4 26,-3 2-225,-1-1-1,1 1 0,0 0 1,0-1-1,-1 1 1,1-1-1,0 1 0,0-1 1,-1 1-1,1-1 0,-1 0 1,1 1-1,0-1 1,-1 0-1,1 0 0,-1 1 1,1-1-1,-1 0 1,1 0-1,-1 0 0,0 0 1,1 0-1,-1 0 0,0 0 1,0 0-1,1 0 1,-1 0-1,0 0 0,0 0 1,0 0-1,0 0 0,0 0 1,0 0-1,0-2 1,0-2-1122,0 4 770,0 0 0,0-1 0,0 1 0,0-1 0,0 1 0,0 0 0,0-1 0,0 1 0,0-1 0,0 1-1,-1 0 1,1-1 0,0 1 0,-1 0 0,1 0 0,-1-1 0,0 0 0,-17-10-9632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44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15111,'0'0'9863,"9"54"-9252,31 180-125,-35-201-203,0 0 0,-2 1 0,1 50 0,-4-54-49,0 292 1545,-1-307-1938,0 1 0,-1-1-1,0 0 1,-1 1 0,-8 26 0,10-40-364,16-2 248,5-2 503,-1-2 0,1 0 0,-1-2 0,28-13-1,-37 16-309,-8 2 77,0 1 0,-1 0 0,1-1 1,0 0-1,-1 1 0,1-1 0,0 0 0,-1 0 0,1-1 0,1 0 1,-2 1-183,-1 0 0,1 0 1,-1 0-1,1 0 1,-1 0-1,1 0 0,-1-1 1,1 1-1,-1 0 1,0 0-1,1 0 1,-1 0-1,0-1 0,0-1 1,1-22-4213,-1 17-110,0 0-4616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45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51 13334,'0'0'14663,"113"7"-14391,-86-7-32,-5 0-112,-4-7-80,-3 0-48,-3 3-80,-2-7-1249,-7-3-1152,-3 0-2481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45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0 8932,'0'0'12910,"-1"0"-11974,-2 1-762,-1-1-1,1 1 0,-1 1 0,1-1 1,-1 0-1,1 1 0,0 0 0,-1 0 1,1 0-1,0 1 0,0 0 0,-5 5 0,-2 4 88,0 0-1,-9 16 1,7-9-60,0 0 1,1 2-1,0 0 1,1 1-1,-13 40 0,21-53-156,0 1-1,1-1 1,0 0-1,0 0 1,0 1-1,1-1 1,1 16-1,0 2 41,-1-25-85,1 1 0,-1-1 0,1 0 0,-1 0 0,1 1 1,0-1-1,0 0 0,0 0 0,0 0 0,0 0 0,0 0 1,1-1-1,-1 1 0,0 0 0,1-1 0,-1 1 1,1-1-1,-1 0 0,1 1 0,-1-1 0,1 0 0,2 1 1,2 1-86,0 1 0,0-1 0,1-1 1,-1 0-1,8 2 0,20-1-1406,-32-2 1256,0-1 0,0 0 1,0 0-1,0 0 0,0-1 0,0 1 1,0-1-1,0 1 0,0-1 0,0 0 0,0 0 1,0 0-1,2-2 0,-3-1-514,0 0 1,0 0-1,0 0 0,0 0 1,0 0-1,-1-1 0,0 1 0,1 0 1,-1-1-1,-1-7 0,1 3-1230,0-26-6879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46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13766,'0'0'9282,"0"55"-8140,0 181-339,0 19 1035,1-97-380,-3 188 707,1-330-2156,1-1 1,-2 0-1,1 0 0,-2 0 1,-6 27-1,9-41-1,-3 7-1300,3-12-1314,1-21 509,-11-109-7062,-1 62 1318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46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12646,'0'0'14913,"1"52"-14320,1 167-468,1-24-13,-3 88-1726,0-314 1372,1-56 160,0 76 93,0 0 1,1-1 0,0 1 0,0 0 0,5-15-1,10-20 49,40-78 0,-46 102-33,-2 5-11,1 0 0,0 1-1,1 1 1,1 0 0,0 1-1,0 0 1,18-15 0,-28 28-59,-1 0 1,1 0-1,-1 0 1,0 0-1,1 0 1,-1 0-1,1 0 1,0 0-1,-1 1 1,1-1-1,-1 1 1,1 0-1,2 0 1,-3 0-687,-19 1-12912,-13 8 1812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0:51:46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7027,'0'25'11109,"0"-11"-7171,12 8-2497,7 18-209,2 7-591,3 7-369,-2 3-64,-4 5 16,-3-15-64,-3 3-160,-9-17-112,1-26-1249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26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1 784,'0'0'10629,"8"1"-9748,24 5 479,-24-5 812,-8 10-327,-1 0 0,0 1 1,-1-2-1,-5 18 0,-5 6-1804,-19 38 0,4-8 677,-6 37-40,-34 179 1,51-199-561,10-55-129,2 0-1,-3 40 0,7-65-281,0-22-15776,0-15 7716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26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7 1409,'0'0'16767,"20"-1"-16366,136-3 644,-142 3-776,24 1 682,-36 0-910,-1 0-1,1 0 1,-1 0-1,1 0 1,-1 1-1,1-1 1,-1 0-1,0 1 1,1-1-1,-1 1 1,1 0-1,-1 0 1,0-1-1,0 1 1,1 0-1,-1 0 1,0 0 0,0 0-1,1 2 1,2 7 124,-1 1 0,0-1 1,-1 1-1,-1 0 1,1 0-1,-2 0 1,1 0-1,-2-1 0,-1 16 1,1 10 423,0-34-575,1-1 0,-1 1 0,1-1 0,-1 1 0,1-1 0,-1 0 0,0 1 0,0-1 0,0 0 0,0 0 0,0 1 0,0-1 0,0 0 0,0 0 0,-1 0 0,1 0 0,0 0 1,-1-1-1,1 1 0,0 0 0,-1 0 0,1-1 0,-1 1 0,1-1 0,-4 1 0,-2 1-4,0 0 0,0-1 1,0 0-1,-13 1 0,-10-2 53,12 1-176,0-1 0,0-1 0,-21-4 0,32 4 64,1-1 0,0 0 0,0 0 1,0-1-1,0 0 0,0 0 0,1 0 0,-1-1 0,1 1 1,0-1-1,0 0 0,-7-8 0,11 11 17,0 1-1,1-1 0,-1 0 1,0 1-1,0-1 1,1 0-1,-1 0 1,0 1-1,1-1 1,-1 0-1,1 0 1,-1 0-1,1 0 1,0 0-1,-1 0 1,1 0-1,0 0 1,-1-1-1,24 0-48,5 1 160,-12 1-36,-1 0 0,0 0 1,1 2-1,19 3 1,-30-3-32,0-1 0,0 1 1,0 0-1,0 1 1,0-1-1,-1 1 1,1 0-1,-1 0 0,0 0 1,0 1-1,0-1 1,0 1-1,0 0 1,-1 0-1,0 1 0,4 6 1,-3-4 27,-1 1 1,0-1-1,-1 1 0,0 0 1,0 0-1,0 0 0,-1 0 1,0 16-1,-1 1 344,-4 39 0,3-62-370,0 1 0,0 0 0,0-1 0,0 1 0,0-1-1,0 1 1,0-1 0,-1 1 0,1-1 0,-1 0 0,0 0 0,0 0 0,0 0 0,0 0 0,0 0-1,0 0 1,0-1 0,-1 1 0,1-1 0,-1 1 0,1-1 0,-5 1 0,0 1 9,-1 0 0,0-1 0,1 0-1,-1-1 1,0 0 0,-14 1 0,-77-2-124,96 0 43,0-1 1,1 1-1,-1 0 1,0-1-1,0 0 1,1 1-1,-1-1 1,0 0-1,1 0 1,-1-1-1,1 1 1,-1 0-1,1-1 1,0 1-1,0-1 1,0 0-1,0 0 0,0 0 1,0 0-1,0 0 1,0 0-1,1-1 1,-1 1-1,1-1 1,0 1-1,0-1 1,0 1-1,0-1 1,0 0-1,-1-5 1,-1-7-1769,1 0-1,1-1 1,0 0 0,1-19 0,0 17-1693,0-8-3180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27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1 704,'0'0'11918,"9"8"-9933,23 27-617,-24-26-55,-3 7 3137,-5 101-1433,0 4-3870,11-122-4969,-6-8-517,3-21-24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28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0 384,'0'0'16984,"11"1"-16328,34 2 137,-40-3-560,0 1 0,1 0 0,-1 0 0,0 0 0,0 1 0,0-1 0,0 1 0,-1 0 0,1 1 0,0-1 0,-1 1 0,1 0 0,-1 0 0,0 1 0,6 6 0,-9-9-192,1 2 20,-1-1 1,0 1-1,1 0 0,-1 0 0,-1 0 0,1 1 0,0-1 0,-1 0 0,0 0 0,1 0 0,-1 0 0,0 1 0,-1-1 1,1 0-1,-1 3 0,0 8 181,1-13-235,-1 1 1,1-1 0,0 0-1,-1 0 1,1 1 0,-1-1-1,0 0 1,1 0 0,-1 0-1,0 0 1,0 0 0,0 0 0,1 0-1,-1 0 1,0 0 0,0 0-1,0-1 1,0 1 0,-1 0-1,1-1 1,0 1 0,0 0-1,0-1 1,-1 0 0,1 1 0,0-1-1,0 0 1,-1 1 0,1-1-1,0 0 1,-3 0 0,-52 1 85,42-1-72,-29 0-171,42 0 124,-1 50-240,1-32 350,0 0-1,1 0 1,1 0-1,6 35 1,-6-41-84,-1-11-483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28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10021,'0'0'11493,"54"48"-11669,-54-43-481,4-5-447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29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3602,'0'0'19390,"13"0"-19289,110 0 2114,-111-1-1910,-11 1-277,1 0 0,0-1 1,0 1-1,-1 0 0,1 0 0,0 0 0,0 0 1,0 0-1,-1 0 0,1 1 0,0-1 0,0 1 0,-1-1 1,1 1-1,0-1 0,-1 1 0,1 0 0,-1 0 0,1 0 1,-1 0-1,1 0 0,-1 0 0,2 2 0,-2-1-39,1 0-1,-1 0 0,0 0 0,-1 0 0,1 0 1,0 0-1,-1 1 0,1-1 0,-1 0 0,1 0 1,-1 0-1,0 1 0,0-1 0,0 0 0,0 0 1,-1 0-1,1 1 0,-1-1 0,1 0 0,-1 0 1,0 0-1,1 0 0,-1 0 0,0 0 0,-1 0 1,1 0-1,0 0 0,0 0 0,-1-1 0,1 1 1,-1-1-1,1 1 0,-1-1 0,0 1 0,0-1 1,0 0-1,0 0 0,0 0 0,0 0 0,-2 1 1,-6 3-115,-1-1 1,1 0 0,-1-1 0,0 0-1,0-1 1,-15 2 0,-13 5-1994,39 14 2170,0-15 40,1-1 1,1 0-1,-1 0 0,1 0 0,1 0 0,-1 0 1,1-1-1,0 1 0,7 9 0,11 27 630,-21-39-884,1 0 0,0-1 0,-1 1 0,1 0 1,-1 0-1,0-1 0,-1 6 0,-1 13-4425,-3-5-2346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29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14695,'0'0'7523,"34"26"-7523,-34-22-256,5-4-2641,0 0-2242,5 0-4577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0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0 960,'0'0'24284,"54"0"-24268,-40 0 64,-9 0-80,0 0 0,0 0-705,-5 13-6146,0 14-2961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0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8772,'0'0'14631,"10"43"-14423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2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0 448,'0'0'19550,"-11"20"-19123,-6 7-323,5-9-8,1 0 0,1 1 0,1 1 0,-7 21 1,8-18 356,1 0 0,2 1 1,0 0-1,-1 28 1,2 99 1288,4-130-1643,0-16-86,0-1 0,0 1 0,0-1 0,1 0 0,0 1 0,0-1 0,0 0 0,0 0-1,1 1 1,-1-1 0,1 0 0,0 0 0,1-1 0,-1 1 0,3 4 0,-2-6-15,0 1 1,0-1-1,0 1 1,1-1-1,-1 0 1,1 0-1,-1-1 0,1 1 1,-1-1-1,1 1 1,0-1-1,0 0 1,0-1-1,-1 1 1,1-1-1,0 1 0,6-1 1,10 0-6,-13 0-4,0 0-1,1 0 0,-1 0 1,0-1-1,9-2 0,-13 2 11,0 0-1,-1 0 1,1-1-1,0 1 1,0-1-1,-1 0 1,1 0-1,-1 0 0,1 0 1,-1 0-1,0-1 1,0 1-1,0-1 1,0 1-1,2-4 1,13-21-51,-2-1 1,15-34 0,-24 48-56,-1 0 1,0-1-1,-1 0 1,-1 0-1,-1 0 1,2-27-1,-4-131-373,0 171 468,0 0 0,0 1 0,0-1 0,-1 1 0,1-1 0,0 1 0,-1-1 0,1 1 0,-1-1 0,0 1 0,1 0 0,-1-1 0,0 1 0,0 0 0,0-1 0,0 1 0,0 0 0,0 0 0,0 0 0,-1 0 0,1 0 0,0 0 0,-1 0 0,1 1 0,0-1 0,-1 0 0,1 1 0,-1-1 0,1 1 0,-1-1 0,1 1 0,-4 0 0,-6-2-34,0 1 1,0 1 0,-20 1-1,8 0 64,18 0-14,1 0 1,0 0-1,-1 0 1,1 0-1,0 1 1,0 0-1,0 0 1,0 0-1,0 0 1,1 1-1,-1-1 1,1 1-1,-1 0 0,1 0 1,0 0-1,0 0 1,0 1-1,1-1 1,-1 1-1,-2 6 1,-3 4 7,0 0 1,1 0 0,1 1 0,-8 25-1,14-39-184,0-1-1,-1 1 0,1-1 0,0 1 1,0 0-1,0-1 0,0 1 0,0-1 0,0 1 1,0-1-1,0 1 0,0 0 0,0-1 1,0 1-1,1-1 0,-1 1 0,0-1 1,0 1-1,0-1 0,1 1 0,-1-1 0,0 1 1,1-1-1,-1 1 0,0-1 0,1 1 1,-1-1-1,1 0 0,-1 1 0,1-1 1,-1 0-1,0 1 0,1-1 0,0 0 0,-1 0 1,1 1-1,-1-1 0,1 0 0,-1 0 1,1 0-1,-1 0 0,2 0 0,27 0-4111,-20 0 2063,13 0-5449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2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0 1409,'0'0'16834,"0"59"-15919,0 194 88,-1-20 1161,-2-190-1192,-18 83 0,2-11-179,18-100-704,1-11-78,0 0 1,0 0-1,-1 0 0,1 0 0,-1 0 1,0 0-1,0-1 0,0 1 0,-1 0 1,1 0-1,-4 5 0,4-8-115,1-8-6707,0-30 1590,0-6-1222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3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5458,'0'0'16002,"31"2"-15737,96 9-12,-124-11-185,0 1-1,1-1 1,-1 0-1,0 1 1,0 0 0,1 0-1,-1 0 1,0 0 0,0 0-1,0 0 1,0 1-1,0 0 1,0 0 0,-1-1-1,6 6 1,-7-5 35,0-1 1,-1 1-1,1 0 1,0 0 0,-1 0-1,1-1 1,-1 1-1,0 0 1,0 0-1,0 0 1,0 0 0,0 0-1,0 0 1,0 0-1,-1 3 1,-1 11-18,2-6-19,1-3-20,-1 0-1,-1 0 1,1 0-1,-4 12 1,4-17-43,-1 0 0,0 0 0,0 0-1,0 0 1,0 0 0,0 0 0,0 0 0,-1-1 0,1 1 0,-1 0 0,1-1 0,-1 1 0,0-1 0,1 0 0,-1 1 0,0-1 0,0 0 0,0 0 0,-3 1 0,-9 2 16,0 0-1,-1 0 0,1-2 1,-1 1-1,-18-1 0,-63-2-307,79 0-249,94 0 998,-75 0-441,-1 0 1,0 0-1,0 1 1,0-1-1,0 0 0,0 1 1,0-1-1,0 1 0,0-1 1,0 1-1,0-1 1,-1 1-1,1 0 0,0-1 1,0 1-1,0 0 1,-1 0-1,1-1 0,0 1 1,-1 0-1,1 0 0,-1 0 1,1 0-1,-1 0 1,1 0-1,-1 0 0,0 0 1,1 0-1,-1 0 0,0 0 1,0 2-1,3 40 543,-3-35-396,0 10-46,0 19-465,0-36 125,0 1 0,0 0 0,-1-1 0,1 1 0,-1-1 0,1 1 0,-1 0 0,0-1 0,0 1 0,1-1 0,-1 0 0,0 1 0,0-1 1,0 0-1,-1 1 0,1-1 0,0 0 0,-2 1 0,-17 11-4391,-8 4-3125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3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16311,'0'0'6339,"68"44"-6339,-63-44-2705,-5-18-6691,0-8 1168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3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16375,'0'0'6900,"87"0"-6868,-82 0 0,5 0-32,-5 0-929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4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 6771,'52'54'6419,"-41"-43"-1343,-7-9-4282,-2-4-130,75 2 2404,-76 9-2182,0-9-846,1 1 1,-1-1-1,0 1 1,0-1 0,0 1-1,0 0 1,1 0 0,-1-1-1,0 1 1,0 0-1,-1 0 1,1 0 0,0 0-1,0 0 1,0 0 0,-1 0-1,1 0 1,0 0-1,-1 1 1,1-1 0,-1 0-1,1 0 1,-1 0 0,0 1-1,0-1 1,1 0 0,-1 1-1,0-1 1,0 0-1,0 3 1,1 57 113,-1-42-76,-1-11-64,0 0 0,0-1 0,-1 1 0,0-1 0,0 1 0,0-1 0,-1 0 0,-1 1 0,1-2 0,-1 1 0,-6 8 0,-10 12 30,-31 33 0,35-42-28,12-15-73,-1 1 0,0-1 1,1 0-1,-2-1 0,1 1 0,0-1 0,0 0 0,-1 0 1,1 0-1,-1-1 0,1 0 0,-1 0 0,0-1 1,0 1-1,1-1 0,-1 0 0,0-1 0,1 1 0,-1-1 1,0 0-1,1-1 0,-1 1 0,1-1 0,0 0 1,-1-1-1,-8-4 0,7 0-191,-1-1 0,1 0 0,0 0-1,-8-14 1,14 12 39,1 11 219,0-1 1,0 0-1,0 0 0,0 0 1,0 0-1,0 0 0,1 0 0,-1 0 1,0 0-1,0 0 0,0 0 0,0 0 1,0 0-1,0 0 0,0 0 0,0 0 1,0 0-1,1 0 0,-1 0 0,0 0 1,0 0-1,0 0 0,0 0 0,0 0 1,0 0-1,0 0 0,0 0 0,0 0 1,1 0-1,-1 0 0,0 0 0,0-1 1,0 1-1,0 0 0,0 0 0,0 0 1,0 0-1,0 0 0,0 0 0,0 0 1,0 0-1,0 0 0,0 0 0,0 0 1,0-1-1,0 1 0,0 0 0,0 0 1,1 0-1,-1 0 0,0 0 0,0 0 1,0 0-1,0 0 0,-1-1 0,1 1 1,0 0-1,0 0 0,0 0 0,0 0 1,15 23 643,17 38 1,-28-52-534,0 1 1,0 0 0,-1 0 0,-1 1 0,0-1 0,0 1-1,0 16 1,-2-26-58,0 30-3500,0-30 3144,0 0 0,0 0 0,-1 0 0,1 0 0,0 1 0,-1-1 0,1 0 1,0 0-1,-1 0 0,1 0 0,-1 0 0,0 0 0,1 0 0,-1 0 0,0 0 0,0 0 0,0 0 0,1-1 0,-1 1 0,0 0 0,0-1 0,0 1 0,0 0 0,0-1 1,-1 1-1,1-1 0,-1 1 0,-22 9-8182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4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11061,'0'0'8020,"73"9"-8020,-68-9-320,4 0-1089,6 0-1472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5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16488,'0'0'8611,"24"4"-9987,-24 5-2434,0-5-1408,0 9-3378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5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16680,'0'0'7235,"-19"78"-7283,19-73 144,0 4-96,5-9-656,-1 0-1906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7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7732,'0'0'12691,"0"7"-11357,0-2-1133,1 1 124,-1 0-1,0-1 1,-1 1-1,0 0 1,1-1-1,-2 1 1,1 0-1,-1-1 1,-2 6 0,1-2-440,-1-1 0,1 1 1,1 0-1,0 0 0,0 0 1,1 0-1,-1 17 0,-4 22-3823,5-43 2822,0 0 0,-1 0 0,1 0 0,-1 0 1,0-1-1,-1 1 0,-3 5 0,-4 7-6255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8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7123,'0'0'13206,"0"105"-12597,0-92 175,0 0-128,0 9-400,0 4-256,0 1-80,0 7-880,0-3-817,0 4-1072,0-9-1329,-5-8-576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8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8308,'0'0'4658,"0"118"-9060,0-114 1345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8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1409,'-5'455'11557,"-4"-429"-7715,-1-4-2642,5-5-864,5 1-336,0-1-256,0-4-112,0 1-48,0-10-224,0 0-369,0 5-784,0-5-752,0 5-5667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8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5218,'0'0'12886,"0"166"-12678,0-139-128,0-10-80,0-12-432,-5-5-2081,-9 0-4226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2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0 10805,'0'0'10434,"21"45"-10351,67 138 29,-65-120 133,-23-37 279,-1-13-98,1 6 243,0-14-536,1 0 1,-1 0 0,-1 1 0,1-1 0,-3 10 0,2-13-130,0 1 1,-1-1 0,1 1-1,-1-1 1,1 0 0,-1 1-1,0-1 1,0 0-1,0 0 1,0 0 0,0-1-1,0 1 1,-5 2 0,-38 25-408,-1-2 1,-50 20-1,56-31-3170,-59 16 1,29-14-4093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4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45 384,'0'0'15450,"4"0"-14423,-2 0-325,8 0 2449,-10 0-3117,0 0 1,0 0-1,0 0 1,0 0 0,0 0-1,-1 1 1,1-1-1,0 0 1,0 0-1,0 0 1,0 0-1,0 0 1,0 0-1,0 0 1,0 0-1,0 0 1,0 0-1,0 0 1,0 0 0,0 0-1,0 1 1,0-1-1,0 0 1,0 0-1,0 0 1,1 0-1,-1 0 1,0 0-1,0 0 1,0 0-1,0 0 1,0 0 0,0 0-1,0 0 1,0 0-1,0 0 1,0 0-1,0 0 1,0 0-1,0 1 1,0-1-1,0 0 1,0 0-1,0 0 1,0 0-1,1 0 1,-1 0 0,0 0-1,0 0 1,0 0-1,0 0 1,0 0-1,0 0 1,0 0-1,0 0 1,0 0-1,-11 7-18,3-2 45,0 1 1,0-1-1,1 1 0,-7 8 1,11-11-41,1 0-1,-1 0 1,1 1 0,0-1 0,0 1 0,0 0-1,1 0 1,-1 0 0,1-1 0,0 1 0,0 0-1,0 1 1,0 4 0,-9 217 435,10-224-456,0 0-1,1 0 0,-1 0 0,1 0 1,-1 0-1,1 0 0,0 0 1,0 0-1,0 0 0,0 0 0,0-1 1,0 1-1,1 0 0,-1-1 1,1 1-1,-1-1 0,1 1 0,-1-1 1,1 0-1,0 1 0,0-1 1,0 0-1,0 0 0,-1-1 1,1 1-1,0 0 0,1 0 0,-1-1 1,0 0-1,0 1 0,4-1 1,9 2-9,1 0 0,1-1 0,18-2 0,-17 1 6,-13 0-2,0-1 0,0 1 1,-1-1-1,1 0 0,0 0 1,-1 0-1,1-1 0,-1 0 1,1 0-1,-1 0 0,0 0 0,0-1 1,0 1-1,5-5 0,-2 1-15,-1 0 0,0-1 0,-1 0 0,0 0-1,0 0 1,0 0 0,5-12 0,-2 2-23,-2-1 1,0 0 0,0 0 0,-2 0-1,0 0 1,2-36 0,-5-106-1140,-2 159 1178,1 0 1,-1 1-1,1-1 1,-1 1 0,1-1-1,-1 1 1,1 0-1,-1-1 1,1 1-1,-1 0 1,0-1 0,1 1-1,-1 0 1,0-1-1,1 1 1,-1 0-1,0 0 1,1 0 0,-1 0-1,0 0 1,1 0-1,-1 0 1,0 0-1,0 0 1,1 0 0,-1 0-1,-1 1 1,-119-1-213,116 2 218,0-1 1,0 1 0,0 0 0,0 0-1,1 0 1,-1 0 0,1 1-1,0 0 1,0 0 0,0 0 0,0 1-1,0-1 1,1 1 0,-1 0 0,1 0-1,-3 4 1,-1 1-241,1 1 1,0-1-1,0 1 1,1 1-1,-7 20 0,9-5-4036,4-14-1168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5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74 11285,'0'0'13308,"-4"24"-13178,-2 4-93,-26 137 679,30-108-1,3-34-481,1-22-241,-1 0-1,1 0 1,0-1-1,0 1 1,0 0-1,0-1 1,0 0-1,1 1 1,-1-1-1,0 0 1,0 0-1,0 0 1,0 0-1,4-1 1,-1 1-3,1 0-29,-1 0 0,0 0 0,1 0-1,-1 0 1,0-1 0,1 0 0,-1 0 0,0 0 0,0-1 0,0 1 0,0-1 0,0 0 0,0-1 0,-1 1 0,1-1 0,-1 0 0,1 0 0,-1-1 0,0 1 0,0-1-1,-1 0 1,1 0 0,-1 0 0,4-7 0,-1 1-122,0 1-1,-1-2 1,0 1-1,-1-1 1,0 1-1,-1-1 0,0-1 1,2-19-1,-2-5-266,-2-51 0,-1 44 294,0 42 135,0-1-1,-1 1 0,1-1 0,0 1 0,-1-1 1,1 1-1,-1 0 0,1-1 0,-1 1 0,0-1 1,1 1-1,-1 0 0,0 0 0,0-1 0,0 1 1,0 0-1,0 0 0,0 0 0,0 0 0,-1 0 1,1 0-1,0 0 0,-1 1 0,1-1 0,0 0 1,-1 1-1,1-1 0,-1 1 0,1-1 0,-1 1 1,1 0-1,-1 0 0,-1-1 0,-9 0 99,0 1 1,0-1-1,-18 3 0,6 0 60,21-3-150,-1 1 0,1 0 0,-1 1 0,1-1 0,-1 0 0,1 1-1,-1 0 1,1 0 0,0 0 0,-1 0 0,-4 3 0,6-2-14,0 0-1,0 0 1,0 0 0,0 0 0,1 0 0,-1 1 0,1-1 0,-1 1 0,1-1-1,0 1 1,0-1 0,0 1 0,0 0 0,0 3 0,-8 35-996,7-14-3411,3-22 412,7-4-1546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5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0 1 3073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5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 3073,'223'19'8626,"-220"-19"-8355,1 0 1,-1 1 0,0-1-1,0 1 1,0 0-1,0 0 1,0 0 0,0 0-1,0 0 1,0 1-1,-1 0 1,1-1 0,2 3-1,-4-3-164,-1 0-1,1 0 1,-1 0-1,1 0 0,-1 0 1,0 0-1,1 0 1,-1 0-1,0 0 1,0 0-1,0 0 1,0 0-1,0 0 0,0 0 1,0 0-1,0 0 1,0 0-1,-1 0 1,1 0-1,-1 1 1,0 10 679,1 2-309,-1-4-287,1 0 0,1 0 0,-1 0 0,2 0 0,3 15 0,-4-22-165,1 1-1,-1-1 1,1 0 0,0 1-1,0-1 1,0 0 0,0 0-1,0 0 1,1-1-1,-1 1 1,1 0 0,0-1-1,0 0 1,0 0 0,0 0-1,0 0 1,0 0 0,1 0-1,-1-1 1,4 2-1,5-1-48,0 0 0,0 0 0,0-1-1,0 0 1,0-1 0,22-3-1,-34 3 25,2-1-7,1 1 0,-1-1-1,0 0 1,0 1 0,0-1 0,0 0 0,0 0 0,0-1 0,0 1 0,0 0 0,0-1 0,0 1-1,-1-1 1,1 1 0,0-1 0,-1 0 0,0 0 0,1 0 0,-1 0 0,0 0 0,0 0 0,0 0-1,0 0 1,0 0 0,-1 0 0,1-1 0,0-2 0,2-10-15,-1 0 1,0 1-1,0-19 0,-1 20 22,-1-117-66,0 128 81,0 0 1,-1 0 0,1 1 0,-1-1 0,1 0 0,-1 1 0,0-1-1,1 1 1,-1-1 0,0 1 0,0-1 0,0 1 0,-1 0 0,1-1-1,0 1 1,0 0 0,-1 0 0,1 0 0,0 0 0,-1 0 0,1 0-1,-1 0 1,0 0 0,1 1 0,-1-1 0,0 1 0,1-1 0,-1 1-1,0-1 1,1 1 0,-3 0 0,-11-2 406,1 1 1,-27 0-1,28 1-316,12 0-137,-1 0-1,1 0 0,-1 0 0,1 0 0,-1 0 0,1 0 0,-1 0 1,1 0-1,0 1 0,-1-1 0,1 1 0,0-1 0,-1 1 0,1-1 0,0 1 1,-1 0-1,1 0 0,0 0 0,0-1 0,0 1 0,0 0 0,0 0 1,-2 2-1,2 1-370,0-1 0,0 0-1,0 1 1,1-1 0,-1 1 0,1 0 0,0-1 0,0 8 0,0 14-6791,0-19 1972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6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9684,'0'0'9285,"8"20"-8453,-2-6-716,39 117 672,-42-124-651,-1 1-1,1 0 1,0-1-1,1 0 0,0 0 1,0 0-1,0 0 1,1 0-1,0-1 0,11 10 1,-11-12-82,0 0 0,1 0 0,-1-1 0,1 1 0,0-1 0,0-1 0,1 1 0,-1-1 0,0 0 0,1-1 0,-1 1 0,1-1 0,8 0 0,71 0 172,-84-2-227,-1 1 0,1-1 1,0 1-1,-1-1 0,1 1 1,-1-1-1,1 0 1,-1 0-1,1 0 0,-1 0 1,1 0-1,-1 0 0,0 0 1,0-1-1,0 1 0,1 0 1,-1-1-1,0 1 1,-1 0-1,1-1 0,0 1 1,0-1-1,-1 0 0,1 1 1,-1-1-1,1 0 0,-1 1 1,0-1-1,1 0 1,-1 1-1,0-4 0,2-11 71,-1 0 0,-2-24 1,1 22 41,0 5-62,0 0-1,-1 0 0,-1 0 0,0 0 1,-1 1-1,0-1 0,-8-20 1,8 27-24,0 0 1,0 0 0,-1 1-1,0-1 1,0 1 0,0 0-1,-1 0 1,0 0 0,0 0-1,0 1 1,0 0 0,-1 0-1,1 0 1,-1 1 0,0 0-1,-10-4 1,8 5-152,-1 0 0,1 0 0,0 1 0,-1 0 0,1 1 0,-12 0 0,12 0-177,7 0 190,-1 1 0,1-1 0,-1 1-1,1-1 1,0 1 0,-1 0 0,1-1-1,0 1 1,-1 0 0,1 0 0,0 0-1,0 0 1,0 0 0,0 0 0,0 0-1,0 0 1,0 0 0,0 1 0,-1 1-1,-17 33-2150,9-17 112,-15 21-3621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7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39 203 1697,'0'0'21956,"0"0"-21912,0 0-1,0 0 0,-1 0 0,1 0 0,0 0 0,0-1 0,-1 1 1,1 0-1,0 0 0,-1 0 0,1 0 0,0 0 0,0 0 0,-1 0 1,1 0-1,0 0 0,-1 0 0,1 0 0,0 1 0,0-1 0,-1 0 1,1 0-1,0 0 0,0 0 0,-1 0 0,1 0 0,0 1 0,0-1 1,-1 0-1,1 0 0,0 0 0,0 1 0,0-1 0,0 0 0,-1 0 1,1 1-1,0-1 0,0 0 0,0 0 0,0 1 0,-3 3 145,0 0 0,0 1 0,0-1 0,1 1 0,0 0-1,0 0 1,0 0 0,0 0 0,1 0 0,-1 9 0,-2 55 301,4-68-490,0 0 0,0 0 1,1 0-1,-1-1 0,0 1 0,1 0 0,-1 0 0,1-1 0,-1 1 1,1 0-1,-1-1 0,1 1 0,0 0 0,-1-1 0,1 1 0,0-1 1,-1 1-1,1-1 0,0 1 0,0-1 0,0 0 0,-1 1 1,1-1-1,0 0 0,0 0 0,0 0 0,0 1 0,0-1 0,-1 0 1,1 0-1,2-1 0,36 1-52,-27 0-3,-6 0 23,-1 0 0,0-1 0,1 0 0,-1 0-1,0 0 1,0 0 0,0-1 0,0 0 0,0 0 0,0 0 0,0-1-1,0 0 1,-1 0 0,0 0 0,1 0 0,-1-1 0,5-5 0,-2 1-59,0-1 1,-1 0 0,0 0 0,-1-1 0,0 0 0,0 1-1,5-21 1,-5 13-8,-2-1-1,-1 0 1,0 1 0,-1-1-1,-2-33 1,0 12-65,1 38 150,0-1 1,0 1-1,1-1 1,-2 1-1,1 0 0,0-1 1,0 1-1,0-1 1,-1 1-1,1 0 1,0-1-1,-1 1 1,0 0-1,1-1 1,-1 1-1,0 0 0,1 0 1,-1-1-1,0 1 1,0 0-1,0 0 1,0 0-1,0 0 1,0 0-1,0 1 0,-3-2 1,0 0-17,1 2-1,-1-1 1,0 0 0,0 1 0,0 0-1,0 0 1,-8 0 0,-6 1-48,15 0 69,0-1 1,-1 1-1,1 1 0,0-1 1,0 0-1,0 1 0,0-1 0,0 1 1,1 0-1,-1 0 0,0 0 1,1 0-1,-1 1 0,1-1 0,0 0 1,0 1-1,0 0 0,0 0 1,0 0-1,0-1 0,-1 6 0,-1 0-134,0 0-1,1-1 1,0 1-1,1 0 1,0 0-1,0 0 1,0 1-1,0 10 1,2-9-631,0 18-1696,0-27 2315,0 0-1,0-1 0,0 1 0,0 0 0,1 0 0,-1 0 1,0-1-1,0 1 0,1 0 0,-1 0 0,1-1 1,-1 1-1,1 0 0,-1-1 0,1 1 0,-1 0 1,1-1-1,-1 1 0,1-1 0,0 1 0,-1-1 1,1 1-1,0-1 0,0 0 0,-1 1 0,1-1 0,1 1 1,57 0-7081,-29-1 652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7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1 6339,'0'0'12547,"0"9"-12037,1-1-351,-1-2-13,0-1 0,0 1-1,0-1 1,-1 0 0,1 1 0,-1-1 0,-1 0 0,1 0-1,-1 1 1,-4 8 0,-63 95 2870,4-6-1678,12-25-1191,65-78-10762,10-14 8632,7-14-2051,0 1-1889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7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0 1 10389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8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10389,'243'113'4757,"-239"-111"-4592,-1 0 0,1 0 0,-1 0 0,0 0 0,0 1 0,0-1 0,0 1 0,0 0 0,3 4 0,-6-6-114,0-1-1,1 1 1,-1-1 0,0 1 0,0 0-1,0-1 1,0 1 0,0 0 0,0-1 0,0 1-1,0-1 1,0 1 0,0 0 0,0-1-1,0 1 1,0-1 0,0 1 0,-1 0-1,1-1 1,0 1 0,-1-1 0,1 1-1,0-1 1,-1 2 0,0-1 50,-4 8 394,1-1 1,0 1-1,1 0 1,0 1-1,0-1 1,1 0-1,-1 13 1,-2 66 1198,5-87-1688,0-1 0,0 1 0,0-1-1,0 1 1,0-1 0,0 1 0,0-1-1,0 1 1,0-1 0,0 1 0,1-1-1,-1 1 1,0-1 0,0 1 0,0-1-1,1 1 1,-1-1 0,0 1 0,0-1 0,1 0-1,-1 1 1,0-1 0,1 0 0,-1 1-1,6 0-19,0 0 0,-1 0-1,1 0 1,0-1 0,-1 0-1,12-1 1,1 0-16,-16 1 20,0 0 1,0 0-1,0 0 1,0 0-1,-1-1 1,1 1-1,0-1 1,0 0-1,-1 1 1,1-1 0,0 0-1,-1 0 1,1 0-1,-1 0 1,1 0-1,-1 0 1,1-1-1,-1 1 1,2-2-1,-1-1-51,1 1-1,-1-1 0,0 0 0,0 0 0,-1 0 0,1 0 0,-1 0 1,1-6-1,1-9-184,-1 0-1,0 0 1,-2-20 0,0 27 232,0 9 24,0 1 1,0-1 0,0 1-1,0-1 1,0 0-1,0 1 1,-1-1-1,1 1 1,-1-1 0,0 1-1,0 0 1,0-1-1,0 1 1,-1-3-1,0 3 2,-1 1 0,1 0-1,0 0 1,0 0-1,0 0 1,-1 1 0,1-1-1,0 0 1,-1 1-1,1 0 1,0-1 0,-1 1-1,1 0 1,0 0-1,-4 1 1,-13-2-575,16 1 587,-1 0 0,1 0 1,-1 0-1,0 0 0,1 0 0,-1 1 0,1-1 0,-5 3 0,-2 7-1939,6 11-3401,19-20-8568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8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0 10789,'0'0'10021,"-53"149"-9669,33-114-144,6 0-96,-6-4-64,11-5-16,-11-8-32,15-10-272,-4-8-1409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8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14999,'0'0'8404,"63"17"-8356,-63-13-48,0 10-2850,0-1-8259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9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7828,'44'354'14214,"-35"-354"-14518,-9 4-288,0 5-577,0 4-1792,0-4-3298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9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18793,'0'0'7747,"5"0"-9204,0 0 1105,9 0-1184,1 0-1234,-5 0-1808,-5-13-4242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9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5026,'59'214'14327,"-59"-209"-13367,0 4-864,0-1 48,0 5-272,0 1 128,0 3-480,0-4-608,0-4-1730,0 0-3793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50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2017,'0'0'23717,"0"5"-22807,0 12-141,0-12 1624,0-2-1900,0 8-3932,0 13-3681,0-14 282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50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11381,'0'0'11840,"0"9"-8844,0-5-3598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50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11893,'0'302'9733,"0"-293"-8420,0-5-1313,0 1-17,0 8-1215,0 0-1761,-5 4-3314,-24 1-6083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51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17048,'0'0'6035,"24"0"-23243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58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13478,'0'0'5592,"1"50"-5408,2 160 315,-2 469 4957,-3-673-5355,-1-11 14,3-244-433,1 242 319,-1 0-1,1 0 0,1 0 0,-1 0 1,1 0-1,0 0 0,1 1 0,0-1 0,0 1 1,0 0-1,1 0 0,-1 0 0,2 0 1,8-9-1,-4 6-18,0 0-1,0 1 1,1 1 0,0-1 0,0 2 0,1-1 0,-1 1 0,13-4-1,-14 8-4,0 0 0,0 0-1,0 1 1,0 1 0,1-1-1,12 2 1,-4 0-54,-17-1 73,1 0-1,0 0 1,-1 1-1,1-1 1,-1 1 0,1 0-1,-1-1 1,0 1-1,1 0 1,-1 0-1,0 0 1,1 0-1,-1 0 1,0 0-1,0 0 1,0 0-1,0 1 1,0-1 0,0 0-1,0 1 1,0-1-1,-1 1 1,1-1-1,0 0 1,0 4-1,11 44 15,-10-39-5,3 26 83,-2 1 1,-1 52-1,-2-68-28,0-20-55,0 0 0,-1 1-1,1-1 1,0 0 0,-1 0-1,1 0 1,-1 1 0,1-1-1,-1 0 1,0 0 0,1 0-1,-1 0 1,0 0 0,0 0 0,1 0-1,-1 0 1,0-1 0,0 1-1,0 0 1,0 0 0,0-1-1,-1 1 1,1-1 0,0 1-1,0-1 1,0 1 0,0-1-1,-1 0 1,1 1 0,0-1-1,0 0 1,-2 0 0,-50 2-1,37-3-61,1 2-38,12-1 41,0 1 0,0-1 0,0 0 0,0 0 0,0 0 0,0 0 0,0-1 0,-1 1 0,1-1 1,0 1-1,0-1 0,1 0 0,-1 0 0,0-1 0,0 1 0,0-1 0,1 1 0,-1-1 0,-4-4 0,2 0-399,0 0 1,0-1-1,1 0 0,-1 0 1,2 0-1,-1 0 0,1-1 1,0 1-1,0-1 0,1 0 1,0 0-1,1 0 0,0 0 1,-1-15-1,2-22-3722,0 5-1180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58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1 992,'0'0'13255,"166"0"-13255,-152 0-817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59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1329,'10'346'5490,"5"-316"-1200,-10 5-1953,9 0 128,-9 0-880,0-4-769,-5-9-207,0 4-257,0-9-208,0-12-128,0-1-16,0-21-10613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59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5 800,'0'0'16776,"234"22"-16744,-191-22 16,-4 0-32,-10 0-16,-4 0-736,-11 0-1409,-9-5-1569,-5-16-1408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59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0 704,'0'0'16656,"12"50"-15285,38 164-685,-43-186-561,-2 0 1,0 0-1,-2 0 0,-1 0 0,-3 31 1,0-10 106,1-33-178,1 8 204,-1 1 0,-2-1 1,-8 43-1,9-60-326,-2 0 0,1 0 0,-1 0 1,0 0-1,0 0 0,-1 0 0,0-1 0,0 0 0,0 1 1,-1-2-1,0 1 0,0 0 0,-1-1 0,1 0 0,-1-1 0,-11 8 1,15-10-31,-10 0-295,10-2 307,3 1-37,-1 0 134,1 0-1,-1 0 0,1 0 1,-1-1-1,1 1 0,-1 0 1,1 0-1,0-1 0,-1 1 1,1 0-1,0-1 0,0 1 1,0 0-1,-1-1 0,1 1 1,0-1-1,0 0 0,0 1 1,0-1-1,0 0 0,1 1 1,29 8 553,-24-7-443,20 4 313,0 0 0,1-2 0,33 1 0,2-4-4158,-62-23-12979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0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11045,'0'0'9170,"37"4"-9074,115 11-62,-94-12 100,-58-1-72,1-1-1,-1 1 1,0 0 0,0-1 0,0 1 0,0-1 0,0 1 0,0 0 0,-1-1 0,1 1 0,0-1-1,-1 1 1,0-1 0,0 3 0,-9 2-72,0-1 0,0 0 0,0-1 0,-11 3 0,-12 6-17,-122 63-816,142-72 212,12-5 325,0 1-1,0 0 0,0 0 1,0-1-1,0 1 0,0 0 1,0-1-1,1 1 1,-1-1-1,0 1 0,0-1 1,0 1-1,1-1 0,-1 0 1,0 1-1,1-1 1,-1 0-1,1 0 0,-1 1 1,0-1-1,1 0 0,0 0 1,-1 0-1,1 0 1,0 1-1,-1-1 0,1 0 1,0 0-1,0 0 0,0 0 1,0 0-1,0 0 1,0-1-1,-2-41-6019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0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1953,'0'0'18825,"11"50"-17996,35 159-66,-42-191-594,-1 1-1,0-1 0,-2 1 1,0 31-1,-2-21 52,1 77 641,0-86-3902,0-11-4418,0-12 7537,0 0 0,0 0-1,1 1 1,-1-1 0,1 0 0,0 1 0,0-1 0,0 1-1,0-1 1,0 1 0,1-1 0,-1 1 0,1 0 0,-1 0-1,1-1 1,0 1 0,0 0 0,0 1 0,0-1 0,0 0-1,0 0 1,0 1 0,1 0 0,-1-1 0,1 1 0,-1 0-1,1 0 1,-1 0 0,1 0 0,4 0 0,9-2 334,0 1 1,-1 0-1,1 1 0,18 1 1,-21 0-601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0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2273,'0'0'17736,"165"52"-17624,-131-34-80,5-5 0,-10-9-32,0-4-144,5 0-1889,-9 0-1152,-1 0-2050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1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7924,'0'0'9487,"-8"16"-9418,-21 50 88,28-64-72,0 1 0,0 0 0,0 0 0,0 0 0,1 0 0,-1 0-1,1 0 1,-1 6 0,1-8-63,0-1 0,1 1 0,-1 0 0,0 0 0,0 0 0,1 0 0,-1 0 0,0-1 0,1 1 0,-1 0 0,1 0 0,-1 0 0,1-1 0,-1 1 0,1 0 0,-1-1 0,1 1 0,0 0 0,0 0 0,2 0-6,0 0 1,-1 0 0,1 0-1,0 0 1,0-1 0,0 1-1,0-1 1,0 0 0,0 0-1,0 0 1,2 0-1,2 0-42,-7 0 117,1 0-9,-1 0-106,0 0 0,1 0 0,-1 0 0,0 0-1,0 0 1,0-1 0,1 1 0,-1 0 0,0 0 0,0 0-1,1 0 1,-1 0 0,0 0 0,0 0 0,0-1 0,1 1-1,-1 0 1,0 0 0,0 0 0,0 0 0,0-1 0,0 1-1,1 0 1,-1 0 0,0 0 0,0-1 0,0 1 0,0 0-1,0 0 1,0 0 0,0-1 0,0 1 0,0 0 0,0 0-1,0-1 1,0 1 0,0 0 0,0 0 0,0-1 0,0 1-1,0 0 1,0 0 0,0-1 0,0 1 0,0 0 0,0 0-1,0 0 1,0-1 0,-1 1 0,2-21-492,0 11-469,0 1 0,-1-1-1,0 1 1,0 0 0,-4-18 0,3 26 832,0 0 0,0 0 1,0 0-1,0 0 0,0 1 0,0-1 0,0 0 1,0 1-1,0-1 0,0 0 0,0 1 0,0-1 1,-1 1-1,1 0 0,0-1 0,0 1 0,0 0 1,-1 0-1,1 0 0,0-1 0,-1 2 0,1-1 1,0 0-1,0 0 0,-3 1 0,-2-1-671,-23 0-3722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1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1 0 6483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1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0 6483,'-287'232'2465,"321"-228"-384,15 9 32,14-8 224,0-5-1889,-19 0-80,-1 0-95,-4 0-97,0 0-112,-5 0-16,-5 0-48,-4 0-256,-1 0-1841,-14 0-1153,0 0-624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1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0 9893,'0'0'8355,"-19"337"-6562,-1-188-736,6 9-449,-11-14-160,1-4-112,-5-22-64,9-26-128,6-18-144,14-26-208,-10-13-1552,0-30-2130,-9-5-3137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2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0 976,'0'0'20306,"-2"26"-20055,-5 83 31,7-106-261,0 0 0,0 0 1,0 0-1,1 0 0,-1 0 0,1 0 0,0 0 0,0 0 0,0 0 0,0-1 0,0 1 0,1 0 0,-1-1 1,4 5-1,-4-6 20,1 1 1,0-1 0,-1 1 0,1-1 0,0 0 0,0 0-1,0 0 1,0 0 0,0 0 0,0-1 0,0 1-1,0-1 1,3 1 0,-2 0-117,-1 0-1,1-1 1,0 1-1,0-1 0,-1 0 1,1 0-1,0 0 1,0 0-1,-1 0 1,1 0-1,0-1 1,0 0-1,-1 1 1,1-1-1,0 0 1,-1 0-1,1-1 1,-1 1-1,1 0 1,-1-1-1,0 1 1,3-3-1,-3 0-142,1 0 0,-1 0-1,1 0 1,-1 0 0,-1 0-1,1 0 1,0 0 0,-1-1-1,1-5 1,2-6-373,1 2-882,-1 0-1,-1 0 1,0-1 0,-1 1 0,0-22 6902,0 36-4157,147 0 3265,-42 0-8999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3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1 0 1169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3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1169,'199'162'864,"-136"-145"4771,-4-12-3651,19-5-351,-5 0-1633,-25 0-1392,-9-18-1890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3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0 10021,'0'0'11349,"-53"307"-10245,48-207-415,-10 10-241,6-10-208,-11-3-144,-4-10-48,0-21-48,9-9-288,0-14-1169,1-12-1456,-15-22-2386,-5-9-3168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3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4322,'0'0'15847,"233"184"-15767,-213-180-80,14-4-64,-15 0-640,15 0-1025,-5-31-1248,-4-34-2018,-11-18-2864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3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6243,'0'0'12342,"126"92"-12310,-121-74-32,-5-1-48,0 5-689,0-4-896,-24-5-2657,-15 0-1072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4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0 672,'-101'127'350,"100"-126"-266,1 0 0,-1 0 0,0 0 0,1 0 1,-1 0-1,1 0 0,-1 0 0,1 1 0,0-1 1,-1 0-1,1 0 0,0 1 0,0-1 0,0 0 0,0 0 1,0 1-1,0-1 0,0 0 0,0 0 0,0 1 0,1-1 1,-1 0-1,0 0 0,1 1 0,-1-1 0,1 0 0,0 0 1,-1 0-1,1 0 0,0 0 0,-1 0 0,2 1 1,2 1 668,1 0 0,-1 0 0,0 0 0,1-1 0,-1 1 0,8 1 0,9 7 1917,-19-9-2448,-1 0 0,0 0 0,1 0 0,-1 0 0,0 0 0,0 0 0,0 0 0,0 1 0,-1-1 0,1 0 0,-1 1 0,1-1 0,-1 0 0,0 1 0,0-1 0,0 0 0,0 1 0,0-1 0,-1 4 0,1-3-190,-1 0 0,0 1-1,0-1 1,0 0 0,0 1 0,0-1 0,0 0-1,-1 0 1,0 0 0,1 0 0,-1 0-1,-5 5 1,-11 5-419,-1-1 0,0-1-1,0 0 1,-1-2 0,-41 14 0,-116 42-3767,230-65 5772,-20 1-419,34-2-1,-52-2-1221,0 0 0,-1 0 0,0-1 0,0-1 0,0 0 0,0-2 0,17-9 0,-17 7-1330,-1 0-1,0 0 1,20-21 0,6-9-5661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4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0 6403,'0'0'15415,"0"381"-14887,0-281-368,0 1-48,0-9 64,0-9 1,0-26-65,-10-9-112,-5-17-161,6-14-1231,-1-12-1586,-5-5-1311,-4 0-1218,-1-35-1392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4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3330,'0'0'7971,"189"-75"-7347,-160 75 17,1 0-97,-6 0-128,0 0-224,-4 0-192,-16 0-272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4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 1 8468,'-248'371'3537,"277"-322"-1472,5-10-496,15-8-736,-1-14-705,-4-17-128,0 0-337,-10 0-1215,-5-39-1298,-5-36-2448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5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601 1 7635,'0'0'14559,"-45"41"-13406,-151 134-345,167-150-585,-1-2 1,-64 37-1,53-36-103,-3 5-46,22-14-128,0-2 0,0 0 0,-33 13 0,76-27-5633,33 2 5533,-10 1 217,-21-2-53,-13-1-11,-1 1 1,1 0-1,0 1 0,-1 0 1,13 3-1,-18-3-19,-1 0 1,0 1-1,0-1 0,0 1 0,0 0 1,0 0-1,0 0 0,0 0 1,-1 0-1,1 1 0,-1-1 0,1 1 1,-1 0-1,0 0 0,0-1 1,0 1-1,-1 0 0,3 6 1,0 4-471,0 1 1,-1-1-1,-1 1 1,0 0-1,-1 0 0,0-1 1,-2 15-1,1-20-206,-1 8-2559,-7-6-1067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5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5875,'0'0'5298,"306"0"-5298,-262 0-448,-24 0-1969,-11 0-1169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5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1 1185,'0'0'21273,"15"380"-20264,-15-244-449,-15-1-208,-19 10-96,-15-23-112,15-8-144,-9-18 0,9-21-752,0-14-1185,0-26-2273,-15-22-3537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6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5523,'0'0'15994,"41"36"-15568,131 109-172,-163-138-237,0 0 0,1-1 0,0 0 1,0 0-1,15 5 0,-20-9-9,-1-1 0,1-1 1,0 1-1,-1 0 0,1-1 0,0 0 1,7-1-1,7 0 10,62 1-13,-79 1-13,1-1 1,-1-1-1,0 1 1,0 0-1,0 0 1,0-1-1,0 1 1,0-1-1,0 0 1,0 0-1,0 1 1,0-1-1,-1 0 1,1-1-1,0 1 1,0 0-1,-1 0 1,1-1-1,-1 1 1,1-1-1,-1 0 1,0 1-1,0-1 1,1 0-1,-1 1 1,0-1-1,-1 0 1,1 0-1,0 0 1,0-4-1,2-4-117,-2-1 0,1 0-1,-2 0 1,0-20 0,-1 12-107,1 15 209,0 0 0,-1 0 0,1 0 0,-1 0 1,0-1-1,0 1 0,-1 1 0,1-1 0,-1 0 1,0 0-1,0 1 0,0-1 0,-1 1 0,1-1 1,-1 1-1,0 0 0,0 0 0,0 0 0,0 0 0,0 1 1,-1-1-1,1 1 0,-1 0 0,0 0 0,1 0 1,-1 1-1,0-1 0,-5 0 0,-8-3 20,0 1 1,0 0-1,0 2 0,-1 0 1,-26 1-1,22 0-93,9 1 152,0-1 0,0 2 0,0 0 0,-23 5 0,33-6-102,1 1-1,-1 0 1,1-1 0,0 1 0,-1 1 0,1-1-1,0 0 1,0 0 0,0 1 0,0-1 0,0 1-1,0 0 1,0-1 0,1 1 0,-1 0 0,1 0-1,-1 0 1,1 0 0,0 1 0,-1-1 0,1 0-1,0 1 1,1-1 0,-1 0 0,0 1 0,1-1-1,-1 1 1,1-1 0,0 1 0,0 3 0,0-3-652,-1 16-1001,1-19 1426,0 1 0,0-1-1,0 1 1,0 0 0,0-1 0,0 1-1,0-1 1,0 1 0,0-1 0,0 1-1,1-1 1,-1 1 0,0-1 0,0 1-1,0-1 1,1 0 0,-1 1 0,0-1-1,1 1 1,-1-1 0,0 1 0,1-1-1,-1 0 1,1 1 0,-1-1 0,0 0 0,1 1-1,28-1-5528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6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192 158 10933,'0'0'10330,"-30"1"-9783,-88 7-85,115-8-403,-1 0 0,1 0 0,-1 1 1,1-1-1,-1 1 0,1 0 0,0 0 1,-1 1-1,-4 2 0,7-4-40,1 0 1,0 1-1,-1-1 0,1 1 0,0-1 0,-1 1 1,1-1-1,0 1 0,-1-1 0,1 1 1,0-1-1,0 1 0,0-1 0,0 1 1,0-1-1,-1 1 0,1-1 0,0 1 1,0 0-1,0-1 0,1 1 0,-1-1 1,0 1-1,0-1 0,0 2 0,1 4 156,0-6-186,0 1-1,-1 0 1,1 0 0,0-1 0,0 1 0,0-1 0,0 1-1,0 0 1,0-1 0,0 0 0,1 1 0,-1-1 0,0 0-1,0 0 1,2 1 0,7 0-114,-1 1-1,1-1 1,0-1-1,0 0 1,0-1-1,13-1 1,-20 1-79,1 1 1,-1-1-1,1 0 1,-1-1 0,1 1-1,-1 0 1,0-1 0,0 0-1,0 0 1,0 0 0,0 0-1,0 0 1,0 0 0,0-1-1,-1 0 1,0 1-1,1-1 1,-1 0 0,0 0-1,3-6 1,-1-3-1084,0 0-1,-1 0 1,0-1-1,-1 1 1,0-1-1,0-15 1,-1-28-6759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6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1729,'0'0'17248,"1"72"-15674,2 247-448,-4-206-174,-24 171 0,23-269-904,-110 707 2543,78-494-2287,29-133-2932,5-92 206,-2-16-5288,-10-36 2174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8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1 688,'0'0'22608,"19"5"-22309,-8-1-267,23 6 201,0-1-1,0-1 1,43 3 0,38-2 405,-114-9-593,-2 34 259,0-33-301,1 0 0,-1 0 0,1-1-1,-1 1 1,0 0 0,1 0 0,-1-1 0,0 1 0,1 0-1,-1-1 1,0 1 0,0 0 0,0-1 0,0 1 0,-1 0-1,-41 22 44,0-1-1,-1-2 0,-67 20 1,19-8-478,78-32-2384,13-9-3017,10-5 447,-1 7 5953,2-1-904,0 0 0,1 1 0,1 0 1,-1 1-1,1 1 0,0 0 0,0 0 0,22-5 0,111-16 1502,-116 22-477,-5 1 140,163-20 3938,-138 14-4413,-48 9-297,-26 0 584,15 0-229,3-1-137,-1 1-1,0 0 0,1 0 1,-1 1-1,0 0 1,1 1-1,-1 0 1,1 0-1,0 0 0,-1 1 1,-7 4-1,-99 60 1173,-76 40-906,147-85-690,-2-3-1,-73 22 0,74-29-1108,-45 4-1,-3-9-5273,80-6 4335,17 0 2393,23 2 1224,191-2 3904,255-3-1613,-286-6-5390,-196 9-6527,-32 7 2906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8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8340,'0'0'11365,"214"315"-10725,-170-289-191,-10-13-257,10-13-176,-5 0-16,4 0-160,1-22-865,10-44-1360,-11-17-2033,-13-13-2097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8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541 0 7411,'0'0'8244,"10"5"-7572,-6-2-611,-1-2-23,0 0 0,0 1 1,0 0-1,0 0 0,0 0 1,-1 0-1,1 0 1,4 5-1,-6-6-20,-1 1-1,1-1 1,-1 0 0,1 1 0,-1-1-1,1 1 1,-1-1 0,0 0-1,0 1 1,1-1 0,-1 1 0,0-1-1,0 1 1,-1-1 0,1 1 0,0-1-1,0 1 1,-1-1 0,1 1 0,-1-1-1,1 0 1,-1 1 0,0-1-1,1 0 1,-1 1 0,0-1 0,0 0-1,0 0 1,0 0 0,-1 1 0,-17 19 46,0-1 0,-1-1 0,-1-1 0,-33 22 0,-100 57-887,138-88 627,-38 23-1748,-2-1 1,-97 38 0,141-65 1592,16-2-200,17-6 410,-10 2 278,34-10 885,-1 3-1,2 1 1,62-1-1,65 9-636,-171 0-478,-1-1 13,-1 1 0,1 0 0,-1 0 0,1 0 0,0 0 0,-1-1 0,1 1 1,-1 0-1,1 0 0,-1 0 0,1 0 0,0 0 0,-1 0 0,1 1 0,-1-1 0,1 0 1,-1 0-1,1 0 0,-1 0 0,1 1 0,-1-1 0,1 0 0,-1 0 0,1 1 1,-1-1-1,1 1 0,-1-1 0,1 0 0,-1 1 0,0-1 0,1 1 0,-1-1 1,0 1-1,1-1 0,-1 1 0,0-1 0,0 1 0,1-1 0,-1 1 0,0-1 0,0 1 1,0-1-1,0 1 0,0 0 0,0-1 0,0 1 0,0-1 0,0 1 0,0 16-2724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9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0 1377,'0'0'14385,"-1"66"-10850,-10 222-1881,-19-30-327,15-161-939,-41 240 416,35-241-489,-48 135-1,69-231-411,0 1 0,0-1 0,0 0 0,0 0 0,0 1 0,0-1 0,0 0 0,0 0 0,0 1 0,0-1 0,0 0 0,0 1 0,0-1 0,0 0 0,0 0 0,0 1 0,0-1 0,-1 0 0,1 0 0,0 1 0,0-1 0,0 0 0,0 0 0,0 0 0,-1 1 0,1-1 0,0 0 0,0 0 0,0 0 0,-1 0 0,1 1 0,0-1 0,0 0 0,-1 0 0,1 0 0,0 0 0,0 0 0,-1 0 0,1 0 0,0 0 0,0 0 0,-1 0 0,1 0 0,0 0 0,-1 0 0,-2-17-1828,2-43 1306,1 45 187,-1-28 247,-1 26 199,2 0 1,0 0-1,0 0 0,2 0 1,6-30-1,-4 38 23,1 0 1,0 0-1,0 1 0,1-1 0,0 1 0,1 1 1,0-1-1,0 1 0,0 1 0,1-1 0,8-5 1,16-9 523,50-26 0,-68 40-613,0 0 0,1 1 0,0 1-1,0 1 1,0 0 0,0 1 0,1 1 0,0 0 0,-1 1 0,18 1-1,-12-6-3862,-17 4 2660,2 1-3336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9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 9284,'0'0'7972,"-24"429"-6227,9-228-609,-9 13 33,-15-4 79,10 0-143,-5-31-321,10-30-160,-1-31-255,6-30-337,14-23-32,0-30-801,5-21-1072,-5-14-1920,-9 0-3475,4-44-3841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09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6883,'0'0'13270,"141"-26"-12934,-116 26-128,-6-9-127,-9 9-81,-5-4-33,4 4-1039,-9-5-2274,0-3-3345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10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9508,'-25'111'5451,"25"-110"-5353,0 0 0,0 0 1,-1 0-1,1 0 0,0 0 0,0 0 0,0 0 1,0 0-1,0 0 0,1 0 0,-1 0 1,0 0-1,0 0 0,1 0 0,-1 0 0,1 0 1,-1 0-1,0 0 0,1 0 0,0 0 1,-1 0-1,1 0 0,0-1 0,-1 1 0,1 0 1,0 0-1,0-1 0,0 1 0,-1-1 0,3 2 1,0-1-25,0-1 1,0 1 0,-1-1-1,1 0 1,0 0 0,0 0-1,0 0 1,3-1 0,5 1 175,17 1 61,17 0 65,0 2-1,74 16 1,-108-13-277,-10-5-125,-1-1 1,0 0 0,0 0-1,0 1 1,1-1-1,-1 0 1,0 1 0,0-1-1,0 0 1,1 0 0,-1 1-1,0-1 1,0 0-1,0 1 1,0-1 0,0 0-1,0 1 1,0-1 0,0 0-1,0 1 1,0-1 0,0 0-1,0 1 1,0-1-1,0 0 1,0 1 0,0-1-1,0 0 1,-1 1 0,1-1-1,0 0 1,0 1-1,0-1 1,0 0 0,-1 0-1,1 1 1,0-1 0,0 0-1,-1 0 1,1 1 0,0-1-1,0 0 1,-1 0-1,1 0 1,0 1 0,-1-1-1,1 0 1,0 0 0,-1 0-1,1 0 1,0 0-1,-1 0 1,-17 8-779,0-2 1,0 0-1,-20 3 1,-35 12-820,52-14 1522,-35 14-223,52-19 445,0-1 1,1 1-1,-1 0 0,1 1 0,0-1 1,-1 1-1,1-1 0,0 1 0,1 0 1,-1 0-1,-4 6 0,7-9-69,-1 1-1,1-1 1,-1 1 0,1 0 0,0-1-1,-1 1 1,1 0 0,-1-1 0,1 1-1,0 0 1,0 0 0,-1-1-1,1 1 1,0 0 0,0 0 0,0 0-1,0-1 1,0 1 0,0 0 0,0 0-1,0 0 1,0-1 0,1 1-1,-1 0 1,0 0 0,0-1 0,1 1-1,-1 0 1,0 0 0,1-1-1,-1 1 1,1 0 0,-1-1 0,1 1-1,-1-1 1,1 1 0,-1-1 0,1 1-1,0-1 1,-1 1 0,1-1-1,0 1 1,-1-1 0,1 0 0,0 1-1,1-1 1,4 2-10,-1-1 0,1 0 0,0-1 1,0 1-1,7-1 0,-10 0 46,25 1 22,-16-1-85,1 1 0,-1-1 0,16-3 0,-24 3-65,0-1 0,-1 0-1,1 0 1,0 0 0,-1-1-1,0 1 1,1-1 0,-1 0-1,0 0 1,0 0 0,0 0-1,0-1 1,0 1 0,0-1-1,3-4 1,4-7-1015,-1-2 0,-1 1 0,-1-1-1,0 0 1,9-33 0,5-29-4820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10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 10325,'0'0'9991,"1"50"-8321,7 334 110,-12 6-654,-1-325-1066,-3-1 1,-2 1 0,-37 119-1,34-142-152,9-28-717,0 0-1,-1 0 1,-10 18 0,14-29-2382,0-69-6807,3-79 8527,0 137 1721,-1 1 1,1 0 0,0 0 0,0 0-1,0 1 1,1-1 0,0 1 0,1-1-1,0 1 1,0 0 0,0 0 0,0 0 0,1 1-1,0 0 1,0 0 0,7-6 0,9-4 696,0 1 1,1 0-1,27-11 1,-29 14-504,-14 8-276,1 0 1,-1 1 0,1 0-1,0 0 1,0 0 0,0 1-1,14-1 1,9 1-7908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11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 10661,'0'0'8564,"34"18"-8431,102 56-82,-106-54-45,-26-12-15,-4-1 36,1-5-60,-1 1 1,0-1 0,0 0-1,0 0 1,0 1 0,0-1 0,0 0-1,-1 1 1,1-1 0,-1 0-1,1 0 1,-1 0 0,0 0-1,0 1 1,0-1 0,0 0 0,0 0-1,-1-1 1,1 1 0,-1 0-1,1 0 1,-1-1 0,1 1 0,-1-1-1,0 1 1,0-1 0,-2 1-1,-63 36-1843,36-21 1181,0 0 1,2 3-1,-34 26 0,72-45 5142,36 0-3692,-2 2 105,82 14-1,-82-9-715,85 4 0,-99-12-47,80-2-2159,-93 0 979,0 0-1,0-1 1,-1 0-1,25-9 1,32-22-3592,4-9 2757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11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 5010,'0'0'15920,"49"0"-14888,149 1-237,-152 3-343,-45-5-441,-1 1 1,0 0-1,0 0 1,0 0-1,0 0 1,1 0-1,-1 0 1,0 0-1,0 0 1,0 0-1,0 1 1,1-1-1,-1 0 1,0 0-1,0 0 1,0 0-1,0 0 1,0 0-1,1 0 1,-1 0-1,0 0 1,0 0-1,0 1 1,0-1-1,0 0 1,0 0-1,1 0 1,-1 0-1,0 0 1,0 0 0,0 1-1,0-1 1,0 0-1,0 0 1,0 0-1,0 0 1,0 1-1,0-1 1,0 0-1,0 0 1,0 0-1,0 0 1,0 1-1,0-1 1,0 0-1,0 0 1,0 0-1,0 0 1,0 1-1,0-1 1,0 0-1,0 0 1,0 0-1,0 0 1,-1 1-1,0 3 488,1-1-414,0 0-1,-1 0 1,1 0-1,-1 0 0,1 0 1,-1 0-1,0-1 0,-1 1 1,1 0-1,0 0 0,-1-1 1,1 1-1,-1-1 1,0 1-1,0-1 0,-3 3 1,-5 4-12,0-1 1,-19 12-1,1-2 23,-173 109-766,64-53-2870,130-71 2523,-2 2 1117,33-21-8388,-7 6 8448,1 1 0,0 1-1,29-9 1,90-21 3358,-71 21-2248,-5 0-321,123-28 786,-133 42-2749,-59 3-7318,-32 0 1633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11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1 1 8564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11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8564,'282'280'2497,"-156"-280"-928,-9 0-1233,-15 0-1216,-24-5-2066,-54-38-2576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11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1 12134,'0'0'8740,"-15"262"-8132,15-174-304,0 12 0,-5-8-192,-19-9-64,9 0-48,1-17-560,-16-14-1809,-4-17-2289,0-4-3010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12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0 127 7347,'0'0'11987,"52"26"-11635,164 76-208,-208-98-138,0 0 0,0-1 0,0 0 0,1 0 0,0 0 0,-1-1 0,1-1 0,15 1 0,-20-1 0,-1-2 0,1 1 1,-1 0-1,1-1 0,-1 1 1,0-1-1,1 0 0,-1 0 0,0-1 1,0 1-1,0-1 0,0 1 1,0-1-1,0 0 0,0 0 1,0 0-1,-1-1 0,1 1 0,-1-1 1,0 1-1,0-1 0,0 0 1,0 0-1,0 0 0,0 0 0,-1 0 1,1 0-1,1-6 0,1-6-7,-1 1-1,0-1 1,-1 0-1,-1 0 1,-1-24-1,1 33-4,-1 4 4,0-1 0,0 0 0,0 0 0,0 0 0,0 0 0,0 1 0,-1-1 0,1 0 0,-1 0 0,0 0 0,0 1 0,0-1 0,0 0-1,0 1 1,0-1 0,-1 1 0,1 0 0,-1-1 0,0 1 0,0 0 0,0 0 0,-4-3 0,-2-1-10,0 2 0,-1-1 0,1 1 0,-1 1 0,0-1 0,0 1 0,0 1 0,0 0 0,-10-1 0,-14 0-30,-43 1 0,55 2-10,16 1 36,0-1 0,-1 0 1,1 1-1,0 0 0,-1 0 0,1 1 1,0 0-1,0 0 0,0 0 0,0 0 1,-8 6-1,11-6-69,-1 0 1,0 0-1,1 0 0,0 0 1,-1 1-1,1-1 1,0 1-1,0 0 0,1-1 1,-1 1-1,0 0 0,1 0 1,0 0-1,0 0 0,0 0 1,0 1-1,0-1 0,1 0 1,-1 0-1,1 6 0,0 30-3919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12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161 232 12262,'0'0'8449,"-5"1"-8342,4-1-97,-1 0 1,1 0-1,0 0 1,0 1-1,0-1 1,0 0-1,-1 1 1,1-1 0,0 0-1,0 1 1,0 0-1,0-1 1,0 1-1,0 0 1,0-1-1,1 1 1,-1 0 0,0 0-1,0 0 1,0 0-1,1 0 1,-1-1-1,0 1 1,1 1-1,-1 1 1,-1 2 159,1 0 1,1 1-1,-1-1 0,1 1 1,0 7-1,0-3 188,0-9-343,1 0 0,-1 0 0,0 0 1,0 0-1,1 0 0,-1 0 0,1 0 1,-1 0-1,1 0 0,-1-1 0,1 1 1,-1 0-1,1 0 0,0-1 0,-1 1 1,1 0-1,0-1 0,0 1 0,-1-1 0,1 1 1,0-1-1,0 1 0,0-1 0,0 1 1,0-1-1,0 0 0,0 0 0,0 1 1,0-1-1,0 0 0,0 0 0,1 0 1,36-2-269,-38 2 247,1 0-1,-1 0 1,0 0 0,0-1-1,1 1 1,-1 0-1,0 0 1,0 0-1,1 0 1,-1-1-1,0 1 1,0 0-1,1 0 1,-1 0-1,0-1 1,0 1-1,0 0 1,1 0 0,-1-1-1,0 1 1,0 0-1,0-1 1,0 1-1,0 0 1,0-1-1,1 1 1,-1 0-1,0 0 1,0-1-1,0 1 1,0 0-1,0-1 1,1-72-949,-2 42 88,1 24 571,-1 1 1,0 0 0,0-1-1,0 1 1,-1 0-1,0 0 1,0 0 0,-1 0-1,1 1 1,-1-1-1,-1 1 1,1-1 0,-1 1-1,0 0 1,-8-8-1,-3-2-1483,-1 2-1,-1 0 0,-26-16 0,-15-7-5236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12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4418,'0'0'12918,"325"57"-11653,-232-53-561,4 1-176,5-5-160,-14 0-160,-6 0-128,-19 0-80,1 0-352,-25 0-1761,-15 0-2145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13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6547,'0'0'13622,"0"389"-12805,0-306-65,0-13-48,0-4-159,0-27-321,0-8-224,0-18-224,0-9-1169,19-4-10020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13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19241,'0'0'10212,"39"13"-15222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19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 10821,'0'0'13411,"10"-8"-12511,1-3-572,-6 7-86,-1 0 0,1 0 0,0 0 0,0 1 0,0 0 0,8-5 2396,-12 8-2568,0 0-71,0 0 0,-1 0 1,1 0-1,-1 0 0,1 0 0,0 0 0,-1 0 0,1 0 1,-1 0-1,1 0 0,0 0 0,-1 1 0,1-1 0,-1 0 1,1 0-1,-1 1 0,1-1 0,-1 0 0,1 1 1,-1-1-1,1 0 0,-1 1 0,1 0 0,5 13 82,0 0-1,-1 1 0,-1-1 0,-1 1 1,0 0-1,2 27 0,3 17 263,9 51 26,4 157 0,-20 114 33,-3-180-280,2 2106 827,0-2305-1229,-9-2-4002,8 0 3950,0 1 1,-1-1-1,1 0 0,0 0 1,-1 0-1,1 0 1,-1 0-1,1 0 1,0 0-1,-1 0 1,1 0-1,0-1 1,-1 1-1,1-1 1,0 1-1,-1-1 1,1 1-1,0-1 1,0 0-1,0 1 1,0-1-1,-1 0 0,1 0 1,0 0-1,0 0 1,1 0-1,-1 0 1,0 0-1,0 0 1,0-1-1,1 1 1,-1-1-1,-5-20-7565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0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0 237 3794,'0'0'21263,"18"16"-20041,-13-12-1139,14 14 248,0 1-1,-1 1 0,-1 0 0,0 1 0,19 34 1,34 100 1594,-45-97-1009,57 102-1,-81-158-894,0-1 0,0 1 0,0 0-1,1 0 1,-1 0 0,0-1 0,1 1 0,-1-1-1,1 1 1,0-1 0,-1 0 0,1 0 0,0 1 0,0-1-1,0 0 1,3 1 0,-3-2-12,1 0 1,-1-1-1,1 1 0,-1 0 0,0-1 0,1 0 1,-1 1-1,0-1 0,0 0 0,1 0 1,-1 0-1,0 0 0,0-1 0,0 1 1,0-1-1,0 1 0,2-4 0,34-32 26,-3-2-1,-1-2 0,46-72 1,-46 64-26,3-4-5,210-271-96,-231 305-892,-2 0 1,21-34-1,-27 40-440,-2-6-3861,-5 8-4240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1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29 132 11381,'0'0'10776,"-1"12"-9893,-8 100 1186,8 154 0,3-127-1306,-12-5-262,10-132-431,-1-23-46,-8-424-198,9 424 180,1 2 3,0 0 1,1 1 0,1-1 0,1 1-1,12-33 1,-13 41-6,1 0 0,1 0 0,-1 0 0,2 1 0,-1 0 0,1 0 0,1 1 0,-1-1 0,1 1 0,1 1 0,9-8 0,-17 14-9,0 1-1,1-1 1,-1 1-1,1 0 0,-1-1 1,1 1-1,-1 0 1,1-1-1,-1 1 1,1 0-1,-1 0 0,1 0 1,0-1-1,-1 1 1,1 0-1,-1 0 1,1 0-1,-1 0 0,1 0 1,0 0-1,-1 0 1,1 0-1,-1 0 1,1 0-1,-1 1 0,1-1 1,0 0-1,-1 0 1,1 0-1,-1 1 1,1-1-1,-1 0 0,1 1 1,-1-1-1,0 0 1,1 1-1,-1-1 1,1 1-1,-1-1 0,0 0 1,1 1-1,-1 0 1,10 26 14,-8-18 3,7 29 116,-1 1 0,3 69 0,-7 85 107,-4-191-230,0 1 30,2-4-73,5-10-79,29-182 31,-24 152 105,19-46 0,-24 70-19,1 0 1,1 0-1,1 1 1,0 1-1,13-16 0,-21 28-4,0 1 0,0 0 0,1 0-1,-1 0 1,1 0 0,-1 0 0,1 1-1,0-1 1,-1 1 0,1-1-1,0 1 1,0 0 0,0 0 0,0 0-1,0 1 1,5-1 0,-5 1 1,-1 0 0,0 0 0,1 0 0,-1 1 0,0-1 1,1 1-1,-1 0 0,0-1 0,0 1 0,0 0 0,0 1 0,0-1 1,0 0-1,0 0 0,0 1 0,0-1 0,0 1 0,-1 0 0,1 0 1,-1-1-1,1 1 0,-1 0 0,2 3 0,7 13 51,-1 2-1,-1-1 1,0 1 0,7 32-1,13 89 219,-23-107-1529,-4 46 3784,-2-52-4499,0 1-4042,1-1-5600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1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0 176,'0'0'21754,"0"23"-20420,1 29-248,13 92 0,-5-90-425,-5-17-213,3-1 0,1 0 1,2 0-1,16 38 0,-25-70-423,1 0-1,0 0 1,0-1-1,0 1 1,0-1 0,1 0-1,3 4 1,-4-6-26,-1 1 1,1-1-1,-1 0 1,1 0-1,0-1 1,-1 1-1,1 0 1,0 0 0,0-1-1,0 1 1,0-1-1,-1 0 1,1 1-1,0-1 1,0 0-1,0 0 1,0 0-1,0-1 1,0 1 0,2-1-1,-3 1-4,0 0 0,-1 0 0,1-1 0,0 1 0,0 0 0,0-1-1,0 1 1,0-1 0,0 1 0,0-1 0,-1 0 0,1 1 0,0-1 0,0 0 0,-1 1 0,1-1 0,-1 0 0,1 0-1,-1 0 1,2-1 0,8-21-5,-1 0 0,-1-1 0,-1 0 0,0 0 0,2-32 1,0 12-49,38-220-569,-47 263 628,0 1 0,0 0 0,0-1 0,0 1 1,0 0-1,0 0 0,1 0 0,-1-1 0,0 1 0,0 0 0,0 0 0,0-1 1,1 1-1,-1 0 0,0 0 0,0 0 0,0 0 0,1-1 0,-1 1 0,0 0 1,0 0-1,1 0 0,-1 0 0,0 0 0,0 0 0,1 0 0,-1 0 0,0 0 1,0 0-1,1 0 0,-1 0 0,0 0 0,0 0 0,1 0 0,-1 0 0,0 0 1,0 0-1,1 0 0,-1 0 0,0 0 0,0 0 0,1 0 0,-1 0 0,0 1 1,0-1-1,1 0 0,-1 0 0,0 0 0,0 0 0,0 1 0,0-1 0,1 0 1,-1 0-1,0 1 0,0-1 0,0 0 0,0 0 0,1 1 0,12 16 72,18 44 228,-20-37-194,1-1-1,20 28 1,-24-38-311,10 6 542,0-14-3273,-10 4-2514,-4-1 4111,1-1 0,-1 1 1,-1 0-1,1 0 0,-1 1 0,-1-1 0,3 16 1,-3 5-5232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1 880,'0'0'20821,"-29"9"-19770,-10 5-731,-42 19 0,73-29-258,1 1-1,-1 0 1,1 0-1,0 1 1,1 0-1,-1 0 1,1 0-1,0 1 1,0 0-1,1 0 1,-8 14 0,-5 7 170,-3-1-4,-4 4 70,0 2 0,2 0 0,2 1 0,-18 41 0,29-42-747,9-25-3615,0 0-4061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2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 5859,'-326'9'9348,"350"52"-5906,20-9-1730,5 18-607,-6-8-625,1-5-384,-15-1-32,-5-21-64,-14-4-64,5-13-816,9 8-1201,-14-26-2529,-5 9-2770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2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58 337 6883,'0'0'13025,"43"-9"-12817,133-36-69,-171 43-126,0 0 0,0 0 0,0 0 0,-1 0 0,1-1 0,-1 1 0,1-1 0,-1 0 0,0 0 0,7-8 0,-9 8 0,0 0-1,-1 0 1,1 0-1,-1 0 1,0 0-1,0 0 1,0 0-1,0 0 1,0 0 0,0-4-1,1-8 21,2-11 15,-1 0-1,0-51 0,-3 74-45,-1 0 0,1 1 0,-1-1 0,1 0 0,-1 1 0,0-1 0,0 0 1,0 1-1,0 0 0,0-1 0,-1 1 0,1 0 0,-1-1 0,0 1 0,0 0 0,1 0 0,-1 0 1,0 0-1,-1 1 0,1-1 0,0 1 0,0-1 0,-1 1 0,1 0 0,-1 0 0,1 0 0,-1 0 0,0 0 1,1 0-1,-1 1 0,-3-1 0,-12-2 29,-1 1 1,0 0-1,-29 2 1,29 0 39,15 1-43,-1-1 0,0 1 1,1 0-1,0 0 0,-1 1 0,1-1 1,0 1-1,-1 0 0,1 0 0,0 0 1,0 1-1,1-1 0,-1 1 0,0 0 1,1 0-1,0 0 0,0 1 0,0-1 1,-4 6-1,-5 8 348,1 2-1,-18 36 1,25-46-211,-3 7 147,0-1 0,2 1 1,0 0-1,1 0 0,-4 28 1,3 81 725,5-112-1002,0-9-21,1 0 1,-1 0-1,1 0 1,0 0-1,0 0 0,0-1 1,0 1-1,1 0 1,-1-1-1,1 1 1,0-1-1,0 0 1,0 0-1,1 1 0,-1-1 1,1-1-1,-1 1 1,1 0-1,0-1 1,0 1-1,1-1 0,-1 0 1,5 3-1,0-1-26,0-1 1,0 0-1,0 0 0,0 0 0,1-1 0,-1 0 0,1-1 0,0 0 0,10 0 0,8 0-193,-21 0 21,1 0 0,0-1 0,0 0 0,0 0-1,0 0 1,0-1 0,-1 0 0,1-1 0,11-3 0,52-52-3670,-33 28-890,-6-1-1783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3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8516,'0'0'11837,"4"67"-10025,13 218-441,9 90 993,-25-198-1276,5-232-1291,1 8 1,25-292 119,-30 327 96,0 1 0,1-1 1,0 0-1,8-16 0,-10 25-12,0 1 0,1-1 0,-1 1 0,1-1 0,-1 1 0,1 0 0,0-1 0,0 1 0,0 0 0,1 0 0,-1 0 0,0 1 0,1-1-1,-1 0 1,1 1 0,-1 0 0,1 0 0,0 0 0,-1 0 0,1 0 0,0 0 0,6 0 0,-8 1-3,61-3-75,-57 2 63,0 2 1,0-1-1,0 1 0,0-1 1,0 1-1,0 1 0,-1-1 0,1 1 1,8 3-1,-5 2-178,-1 0-1,1 0 1,-1 1-1,-1 0 1,1 0 0,8 16-1,-4-7-1906,-2 0 0,13 31 1,-14-8-5090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4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491 18 9428,'0'0'15410,"21"-2"-15165,5-3-188,-11 1-7,-1 2 0,1 0 0,29 0 0,-43 2 1019,-1 3-700,0 1-350,0 0 0,0 0 0,-1 0 0,0 0 0,0 1 0,0-1 0,0-1 0,-1 1 0,1 0 0,-1 0 0,0 0 0,0-1 0,0 1 0,-1-1 0,1 0 0,-1 0 0,0 0 0,-5 5 0,-2-1-118,1-1-1,-1 0 0,0 0 1,0-1-1,-1 0 0,-11 3 0,-121 33-874,49-16 1020,94-24-52,-1-1 0,1 0 0,-1 1-1,1-1 1,-1 1 0,1-1 0,-1 0 0,1 1 0,0-1 0,-1 1-1,1-1 1,0 1 0,-1-1 0,1 1 0,0 0 0,0-1 0,0 1-1,-1-1 1,1 1 0,0 0 0,0-1 0,0 1 0,0-1-1,0 1 1,0 0 0,0-1 0,1 2 0,2 16 10,-1-14 15,0-1 1,0 0-1,1 1 0,-1-1 1,1 0-1,0 0 0,0 0 1,0 0-1,0-1 0,1 1 1,-1-1-1,1 0 0,4 2 1,59 26 195,-46-21-127,-1-2-44,0-2 1,1 0 0,0-1 0,0 0 0,0-2 0,0-1 0,40-2 0,-19 0 33,-41 1-121,-1 3-154,-1-1 199,1 0 1,0 0-1,-1 0 1,1 0-1,-1 0 1,0-1-1,0 1 1,0 0-1,0 0 1,0-1-1,0 1 1,0 0-1,0-1 1,-3 3-1,-26 23 70,10-9 3,-6 4-50,0 0 0,-1-2-1,-1-1 1,-1-1 0,-1-2 0,-48 20 0,35-20-66,0-1 0,-1-3 1,-1-2-1,-62 7 1,47-15 50,59-2-52,14 0-348,82 0 667,67-2 389,202 26 0,-48 29-1602,-115 2-4875,-107-19-2862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5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14519,'0'0'9497,"21"0"-3298,-11 0-6720,140 0-530,-85 0-6337,-64 0 7189,0 0-1,-1 0 1,1 0-1,-1 0 1,1 0-1,-1 0 1,1 0-1,-1 0 1,1 0-1,0 0 1,-1 0-1,1 1 1,-1-1-1,1 0 1,-1 0-1,1 0 1,-1 1-1,1-1 1,-1 0-1,0 1 1,1-1-1,-1 0 1,1 1-1,-1-1 1,0 1-1,1 0 1,2 24-7282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5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0 0 13382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5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0 13382,'-203'354'4125,"200"-349"-3987,0 0 0,0 0 0,1 0 0,0 1 0,0-1 0,0 1 1,1-1-1,0 1 0,-1 8 0,2-13-110,1-1 0,-1 1-1,0-1 1,1 1 0,-1-1 0,0 1 0,1 0-1,-1-1 1,1 0 0,-1 1 0,1-1 0,-1 1-1,1-1 1,-1 1 0,1-1 0,0 0 0,-1 0-1,1 1 1,-1-1 0,1 0 0,0 0 0,-1 0-1,1 1 1,0-1 0,-1 0 0,1 0 0,0 0-1,-1 0 1,1 0 0,0 0 0,-1-1 0,1 1-1,0 0 1,147 0 2472,-37 0-3997,-114 0 1399,1 1-1,0-1 1,0 1 0,0 0-1,0-1 1,0 1 0,0 0-1,0 1 1,0-1 0,0 0-1,0 0 1,0 1-1,0-1 1,1 1 0,-1-1-1,1 1 1,-3 3 0,-20 34 70,22-37 17,1-1 433,2 2-111,-2-3-309,1 0 1,0 0-1,0 0 0,0 0 1,0 1-1,0-1 1,0 0-1,0 0 1,0 0-1,0 1 0,0-1 1,0 0-1,0 0 1,0 0-1,0 1 1,0-1-1,0 0 0,0 0 1,0 0-1,0 1 1,0-1-1,0 0 1,1 0-1,-1 0 0,0 1 1,0-1-1,0 0 1,0 0-1,0 0 1,0 0-1,1 0 0,-1 1 1,0-1-1,0 0 1,0 0-1,0 0 1,1 0-1,-1 0 0,20 1-738,-14 0 138,0 0 1,0-1-1,0 1 0,0-1 1,-1-1-1,1 1 1,0-1-1,0 0 1,0-1-1,9-3 0,-11 2-281,-1 0-1,1-1 1,-1 1-1,0-1 1,5-8-1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6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9284,'0'0'10971,"4"61"-9171,14 205-594,-17-257-1165,19 383 1252,-20-265-791,0-13-1521,0-40-7388,-5-251 9074,6 175-576,0-1 0,0 0 0,0 0 0,0 1 0,0-1 0,0 0 0,0 1 0,1-1 0,0 1 0,-1 0 0,1-1 1,0 1-1,0 0 0,0 0 0,0 0 0,1 0 0,-1 1 0,0-1 0,1 0 0,-1 1 0,4-2 0,4-2 159,1 0 1,-1 1-1,1 0 1,11-3-1,8 2-93,0 1 0,1 1 0,50 2 0,-53 1-2092,-27 0 1775,-1 0 0,1 0-1,-1 0 1,1 0 0,-1 0 0,1 0 0,-1 0 0,1 0 0,0 0 0,-1 0 0,1 0 0,-1 0 0,1 1 0,-1-1 0,1 0 0,-1 0-1,1 0 1,-1 1 0,1-1 0,-1 0 0,1 1 0,-1-1 0,0 0 0,1 1 0,-1-1 0,1 1 0,1 25-6681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6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12534,'0'0'10741,"73"289"-10533,-54-267-80,1-18-48,-10 1-80,9-5-80,-9 0-769,14-5-447,0-43-433,20 9-1408,-20-18-2962,-14 0-2785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6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0 197 11749,'384'-196'4162,"-394"244"-2337,1 4-592,9-8-913,0-5-320,-5-4-80,-5 9-977,0 4-1360,-9-17-2417,-15-14-2930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6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9236,'0'0'5811,"326"-48"-9349,-278 48 225,-14 0-2546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7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1 848,'0'0'25028,"-21"20"-23982,-138 130 442,105-97-1067,-4-2 0,-66 45-1,99-83-648,14-11-3548,18-19 3706,-2 12 74,0 0-1,-1 1 0,1 0 0,1 0 1,-1 0-1,1 0 0,-1 1 0,1 0 1,0 0-1,0 0 0,1 1 0,-1 0 1,12-2-1,-5 2 14,0 0 0,0 1 0,0 0 0,0 1 1,0 1-1,17 2 0,-27-2 13,0 0 0,0 0 0,0 0 0,0 0 0,0 1-1,0-1 1,0 1 0,0 0 0,-1-1 0,1 1 0,-1 0 0,4 5 0,26 34 337,-12-15-56,0 2-72,-1-1 1,-1 2-1,27 61 1,-44-84-1150,1-1 1,-1 1-1,0 0 0,0-1 1,-1 1-1,0 0 0,0 0 1,-1 6-1,1 4-2575,0-6-4244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7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1 175 2561,'0'0'16424,"335"-92"-16296,-291 75-96,-10 4-32,-15 4-112,-9-8-545,9 17-1151,-9-9-1442,-10 4-1472,0-8-3266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7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1 272,'0'0'20820,"-5"50"-19656,-1 5-862,-2 21 132,2 0-1,7 86 1,3 436 1460,-5-589-2075,-1 1 0,1-1 1,-1 0-1,-1 0 0,-4 11 0,-8 32-2712,12-22 677,2-20 385,0 0-1,0 0 1,-1 0 0,-5 15-1,-15 22-7562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8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0 154 4610,'0'0'17808,"12"29"-17458,40 89 143,-49-113-419,0 0-1,0 0 1,1 0-1,0-1 1,-1 0-1,1 1 1,1-1-1,-1-1 1,1 1-1,-1 0 1,1-1-1,0 0 1,0 0-1,0-1 1,1 0-1,9 4 1,-2-4 87,-1 0 0,1 0 1,0-1-1,0-1 0,16-1 1,-2 0-91,-20 1-45,1 0-1,-1 0 0,0-1 1,0 0-1,1 0 0,-1-1 0,13-5 1,-15 5-13,-1-1 0,1 0 0,-1 0 0,0 0 0,0 0 1,0-1-1,0 0 0,-1 0 0,1 0 0,5-8 0,-2-1-27,1 1-1,-2-1 1,0 0-1,0 0 1,-1-1 0,-1 0-1,0 0 1,2-18-1,-1-9-511,-2-66 0,-3 97 446,-1 9 85,1 0 1,0 0-1,-1 0 0,1 0 0,0 0 0,-1 0 0,1 0 1,-1 0-1,1 0 0,-1 1 0,0-1 0,1 0 1,-1 0-1,0 1 0,0-1 0,1 0 0,-1 1 0,0-1 1,0 1-1,0-1 0,0 1 0,0-1 0,0 1 0,0 0 1,0-1-1,0 1 0,0 0 0,0 0 0,0 0 0,0 0 1,0 0-1,-1 0 0,-45 0 363,31 0-109,9 0-217,1 0 1,-1 0-1,0 0 0,0 1 1,0 0-1,1 0 1,-1 0-1,1 1 0,-1 0 1,1 1-1,-1-1 0,1 1 1,0 1-1,0-1 1,1 1-1,-8 5 0,0 2 18,0 1 1,0 0-1,2 1 0,-13 17 0,20-24-62,0 1 0,0-1 0,1 1 0,-1 0 0,2 0 0,-1 0 0,1 0 0,0 1 0,0-1 0,1 1 0,0-1 0,0 9 0,1 12-459,-1-18-294,1 0 1,0 0-1,0 0 1,1 0-1,0 0 1,1 0-1,0 0 1,1-1-1,3 11 1,24 27-7615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5:28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7716,'0'0'14630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17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44 196 1489,'0'0'10186,"0"4"-9762,0-4-131,0 1 0,0 0-1,-1-1 1,1 1 0,0 0 0,0-1 0,1 1 0,-1 0-1,0-1 1,0 1 0,0 0 0,0-1 0,1 1 0,-1-1-1,0 1 1,0 0 0,1-1 0,-1 1 0,1-1 0,-1 1-1,0-1 1,1 1 0,-1-1 0,2 1 0,9 2 3893,1-3-5522,-11 0 1025,30 0 476,-13 1-54,-1-1 0,1 0 1,-1-1-1,29-7 1,-42 7-94,0 0 1,0 0-1,0-1 1,0 0-1,0 0 1,0 0 0,0 0-1,-1 0 1,1-1-1,-1 1 1,0-1-1,0 0 1,0 0-1,0 0 1,0-1-1,-1 1 1,1-1-1,-1 1 1,0-1-1,0 0 1,-1 0-1,1 0 1,-1 0-1,2-5 1,2-12 82,-1-1-1,-1 1 1,0-31 0,-3 51-95,0 0 1,0 1-1,0-1 1,-1 0 0,1 1-1,0-1 1,0 0-1,-1 1 1,1-1-1,0 1 1,-1-1-1,1 1 1,-1-1 0,1 1-1,0-1 1,-1 1-1,1-1 1,-1 1-1,0-1 1,1 1 0,-1 0-1,1-1 1,-1 1-1,0 0 1,1-1-1,-1 1 1,0 0-1,1 0 1,-1 0 0,0 0-1,0 0 1,-24-2 378,21 2-271,-30-1 504,-34 0 360,64 1-930,-1 0-1,1 1 1,-1 0-1,1 0 1,-1 0 0,1 0-1,0 1 1,0 0-1,-1-1 1,1 2-1,-6 3 1,1 3-31,0-1 0,1 2 1,0-1-1,1 1 0,0 0 1,0 1-1,1 0 0,1 0 1,0 0-1,-6 19 1,5-10 1,0 2 1,2-1 0,0 0 0,2 1-1,-1 27 1,3-47-26,1 0 0,-1 1 0,1-1 0,-1 0 0,1 1 0,0-1 0,0 0-1,0 0 1,0 1 0,0-1 0,1 0 0,-1 0 0,1 0 0,-1-1 0,1 1 0,0 0-1,0 0 1,-1-1 0,1 0 0,0 1 0,0-1 0,1 0 0,-1 0 0,0 0 0,0 0 0,1 0-1,-1 0 1,0-1 0,4 1 0,8 3-93,0-2-1,1 0 1,22 1 0,-34-3 74,257-2-5479,-190-10 896,-2-8-2059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17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 1 15367,'0'0'10101,"-282"223"-9877,219-158 112,10-12-80,9-9-96,0-10-80,15-3-80,10-13-64,9-10-352,10 1-961,-5-53-15783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17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4146,'0'0'16792,"185"311"-16632,-151-281-32,-5-3-128,-10-23-48,-9 0-160,5-4-849,-11 0-1360,1 0-2257,5-8-4370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18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1 6707,'0'0'12633,"42"37"-11964,-42-37-669,173 160 939,-166-154-824,-1 1 0,0 0-1,-1 0 1,1 0 0,-1 1-1,6 13 1,-10-18-37,0-1 1,-1 1-1,1 0 0,0 0 1,-1 0-1,0 0 0,0 0 1,0 0-1,0 0 1,0-1-1,-1 4 0,-1 13 431,2-14-386,1 7 58,-1 0 0,0 0 0,-1-1 1,0 1-1,-1 0 0,0-1 0,-1 1 0,0-1 0,-1 0 0,-7 15 1,-12 12-190,-2-2 1,-1-1-1,-2-1 1,-1-1 0,-1-2-1,-2-1 1,-1-1-1,-49 31 1,79-58-221,0 0 1,1 0-1,-2 0 1,1-1-1,0 0 0,0 1 1,-6 0-1,-5-1-5880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18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464 7 1377,'0'0'22383,"-16"-2"-21710,13 2-653,-103-5 704,94 5-581,1 1 0,-1 0 0,0 1 1,1 0-1,-1 1 0,1 0 0,-1 1 0,-12 6 0,0 3 196,1 2 0,0 0-1,-24 23 1,35-28-296,1 1 1,0 1 0,0 0-1,1 0 1,1 1-1,-15 27 1,21-31-49,0 1 0,0-1-1,0 1 1,2 0 0,-1 0 0,1 0 0,0 0 0,1 0-1,2 14 1,-2 2-45,0-24 34,0 0-1,1 1 1,-1-1-1,1 0 1,0 0-1,-1 0 1,1 0-1,0 0 1,0-1-1,0 1 1,0 0-1,1 0 1,-1-1-1,0 1 1,1 0-1,-1-1 1,1 1-1,0-1 1,-1 0-1,1 0 1,0 1-1,0-1 0,0 0 1,-1-1-1,1 1 1,0 0-1,5 0 1,5 3-212,0-1 0,1-1-1,18 2 1,-26-4 128,175 3-5612,-100-4-2764,-35 1-683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18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1 1 10325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19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10325,'118'171'4738,"-106"-147"-3303,-12-13-287,-1-11-1056,0 1 0,0-1-1,1 0 1,-1 1 0,0-1-1,0 0 1,0 0 0,0 0 0,1 0-1,-1 0 1,0 0 0,0 0-1,0 0 1,0 0 0,1 0-1,-1 0 1,0-1 0,0 1-1,-1-1 1,-4 0 656,3 1-615,-1 0 0,1 0 0,0 0 0,-1 0 0,1 0 0,0 1 0,0-1 0,-1 1 0,1 0 0,0 0 0,0 0 0,0 0 0,0 1 0,0-1 0,0 1 0,1 0 0,-1 0 0,0 0 0,1 0 0,0 0 0,-1 1 0,1-1 0,0 1 0,0-1 0,0 1 0,-2 4 0,-7 9 129,1 0-1,1 0 1,0 1 0,1 1-1,1-1 1,1 1 0,1 0-1,0 1 1,1-1-1,1 1 1,0 0 0,1 29-1,2-47-276,0 1 0,0-1 0,0 1 0,0-1 0,0 1 0,0-1 0,1 1 0,-1-1 0,0 0 0,1 1 0,-1-1 0,1 0 0,0 1 0,-1-1 0,1 0 0,0 1 0,0-1 0,0 0 0,1 1 0,-1-1-10,0-1 0,-1 1 0,1-1 0,0 0 0,0 1 0,0-1 0,0 0 0,0 0 1,0 0-1,0 0 0,0 0 0,0 0 0,0 0 0,0 0 0,0 0 0,0 0 0,0 0 0,0 0 0,0-1 1,0 1-1,1-1 0,2-1-55,0 0 0,0 0 0,0-1 0,-1 1 0,1-1 0,-1 0 0,0 0 0,1 0 0,-1 0 0,-1-1 0,6-7 0,12-31-774,-1 0 1,-2-2 0,-3 0 0,-1-1-1,10-67 1,-21 101 667,-3 9 172,1 1 0,0-1 0,0 1 0,0-1 0,1 1 1,-1 0-1,0-1 0,1 1 0,-1-1 0,0 1 0,1 0 0,0-1 1,-1 1-1,1 0 0,0 0 0,-1 0 0,1-1 0,0 1 1,0 0-1,0 0 0,2-1 0,-1 1 1255,-2 8-657,1 25-218,2 1 0,2-1 1,0 0-1,3 0 0,0-1 0,19 44 1,-25-70-409,0-1 1,0 1-1,0-1 1,1 1-1,0-1 1,0 0 0,0 0-1,0-1 1,0 1-1,1-1 1,7 6-1,9 1-3080,4-7-3946,-6-3-399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19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0 4994,'0'0'16256,"-30"1"-15768,-92 5-227,120-6-244,-1 0 0,0 0 0,0 1 0,1-1 1,-1 1-1,1 0 0,-1-1 0,0 1 0,1 1 0,0-1 0,-1 0 0,-2 3 0,4-4-2,0 1 0,1 0 1,-1 0-1,1 0 0,-1 0 1,1 0-1,-1 0 0,1 0 1,0 0-1,-1 0 0,1 0 1,0 0-1,0 0 0,0 0 1,0 0-1,0 2 0,-1 7 138,-4 18 507,2 0 0,2 53-1,1-64-533,0-12-97,1 0 0,0 1 1,0-1-1,0 0 0,1 0 0,-1 0 0,1 0 0,1 0 0,-1 0 0,1 0 0,0-1 0,0 1 0,0-1 0,4 5 0,9 8 7,1-1-1,18 14 1,-7-6 16,-18-16-37,17 19 110,-27-26-115,1 0 0,0 0 1,-1 0-1,1 0 0,-1 0 0,1 0 0,-1 0 0,0 1 0,1-1 1,-1 0-1,0 0 0,0 1 0,0-1 0,0 0 0,0 0 0,0 0 0,0 1 1,0-1-1,0 0 0,-1 0 0,1 1 0,0-1 0,-1 0 0,1 0 1,-1 0-1,0 2 0,-2 1 5,-1-1 1,1 1-1,0-1 1,-1 0-1,0 0 0,1 0 1,-1-1-1,0 1 1,-1-1-1,-7 4 1,-55 17 45,35-13-1,14-5-77,0-1 0,0 0 1,-1-2-1,0 0 1,1-1-1,-24-1 0,25 0-152,15 0 13,-1-1 0,1 1 0,0 0 0,0 0 0,0-1 0,-1 0 0,1 1 0,0-1 0,0 0 1,0 0-1,0 0 0,0 0 0,0 0 0,1-1 0,-1 1 0,0 0 0,1-1 0,-1 1 0,1-1 0,-1 0 0,1 0 0,0 1 0,-1-1 0,1 0 0,0 0 0,0 0 0,1 0 0,-2-4 0,-1-6-1110,0 0-1,1 0 0,0 0 0,1-15 0,-1 9-183,1-43-4344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19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1 0 8292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19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0 8292,'-58'35'7235,"111"-35"-4466,10 0-2144,10 9 79,-15 4-736,-48-13-1585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20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55 125 13206,'0'0'8084,"37"14"-7972,118 46-3,-92-39-59,-35-20-17,-12-1-17,-16 0-12,1 0 0,-1 0 0,1-1 0,-1 1-1,0 0 1,1 0 0,-1 0 0,1 0 0,-1-1 0,0 1 0,1 0 0,-1 0 0,0-1 0,1 1 0,-1 0 0,0-1-1,1 1 1,-1 0 0,0-1 0,0 1 0,1-1 0,-1 1 0,0 0 0,0-1 0,0 1 0,0-1 0,1 1 0,-1-1-1,0 1 1,0 0 0,0-1 0,0 1 0,0-1 0,0 1 0,0-1 0,0 1 0,0-1 0,-1 1 0,1 0 0,0-1-1,0 1 1,-1-1 0,1-6 68,1-29 217,0 9-151,-5-53 1,4 77-124,-1 1 0,0-1 0,1 1 0,-1-1 0,-1 1 0,1 0 0,0-1 0,-1 1 0,1 0 0,-1 0 0,1 0 1,-1 0-1,0 0 0,0 0 0,0 0 0,0 1 0,0-1 0,-1 1 0,1-1 0,0 1 0,-1 0 0,1 0 0,-1 0 0,1 0 1,-1 0-1,-5 0 0,-7-1 332,0 0 0,0 1 1,-26 1-1,21 0 178,-5 0-206,12-1-60,-1 1-1,1 0 1,-1 1-1,1 1 1,-25 6-1,34-7-195,0 1 0,0 0 0,1-1-1,-1 1 1,1 1 0,-1-1-1,1 1 1,0-1 0,0 1 0,0 0-1,0 0 1,1 0 0,-1 0 0,1 1-1,0-1 1,0 1 0,0-1-1,0 1 1,1 0 0,-1 0 0,1 0-1,0 0 1,0 0 0,0 5 0,-3 29 227,1 0 1,4 47 0,-1-35-195,1-39-77,0 1 0,0-1-1,1 1 1,0-1 0,1 0 0,0 0 0,1 0-1,0 0 1,1 0 0,0-1 0,1 0 0,0 0-1,1-1 1,0 1 0,0-1 0,1-1 0,0 1-1,0-1 1,1-1 0,13 9 0,-13-9-26,2 0 0,-1-1 1,1-1-1,-1 0 0,2 0 0,-1-1 0,0 0 1,1-1-1,0 0 0,-1-1 0,1-1 1,15 1-1,8-1-300,-25 0 27,0 0-1,0 0 1,1-2-1,-1 1 1,0-1 0,0-1-1,0 0 1,0 0 0,0-1-1,13-5 1,-16 4-274,-1-1 0,1 0 1,-1 0-1,-1-1 0,1 1 0,5-8 0,29-43-7142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22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1 14983,'0'0'8081,"-15"9"-7972,-51 29 187,57-31-99,0 0-1,0 1 1,1-1-1,-1 2 1,2-1-1,-1 1 1,1 0-1,1 1 1,0 0-1,0 0 1,1 0-1,0 0 1,-7 22-1,6-9-148,1 0 0,0 0 0,2 1 0,0-1-1,2 1 1,2 33 0,-1-23-90,1-29-25,-1 0 0,1 1 0,0-1 0,1 0 0,-1 1 0,1-1 0,0 0 0,0 0 0,1 0 0,-1-1 0,1 1 0,0 0-1,0-1 1,1 0 0,-1 0 0,1 0 0,0 0 0,0 0 0,0-1 0,1 0 0,-1 0 0,1 0 0,0 0 0,8 3 0,2 0-737,0 0 0,1-1 1,-1-1-1,1 0 1,0-1-1,0-1 1,17 1-1,25-2-4254,-8-1-1841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23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15207,'0'0'7865,"45"30"-7702,143 95-65,-177-119-55,-1 0 0,-1 1 0,1 1 1,-1-1-1,-1 2 0,1-1 0,-1 1 0,7 11 0,-13-15 61,0-1 0,0 1 0,-1-1 0,0 1 0,0 0 0,0-1 1,0 1-1,-1 0 0,0 0 0,0-1 0,0 1 0,-1 6 0,0 21 399,1 0-253,1-9-103,-2 0 0,0 0-1,-6 33 1,5-47-132,-1-1-1,1 0 0,-1 0 1,-1-1-1,1 1 0,-1-1 1,-1 0-1,1 0 0,-1 0 1,0 0-1,-1-1 0,0 0 1,-9 8-1,-9 6-146,-38 24-1,52-38-453,0-1 0,1 0 0,-2 0 0,1-1 0,0 0 0,-1-1 0,0 0 0,-11 1 0,-24-3-4221,2-1-2834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7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8596,'0'0'18222,"0"6"-17542,-9 136 2713,8-54-4655,2-72-286,-1 0 0,0 0 0,-1 1 0,0-1 0,-2 0 0,-4 17 0,-7-9-5138,-4 2-3244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7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1024,'0'0'19353,"10"79"-18584,-10-66-225,0-4-304,0 4-48,0 0-144,0 9-96,0-4 16,0 8-880,0 9-993,0-13-1393,0-5-2496,-10 14-2594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9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1 816,'0'0'20260,"-29"3"-19665,-90 14-101,112-16-396,1 1 0,-1 0 0,1 0 0,-1 1 0,1-1 0,0 1 0,0 1 0,0-1 0,0 1 0,1 0 0,0 1 0,-1-1 0,2 1 0,-1 0 0,0 0 1,1 1-1,-6 9 0,6-9 58,-2 1-50,1 0 1,0 1-1,0 0 1,1 0-1,0 0 1,0 1-1,1 0 1,0-1-1,1 1 1,0 0-1,0 0 1,1 1 0,-1 11-1,1 18-74,1-15-49,2 36-1,-2-59-11,1 1-1,-1-1 1,1 1-1,0-1 1,-1 1 0,1-1-1,0 1 1,0-1-1,0 0 1,0 1-1,0-1 1,0 0-1,0 0 1,0 0-1,0 0 1,1 0-1,-1 0 1,0 0-1,1 0 1,-1 0-1,1-1 1,-1 1 0,1 0-1,-1-1 1,1 1-1,0-1 1,-1 0-1,3 1 1,8 0-307,-1 0 1,0-1-1,14-1 1,-7 1-270,9 1-642,-15 0 248,0-1 0,0 0 0,15-3 0,-22 2 107,0 0 0,-1 0 0,1-1 0,-1 1 0,1-1 0,-1 0 0,5-4 0,29-25-9438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39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1 1 7411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0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7411,'260'7'5819,"-228"-5"-4098,-31-1-1001,-5 0-72,-4 2-58,2 0-262,-1 1 0,0 0 0,1 0 0,0 1 0,0 0 0,0 0-1,1 0 1,0 1 0,0 0 0,0 0 0,0 0 0,1 0 0,-6 13 0,3-5-13,0 1 0,1 0 0,1 1 0,0-1-1,-3 23 1,3 8 1147,5-45-1379,2-1-526,2 0 358,0-1-1,0 1 1,0-1 0,0 0-1,0 0 1,0-1-1,0 1 1,0-1-1,0 0 1,-1 0 0,1 0-1,-1 0 1,1-1-1,5-5 1,3-4-248,0-1 0,13-19 0,-9 12-175,9-14-932,43-75-1,-67 108 2804,0 1-1317,0 1-1,0 0 0,0 0 1,0 0-1,0 0 0,0 0 1,0 0-1,0 0 0,0 0 1,-1 0-1,1 0 0,0 0 1,-1 1-1,1 0 1,72 177 2304,-67-164-2421,-2-7 167,-1 0 0,1 0 1,9 12-1,-12-18-217,1 0-1,-1-1 0,1 1 1,-1-1-1,1 1 0,0-1 1,0 0-1,-1 1 1,1-1-1,0 0 0,0 0 1,0 0-1,0-1 0,0 1 1,0 0-1,1-1 1,-1 1-1,0-1 0,4 0 1,11 0-2187,-1 0-3329,-2 0-1001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0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 9428,'0'0'10939,"-22"13"-10809,22-13-130,-88 58 27,86-57-25,0 0 1,1 1-1,-1-1 1,0 1-1,1 0 1,-1-1-1,1 1 0,-1 0 1,1 0-1,0 0 1,0 0-1,0 0 1,0 0-1,0 1 0,0-1 1,0 0-1,1 0 1,-1 1-1,1-1 1,0 0-1,0 0 0,0 1 1,0-1-1,0 0 1,0 1-1,1 2 1,0 8 19,-1 7-5,-1-14-2,0 0 1,1 0 0,0 1-1,0-1 1,1 0-1,-1 0 1,1 0 0,1 0-1,-1 0 1,1 0 0,0-1-1,0 1 1,1 0 0,0-1-1,4 7 1,6 1 15,0-1-1,1 0 1,0-2 0,19 12-1,-18-12 1,0 0 0,-1 0-1,0 1 1,22 24 0,-35-33 34,1 1 0,-1-1 0,1 0 1,-1 1-1,0 0 0,0-1 0,-1 1 0,1 0 1,0 0-1,-1-1 0,0 1 0,1 0 0,-1 0 1,0 0-1,-1 3 0,1 0 223,0-5-267,-1 0 1,0 0-1,1 0 0,-1 0 1,0 0-1,0 0 0,1-1 1,-1 1-1,0 0 0,0 0 1,0 0-1,0-1 0,0 1 1,0-1-1,0 1 0,0 0 0,0-1 1,-1 0-1,1 1 0,0-1 1,0 0-1,-2 1 0,0-1 31,-27 7 30,-1-2 0,0-2 0,0 0 0,0-2 0,-36-4 0,1 2-1079,63 1 728,1 0 1,-1 0-1,1 0 0,-1 0 0,1-1 0,0 1 0,-1-1 0,1 1 1,0-1-1,-1 0 0,1 0 0,0 0 0,0 0 0,0 0 0,-1-1 0,1 1 1,1-1-1,-4-2 0,2 0-375,1 1 1,0-1 0,0 0-1,0-1 1,0 1 0,0 0-1,-1-9 1,-9-38-4965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0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1 1 10101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0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10101,'82'44'4882,"-43"-44"-3169,0 17-1025,5 1 112,-10 4-784,-25-5-16,-9-4-1056,0 0-2018,0-8-2016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1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191 177 9172,'0'0'4789,"32"1"-4693,96 1 21,-126-2-104,0 0 0,1 0 0,-1 0 0,0 0 0,0 0 0,1-1 0,-1 1 0,0-1 0,0 0 0,0 0 0,0 1 0,0-1 0,0-1 0,0 1 0,3-3 0,-4 3 18,-1 0-1,1 0 1,-1 0-1,1 0 1,-1 0-1,0 0 1,1 0-1,-1 0 1,0 0-1,0 0 1,0 0-1,0 0 1,0-1-1,0 1 1,0 0-1,0 0 1,-1-1-1,1-6 262,0-9 143,0 8-212,1 0 0,-2 0-1,1-1 1,-1 1 0,-1 0 0,-3-12 0,4 18-197,0 0 1,-1 1 0,1-1 0,-1 1 0,1-1 0,-1 1 0,0-1 0,0 1 0,0 0 0,-1 0 0,1 0 0,0 0 0,-1 1 0,1-1 0,-1 1-1,1-1 1,-1 1 0,0 0 0,0 0 0,0 0 0,0 0 0,1 0 0,-1 1 0,-5-1 0,-26-2 1028,-60 3-1,39 2-28,51-2-931,1 0 1,-1 0 0,0 1-1,1 0 1,-1 0 0,1 0-1,0 0 1,-1 0-1,1 1 1,0-1 0,0 1-1,0 0 1,0 0 0,0 0-1,0 0 1,0 1 0,1-1-1,-1 1 1,-2 4 0,-3 5 229,0 0 0,1 0 0,-9 23 0,8-19-38,3-1-89,0 0 1,1 0-1,0 0 1,1 0-1,1 1 0,1-1 1,0 1-1,2 25 1,-1-21 48,0-17-240,0 1-1,1-1 1,-1 0 0,1 0 0,0-1 0,0 1-1,0 0 1,0 0 0,0 0 0,1 0 0,-1-1-1,1 1 1,0-1 0,0 1 0,0-1 0,0 0-1,0 0 1,0 0 0,1 0 0,-1 0-1,1 0 1,-1-1 0,1 1 0,0-1 0,0 1-1,-1-1 1,1 0 0,0 0 0,0-1 0,6 2-1,9 1-374,1 0 0,0-1-1,34-2 1,-39 0-181,58 0-3605,-27 0-2878,-23 0-1679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41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0 10549,'0'0'9436,"-26"28"-8363,-80 90 71,102-113-1047,-1 0 0,1 1 0,0-1 0,0 1 0,1 0 0,0 0 0,0 0 0,0 0 0,1 0 0,-1 1 0,2-1 0,-1 1 0,1 0 0,-1 7 0,0 1 81,0 14 244,1 54-1,2-37-290,-1-36-116,1 0 1,0 0 0,0 0 0,1 0-1,0 0 1,1 0 0,0 0 0,1-1-1,0 1 1,8 12 0,-9-17-227,0 1 0,1-1 0,0-1 0,0 1 0,0-1 0,1 1 1,0-1-1,-1 0 0,1-1 0,1 1 0,-1-1 0,0 0 0,1-1 0,0 1 0,-1-1 1,1 0-1,0 0 0,10 1 0,-6-2-1376,0 0 1,0-1-1,0 0 1,0 0-1,15-4 1,27-10-7677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5:49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 14102,'0'0'8423,"9"8"-5134,-8 72-1096,1-27-1586,-10 98 0,4-135-525,0 0-1,0-1 1,-2 0-1,-12 25 1,-3 10 1,20-48-173,-3-31-13290,-16 6 5174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5:49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129 657 288,'0'0'17872,"54"0"-17493,170-4-157,-213 3-184,0 0 0,1 0 1,-1-1-1,21-7 1,-29 8-12,0 0 0,-1-1 0,1 0 0,0 1 1,-1-1-1,1 0 0,-1 0 0,0-1 0,4-3 0,3-3 97,0-1-29,0-1 1,0 0 0,-1 0-1,0-1 1,-1 0 0,-1 0-1,0 0 1,0-1 0,-1 0 0,-1 0-1,0-1 1,2-17 0,0-15-45,-2 0 0,-3-62 0,-1 72 80,-1 31-121,1 1-1,-1-1 0,0 1 1,-1-1-1,1 1 1,-1-1-1,0 1 0,0 0 1,0 0-1,-1 0 1,0 0-1,1 0 0,-1 1 1,0-1-1,-1 1 1,1-1-1,-4-2 0,-11-8 66,-1 0-1,-23-13 1,37 24-41,-12-7 155,0 2 0,-1 0 1,1 1-1,-1 0 0,-1 1 0,1 2 0,-1 0 1,0 0-1,0 2 0,0 0 0,-22 2 0,23 0 106,-1-1-72,1 1 0,-1 1-1,1 1 1,-23 5-1,36-5-197,0-1-1,0 1 0,1 0 1,-1 0-1,1 0 1,-1 1-1,1-1 1,0 1-1,0 0 1,0 0-1,0 1 0,1-1 1,-1 1-1,1 0 1,0 0-1,0 0 1,0 0-1,1 0 0,-1 1 1,-2 6-1,-3 14 94,0 0 0,2 0-1,1 1 1,-4 52-1,8 110 484,3-95-368,-2-87-228,0-1 0,0 1 0,1-1 0,0 1 0,0-1 0,0 0 0,1 1 0,0-1 0,0 0 0,0 0 0,1 0 0,-1 0 0,1 0 0,1-1 0,6 9 0,-4-7 10,1 0 1,-1-1 0,1 0 0,1 0-1,-1-1 1,1 0 0,-1 0-1,1-1 1,12 4 0,10 0-346,0-1 1,0-1-1,1-2 1,53-1-1,-52-1-452,-13 0-717,1-1-1,-1-1 1,23-3 0,8-15-6646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5:50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5042,'0'0'17136,"4"36"-15789,3 8-924,16 170 1206,-13 341 781,-11-443-2325,1-111-112,299-1 235,-171 0-4549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5:51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53 176,'0'0'18307,"6"19"-17627,3 2-358,-5-10-97,1 0 1,-2 0-1,0 1 1,0-1-1,-1 1 1,0 0-1,-1-1 0,0 16 1,-2 57 1439,5 0-1,16 100 1,-12-130-1402,-6-34-171,2 0 0,0 0-1,1-1 1,0 1 0,12 23 0,-15-39-68,-1-2-15,0 0 1,0 0-1,0 0 1,0-1-1,0 1 1,1-1-1,-1 1 0,1-1 1,-1 1-1,4 1 1,-2-2-23,1 0 0,0-1 0,0 1 0,0-1-1,0 0 1,0 0 0,0 0 0,5-2 0,0 2 8,-5-1 10,1 0 0,-1 0 0,1 0-1,-1-1 1,0 1 0,1-1 0,-1 0 0,0 0-1,0-1 1,0 1 0,-1-1 0,1 1 0,-1-1-1,1-1 1,-1 1 0,0 0 0,0-1 0,-1 1-1,1-1 1,3-6 0,3-6 2,0 0 1,-1-1-1,10-29 1,-6 1 23,-1-1 0,-2 0 0,-3 0 0,2-62 0,0 7-278,3-73-958,-11 110-1391,0 62 1575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5:51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3474,'0'0'21172,"6"2"-21039,19 3 107,0-1-1,0-1 0,0-1 1,0-1-1,35-4 0,3 2-58,-46 1-269,-1-2-1,1 1 1,-1-2-1,26-7 1,-33 7-482,-1 0 0,0 0 0,0 0 0,-1-1 0,1-1 1,8-5-1,-15 9 273,0 0 0,1 0 1,-1 0-1,0 0 0,0-1 1,0 1-1,0 0 0,0 0 0,0-1 1,-1 1-1,1 0 0,0-1 1,0 1-1,-1-1 0,1-1 1,0-15-5625,-1 14 3994,0-6-4113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5:51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5:52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24 160,'154'-23'4301,"-151"23"-3917,-1 0 1,0-1-1,0 1 0,0 0 1,0 0-1,0 0 1,1 1-1,-1-1 0,0 0 1,0 1-1,0 0 1,0-1-1,3 3 0,-4-3-181,-1 1-1,0-1 0,1 1 0,-1-1 1,1 1-1,-1 0 0,0-1 0,0 1 1,1-1-1,-1 1 0,0 0 0,0-1 1,0 1-1,0 0 0,0-1 0,0 1 1,0 0-1,0 0 0,0-1 0,0 2 1,1 8 1135,5 13-407,0 0-1,-2 1 0,0 0 0,0 28 0,-5 103 2445,0-66-2789,15 61-47,-14-50 235,0-99-232,1-1-701,0 0 0,-1 0 1,1-1-1,0 1 1,-1-1-1,1 1 0,-1 0 1,1-1-1,0 1 1,-1-1-1,1 1 0,-1-1 1,1 1-1,-1-1 1,0 0-1,1 1 1,-1-1-1,0 0 0,1 1 1,-1-1-1,0 0 1,1 1-1,-1-1 0,0 0 1,0 1-1,0-1 1,0 0-1,0 0 1,0 1-1,0-1 0,0 0 1,0 0-1,0 1 1,0-1-1,-1 0 0,1 1 1,0-1-1,-1-1 1,1-4-1698,0-25-7162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5:52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1 704,'0'0'15778,"6"6"-12606,16 22-1064,-20-26-1947,-1 1 0,0 0 0,0-1 0,0 1 0,0 0 0,-1 0-1,1-1 1,-1 1 0,0 0 0,0 0 0,0 0 0,0 0 0,0-1 0,0 1 0,-1 0 0,1 0 0,-2 3 0,1-4-115,0 2 5,-1 1 1,0 0 0,0-1 0,-1 0 0,1 1 0,-1-1-1,0 0 1,0-1 0,-1 1 0,1 0 0,-1-1-1,-7 6 1,-1 0 5,0-1 0,0-1 0,-19 9 0,31-16-213,-1 0 0,1 0 0,-1 0 0,0 0 0,1 0 0,-1 0 0,1 0 0,-1 0-1,1 0 1,-1-1 0,1 1 0,-1 0 0,1 0 0,-1 0 0,1-1 0,-1 1 0,1 0-1,-1-1 1,1 1 0,0 0 0,-1-1 0,1 1 0,0-1 0,-1 1 0,1-1 0,0 1-1,-1-1 1,1 1 0,0-1 0,-1 0 0,-7-16-3384,1-31-6052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5:56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0 3794,'0'0'17160,"22"0"-16843,102 0 1182,-124 3-1301,0 11-100,0 0-1,-1-1 1,-1 1 0,-3 17 0,2-25-83,1 1 0,-1-1 0,0 0 0,0 1 0,0-1 0,-1-1 0,0 1 0,0 0-1,-1-1 1,-8 8 0,-3 3-71,-1 0 0,-1-1 0,-1-1 0,0-1 0,0-1 0,-1-1 0,-1 0 0,-41 15 0,61-26-16,-1 1-1,1-1 1,0 1 0,-1-1-1,1 0 1,0 0-1,-1 1 1,1-1-1,0 0 1,-1 0 0,1 0-1,0 0 1,-1-1-1,1 1 1,0 0-1,-1 0 1,1-1 0,0 1-1,-1-1 1,-1-1-1,2 2 24,1-1 0,0 0 0,-1 0 0,1 0 0,0 1 0,0-1-1,-1 0 1,1 0 0,0 0 0,0 0 0,0 0 0,0 1 0,0-1 0,0 0-1,0 0 1,0 0 0,1 0 0,-1 0 0,0 1 0,0-1 0,1 0 0,-1 0-1,1-1 1,1-3 14,1 0 0,0 0-1,0 0 1,0 0 0,1 1-1,0-1 1,8-7 0,0 3 84,0 1 1,1 0 0,0 1 0,0 1 0,0 0-1,1 1 1,0 0 0,0 1 0,0 0 0,1 1-1,-1 1 1,1 1 0,0 0 0,18 1 0,67-9 835,-99 9-914,-40 0-14682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5:56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458 626 11013,'0'0'6069,"43"-23"-5810,133-77 45,-171 97-270,0 0-1,0 0 1,-1-1-1,0 1 1,1-1-1,-1 0 1,-1-1-1,1 1 0,3-6 1,-6 8 2,0 0 0,-1 0 1,1 0-1,0 0 0,-1 0 1,0 0-1,0 1 0,1-1 0,-1 0 1,0 0-1,0 0 0,-1 0 0,0-4 1,0-7 252,1-6 76,-1 0 0,-4-30 0,3 41-348,0 0-1,-1-1 0,0 1 1,0 0-1,-1 0 1,0 1-1,0-1 0,-6-8 1,-11-11-78,-1 1-1,0 0 1,-2 2 0,-40-32 0,51 45 51,-1 1-1,-1 1 1,1 0 0,-2 1 0,1 0-1,-1 1 1,0 1 0,0 1 0,-1 0-1,-29-4 1,-51 7 289,66 2-62,25 0-150,0 0-1,0 0 0,1 1 1,-1 0-1,0 0 0,1 0 1,-1 1-1,0 0 0,1 0 1,0 1-1,0-1 0,-1 1 1,-7 6-1,5-2 7,1 0 1,0 1-1,0 0 0,0 0 1,1 0-1,1 1 0,-6 11 1,1-2 54,2 1 1,0 0-1,1 1 1,1-1-1,1 1 1,-5 40-1,4 125 578,6-149-625,0-29-65,1 0 1,0-1-1,0 1 1,1 0-1,0-1 1,0 1-1,0-1 1,1 1-1,0-1 1,1 0-1,-1 0 1,1-1-1,0 1 1,0-1-1,1 1 1,0-1-1,-1-1 1,2 1-1,-1-1 1,1 0-1,-1 0 1,1 0-1,7 2 1,1 2-49,1-2 1,-1 0 0,1-1-1,1 0 1,-1-1 0,1-1-1,-1 0 1,1-1 0,19 0-1,-2-1-523,27 1-956,-56-2 1254,1-1 0,-1 1 0,0-1 0,0 0 0,0 0 0,0 0 0,0 0 0,0-1 0,0 1 0,5-4 0,-6 2-193,0 0 0,0 0 0,-1 0 0,1 0 0,0-1 0,-1 1 0,0-1 0,0 0 0,2-4 0,16-39-7151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5:57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565 53 5763,'0'0'14974,"-28"6"-14122,-8 2-495,-44 15 1,74-21-239,-1 2 0,1-1 1,0 1-1,0 0 1,0 0-1,1 1 1,-1 0-1,1 0 0,0 0 1,1 0-1,-1 1 1,1 0-1,0 0 1,1 0-1,-1 0 1,-3 10-1,-2 1 337,9-17-449,-1 2 87,-1 0-1,1 1 0,0-1 1,0 0-1,0 1 1,0-1-1,0 0 1,1 1-1,-1-1 1,1 1-1,-1 4 1,13-13-492,4-16 173,-1-1 1,23-45-1,15-23-619,-53 89 828,1 1 0,0 0-1,0-1 1,0 1 0,0 0 0,0-1 0,0 1-1,0 0 1,0 0 0,1 0 0,-1 0-1,0 0 1,1 0 0,-1 1 0,1-1 0,-1 0-1,1 1 1,-1-1 0,1 1 0,-1-1 0,1 1-1,0 0 1,-1 0 0,1 0 0,1 0-1,-2 4 31,-2 495 2195,0-471-2113,-1 1 1,-1-1-1,-1 0 0,-2 0 1,-14 42-1,14-54-58,-1 0-1,-1 0 1,0-1 0,-1 0-1,0-1 1,-1 0 0,-1 0-1,0-1 1,-1-1 0,-20 18-1,23-24-86,0-1 0,0 0-1,-1-1 1,1 1 0,-1-2 0,0 0-1,0 0 1,0 0 0,-1-2-1,1 1 1,0-1 0,-1-1 0,1 0-1,-1 0 1,1-1 0,-21-4 0,25 3-19,0 0 0,0 0 0,0-1 1,0 0-1,1 0 0,-1 0 1,1-1-1,0 0 0,0 0 1,0 0-1,0-1 0,1 0 1,0 0-1,0 0 0,0 0 1,0 0-1,1-1 0,0 0 0,0 1 1,-3-12-1,0 1-18,0 0-1,1-1 0,1 0 1,1 0-1,0 0 1,0-30-1,3 30 61,-1 7 18,1 0 1,1-1-1,0 1 0,3-18 0,-3 25 10,0 0-1,1 0 1,-1 0 0,1 0-1,-1 0 1,1 0-1,0 0 1,0 1-1,0-1 1,0 1 0,1-1-1,-1 1 1,1 0-1,-1 0 1,1 0 0,0 0-1,0 1 1,5-3-1,19-7 67,49-12-1,-36 12-39,9 0-65,79-7 0,-75 11-815,-48 7 167,25-6-592,-16 0-1706,-6-4-4149,-7 2-1795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5:58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1 912,'0'0'18716,"0"60"-18193,4 188-299,-3-42 77,-1-144 673,0-61-582,0-10-829,-2-22 577,1 18-119,0 0 0,1 0 0,1 0 0,0 0 0,5-24 0,-2 26-6,1 1 0,1 0-1,0 0 1,0 0-1,1 1 1,1 0 0,15-16-1,-3 7 31,1 1 0,30-19-1,-43 31-55,0 1 0,0 1 0,1 0 0,-1 0 0,1 1 0,0 0-1,0 0 1,0 1 0,0 0 0,0 0 0,0 1 0,11 2 0,-3-2-261,-17 0 162,1 0 0,-1 0 0,1-1 0,0 2 0,-1-1 1,1 0-1,-1 0 0,1 0 0,-1 0 0,1 0 0,-1 0 0,1 0 0,-1 1 0,1-1 1,-1 0-1,1 0 0,-1 1 0,1-1 0,-1 0 0,1 1 0,-1-1 0,1 1 0,-1-1 0,0 0 1,1 1-1,-1-1 0,0 1 0,1-1 0,-1 1 0,0-1 0,0 1 0,0-1 0,1 1 1,-1-1-1,0 1 0,0 0 0,0-1 0,0 1 0,0-1 0,0 1 0,0-1 0,0 1 1,0-1-1,0 1 0,0 0 0,-1-1 0,1 1 0,0-1 0,0 1 0,0 4-558,0 20-4870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5:58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84 12134,'-1'44'7396,"-7"61"-6255,7-22 1657,8-87-3198,-1-3 336,-1 1-1,0-1 0,-1 0 1,0-1-1,0 1 1,0-1-1,-1 0 1,0 0-1,3-15 0,2-7-694,4-44 1,-10-11 60,-2 53 563,0 31 850,5 33 262,-1-18-881,0-1 0,1 0 0,0 0 0,0-1 0,2 0 0,-1 0 0,2 0 0,0-1 0,0 0 0,1 0 0,0-1 0,1 0 0,0 0 0,0-2 0,1 1 0,0-1 0,17 9 0,-4-13-288,-23-4 69,0 0 1,0 0-1,0 0 0,0 0 0,-1 0 0,1 0 0,0 0 0,0 0 0,0-1 0,-1 1 0,1 0 0,0 0 0,0-1 0,-1 1 0,1 0 1,0-1-1,0 1 0,-1-1 0,1 1 0,0-1 0,-1 1 0,1-1 0,-1 1 0,1-1 0,0-1 0,1-13-2010,-1-1 0,-2-23 0,1 12-1264,0-31-6336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5:58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10741,'0'0'7763,"156"105"-7715,-146-87 17,4-1-65,1 9-209,4-8-863,-9-5-1345,-10-9-1537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5:59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846 1 9604,'0'0'10643,"-10"38"-9608,-41 128-27,45-150-841,-1-1 1,0 0-1,-1 0 0,-1-1 1,0 0-1,-1-1 0,-1 0 0,-16 16 1,-8 10 250,-307 395 1628,190-217-1443,21-28-504,127-182-203,3-5 12,0-1-1,1 1 1,-1-1-1,0 0 1,0 0-1,0 1 1,0-1-1,0 0 1,0 0-1,0 0 0,-1 0 1,1 0-1,0 0 1,0-1-1,-1 1 1,1 0-1,-1-1 1,1 1-1,0-1 1,-3 1-1,4-25-11689,0-26 6031,0 2-1567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5:59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0 352,'0'0'9362,"11"0"-6764,26 0-636,-30 0 1372,-12 1-3184,1 0 1,-1 1-1,0-1 0,0 1 1,0 0-1,1 0 0,-1 0 0,1 1 1,0 0-1,0 0 0,0 0 1,0 0-1,0 0 0,0 1 0,1 0 1,0 0-1,0 0 0,0 0 1,-4 7-1,-2 4 224,0 0-1,1 1 1,1 0 0,-8 26-1,11-31-198,2-4-65,-1 0 0,1 0-1,1 0 1,-1 0 0,1 0 0,0 0-1,1 1 1,0-1 0,0 0 0,1 8-1,7-15-170,20 0-451,27 0-1310,-19 0-7999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6:00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1 0 5010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6:00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5010,'182'121'7582,"-146"-97"-1240,-36-11-4448,0 97 774,0-108-2655,1 0 0,-1 0 0,0 0 1,1 0-1,-1 0 0,1 0 0,0 0 0,0-1 0,0 1 0,0 0 0,0 0 0,0-1 0,0 1 1,0 0-1,1-1 0,-1 1 0,0-1 0,1 0 0,0 1 0,-1-1 0,1 0 0,0 0 1,-1 0-1,1 0 0,0 0 0,0-1 0,0 1 0,0 0 0,0-1 0,4 1 0,3 1-46,1-1 0,0 0 0,0-1 0,-1 0 0,17-2 0,-23 2 28,-1-2 1,0 1-1,1 0 0,-1 0 1,1-1-1,-1 1 0,0-1 1,0 0-1,0 0 0,0 0 0,0 0 1,-1 0-1,1 0 0,0 0 1,-1-1-1,0 1 0,1 0 0,-1-1 1,0 1-1,0-1 0,1-4 1,2-6 10,0-1 0,4-23 0,-6-12-118,-3 26 109,1 23 5,0 0-1,0 0 0,0-1 1,1 1-1,-1 0 1,0 0-1,0 0 1,0 0-1,0-1 1,0 1-1,0 0 0,-1 0 1,1 0-1,0-1 1,0 1-1,0 0 1,0 0-1,0 0 1,0 0-1,0-1 0,0 1 1,0 0-1,0 0 1,0 0-1,-1 0 1,1 0-1,0-1 1,0 1-1,0 0 0,0 0 1,0 0-1,-1 0 1,1 0-1,0 0 1,0 0-1,0 0 0,0 0 1,-1-1-1,1 1 1,0 0-1,0 0 1,0 0-1,-1 0 1,1 0-1,0 0 0,0 0 1,0 0-1,-1 0 1,1 0-1,0 1 1,0-1-1,0 0 1,-1 0-1,-1 0 6,-33-1-83,12 0-93,-40 4 1,62-3 143,-1 0 0,1 1 0,0-1 0,0 1 1,0-1-1,0 1 0,0-1 0,0 1 0,0-1 0,0 1 0,0 0 0,0 0 0,0-1 1,1 1-1,-1 0 0,0 0 0,-1 2 0,1-2-93,0 2-821,-10-3-8014,-3 0 4439,0 0-1625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6:00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 2817,'0'0'11301,"3"0"-9852,0 0-378,-7 0-248,-19 1 299,16 0-936,1-1 0,0 1 0,0 1 0,0-1 0,0 1 0,0 0 0,0 0 0,-7 5 0,-2 3 202,3-2-111,0 0 0,1 0 0,0 1 0,0 1-1,-12 14 1,21-19-266,1 0 0,0-1-1,0 1 1,0 0 0,0 0 0,1 0-1,0 0 1,0 6 0,1-8-46,-1-2 32,0 0 0,1 0 0,-1 1 0,1-1 0,-1 0 0,1 0 1,0 0-1,0 0 0,-1 0 0,1 0 0,0 0 0,0 0 0,0 0 1,0 0-1,0 0 0,0 0 0,0-1 0,1 1 0,-1 0 0,0-1 1,0 1-1,0-1 0,1 1 0,-1-1 0,0 0 0,1 0 0,-1 1 1,0-1-1,3 0 0,45 3-6,-46-3 5,30 2-112,-23-1-341,1 0-1,-1-1 1,0 0 0,0-1 0,1 1 0,19-6 0,-29 5 318,1 1 1,-1-1-1,0 0 1,0 0-1,1 0 1,-1 0-1,0 0 1,0 0-1,0 0 0,0-1 1,0 1-1,0 0 1,0-1-1,-1 1 1,1 0-1,0-1 1,-1 1-1,1-1 1,-1 1-1,1-1 1,-1 1-1,0-3 1,1-41-3909,-2 26 1158,1-24-4325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6:01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1 272,'0'0'14015,"8"52"-12615,23 176-551,-30-220-816,17 111 993,1 147 1,-17 101 2339,-3-205-6321,-28-161-13501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6:01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1505,'0'0'20388,"34"18"-20226,109 52-20,-135-65-129,0-2 0,1 1 0,-1-1-1,0-1 1,1 0 0,0 0 0,-1 0 0,1-1 0,0 0 0,0-1 0,0 0 0,11-2 0,9 1 22,-28 1-32,1 0 1,-1 0 0,1 0 0,-1 0 0,1 0 0,-1 0 0,1 0 0,-1 0 0,1-1 0,-1 1-1,0-1 1,1 1 0,-1-1 0,1 1 0,-1-1 0,0 0 0,0 0 0,1 0 0,-1 1 0,0-1-1,2-2 1,-3 1-6,1-1-1,0 0 0,0 1 1,-1-1-1,1 1 0,-1-1 1,0 0-1,0 1 0,0-1 1,0-3-1,-1-4 13,2 7 7,-1 0 1,0-1-1,-1 1 0,1 0 0,-1 0 0,1-1 0,-1 1 1,0 0-1,0 0 0,0 0 0,-1 0 0,1 0 0,-1 0 1,1 0-1,-1 1 0,-4-5 0,3 5-9,0-1 0,0 1 0,-1 0 0,1 0 0,-1 0 0,1 0 0,-1 1 0,0 0-1,0-1 1,0 1 0,0 1 0,0-1 0,0 0 0,-4 1 0,-128-1 2188,135 2-2177,0-1 1,-1 0-1,1 1 0,0-1 1,0 1-1,0-1 1,0 1-1,0 0 0,0-1 1,1 1-1,-1 0 1,0 0-1,0-1 0,0 1 1,1 0-1,-1 0 1,0 0-1,1 0 0,-1 0 1,1 0-1,-1 0 1,1 0-1,-1 0 0,1 0 1,0 1-1,0-1 1,-1 0-1,1 0 0,0 2 1,-3 40 161,3-42-171,0 130 449,1-129-453,-1 0 0,1 0 0,0 1 0,-1-1 0,1 0 0,0 0-1,1 0 1,-1 0 0,0 0 0,0 0 0,1-1 0,-1 1 0,1 0 0,0-1-1,-1 1 1,1-1 0,0 1 0,0-1 0,0 0 0,0 0 0,0 0 0,0 0-1,0 0 1,0 0 0,1 0 0,-1-1 0,0 1 0,3-1 0,8 3 2,-1-1 0,1 0 0,22 0 0,10-1-45,-19 0 4,1-2-1,41-4 1,-60 3-274,1 0 1,-1 0-1,0-1 0,0 0 0,0 0 1,-1-1-1,1 0 0,-1 0 1,0-1-1,0 1 0,13-13 0,4-11-4650,-12 8-3012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36:01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10949,'0'0'4738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31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5779,'0'0'720,"321"9"-672,-170-9 320,19 17-288,-5 18-80,-4 14 0,-15 3-240,-25 5-672,-38 4-1762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33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28 7283,'0'0'7422,"1"-4"-5949,0 2-1225,0 0 1,1 1-1,-1-1 1,0 1-1,1-1 0,-1 1 1,1-1-1,0 1 1,-1 0-1,1 0 0,0 0 1,0 0-1,0 0 1,0 0-1,0 0 0,0 1 1,0-1-1,0 1 1,0-1-1,0 1 0,0 0 1,0 0-1,0 0 1,3 0-1,72 0-830,-51 0 1232,-25 1-640,0-1 0,0 0 0,0 1 1,0-1-1,0 1 0,0 0 1,0-1-1,0 1 0,0 0 0,0-1 1,-1 1-1,1 0 0,0 0 1,0 0-1,-1 0 0,1 0 0,-1 0 1,1 0-1,-1 0 0,1 0 0,-1 0 1,1 0-1,-1 0 0,0 2 1,6 29 185,-6-29-192,1 0 8,-1 0-1,0-1 0,0 1 1,0 0-1,0-1 0,0 1 1,-1 0-1,1-1 0,-1 1 1,0-1-1,1 1 0,-1-1 1,0 1-1,-1-1 0,1 1 1,0-1-1,-1 0 0,1 0 1,-1 0-1,0 0 0,0 0 1,1 0-1,-1 0 0,-1 0 1,-1 1-1,-100 73 26,98-72-117,0 0 1,-1-1-1,1 1 0,-1-1 0,0 0 0,0-1 0,0 0 1,0 0-1,0 0 0,0-1 0,-1 0 0,-12 0 1,23-26-156,2 21 239,0 1 0,0-1 0,1 1 1,-1 0-1,1 1 0,-1-1 0,1 1 1,0 0-1,0 1 0,0 0 0,8-2 0,51 1 25,-39 3-36,-21-1 5,-1 1 1,1 0-1,-1 0 1,0 0-1,1 0 1,-1 1-1,0 0 1,0-1-1,0 2 1,0-1-1,-1 0 1,1 1-1,0 0 1,-1-1-1,0 1 1,0 1-1,0-1 1,0 0-1,0 1 1,4 6-1,3 7 30,-1 0-1,-1 0 0,9 23 0,-13-28-5,-1-1 0,0 1 1,-1 1-1,0-1 0,-1 0 0,-1 0 0,0 15 0,0-25-23,0 2 10,-1 0 0,0-1-1,0 1 1,0 0 0,0 0 0,-1-1-1,1 1 1,-1-1 0,0 1-1,0-1 1,0 0 0,-1 0 0,1 0-1,-1 0 1,1 0 0,-1 0 0,0-1-1,0 1 1,0-1 0,-1 0 0,1 0-1,-1 0 1,1 0 0,-5 1-1,-9 4 45,-1 0-1,1-2 0,-30 6 0,3-4-184,0-2-1,-83-3 0,90-2-840,37 0 853,-1-1 0,1 1 0,-1 0 1,1-1-1,-1 1 0,1-1 0,-1 1 1,1-1-1,-1 1 0,1-1 0,0 1 0,-1-1 1,1 1-1,0-1 0,-1 1 0,1-1 1,0 0-1,0 1 0,0-1 0,-1 0 0,1 1 1,0-1-1,0 0 0,0 1 0,0-1 1,0 0-1,1 0 0,-1-28-2924,0 21 1217,0-20-3408,0 9-1747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34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260 899 7299,'0'0'3965,"50"9"-3736,157 26-26,-192-32-51,0 0 0,1-1 0,28 0 1,-27-3 230,-12 1-293,-1-1-1,0 0 1,0 1-1,0-1 0,0-1 1,0 1-1,0-1 0,0 1 1,0-1-1,-1 0 0,1-1 1,-1 1-1,1 0 0,-1-1 1,0 0-1,4-4 0,5-6 61,-1-1 0,15-23-1,-22 31-118,10-17 11,-1-1 1,-1 0 0,0-1-1,-3 0 1,0-1 0,-1 0-1,-1 0 1,3-36 0,-1-24 0,-4-112 0,-5 188-36,0-10-5,-2 0 0,0 0 0,0 0 0,-2 0 0,-9-27 0,9 35 55,-1 0 1,0 0-1,-1 0 1,0 1-1,-1 0 1,0 0 0,-1 1-1,0 0 1,-17-16-1,22 24-27,-1-1 0,1 1-1,-1 0 1,1 1 0,-1-1-1,0 0 1,0 1 0,1 0-1,-1 0 1,0 0 0,0 1 0,-6-1-1,-57 1 673,33 2-146,15-3-307,11 1-177,1-1-1,-1 1 1,1 0-1,-1 1 1,1 0-1,0 0 1,-1 0-1,1 1 1,0 0-1,0 1 1,0-1-1,-8 6 1,-37 27 63,26-16 47,-1-1-1,-35 17 1,25-10 108,9-5-134,-39 28 76,56-39-153,0 0-1,1 1 1,0 0 0,0 1 0,1 0 0,-8 12-1,-16 19 126,27-32-165,0 0 0,1 0 0,0 0 0,0 1 0,1 0 0,1-1 0,-3 14 0,0 1 79,1 0 1,1 1-1,1-1 1,1 39-1,1 5 115,3 86 289,0-143-468,1-1 0,1 0 0,0 1 0,0-2 0,1 1 0,1 0 0,-1-1 0,15 18 0,-1 1 60,-15-23-98,1-1-1,0 1 0,0-1 1,0-1-1,1 1 0,0-1 0,0 0 1,0 0-1,0-1 0,0 0 0,1 0 1,7 2-1,22 13 43,35 12 120,-42-17-135,-8 12-1382,-19-22 880,-1-1 1,0 0-1,0 1 1,0-1-1,0 1 1,0 0-1,0-1 1,-1 1-1,1 0 1,-1-1-1,0 1 1,0 0-1,0 5 1,0 18-5828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35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21 7523,'0'0'7551,"-12"-4"-7517,-1 0 74,-1 0 0,0 1-1,0 1 1,-14-1 0,21 2 63,0 1 0,-1 1 0,1-1 1,0 1-1,0 0 0,0 1 0,-1 0 1,2 0-1,-1 0 0,0 1 0,-11 6 0,-1 3 116,1 2 1,1 0-1,0 1 0,0 1 0,2 1 0,-15 19 0,11-11-95,1 2 0,2 0 0,-25 53 0,38-69-152,0 1 0,0 1 1,1-1-1,1 0 0,0 1 0,0-1 1,1 0-1,1 1 0,3 15 1,-4-26-45,1-1 0,0 1 0,0-1 0,0 1 0,0-1 0,0 0 0,0 0 0,0 1 0,0-1 0,1 0 0,-1 0 0,0 0 0,1 0 0,-1 0 0,1 0 0,-1-1 0,1 1 0,-1 0 0,1-1 0,-1 1 0,1-1 0,0 0 0,-1 1 0,3-1 0,45 3-85,-45-3 72,39 1-499,43-1-2106,-78-1 1688,0 0 0,1 0-1,-1-1 1,0 0-1,0 0 1,0-1 0,14-7-1,3-4-4054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35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1 1 6771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36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6771,'153'51'3583,"-152"-51"-3419,0 0 0,0 0 0,0 0-1,0 0 1,0 0 0,0 0 0,0 1 0,0-1 0,0 0 0,-1 1-1,1-1 1,0 1 0,0-1 0,0 1 0,-1-1 0,1 1 0,0-1-1,-1 1 1,1 0 0,0-1 0,-1 1 0,1 1 0,-15 1 322,5-1 123,3 3-399,0 0 0,-1 0 0,2 1 0,-1 0 0,1 0 0,-1 0 0,2 1 0,-1 0 0,-6 12 0,-32 76 1656,38-83-1681,1 0-99,1 0 0,0 1 0,1-1 0,0 1 0,1 0 1,1 20-1,-1 7 250,12-40-509,-9 0 170,-1-1 1,1 1 0,-1-1 0,0 0 0,1 1 0,-1-1 0,0 0 0,1 0 0,-1 0-1,0 0 1,0 0 0,0 0 0,0-1 0,0 1 0,0 0 0,0 0 0,0-1 0,0 1-1,-1-1 1,1 1 0,-1-1 0,2-2 0,13-46-7,-10 33-16,-2 5 10,2-2-160,0 1 0,-2-1 0,1-1 0,-2 1 0,2-23 0,-4 33 171,0 0-1,1-1 1,0 1-1,0-1 0,1 1 1,-1 0-1,1 0 1,2-5-1,-2 6 2,0-1 0,0 1 0,-1-1-1,0 0 1,0 1 0,0-1 0,1-7 0,-2 11 1,0-1 0,0 1 1,0 0-1,0 0 0,0-1 1,0 1-1,0 0 0,0 0 1,0-1-1,0 1 0,0 0 0,1 0 1,-1-1-1,0 1 0,0 0 1,0 0-1,0 0 0,0-1 1,1 1-1,-1 0 0,0 0 1,0 0-1,0 0 0,1-1 1,-1 1-1,0 0 0,0 0 1,1 0-1,-1 0 0,0 0 1,0 0-1,1 0 0,-1 0 0,0 0 1,0 0-1,1 0 0,-1 0 1,0 0-1,0 0 0,1 0 1,-1 0-1,0 0 0,0 0 1,1 0-1,-1 0 0,0 0 1,1 0-1,11 10-27,-5 5 176,-1 1-1,8 28 1,7 19 27,-14-46-257,1-1 0,1 0 1,1 0-1,0-1 0,1-1 1,1 1-1,0-2 0,20 19 1,-29-30-192,-1 0 0,1-1 1,-1 1-1,1-1 0,-1 1 1,1-1-1,0 0 0,0 0 1,5 1-1,26 1-7282,-23-3 1585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36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6 1265,'0'0'12082,"0"0"-12058,0 0-1,0 0 1,0-1 0,0 1-1,0 0 1,0 0-1,-1 0 1,1-1-1,0 1 1,0 0-1,0 0 1,0 0-1,0-1 1,0 1-1,0 0 1,-1 0-1,1 0 1,0-1-1,0 1 1,0 0-1,0 0 1,-1 0-1,1 0 1,0 0-1,0 0 1,0-1 0,0 1-1,-1 0 1,1 0-1,0 0 1,0 0-1,-1 0 1,1 0-1,0 0 1,0 0-1,0 0 1,-1 0-1,1 0 1,0 0-1,0 0 1,-1 0-1,1 0 1,0 0-1,0 0 1,0 0-1,-1 0 1,1 1-1,0-1 1,-3 0 80,1-1 0,-1 1 0,1 0 0,-1 0-1,1 1 1,0-1 0,-1 0 0,1 1 0,-1-1 0,1 1 0,0 0 0,0 0 0,-1 0 0,1 0 0,0 0-1,0 0 1,0 1 0,0-1 0,0 1 0,0 0 0,1-1 0,-1 1 0,0 0 0,1 0 0,-1 0-1,1 0 1,0 0 0,0 0 0,0 0 0,0 1 0,0-1 0,0 0 0,0 1 0,1-1 0,-1 0-1,1 5 1,-2 40 134,0-29-164,1 0 0,1-1 0,1 1 0,4 26 1,-3-40-69,0-1 0,0 1-1,0-1 1,0 0 0,0 0 0,1 0 0,0 0 0,-1 0 0,1 0 0,0 0 0,0-1 0,1 0 0,-1 1 0,0-1 0,1-1 0,5 3-1,1 1 7,0-1-1,0 0 0,0-1 0,1 0 1,12 2-1,-22-5-4,1 0 0,-1 0 0,1 0 1,-1 1-1,1-1 0,-1 0 0,0 1 0,1-1 1,-1 1-1,0-1 0,0 1 0,1 0 0,-1-1 1,0 1-1,0 0 0,0 0 0,0 0 1,0 0-1,0 0 0,0 0 0,0 0 0,0 0 1,1 2-1,-1 1 115,0 0 1,-1 0 0,1 0 0,0 0-1,-1 0 1,0 1 0,-1 4-1,1 3 413,-1-9-490,1 1 0,-2-1 0,1 0 0,0 1 1,-1-1-1,1 0 0,-1 0 0,0 0 1,0 0-1,0 0 0,0-1 0,-1 1 0,1-1 1,-1 1-1,-5 3 0,5-3-20,-1 0-1,0 0 0,0-1 1,0 1-1,0-1 1,0 0-1,0 0 0,-1 0 1,1-1-1,-1 0 1,-7 2-1,-82-3-221,93-1 153,-1 1 0,1-1 0,-1 0 1,1 0-1,-1 0 0,1 0 1,0 0-1,-1 0 0,1 0 1,0 0-1,0-1 0,0 1 1,0 0-1,0-1 0,0 1 0,0-1 1,0 1-1,0-1 0,1 1 1,-1-1-1,1 0 0,-1 1 1,1-1-1,-1-3 0,-9-50-1608,9 49 1355,-1-15-2231,2-41-1,1 27-1904,-1 0-2471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37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16,'0'0'8500,"32"-1"-7993,136-3 872,-167 5-1274,1-1 0,-1 1 0,0-1 0,0 1 0,0-1 0,0 1 0,0 0 0,0-1 0,0 1 0,0 0 0,0 0 0,0 0-1,0 0 1,0 0 0,-1 0 0,1 0 0,0 0 0,-1 0 0,1 0 0,-1 1 0,1-1 0,-1 0 0,0 0 0,1 2 0,11 42 1019,-7-25-1094,-3-5-714,0-1-1,-1 0 1,0 1 0,-2 16 0,1-7-3677,0-7-340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37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 7091,'0'0'2233,"37"4"-2115,111 11 95,-111-13 12,-25-5 68,-10 0-210,0 0 1,0 0-1,0-1 1,0 1 0,0 0-1,-1-1 1,1 1-1,-1-1 1,0 1 0,1-6-1,8-46 271,-7 34-280,-1 4 30,-1 0 0,-2-29 1,1 13 526,-4 32 308,-100 1 2922,102 0-3804,0 1 0,0-1 1,0 1-1,0-1 0,0 1 0,0 0 1,0 0-1,0 0 0,1 0 0,-1 0 1,0 0-1,1 0 0,-1 1 1,1-1-1,-1 1 0,-1 2 0,-26 34 701,11-12-112,14-21-556,0-1 0,0 1 0,0 0 0,1 0 0,-1 1 0,1-1-1,1 1 1,-1-1 0,1 1 0,0 0 0,0 0 0,1 0 0,-1 0 0,1 0 0,1 0 0,-1 7 0,0 11 47,0-18-87,0 1-1,1 0 1,0-1 0,0 1 0,0 0-1,1-1 1,0 1 0,0-1-1,1 1 1,0-1 0,2 7-1,3-4-17,1 0-1,0 0 1,0-1-1,0 0 1,1 0-1,1-1 1,-1-1-1,1 1 1,0-2-1,0 1 1,1-1-1,0-1 1,0 0-1,0 0 1,0-1-1,0-1 1,1 1-1,-1-2 1,1 0 0,20-1-1,-15 1-603,22-1-2280,-38 0 2536,0 0 0,0 0 0,-1 0 0,1-1 0,0 1 0,0 0 1,0 0-1,0-1 0,0 1 0,0-1 0,0 1 0,0-1 0,-1 1 0,1-1 0,0 1 0,0-1 0,-1 0 1,1 1-1,0-1 0,-1 0 0,1 0 0,0 0 0,-1 1 0,1-1 0,-1 0 0,0 0 0,1-2 0,0-7-9963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38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4 848,'0'0'16411,"3"0"-15750,107-1 3234,-13-1-3183,127 13 1,-158-9-587,-37-3-2963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39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8900,'0'0'10936,"17"10"-10872,148 79 269,-164-88-304,0 0-1,0 1 1,0-1-1,0 1 1,0-1-1,0 1 1,-1 0-1,1-1 1,0 1-1,-1 0 1,0-1-1,1 1 1,-1 0-1,0 0 1,0-1 0,0 1-1,0 0 1,0 0-1,-1 3 1,1-1-10,0 0 0,-1 0 0,0 0 0,0-1 0,0 1 0,0 0 0,0 0 0,-1-1 0,-1 5 0,-8 3-20,0 1 0,0-2 0,-1 0 0,-18 13 0,11-10-70,-27 27 0,38-31-186,-1 1-1,2 0 1,-10 15-1,-3 18-3450,12-22-1649,-2-10-2978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0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1 384,'0'0'15546,"1"44"-14924,2 150-25,-6-13 410,-1-141-459,-17 65-1,7-44-167,-2 11 146,-3 0 1,-44 106-1,61-174-509,-1 1 0,1-1 1,0 1-1,-1-1 0,0 0 1,-6 7-1,7-9 0,0-1-1,0 0 0,1 1 1,-1-1-1,0 0 1,0 0-1,0 0 0,0-1 1,-1 1-1,1 0 1,0-1-1,0 1 0,0-1 1,-1 0-1,1 0 0,-2 0 1,2-8-177,1-106-15,4-174 459,1 238-267,2 0-1,3 1 1,1 0 0,3 0-1,2 1 1,2 1-1,2 1 1,42-74 0,-59 115-16,1 0 1,0 0 0,0 0 0,1 1-1,-1-1 1,1 1 0,0 0 0,0 0-1,0 0 1,1 1 0,-1-1-1,1 1 1,0 0 0,0 0 0,0 1-1,1 0 1,-1 0 0,0 0 0,1 0-1,-1 1 1,1 0 0,9-1 0,4 1 12,21 0-11,-38 2 8,0-1 0,0 0 0,0 0 0,0 1 0,0-1 1,0 1-1,0 0 0,0-1 0,0 1 0,-1 0 0,1 0 0,0 0 0,0 0 0,-1 1 0,1-1 0,1 2 0,1 3 36,-1 0 0,1 0 0,-1 0 0,-1 1 0,1-1 0,-1 1 0,0 0 0,-1 0 1,1-1-1,0 9 0,0 76 670,-2-66-559,0-25-152,0 1-3,0-1 0,0 0-1,0 1 1,0-1-1,0 0 1,0 1-1,0-1 1,0 0 0,0 1-1,0-1 1,0 0-1,0 1 1,0-1 0,0 0-1,0 1 1,0-1-1,0 0 1,-1 1-1,1-1 1,0 0 0,0 0-1,0 1 1,-1-1-1,1 0 1,0 0 0,0 1-1,-1-1 1,1 0-1,0 0 1,0 0 0,-1 1-1,1-1 1,0 0-1,-1 0 1,1 0-1,0 0 1,-1 0 0,1 0-1,0 0 1,-1 0-1,1 0 1,0 0 0,-1 0-1,1 0 1,0 0-1,-1 0 1,1 0 0,-1 0-1,-101 2-214,53-3-1043,45 1 1001,0 0 0,0-1 0,0 1-1,1-1 1,-1 0 0,0 0 0,-7-2 0,-3-9-3136,13 11 2770,0-1 0,1 1 0,-1 0 0,1-1 0,-1 1 0,1 0 0,-1-1 0,1 1-1,0-1 1,-1 1 0,1 0 0,0-3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0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10133,'0'0'4829,"0"51"-3800,0 168-242,0 116 1940,0-668-2636,1 326-87,-1-1 0,1 0 1,0 1-1,1-1 1,0 0-1,0 1 1,1 0-1,0-1 0,0 1 1,1 0-1,-1 1 1,2-1-1,-1 0 1,1 1-1,0 0 0,0 0 1,0 1-1,1 0 1,0 0-1,8-6 0,-4 4 25,1 1 0,-1 0-1,2 0 1,-1 1-1,1 1 1,-1 0-1,1 0 1,1 1 0,-1 1-1,0 0 1,0 0-1,13 1 1,-23 1-26,5 0 44,1 0 0,-1 0 0,0 1 0,13 3 0,-18-4-37,1 1-1,-1 0 1,0 1 0,1-1 0,-1 0 0,0 1 0,0-1 0,0 1-1,0-1 1,0 1 0,0 0 0,-1 0 0,1 0 0,0 0 0,-1 0 0,2 4-1,9 16-29,-9-15-326,0 0 0,0-1 1,1 0-1,0 0 0,0 0 0,7 7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0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11253,'0'0'2497,"107"-13"-16055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0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1313,'97'415'10084,"-97"-358"-9107,0 9-401,0 13 144,0-14-256,0-12-223,0-1 111,0-21 48,0-9 272,0-5-192,0-8-335,-5-9-97,0 4-48,-9 1-721,4-5-1312,5 0-880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1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1 144,'0'0'15215,"-9"39"-14388,-30 123-40,35-147-534,1 1 1,1-1-1,0 1 0,1 0 1,2 26-1,0-10 313,18-31-478,-15 0-97,-1-1 0,1 0 0,-1 0 0,0-1-1,1 1 1,-1-1 0,0 0 0,0 1-1,1-2 1,-1 1 0,0 0 0,5-3 0,-6 1 4,1 1 1,0-1-1,-1 0 1,0 0 0,1-1-1,-1 1 1,-1 0 0,1-1-1,0 1 1,1-5-1,6-19-80,0 0 0,-2 0 0,0-1 0,-2 1 0,-1-1 0,-2 0 0,-1-45 0,-1 72 80,-1 0 0,1 1 0,-1-1 0,1 0 0,-1 1-1,0-1 1,1 0 0,-1 1 0,0-1 0,0 1 0,1-1 0,-1 1 0,0-1 0,0 1 0,0 0 0,1-1-1,-1 1 1,0 0 0,0 0 0,0-1 0,0 1 0,0 0 0,0 0 0,0 0 0,1 0 0,-1 0 0,-2 1-1,-35-1-370,27 1 143,9-2 147,-1 1 0,1 0 0,0 0 0,-1 0 0,1 0 0,0 0 0,-1 0 0,1 1 0,0-1 0,0 1 0,-1 0 0,1 0 0,0 0 0,0 0 0,0 0 0,0 0 0,-2 2 0,3-1-349,-1 1 1,1 0-1,0 0 1,0 0 0,1-1-1,-1 1 1,1 0-1,-1 0 1,1 0 0,0 0-1,0 0 1,1 5-1,-1-4-2635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1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1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80,'32'-12'3828,"66"-13"1,-97 24-3742,0 1 0,0 0 0,0 0 0,0 0 0,0 0 0,-1 0 0,1 0 0,0 0 0,0 0 0,0 0-1,0 0 1,0 1 0,0-1 0,0 0 0,0 1 0,-1-1 0,1 0 0,0 1 0,0-1 0,0 1 0,-1 0 0,1-1 0,0 1 0,-1-1 0,2 2 0,1 21 1222,-3 473 6555,0-813-8000,0 312 142,0 1 0,0-1 0,0 0-1,1 1 1,0-1 0,0 0 0,0 1-1,0-1 1,1 1 0,0-1-1,0 1 1,0 0 0,0 0 0,1 0-1,0 0 1,-1 0 0,1 1 0,7-7-1,-5 7-11,0-1-1,0 1 0,1 0 0,-1 1 0,1-1 0,0 1 1,0 0-1,-1 1 0,1-1 0,0 1 0,1 1 0,-1-1 1,11 1-1,-15 0 13,1 1 0,-1-1 0,0 1 1,0-1-1,1 1 0,-1 0 0,0 0 0,0 0 1,0 1-1,0-1 0,0 0 0,-1 1 0,1-1 1,0 1-1,0-1 0,-1 1 0,1 0 0,-1 0 1,0 0-1,0 0 0,2 3 0,-1-2-140,0 0 0,0 0-1,0-1 1,0 1-1,0-1 1,0 1-1,1-1 1,-1 0 0,1 0-1,4 2 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2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0,'0'0'11765,"19"-14"-12389,5 6-1313,-14 3-1616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2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11253,'58'258'2353,"-58"-197"-1648,0 5 143,0-10-352,0 6-288,-5-10 0,-10-8-192,6-9 176,-6-18-79,5-12-113,6-5-113,-6 0-1407,0 0-2514,5-13-800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2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 5426,'0'0'5875,"190"0"-5875,-171 0-320,-9 0-1089,-5 0-1040,-5-31-2193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2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0 8836,'0'0'9039,"-5"53"-8386,-16 168-170,17-181-187,-1-1 0,-16 58 0,8-46-68,3-10-112,4-19-84,2 0 1,-3 24-1,1-9-27,1 1-5311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2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1 192,'0'0'19209,"180"170"-19177,-146-143 64,-10-23-192,-5 5 48,-14-5-752,10-4-961,-10 0-1761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3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1036 1 800,'324'36'8239,"-259"-28"-2815,-74-3-2312,-4 10-2764,9-8 79,-81 112 1368,-30 16 449,-238 218-1,-171 83-1111,329-296-1013,107-80-38,50-23-199,37-36 70,56 0-3680,44-2-364,-37-9-2329,-30-2-542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4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429 1 2609,'0'0'13761,"-36"2"-13617,-14 1-97,-55 11 0,97-13-22,1 1 0,-1 1 0,0 0 0,1 0 0,0 0 0,0 1 0,0 0 0,0 0 0,0 1 0,1 0 1,0 0-1,0 0 0,0 1 0,-9 12 0,-3 2 167,-1-1 269,-30 42-1,44-54-346,0 0 0,1 1-1,0-1 1,0 1 0,1 0-1,0 0 1,0 0 0,1 1-1,0-1 1,-1 12 0,3-11-98,-1 2 2,0 0 0,1-1 0,1 1-1,1 14 1,-1-23-18,0 1 0,-1 0-1,1 0 1,0-1 0,0 1-1,1 0 1,-1-1 0,1 1-1,-1-1 1,1 0 0,0 1-1,-1-1 1,1 0 0,1 0-1,-1 0 1,0-1 0,0 1-1,1 0 1,-1-1 0,5 3-1,6 0-57,-1-1 0,1 0 0,0 0 0,1-2 0,-1 1 0,0-2 0,25-1 0,-7 0-372,-26 1 259,0 0 0,1-1 0,-1 0 0,0-1 0,0 1 0,1-1-1,-1 0 1,0 0 0,-1 0 0,1-1 0,0 1 0,-1-1-1,1-1 1,-1 1 0,0 0 0,0-1 0,5-6 0,-2 2-579,-1-1 0,0 0 0,0 0-1,0 0 1,-1-1 0,-1 0 0,0 0 0,3-11 0,5-40-6386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4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0 64,'0'0'14535,"2"56"-13409,4 188-166,-6 11 521,-4-187-865,-15 71 0,6-67-381,4-28-259,2 1 0,-3 68 0,7-81-2033,3-30 1693,-1-1-1,1 0 0,-1 0 0,1 0 0,-1 0 1,1 0-1,-1 0 0,0 0 0,0 0 0,1 0 1,-1 0-1,0 0 0,0 0 0,0 0 1,0 0-1,0-1 0,0 1 0,0 0 0,-1-1 1,1 1-1,-2 0 0,-3 0-3960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5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54 121 672,'0'0'12593,"31"20"-12364,95 58-98,-83-56-67,-27-22 39,-3-2 290,-12 2-360,0 0-1,-1 0 1,1 0-1,0 0 1,0-1-1,-1 1 0,1 0 1,0 0-1,0-1 1,-1 1-1,1 0 1,0-1-1,-1 1 1,1-1-1,-1 1 1,1-1-1,-1 1 1,1-1-1,-1 0 1,1 1-1,-1-1 1,1 1-1,-1-1 1,0 0-1,1 1 1,0-3-1,4-20 141,-5 20-126,2-25 159,-1-51 0,-2 33-55,1 44-109,-1 0 0,1 0 0,0 0 0,-1 0 1,1 0-1,-1 1 0,0-1 0,1 0 0,-1 0 1,0 1-1,0-1 0,0 0 0,0 1 0,0-1 1,-1 1-1,1-1 0,0 1 0,-1 0 0,1 0 1,-1-1-1,1 1 0,-1 0 0,0 0 0,1 1 0,-1-1 1,0 0-1,0 0 0,0 1 0,1-1 0,-1 1 1,0 0-1,-3-1 0,-9 0 138,0-1 0,-1 2 0,-21 1-1,12 0-153,11-1 22,4 0 100,-1 0 0,1 0 0,-18 4 0,24-3-100,0-1 0,0 2 1,1-1-1,-1 0 0,0 0 1,1 1-1,-1-1 1,1 1-1,-1 0 0,1 0 1,0 0-1,0 0 0,0 0 1,0 0-1,0 1 0,-1 2 1,-4 6 87,1 1 1,0 0 0,0 0 0,2 0 0,-1 0 0,2 1-1,-4 21 1,3 1 179,1 55 0,3 48 428,1-135-732,-1 0 0,0-1 0,1 1 0,-1 0 0,1-1-1,0 1 1,0-1 0,0 1 0,0-1 0,0 1 0,1-1 0,-1 0 0,1 1 0,-1-1-1,1 0 1,0 0 0,0 0 0,0 0 0,0-1 0,0 1 0,1-1 0,-1 1 0,0-1 0,1 1-1,-1-1 1,1 0 0,-1 0 0,1-1 0,-1 1 0,1 0 0,5 0 0,10 1-270,0 0 1,1 0-1,31-3 0,-24 0-1082,-22 1 875,-1 0 0,1 0 0,-1 0 0,1-1 0,-1 0 0,0 1 0,6-3 1,-8 2 132,0 1 0,0-1 0,0 0 0,0 1 1,0-1-1,0 1 0,0-1 0,0 0 0,-1 0 1,1 0-1,0 0 0,-1 1 0,1-1 0,0 0 1,-1 0-1,1 0 0,-1 0 0,1-2 1,0-5-4544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46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273 103 48,'0'0'10522,"1"-5"-8996,0-1-1177,3-36 706,-3 40-949,-1 1 0,0-1-1,-1 1 1,1-1 0,0 1-1,0-1 1,0 1 0,-1-1-1,1 1 1,-1-1 0,1 1-1,-1 0 1,0-1 0,0 1-1,1 0 1,-1-1-1,0 1 1,0 0 0,0 0-1,0 0 1,0 0 0,-1 0-1,1 0 1,0 0 0,-2-1-1,-14-2 739,1 0 0,-1 1 0,0 1 0,-1 1 0,1 0 0,-27 3 0,2-1-370,40-1-467,0 0 0,0 0 1,-1 0-1,1 1 0,0-1 0,0 1 0,0-1 0,0 1 1,0 0-1,0 0 0,0 0 0,0 0 0,0 0 0,0 0 1,0 1-1,1-1 0,-1 1 0,0-1 0,1 1 1,0-1-1,-1 1 0,1 0 0,0 0 0,0 0 0,0 0 1,0 0-1,-1 2 0,-2 7 18,1-1 0,1 1-1,0 0 1,-1 16 0,-1 3 37,0-2-13,2 0 1,2 53-1,1-34-2,-1-43-47,0 1 0,0-1 1,1 1-1,-1-1 0,1 0 1,0 1-1,0-1 0,1 0 1,-1 1-1,1-1 0,0 0 1,0 0-1,0 0 0,1-1 1,-1 1-1,1 0 0,5 5 1,-4-6-3,0 0 0,1 0 0,-1-1 0,0 1 0,1-1 0,0 0 0,-1 0 0,1-1 0,0 1 0,0-1 0,0 0 0,0-1 0,0 1 0,10-1 0,-14 0 100,4 44-10401,-5-31 5517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50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32 1361,'0'0'19022,"-16"3"-18059,4-2-788,8-1-134,-1 0 1,1 1 0,0-1 0,-1 1 0,1 0-1,0 0 1,0 0 0,0 1 0,0-1 0,0 1 0,0 0-1,0 0 1,0 1 0,1-1 0,-1 1 0,1-1-1,0 1 1,0 0 0,0 1 0,0-1 0,0 0-1,-3 7 1,-3 10 145,1 1 0,1 0 0,0 0 0,2 1 0,-5 42 0,3 112 449,6-174-635,1-1 0,0 1 0,0-1 0,0 1 0,0-1 0,0 1 0,1-1 0,-1 1 0,0-1 0,1 1 0,-1-1 0,1 1 0,-1-1-1,1 0 1,0 1 0,-1-1 0,1 0 0,2 2 0,-1-2-3,0 0-1,0 0 1,0-1 0,0 1-1,0-1 1,0 1 0,0-1-1,1 0 1,-1 0-1,0 0 1,3 0 0,7 0-17,-7 1 9,0-1 1,-1 0-1,1 0 1,0 0-1,-1 0 1,1-1-1,-1 0 1,1 0-1,-1 0 1,1-1-1,-1 1 1,0-1-1,5-3 1,-2-1-27,-1 0 1,0 0 0,0-1 0,0 0 0,-1-1-1,0 1 1,-1-1 0,7-15 0,-1-1-83,14-49 0,-18 44 34,-2 0-1,-2 0 0,-1-56 0,-2 49 142,2 33-54,-1-1 0,0 1 1,-1 0-1,1 0 0,0 0 0,-1 0 1,0 0-1,0 0 0,0 0 1,0 0-1,0 0 0,-1 0 0,1 0 1,-1 0-1,-2-2 0,2 3-2,0 1-1,0-1 0,0 0 1,-1 1-1,1-1 0,0 1 1,-1 0-1,1 0 0,-1 0 1,0 0-1,1 1 0,-1-1 1,0 0-1,1 1 0,-1 0 1,0 0-1,-4 0 0,-9 0 20,2-1-130,0 2 0,-27 3 0,37-3 84,0-1 0,0 1 0,1 1 1,-1-1-1,1 1 0,-1-1 0,1 1 0,-1 0 1,1 0-1,0 0 0,0 1 0,0-1 1,0 1-1,0 0 0,-2 3 0,1 1-127,0 0-1,0 0 1,1 0 0,0 1-1,0-1 1,1 1-1,0-1 1,1 1-1,-2 11 1,-1 72-6835,4-83 5743,0 20-4331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50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1 1 2913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51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2913,'306'142'6809,"-264"-117"-4712,-42-25-2065,0 0 0,0 1 0,0-1 0,0 0 0,0 0 0,0 1 1,-1-1-1,1 0 0,0 0 0,0 1 0,0-1 0,-1 0 0,1 0 0,0 0 0,0 0 0,0 1 0,-1-1 0,1 0 0,0 0 0,0 0 0,-1 0 1,1 0-1,0 0 0,-1 1 0,1-1 0,0 0 0,0 0 0,-1 0 0,1 0 0,0 0 0,-1 0 0,1 0 0,0 0 0,0 0 0,-1 0 1,1-1-1,0 1 0,-1 0 0,1 0 0,0 0 0,0 0 0,-1 0 0,1-1 0,-1 1 22,-19 0 1143,1 1 0,-25 3 1,38-3-1071,-1 1 0,1 0 0,0 0 1,0 0-1,0 1 0,0 0 0,1 0 0,-1 0 1,1 1-1,-7 5 0,-5 5 81,-1 1 386,0 0-1,1 1 1,-26 33 0,42-46-559,-1 1 0,1 0 0,-1 0 1,1 1-1,0-1 0,1 0 0,-1 0 1,1 0-1,-1 1 0,2-1 1,-1 0-1,0 0 0,1 1 0,-1-1 1,1 0-1,0 0 0,3 6 1,-1-7-43,0-1 1,0 1-1,0 0 1,1-1 0,-1 0-1,1 0 1,-1 0 0,1 0-1,0-1 1,0 1 0,0-1-1,0 0 1,0 0 0,7 0-1,8 1-122,37-1-1,-33-2 10,-20 1 32,0 0 0,0-1 1,0 1-1,0-1 1,0 0-1,0 0 0,0 0 1,0 0-1,0 0 1,0-1-1,-1 1 0,1-1 1,-1 0-1,1 0 1,-1 0-1,1 0 0,-1 0 1,0-1-1,0 1 1,0 0-1,-1-1 0,1 0 1,0 1-1,1-6 1,2-4-472,-1 1 1,0-1 0,0 0 0,2-23 0,9-107-6734,-14 53 1444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51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0 6243,'0'0'10506,"0"22"-9575,-9 244 1668,-83 499-1,78-688-2331,-51 326 741,41-245-928,22-152-101,1-1-1,-1 1 1,0-1-1,-1 0 0,-5 10 1,-3 6-1394,6 3-3355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51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85 624,'0'0'16757,"24"19"-16389,74 58-151,-92-72-190,0-1 0,0 0 0,0-1 0,1 0 0,8 4 0,11-6 79,-12-1-54,-13 0-49,1 0 1,-1 0 0,0-1 0,0 1-1,0 0 1,0 0 0,1-1-1,-1 1 1,0 0 0,0-1-1,0 1 1,0-1 0,0 1 0,0-1-1,0 0 1,0 0 0,0 1-1,0-1 1,0 0 0,-1 0-1,1 0 1,0 0 0,-1 0 0,1 0-1,0-1 1,8-31 58,-7 20-44,3-14 43,-2 0 1,2-49-1,-5 75-58,-1 0 0,1 0 0,0 1 0,-1-1 1,1 0-1,0 0 0,-1 1 0,1-1 0,-1 0 0,1 1 0,-1-1 1,1 1-1,-1-1 0,0 0 0,1 1 0,-1-1 0,0 1 0,1-1 1,-1 1-1,0 0 0,0-1 0,1 1 0,-1 0 0,0 0 0,0-1 1,1 1-1,-1 0 0,0 0 0,0 0 0,0 0 0,0 0 0,-1 0 1,-39 0 21,24 1 97,7 0 78,-1 0 1,1 0-1,-1 1 1,1 0-1,-1 1 1,1 0 0,0 1-1,0 0 1,1 1-1,-10 6 1,-4 3 324,0 2-1,-34 31 1,55-45-505,1 0-1,0 0 1,0 0 0,-1 0-1,1 0 1,0 0 0,0 0 0,1 0-1,-1 0 1,0 0 0,1 0-1,-1 1 1,1-1 0,0 3-1,0 37 22,1-26-22,-2 9 26,0-15-31,1 1-1,1-1 1,1 15 0,-1-21-12,0-1 1,0 0-1,0 0 1,0 0 0,0 0-1,1 0 1,-1-1-1,1 1 1,0 0 0,0-1-1,0 1 1,0-1-1,0 1 1,0-1 0,4 2-1,3 3-16,0-2 1,1 1-1,0-1 0,0 0 0,1-1 0,-1 0 0,1-1 0,0 0 0,0-1 1,0 0-1,0-1 0,0 0 0,0-1 0,12 0 0,-16 0-10,2 0-114,-1 0 0,1-1 0,-1 1-1,13-4 1,-18 3 44,1 0 1,-1-1-1,0 1 1,1-1-1,-1 0 1,0 0-1,0 0 1,0 0-1,-1-1 0,1 1 1,0-1-1,-1 0 1,3-4-1,21-27-2296,30-54 0,-47 70 123,0-1 0,11-34 0,-8-4-4019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51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0 0 352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52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0 347 352,'361'-291'6713,"-298"240"-4261,-54 46-716,-2 135 5081,0 4-4496,-7 239 1422,0-366-3721,0 0 0,0 0 0,-1-1 0,0 1 0,-1 0 0,-2 7 0,3-2-24,1-10-105,-1-11-221,-2-283-440,3 284 773,0 0 1,1 0 0,0-1 0,1 1-1,0 0 1,0 0 0,1 0 0,0 1-1,0-1 1,1 1 0,0-1 0,0 1-1,1 0 1,0 0 0,0 1 0,0 0-1,1 0 1,10-8 0,-12 11 1,0 1-1,1 1 1,-1-1-1,1 0 1,-1 1 0,1 0-1,-1 0 1,1 0 0,0 1-1,0 0 1,8 0 0,-9 0 19,0 0 0,0 0 0,0 0 0,-1 1 0,1 0 0,0 0 0,0 0 0,0 0 0,-1 0 0,1 1 0,-1 0 0,1-1 0,-1 1-1,6 5 1,18 26 301,-13-15-371,31 30-1,-37-39-1847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58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11925,'0'0'11491,"0"31"-11136,5 112-99,-5-142-263,0-1 0,1 1-1,-1-1 1,0 0 0,1 1 0,-1-1 0,1 0 0,-1 1-1,0-1 1,1 0 0,-1 1 0,1-1 0,-1 0-1,1 0 1,-1 0 0,1 1 0,-1-1 0,1 0 0,-1 0-1,1 0 1,-1 0 0,1 0 0,-1 0 0,1 0 0,-1 0-1,2 0 1,19 0-221,-15-1 194,303 6-740,-308 0-1584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58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0 158 13798,'0'0'7524,"408"-31"-7236,-296 5-96,-24 9-128,-35 12-32,-9 5-32,-15 0 0,0 0 48,5-4-96,5-5-192,-15-4-1553,-4 4-1472,-10-17-3122,-10 9-3010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58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12774,'0'0'6200,"-4"41"-6096,-12 128 227,11-95 1571,6-56-234,-1-16-1662,0-1 0,1 0 1,-1 0-1,0 1 1,1-1-1,-1 0 1,1 0-1,-1 0 1,1 0-1,0 0 1,-1 1-1,1-1 1,0 0-1,0-1 1,0 1-1,0 0 1,0 0-1,0 0 0,0 0 1,0-1-1,0 1 1,0 0-1,2 0 1,30 11 44,-30-12-36,73 18 194,1-3 0,155 7 1,-65-18-8570,-123-4-1970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59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1 4962,'0'0'16301,"-35"3"-16026,-116 13 90,143-15-282,1 0 0,-1 0 1,1 1-1,-1 0 0,1 0 0,0 1 0,0 0 0,0 1 0,0-1 0,1 1 0,-1 0 0,1 1 0,0 0 0,0 0 0,1 0 0,-1 1 0,1-1 1,-4 8-1,-6 4 281,10-11-245,0 0 1,0 1 0,1-1 0,0 1 0,0 0 0,1 0 0,0 0-1,0 1 1,1-1 0,-4 15 0,4 1 6,0 0 0,1 33 0,1-30-136,1-24 8,-1-1-1,0 1 1,1 0 0,0-1 0,-1 1 0,1-1 0,0 1 0,0-1 0,0 1-1,0-1 1,0 0 0,0 1 0,0-1 0,0 0 0,1 0 0,-1 0 0,0 0 0,1 0-1,-1 0 1,1 0 0,-1 0 0,1 0 0,-1-1 0,1 1 0,0-1 0,-1 1-1,1-1 1,0 0 0,0 1 0,-1-1 0,3 0 0,12 1-87,-1 0 0,24-1-1,-24 0-20,23 1-155,-27 0-188,0 0 0,0-1 0,0 0 0,0-1 0,0 0 0,0-1 0,-1 0 0,1 0 0,0-1 0,-1-1 0,14-6 0,12-12-3706,-9 0-2071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3:59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0 1 6851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0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6851,'86'-12'1971,"16"0"-281,-76 14 645,-26-2-2260,1 0 0,-1 0 0,0 0 0,0 0 0,0 0 0,1 0-1,-1 0 1,0 0 0,0 1 0,0-1 0,0 0 0,1 0 0,-1 0 0,0 0 0,0 1 0,0-1 0,0 0 0,0 0 0,0 0 0,1 1 0,-1-1 0,0 0 0,0 0 0,0 0 0,0 1 0,0-1 0,0 0-1,0 0 1,0 1 0,0-1 0,0 0 0,0 0 0,0 0 0,0 1 0,0-1 0,0 0 0,-1 0 0,1 0 0,0 1 0,0-1 0,0 0 0,0 0 0,0 0 0,0 1 0,0-1 0,-1 0 0,1 0 0,0 0-1,0 0 1,0 1 0,0-1 0,-1 0 0,1 0 0,0 0 0,0 0 0,0 0 0,-1 0 0,1 0 0,0 0 0,-11 10 329,1 1 1,1-1-1,0 1 1,1 1-1,0 0 0,1 0 1,0 0-1,1 1 1,0 0-1,1 0 0,-7 27 1,5-4 110,2 0 1,1 0 0,2 56-1,2-90-513,0-1 0,1 1 0,-1 0 0,1 0 0,-1 0 1,1 0-1,0-1 0,0 1 0,0 0 0,0-1 0,0 1 0,0 0 0,0-1 0,0 1 0,1-1 0,-1 0 0,1 0 0,-1 1 0,1-1 0,-1 0 1,1 0-1,0 0 0,-1 0 0,1-1 0,0 1 0,0 0 0,0-1 0,-1 1 0,1-1 0,4 1 0,-2-1-25,-1 1 0,1-1 0,0 1 0,0-1 0,0 0-1,0-1 1,0 1 0,0-1 0,0 1 0,0-1 0,0 0 0,0-1 0,-1 1-1,7-4 1,-6 2-8,-1 0-1,1-1 0,-1 1 1,0-1-1,0 0 0,0 0 1,-1 0-1,1-1 1,2-6-1,17-47-345,-19 49 291,10-39-917,-2-1 1,-3 0-1,4-66 0,-8 72 361,-2-19-121,-2 58 1089,0 19 1536,-2 51-496,1 59 367,2-105-1557,1-1-1,0 0 1,1 0 0,8 23 0,-8-33-137,1 1 1,0-1-1,0 0 1,1-1-1,8 12 0,-11-17-157,-1 0 0,2-1-1,-1 1 1,0-1-1,0 0 1,1 0 0,-1 0-1,1 0 1,0 0-1,-1-1 1,1 1 0,0-1-1,0 1 1,0-1-1,0 0 1,0 0 0,1-1-1,-1 1 1,4 0-1,14-1-3408,2 0-2531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0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438 0 9476,'0'0'9095,"-21"8"-8700,-66 29-275,84-36-92,0 1 0,0-1 1,0 1-1,0 0 0,0 0 0,1 0 0,-1 1 0,1-1 0,-1 1 1,1-1-1,0 1 0,0 0 0,0 0 0,0 0 0,0 0 0,1 0 1,-1 0-1,1 1 0,0-1 0,-1 5 0,-9 20 1089,8-22-860,1 1 0,-1 0 1,1 0-1,0 0 0,1 0 1,0 0-1,0 0 0,1 0 1,-1 0-1,2 0 1,0 9-1,-1 7-240,1-18-8,-1-1 0,1 1 1,0 0-1,1 0 0,-1-1 0,1 1 0,0-1 1,0 1-1,0-1 0,1 0 0,-1 0 0,1 0 1,0 0-1,7 7 0,7 5 23,35 28-1,-26-24-29,-21-17 15,0 1 1,-1 0 0,1 0 0,-1 0-1,0 1 1,0-1 0,-1 1-1,1 0 1,-1 0 0,0 1-1,-1-1 1,1 0 0,-1 1 0,0 0-1,0-1 1,-1 1 0,1 0-1,-1 0 1,-1 0 0,1 0 0,-1 7-1,0-10 7,0 0-1,0 0 0,0 0 1,0 0-1,-1-1 1,1 1-1,-1 0 0,0 0 1,0-1-1,0 1 1,0-1-1,0 1 1,0-1-1,-1 1 0,1-1 1,-1 0-1,-2 3 1,-3 1 38,0-1 0,0-1 0,0 1 1,-1-1-1,-10 4 0,-1 0 53,-1 0-1,0-2 0,0 0 0,-1-2 1,-33 4-1,14-5-393,-1-1 1,-41-5 0,80 3 132,-1 0 1,1 0 0,0-1-1,0 0 1,0 1 0,0-1-1,0 0 1,0 0 0,0 0-1,0 0 1,0 0 0,0 0-1,0-1 1,0 1-1,1-1 1,-1 1 0,1-1-1,-1 0 1,1 1 0,0-1-1,-1 0 1,1 0 0,0 0-1,0 0 1,0-2 0,-2-5-916,0 0 1,1 1-1,0-1 1,-1-18-1,2-29-5406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0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8868,'0'0'12934,"243"113"-12646,-229-82-96,-4-9-144,0 9-48,-10-10-192,0-3-1953,0 8-2353,0-4-3201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1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68 193 11157,'15'7'1297,"1"-2"1,-1 0-1,28 5 0,-24-7-1206,1-1 0,-1-1-1,1 0 1,-1-2 0,21-2-1,-38 2-86,-1 1-1,0 0 1,1-1 0,-1 1-1,1-1 1,-1 1-1,0-1 1,0 0-1,1 0 1,-1 1-1,0-1 1,0 0-1,0 0 1,0 0-1,0 0 1,0 0 0,0-1-1,0 1 1,-1 0-1,1 0 1,0 0-1,-1-1 1,1 1-1,-1 0 1,1-1-1,-1 1 1,0-1-1,1 1 1,-1-2 0,1-7 75,0 1 0,-1-1 0,-2-15 0,1 1 139,1 20-174,0 0 1,0 0-1,-1 0 1,1 0 0,-1 0-1,0 0 1,0 0-1,-1 1 1,1-1 0,-1 0-1,1 1 1,-1-1-1,0 1 1,-1 0-1,-4-7 1,3 6-23,-1 1 0,1-1-1,-1 1 1,0-1 0,0 1 0,0 1 0,0-1-1,-1 1 1,-10-3 0,-7 0 460,0 1 0,0 1 1,0 1-1,-32 2 0,45 0 31,7 0-426,0 0 1,0 1-1,0 0 1,0-1-1,0 1 1,0 0-1,0 0 1,0 1-1,1-1 1,-1 0-1,0 1 1,1 0-1,-1-1 1,1 1-1,0 0 1,0 1-1,0-1 1,0 0-1,0 0 1,0 1-1,0-1 1,1 1-1,-1 0 1,1-1-1,0 1 1,0 0-1,0 0 1,0 0-1,-1 4 1,-2 10 138,1 1-1,0 0 1,0 30 0,3-40-121,-1 202 1843,1-206-1920,0 0 1,1 0-1,-1 0 0,1 0 0,0 0 1,0 0-1,0 0 0,0 0 1,1-1-1,-1 1 0,1 0 0,0-1 1,0 1-1,1-1 0,-1 0 1,1 0-1,3 4 0,-1-2-12,1-1-1,0 0 1,0 0-1,0-1 1,0 0-1,0 0 0,1 0 1,-1 0-1,10 1 1,12 1-52,-1 0 0,2-2 1,53-1-1,-70-2 25,18 0-182,-16 1-370,1 0 1,-1-1-1,1-1 0,-1-1 1,0 1-1,0-2 0,1 0 1,-1-1-1,-1-1 1,19-8-1,32-27-5661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1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1 864,'0'0'18457,"-13"14"-17969,-39 45-154,50-57-283,0 1 1,0 0 0,1 0-1,-1 0 1,1 0 0,-1 0-1,1 0 1,0 0 0,0 1 0,1-1-1,-1 0 1,1 0 0,-1 1-1,1-1 1,0 0 0,1 1-1,-1-1 1,1 6 0,1 5 254,-2-12-275,0 0 0,0 0 0,1 0 0,-1 0 0,0 0 0,1 0 0,0-1 0,-1 1 0,1 0 0,0 0 0,0-1 0,0 1 0,0 0 0,0-1 0,0 1-1,1-1 1,-1 0 0,0 1 0,3 1 0,1 0 4,-1 0 0,1-1 0,0 1 0,0-1 0,0 0-1,0 0 1,6 1 0,6 1 4,1-1 0,0-1 0,26 0 0,-25-1-30,31-1 51,-48 0-60,-1 0 1,1 0-1,-1 0 1,0-1-1,1 1 0,-1 0 1,0 0-1,1-1 1,-1 1-1,0-1 0,1 0 1,-1 1-1,0-1 1,0 0-1,0 0 0,0 1 1,0-1-1,0 0 1,0 0-1,0 0 1,0 0-1,0 0 0,0-1 1,0 1-1,-1 0 1,2-2-1,-1-11-216,0 1 1,-1-27-1,-1 17-748,1 20 711,0 0 0,0 0 1,-1 0-1,1 0 1,-1 0-1,0 1 0,0-1 1,0 0-1,0 0 1,0 1-1,-1-1 1,1 1-1,-1-1 0,1 1 1,-1-1-1,0 1 1,0 0-1,0 0 0,-1 0 1,1 0-1,0 0 1,-1 1-1,1-1 1,-1 1-1,1 0 0,-1-1 1,0 1-1,0 0 1,1 0-1,-1 1 0,0-1 1,0 1-1,-3-1 1,-46-2-5663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2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0 800,'0'0'13543,"336"31"-10806,-190-23-800,9-8-545,-19 0-527,-9 0-257,-30 0-432,-10 0 16,-19 0-16,-14 0-160,-15-8-16,-10 3-336,-19 5-1281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2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7908,'0'0'10164,"0"306"-9507,0-223-113,0 0-96,0-9-16,0-12-208,0-23-224,0-8-80,0-23-1456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2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586 1 1601,'0'0'20329,"-48"55"-19345,-155 178-82,179-204-535,-2-2 0,-1 0 0,-51 38 0,62-53-223,9-6-77,-149 106 986,158-119-9062,21-14 6571,14-8-1813,50-29-1,-66 46 2797,1 0-1,1 2 1,0 0 0,27-7-1,-33 13 1076,1 2 0,0 0 0,0 0 1,18 2-1,-31 0-135,-4 1-389,1-1 0,-1 0 0,1 0 0,-1 1 0,1-1 0,-1 1 0,0 0 0,1-1 0,-1 1 0,0 0 0,0 0 1,1 0-1,-1 0 0,0 0 0,0 0 0,0 0 0,0 0 0,0 0 0,0 0 0,0 1 0,-1-1 0,1 0 0,0 1 0,-1-1 0,1 1 0,-1-1 0,1 3 1,4 5 388,-1 0-231,0 0-1,0 0 1,0 1 0,-2-1 0,1 1 0,-1 0 0,2 19 0,-2 38-3600,-2-61 2713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3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10181,'0'0'7731,"301"0"-7731,-233 0-992,-19 0-609,-10-4-864,-15-18-1505,-14-9-2849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3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0 13638,'0'0'8644,"-24"394"-8100,9-289-47,-9 9-65,-5-18-176,5 0-176,-1-12-80,1-28-320,0-3-1713,-6-18-2209,-4-9-5026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3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15863,'0'0'5875,"355"144"-5843,-301-144-16,-6 0-16,-4 0-304,0-22-2017,-15-13-2017,5 9-3410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3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 1 8196,'0'0'14839,"-175"223"-14199,107-158-64,9-12 0,6-9-271,-1-9-225,20-14-80,-9 6-113,14-23-1007,9-4-1281,5 0-2177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3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11253,'0'0'4274,"209"92"-7651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4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7395,'0'0'8263,"60"3"-7255,195 12-543,10-10-27,-175-6-391,-89 1-79,0 0 0,0 0 0,0 0 0,0 0 0,0 0 0,0 0 0,0 0 0,0-1 0,0 1 0,0 0 0,-1 0 0,1-1 0,0 1-1,0-1 1,0 1 0,0 0 0,0-1 0,-1 0 0,1 1 0,0-1 0,-1 1 0,1-1 0,0 0 0,-1 0 0,1 0 0,2-23-2329,-3 18 5486,0 13-1818,-4 38-352,-1 1 1,-3-1-1,-15 50 1,15-64-800,5-18-54,-1 0 1,-9 19-1,13-30-161,-1 1-1,0-1 0,0 0 1,0 0-1,0 0 1,0-1-1,-1 1 0,1 0 1,-1 0-1,1-1 0,-1 1 1,0 0-1,1-1 1,-1 0-1,0 1 0,0-1 1,0 0-1,0 0 1,0 0-1,0 0 0,0 0 1,0-1-1,-4 1 1,-47-2-7988,11-6-285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4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0 1 9124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4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9124,'253'367'7316,"-234"-319"-5123,64-8-1121,14 4 1553,-9-9-2545,-44-35-80,-1 0-16,6 0-1072,0-18-2034,-11-30-2688,1 0-4739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4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0 7395,'0'0'9639,"-19"6"-7739,-2 0-1607,1 1-1,-20 10 1,37-15-250,0 0-1,0 0 1,1 0 0,-1 0 0,1 0 0,-1 1 0,1-1 0,0 1-1,0 0 1,0-1 0,0 1 0,0 0 0,1 0 0,-1 0 0,1 0-1,0 1 1,-1 2 0,0 4 129,0 0-1,1 0 1,0 20-1,0-11 95,1 64 1004,0-82-1259,0 0 0,0-1 0,1 1 0,-1 0 0,1-1 0,-1 1 0,0-1 0,1 1 1,-1 0-1,1-1 0,-1 1 0,1-1 0,0 0 0,-1 1 0,1-1 0,-1 1 0,1-1 0,0 0 0,-1 1 0,1-1 0,0 0 0,-1 0 0,1 0 0,0 0 0,0 1 0,-1-1 0,1 0 0,0 0 0,0 0 0,1-1 1,31 1-93,-22 0 102,-7-1-50,0 0-1,0 1 1,0-2-1,0 1 1,-1 0 0,1-1-1,0 1 1,-1-1 0,1 0-1,-1 0 1,1-1-1,-1 1 1,0-1 0,0 1-1,0-1 1,0 0-1,-1 0 1,1 0 0,-1-1-1,0 1 1,3-6 0,5-8-637,-2-1 1,0 1-1,6-22 1,-11 28-567,0 1 0,-1-1 1,0 1-1,-1-1 0,0-19 1,-1-2-3780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5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9156,'0'0'4896,"55"0"-4725,176 0-54,-155-1-19,-31 3 172,-43-1-199,0 0 0,0-1 0,0 1 0,0 0 0,0 0 0,-1 0 0,1 0-1,0 1 1,0-1 0,-1 0 0,1 1 0,-1-1 0,0 1 0,1 0 0,-1-1 0,0 1 0,0 0 0,0 0 0,0-1 0,0 1 0,0 0-1,-1 0 1,1 0 0,0 0 0,-1 0 0,0 1 0,1-1 0,-1 2 0,1 12 307,0 0 0,-3 29 1,1-17-482,1-23-33,0-1-1,0 1 1,0-1-1,0 1 0,-1-1 1,0 0-1,0 1 0,0-1 1,0 0-1,-1 1 0,1-1 1,-1 0-1,0 0 0,-1 0 1,1 0-1,-1-1 0,1 1 1,-1-1-1,0 1 1,-1-1-1,1 0 0,0 0 1,-1-1-1,0 1 0,0-1 1,1 1-1,-1-1 0,-1 0 1,1-1-1,0 1 0,-9 1 1,9-2-270,2 0 80,0-1 1,0 0-1,-1 1 1,1-1 0,0 0-1,-1 0 1,1 0-1,0 0 1,-1-1-1,1 1 1,-4-2 0,-7-5-3026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5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0 13654,'0'0'5053,"-6"69"-4485,-38 460 430,-3-115 915,-10 134 1126,48-353-2597,-3 54-372,11-237-84,1-7-70,0 0 0,0-1 1,0 1-1,-1 0 0,1-1 0,-1 1 1,-1-1-1,1 1 0,0-1 1,-1 0-1,0 1 0,0-1 1,0 0-1,-5 6 0,7-10-14,0 0 0,0 1-1,-1-1 1,1 0 0,0 0 0,0 0-1,-1 1 1,1-1 0,0 0 0,0 0-1,0 0 1,-1 0 0,1 1 0,0-1-1,-1 0 1,1 0 0,0 0 0,0 0-1,-1 0 1,1 0 0,0 0 0,0 0-1,-1 0 1,1 0 0,0 0-1,-1 0 1,1 0 0,0 0 0,0 0-1,-1 0 1,1 0 0,0-1 0,-1 1-1,1 0 1,0 0 0,0 0 0,-1 0-1,1 0 1,0-1 0,0 1 0,0 0-1,-1 0 1,1 0 0,0-1 0,0 1-1,0 0 1,0 0 0,0-1 0,-1 1-1,1 0 1,0 0 0,0-1-1,0 1 1,0 0 0,0-1 0,0 1-1,0 0 1,0-1 0,-6-32-4955,-3-24-384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5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 9893,'0'0'11519,"45"6"-11313,134 23-62,-173-29-118,0 2 0,1-1 1,-1 1-1,0 0 0,10 5 0,-15-7-13,-1 0 0,0 0-1,0 0 1,1 1-1,-1-1 1,0 0 0,0 0-1,1 0 1,-1 1-1,0-1 1,0 0 0,0 0-1,1 1 1,-1-1-1,0 0 1,0 1 0,0-1-1,0 0 1,0 1-1,0-1 1,0 0 0,0 0-1,0 1 1,1-1-1,-1 0 1,-1 1 0,1-1-1,0 0 1,0 1-1,0-1 1,0 0 0,0 1-1,0-1 1,0 0-1,0 0 1,0 1 0,-1-1-1,1 1 1,-1 3 245,1-2-211,0-1 0,-1 0 0,1 0 0,0 0 0,0 0 0,0 0 1,-1 0-1,1 1 0,0-1 0,-1 0 0,1 0 0,-1 0 0,1 0 0,-1 0 0,0 0 0,1-1 0,-1 1 0,0 0 0,0 0 0,1 0 0,-1-1 1,0 1-1,-2 1 0,-24 7-32,13-6 81,-33 12-96,-118 29-715,101-27 149,48-15 390,13-2 107,7 1-193,209 42 1775,-176-35-1329,64 22 0,-90-29 442,-32-1-23446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6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7443,'0'0'13639,"379"0"-12983,-301 0-368,-15 0-208,-24 0 16,-15 0-96,-14 0 0,-1 0-224,-4 0-1601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6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 14263,'0'0'7942,"51"13"-7497,155 40-205,-170-43-186,-13-4 25,-20-3 32,-2 0-32,-1-2-67,0 0 1,0 0-1,0 0 0,0 0 0,0 0 0,0 0 1,-1 0-1,1-1 0,0 1 0,-1 0 0,1 0 1,0 0-1,-1 0 0,1 0 0,-1-1 0,1 1 1,-1 0-1,1 0 0,-1-1 0,0 1 0,1-1 1,-1 1-1,0 0 0,0-1 0,1 1 0,-1-1 1,0 1-1,0-1 0,0 0 0,0 1 0,1-1 0,-1 0 1,0 0-1,-2 1 0,-4 2-79,-24 13-658,-205 101-1514,226-113 2442,-1 0-1,1 0 1,-1-1-1,1-1 1,-1 0-1,0 0 1,0-1-1,-15 0 1,23-1 1389,11 2-1381,138 33 1067,-78-17-1073,1-3 1,93 9-1,42-22-3334,-88-6-2567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7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1 384,'0'0'19695,"66"3"-19487,207 11-120,-123-1 26,-150-13-95,1 0-1,0 0 0,0 0 0,0 0 0,0 0 1,0 0-1,0 0 0,0 0 0,-1 0 1,1 1-1,0-1 0,0 0 0,0 1 0,0-1 1,-1 0-1,1 1 0,0-1 0,0 1 1,0-1-1,-1 1 0,1-1 0,0 1 0,-1 0 1,1-1-1,-1 1 0,1 0 0,-1-1 1,1 1-1,-1 0 0,1 0 0,-1 0 0,0 0 1,1-1-1,-1 1 0,0 0 0,0 0 1,0 0-1,0 0 0,1 0 0,-1 0 0,0-1 1,-1 1-1,1 0 0,0 0 0,0 0 1,0 0-1,0 0 0,-1 0 0,1-1 0,0 1 1,-1 0-1,1 0 0,-1 0 0,1-1 1,-1 1-1,1 0 0,-1-1 0,-1 2 1,-2 2-5,0 0 1,0-1-1,-1 0 1,1 0 0,-1 0-1,0 0 1,0-1-1,-11 4 1,-5 3-34,-76 36-204,-177 56 0,231-92-41,24-8-4826,19-8 418,0-29-2531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7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 1793,'0'0'7654,"0"63"-1811,0 437-604,1-224-3716,-2 342 401,-11-440-1438,8-148-436,-2 1 0,0-2 0,-18 48 0,11-56-405,13-20 337,0-1 0,-1 0 0,1 0 0,0 0 0,0 0 0,0 0 0,0 0 0,0 0 0,-1 0 0,1 0 0,0 0 0,0 0 0,0 0 0,0 0 0,0 0 0,-1 0 0,1 0 0,0 0 0,0 0 0,0 0 0,0 0 0,0 0 0,-1 0 0,1-1 0,0 1 0,0 0 0,0 0 0,0 0 0,0 0 0,0 0 0,-1 0 0,1 0 0,0 0 0,0-1 0,0 1 0,0 0 0,0 0 0,0 0 0,0 0 0,0 0 0,0 0 0,0-1 0,0 1 0,0 0 0,0 0 0,-3-20-1213,2-55-600,4-125 724,-2 193 1139,0 1 0,0 0 0,0 0 0,1-1 0,0 1 0,0 0 1,1 0-1,-1 1 0,1-1 0,1 0 0,-1 1 0,1 0 0,0 0 0,0 0 0,0 0 0,1 1 0,-1-1 0,1 1 0,0 0 0,1 1 0,7-5 0,-1 2 138,0 1 0,0 1-1,0-1 1,1 2-1,-1 0 1,1 1 0,0 0-1,0 0 1,16 1-1,6 3-155,-20-1 205,1-1 1,29-2 0,-12-9-2620,-31 9 1877,0 1 0,0 0 0,0-1 0,-1 1 0,1-1 0,0 0 0,-1 0 0,1 0 0,-1 0 0,1 0 0,1-3 0,3-13-8335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8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0 5362,'0'0'16918,"38"15"-16734,118 45-56,-146-56-106,0-1-1,-1 2 1,0-1 0,17 12 0,-26-16 5,1 1 0,0 0 0,-1 0 0,1 0 0,-1 0-1,1 0 1,-1-1 0,1 1 0,-1 0 0,1 0 0,-1 0 0,0 0 0,0 0 0,0 1 0,1-1-1,-1 0 1,0 0 0,0 0 0,0 0 0,-1 0 0,1 0 0,0 0 0,0 0 0,-1 2 0,0 4 146,0-4-163,0-1 0,0 1 0,0-1 0,0 0 1,0 0-1,0 1 0,0-1 0,-1 0 0,1 0 0,-1 0 1,0 0-1,1 0 0,-1-1 0,0 1 0,0-1 0,0 1 1,0-1-1,-1 1 0,1-1 0,-4 1 0,-6 5-20,-11 9-78,-13 9-688,-2-1-1,0-2 1,-79 33-1,112-53 727,1-1 0,-1 0 0,0 0 0,0 0 0,0 0 0,0-1 0,-8 0 0,12 0-46,23-2-1102,-17 1 1206,40-9 119,-1 1 0,64-3 0,69 11-86,-176 1-82,0 0 1,0 0-1,0 0 1,0 0-1,0 0 1,0 0-1,0 0 1,0 0 0,0 1-1,0-1 1,0 0-1,0 1 1,0-1-1,0 0 1,0 1-1,0-1 1,-1 1 0,1 0-1,0-1 1,0 1-1,-1 0 1,1-1-1,0 1 1,-1 0-1,2 1 1,1 24-4720,-4-16 1888,1 0-3542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8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0 0 13318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8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0 341 13318,'403'-341'5539,"-398"472"-3586,20 18-977,4-5-96,-10-4-832,-19-61-48,0-22-16,0-9-608,-19-17-1137,-15-18-2064,0-9-5796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8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11557,'0'0'10293,"73"167"-9765,-39-132-192,0-13-15,5 4-113,-5-17-112,9-1-96,1-8-128,5 0-849,4-8-1328,-4-36-1809,9-17-3121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8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6851,'0'0'16152,"24"57"-15477,77 178-131,-41-86 1038,-57-144-1540,-1-1 0,1 1 0,-1-1 0,1 1 0,0-1 1,1 0-1,-1 0 0,1 0 0,0-1 0,0 1 0,0-1 0,0 0 1,1 0-1,-1-1 0,1 1 0,0-1 0,0 0 0,0 0 0,6 1 1,5 2-388,0-2 1,0 0 0,0-1 0,30 0 0,-44-2 118,1 0 0,-1 0-1,1 0 1,-1 0 0,0 0 0,1-1-1,-1 1 1,0-1 0,0 1 0,1-1-1,-1 0 1,0 0 0,0 0 0,0 0-1,0 0 1,0-1 0,0 1 0,3-3-1,-4 1-172,1 0 0,0 0 0,-1 0 0,0 0 0,1 0 0,-1-1 0,0 1 0,-1-1 0,1 1 0,-1 0 0,1-6 0,0-50-5644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9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12838,'0'0'5538,"321"66"-5986,-278-66-704,-9 0-1361,-14 0-2194,-10-44-4849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9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 10949,'0'0'4938,"0"51"-1411,0 350 913,0-275-3408,-19 472 1636,17-577-2617,-16 223 175,18-242-548,0-6-247,0-467-527,0 462 1132,0-1 0,1 0 0,0 0 0,1 1 0,0-1 0,1 0-1,7-17 1,-8 23 19,0 1-1,-1 0 0,1-1 0,0 1 0,1 0 0,-1 0 1,1 0-1,-1 0 0,1 0 0,0 1 0,0-1 0,0 1 0,0 0 1,1 0-1,-1 0 0,1 0 0,-1 1 0,1-1 0,-1 1 1,1 0-1,0 0 0,0 0 0,4 0 0,145 1 245,-148-1-370,1 2 0,0-1 0,0 0 0,-1 1 0,1 0 0,-1 1 0,1-1 0,-1 1 0,1 0 0,-1 0 0,0 1 0,0 0 0,0 0 0,0 0 0,-1 0 0,7 7 0,-5-5-669,-1 1 1,-1 0-1,1 0 0,-1 1 0,0-1 0,-1 1 0,4 9 0,5 24-9123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4:09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4722,'0'0'21978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8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0 8820,'0'0'15290,"41"11"-14733,128 35-335,-118-27-96,-50-18-103,0-1 1,0 1-1,0 0 0,1-1 1,-1 1-1,0 0 1,-1-1-1,1 1 0,0 0 1,0 0-1,0 0 1,0 0-1,-1 0 0,1 0 1,0 0-1,-1 0 0,2 2 1,-3-2 16,0 1-1,1 0 1,-1 0 0,0-1-1,0 1 1,0-1 0,0 1-1,0-1 1,0 1 0,-1-1-1,1 1 1,0-1 0,-1 0-1,1 0 1,-1 0 0,0 0 0,1 0-1,-1 0 1,0 0 0,-1 0-1,0 1-21,-63 36 302,-77 30 0,39-19-451,93-43 59,2-1-49,1-1-1,-1 0 0,0 0 0,0-1 0,-1 0 0,1 0 0,-1-1 1,-13 1-1,21-3-561,6 0-2596,36-8 2921,-12 2 298,0 1-1,46-2 1,-11 7-644,-62 0 622,1 1 0,-1-1 0,1 0 0,-1 1 0,0-1 0,1 1 0,-1-1 0,0 1 0,1-1 0,-1 1 0,0 0 0,0 0 0,1 0 0,-1 0 0,0 0 0,0 0 0,0 0 1,0 0-1,0 0 0,0 0 0,-1 1 0,1-1 0,0 0 0,-1 1 0,1-1 0,-1 0 0,1 1 0,-1-1 0,0 1 0,1-1 0,-1 1 0,0 2 0,1 8-614,0 0 0,-1 0 0,-2 15 0,1-8-432,1 35-2884,0-2-356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8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 7603,'0'0'5232,"0"54"-1219,0 400 199,0 258-1258,-2-652-2808,-1-1 0,-4 1 0,-19 80 0,22-113-170,-4 18 46,7-43-76,1 1-1,-1-1 0,0 0 1,0 0-1,0 1 1,0-1-1,0 0 1,0 0-1,-1 0 1,1 0-1,-1 0 0,1-1 1,-3 3-1,3-3-1,1-1 0,0 0 0,0 0 0,-1 0 0,1 1-1,0-1 1,-1 0 0,1 0 0,0 0 0,-1 0 0,1 1 0,0-1-1,-1 0 1,1 0 0,0 0 0,-1 0 0,1 0 0,0 0-1,-1 0 1,1 0 0,0 0 0,-1 0 0,1 0 0,0 0 0,-1 0-1,1 0 1,0 0 0,-1-1 0,1 1 0,0 0 0,-1 0 0,1 0-1,0 0 1,0-1 0,-1 1 0,1 0 0,0 0 0,0-1 0,-1 1-1,1 0 1,0 0 0,0-1 0,0 1 0,-1 0 0,1-1 0,0 1-1,0 0 1,0-1 0,0 1 0,0 0 0,0-1 0,0 1 0,0 0-1,-1-1 1,1 1 0,1-1 0,-2-27-942,1 19 479,0-224-2199,0 220 2808,1-1-1,0 1 1,1 0 0,1 0 0,0 0 0,0 0 0,1 1-1,1 0 1,0-1 0,1 1 0,0 1 0,1-1-1,0 1 1,1 1 0,0-1 0,1 1 0,0 0 0,1 1-1,0 0 1,15-10 0,-11 9-53,1 0 1,0 1-1,1 1 0,0 1 1,0 0-1,25-7 1,-29 12-994,-1 0 1,1 0 0,17 1 0,-10 1-4354,-7 0-2505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8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9748,'0'0'10629,"83"228"-10437,-64-197-112,0-14-48,-9-4-32,-5-13-400,5 0-672,14 0-1329,-5 0-465,6 0-959,-6-17-2706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9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4722,'78'-109'7027,"-49"109"-6947,19 0-80,1 4-2001,-15 31-656,-10 0-3057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9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0 6243,'0'0'8212,"-43"15"-8383,-137 49-555,144-52 89,-46 11 0,66-21 161,0-1 0,-28 0 0,26-1 70,264 0 7454,17 0-8504,-262 0 1287,0 0-1,0 0 1,1 0 0,-1 0-1,0 0 1,0 1-1,0-1 1,1 0 0,-1 1-1,0-1 1,0 0 0,0 1-1,0 0 1,1-1-1,-1 1 1,0 0 0,0-1-1,0 1 1,-1 0-1,1 0 1,0 0 0,0 0-1,0 0 1,-1 0 0,1 0-1,0 0 1,-1 0-1,1 0 1,-1 0 0,1 1-1,-1-1 1,0 0 0,1 0-1,-1 1 1,0-1-1,0 0 1,0 0 0,0 3-1,2 30-4416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9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0 150 7812,'0'0'8379,"34"10"-7818,109 28-156,-133-36-345,0 1 1,0-1-1,0-1 0,0 0 1,0 0-1,12-1 0,-4-1 62,-16 1-101,1 0 0,-1-1 1,1 1-1,-1-1 0,0 0 0,1 1 0,-1-1 0,0 0 0,0-1 0,1 1 0,-1 0 0,0 0 0,0-1 0,0 1 0,0-1 0,-1 0 0,1 0 0,0 1 0,-1-1 0,1 0 0,-1-1 0,0 1 0,0 0 0,1 0 0,-1 0 0,-1-1 0,1 1 0,0 0 0,-1-1 0,1 1 0,0-4 0,1-12 118,0 1 0,0 0-1,-3-27 1,1 23 10,0 20-164,-1-1-1,1 0 1,0 1-1,-1-1 1,1 1 0,-1-1-1,1 1 1,-1 0-1,0-1 1,1 1 0,-1 0-1,0-1 1,0 1-1,0 0 1,0 0 0,0 0-1,0 0 1,-1 0-1,1 0 1,0 0 0,-1 0-1,1 0 1,0 0-1,-1 1 1,1-1 0,-1 1-1,1-1 1,-1 1-1,1-1 1,-1 1 0,-2 0-1,-8-2-365,1 1-1,-1 0 0,-15 2 1,13-1-348,12 0 503,0 0-1,-1 0 1,1 0-1,0 0 1,0 0 0,0 1-1,0-1 1,0 0-1,0 1 1,0 0-1,0-1 1,0 1 0,-3 2-1,4-2-68,0 1-1,0-1 0,0 1 1,0-1-1,0 1 1,1-1-1,-1 1 1,1 0-1,-1-1 0,1 1 1,0 0-1,-1 0 1,1-1-1,0 4 1,-4 18-4622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0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51 141 8404,'0'0'9241,"-9"17"-9051,-27 52 23,35-68-193,1 1-1,-1-1 1,0 1-1,1 0 0,-1-1 1,1 1-1,0-1 1,-1 1-1,1 0 0,0-1 1,0 1-1,0 0 1,0 0-1,0-1 1,1 3-1,-1-3 3,0-1 0,1 1-1,-1 0 1,1 0 0,-1-1 0,1 1 0,-1 0-1,1 0 1,0-1 0,-1 1 0,1-1-1,0 1 1,-1-1 0,1 1 0,0-1 0,0 1-1,-1-1 1,1 0 0,0 1 0,1-1 0,3 1 100,0 0-1,1 0 1,-1-1 0,0 0 0,1 0 0,8-1 0,-5 0 6,-5 0-109,0 0 1,-1 0-1,1 0 0,0-1 0,-1 1 0,1-1 0,-1 0 0,0 0 0,0 0 0,1 0 0,-1-1 0,-1 1 0,1-1 0,0 0 0,-1 0 0,1 0 0,-1 0 0,0 0 1,0 0-1,0-1 0,2-3 0,6-15-104,0 1 0,8-27 1,-13 35-371,-2-1 0,0 0 0,-1 0 0,0-1-1,-1 1 1,-1-20 0,0 30-2058,-4 5-1243,-16 2-974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0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1 6019,'-418'350'5474,"432"-350"-1760,59 0-1393,5 0-992,10 9-577,-6-5-352,-4-4-384,-20 0 32,-14 0-48,-10 0-416,10 0-1217,9 0-1552,-4 0 768,4 13-1857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0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 8596,'0'0'13561,"48"28"-12918,147 83-230,-153-85-268,-36-19-31,-6-6-101,0 1-1,0-1 0,0 0 1,0 1-1,-1-1 1,1 0-1,-1 1 1,1-1-1,-1 0 1,1 0-1,-1 1 1,0-1-1,1 0 0,-1 0 1,0 0-1,0 0 1,0 0-1,0 0 1,0 0-1,0 0 1,0 0-1,0 0 0,0-1 1,0 1-1,-1 0 1,1-1-1,-2 1 1,-45 9-271,27-8 82,-7 3-69,-11 2-428,-62 3 1,100-10 675,0 0 1,-1 0 0,1 0 0,0 0 0,0 0 0,0 0-1,0 0 1,-1 0 0,1 1 0,0-1 0,0 0 0,0 1-1,0-1 1,0 1 0,0-1 0,0 1 0,0 0-1,0-1 1,0 1 0,0 0 0,0 0 0,0 0 0,0 0-1,0 1 1,1-1 6,-1 0-1,1 1 1,0-1-1,0 0 1,0 0 0,0 0-1,0 1 1,1-1-1,-1 0 1,0 0 0,0 1-1,1-1 1,-1 0-1,1 0 1,-1 0-1,1 0 1,0 0 0,-1 0-1,1 0 1,0 0-1,0 0 1,-1 0 0,3 1-1,10 9 140,0-1-1,0 0 1,1-1-1,1 0 1,-1-1 0,1-1-1,31 10 1,18 10 215,-51-22-306,11 5 54,-23-9-124,0-1 0,0 0 0,-1 1 0,1-1-1,0 1 1,0-1 0,-1 1 0,1-1 0,-1 1 0,1-1 0,0 1 0,-1 0 0,1-1 0,-1 1-1,1 0 1,-1 0 0,0-1 0,1 1 0,-1 0 0,0 0 0,1 1 0,-1-2-34,-1 1 1,1-1-1,0 0 1,0 1-1,0-1 1,-1 0-1,1 1 0,0-1 1,0 0-1,-1 1 1,1-1-1,0 0 1,-1 0-1,1 1 1,0-1-1,-1 0 0,1 0 1,0 0-1,-1 0 1,1 0-1,0 1 1,-1-1-1,1 0 1,-1 0-1,1 0 1,0 0-1,-1 0 0,1 0 1,-1 0-1,1 0 1,-1 0-1,0 0-81,-49 7-1255,3 0-325,-82 22-1,-9 27 2187,127-51 75,10-4-467,1 0 0,0-1 0,-1 1 0,1 0 0,0 0 0,0-1 0,-1 1 0,1 0 0,0 0 0,0 0 0,0-1 0,0 1 0,0 0 0,1 0 0,-1 0 0,0-1 0,0 1 0,0 0 0,1 0 0,-1-1 0,0 1 0,1 0 0,-1 0 0,0-1 0,1 1 0,-1 0 0,1-1 0,0 1 0,-1-1 0,1 1 0,13 8 20,0-2-1,1 0 1,-1-1-1,1 0 1,27 6 0,4 2-37,128 54-624,-73-26-1894,3-5-3608,7-5-5370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09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0 561 3730,'0'0'18024,"21"-17"-17122,107-87 1141,-113 95-1254,-14 9-654,1-1 0,-1 0 0,1 1-1,-1-1 1,0 0 0,1 0 0,-1 0 0,0 0 0,0 0 0,0 0-1,1 0 1,-1-1 0,0 1 0,-1 0 0,1 0 0,1-3 1038,130-5 766,787 9-1051,-796 6-723,183 33-1,-101-10-20,181 8-21,245 35 101,3 21-142,-392-58-28,172 19 60,115-6-143,240-8 69,0-33 0,319-7-40,-961 8 0,-30 0 0,-7-2 0,106 2 0,629-8 0,7 5 0,-821-6 0,-1-1 0,1 1 0,-1-2 0,1 1 0,-1-2 0,0 1 0,0-1 0,-1-1 0,17-9 0,22-9 0,113-55 0,-62 29 0,49-24 0,132-59 0,-26 21 0,-158 68 0,95-58 0,-168 89 0,50-32 0,-41 24 0,0 1 0,42-16 0,-64 31 0,52-22 0,1 4 0,76-18 0,-107 33 0,-3 1 0,1 1 0,0 1 0,30 0 0,58 5-1733,124-2-7027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0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0 4946,'0'0'21869,"13"19"-21533,-5-7-288,1 2-2,1 0 0,0-1-1,1 0 1,0 0 0,1-1-1,1 0 1,19 13 0,-14-13-29,9 6 58,35 29 1,-61-43-28,0-1 0,0 1 0,-1 0 1,1 0-1,-1 0 0,0 0 1,0 0-1,0 0 0,-1-1 0,-1 8 1,-1-3-32,0 1 1,-1-1-1,0 0 1,-1 0-1,0 0 1,0-1-1,0 1 1,-1-1-1,0 0 1,-1-1-1,-8 8 1,-3 4 1,-9 8-107,-1-1 0,-1-1 0,-1-1 0,-61 35 0,79-52-233,2-1 82,1 0 1,0 1-1,0 0 1,-13 11-1,19-14-166,0 0 0,0 0 0,1 1 0,-1-1 0,1 1 1,0-1-1,0 1 0,0 0 0,1 0 0,-1 0 0,1 0 0,0 0 0,0 0 0,1 1 0,-1 5 0,0 25-7922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1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540 1 11781,'0'0'14981,"-32"2"-14675,-101 10-271,128-12-35,0 1 1,0 0-1,0 0 0,0 0 1,1 1-1,-1-1 0,-7 5 0,11-5 2,0 0 0,0 0 0,0 0 0,0 0 0,0 0 0,0 0 0,0 0 0,0 0 0,0 1 0,0-1 0,1 0 0,-2 3-1,-2 4 15,2-3-5,0 1 0,0 0 0,0 0 0,0 0 0,1 0 0,0 0 0,1 0 0,-1 0 0,1 0 0,0 0 0,0 0 0,1 0 0,0 0 0,0 0 0,1 0 0,2 9 0,5-6-24,0 1 1,0-1 0,0-1-1,1 0 1,1 0 0,-1-1 0,1 0-1,12 5 1,38 27-14,-48-30 41,-12-9-11,1 1 1,-1-1-1,0 1 0,0 0 0,0-1 0,0 1 0,0 0 0,0 0 1,-1 0-1,1 0 0,0 0 0,0 0 0,0 0 0,-1 0 0,1 0 1,-1 0-1,1 0 0,-1 0 0,1 0 0,-1 0 0,0 0 0,1 1 0,-1-1 1,0 0-1,0 0 0,0 1 0,0 1 0,0-2 4,1 2 3,-1 1 0,0-1-1,0 0 1,0 0 0,-1 0 0,1 0 0,-1 0-1,1 0 1,-1 1 0,0-1 0,0-1-1,0 1 1,-1 0 0,1 0 0,-1 0 0,1-1-1,-1 1 1,0-1 0,0 1 0,0-1 0,-1 0-1,1 1 1,-3 1 0,-9 8-9,-1-1 1,-1 0-1,1-1 0,-2-1 1,1 0-1,-1-1 0,-1-1 0,1-1 1,-1 0-1,0-1 0,0-1 1,-1-1-1,0 0 0,-28-1 1,17-2-304,-63-2-2370,90 2 2248,0-1 0,1 1 0,-1-1 0,0 0 0,0 0 0,0 0 1,1 0-1,-1 0 0,1-1 0,-1 1 0,1-1 0,-1 0 0,1 1 1,0-1-1,0 0 0,0 0 0,0-1 0,0 1 0,0 0 0,1-1 1,-1 1-1,1-1 0,-2-3 0,-6-29-7954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1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11333,'0'0'11445,"199"66"-11445,-184-58-144,-15 1-704,0 0-785,9 21-1328,-9-12-3842,0-9-2994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1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1 250 10133,'350'-249'5778,"-340"249"-3056,19 0-1794,0 0-512,10 0-416,-10 0-736,-5 0-2306,-24 21-3921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2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1 400,'0'0'23371,"-44"288"-23355,44-248-16,-19-5 0,0-5-112,-6-8-576,11-4-897,4 8-1457,0-13-2944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2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8916,'0'0'12390,"7"31"-11726,22 94-152,-27-119-374,0 0 1,-1 1-1,0-1 0,0 0 0,0 1 0,-1 7 1,-1-4 982,1-9-915,5-4-1311,-2-3 1027,-1 0-1,0 0 1,0 0-1,2-11 1,7-21 49,1 6 30,6-13 2,-17 43 0,0-1 0,0 1 1,1 0-1,0 0 0,-1 0 0,1 1 1,0-1-1,0 0 0,0 1 0,0-1 0,0 1 1,0-1-1,0 1 0,0 0 0,5-2 1,-6 3 41,1-1 0,-1 1 0,0-1 0,1 1 0,-1-1 0,1 1 0,-1 0-1,1-1 1,-1 1 0,1 0 0,-1 0 0,1 0 0,-1 1 0,1-1 0,-1 0 0,1 0 0,-1 1 0,0-1 0,1 1 0,-1-1 0,1 1 0,-1 0 0,0-1 0,0 1 0,1 0 0,-1 0 0,0 0 0,0 0 0,0 0 0,0 0 0,0 0 0,0 1 0,0-1 0,0 0 0,-1 0 0,1 1 0,0-1 0,-1 1 0,1 0 0,1 7 103,0 0-1,-1 0 1,0 0 0,-1 0 0,-1 14 0,1-6-9,0 90 258,1-107-399,-1 0 0,1 0 0,-1 0 0,1 0 0,-1 1 0,1-1-1,-1 0 1,1 0 0,-1 0 0,1 0 0,-1 0 0,1 0-1,-1 0 1,1 0 0,-1 0 0,1-1 0,-1 1 0,1 0 0,-1 0-1,1 0 1,-1-1 0,1 1 0,-1 0 0,1 0 0,-1-1 0,1 1-1,-1 0 1,0-1 0,1 1 0,0-1 0,7-11-94,0-1 0,11-25 0,13-19 61,-31 56 33,11-17-12,1 1-1,27-29 0,-36 42 25,1 1 0,-1-1 0,0 1 0,1 0 0,0 0-1,0 0 1,0 0 0,0 1 0,0 0 0,1 0 0,-1 1 0,1-1-1,-1 1 1,1 0 0,8 0 0,45 1 441,-59 0-447,1 1 0,-1-1 1,0 1-1,1-1 0,-1 0 1,1 1-1,-1-1 0,0 1 0,1-1 1,-1 1-1,0-1 0,0 1 0,1 0 1,-1-1-1,0 1 0,0-1 0,0 1 1,0-1-1,0 1 0,0 0 1,0-1-1,0 1 0,0-1 0,0 2 1,0 22-144,0-18 29,0 59-3286,0-21-2446,0-13-1717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3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0,'0'0'19614,"0"11"-18560,0 29-421,3-1 0,0 0-1,3 1 1,1-1 0,14 41 0,-21-79-624,1 1 0,-1-1 0,1 0 0,-1 0 0,1 0 1,0 0-1,0 0 0,-1 0 0,1 0 0,0 0 1,0 0-1,0 0 0,0 0 0,0 0 0,0 0 1,0-1-1,1 1 0,-1 0 0,0-1 0,0 1 1,1-1-1,-1 0 0,0 1 0,0-1 0,1 0 0,-1 0 1,0 0-1,1 0 0,-1 0 0,0 0 0,1 0 1,-1 0-1,0 0 0,1 0 0,1-2 0,0 1-6,1 0 0,-1 0-1,1-1 1,-1 0 0,0 0-1,0 0 1,0 0 0,0 0-1,0-1 1,0 1 0,-1-1-1,5-5 1,13-22-108,-2-1 0,20-46 0,-15 37-106,-21 39 213,0 0-1,0 1 1,0 0-1,0-1 0,0 1 1,0 0-1,0 0 1,1 0-1,-1 0 1,4 1-1,-2-1-3,5 0 76,0 0-1,1 1 1,-1 0 0,0 0 0,0 1 0,1 0-1,-1 0 1,11 6 0,0-3-992,11-4-4939,-13-1 210,-7 4-606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3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8116,'0'0'15191,"24"320"-15127,-24-268-16,0-8-48,0-9-128,0-4-1057,0 26-1760,0-22-2162,0 0-3376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4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1 6771,'0'0'13940,"-9"0"-12241,6-1-1614,0 1-1,0 0 0,0 0 0,0 1 1,1-1-1,-1 0 0,0 1 1,0 0-1,0-1 0,1 1 1,-1 0-1,1 1 0,-1-1 1,0 0-1,1 1 0,0-1 0,-1 1 1,1 0-1,0 0 0,0 0 1,0 0-1,0 0 0,0 0 1,1 0-1,-1 1 0,1-1 1,-1 1-1,1-1 0,-2 5 0,-5 18 416,0 1 0,2 0-1,1 0 1,1 0 0,1 0-1,1 40 1,2-5-305,0-60-209,1 0 0,0-1 0,0 1 0,-1 0 0,1-1 0,0 1 0,0-1 0,-1 1 1,1-1-1,0 0 0,0 1 0,0-1 0,0 0 0,0 1 0,0-1 0,0 0 0,0 0 0,0 0 0,0 0 0,0 0 1,-1 0-1,1 0 0,0 0 0,0 0 0,0-1 0,2 1 0,2-1-82,-1 1 53,-1-1 0,1 0 0,0-1 0,-1 1 0,1-1 0,-1 1 0,1-1 0,-1 0 0,0 0 0,0 0 0,0-1 0,0 1 0,0-1 0,0 0 1,-1 0-1,1 1 0,-1-2 0,0 1 0,0 0 0,0 0 0,1-5 0,7-10-247,-1-1 0,9-30 0,-7 7-322,4-11-254,-15 53 870,0 0 0,0-1 0,1 1-1,-1 0 1,0-1 0,0 1-1,1 0 1,-1-1 0,0 1-1,1 0 1,-1 0 0,1-1 0,-1 1-1,0 0 1,1 0 0,-1 0-1,0 0 1,1 0 0,-1 0 0,1-1-1,-1 1 1,1 0 0,-1 0-1,0 0 1,1 0 0,-1 0-1,1 1 1,-1-1 0,0 0 0,1 0-1,-1 0 1,1 0 0,-1 0-1,0 0 1,1 1 0,-1-1 0,1 0-1,-1 0 1,0 1 0,1-1-1,-1 0 1,0 0 0,0 1-1,1-1 1,-1 0 0,0 1 0,0-1-1,1 1 1,-1-1 0,0 0-1,0 1 1,0 0 0,17 22 91,-16-20-72,52 82 292,-35-68-1551,6-4-3483,-7-4-2300,-2 2-1390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4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0 1 5058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4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5058,'166'9'11301,"-93"-9"-8627,4 0 1248,1 0-3682,-39 0-176,0 0-48,-20 0-16,1 0-176,-6 0-657,-9 0-944,5 0-1440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4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7347,'0'0'12366,"-3"31"-10613,1 0-1430,-8 173 952,10 120 2729,0-320-4001,0 0-1,1 0 0,-1 1 0,1-1 0,0 0 0,0 0 1,0 0-1,1 0 0,-1 0 0,1 0 0,0-1 1,0 1-1,0-1 0,1 1 0,-1-1 0,1 0 0,6 6 1,-7-7-298,1 0 0,0 0 0,0 0 0,0 0 0,0-1-1,0 1 1,1-1 0,-1 0 0,0 0 0,1 0 0,-1-1 0,1 1 0,-1-1 0,4 1 0,39-1-7257,-25 0 1418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5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0 284 5266,'0'0'12014,"30"-6"-11806,92-22-131,-119 28-63,0-1 0,0 1 0,-1-1-1,1 0 1,0 0 0,-1 0 0,1 0-1,-1-1 1,0 1 0,1 0 0,-1-1-1,0 0 1,0 0 0,0 0 0,0 0-1,0 0 1,0 0 0,-1 0 0,1 0-1,0-1 1,-1 1 0,2-5-1,1-2 197,-1 2-111,0 1 1,-1-1-1,0 1 0,0-1 1,0 0-1,-1 0 1,1-11-1,-2-54-272,-1 40-238,1 31 408,0 0 0,0 0 0,-1 0 0,1 0 0,0 0 0,0-1 1,-1 1-1,1 0 0,0 0 0,-1 0 0,1 0 0,-1 0 0,1 0 0,-1 0 1,0 1-1,1-1 0,-1 0 0,0 0 0,0 0 0,0 1 0,0-1 0,-1-1 1,-1 1 100,1 0 0,-1-1 0,0 1 0,0 1 1,0-1-1,0 0 0,0 1 0,-4-1 0,-3 1 246,1 0-1,0 0 0,0 1 1,-17 4-1,21-3-266,1 0-1,-1 0 0,0 1 1,1 0-1,-1 0 1,1 0-1,0 0 0,0 1 1,0-1-1,1 1 1,-1 0-1,1 0 1,0 1-1,0-1 0,0 1 1,1-1-1,-1 1 1,1 0-1,0 0 0,-2 8 1,-2 8 272,1 0 0,1 0 0,-3 35 1,7 68 1120,0-122-1463,0 0 1,0 0 0,1 0 0,-1 0 0,1 0-1,0 0 1,-1 0 0,1 0 0,0 0 0,0-1-1,0 1 1,0 0 0,0-1 0,1 1 0,-1-1-1,1 1 1,-1-1 0,1 0 0,-1 1 0,1-1-1,0 0 1,-1 0 0,1 0 0,0 0 0,0 0-1,0-1 1,0 1 0,-1-1 0,1 1 0,0-1 0,3 1-1,8 1-35,1 0 1,-1-1-1,21-1 0,-21-1-33,12 2-370,-17 0-72,1-1 0,-1 0 0,0 0 0,1-1 0,16-3-1,0-4-1213,1 2-1,-1 1 1,2 1-1,36 0 0,-4 4-2361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5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8436,'0'0'12550,"-2"58"-11240,-4 192-374,5-111-252,1-93-320,-2-1 0,-8 53 1,4-59-162,1-13-204,2 1 0,-1 44 0,4-78-52,-1-21 28,1 0-1,2 0 1,1 1-1,1-1 1,11-42-1,-4 37 44,-8 19-8,2 0 0,0 0-1,1 0 1,11-21-1,-15 32-6,1 0 0,-1 0 0,1 0 0,-1 0 0,1 0 0,0 0 0,0 1 0,0-1 0,1 1 0,-1 0 0,0 0 0,1 0 0,-1 0-1,1 1 1,0-1 0,0 1 0,-1 0 0,1 0 0,0 1 0,0-1 0,0 1 0,5 0 0,17-1 42,-18 0 8,0 0-1,-1 1 0,1 0 1,0 1-1,-1 0 0,12 2 1,-17-2-75,0 0 1,0 0 0,-1 0 0,1 0 0,0 0-1,-1 0 1,1 1 0,0-1 0,-1 0 0,0 1-1,1-1 1,-1 1 0,0-1 0,0 1 0,0 0 0,0 0-1,0-1 1,0 1 0,0 0 0,-1 0 0,1 0-1,-1 0 1,1 0 0,-1 0 0,0 0 0,1 0-1,-1 0 1,-1 0 0,1 3 0,0-1-323,1-1-1,-1 1 1,1 0 0,-1 0 0,1-1 0,1 1 0,-1 0 0,0-1 0,1 1-1,2 4 1,-1-4-1051,-1 1 1,0 0-1,0 0 0,0-1 0,2 11 0,-3 15-9762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6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10 352,'0'0'21357,"-11"5"-20578,5-3-681,3-1-68,0 0 0,0 0 1,1 1-1,-1-1 0,0 1 0,1-1 1,-1 1-1,1 0 0,-1 0 0,1 0 0,0 0 1,0 0-1,0 0 0,0 1 0,0-1 0,0 1 1,1 0-1,-1-1 0,1 1 0,0 0 1,0 0-1,0 0 0,0 0 0,-1 4 0,2 116-747,5-126-1001,-2-1 1598,0 0 0,-1-1 0,0 0 0,0 0 1,0 0-1,0 1 0,-1-2 0,0 1 0,0 0 1,0-8-1,1 2-115,0-54 659,9 57 238,-3 5-489,0 1 1,0 0-1,0 0 1,0 1-1,12 0 1,30-7 148,-40 5-301,10-3-32,1 0-1,-1 1 1,1 1 0,39-2 0,-59 6 9,0 0 0,-1 1 0,1-1 0,0 1 0,0-1 0,-1 1 0,1-1 0,0 1 0,-1 0 0,1-1-1,0 1 1,-1 0 0,1-1 0,-1 1 0,1 0 0,-1 0 0,1-1 0,-1 1 0,0 0 0,1 0 0,-1 0 0,0 0 0,0 0-1,0 0 1,1-1 0,-1 1 0,0 0 0,0 0 0,-1 2 0,2 38-347,-1-30-56,0 97-6980,0-77 1615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6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 8404,'0'0'8004,"0"385"-6436,0-224-992,0 10-239,0-13-337,-9-19 32,-11-12-32,1-26-465,14-27-767,5-8-1121,-5-31-2193,5-18-1697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7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 8340,'0'0'14233,"-14"12"-13702,0-1-427,-1 1-7,1 1 0,0 0 0,1 1 0,-19 24 1,24-27 20,0 0 0,-1-1 1,0 0-1,-18 15 1,18-20-1069,5-2-1506,6 8 2383,0-6 84,2 0 0,-1 0 0,1-1 0,-1 1 0,1-1 0,1 1 0,-1-1 0,1 0 0,-1-1 0,1 1 0,8 3 0,20 19 28,-28-22-50,-1 0 0,0 0 0,0 1 0,-1-1 0,1 1 0,-1 0 0,0-1 0,0 2 0,-1-1 0,1 0 0,1 6 0,0 26-2421,-4 6-3659,0-37 1243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7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6723,'0'0'5347,"291"-5"-8629,-266 23 1345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17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 12198,'0'0'10628,"-30"433"-9539,6-254-369,0-4-480,-5 0-16,-5-17-208,9-23-16,1-21-336,24 0-1424,0-49-3603,0-30-5682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7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0 10917,'0'0'14391,"-24"202"-13607,14-163-144,0 0-208,0-17-223,10-4-113,-4-14-96,-1-4-128,-5 0-817,0 13-1072,10 22-2161,-14 9-3441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8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171 859 6515,'0'0'8439,"54"-48"-7482,167-156-511,-202 187-382,-1-2 0,30-40 0,-44 52-51,0 1-1,-1-1 1,0 1-1,-1-1 0,0 0 1,0 0-1,1-8 1,0 5-4,2-25 284,-2 0 0,-1 0 0,-4-69 0,1 94-109,0 2-56,-1 0 0,0 1 0,0-1 0,0 0 0,-1 1 0,-1 0 0,1-1 0,-1 2 0,0-1 0,-1 0 0,1 1 0,-1-1 0,-1 1 0,1 1 0,-1-1 0,0 1 0,-12-9 0,2 3 64,-1 0 0,1 2 1,-2-1-1,0 2 0,0 1 0,-25-8 0,17 9 43,0 1-1,0 1 0,-1 1 1,1 2-1,0 0 1,-28 4-1,49-2-141,0 0 1,0 0-1,0 1 0,0 0 1,0 0-1,1 0 0,-1 0 1,1 1-1,-1 0 1,1 0-1,0 0 0,0 0 1,0 0-1,1 1 0,-1 0 1,1 0-1,0 0 0,0 0 1,0 1-1,1-1 0,-1 1 1,1-1-1,-2 8 1,-3 5 6,2 2 1,0-1-1,1 0 1,1 1-1,-1 19 1,1 132 544,4-103-346,-1-58-283,0 1 0,1-1-1,0 1 1,0-1 0,1 1 0,0-1-1,7 18 1,-6-21-24,1 0 0,-1-1 0,1 1 0,1 0 0,-1-1 0,1 0 0,-1 0 0,1-1 0,1 1 0,-1-1 0,10 6 0,4 0-403,0-1 1,1-1-1,0 0 1,1-1 0,29 5-1,18 7-2355,1-1-1892,-1 0-3405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1 9780,'0'0'13049,"27"27"-12603,80 88-196,-104-111-225,0-1-1,0 1 1,-1-1-1,1 1 0,-1 0 1,0 0-1,0 0 1,0 0-1,0 0 0,-1 1 1,0-1-1,0 0 0,0 1 1,0-1-1,-1 1 1,1-1-1,-1 1 0,0-1 1,-1 1-1,1-1 1,-1 1-1,-2 7 0,1-4 48,0 0-37,-1-1 0,0 1 0,0-1 0,-1 0 0,0 0-1,0 0 1,-1 0 0,0-1 0,0 0 0,-1 0 0,1 0 0,-1-1 0,-13 10 0,-11 5-41,-57 31-1,68-41-8,-6 3-378,0-1 0,0-2 0,-1 0-1,0-2 1,-1-1 0,0-1 0,0-1-1,0-1 1,-42 0 0,68-4 393,1 0 0,0 0 0,-1 0 0,1-1 0,-1 1 0,1 0 0,0 0 0,-1 0 0,1 0 0,0 0 1,-1-1-1,1 1 0,0 0 0,-1 0 0,1-1 0,0 1 0,0 0 0,-1 0 0,1-1 0,0 1 0,0 0 0,-1-1 0,1 1 0,0 0 0,0-1 0,0 1 1,0 0-1,0-1 0,-1 1 0,1-1 0,0 1 0,0 0 0,0-1 0,0 1 0,0-1 0,0 1 0,0 0 0,0-1 0,0 1 0,1 0 0,-1-1 1,0 1-1,0-1 0,0 1 0,1-2 7,-1-1 17,1-1-1,-1 0 0,1 1 0,0-1 0,1 1 0,-1 0 0,1-1 0,-1 1 0,1 0 0,0 0 0,0 0 0,0 0 0,1 0 1,-1 1-1,1-1 0,-1 1 0,1-1 0,0 1 0,0 0 0,0 0 0,0 0 0,0 1 0,6-3 0,9-4 271,0 0 1,38-8-1,-52 14-239,34-7 582,0 2 0,63-5 0,86 9 834,-125 3-1097,-60 0-464,-2 10-3624,-1-1 2798,0 0 0,-1 0 1,0 0-1,0 0 0,-1 0 0,0-1 1,0 1-1,-1-1 0,0 0 0,-1 0 1,-10 15-1,-37 46-9244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9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421 890 9780,'0'0'7054,"58"-21"-5562,-58 21-1492,239-90 683,-221 83-611,-1-1 1,1 0 0,29-21 0,-41 23-36,0 1 1,0-1 0,-1-1 0,1 1-1,7-13 1,-7 10-3,1-2 23,0-1 0,-1 0 0,0 0 0,-1 0 0,-1-1 0,1 0 0,-2 0 0,4-24 0,-3-4 132,-2-62 0,-2 70-172,-1 20-25,1 0 0,-2 1 0,1-1 0,-2 1 0,0 0-1,0 0 1,-1 0 0,-1 0 0,0 1 0,-6-12 0,2 9-43,0 0 1,-1 1-1,-1 0 0,0 0 1,-1 1-1,0 1 1,-16-12-1,10 10 88,-1 1 0,0 1-1,-1 1 1,0 1-1,-1 0 1,0 2-1,0 0 1,-1 1-1,1 2 1,-1 0-1,0 1 1,-1 1 0,-25 1-1,5 1 388,-57 1 624,90 1-940,-1-1 1,0 1 0,1 1-1,0-1 1,-1 2-1,1 0 1,-12 6-1,7-1-9,1 1-1,0 1 0,0 0 0,1 1 0,1 1 1,0 0-1,0 0 0,2 1 0,-1 0 0,2 1 1,0 0-1,-10 26 0,7-14 142,2 0-1,1 1 1,1 1 0,1-1 0,2 1-1,-3 57 1,7-70-161,-1 23 110,2 0 1,1-1-1,2 1 1,10 48 0,-11-77-172,1 1 0,0-1 0,1 0 0,0 0 0,0-1 1,1 1-1,0-1 0,1 0 0,0 0 0,1-1 1,-1 1-1,2-2 0,-1 1 0,1-1 0,0 0 1,1 0-1,-1-1 0,1-1 0,1 1 0,17 7 0,-12-8-44,-1-1 0,1 0-1,0-1 1,0-1-1,20 2 1,82-5-765,-65 0 33,52-6-4506,189-38 0,-209 29 1049,96-12-6335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0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97 6131,'0'0'14807,"-7"-5"-13991,5 3-689,-18-13 270,19 14-379,0 1 0,1 0 0,-1-1 0,0 1 0,1 0 0,-1 0-1,0 0 1,1 0 0,-1-1 0,0 1 0,1 0 0,-1 0 0,0 0 0,0 1 0,1-1-1,-1 0 1,0 0 0,1 0 0,-1 0 0,0 1 0,1-1 0,-1 0 0,0 0 0,1 1-1,-1-1 1,1 1 0,-1-1 0,1 0 0,-1 1 0,1-1 0,-1 1 0,1 0 0,-1-1-1,1 1 1,-1-1 0,1 1 0,0 0 0,-1 0 0,-1 5 73,-1 1 0,1 0 0,0 0 0,1 0 0,0 0-1,0 0 1,0 8 0,2 60 740,1-35-623,-2-39-246,0 0 1,1 0-1,-1 0 0,1 0 0,-1 0 1,1 0-1,-1 0 0,1 0 0,-1-1 1,1 1-1,0 0 0,0 0 1,-1-1-1,1 1 0,0 0 0,0-1 1,0 1-1,0-1 0,0 1 1,-1-1-1,1 0 0,0 1 0,0-1 1,0 0-1,0 0 0,0 0 0,0 1 1,0-1-1,0 0 0,1 0 1,-1 0-1,0-1 0,1 1 0,0 0-41,0 0-1,0 0 1,-1 0-1,1-1 0,0 1 1,-1 0-1,1-1 1,0 1-1,-1-1 0,1 0 1,0 1-1,-1-1 1,1 0-1,-1 0 0,0 0 1,1 0-1,-1 0 1,0 0-1,1-1 0,-1 1 1,0 0-1,1-3 1,9-37-1299,-8 12-3995,-3-54-1,-1 39 3730,-8 39 10432,180 8-5128,111-2-2908,-255-3-1445,1 0 0,47-12 0,-61 10-1834,1 0-1,0-2 0,20-9 1,-17 1-6344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0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 9556,'0'0'8692,"15"341"-6659,-10-175-704,-5 9-145,0 5-303,0-19-145,0-7-400,-15-36-256,-4-22-64,-1-31-16,1-30-1024,-1-4-1265,20-13-1569,-14-18-2241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0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9140,'0'0'13945,"18"46"-13419,54 148-182,-66-178-228,0 1-1,-1 0 1,6 32-1,-7-23 53,-3-25-189,-1-1 1,1 1 0,-1 0-1,1-1 1,0 1-1,-1-1 1,1 1 0,0-1-1,-1 1 1,1-1 0,0 0-1,-1 1 1,1-1 0,0 0-1,0 1 1,0-1-1,-1 0 1,1 0 0,0 0-1,0 0 1,0 0 0,0 0-1,-1 0 1,3 0 0,20-4-1787,-16-1 1176,-1 0-1,0-1 1,0 0 0,0 1-1,0-2 1,-1 1 0,6-10-1,27-51-8329,-22 26 704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0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8516,'267'-44'4994,"-267"70"-2177,0 27-976,0 8-576,0-4-433,20-5-175,-11-8-33,6-9 48,-15-13-224,5-4-240,-5-10-208,5-3-64,0-5-2241,9 0-720,10-22-417,1-9-1152,-16-4-336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1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5571,'0'0'12853,"102"-21"-12853,-72 21-16,-16 0-688,25 21-1089,-10-7-1680,-19-6-1890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1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6899,'10'180'1185,"63"-189"-1185,5 5-384,-15-14-4787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1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 12982,'0'0'11061,"-5"385"-10709,5-263-192,-9 1-32,-6-14-80,-5-12-16,6-19-32,-6-12-112,-4-22-896,14 13-1521,-4-18-1665,-1-13-3074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1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1473,'0'0'18998,"45"12"-18129,141 37-455,-108-26-270,-75-19-540,-10 1-317,-11 2-152,-26-1-292,23-3 515,1 0-1,-27 8 1,23-4 474,10-4 276,0 2 0,1-1 0,-20 12 0,32-16-29,1 0 1,0 0 0,-1 0-1,1 0 1,0 0-1,-1 0 1,1 0-1,0 1 1,-1-1 0,1 0-1,0 0 1,-1 0-1,1 1 1,0-1-1,0 0 1,-1 0 0,1 1-1,0-1 1,0 0-1,0 0 1,-1 1-1,1-1 1,0 0 0,0 1-1,0-1 1,0 0-1,0 1 1,0-1-1,0 0 1,-1 1 0,1-1-1,0 0 1,0 1-1,0-1 1,0 1-1,1-1 1,-1 0-1,0 1 1,0-1 0,0 0-1,0 1 1,0-1-1,0 0 1,0 1-1,1-1 1,-1 0 0,0 0-1,0 1 1,0-1-1,1 0 1,-1 1-1,0-1 1,0 0 0,1 0-1,-1 0 1,1 1-1,21 9-246,-17-8 497,28 10 8,0-2-1,1 0 1,0-3 0,0 0-1,1-2 1,69 0 0,-50-5-453,159-3-1501,-163-1-585,1-1 0,57-15-1,24-14-6186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2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0 912,'0'0'19689,"-2"51"-17637,-2 166-609,11-104-702,-3-58-444,-4-8 11,0 20-2755,0-74 1945,0 0 1,1 0 0,0 0 0,1 0 0,-1 0 0,1 0 0,1 1 0,3-9 0,34-52-7060,-33 56 5769,17-27-5323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2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0,'121'-3'7131,"-99"3"-4559,-19 3-560,-1 51 2148,17 90 0,-10-89-2763,4 93 0,-8-4-362,-5-142-1229,2-21-4217,36-98-8048,-24 70 6587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2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5507,'0'0'12784,"0"29"-11570,0 94-336,0-102-626,1 1 0,1-1 0,0 0 1,2 0-1,6 22 0,0-5-287,-10-37-144,0-1 1,0 1-1,0-1 1,1 1-1,-1 0 0,0-1 1,1 1-1,-1 0 1,0-1-1,1 1 1,-1-1-1,1 1 1,-1-1-1,1 1 1,-1-1-1,1 1 0,-1-1 1,1 0-1,-1 1 1,1-1-1,0 0 1,-1 1-1,1-1 1,0 0-1,-1 0 1,1 0-1,-1 1 1,1-1-1,0 0 0,0 0 1,-1 0-1,1 0 1,0 0-1,-1 0 1,1 0-1,0-1 1,-1 1-1,1 0 1,1-1-1,6 1-3207,1 0-1496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3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1 672,'0'0'17270,"-5"62"-15782,-15 203-389,17-233-936,-13 142 1288,6-88-667,-10 68 481,19-148-1243,1-5-50,0 0 0,0-1 0,0 1 0,0 0 0,0 0 0,0-1 0,0 1 0,0 0 0,0 0 0,0-1 0,0 1 0,-1 0 0,1 0-1,0-1 1,0 1 0,-1 0 0,1-1 0,-1 1 0,1 0 0,0-1 0,-1 1 0,0-1 0,1 1 0,-1-1 0,1 1 0,-1-1 0,1 1 0,-1-1 0,0 1 0,1-1 0,-1 0 0,0 0-1,0 1 1,1-1 0,-1 0 0,0 0 0,0 0 0,1 1 0,-1-1 0,0 0 0,0 0 0,1 0 0,-1 0 0,-1-1 0,1-24-1239,0-22 755,2-56 81,-1 93 394,2 1 1,-1-1-1,2 1 0,-1 0 1,1-1-1,0 1 0,1 0 1,6-11-1,-1 6 16,0 0 0,18-21-1,-22 30 53,0 0-1,1 0 1,0 0-1,-1 1 1,2 0-1,-1 0 1,0 1-1,14-6 1,12-1 558,1 1 0,1 1 0,-1 2 0,53-3 0,-78 9-701,14-2 362,-21 2-317,-1 0 0,1 0-1,-1-1 1,1 1 0,-1 0 0,1 0-1,-1 0 1,1 0 0,-1-1-1,0 1 1,1 0 0,-1 0 0,1-1-1,-1 1 1,0 0 0,1-1-1,-1 1 1,1 0 0,-1-1 0,0 1-1,0-1 1,1 1 0,-1 0 0,0-1-1,0 1 1,1-1 0,-1 1-1,0-1 1,0 1 0,0-1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3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0 9428,'0'0'13302,"0"433"-11669,-10-249-608,-14 8-209,-10-3-224,-5-10-112,0-13-223,-5-17-161,10-40-96,5-13-272,9-26-1681,20-17-2289,0-27-5731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8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36 2977,'0'0'20087,"0"-5"-19393,0-16-286,0 16 1080,25 1-1912,51 4 579,-75 0 1806,4 1-2009,-1-1 10,1 1 0,-1-1 1,1 0-1,-1 0 1,9-1-1,-1 0 77,-5 1-35,-1 1 1,1 0-1,-1 0 1,1 1-1,-1 0 0,0 0 1,1 0-1,-1 1 0,0 0 1,-1 0-1,10 6 1,-8-4-24,0-1 0,0 0 1,0-1-1,1 1 1,13 3-1,3 2-1109,-23-7 1146,-1-1-1,1 1 1,-1 0 0,0-1 0,0 1-1,0-1 1,0 1 0,0 0-1,0-1 1,0 1 0,0 0 0,-1-1-1,1 1 1,0-1 0,-1 1 0,-1 2-1,-8 6 143,-1 0-1,1-1 0,-2 0 0,-18 11 1,-1 2-28,-16 12 100,-1-2 1,-2-2 0,0-3-1,-58 23 1,102-47-234,-1-1 0,0-1 0,0 1 0,-1-1 0,1 0 0,0-1 0,-8 0 0,14 0-277,1-5-3608,0 3 3492,1-1 1,0 1-1,-1-1 1,1 1-1,0 0 1,0-1 0,0 1-1,0 0 1,0 0-1,1 0 1,-1 0-1,1 0 1,0 0 0,-1 0-1,1 0 1,0 0-1,0 1 1,0-1-1,0 1 1,0-1 0,0 1-1,1 0 1,2-1-1,8-3-506,1 0-1,0 1 0,21-4 0,4-1-1026,-31 5 1652,0 1-1,0-1 1,0-1-1,-1 1 1,0-1-1,13-11 1,9-6 824,-27 21-111,0 0-1,0 0 1,1 0 0,-1 1 0,0-1-1,1 1 1,-1-1 0,1 1 0,-1 0-1,1 0 1,-1 0 0,0 0 0,1 1-1,3 0 1,-3-1-192,0 1 0,0 0 1,0 0-1,0 0 0,0 0 0,-1 0 0,1 0 0,0 1 0,-1-1 0,5 5 0,34 46 339,-39-50-770,-1 1 1,0-1-1,0 0 1,0 1 0,0-1-1,0 1 1,0 0-1,-1-1 1,0 1-1,1 0 1,-1-1 0,0 4-1,0-2-229,1 11-3089,-1-9-518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8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14919,'0'0'9148,"9"63"-8035,27 206-463,-29-215-469,-2 0-1,-3 65 0,-3-58-14,1 47 233,0-84-9506,0-153 8014,0 127 1174,1 0 1,0 0-1,-1 0 1,1-1 0,0 1-1,0 0 1,0 0-1,0 1 1,0-1 0,1 0-1,-1 0 1,0 1 0,1-1-1,-1 0 1,1 1-1,0-1 1,0 1 0,-1 0-1,1 0 1,0 0-1,0 0 1,0 0 0,0 0-1,0 0 1,0 1-1,4-2 1,5-1 220,1 0-1,0 1 1,18-2-1,81 3 1870,-62 1-2464,-49 4-1389,-1-1 1101,0 0 0,1 0 0,0 1 0,0-1 0,0 0 0,0 1 0,1 5 0,0 4-1172,-2 22-3434,-7 4-2301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8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 12502,'0'0'11995,"31"20"-11822,92 62-112,-88-57 73,-35-23-153,0 0 0,-1 0 0,0 0 0,1 0 0,-1 0 0,0 0 0,0 0 0,0-1 0,0 1 0,0 0 0,-1-1 0,1 1 0,0-1 0,-1 1 0,1-1 0,-1 1 0,0-1 0,1 0 0,-1 0 0,0 0 0,0 0 0,1 0 0,-1 0 0,-3 0 0,-58 18-1127,49-16 766,-15 4-255,11-4 268,1 2 0,-1 0 0,1 1-1,-27 13 1,43-19 422,0 1-1,1 0 0,-1 0 1,0 0-1,1 0 1,-1 0-1,1 0 0,-1 0 1,1 0-1,-1 0 1,1 0-1,0 0 0,-1 0 1,1 0-1,0 0 0,0 0 1,0 0-1,0 1 1,0-1-1,0 0 0,0 0 1,0 0-1,0 0 1,1 0-1,-1 0 0,0 0 1,1 1-1,-1-1 0,1 0 1,-1 0-1,1 0 1,-1-1-1,1 1 0,0 0 1,-1 0-1,1 0 1,0 0-1,1 1 0,26 24 848,0-2 0,33 23 0,-49-38-810,0-1 0,1 0 0,0-2 0,1 1 0,-1-1 0,1-1 1,0 0-1,0-2 0,1 1 0,-1-1 0,1-1 0,22 0 0,-4-1-485,-13 0-2205,-1-1 0,38-4 0,-27-7-4667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39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53 1153,'0'0'19592,"5"-52"-19495,-5 74-81,0 4-16,-5-9-225,-19 1-847,10 17-1025,14-18-2545,0-3-4130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32 3009,'0'0'20258,"0"43"-19893,0 133-266,0-97-203,0-111-1043,0 20 917,-1-3-3,1-1 1,1 1 0,0 0 0,1-1 0,0 1 0,1 0 0,1 0 0,9-24 0,-7 28 223,0 0 1,1 0-1,0 1 0,1 0 0,0 1 0,14-15 0,-17 20 152,0 0-1,0 0 0,0 1 1,0 0-1,0 0 0,1 0 1,0 0-1,-1 1 0,1 0 1,0 0-1,0 1 0,0 0 1,0 0-1,11-1 0,-9 2 147,11 0 269,-19 0-544,1 0 0,-1 0 0,0 0 0,1 0 0,-1 0 1,1 0-1,-1 0 0,0 0 0,1 0 0,-1 1 1,0-1-1,1 0 0,-1 0 0,0 1 0,1-1 0,-1 0 1,0 0-1,1 1 0,-1-1 0,0 0 0,0 1 1,1-1-1,-1 0 0,0 1 0,0-1 0,0 0 1,0 1-1,1-1 0,-1 1 0,0-1 0,0 0 0,0 1 1,0 0-1,0 9-3,1-5-49,-1 0 0,0 1 0,0-1 0,0 0 0,-1 0 0,0 0-1,0 0 1,0 0 0,0 0 0,-1 0 0,0 0 0,0-1 0,0 1 0,-5 7 0,-3-3-281,0 0 1,-1 0 0,0-1-1,0 0 1,-1-1 0,0-1-1,0 0 1,0 0 0,-17 4 0,7-1-1808,-38 21 0,53-26 1337,1 1 1,0-1 0,0 1 0,0 0 0,1 0 0,0 1 0,0-1-1,0 1 1,-7 13 0,10-13-2261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0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0 1 304</inkml:trace>
  <inkml:trace contextRef="#ctx0" brushRef="#br0" timeOffset="1">0 1 304,'59'153'2065,"-1"-197"-32,10 27-256,-15 12 224,-4 1-3314,-20-5-5506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0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 2001,'0'0'19950,"-2"45"-18253,1 7-1359,-1 31 190,-17 111 1,10-130-439,-3 0-1,-3-1 1,-28 78-1,42-138-195,-1 1 0,1-1 0,-1 1 0,0-1 0,0 1 0,-1-1 0,1 0 0,0 0 0,-1 0 0,0-1 0,-3 4 0,-12-1-5951,17-9 3632,1-101 568,0 102 1993,0 0 0,1 0 0,-1 0 0,0 0 0,1-1 0,0 1 0,0 0 0,0 0 0,0 1 0,0-1 0,1 0 0,-1 0 0,1 1 0,-1-1 0,1 0 0,0 1 0,3-3 0,-1 2 47,0 0-1,0 0 1,1 0 0,-1 0-1,1 1 1,0-1-1,0 1 1,0 0 0,7-1-1,10-1 476,-1 1 0,1 0 0,42 2 0,-50 1-334,55 0 583,-68 0-1027,0 1 0,0-1 0,0 1 0,0-1-1,-1 1 1,1-1 0,0 1 0,0-1 0,0 1-1,-1 0 1,1-1 0,0 1 0,-1 0 0,1 0-1,0-1 1,-1 1 0,1 0 0,-1 0 0,1 0-1,-1 0 1,0 0 0,1 0 0,-1 0-1,0 0 1,0 1 0,6 29-3394,-5-29 3164,0 37-5368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0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14006,'0'0'11174,"63"302"-10758,-44-280 48,-4-5-224,-5-8-96,-1-9-144,6 0-16,-5 0-624,4-9-737,15-13-880,1-8-1617,-6-1-5090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0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1 132 8996,'243'-131'7796,"-199"131"-6228,-6 0-591,6 0-737,-10 0-240,-14 0-128,-11 13-736,6 13-1313,-15-8-1729,0 12-1505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1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4546,'0'0'15629,"52"2"-15357,164 7-192,-138-4 391,-56-4-5654,-27 0 4775,0-1 0,1 1 0,-1 1 0,1-1 0,-1 0 0,1 1 0,0 0 0,-1 0 0,1 0 0,0 1 0,0 0 0,-4 3 0,-45 43-85,43-39 426,4-4 372,0 1-1,1-1 0,0 1 1,0 1-1,1-1 0,-1 1 1,-3 10-1,7-14 69,-1 0 1,0 1-1,1 0 1,0-1-1,0 1 0,1 0 1,-1-1-1,1 1 1,0 0-1,0 0 0,0-1 1,1 1-1,0 0 1,0 0-1,2 5 0,-2-8-297,1 1 1,-1-1-1,1 0 0,0 0 0,0 0 0,0 0 0,0 0 0,0-1 0,0 1 0,1 0 0,-1-1 0,0 0 0,1 0 0,-1 1 1,1-1-1,0-1 0,-1 1 0,1 0 0,0-1 0,-1 1 0,1-1 0,3 0 0,10 1 157,-1-1-1,24-2 0,-37 2-205,0-1-25,0 1 1,0-1-1,0 1 1,0-1 0,0 0-1,0 0 1,0 0 0,0 0-1,0-1 1,0 1 0,-1 0-1,1-1 1,0 1 0,-1-1-1,1 0 1,-1 1-1,0-1 1,1 0 0,-1 0-1,0 0 1,0 0 0,0 0-1,-1 0 1,2-4 0,2-2-13,2-7-319,-1-1 1,0 0 0,-1 0-1,0-1 1,1-22 0,5-24-6192,-9 56 2161,-1-1-2257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1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44 2961,'0'0'16928,"-19"10"-16573,-2 3-216,-33 24-1,52-34-96,0 0 0,0-1-1,-1 1 1,2 1-1,-1-1 1,0 0 0,1 0-1,-1 1 1,1-1-1,0 0 1,0 1 0,0 0-1,1-1 1,-1 1-1,1-1 1,0 1-1,0 0 1,0-1 0,0 1-1,1-1 1,1 6-1,-1 5 338,-1-13-357,0 0 0,0-1 0,0 1 0,0-1 0,1 1 0,-1 0 0,0-1 0,0 1 0,1-1-1,-1 1 1,0-1 0,1 1 0,-1-1 0,1 1 0,-1-1 0,0 1 0,1-1 0,-1 1 0,1-1 0,-1 0-1,1 1 1,-1-1 0,1 0 0,0 0 0,-1 1 0,1-1 0,-1 0 0,1 0 0,0 0 0,-1 0 0,1 1-1,0-1 1,0 0 0,25-1-31,-19 1 87,-4 0-71,0 0-1,-1 0 1,1 0 0,0-1-1,-1 1 1,1-1 0,-1 1-1,1-1 1,-1 0-1,1 0 1,-1 0 0,0 0-1,1-1 1,-1 1 0,0 0-1,0-1 1,0 0 0,0 1-1,0-1 1,0 0 0,1-3-1,1-1-65,0-1 0,-1 0 0,0-1 0,0 1 0,-1 0 0,3-10 0,-3 1-745,1 1 0,-2-1 0,-1-31 1,0 29-736,3 5-4696,-2 13 4779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2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1921,'0'0'16247,"0"433"-13381,0-258-1058,0 4-623,-14 5-433,-11-18-383,1-30-289,5-27-80,4-39-145,-5-22-943,16-13-881,4-17-1793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1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6243,'0'0'18424,"204"-14"-18424,-184 14-32,-1 0 16,-19 31-6643,-34 4-640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1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 10357,'-87'262'4028,"86"-260"-3942,0 1 0,1-1 0,-1 0-1,1 1 1,0-1 0,-1 0 0,1 1 0,0-1 0,1 1-1,-1-1 1,0 0 0,1 1 0,-1-1 0,1 0-1,0 1 1,0-1 0,1 4 0,0-5-16,-1 0 0,0-1 1,0 1-1,1 0 0,-1-1 1,0 1-1,1 0 0,-1-1 1,1 0-1,-1 1 0,0-1 0,1 0 1,-1 0-1,1 0 0,-1 0 1,3 0-1,-3 0-43,20 1 436,0 0 0,-1 1 0,1 1 0,38 11 1,-43-3-1441,-15-10 831,-1-1 1,0 0 0,0 1 0,0-1 0,0 1 0,1-1 0,-1 1 0,0-1 0,0 0 0,0 1 0,0-1 0,0 1 0,0-1-1,0 1 1,0-1 0,0 0 0,0 1 0,0-1 0,-1 1 0,1-1 0,0 0 0,0 1 0,0-1 0,0 1 0,-1-1 0,1 1-1,-17 11-3983,0-7 4253,-31 5-456,1 3 0,-83 34 0,78-26 2904,48-20 1217,8-1-3381,14-2-651,-1 0 0,1 0 0,-1-2 0,0 0 0,0-1 0,-1-1 0,19-9 0,-10 5-831,-17 7 324,0-1-1,0 1 0,0-1 0,11-9 1,-13 8-293,-1-1-1,1 0 1,-1 0 0,6-8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1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2321,'0'0'20666,"25"354"-19754,-25-231-416,0-1-384,0-17-32,0-21-80,0-19-144,-5-17-720,-15-26-577,1-4-1216,19-5-497,0-9-1568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1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1985,'0'0'11045,"146"-87"-10405,-127 87-144,1 0-431,-1 0-65,-4 8-1841,-6 23-2289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2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0 1889,'-230'252'3892,"225"-247"-3409,1 0 0,-1 1 0,1-1 0,0 1 0,-4 10 0,7-16-413,1 1 0,0-1 0,0 0 0,0 1 0,0-1 1,0 0-1,0 1 0,0-1 0,0 0 0,0 1 0,0-1 0,0 0 0,1 1 1,-1-1-1,0 0 0,0 1 0,0-1 0,0 0 0,0 0 0,1 1 0,-1-1 1,0 0-1,0 1 0,0-1 0,1 0 0,-1 0 0,0 0 0,0 1 0,1-1 1,-1 0-1,0 0 0,0 0 0,1 0 0,-1 1 0,0-1 0,1 0 0,-1 0 1,0 0-1,1 0 0,-1 0 0,0 0 0,1 0 0,1 1 191,31 12 3574,48 27 0,-40-20-3093,-41-20-750,2 1-41,0 0-1,0-1 0,0 1 0,0 0 1,0 0-1,0 0 0,0 0 0,-1 1 1,1-1-1,0 0 0,-1 1 0,1-1 1,-1 1-1,1 0 0,-1-1 0,0 1 1,0 0-1,2 3 0,-8-5-369,-120 0-1211,123 0 1681,0 0-1,0 0 0,0 0 1,0 0-1,0 1 0,0-1 1,0 1-1,0-1 0,1 1 1,-1 0-1,0-1 0,0 1 1,0 0-1,-2 2 0,3-2 38,1 0 0,-1 0-1,1-1 1,-1 1 0,0 0 0,1 0 0,0 0-1,-1 0 1,1 0 0,-1 0 0,1 0-1,0 0 1,0 0 0,0 0 0,0 0-1,-1 0 1,1 0 0,1 0 0,-1 0 0,0 0-1,0 0 1,0 0 0,0 0 0,1 0-1,-1 0 1,0 0 0,1 0 0,0 2-1,0-2-34,1 1-1,-1 0 0,1 0 1,-1-1-1,1 1 0,0-1 0,-1 1 1,1-1-1,0 0 0,0 1 0,0-1 1,0 0-1,0 0 0,0-1 1,0 1-1,3 0 0,6 3 84,13 7-24,1-2 0,0 0 0,0-2 0,42 7 0,-30-10-1498,48-1 0,52-3-6479,-63 0 2703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2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6387,'0'0'14017,"4"45"-12985,13 144-231,-17-180-721,1-1 1,0 1 0,1-1-1,0 1 1,0-1 0,1 0-1,0 0 1,0 0-1,1 0 1,0-1 0,6 9-1,1 2 260,-7-12-246,-1 0 1,2 0-1,-1 0 0,1 0 1,0 0-1,0-1 0,0 0 1,1 0-1,10 7 0,-10-9-242,-1-1-1,0 0 1,1 0-1,0 0 1,-1 0-1,1-1 1,0 0-1,0 0 1,0-1-1,0 1 1,0-1-1,10-2 1,-11 2-237,-1-1 1,0 0-1,0-1 1,1 1-1,-1-1 0,0 0 1,0 0-1,-1 0 0,1 0 1,5-5-1,-5 5-468,-1-1 0,0 0 0,-1 0 0,1 0 0,0 0 0,3-7 0,2-19-7052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2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5507,'49'-27'4978,"5"27"-4946,4 0-32,-10 0-2273,-13 0-5091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3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9492,'0'0'10997,"0"354"-9732,-5-257-753,0-14-224,0-18-208,-10-12-80,11-22-240,-6-14-720,-5-13-641,10-4-496,10-35-15175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3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1 110 624,'0'0'14887,"111"-109"-14103,-81 109-191,-1 0-145,10 0-224,-10 0-192,-10 0-32,1 0-320,4 26-1601,-5 9-3249,-14 0-401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3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0 158 10277,'0'0'8190,"20"33"-8046,67 98-101,-84-127-37,-1-1 0,1 0 0,0 1 0,0-1 0,1-1 0,-1 1 0,1 0 0,-1-1 0,8 4 0,-10-5 0,1-1 1,0 1-1,-1-1 1,1 0-1,0 1 1,-1-1 0,1 0-1,0 0 1,0 0-1,-1 0 1,1 0-1,0 0 1,-1-1-1,1 1 1,0-1 0,2 0-1,0-1 6,0-1-1,-1 0 0,1 1 1,-1-1-1,1 0 1,-1-1-1,0 1 0,0-1 1,0 1-1,3-7 1,-4 7-18,12-22-234,-1 0-1,-1-1 1,-1 0 0,-1-1 0,-1 0 0,7-42 0,-13 8-682,-4 42 913,1 19 29,0-1 0,0 1 1,-1 0-1,1-1 1,0 1-1,0-1 0,-1 1 1,1 0-1,0-1 0,-1 1 1,1 0-1,0-1 0,-1 1 1,1 0-1,-1 0 0,1-1 1,0 1-1,-1 0 0,1 0 1,-1 0-1,1-1 0,-1 1 1,1 0-1,-1 0 0,1 0 1,-1 0-1,1 0 0,-1 0 1,1 0-1,-1 0 0,-21 0 623,17 1-420,-2-2-101,0 1-1,1 1 1,-1-1-1,1 1 1,-13 3-1,15-2-104,1 0 1,-1 0-1,1 0 0,-1 0 1,1 1-1,0-1 0,0 1 1,0 0-1,1-1 0,-1 1 1,-4 7-1,-4 4-51,6-10-21,1 0 0,1 1 0,-1 0 0,1 0 0,0 0 0,0 0-1,0 0 1,0 0 0,1 1 0,0-1 0,0 1 0,-1 6 0,3 53-5513,0-43 499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3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13238,'0'0'9412,"121"-13"-9412,-96 9 16,-11-10-64,6 6-48,-15 3-432,-1-8-512,6 13-993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4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0 9828,'-49'27'1275,"2"3"-1,-45 36 1,91-66-1220,0 1 1,0 0 0,0 0 0,0 0 0,0 0-1,1 0 1,-1 0 0,0 0 0,1 0 0,-1 0-1,0 0 1,1 0 0,-1 0 0,1 0 0,0 0-1,-1 1 1,1-1 0,0 0 0,0 0 0,0 1-1,0-1 1,0 0 0,0 0 0,0 1 0,0-1-1,1 0 1,-1 0 0,0 0 0,1 1 0,-1-1-1,1 0 1,-1 0 0,1 0 0,-1 0 0,1 0-1,0 0 1,0 0 0,-1 0 0,1 0 0,0 0-1,2 1 1,4 3 274,1 1 0,0-1 0,0-1 0,15 7 0,-6-2 119,-3-2-274,0 0 1,1-1-1,0-1 1,0 0-1,0-1 1,0 0-1,1-2 1,0 1 0,18-1-1,-33-2-295,-12 0-2012,-6 0 1433,0 1-1,1 1 1,-31 8-1,40-9 603,0 1 0,0 1-1,1-1 1,-1 1 0,1 0-1,-1 1 1,1-1 0,0 1 0,0 0-1,1 1 1,-1-1 0,-7 10-1,12-13 152,0 0 1,0 0-1,0 0 0,0 0 1,0 0-1,1 0 0,-1 0 0,0 0 1,1 0-1,-1 1 0,1-1 1,-1 0-1,1 0 0,-1 1 0,1-1 1,0 0-1,0 0 0,0 1 0,0-1 1,0 0-1,0 1 0,0-1 1,0 0-1,0 0 0,0 1 0,1-1 1,-1 0-1,1 0 0,-1 1 1,1-1-1,-1 0 0,1 0 0,0 0 1,-1 0-1,1 0 0,0 0 0,0 0 1,0 0-1,0 0 0,0 0 1,0-1-1,0 1 0,0 0 0,0 0 1,0-1-1,0 1 0,1-1 1,-1 1-1,0-1 0,0 0 0,1 1 1,-1-1-1,0 0 0,1 0 0,-1 0 1,0 0-1,2 0 0,22 0-388,-1-1-1,36-5 0,-53 5-64,1-1 0,-1 0 0,0-1 0,0 1 0,0-1 0,0-1 0,-1 1 0,1-1-1,-1 0 1,0 0 0,0-1 0,6-6 0,20-30-3800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4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1 2193,'0'0'9423,"0"65"-4637,0 8-3755,-7 372 3111,-25 82-1495,-36-6-1746,54-458-898,8-38-178,1 1 0,1-1 1,-1 40-1,5-63-809,0-10-478,0-17 550,4-158-2210,-1 147 3000,2 0-1,1 1 0,14-44 0,-17 71 129,7-25-16,22-49 1,-27 72 75,0 0 1,1 1 0,0 0-1,0 0 1,1 0 0,0 1 0,1 0-1,0 0 1,11-8 0,-9 9-1,0 1 1,0-1 0,0 2-1,1 0 1,21-8 0,5 8-5544,-30 5 304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5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9668,'0'0'11750,"5"47"-11441,15 144-149,-15-109-46,-6-48-41,1-34-233,8 0-376,222 0 509,-229 1-260,1 0 0,-1 0 0,0 0 0,0 0 1,1 0-1,-1 1 0,0-1 0,0 0 0,0 0 0,0 1 0,0-1 0,-1 1 0,1-1 0,0 1 0,-1-1 0,1 1 0,-1-1 1,1 1-1,-1-1 0,0 1 0,0 2 0,2 20-4483,-2-5-2234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5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1697,'0'0'16007,"316"79"-15863,-262-75-144,-20-4-464,-5 0-865,-10 13-1552,-14-8-1505,-5 8-4290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5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10565,'0'0'10917,"19"333"-10469,0-285 80,6-13-96,-11-18-191,11-17-241,13 0-144,-3 0-865,3-35-384,30 0-2144,-4-9-3346,4 9 4161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5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1 9700,'0'0'12769,"26"17"-12257,81 55-160,-80-50-73,-26-22-272,-1 0 1,0 0 0,0 0-1,0 0 1,0 1 0,1-1-1,-1 0 1,0 0 0,0 0-1,0 1 1,0-1 0,0 0-1,0 0 1,0 1 0,1-1-1,-1 0 1,0 0 0,0 1-1,0-1 1,0 0 0,0 0-1,0 1 1,0-1-1,0 0 1,0 1 0,-1-1-1,1 0 1,0 0 0,0 0-1,0 1 1,0-1 0,0 0-1,0 1 1,-2 4 134,2-3-112,0-1 0,0 1 0,-1 0 0,1 0 0,0 0 0,-1 0 0,0 0 0,1 0 0,-1-1 0,0 1 0,0 0 0,0-1 0,0 1 0,0 0 0,0-1 0,-1 1 0,1-1 0,0 0 0,-1 1 0,1-1 0,-3 1 0,-38 18 115,35-18-139,-34 15-567,-2-3 1,0-1 0,0-2 0,-1-2-1,-1-2 1,-44 1 0,109-10 665,0-1 0,0-1 1,-1-1-1,0-1 0,0 0 0,23-12 1,34-11 136,163-54-482,-224 78-474,1 0 0,31-5 0,-31 7-1868,-1 0 0,23-8 1,-12-1-4132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6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1 1 7299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6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1 311 7299,'408'-311'6403,"-408"355"-2625,0 74-1201,0 18 945,-15 12-3074,-4-51-32,-10-14-304,4-9-16,1-17-96,5-18-48,9-8-832,-5-18-881,6 9-992,4-9-1201,-10-9-2193,6-4-2657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6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4962,'0'0'16040,"34"166"-14936,10-122-624,-6-13-144,6-9-127,-10-9-177,0-13-32,0 0-176,-5 0-1153,5 0-624,1 0-1857,-6-27-2449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6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 1 7844,'0'0'13051,"29"11"-12277,88 36-206,-92-31-297,-21-5 7,-4-6-231,-1-1 0,1 0 0,-1 1 0,0-1 0,0 0 0,-1 0 0,1 0 0,-1 0-1,0 0 1,0 0 0,0 0 0,-1-1 0,1 1 0,-1-1 0,0 1 0,0-1-1,0 0 1,0 0 0,-1-1 0,1 1 0,-1-1 0,-5 3 0,-10 6-137,0-2-1,-1 0 1,-29 7 0,16-4-190,14-5 96,-1 1-409,-1-1 1,0 0-1,-1-1 0,1-2 1,-1 0-1,-43 2 0,63-6 951,8 0-118,23 0-853,147 0 2349,-116 0-4482,-3 0-4539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27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0 12294,'0'0'5906,"0"306"-2720,-14-91-1041,-6 17-1201,-4-9-384,-5-13-431,-5-22-81,5-26-48,4-14-1217,6-16-2785,-15-27-4594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2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511 0 10837,'0'0'14911,"-39"19"-14343,-125 65-162,59-26-31,-57 24-107,148-76-292,-11 6-513,23-10-308,3-12-3051,0 7 3844,-1 1 0,1 0-1,0 0 1,0-1-1,0 1 1,0 0-1,1 0 1,-1 0 0,1 0-1,-1 0 1,1 1-1,-1-1 1,1 0-1,0 1 1,0-1 0,0 1-1,0 0 1,0-1-1,0 1 1,0 0-1,1 0 1,-1 1 0,0-1-1,1 0 1,4 0-1,6-1 184,1 0-1,0 1 1,19 1 0,-20 0 40,-11 0-137,1 1 1,-1-1-1,0 0 0,0 1 1,0 0-1,0-1 1,0 1-1,0 0 1,0 0-1,0 0 0,-1 1 1,1-1-1,0 0 1,0 1-1,-1-1 0,1 1 1,-1-1-1,1 1 1,-1 0-1,0-1 0,0 1 1,0 0-1,0 0 1,0 0-1,0 0 1,0 0-1,-1 0 0,1 0 1,-1 0-1,1 1 1,-1 3-1,2 10-733,0 1 0,-2-1 0,-1 21 0,1-16-1469,0-13 1121,0 11-2116,0-7-1679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2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1 0 1713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2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142 274 1713,'-90'-257'2817,"82"240"-524,11 40 433,2 8-774,11 208 6862,-15 11-4291,-1-132-4496,0-98-16,0 0 0,-1 0 0,-1 0 0,-1 0 0,-1 0 0,-1 0 0,-14 37 0,15-46-156,3-7-142,0-1 0,0 1 0,-1 0 0,1-1 0,-1 0 0,0 1 0,0-1 0,0 0 0,-5 6 0,7-10 148,-1 1-1,0-1 0,1 1 1,-1-1-1,0 1 1,1-1-1,-1 1 1,1-1-1,-1 0 1,1 1-1,-1-1 1,1 0-1,-1 0 1,1 1-1,0-1 1,-1 0-1,1 0 1,0 1-1,0-1 1,0 0-1,0 0 0,0 0 1,0 0-1,0 1 1,0-1-1,0 0 1,0 0-1,0 0 1,1-1-1,-2 0-76,1-187-3375,1 185 3737,0-1 1,0 1-1,1 0 1,-1 0-1,1 0 1,0 0-1,0 0 0,1 0 1,-1 0-1,1 1 1,-1-1-1,1 1 1,0-1-1,1 1 0,-1 0 1,0 1-1,1-1 1,0 0-1,-1 1 0,1 0 1,5-2-1,11-6 516,1 1-1,39-11 1,-52 18-650,41-10 197,-28 7-293,38-14-1,-52 17-504,0-1 0,0 1 0,0 1-1,0-1 1,1 1 0,12 0 0,5-1-3498,-5-1-806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3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 10821,'0'0'10133,"0"402"-9317,0-284-352,0-8 32,-19-18-384,-1-18-112,11-17-112,-6-5-1328,15 14-1394,-15-9-2928,-9-5-4115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3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28 624,'0'0'19150,"22"31"-18667,76 94-235,-95-121-236,0-1-1,0 1 0,1-1 1,-1 0-1,1 0 1,0 0-1,0-1 0,0 0 1,5 3-1,-6-5 0,-1 1 0,0-1 0,1 1 0,-1-1 0,1 0 0,-1 0 0,1 0 0,-1 0 0,5-1 0,7 0 67,-11 1-57,0-1 1,0 1 0,-1 0-1,1-1 1,0 1-1,0-1 1,0 0-1,0 0 1,-1 0 0,1-1-1,-1 1 1,1-1-1,-1 1 1,1-1 0,-1 0-1,4-3 1,-2 1-12,-1-1 0,1 0 0,-1 0 1,0 0-1,0 0 0,0 0 0,3-11 0,-1 1-66,-1 0 0,-1-1 0,0 1 0,-1-1 0,0-23 0,-2 38 49,0-1 0,1 1 0,-1 0 0,0-1 0,-1 1 0,1 0 0,0-1 0,0 1 0,0 0 0,-1 0 0,1-1 0,-1 1 0,1 0 0,-1 0 0,1-1 0,-1 1 0,-1-1 0,1 1 13,-1 0 1,0 1-1,1-1 1,-1 1-1,0 0 1,0-1-1,0 1 1,1 0-1,-1 0 1,0 0-1,-3 0 1,3 0 1,-26 0 176,-51 2 415,72-1-538,-1 0-1,1 1 1,0 0-1,0 0 1,0 1 0,0-1-1,0 2 1,-10 5 0,-4 6 302,-34 34 0,28-24-30,66-24-12275,19-1 6124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3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31 1024,'0'0'19631,"41"-5"-18641,126-16-417,-155 19-505,1 1 1,-1 0-1,0 0 0,23 3 0,-1 1 317,-37 7-201,-2-3-174,-1 1 0,-1-1 1,1-1-1,-1 1 0,0-1 1,-1 0-1,0-1 0,-11 7 0,-8 6-121,-39 32-345,37-26-83,-1-2 0,-1-1 0,0-1 0,-50 22 0,70-37 67,-28 13-3460,33-15-59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4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0 9092,'0'0'5456,"0"69"-1761,0 452 494,0-468-3836,1 62 472,-27 218 0,19-288-716,-15 88 78,-42 137 0,64-269-211,-12 30-652,11-29 512,1-1 0,-1 0-1,0 0 1,1 0 0,-1 0-1,0 0 1,0 0 0,1-1-1,-1 1 1,0 0 0,0 0-1,0 0 1,0-1 0,0 1-1,0-1 1,0 1 0,-1-1-1,1 1 1,0-1 0,0 1-1,0-1 1,-3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4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9316,'0'0'11651,"6"25"-11174,21 82-186,-24-96-229,0-1-1,-1 1 0,-1-1 1,0 1-1,0 20 0,-1-7-1149,0-24 416,446 0 1664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4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1 1 1377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4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1377,'29'389'7379,"34"-389"-3249,15 0-1505,0 0-1056,-10 0-1569,-24 0-544,-1 0-1826,-28 9-1391,-10 8-1009,-5 1-817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5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1 256,'0'0'19508,"-7"29"-17721,-19 95-792,24-111-864,0 1-1,0-1 1,2 1-1,0 16 0,0-26-94,1-1 0,-1 0-1,1 0 1,0 1-1,0-1 1,0 0 0,0 0-1,0 0 1,1 0 0,0 0-1,-1 0 1,1-1-1,0 1 1,0 0 0,4 3-1,-1-4-65,0 0-1,0-1 1,0 1-1,0-1 1,0 0 0,1 0-1,-1 0 1,0-1-1,1 0 1,-1 0-1,0 0 1,0-1-1,1 0 1,-1 0 0,0 0-1,9-4 1,-7 1-197,-1-1 0,1 1 1,-1-1-1,-1 0 0,7-7 1,-5 4-373,1 0 0,1 1-1,13-9 1,9 0-2373,1 1-1,47-14 1,-72 27 2522,67-22-2490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5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0 1361,'0'0'18440,"21"15"-17175,67 50-332,-78-57-685,-1 0 0,0 2 0,14 16 0,-10-10 265,-11-14-434,-1 1 0,1 0 0,0-1 0,-1 1 0,1 0 0,-1 0 0,0 0 0,0-1 0,0 1 0,0 1 0,0-1 0,-1 0 0,1 0 0,-1 0 0,0 0 0,0 0 0,0 0 0,0 1 0,-1-1 0,1 0 0,-1 0 0,0 0 0,0 0 0,0 0 0,0 0 0,-1-1 0,1 1 0,-1 0 0,1 0 0,-1-1 0,0 1 0,-3 2 0,-8 5-148,0 1 1,-1-2 0,-1 0 0,0-1 0,0 0 0,0-1-1,-1-1 1,0 0 0,-23 4 0,3-3-1116,-1-1 0,1-2-1,-50-1 1,83-3 1065,1 1-1,-1-1 0,1 0 1,-1 0-1,0 0 1,1-1-1,-1 1 0,0-1 1,1 1-1,-1-1 1,1 0-1,-1 0 0,1 0 1,-1 0-1,1-1 1,0 1-1,0-1 1,0 1-1,0-1 0,0 0 1,0 0-1,0 0 1,0 0-1,1 0 0,-1 0 1,1 0-1,-1 0 1,1-1-1,0 1 0,0 0 1,0-1-1,0 1 1,0-1-1,1 0 1,-1 1-1,1-1 0,0 0 1,-1 1-1,2-5 1,-2-7-85,3-15 26,-1 28 184,-1 0 0,1 0 1,-1 0-1,1 1 1,0-1-1,-1 0 0,1 0 1,0 0-1,0 1 0,0-1 1,-1 0-1,1 1 1,0-1-1,0 1 0,0-1 1,0 1-1,0 0 0,0-1 1,0 1-1,0 0 1,0 0-1,0-1 0,0 1 1,0 0-1,2 0 1,101-1 1450,-52 2-388,-40-1-998,-1 1 0,1 1 0,-1 0 0,1 1 0,-1 0-1,0 1 1,0 0 0,-1 1 0,1 0 0,-1 0 0,0 1 0,0 1 0,-1 0 0,0 0 0,0 1 0,0 0-1,-1 0 1,11 15 0,-14-15-478,-1 0 0,1 1-1,-2 0 1,1-1 0,-1 1 0,-1 0-1,0 0 1,2 12 0,-1 8-3513,-1 36 0,-2-62 3519,0 34-6683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5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9957,'0'0'10484,"25"355"-7506,-25-193-753,4-5-1009,-4 5-735,0-27-193,0-8-208,0-26-80,0-27-16,0-8-417,-14-31-895,-1 26-1409,15-26-2322,-5 9-4129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46:45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19465,'0'0'6835,"59"31"-25275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23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10 5234,'0'0'8943,"-3"0"-8695,1 0-1757,1 0 1778,1 0 0,-1 0 0,1 0 0,0 0 0,-1 0 0,1 0 0,-1 0 1,1 0-1,-1 0 0,1 0 0,-1 0 0,1 0 0,0 0 0,-1 0 0,1 0 0,-1 0 0,1 0 1,-1 0-1,1-1 0,0 1 0,-1 0 0,1 0 0,0-1 0,-1 1 0,1 0 0,0-1 0,-1 1 1,1 0-1,0-1 0,-1 1 0,1 0 0,0-1 0,0 1 0,0 0 0,-1-1 0,1 1 1,0-1-1,0 0 0,0 0 352,348 1 2904,-340 4-3503,5 1 78,19-5-18,57 8-1,-86-8-93,15 4 66,0-2 0,22 1-1,120 2 572,-30-1 26,-124-1-575,5 3 18,713-6 731,-546 4-670,48 0 29,-125 6-48,-92-8-104,0 0 0,0 1 0,17 7 0,-22-7-14,-2-2-17,0 0 0,0-1 0,0 0-1,0 1 1,0-1 0,0 0-1,0 0 1,1 0 0,-1 0 0,0 0-1,2-1 1,5 0 9,14 1-12,1-1 22,1 2 1,46 6-1,-16-2-1,-15-3-9,34 4-8,113-6 0,-74-2 5,-81 2 28,46 7-1,-43-4-10,-1-1-1,53-4 0,-20 0-2,2924 2 827,-2991 0-800,0 0-203,0 0-1,0-1 1,0 1 0,0 0-1,0-1 1,0 1-1,0 0 1,0-1-1,1 1 1,-1 0 0,0-1-1,0 1 1,0 0-1,0-1 1,0 1-1,0 0 1,1 0-1,-1-1 1,0 1 0,0 0-1,1 0 1,-1-1-1,0 1 1,0 0-1,1 0 1,-1 0 0,0-1-1,0 1 1,1 0-1,-1 0 1,0 0-1,1 0 1,-1 0-1,0 0 1,1 0 0,-1 0-1,1 0 1,14 2-4197,-4 13-2656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13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 76 6019,'0'0'12600,"-2"-9"-12304,-8-29-18,8 28 941,-19 9 5448,31-3-6660,0 1 0,0 0-1,1 0 1,-1 1 0,1 1 0,12-1 0,73 3-92,-43 0 37,-48 0 47,-1-1 0,1 1-1,-1 0 1,1 1 0,-1-1 0,1 1 0,-1 0 0,0 0 0,0 1 0,0-1 0,0 1 0,0 0 0,-1 0 0,1 0-1,-1 0 1,6 7 0,-2-2-13,0 1-1,-1 0 1,0 1-1,0-1 1,-1 1-1,4 12 1,-3-2 34,-2 1 0,0 0 1,-1-1-1,-2 1 0,0 0 1,-1 1-1,-4 32 0,3-51-7,0 0 0,0 1 0,-1-1 0,1 0 0,-1 0 0,0 0 0,0 0 0,0 0 0,0 0 0,-1 0 0,1-1 0,-1 1 0,1-1 0,-1 0 0,0 1 0,0-1 0,0-1 0,-5 3 0,-4 3 7,-1 0 0,0-2-1,-19 6 1,11-6 5,0-2-1,-1 0 1,1-1 0,-1-2 0,1 0-1,-39-5 1,54 4-57,0-1 0,0 1-1,0-1 1,0 0 0,0 0 0,0-1-1,1 0 1,-1 0 0,1 0-1,0 0 1,0-1 0,0 0 0,0 0-1,1-1 1,0 1 0,0-1-1,0 0 1,0 0 0,1 0 0,-1 0-1,2-1 1,-1 1 0,0-1 0,1 0-1,0 0 1,0 0 0,1 0-1,0 0 1,-1-10 0,1-3-1,1 13 29,-1 1-1,1-1 1,0 0-1,1 1 0,1-10 1,-2 13 5,1 1-1,-1-1 1,1 1-1,0 0 1,-1-1 0,1 1-1,0 0 1,0 0 0,0-1-1,0 1 1,0 0 0,0 0-1,0 0 1,0 0-1,0 0 1,1 0 0,-1 1-1,0-1 1,1 0 0,-1 1-1,0-1 1,1 1 0,-1-1-1,1 1 1,-1-1-1,3 1 1,57-7 98,103 1 0,-155 7-76,1 0 1,-1 1 0,0 0-1,0 0 1,0 1 0,0 0-1,0 1 1,-1 0 0,1 0-1,-1 1 1,0 0 0,13 10-1,-15-10-9,0 0 0,0 0 0,0 1 0,-1 0 0,0 0 0,0 0 0,0 1 0,-1-1 0,0 1 0,0 0 0,-1 0 0,0 1 0,0-1 0,-1 1 0,3 12-1,-2 16 314,-2 0-1,-6 66 1,4-95-297,0-1 1,-1 1 0,0-1-1,0 0 1,0 0 0,-1 0-1,0 0 1,0 0 0,0 0 0,-1-1-1,-6 8 1,-5 2 102,0 0 1,-21 16-1,33-28-114,-2 0 23,1 0 0,-1 1 0,-1-2 0,1 1 0,0-1 0,0 0 0,-1 0 0,0 0 0,1-1 0,-1 1 0,-7-1 0,-8 1 95,-38-3-1,20 0-81,-4 1-25,-54-1-84,92 0-24,0-1 0,0 0 0,0 0 0,0-1 0,0 1 0,0-1-1,1 0 1,-1 0 0,1-1 0,0 1 0,0-1 0,0 0 0,0 0 0,1 0 0,-5-8 0,3 6-355,-1-1 1,1 1-1,-1 0 1,-1 1-1,-6-6 1,4 8-572,5 3-2143,2 0 1028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15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98 189 2209,'0'0'20858,"-8"-11"-19418,-21-31-311,28 40-814,0 1 1,0-1-1,0 0 1,1 1-1,-1-1 1,0 0-1,1 0 1,-1 0-1,1 0 1,0 1-1,-1-1 1,1 0-1,0-3 1,1 3-232,-1 0-1,0 0 1,1 1 0,-1-1 0,1 1 0,0-1 0,0 0 0,-1 1 0,1 0 0,0-1-1,0 1 1,2-2 0,1-1-218,1 0 0,0 0 0,0 0-1,0 1 1,0 0 0,7-3 0,-3 2 523,4-4-400,0 1 0,1 1 1,0 0-1,0 1 0,0 1 1,0 0-1,1 1 0,0 0 1,28 0-1,-20 1 2,-17 1-3,0 1 0,0-1 1,0 1-1,0 0 0,0 0 1,-1 1-1,1 0 0,0 0 1,0 0-1,0 1 0,8 2 1,-5 6 6,0 1 1,-1-1 0,0 1-1,0 1 1,-1-1 0,-1 1-1,8 19 1,-10-19 18,-1 1 0,-1 0 0,0 0 0,-1 1 0,-1-1 0,0 0 0,-3 26 0,1-15 101,1-18-108,0 1 0,-1-1 0,1 0 1,-2 0-1,1 0 0,-1-1 0,1 1 1,-2-1-1,1 1 0,-1-1 0,1 0 0,-1 0 1,-1 0-1,1-1 0,-1 0 0,0 1 1,0-2-1,0 1 0,-11 5 0,-3 2 9,0-1-1,-1 0 0,-1-2 1,-35 10-1,-117 14 38,129-26-45,14-5-482,39-11 193,3 4 275,-1 0 0,1 1 0,1 0 0,-1 1 0,1 0 0,-1 1 0,1 0 0,15 0-1,109-5-31,119 8-110,-85 0-3730,-112 2-569,-20 5-2973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16.5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0 3874,'0'0'13681,"-6"0"-12441,-17 0 36,18 0 5417,5 3-6018,0 35-192,-9 413 1841,8-335-1985,-6-108-311,6-7-22,0-1 1,0 1-1,0 0 1,1-1 0,-1 1-1,0 0 1,0 0-1,1 0 1,-1 0-1,0 0 1,1-1-1,-1 1 1,1 0-1,-1 0 1,1 0-1,-1 1 1,1-1-1,0 0 1,0 0 0,-1 1-1,1-1-6,0 0 1,0 0-1,0 0 1,0-1-1,0 1 0,0 0 1,0 0-1,0 0 0,-1 0 1,1-1-1,0 1 0,0 0 1,-1 0-1,1-1 0,-1 1 1,1 0-1,-1-1 0,1 1 1,-1 0-1,1-1 1,-1 1-1,0-1 0,1 1 1,-1-1-1,0 1 0,1-1 1,-1 1-1,0-1 0,-1 1 1,1-1 49,-5 9-11708,6-9 11359,0 1 0,0-1 1,1 1-1,-1-1 1,0 0-1,0 1 0,0-1 1,0 1-1,0-1 0,1 0 1,-1 1-1,0-1 0,0 0 1,0 1-1,1-1 0,-1 1 1,13 0-11953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18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1 114 18777,'0'0'11215,"11"-3"-11119,32-4 358,0 3 0,62 0-1,556-43 613,-356 16-814,-157 26-351,-148 5 63,0 0-1,1 0 1,-1 0-1,0 0 1,0 0-1,1 0 0,-1 0 1,0 0-1,1 0 1,-1-1-1,0 1 1,0 0-1,1 0 1,-1 0-1,0-1 0,0 1 1,1 0-1,-1 0 1,0 0-1,0-1 1,1 1-1,-1 0 1,0 0-1,0-1 0,0 1 1,0 0-1,0-1 1,0 1-1,1 0 1,-1-1-1,0 1 1,0 0-1,0 0 1,0-1-1,0 1 0,0 0 1,0-1-1,0 1 1,0 0-1,0-1 1,0 1-1,-1 0 1,1-1-1,-14-2-15656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18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1 816,'0'0'19511,"5"25"-18410,3 15-754,37 229 2636,-38 264 1147,-9-316-3637,2-205-501,0-10-98,-24-2-21285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19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10357,'0'0'17029,"26"38"-16530,87 119-120,-106-148-328,0-1 0,0 0 1,17 14-1,-22-20-36,0-1 1,0 1-1,0-1 0,1 0 0,-1 0 0,0 0 0,1-1 0,-1 1 1,3 0-1,8 2 44,-2 0-30,0-1 0,1 0 1,-1-1-1,1 0 1,-1-1-1,1 0 0,-1-1 1,15-3-1,-20 3-31,-1-1 0,1 0 0,-1 0 0,1 0 0,-1-1 0,0 1 0,0-1 0,0 0 0,0-1 0,-1 1 0,1-1 0,-1 0 0,4-5 0,6-8-291,-1 0 0,14-24 1,14-18-4677,-40 58 4445,0-1-1,0 0 0,0 1 1,0-1-1,0 0 1,0 0-1,0 0 0,-1 1 1,1-1-1,0-3 1,1-25-9396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27.7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50 1313,'0'0'20358,"27"-4"-20099,177-30-166,-113 26 1043,165 5-1,-135 4-804,117-1-451,-236 27 1235,22 41-790,-13-26 32,17 43-1,5 19 388,76 348 708,-44 7-495,-38-250-483,-4-39-244,15 133-45,7 61-15,-18-117-52,3 41 12,-8-18-51,11 224 16,8-131-119,-32-275 48,-5 174 1,-5-149-16,15 463 106,-14-285 37,0-290-83,1-1 17,38 0-95,90-1 108,184 23 0,330 44-37,-439-49-49,168 2 25,-8-1-7,534 93 118,-365-38-140,1834 253-161,-1466-227 210,379 3 81,-366-60-250,19 0-15,-130-10 161,1-32 25,-379-1-43,666 1 97,-239-52-201,-183 3 28,376 39 59,-690 12 32,236 7 2,25 28 28,-15-1-44,-199-21-74,-258-5 32,28 1 19,-60-10-59,135-4-376,-211-1 406,36-11 0,20-2 46,-32 8-102,-16 3-104,72-3 0,-112 9 179,1-1-1,-1 0 1,0 0-1,1 0 1,-1-1-1,0 0 1,0 1-1,4-4 1,23-8-81,-30 13 101,1 0 0,0-1-1,-1 1 1,1-1 0,-1 0-1,1 0 1,-1 1-1,0-1 1,1 0 0,-1 0-1,0 0 1,0 0-1,1-1 1,-1 1 0,0 0-1,1-3 1,8-7 23,19-1-18,-10 6-1,-6-6 13,-13 11-19,1 0 1,-1 1-1,1-1 0,-1 0 0,1 1 1,0-1-1,-1 0 0,1 1 0,0-1 1,0 1-1,-1-1 0,1 1 0,0-1 1,0 1-1,0-1 0,0 1 1,-1 0-1,1 0 0,0-1 0,2 1 1,-2 0-3,1 0 1,-1-1-1,1 1 1,0 0 0,-1-1-1,1 1 1,-1-1 0,1 0-1,-1 0 1,0 1-1,1-1 1,-1 0 0,0 0-1,1 0 1,-1 0 0,0-1-1,2-1 1,18-29 19,-5 8 27,-1-1 2,-13 20-35,1 1 1,-1-1-1,1 0 0,1 1 0,5-7 1,23-33 10,-29 40-23,0 0-1,0-1 0,0 1 1,-1-1-1,0 0 0,0 0 1,0 0-1,2-9 0,-2 8 6,-1 1 0,1-1 0,0 1 1,1-1-1,4-8 0,4-3 17,-2 0 1,0-1-1,-2 0 1,9-27 0,-8 20-55,1 2 1,14-27-1,-13 33 27,0-1 14,0 0 0,-1-1-1,-1 0 1,8-26-1,33-92 5,-26 62-3,-12 41 3,13-67 1,-18 71-8,13-40 1,5-19 3,29-135-11,-12 71 2,-26 106 2,11-63 1,28-161 60,5-39 7,-27 109-69,38-262 102,-5 10 114,-54 373-214,25-235 69,-12 106-65,-8 108 43,-9 64-19,3-42 1,-2-32 42,4-155 42,-12 64-86,0 200-66,0-25 54,0-19-172,0 45 110,0-11-173,-30 11 18,27 1 197,-1 0 0,0 1 1,1-1-1,-1 1 0,1 0 0,-1 0 0,1 0 1,-1 0-1,1 1 0,0-1 0,0 1 0,0 0 1,0 0-1,0 0 0,-3 3 0,-3 3 5,1 1 0,0 0 0,-8 14 0,-3 3-3,-38 47-51,-81 142 0,134-208 42,-2 6-25,-1-1 0,-1 1-1,0-1 1,-1-1 0,-14 16 0,10-20-155,26-9-268,140 3 330,386-10 225,-478 3-127,18-1-1,-77 6 37,-1 1 1,0 0-1,0 0 1,0 0-1,0 0 0,0-1 1,0 1-1,0-1 1,0 1-1,0-1 1,-1 1-1,1-1 0,0 1 1,0-1-1,0 0 1,0 1-1,-1-1 0,1 0 1,0 0-1,-1 0 1,1 1-1,0-1 1,-1 0-1,1 0 0,-1 0 1,0 0-1,1 0 1,-1 0-1,0 0 1,1 0-1,-1 0 0,0 0 1,0 0-1,0 0 1,0-2-1,-3-42 174,2 38-157,-2-7 1,0 0 1,-1 0-1,-1 1 0,0 0 0,-12-22 0,-41-61 132,47 78-126,-2-1 20,0 1-1,-2 1 1,0 0-1,0 0 1,-2 2-1,-18-15 1,31 27-84,1 0 0,0 0 0,1 0 0,-1 0 0,0-1 0,1 1 0,0-1 0,0 0 0,0 1 0,-2-7 0,2 5-159,1 4 86,1 0 0,-1-1 1,0 1-1,0 0 1,0-1-1,0 1 0,0 0 1,0 0-1,0 0 0,-1 0 1,1 0-1,0 0 1,0 0-1,-1 0 0,1 0 1,-1 1-1,1-1 1,-1 1-1,1-1 0,-1 1 1,1-1-1,-1 1 1,-1 0-1,-14-1-5674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29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10 231 8708,'0'0'15711,"5"24"-15689,18 69-9,-23-92-11,1 1 1,-1-1-1,1 0 1,-1 0-1,1 1 1,-1-1-1,1 0 1,0 0-1,-1 0 1,1 1-1,0-1 1,0 0-1,0 0 1,0 0-1,0-1 0,0 1 1,0 0-1,0 0 1,0 0-1,1-1 1,-1 1-1,0-1 1,0 1-1,1-1 1,-1 1-1,0-1 1,1 0-1,-1 1 1,0-1-1,1 0 1,-1 0-1,0 0 1,1 0-1,-1 0 0,0-1 1,1 1-1,1-1 1,6 0 23,-1 1-3,-5 1-5,0-1-1,0 0 1,-1 1 0,1-1-1,0-1 1,-1 1 0,1 0-1,0-1 1,-1 1 0,1-1-1,0 0 1,-1 0-1,1 0 1,-1 0 0,1 0-1,-1-1 1,0 1 0,1-1-1,-1 1 1,0-1 0,0 0-1,0 0 1,0 0-1,2-4 1,5-8 2,-2 1 0,0-2 1,-1 1-1,0-1 0,-1 0 0,5-30 0,-2 1-548,2-54 0,-10 44-126,0 54 644,0-1-1,0 1 1,-1-1-1,1 1 1,0-1-1,0 1 1,0-1-1,0 1 1,-1-1-1,1 1 1,0-1-1,0 1 1,-1-1-1,1 1 1,0-1-1,-1 1 1,1-1-1,-1 1 1,1 0-1,0-1 1,-1 1-1,1 0 1,-1 0-1,1-1 1,-1 1-1,1 0 1,-1 0-1,1-1 1,-1 1-1,1 0 1,-2 0-1,-8-2-441,0 0-1,0 1 0,-1 1 0,1 0 1,0 0-1,-1 1 0,1 0 0,0 0 1,-18 6-1,21-2-690,0 0 1,0 1 0,0 0-1,-9 11 1,-36 37-8118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29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0 268 2913,'0'0'20698,"399"-53"-20106,-263 14-224,-10-5-240,-19-4-96,-29 9-32,-34 8-736,-20 18-689,-5 13-1072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29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14054,'0'0'10533,"34"302"-10485,-29-267-48,-5 4-400,0-13-752,0 18-897,0-22-2241,14-22-2513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29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448 1 9060,'0'0'18016,"-21"21"-17210,-151 149 325,133-132-954,-61 57 308,83-82-656,0 0 0,-1 0 1,-1-2-1,-24 12 0,41-22-891,11-13-5962,17-5 6726,0 1 1,0 1-1,2 1 0,-1 2 1,2 1-1,30-8 0,-51 18 393,0 0 1,-1 0-1,1 0 0,-1 1 1,9 1-1,7 0 827,-21-1-875,-1 1 0,0 0 0,0 0 0,0-1 0,0 1 0,0 0 1,0 0-1,0 0 0,0 0 0,0 0 0,0 0 0,-1 0 0,1 1 0,0-1 0,-1 0 0,1 0 0,-1 1 0,1-1 0,-1 0 0,0 0 0,1 1 0,-1-1 0,0 0 0,0 1 0,0-1 0,0 0 0,0 3 1,1 52-5,-1-45-107,0 44-2225,0-19-3402,0-17-776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0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88 6579,'0'0'18585,"277"-65"-18890,-253 47-1151,0 18-817,-4-4-1713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0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1 16952,'0'0'10517,"14"324"-10405,-4-224-80,-10 1 48,0-9-80,0-9-16,-14-9-208,-16-8-1185,21-1-1793,-16-12-3537,1-9-5970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0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10053,'0'0'16519,"296"105"-16519,-247-101-192,-15-4-688,-19 0-785,28 0-432,-13 0-2721,-1 0-3954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0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545 1 512,'0'0'28285,"-190"74"-27773,137-21-303,4-14-49,5 5-96,-4-9-64,-1-5-112,0-8-545,10 9-1376,25-9-1488,4-9-3426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0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11509,'0'0'6787,"209"79"-11429,-209-49-544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1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 14311,'0'0'9332,"58"-2"-8932,189-10-253,-25 8-50,-146 5 683,-76 14-683,1 24-87,0-17-40,-2 37-1,0-53-6,1-1 1,-1 0 0,0 1 0,-1-1-1,1 0 1,-1 0 0,0 0-1,0 0 1,-1-1 0,0 1-1,1 0 1,-5 4 0,-1 0-799,0 1 1,1 0-1,0 0 1,-8 16-1,13-22 266,0 0 1,0-1-1,0 0 1,-1 0-1,0 0 0,1 0 1,-5 3-1,-21 10-6482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1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9556,'219'298'8628,"-219"-276"-5730,0 13-1202,48 9-879,15-9-529,5-14-288,-14-7-240,4-14-1089,1 4-528,4-4-1648,-10 0-1810,-9-26-2240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1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15463,'0'0'10293,"5"206"-10245,5-189-48,-6-8 0,6-9-16,-5 0-48,-5-22-1681,0-17 96,0-5-608,0 0-1649,0 9-2609,-15 4-2833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1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 10789,'0'0'8030,"61"0"-7672,200-2-227,-9-13-118,-225 15-59,-26 0 46,-1 0 0,1-1-1,-1 1 1,1 0-1,-1 0 1,1 0 0,0 0-1,-1 0 1,1 0-1,-1 0 1,1 0 0,-1 0-1,1 0 1,0 1-1,-1-1 1,1 0 0,-1 0-1,1 0 1,-1 1-1,1-1 1,-1 0 0,1 1-1,-1-1 1,1 0-1,-1 1 1,0-1 0,1 0-1,-1 1 1,1-1-1,-1 1 1,0-1-1,1 1 1,-1-1 0,0 1-1,0-1 1,0 1-1,1 0 1,-1-1 0,0 1-1,0-1 1,0 1-1,0-1 1,0 1 0,0-1-1,0 1 1,0 0-1,0-1 1,0 1 0,0-1-1,0 1 1,0-1-1,-1 1 1,1 0 0,-1 2 16,3 35 204,-2 39 84,0-71-329,-1 0 0,0 0 1,0 0-1,-1 0 0,1 0 0,-1 0 0,0 0 0,-1-1 1,0 1-1,-3 5 0,0-4-508,1 1 1,0 0-1,0 0 0,1 0 1,0 0-1,0 1 0,1 0 0,0 0 1,0 0-1,1 0 0,1 0 1,-1 1-1,2-1 0,-1 12 1,1-1-2771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2.2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15719,'0'0'8484,"0"411"-7732,0-227-335,0 9-65,0-1 0,0-26 112,0-17-128,0-44-192,0-17-96,0-14-48,0-26-304,0-9-944,0-4-737,0-17-1505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3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1326 8756,'0'0'13443,"-4"-28"-13362,1 3-35,0 0 59,0-2-1,2 1 0,1 0 0,1 0 1,5-29-1,6-155 1941,-6 49-969,64-364-617,-59 472-458,1-2 113,-9 15 3143,-23 45-2875,15-1-351,-1 2 0,1-1 0,1 0 1,-1 1-1,-7 11 0,-15 19 30,-24 19-70,-2-1 0,-80 60 0,103-96-244,22-14 66,1 0 0,0 1 1,0-1-1,0 2 0,-7 6 0,5-4-100,7-7 153,0 0 0,0 1 0,0-1 0,0 1 0,1-1-1,-1 1 1,0 0 0,1 0 0,-1 0 0,1 0 0,0 0 0,-2 4 0,9-6-157,561 0 763,-566-27 161,0-69-93,-3-106-229,1 196-291,0 0 1,0 0-1,0 0 1,-1 1-1,0-1 1,0 1-1,0-1 1,-1 1-1,0-1 1,0 1-1,0 0 1,-5-5-1,5 7-252,1 0-1,-1 0 1,0 0 0,0 1-1,0-1 1,0 1 0,-1 0-1,1 0 1,-1 0-1,1 0 1,-1 0 0,0 1-1,1 0 1,-1-1 0,0 2-1,0-1 1,-8 0-1,7 1-3982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4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0 2129,'0'0'21268,"-13"5"-20350,9-4-863,0 0 0,0 1 0,0-1 0,0 1-1,0 0 1,0 1 0,0-1 0,1 1 0,-1-1 0,1 1 0,-1 0-1,1 0 1,0 1 0,0-1 0,1 0 0,-1 1 0,1 0-1,0 0 1,0 0 0,0 0 0,0 0 0,1 0 0,-1 0 0,0 6-1,-10 60 442,3 1-1,3 0 1,4 99-1,2-142-476,0-13-238,2 0 1,-1 0-1,2 0 0,0 0 0,1 0 0,1 0 0,8 19 1,-9-25-42,0-1 0,0 0 0,1 0 1,0 0-1,0-1 0,1 1 1,0-1-1,0-1 0,1 1 1,0-1-1,0 0 0,0-1 1,14 8-1,-12-8-727,1-2 1,1 1-1,-1-1 1,12 1-1,34 3-6152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4.6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14 18552,'0'0'8874,"47"-3"-8703,146-5-62,-113 5 54,-79 3 13,-1 3-115,-1-1 0,1 1 0,-1-1 0,0 1 0,1-1-1,-1 0 1,-1 0 0,1 1 0,0-1 0,0 0 0,-1 0 0,1 0 0,-1 0 0,0-1 0,1 1 0,-4 2 0,-37 27 30,28-21 9,-50 35-1009,-2-3 0,-83 39 0,110-67-1673,37-13 1507,12-2-931,17-3 1897,0-1 1,36-12-1,37-8 130,-18 15 343,160 2 0,-214 8-387,-26 0-95,0-1-1,0 1 1,0 0 0,1 0 0,-1 1 0,0-1 0,0 0 0,0 1 0,0-1-1,0 1 1,0 0 0,0-1 0,0 1 0,0 0 0,0 0 0,-1 1 0,1-1-1,0 0 1,-1 0 0,1 1 0,-1-1 0,1 1 0,-1 0 0,1-1 0,-1 1-1,2 3 1,-2 1-812,1 0 0,-1 0-1,0 0 1,0 1-1,0-1 1,-1 0 0,0 9-1,-1-7-207,1 31-6212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4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4930,'0'0'20169,"292"-35"-20169,-248 35-496,-10 0-1281,5 8-624,-20 1-2337,-14 0-2801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5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4498,'0'0'16984,"51"2"-16589,161 9-275,-133-1-92,-45 3 131,-9-2 374,-24-10-440,0 0 1,0 0-1,0 0 1,-1 0-1,1 0 1,0 0-1,-1 0 0,1 1 1,-1-1-1,1 0 1,-1 1-1,1-1 0,-1 0 1,0 1-1,0-1 1,0 0-1,0 1 0,0-1 1,0 0-1,0 3 1,0 0-294,0-1 1,-1 1 0,1-1 0,-1 1 0,0-1 0,1 0-1,-3 6 1,-42 39-3917,40-43 2982,1-1 0,-1 1 1,-1-1-1,1 0 1,-1-1-1,1 1 0,-1-1 1,-12 5-1,16-7 710,-37 16-6862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5.6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2321,'98'168'6131,"-96"-166"-5941,-1 0 1,1 0-1,-1 0 0,1 0 1,0-1-1,0 1 1,0 0-1,0-1 0,0 1 1,0-1-1,3 2 1,14-4 1793,-14-1-1528,20-1 979,1 0 1,0 2-1,44 3 0,-12 0-549,70-2-139,-127 0-811,-6 0-1318,-7-1 644,0 1 0,0 1-1,0 0 1,0 1 0,0 1 0,0-1 0,0 2 0,0 0 0,1 0 0,0 1-1,-15 8 1,7-3 434,-1-1-1,-31 10 0,29-11 550,11-2 228,-1 0 8845,13-5-9167,0-1-1,0 1 1,0 0 0,0 0 0,0-1 0,0 1-1,0-1 1,1 1 0,-1-1 0,0 1-1,0-1 1,0 0 0,1 0 0,0 1 0,0-1 1,33 7 438,20 6-154,1-3 0,99 4-1,-119-12-1431,-23-2 94,1 1 0,0-2 0,14-1 0,-20 0-246,-1 1-1,0-1 1,0-1 0,13-5-1,2-5-4061,30-23-1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6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303 1 9028,'0'0'8401,"13"6"-8358,-5-3-101,-4-2 22,0 1 0,0-1 0,0 1 0,0 0 0,0 1 0,-1-1 0,5 4 0,-8-6 25,1 1 0,-1-1 1,1 1-1,-1-1 0,1 1 0,-1-1 1,0 1-1,1 0 0,-1-1 0,0 1 1,0 0-1,1-1 0,-1 1 0,0 0 1,0-1-1,0 1 0,0 0 0,0 0 1,0-1-1,0 1 0,0 1 0,-1-1-12,1 1 0,-1-1-1,0 1 1,0-1 0,0 1-1,0-1 1,0 0 0,0 0-1,0 1 1,0-1-1,0 0 1,-1 0 0,-1 1-1,-34 23-372,-71 34 1,15-9 116,64-33 255,-49 31 67,77-48-29,1 0 0,0 0 0,0 0-1,0 0 1,0 0 0,0 0 0,-1 1 0,1-1-1,0 0 1,0 0 0,0 0 0,0 0 0,0 0 0,0 0-1,0 1 1,0-1 0,0 0 0,0 0 0,-1 0-1,1 0 1,0 1 0,0-1 0,0 0 0,0 0 0,0 0-1,0 0 1,0 1 0,0-1 0,0 0 0,0 0-1,0 0 1,1 0 0,-1 1 0,0-1 0,0 0 0,0 0-1,0 0 1,0 0 0,0 0 0,0 1 0,0-1-1,0 0 1,0 0 0,1 0 0,-1 0 0,0 0 0,0 0-1,0 1 1,0-1 0,0 0 0,1 0 0,-1 0-1,0 0 1,0 0 0,17 7 453,31 2 469,-40-7-540,115 31 2271,-10-2-1863,-70-16-1040,-37-12-494,0 0 0,0-1-1,0 0 1,1 0 0,-1-1 0,10 1 0,1-2-4547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6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0 1 4082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6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4082,'10'100'8468,"0"-117"-2674,82 13-3344,-5 4-802,11 0-1744,-79 0-528,1 0-977,-1 0-1424,0 0-2082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6.4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 10181,'0'0'5522,"219"0"-5522,-151 0-1793,-15-26-2337,-14-9-4594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6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1 3121,'0'0'20378,"-19"337"-20330,19-228-48,0-4 0,0-9-352,-10-8-1041,1 4-1456,-16-23-3410,-4-12-2785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6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 2465,'0'0'18553,"331"-30"-18201,-249 30-256,-18 0-32,-30 0 112,-10 0 144,-14 0 288,-5 35-223,-5 0-161,0 17-224,0 14-1825,0-9-2977,0-13-5651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37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 0 464,'0'0'25153,"21"22"-24449,-12-13-621,14 15 68,-1 0 0,-1 1-1,-1 1 1,-1 1 0,19 37 0,-22-31-75,-2 1 1,-1 1 0,-2 0 0,-1 1 0,-2 0 0,-1 0 0,-2 1 0,-1 0-1,-3 0 1,-3 59 0,0-84-110,0 0 1,-1-1-1,0 1 0,-1-1 0,0 0 0,-1 0 1,0 0-1,-8 13 0,-6 3-620,-35 40 0,18-24-376,16-19 326,-1 3-1322,0-1 0,-2 0-1,-37 29 1,-21 4-6547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47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30816,'4137'18'0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50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 25772,'5838'0'0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57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0 127 6195,'0'0'15951,"8"-8"-15508,-5 4-351,1 0 0,0 0 0,0 0-1,0 0 1,0 1 0,1 0 0,-1-1 0,1 2-1,0-1 1,0 1 0,0-1 0,0 1 0,0 1 0,1-1-1,-1 1 1,0 0 0,1 0 0,9 0 0,129 2 3518,455-19-767,135-1-1098,-521 20-1510,-199-2-235,0 0 0,0-1 0,17-6 0,-3 2 0,-21 2 5,3 0-31,-10 4-134,-2-2-1225,-15-4-1055,2 5-6141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57.7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 6 7475,'0'0'22013,"5"-1"-21967,1-1-9,0 1 0,0 1 0,1-1 0,-1 1 0,0 0 0,0 0 0,0 1 0,0 0 0,0 0 0,0 0 0,0 1 0,0 0 0,0 0 0,-1 0 0,11 6 0,8 6 221,-1 1-1,28 24 0,-41-31-258,34 18 27,-43-26-19,-1 1 0,1 0 0,-1-1 0,1 1 0,-1 0 0,0 0 0,1-1 0,-1 1 0,0 0 0,1 0 0,-1-1-1,0 1 1,0 0 0,0 0 0,0 0 0,1 0 0,-1-1 0,0 1 0,-1 0 0,1 0 0,0 0 0,0 0-1,0-1 1,0 1 0,-1 0 0,1 0 0,0-1 0,-1 1 0,1 0 0,0 0 0,-1-1 0,0 2 0,-22 25 111,16-20-112,-218 223-604,216-221 223,1 0 0,0 0 1,1 0-1,0 1 0,-9 17 0,-10 30-4603,17-34 1755,-7 16-7209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55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1 168 752,'0'0'21490,"1"-10"-20756,9-31-243,-9 40-430,0 0 0,-1 0 0,1 0 0,0 1 0,0-1 0,0 0 0,0 0 0,0 1 0,1-1 0,-1 0 0,0 1 0,0-1 0,0 1 0,0-1 0,1 1 0,-1 0 0,0 0 0,0-1 0,1 1 0,1 0 0,32 1 1679,-25 0-1205,1128-1 4577,-1010-6-4823,206-36 0,-228 25-235,59 6-54,-41 5 0,16-1 0,34-4 0,-103 5 0,117 5 0,-87 3 0,363-2 0,-284 13 0,-101-13 0,131 17 0,-79 0 0,30 1 0,49 14 0,-171-22 0,-33-7 0,0-1 0,0-1 0,0 1 0,0-1 0,12 1 0,366 16 0,-350-15 0,35-2 0,-59-1 0,71 13 0,11-13-48,-91 0-371,-1 10-4375,0 21-2879,0-6-7198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58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8388,'0'0'16752,"1"-6"-15648,-1 4-1069,0 1 0,0 0 0,1 0 0,-1-1 0,0 1 0,1 0 0,-1 0 0,1-1 0,-1 1 0,1 0 0,-1 0 0,1 0 0,0 0 0,0 0 0,0 0 0,-1 0 0,1 0 0,0 0 0,0 0 0,0 0 0,0 0 0,2 0 0,0 0 9,0 0 0,0 0 0,1 1 0,-1-1 0,0 1-1,0 0 1,1 0 0,-1 0 0,0 1 0,1-1-1,4 2 1,2 0-9,0 1-1,0 1 0,0 0 1,-1 0-1,1 1 1,-1 0-1,-1 0 0,12 10 1,67 61 102,-54-46-18,-10-9 38,22 21 362,91 63 0,-134-104-515,0 0-1,0 0 1,0 0-1,0 0 1,0 0-1,1 0 1,-1 0-1,0-1 1,1 1-1,-1-1 0,1 0 1,-1 0-1,0 0 1,4 0-1,-4 0 4,18 26 116,-17-24-124,2 1 18,-3 16 55,-3-16 25,1-1 1,-1 0 0,1 0 0,-1 0 0,1 0 0,-1 0 0,0 0 0,0 0 0,0 0 0,0-1 0,-1 1 0,1 0 0,0 0-1,-1-1 1,1 1 0,-1-1 0,0 1 0,-2 1 0,-43 26 423,10-7-333,-217 156-1242,234-165-347,1 2 1,0 0-1,-25 26 0,5-8-5901,-4-2-7136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6:59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 16696,'0'0'10767,"17"12"-10633,150 102 855,-129-87-486,-29-19-438,0-1 0,0-1 0,1 1 0,0-2 0,0 1 0,1-1 0,0-1 0,-1 0 0,20 4 0,-29-8-63,-1 0 1,1 0-1,0 0 1,0 0-1,-1 0 0,1 0 1,0 0-1,0 0 1,-1 1-1,1-1 1,0 0-1,0 0 0,-1 1 1,1-1-1,0 0 1,-1 1-1,1-1 0,0 1 1,-1-1-1,1 1 1,-1-1-1,1 1 1,-1-1-1,1 1 0,-1-1 1,1 1-1,-1 0 1,1-1-1,-1 1 0,0 0 1,1 0-1,-1-1 1,0 1-1,0 0 1,0 0-1,1-1 0,-1 1 1,0 0-1,0 0 1,0-1-1,0 1 1,0 0-1,-1 0 0,1-1 1,0 1-1,0 0 1,-1 1-1,1 5 111,-2-4-90,0 0-1,0 1 1,0-1-1,-1 0 0,1 0 1,-1 0-1,0 0 1,0-1-1,0 1 0,0-1 1,-5 3-1,0 1 8,-30 24 13,0-2 0,-2-1-1,-83 41 1,104-60-124,10-4 2,0 0 1,0 1 0,-14 9 0,21-12-77,-1 0 0,1-1 0,0 1 0,1 0 0,-1 1 0,0-1 0,0 0 1,1 0-1,0 1 0,-1-1 0,1 1 0,0-1 0,0 1 0,0-1 0,1 1 0,-1 0 0,0 4 0,0 16-5079,1-8-4701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0.8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 3954,'0'0'20991,"4"5"-20564,6 8-331,1-2 0,0 0 1,1 0-1,0-1 1,22 13-1,34 30 2484,-66-51-2549,1 0-1,-1 0 0,0 1 0,0-1 0,0 1 1,0-1-1,0 1 0,-1 0 0,1-1 0,-1 1 0,0 0 1,0 0-1,0 0 0,0 1 0,0-1 0,-1 0 1,1 0-1,-1 6 0,0-8 13,-8 10 389,-23 7-549,9-6-857,-38 29 0,50-33-439,0 1-1,1 1 1,-12 14 0,-7 14-6522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1.9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322 1 256,'0'0'14260,"-14"2"-13430,-42 9-374,53-9-295,0 0 0,0 0 1,0 0-1,1 0 0,-1 0 0,1 1 1,-1-1-1,1 1 0,0 0 0,0-1 1,0 1-1,1 0 0,-1 0 1,0 0-1,1 0 0,0 0 0,0 1 1,0-1-1,0 0 0,0 6 0,-4 7 780,-35 107 1124,4 10-1613,8-28 137,9-32-13,-16 117 1,8 79-204,16-147-173,2 217 41,9-253-229,3-48 21,1-1-1,2 1 1,1-1-1,19 56 1,-4-14 74,-9-38-87,2 0-1,1-1 1,3-1 0,0 0 0,3-2 0,1 0 0,2-2 0,37 42-1,-56-71-15,0-1 0,0-1 0,0 1-1,1-1 1,-1 0 0,1 0-1,0-1 1,0 0 0,0 0 0,1-1-1,7 2 1,15 6 2,-11-4 21,2-1 0,25 4 0,12 2 36,-13 1-24,1 1 210,2-2 1,-1-1-1,1-3 1,64 1-1,-112 19-7852,0-17 423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2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 4002,'0'0'22349,"10"-5"-22189,-6 3-149,0 0 1,0-1 1,0 1 0,0 0 0,1 0-1,-1 1 1,1-1 0,0 1 0,-1 0-1,1 0 1,0 0 0,0 1 0,-1 0-1,1 0 1,0 0 0,0 0-1,-1 1 1,7 1 0,4 5 57,1 0 0,-2 2 0,17 11 0,33 17 199,-20-7-95,-43-29-119,0 0 1,0 1-1,-1-1 0,1 0 1,0 1-1,-1-1 0,1 0 1,-1 1-1,0-1 0,1 1 1,-1-1-1,0 1 0,0-1 1,0 1-1,0-1 0,0 0 1,-1 1-1,1-1 0,0 1 1,0-1-1,-1 1 0,0 1 0,-21 4 436,6-4-486,1 1 0,0 1-1,0 1 1,1 0 0,0 1-1,0 0 1,-25 18 0,26-15-432,12-9 241,-1 0 0,1 0 0,0 0 0,-1 0 0,1 0 0,0 0 0,0 0 0,0 0 0,0 0 0,0 1 0,0-1 0,0 0 0,0 1 0,1-1 0,-1 1 0,0-1 0,1 1 0,-1-1 0,1 1 0,-1-1 0,1 1 1,0-1-1,0 3 0,0-3-62,0 0 1,0-1 0,0 1 0,0 0 0,0-1-1,0 1 1,0 0 0,0 0 0,0-1 0,0 1 0,1 0-1,-1-1 1,0 1 0,0-1 0,1 1 0,-1 0-1,0-1 1,1 1 0,0 0 0,19 9-8245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3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275 28 976,'0'0'22763,"-29"-5"-22019,-90-12-464,69 12-208,41 5-58,7 1-11,0-1 1,1 1-1,-1 0 1,0-1-1,1 1 1,-1 0-1,0 0 1,1 0-1,-1 0 1,1 0-1,-1 0 1,1 1 0,0-1-1,-1 0 1,1 1-1,0-1 1,0 1-1,0-1 1,-1 3-1,-19 37 228,18-34-119,-1 3-26,2 1 0,-1 0 0,1-1 0,1 1 0,0 0 0,0 0 0,1 0-1,1 0 1,3 22 0,-3-30-86,1-1-1,-1 1 1,1 0-1,0 0 0,0-1 1,0 1-1,0-1 1,1 0-1,-1 0 0,1 0 1,-1 0-1,1 0 1,0 0-1,0 0 1,0-1-1,-1 0 0,2 1 1,-1-1-1,0 0 1,0-1-1,3 2 1,7 1-27,0-1 0,0 0 0,25 0 0,-6-1-377,37-2-3348,-61 0 2723,0 0 0,1-1 0,-1 0 0,0 0-1,-1-1 1,10-3 0,21-12-4792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3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12 1761,'-12'-9'254,"-1"6"9665,12 3-9443,1 1 1,-1-1-1,1 1 0,-1-1 1,1 1-1,-1-1 0,1 1 1,0-1-1,-1 1 0,1-1 1,-1 1-1,1-1 0,0 1 1,0 0-1,-1-1 0,1 1 0,0 0 1,0-1-1,0 1 0,-1 1 1,0 16-76,1 24 858,-1 4-488,10 89 1,0-82-685,6 39 452,6 152 0,-21-196-5,0-45-491,0-25-982,0-266-174,0 284 1114,0 0-1,0 0 1,1 0-1,-1 0 1,1 0-1,0 0 1,0 0-1,0 0 1,0 1-1,1-1 1,0 0-1,-1 1 1,1-1-1,1 1 1,-1 0 0,0-1-1,1 1 1,0 0-1,-1 1 1,1-1-1,0 0 1,4-2-1,0 2 40,0-1 0,0 1-1,0 1 1,1-1-1,-1 1 1,1 0 0,-1 1-1,1 0 1,-1 0 0,16 1-1,71 0 276,-91 0-707,-3 3-782,0-1 530,0 8-770,6-2-2958,7 4-2004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4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40 96,'0'0'25452,"-15"-35"-25756,35 31-289,-1 4-271,-4 0-3890,-1 0 128,6 4-1505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4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 1905,'1'95'5229,"-7"-79"-1359,0-13-54,2 3 2226,6 20-4934,0-19-993,0 1-1,1-1 1,0 0-1,5 10 1,-5-11 5,0 0 0,0 0 0,-1 1 1,0-1-1,0 1 0,0 0 0,0 7 0,4 101 2787,-7-64-4477,1-4-6413,5-60-8123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4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1 1 11461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4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11461,'165'236'5379,"-165"-240"-2914,54-1-1457,-1-8 289,1 9-1201,-30-9-96,-5 13-16,-14 0-320,0 0-1041,19 0-1568,-4-13-1441,-15 0-3346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5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0 960,'0'0'19148,"-6"31"-17414,2-10-1458,-5 26 359,2 0-1,-1 78 1,13 188 1694,-5-311-2367,0 1 1,0 0 0,1 0-1,0-1 1,-1 1-1,1-1 1,0 1 0,0 0-1,1-1 1,-1 0-1,0 1 1,1-1 0,0 0-1,-1 0 1,1 0-1,0 0 1,0 0 0,0 0-1,0 0 1,0 0 0,1-1-1,-1 0 1,0 1-1,1-1 1,-1 0 0,1 0-1,3 1 1,-1 0-299,0-1 1,0 0 0,0 0 0,1 0-1,-1 0 1,0-1 0,0 0-1,1 0 1,-1 0 0,0-1-1,1 1 1,-1-1 0,6-3-1,-6 2-247,0 0 0,1-1 0,-2 0 0,1 0 0,0-1 1,0 0-1,-1 1 0,7-9 0,-6 6-652,1-1 0,-1 0 0,-1 0 0,1-1 1,-1 1-1,0-1 0,-1 0 0,0 0 0,2-9 1,3-47-1701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5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1 0 8916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5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8916,'77'-13'7748,"-57"13"-7284,33 0-1152,1 13-2274,-30 5-1280,-19-9-4770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5.6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18008,'0'0'6227,"-4"232"-6083,8-175-112,-4 0 160,0-14-16,0-12 64,0 0-160,0-14-80,0-4-1072,0-4-1281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6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221 13 144,'0'0'21295,"-23"-2"-20425,-74-7 53,94 9-796,0-1 0,-1 1 0,1 0 0,-1 0 0,1 0 0,0 1 0,-1-1 0,1 1 0,0-1 0,-1 1 0,1 1 0,-4 1 0,5-2-66,1 0-1,-1 0 1,1 0 0,0 1-1,0-1 1,-1 1 0,1-1-1,0 1 1,0-1 0,0 1 0,0 0-1,0 2 1,-4 5 234,0-1-77,1 1 0,0-1 1,0 1-1,1 0 1,0 0-1,1 0 1,0 0-1,-2 17 0,3 8-127,1 37-1,2-25-49,-2-42-22,0-1 0,0 0 0,0 0 0,1 0 0,-1 1 0,1-1 0,0 0 0,0 0 0,0 0 0,1 0 0,-1 0 0,1 0 0,-1-1 0,1 1 0,0 0 0,0-1 0,0 0 0,5 5-1,-3-4-85,1 0 0,-1 0 0,1 0-1,0-1 1,0 0 0,0 0-1,0 0 1,0-1 0,1 0-1,8 2 1,-3-2-738,-1-1 1,1 1-1,0-2 1,0 0-1,0 0 0,0-1 1,0 0-1,-1 0 1,1-2-1,16-6 0,16-12-5632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6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0 0 784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6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41 784,'104'51'12382,"-104"-51"-12281,1 0 0,-1 0 1,0 0-1,1 0 0,-1 0 0,0 0 0,0 0 0,1 0 1,-1 1-1,0-1 0,1 0 0,-1 0 0,0 0 1,0 0-1,1 0 0,-1 1 0,0-1 0,0 0 0,0 0 1,1 0-1,-1 1 0,0-1 0,0 0 0,0 0 1,1 1-1,-1-1 0,0 0 0,0 0 0,0 1 0,0-1 1,0 0-1,0 1 0,0-1 0,0 0 0,0 1 1,0-1-1,0 0 0,0 0 0,0 1 0,0-1 0,0 1 1,-14 1 3064,-10 1 138,21-1-3134,0 0 0,0 0 0,1 0 0,-1 1 1,0-1-1,1 1 0,-1 0 0,1 0 1,0 0-1,0 0 0,0 0 0,1 0 1,-1 0-1,1 1 0,-1-1 0,1 1 0,0-1 1,1 1-1,-1-1 0,0 6 0,-1 12-145,0-1-1,2 29 0,1-27 258,-1 35 641,0-56-834,3-1-207,0 0 60,0 1 0,0-1 1,0 0-1,0 0 0,0-1 0,0 1 0,0 0 0,0-1 1,0 0-1,0 0 0,0 0 0,-1 0 0,1 0 0,0 0 1,0-1-1,-1 1 0,1-1 0,-1 0 0,0 0 0,1 0 1,-1 0-1,0 0 0,0-1 0,0 1 0,-1 0 0,1-1 1,1-3-1,10-23-744,-2 0 0,-1-1 0,-1 0 0,-2-1 0,4-33 0,0 4-1136,-9 30 1290,-2 30 949,1-1-200,0 1 0,0 0-1,0 0 1,0 0 0,0 0-1,0 0 1,-1 0 0,1 0-1,0 0 1,0 0 0,0 0-1,0 1 1,0-1 0,0 0-1,0 1 1,-1-1 0,1 0-1,0 1 1,0-1 0,-1 1 0,1-1-1,0 1 1,0 0 0,-1-1-1,1 1 1,0 1 0,12 24 68,-9-17 134,57 163 2079,2 7-298,-60-173-2262,11 23 800,-13-29-789,-1 1-1,1 0 1,-1-1 0,1 1-1,-1-1 1,1 1-1,0-1 1,-1 1-1,1-1 1,-1 1-1,1-1 1,0 0-1,0 1 1,-1-1 0,1 0-1,0 1 1,-1-1-1,3 0 1,-2-20-5849,8-34-395,5-21-4266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6.8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1 2961,'0'0'23787,"-54"424"-22826,54-302-641,0-8-240,0-13-80,0-18-96,-10-22-801,1-17-927,9-13-1522,0-14-3841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7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 8916,'0'0'14812,"2"60"-12968,-1-49-1759,24 445 2426,5 162 351,-37-640-3303,1 8 287,-16-50-92,2-1 1,4 0-1,2-1 0,3-1 0,3 0 0,0-86 0,8-73-47,0 215 283,0 1 0,1-1 0,0 0 0,1 1 0,0-1 0,0 1 0,1 0 0,0-1 0,1 1 0,1 1 0,-1-1 0,1 1 0,1-1-1,0 1 1,0 1 0,1-1 0,0 1 0,0 1 0,1-1 0,11-8 0,-9 7 11,0 1 0,1 0 0,0 1 0,1 0 0,-1 0-1,2 1 1,-1 1 0,15-5 0,-8 5 174,1 1 0,-1 1 0,1 0 0,37 1 0,-57 21 404,1 1-390,-1-11-123,0 1-1,0-1 0,-1 1 1,0-1-1,-4 16 0,4-22-77,0 0-1,0 0 1,-1 0 0,0 0-1,1 0 1,-1 0-1,0-1 1,0 1-1,-1-1 1,1 0 0,0 1-1,-1-1 1,0 0-1,1 0 1,-1-1 0,0 1-1,0 0 1,0-1-1,0 0 1,-6 2-1,8-2-9,-18 5-896,0-1-1,-35 6 1,52-11 778,0 0 0,-1 1 0,1-1 0,0 0-1,0 1 1,-1-1 0,1 1 0,0 0 0,0 0 0,0 0 0,0 0-1,0 0 1,-4 3 0,-2 9-2392,0 10-3334,8-22 5437,-2 16-8089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8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79 9204,'0'0'18350,"-22"32"-17544,-65 108-283,83-133-452,0 1 0,1 0 0,0 0 1,0 0-1,1 0 0,0 0 0,0 1 1,1-1-1,0 1 0,1-1 1,0 1-1,1 16 0,1 0 200,-2-12-151,-1-6-16,1 0 0,0 0-1,1 0 1,0 0 0,0 0 0,2 8 0,-3-14-98,1 0 0,-1 0 0,0 0 1,1 0-1,0-1 0,-1 1 0,1 0 1,-1 0-1,1 0 0,0 0 0,0-1 0,-1 1 1,1 0-1,0-1 0,0 1 0,0-1 0,0 1 1,1 0-1,0-1-29,0 1 0,0-1 1,0 0-1,-1 0 0,1 0 1,0 0-1,0 0 0,0-1 1,-1 1-1,1 0 0,0-1 1,-1 1-1,1-1 0,3-1 1,-3 0-13,1 0 1,0 0-1,-1 0 1,1-1 0,-1 1-1,0-1 1,0 1-1,0-1 1,0 0-1,0 1 1,-1-1-1,1 0 1,-1 0 0,0 0-1,0 0 1,1-4-1,4-9-118,80-227-2025,-41 105 167,-33 109 1728,-10 24 427,-1 5-44,-1 0-57,1 0-1,-1 0 1,1 0 0,-1 0-1,0 0 1,1 0 0,-1 0-1,1 0 1,-1 0 0,1 0-1,-1 1 1,1-1 0,-1 0-1,0 0 1,1 1-1,-1-1 1,1 0 0,-1 0-1,0 1 1,1-1 0,-1 0-1,0 1 1,1-1 0,-1 1-1,0-1 1,1 1 0,15 25 344,-1 1 0,-1 1 1,14 38-1,23 46 283,-17-43-261,-25-56-375,-8-10-295,6-4-5673,-7 1 5683,1 0 1,-1 0-1,1 0 1,-1 0-1,1 0 1,-1 0 0,1 0-1,-1 0 1,1 0-1,0 0 1,-1 0-1,1 0 1,-1 0 0,1 0-1,-1 0 1,1-1-1,-1 1 1,1 0-1,-1 0 1,0-1-1,1 1 1,-1 0 0,1-1-1,-1 1 1,1 0-1,-1-1 1,0 1-1,1-1 1,-1 1 0,0-1-1,0 1 1,1-1-1,21-39-11656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8.1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0 0 272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8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44 272,'243'75'12710,"-214"-93"-8452,44 14-1249,5-9-800,-5 8-2017,-24-8-144,-10 0-48,-25 9-416,10 4-1297,-4-13-2000,-15-5-2322,-5 1-3473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8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1 528,'0'0'22739,"-1"57"-20437,1 189-875,2-194-1000,15 81-1,-7-61-190,14 259 468,-24-329-749,0-1-1,0 0 0,0 0 1,0 0-1,1 0 1,-1 0-1,0 1 0,0-1 1,1 0-1,-1 0 0,1 0 1,-1 0-1,1 0 1,-1 0-1,1 0 0,0 0 1,-1 0-1,1 0 1,0 0-1,0-1 0,-1 1 1,1 0-1,2 1 0,0-2-567,1 1 0,-1 0-1,1-1 1,-1 0 0,1 0-1,-1 0 1,7-1-1,-10 1 573,5-1-503,0-1 1,0 1-1,0-1 0,-1 1 0,1-1 0,0-1 0,-1 1 0,0-1 0,0 0 0,0 0 0,0 0 0,0 0 0,0 0 0,-1-1 0,0 0 0,4-4 1,33-40-8139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9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16648,'0'0'8734,"6"58"-6549,0 2-1734,26 322 1321,-17 326-115,-15-680-1751,0-231-1325,-1 200 1418,2-1 1,-1 1-1,0 0 1,1 0-1,-1 0 1,1 0-1,0 0 0,0 0 1,0 0-1,1 0 1,-1 0-1,1 0 1,-1 0-1,1 1 1,0-1-1,2-2 1,4-2 11,-1 1 1,1 0-1,0 1 0,10-6 1,-11 8 39,-1 0-1,1 1 1,-1 0 0,1 0 0,0 0 0,-1 1 0,1 0 0,10 1 0,-13-1 4,1 1 0,-1 0 0,1 0 0,-1 1 0,1-1 0,-1 1 1,1 0-1,-1 0 0,0 1 0,1-1 0,-1 1 0,0 0 0,7 4 1,-2 5 150,-1-1 1,0 1-1,-1 1 1,11 20-1,-14-25-139,11 24 18,0 0 1,-2 1-1,-2 0 0,9 36 1,-18-57-932,-1 0 0,0-1 0,-1 1 0,0 0 1,-1 11-1,-1 9-2937,2 13-5306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57:09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25132,'0'0'4177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FB5016-1B04-636C-2FDD-8B223B893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6C67B3-92DB-A19D-E81B-6590B4121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CD2BF-7D2B-FE14-EECC-07E91B65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00F7E6-F81B-C41D-D346-4E21B44F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5BEFDD-55B5-430D-F8F1-DD2F8DD0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686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376A7-BFAA-2F9E-9B2B-FCADFF9E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FEF4C7-5ADF-4661-999B-7EE649B59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7F8979-1734-567F-5AAB-C18BF415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0EBCAF-BA48-590F-1C9A-CEAB64F67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7B5F47-B85D-77EC-00C5-7E9BC136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102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917E8-2193-3685-1E04-A4F8F05DE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6F2C88-D44B-DAE3-8DD9-D9874F297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694495-FDE3-B639-591C-21D7624B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C7E6F4-EF99-AA8C-C83F-1643E24FA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43D04C-226D-E24A-72AD-C0B6870C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070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79C47-BD26-CCF3-E0DF-1D0428DA2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E4BF73-76E0-14F4-97FC-FFC8243D9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C2E03F-0F75-796A-F4DC-ADEFA7F17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68A4EA-5080-8BA2-4317-E6E98D0C6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CE1A35-0105-7B86-855E-EE81CAD56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C9E5C0-795B-82D7-4FAF-F098D8689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893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4C61A-4E4E-1BE6-3699-B9E2470AE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4B8228-137E-5C8D-3DC6-A0E9E6929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352F1E-5177-E5BD-47D2-2BA600ACD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E805BAE-2997-09A2-8AB2-6B385748A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9DE9F5-5863-9383-8906-19DC01F45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4D2208-B380-69BA-91FD-9175B07AC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83D8E74-44F0-E872-4C90-13CA97DB8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3484B09-A0FB-901C-63B1-1046C1AB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45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5AAF7-6723-3CF3-D6A0-EFC8F7BDD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04A037-4ED9-8BAE-11C5-60780BCA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9EAFCE-56DE-4BAD-C358-598646EA6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EB759E-65A2-7EBC-703A-8EC2C2D3E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6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2E4E360-92DB-EE39-7F66-6ABADE019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9112E4-F0D4-47CA-6F84-A5DA7C737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D869A9-0D5F-0046-E364-C0CFB350F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361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770F0A-E64F-35FD-D5C4-BA090960A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30A7FA-64A7-19AB-43A1-6B64096B2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29C10C-64F8-DB25-3180-B640E440A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74958A-1892-1D9C-6CD0-DA289105F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EBB344-14BD-AA7A-0BAF-008FFA822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89379C-6C06-276D-B37A-4079377F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545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E6103-2C9E-5CF8-0743-C7D5053E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4261231-F095-3B1E-7A88-CC0E289F0F2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F98F28-17B7-8C24-65C2-9449CD346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51884D-4A14-B865-401A-D684C0C8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145E21-9E1C-A6F0-F27D-A2AD318D9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DA395D-1B9C-1A9D-6963-8207A5E4F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531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CA8A89-23C4-436D-D8D4-FC579E8A9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CDAA54-BC4C-77A5-EFD9-FD0D2FF3F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1EA59E-0879-FE45-518B-8A502319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131880-E312-DC4F-DDFB-551CEEDC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1D7048-064D-2B38-9298-13DB3ED62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222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88012D-07F4-6E41-6AB5-0D7FD74D1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34C3CE-4DCE-A183-1781-F40DF3D33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63183D-8837-5665-995E-4B323B1B7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38AD2-2B8B-4DA1-AC2E-7A306CD758C3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58EB68-C951-F214-F243-AD7E344E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5DC420-DD88-9298-8178-6E6C07173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2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AA66A6-7C0E-E28A-A5A0-F3651A9D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703FDC-80FC-81E7-C82B-E6CCE0794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565C9-601B-09C5-21F1-D3C5DE82C7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738AD2-2B8B-4DA1-AC2E-7A306CD758C3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F2036D-A64B-0A14-8215-8868F84E9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186769-222F-9E9A-C86B-36645504E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705BA-3088-46DA-8C41-A367B13DC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72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customXml" Target="../ink/ink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customXml" Target="../ink/ink1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.xm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15.png"/><Relationship Id="rId14" Type="http://schemas.openxmlformats.org/officeDocument/2006/relationships/customXml" Target="../ink/ink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1.png"/><Relationship Id="rId21" Type="http://schemas.openxmlformats.org/officeDocument/2006/relationships/customXml" Target="../ink/ink22.xml"/><Relationship Id="rId42" Type="http://schemas.openxmlformats.org/officeDocument/2006/relationships/customXml" Target="../ink/ink33.xml"/><Relationship Id="rId47" Type="http://schemas.openxmlformats.org/officeDocument/2006/relationships/image" Target="../media/image41.png"/><Relationship Id="rId63" Type="http://schemas.openxmlformats.org/officeDocument/2006/relationships/customXml" Target="../ink/ink44.xml"/><Relationship Id="rId68" Type="http://schemas.openxmlformats.org/officeDocument/2006/relationships/image" Target="../media/image51.png"/><Relationship Id="rId84" Type="http://schemas.openxmlformats.org/officeDocument/2006/relationships/image" Target="../media/image59.png"/><Relationship Id="rId16" Type="http://schemas.openxmlformats.org/officeDocument/2006/relationships/image" Target="../media/image26.png"/><Relationship Id="rId11" Type="http://schemas.openxmlformats.org/officeDocument/2006/relationships/customXml" Target="../ink/ink17.xml"/><Relationship Id="rId32" Type="http://schemas.openxmlformats.org/officeDocument/2006/relationships/image" Target="../media/image34.png"/><Relationship Id="rId37" Type="http://schemas.openxmlformats.org/officeDocument/2006/relationships/customXml" Target="../ink/ink30.xml"/><Relationship Id="rId53" Type="http://schemas.openxmlformats.org/officeDocument/2006/relationships/image" Target="../media/image44.png"/><Relationship Id="rId58" Type="http://schemas.openxmlformats.org/officeDocument/2006/relationships/customXml" Target="../ink/ink41.xml"/><Relationship Id="rId74" Type="http://schemas.openxmlformats.org/officeDocument/2006/relationships/image" Target="../media/image54.png"/><Relationship Id="rId79" Type="http://schemas.openxmlformats.org/officeDocument/2006/relationships/customXml" Target="../ink/ink52.xml"/><Relationship Id="rId5" Type="http://schemas.openxmlformats.org/officeDocument/2006/relationships/customXml" Target="../ink/ink14.xml"/><Relationship Id="rId19" Type="http://schemas.openxmlformats.org/officeDocument/2006/relationships/customXml" Target="../ink/ink21.xml"/><Relationship Id="rId14" Type="http://schemas.openxmlformats.org/officeDocument/2006/relationships/image" Target="../media/image25.png"/><Relationship Id="rId22" Type="http://schemas.openxmlformats.org/officeDocument/2006/relationships/image" Target="../media/image29.png"/><Relationship Id="rId27" Type="http://schemas.openxmlformats.org/officeDocument/2006/relationships/customXml" Target="../ink/ink25.xml"/><Relationship Id="rId30" Type="http://schemas.openxmlformats.org/officeDocument/2006/relationships/image" Target="../media/image33.png"/><Relationship Id="rId35" Type="http://schemas.openxmlformats.org/officeDocument/2006/relationships/customXml" Target="../ink/ink29.xml"/><Relationship Id="rId43" Type="http://schemas.openxmlformats.org/officeDocument/2006/relationships/image" Target="../media/image39.png"/><Relationship Id="rId48" Type="http://schemas.openxmlformats.org/officeDocument/2006/relationships/customXml" Target="../ink/ink36.xml"/><Relationship Id="rId56" Type="http://schemas.openxmlformats.org/officeDocument/2006/relationships/customXml" Target="../ink/ink40.xml"/><Relationship Id="rId64" Type="http://schemas.openxmlformats.org/officeDocument/2006/relationships/image" Target="../media/image49.png"/><Relationship Id="rId69" Type="http://schemas.openxmlformats.org/officeDocument/2006/relationships/customXml" Target="../ink/ink47.xml"/><Relationship Id="rId77" Type="http://schemas.openxmlformats.org/officeDocument/2006/relationships/customXml" Target="../ink/ink51.xml"/><Relationship Id="rId8" Type="http://schemas.openxmlformats.org/officeDocument/2006/relationships/image" Target="../media/image22.png"/><Relationship Id="rId51" Type="http://schemas.openxmlformats.org/officeDocument/2006/relationships/image" Target="../media/image43.png"/><Relationship Id="rId72" Type="http://schemas.openxmlformats.org/officeDocument/2006/relationships/image" Target="../media/image53.png"/><Relationship Id="rId80" Type="http://schemas.openxmlformats.org/officeDocument/2006/relationships/image" Target="../media/image57.png"/><Relationship Id="rId85" Type="http://schemas.openxmlformats.org/officeDocument/2006/relationships/image" Target="../media/image60.png"/><Relationship Id="rId3" Type="http://schemas.openxmlformats.org/officeDocument/2006/relationships/customXml" Target="../ink/ink13.xml"/><Relationship Id="rId12" Type="http://schemas.openxmlformats.org/officeDocument/2006/relationships/image" Target="../media/image24.png"/><Relationship Id="rId17" Type="http://schemas.openxmlformats.org/officeDocument/2006/relationships/customXml" Target="../ink/ink20.xml"/><Relationship Id="rId25" Type="http://schemas.openxmlformats.org/officeDocument/2006/relationships/customXml" Target="../ink/ink24.xml"/><Relationship Id="rId33" Type="http://schemas.openxmlformats.org/officeDocument/2006/relationships/customXml" Target="../ink/ink28.xml"/><Relationship Id="rId38" Type="http://schemas.openxmlformats.org/officeDocument/2006/relationships/image" Target="../media/image37.png"/><Relationship Id="rId46" Type="http://schemas.openxmlformats.org/officeDocument/2006/relationships/customXml" Target="../ink/ink35.xml"/><Relationship Id="rId59" Type="http://schemas.openxmlformats.org/officeDocument/2006/relationships/customXml" Target="../ink/ink42.xml"/><Relationship Id="rId67" Type="http://schemas.openxmlformats.org/officeDocument/2006/relationships/customXml" Target="../ink/ink46.xml"/><Relationship Id="rId20" Type="http://schemas.openxmlformats.org/officeDocument/2006/relationships/image" Target="../media/image28.png"/><Relationship Id="rId41" Type="http://schemas.openxmlformats.org/officeDocument/2006/relationships/image" Target="../media/image38.png"/><Relationship Id="rId54" Type="http://schemas.openxmlformats.org/officeDocument/2006/relationships/customXml" Target="../ink/ink39.xml"/><Relationship Id="rId62" Type="http://schemas.openxmlformats.org/officeDocument/2006/relationships/image" Target="../media/image48.png"/><Relationship Id="rId70" Type="http://schemas.openxmlformats.org/officeDocument/2006/relationships/image" Target="../media/image52.png"/><Relationship Id="rId75" Type="http://schemas.openxmlformats.org/officeDocument/2006/relationships/customXml" Target="../ink/ink50.xml"/><Relationship Id="rId83" Type="http://schemas.openxmlformats.org/officeDocument/2006/relationships/customXml" Target="../ink/ink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5" Type="http://schemas.openxmlformats.org/officeDocument/2006/relationships/customXml" Target="../ink/ink19.xml"/><Relationship Id="rId23" Type="http://schemas.openxmlformats.org/officeDocument/2006/relationships/customXml" Target="../ink/ink23.xml"/><Relationship Id="rId28" Type="http://schemas.openxmlformats.org/officeDocument/2006/relationships/image" Target="../media/image32.png"/><Relationship Id="rId36" Type="http://schemas.openxmlformats.org/officeDocument/2006/relationships/image" Target="../media/image36.png"/><Relationship Id="rId49" Type="http://schemas.openxmlformats.org/officeDocument/2006/relationships/image" Target="../media/image42.png"/><Relationship Id="rId57" Type="http://schemas.openxmlformats.org/officeDocument/2006/relationships/image" Target="../media/image46.png"/><Relationship Id="rId10" Type="http://schemas.openxmlformats.org/officeDocument/2006/relationships/image" Target="../media/image23.png"/><Relationship Id="rId31" Type="http://schemas.openxmlformats.org/officeDocument/2006/relationships/customXml" Target="../ink/ink27.xml"/><Relationship Id="rId44" Type="http://schemas.openxmlformats.org/officeDocument/2006/relationships/customXml" Target="../ink/ink34.xml"/><Relationship Id="rId52" Type="http://schemas.openxmlformats.org/officeDocument/2006/relationships/customXml" Target="../ink/ink38.xml"/><Relationship Id="rId60" Type="http://schemas.openxmlformats.org/officeDocument/2006/relationships/image" Target="../media/image47.png"/><Relationship Id="rId65" Type="http://schemas.openxmlformats.org/officeDocument/2006/relationships/customXml" Target="../ink/ink45.xml"/><Relationship Id="rId73" Type="http://schemas.openxmlformats.org/officeDocument/2006/relationships/customXml" Target="../ink/ink49.xml"/><Relationship Id="rId78" Type="http://schemas.openxmlformats.org/officeDocument/2006/relationships/image" Target="../media/image56.png"/><Relationship Id="rId81" Type="http://schemas.openxmlformats.org/officeDocument/2006/relationships/customXml" Target="../ink/ink53.xml"/><Relationship Id="rId4" Type="http://schemas.openxmlformats.org/officeDocument/2006/relationships/image" Target="../media/image20.png"/><Relationship Id="rId9" Type="http://schemas.openxmlformats.org/officeDocument/2006/relationships/customXml" Target="../ink/ink16.xml"/><Relationship Id="rId13" Type="http://schemas.openxmlformats.org/officeDocument/2006/relationships/customXml" Target="../ink/ink18.xml"/><Relationship Id="rId18" Type="http://schemas.openxmlformats.org/officeDocument/2006/relationships/image" Target="../media/image27.png"/><Relationship Id="rId39" Type="http://schemas.openxmlformats.org/officeDocument/2006/relationships/customXml" Target="../ink/ink31.xml"/><Relationship Id="rId34" Type="http://schemas.openxmlformats.org/officeDocument/2006/relationships/image" Target="../media/image35.png"/><Relationship Id="rId50" Type="http://schemas.openxmlformats.org/officeDocument/2006/relationships/customXml" Target="../ink/ink37.xml"/><Relationship Id="rId55" Type="http://schemas.openxmlformats.org/officeDocument/2006/relationships/image" Target="../media/image45.png"/><Relationship Id="rId76" Type="http://schemas.openxmlformats.org/officeDocument/2006/relationships/image" Target="../media/image55.png"/><Relationship Id="rId7" Type="http://schemas.openxmlformats.org/officeDocument/2006/relationships/customXml" Target="../ink/ink15.xml"/><Relationship Id="rId71" Type="http://schemas.openxmlformats.org/officeDocument/2006/relationships/customXml" Target="../ink/ink48.xml"/><Relationship Id="rId2" Type="http://schemas.openxmlformats.org/officeDocument/2006/relationships/image" Target="../media/image19.png"/><Relationship Id="rId29" Type="http://schemas.openxmlformats.org/officeDocument/2006/relationships/customXml" Target="../ink/ink26.xml"/><Relationship Id="rId24" Type="http://schemas.openxmlformats.org/officeDocument/2006/relationships/image" Target="../media/image30.png"/><Relationship Id="rId40" Type="http://schemas.openxmlformats.org/officeDocument/2006/relationships/customXml" Target="../ink/ink32.xml"/><Relationship Id="rId45" Type="http://schemas.openxmlformats.org/officeDocument/2006/relationships/image" Target="../media/image40.png"/><Relationship Id="rId66" Type="http://schemas.openxmlformats.org/officeDocument/2006/relationships/image" Target="../media/image50.png"/><Relationship Id="rId61" Type="http://schemas.openxmlformats.org/officeDocument/2006/relationships/customXml" Target="../ink/ink43.xml"/><Relationship Id="rId82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0.png"/><Relationship Id="rId21" Type="http://schemas.openxmlformats.org/officeDocument/2006/relationships/image" Target="../media/image74.png"/><Relationship Id="rId324" Type="http://schemas.openxmlformats.org/officeDocument/2006/relationships/customXml" Target="../ink/ink224.xml"/><Relationship Id="rId531" Type="http://schemas.openxmlformats.org/officeDocument/2006/relationships/image" Target="../media/image317.png"/><Relationship Id="rId170" Type="http://schemas.openxmlformats.org/officeDocument/2006/relationships/image" Target="../media/image146.png"/><Relationship Id="rId268" Type="http://schemas.openxmlformats.org/officeDocument/2006/relationships/image" Target="../media/image191.png"/><Relationship Id="rId475" Type="http://schemas.openxmlformats.org/officeDocument/2006/relationships/image" Target="../media/image289.png"/><Relationship Id="rId32" Type="http://schemas.openxmlformats.org/officeDocument/2006/relationships/customXml" Target="../ink/ink70.xml"/><Relationship Id="rId128" Type="http://schemas.openxmlformats.org/officeDocument/2006/relationships/customXml" Target="../ink/ink120.xml"/><Relationship Id="rId335" Type="http://schemas.openxmlformats.org/officeDocument/2006/relationships/customXml" Target="../ink/ink230.xml"/><Relationship Id="rId542" Type="http://schemas.openxmlformats.org/officeDocument/2006/relationships/customXml" Target="../ink/ink337.xml"/><Relationship Id="rId181" Type="http://schemas.openxmlformats.org/officeDocument/2006/relationships/image" Target="../media/image151.png"/><Relationship Id="rId402" Type="http://schemas.openxmlformats.org/officeDocument/2006/relationships/image" Target="../media/image254.png"/><Relationship Id="rId279" Type="http://schemas.openxmlformats.org/officeDocument/2006/relationships/customXml" Target="../ink/ink200.xml"/><Relationship Id="rId486" Type="http://schemas.openxmlformats.org/officeDocument/2006/relationships/customXml" Target="../ink/ink309.xml"/><Relationship Id="rId43" Type="http://schemas.openxmlformats.org/officeDocument/2006/relationships/image" Target="../media/image85.png"/><Relationship Id="rId139" Type="http://schemas.openxmlformats.org/officeDocument/2006/relationships/image" Target="../media/image131.png"/><Relationship Id="rId346" Type="http://schemas.openxmlformats.org/officeDocument/2006/relationships/image" Target="../media/image228.png"/><Relationship Id="rId553" Type="http://schemas.openxmlformats.org/officeDocument/2006/relationships/image" Target="../media/image328.png"/><Relationship Id="rId192" Type="http://schemas.openxmlformats.org/officeDocument/2006/relationships/customXml" Target="../ink/ink153.xml"/><Relationship Id="rId206" Type="http://schemas.openxmlformats.org/officeDocument/2006/relationships/image" Target="../media/image163.png"/><Relationship Id="rId413" Type="http://schemas.openxmlformats.org/officeDocument/2006/relationships/customXml" Target="../ink/ink271.xml"/><Relationship Id="rId497" Type="http://schemas.openxmlformats.org/officeDocument/2006/relationships/image" Target="../media/image300.png"/><Relationship Id="rId357" Type="http://schemas.openxmlformats.org/officeDocument/2006/relationships/image" Target="../media/image233.png"/><Relationship Id="rId54" Type="http://schemas.openxmlformats.org/officeDocument/2006/relationships/customXml" Target="../ink/ink81.xml"/><Relationship Id="rId217" Type="http://schemas.openxmlformats.org/officeDocument/2006/relationships/image" Target="../media/image168.png"/><Relationship Id="rId564" Type="http://schemas.openxmlformats.org/officeDocument/2006/relationships/customXml" Target="../ink/ink348.xml"/><Relationship Id="rId424" Type="http://schemas.openxmlformats.org/officeDocument/2006/relationships/customXml" Target="../ink/ink277.xml"/><Relationship Id="rId270" Type="http://schemas.openxmlformats.org/officeDocument/2006/relationships/image" Target="../media/image192.png"/><Relationship Id="rId65" Type="http://schemas.openxmlformats.org/officeDocument/2006/relationships/customXml" Target="../ink/ink87.xml"/><Relationship Id="rId130" Type="http://schemas.openxmlformats.org/officeDocument/2006/relationships/customXml" Target="../ink/ink121.xml"/><Relationship Id="rId368" Type="http://schemas.openxmlformats.org/officeDocument/2006/relationships/image" Target="../media/image238.png"/><Relationship Id="rId575" Type="http://schemas.openxmlformats.org/officeDocument/2006/relationships/image" Target="../media/image339.png"/><Relationship Id="rId228" Type="http://schemas.openxmlformats.org/officeDocument/2006/relationships/customXml" Target="../ink/ink173.xml"/><Relationship Id="rId435" Type="http://schemas.openxmlformats.org/officeDocument/2006/relationships/customXml" Target="../ink/ink283.xml"/><Relationship Id="rId281" Type="http://schemas.openxmlformats.org/officeDocument/2006/relationships/customXml" Target="../ink/ink201.xml"/><Relationship Id="rId502" Type="http://schemas.openxmlformats.org/officeDocument/2006/relationships/customXml" Target="../ink/ink317.xml"/><Relationship Id="rId76" Type="http://schemas.openxmlformats.org/officeDocument/2006/relationships/image" Target="../media/image101.png"/><Relationship Id="rId141" Type="http://schemas.openxmlformats.org/officeDocument/2006/relationships/image" Target="../media/image132.png"/><Relationship Id="rId379" Type="http://schemas.openxmlformats.org/officeDocument/2006/relationships/image" Target="../media/image243.png"/><Relationship Id="rId586" Type="http://schemas.openxmlformats.org/officeDocument/2006/relationships/image" Target="../media/image344.png"/><Relationship Id="rId7" Type="http://schemas.openxmlformats.org/officeDocument/2006/relationships/image" Target="../media/image67.png"/><Relationship Id="rId239" Type="http://schemas.openxmlformats.org/officeDocument/2006/relationships/image" Target="../media/image178.png"/><Relationship Id="rId446" Type="http://schemas.openxmlformats.org/officeDocument/2006/relationships/image" Target="../media/image275.png"/><Relationship Id="rId292" Type="http://schemas.openxmlformats.org/officeDocument/2006/relationships/customXml" Target="../ink/ink207.xml"/><Relationship Id="rId306" Type="http://schemas.openxmlformats.org/officeDocument/2006/relationships/customXml" Target="../ink/ink215.xml"/><Relationship Id="rId87" Type="http://schemas.openxmlformats.org/officeDocument/2006/relationships/image" Target="../media/image106.png"/><Relationship Id="rId513" Type="http://schemas.openxmlformats.org/officeDocument/2006/relationships/image" Target="../media/image308.png"/><Relationship Id="rId597" Type="http://schemas.openxmlformats.org/officeDocument/2006/relationships/image" Target="../media/image349.png"/><Relationship Id="rId152" Type="http://schemas.openxmlformats.org/officeDocument/2006/relationships/customXml" Target="../ink/ink132.xml"/><Relationship Id="rId457" Type="http://schemas.openxmlformats.org/officeDocument/2006/relationships/customXml" Target="../ink/ink294.xml"/><Relationship Id="rId14" Type="http://schemas.openxmlformats.org/officeDocument/2006/relationships/customXml" Target="../ink/ink61.xml"/><Relationship Id="rId317" Type="http://schemas.openxmlformats.org/officeDocument/2006/relationships/image" Target="../media/image214.png"/><Relationship Id="rId524" Type="http://schemas.openxmlformats.org/officeDocument/2006/relationships/customXml" Target="../ink/ink328.xml"/><Relationship Id="rId98" Type="http://schemas.openxmlformats.org/officeDocument/2006/relationships/customXml" Target="../ink/ink104.xml"/><Relationship Id="rId163" Type="http://schemas.openxmlformats.org/officeDocument/2006/relationships/customXml" Target="../ink/ink138.xml"/><Relationship Id="rId370" Type="http://schemas.openxmlformats.org/officeDocument/2006/relationships/customXml" Target="../ink/ink249.xml"/><Relationship Id="rId230" Type="http://schemas.openxmlformats.org/officeDocument/2006/relationships/customXml" Target="../ink/ink174.xml"/><Relationship Id="rId468" Type="http://schemas.openxmlformats.org/officeDocument/2006/relationships/image" Target="../media/image286.png"/><Relationship Id="rId25" Type="http://schemas.openxmlformats.org/officeDocument/2006/relationships/image" Target="../media/image76.png"/><Relationship Id="rId67" Type="http://schemas.openxmlformats.org/officeDocument/2006/relationships/customXml" Target="../ink/ink88.xml"/><Relationship Id="rId272" Type="http://schemas.openxmlformats.org/officeDocument/2006/relationships/image" Target="../media/image193.png"/><Relationship Id="rId328" Type="http://schemas.openxmlformats.org/officeDocument/2006/relationships/image" Target="../media/image219.png"/><Relationship Id="rId535" Type="http://schemas.openxmlformats.org/officeDocument/2006/relationships/image" Target="../media/image319.png"/><Relationship Id="rId577" Type="http://schemas.openxmlformats.org/officeDocument/2006/relationships/image" Target="../media/image340.png"/><Relationship Id="rId132" Type="http://schemas.openxmlformats.org/officeDocument/2006/relationships/customXml" Target="../ink/ink122.xml"/><Relationship Id="rId174" Type="http://schemas.openxmlformats.org/officeDocument/2006/relationships/customXml" Target="../ink/ink144.xml"/><Relationship Id="rId381" Type="http://schemas.openxmlformats.org/officeDocument/2006/relationships/image" Target="../media/image244.png"/><Relationship Id="rId602" Type="http://schemas.openxmlformats.org/officeDocument/2006/relationships/customXml" Target="../ink/ink368.xml"/><Relationship Id="rId241" Type="http://schemas.openxmlformats.org/officeDocument/2006/relationships/image" Target="../media/image179.png"/><Relationship Id="rId437" Type="http://schemas.openxmlformats.org/officeDocument/2006/relationships/customXml" Target="../ink/ink284.xml"/><Relationship Id="rId479" Type="http://schemas.openxmlformats.org/officeDocument/2006/relationships/image" Target="../media/image291.png"/><Relationship Id="rId36" Type="http://schemas.openxmlformats.org/officeDocument/2006/relationships/customXml" Target="../ink/ink72.xml"/><Relationship Id="rId283" Type="http://schemas.openxmlformats.org/officeDocument/2006/relationships/customXml" Target="../ink/ink202.xml"/><Relationship Id="rId339" Type="http://schemas.openxmlformats.org/officeDocument/2006/relationships/customXml" Target="../ink/ink232.xml"/><Relationship Id="rId490" Type="http://schemas.openxmlformats.org/officeDocument/2006/relationships/customXml" Target="../ink/ink311.xml"/><Relationship Id="rId504" Type="http://schemas.openxmlformats.org/officeDocument/2006/relationships/customXml" Target="../ink/ink318.xml"/><Relationship Id="rId546" Type="http://schemas.openxmlformats.org/officeDocument/2006/relationships/customXml" Target="../ink/ink339.xml"/><Relationship Id="rId78" Type="http://schemas.openxmlformats.org/officeDocument/2006/relationships/image" Target="../media/image102.png"/><Relationship Id="rId101" Type="http://schemas.openxmlformats.org/officeDocument/2006/relationships/image" Target="../media/image113.png"/><Relationship Id="rId143" Type="http://schemas.openxmlformats.org/officeDocument/2006/relationships/image" Target="../media/image133.png"/><Relationship Id="rId185" Type="http://schemas.openxmlformats.org/officeDocument/2006/relationships/image" Target="../media/image153.png"/><Relationship Id="rId350" Type="http://schemas.openxmlformats.org/officeDocument/2006/relationships/image" Target="../media/image230.png"/><Relationship Id="rId406" Type="http://schemas.openxmlformats.org/officeDocument/2006/relationships/image" Target="../media/image256.png"/><Relationship Id="rId588" Type="http://schemas.openxmlformats.org/officeDocument/2006/relationships/image" Target="../media/image345.png"/><Relationship Id="rId9" Type="http://schemas.openxmlformats.org/officeDocument/2006/relationships/image" Target="../media/image68.png"/><Relationship Id="rId210" Type="http://schemas.openxmlformats.org/officeDocument/2006/relationships/image" Target="../media/image165.png"/><Relationship Id="rId392" Type="http://schemas.openxmlformats.org/officeDocument/2006/relationships/customXml" Target="../ink/ink260.xml"/><Relationship Id="rId448" Type="http://schemas.openxmlformats.org/officeDocument/2006/relationships/image" Target="../media/image276.png"/><Relationship Id="rId613" Type="http://schemas.openxmlformats.org/officeDocument/2006/relationships/customXml" Target="../ink/ink374.xml"/><Relationship Id="rId252" Type="http://schemas.openxmlformats.org/officeDocument/2006/relationships/customXml" Target="../ink/ink186.xml"/><Relationship Id="rId294" Type="http://schemas.openxmlformats.org/officeDocument/2006/relationships/customXml" Target="../ink/ink208.xml"/><Relationship Id="rId308" Type="http://schemas.openxmlformats.org/officeDocument/2006/relationships/customXml" Target="../ink/ink216.xml"/><Relationship Id="rId515" Type="http://schemas.openxmlformats.org/officeDocument/2006/relationships/image" Target="../media/image309.png"/><Relationship Id="rId47" Type="http://schemas.openxmlformats.org/officeDocument/2006/relationships/image" Target="../media/image87.png"/><Relationship Id="rId89" Type="http://schemas.openxmlformats.org/officeDocument/2006/relationships/image" Target="../media/image107.png"/><Relationship Id="rId112" Type="http://schemas.openxmlformats.org/officeDocument/2006/relationships/customXml" Target="../ink/ink112.xml"/><Relationship Id="rId154" Type="http://schemas.openxmlformats.org/officeDocument/2006/relationships/customXml" Target="../ink/ink133.xml"/><Relationship Id="rId361" Type="http://schemas.openxmlformats.org/officeDocument/2006/relationships/customXml" Target="../ink/ink244.xml"/><Relationship Id="rId557" Type="http://schemas.openxmlformats.org/officeDocument/2006/relationships/image" Target="../media/image330.png"/><Relationship Id="rId599" Type="http://schemas.openxmlformats.org/officeDocument/2006/relationships/image" Target="../media/image350.png"/><Relationship Id="rId196" Type="http://schemas.openxmlformats.org/officeDocument/2006/relationships/image" Target="../media/image158.png"/><Relationship Id="rId417" Type="http://schemas.openxmlformats.org/officeDocument/2006/relationships/customXml" Target="../ink/ink273.xml"/><Relationship Id="rId459" Type="http://schemas.openxmlformats.org/officeDocument/2006/relationships/customXml" Target="../ink/ink295.xml"/><Relationship Id="rId16" Type="http://schemas.openxmlformats.org/officeDocument/2006/relationships/customXml" Target="../ink/ink62.xml"/><Relationship Id="rId221" Type="http://schemas.openxmlformats.org/officeDocument/2006/relationships/image" Target="../media/image170.png"/><Relationship Id="rId263" Type="http://schemas.openxmlformats.org/officeDocument/2006/relationships/image" Target="../media/image189.png"/><Relationship Id="rId319" Type="http://schemas.openxmlformats.org/officeDocument/2006/relationships/image" Target="../media/image215.png"/><Relationship Id="rId470" Type="http://schemas.openxmlformats.org/officeDocument/2006/relationships/customXml" Target="../ink/ink301.xml"/><Relationship Id="rId526" Type="http://schemas.openxmlformats.org/officeDocument/2006/relationships/customXml" Target="../ink/ink329.xml"/><Relationship Id="rId58" Type="http://schemas.openxmlformats.org/officeDocument/2006/relationships/customXml" Target="../ink/ink83.xml"/><Relationship Id="rId123" Type="http://schemas.openxmlformats.org/officeDocument/2006/relationships/image" Target="../media/image123.png"/><Relationship Id="rId330" Type="http://schemas.openxmlformats.org/officeDocument/2006/relationships/image" Target="../media/image220.png"/><Relationship Id="rId568" Type="http://schemas.openxmlformats.org/officeDocument/2006/relationships/customXml" Target="../ink/ink350.xml"/><Relationship Id="rId165" Type="http://schemas.openxmlformats.org/officeDocument/2006/relationships/customXml" Target="../ink/ink139.xml"/><Relationship Id="rId372" Type="http://schemas.openxmlformats.org/officeDocument/2006/relationships/customXml" Target="../ink/ink250.xml"/><Relationship Id="rId428" Type="http://schemas.openxmlformats.org/officeDocument/2006/relationships/customXml" Target="../ink/ink279.xml"/><Relationship Id="rId232" Type="http://schemas.openxmlformats.org/officeDocument/2006/relationships/customXml" Target="../ink/ink175.xml"/><Relationship Id="rId274" Type="http://schemas.openxmlformats.org/officeDocument/2006/relationships/image" Target="../media/image194.png"/><Relationship Id="rId481" Type="http://schemas.openxmlformats.org/officeDocument/2006/relationships/image" Target="../media/image292.png"/><Relationship Id="rId27" Type="http://schemas.openxmlformats.org/officeDocument/2006/relationships/image" Target="../media/image77.png"/><Relationship Id="rId69" Type="http://schemas.openxmlformats.org/officeDocument/2006/relationships/customXml" Target="../ink/ink89.xml"/><Relationship Id="rId134" Type="http://schemas.openxmlformats.org/officeDocument/2006/relationships/customXml" Target="../ink/ink123.xml"/><Relationship Id="rId537" Type="http://schemas.openxmlformats.org/officeDocument/2006/relationships/image" Target="../media/image320.png"/><Relationship Id="rId579" Type="http://schemas.openxmlformats.org/officeDocument/2006/relationships/image" Target="../media/image341.png"/><Relationship Id="rId80" Type="http://schemas.openxmlformats.org/officeDocument/2006/relationships/customXml" Target="../ink/ink95.xml"/><Relationship Id="rId176" Type="http://schemas.openxmlformats.org/officeDocument/2006/relationships/customXml" Target="../ink/ink145.xml"/><Relationship Id="rId341" Type="http://schemas.openxmlformats.org/officeDocument/2006/relationships/customXml" Target="../ink/ink233.xml"/><Relationship Id="rId383" Type="http://schemas.openxmlformats.org/officeDocument/2006/relationships/image" Target="../media/image245.png"/><Relationship Id="rId439" Type="http://schemas.openxmlformats.org/officeDocument/2006/relationships/customXml" Target="../ink/ink285.xml"/><Relationship Id="rId590" Type="http://schemas.openxmlformats.org/officeDocument/2006/relationships/image" Target="../media/image346.png"/><Relationship Id="rId604" Type="http://schemas.openxmlformats.org/officeDocument/2006/relationships/customXml" Target="../ink/ink369.xml"/><Relationship Id="rId201" Type="http://schemas.openxmlformats.org/officeDocument/2006/relationships/customXml" Target="../ink/ink158.xml"/><Relationship Id="rId243" Type="http://schemas.openxmlformats.org/officeDocument/2006/relationships/customXml" Target="../ink/ink181.xml"/><Relationship Id="rId285" Type="http://schemas.openxmlformats.org/officeDocument/2006/relationships/customXml" Target="../ink/ink203.xml"/><Relationship Id="rId450" Type="http://schemas.openxmlformats.org/officeDocument/2006/relationships/image" Target="../media/image277.png"/><Relationship Id="rId506" Type="http://schemas.openxmlformats.org/officeDocument/2006/relationships/customXml" Target="../ink/ink319.xml"/><Relationship Id="rId38" Type="http://schemas.openxmlformats.org/officeDocument/2006/relationships/customXml" Target="../ink/ink73.xml"/><Relationship Id="rId103" Type="http://schemas.openxmlformats.org/officeDocument/2006/relationships/customXml" Target="../ink/ink107.xml"/><Relationship Id="rId310" Type="http://schemas.openxmlformats.org/officeDocument/2006/relationships/customXml" Target="../ink/ink217.xml"/><Relationship Id="rId492" Type="http://schemas.openxmlformats.org/officeDocument/2006/relationships/customXml" Target="../ink/ink312.xml"/><Relationship Id="rId548" Type="http://schemas.openxmlformats.org/officeDocument/2006/relationships/customXml" Target="../ink/ink340.xml"/><Relationship Id="rId91" Type="http://schemas.openxmlformats.org/officeDocument/2006/relationships/image" Target="../media/image108.png"/><Relationship Id="rId145" Type="http://schemas.openxmlformats.org/officeDocument/2006/relationships/image" Target="../media/image134.png"/><Relationship Id="rId187" Type="http://schemas.openxmlformats.org/officeDocument/2006/relationships/image" Target="../media/image154.png"/><Relationship Id="rId352" Type="http://schemas.openxmlformats.org/officeDocument/2006/relationships/customXml" Target="../ink/ink239.xml"/><Relationship Id="rId394" Type="http://schemas.openxmlformats.org/officeDocument/2006/relationships/customXml" Target="../ink/ink261.xml"/><Relationship Id="rId408" Type="http://schemas.openxmlformats.org/officeDocument/2006/relationships/image" Target="../media/image257.png"/><Relationship Id="rId212" Type="http://schemas.openxmlformats.org/officeDocument/2006/relationships/customXml" Target="../ink/ink164.xml"/><Relationship Id="rId254" Type="http://schemas.openxmlformats.org/officeDocument/2006/relationships/customXml" Target="../ink/ink187.xml"/><Relationship Id="rId49" Type="http://schemas.openxmlformats.org/officeDocument/2006/relationships/image" Target="../media/image88.png"/><Relationship Id="rId114" Type="http://schemas.openxmlformats.org/officeDocument/2006/relationships/customXml" Target="../ink/ink113.xml"/><Relationship Id="rId296" Type="http://schemas.openxmlformats.org/officeDocument/2006/relationships/image" Target="../media/image204.png"/><Relationship Id="rId461" Type="http://schemas.openxmlformats.org/officeDocument/2006/relationships/customXml" Target="../ink/ink296.xml"/><Relationship Id="rId517" Type="http://schemas.openxmlformats.org/officeDocument/2006/relationships/image" Target="../media/image310.png"/><Relationship Id="rId559" Type="http://schemas.openxmlformats.org/officeDocument/2006/relationships/image" Target="../media/image331.png"/><Relationship Id="rId60" Type="http://schemas.openxmlformats.org/officeDocument/2006/relationships/customXml" Target="../ink/ink84.xml"/><Relationship Id="rId156" Type="http://schemas.openxmlformats.org/officeDocument/2006/relationships/customXml" Target="../ink/ink134.xml"/><Relationship Id="rId198" Type="http://schemas.openxmlformats.org/officeDocument/2006/relationships/image" Target="../media/image159.png"/><Relationship Id="rId321" Type="http://schemas.openxmlformats.org/officeDocument/2006/relationships/image" Target="../media/image216.png"/><Relationship Id="rId363" Type="http://schemas.openxmlformats.org/officeDocument/2006/relationships/customXml" Target="../ink/ink245.xml"/><Relationship Id="rId419" Type="http://schemas.openxmlformats.org/officeDocument/2006/relationships/customXml" Target="../ink/ink274.xml"/><Relationship Id="rId570" Type="http://schemas.openxmlformats.org/officeDocument/2006/relationships/customXml" Target="../ink/ink351.xml"/><Relationship Id="rId223" Type="http://schemas.openxmlformats.org/officeDocument/2006/relationships/customXml" Target="../ink/ink170.xml"/><Relationship Id="rId430" Type="http://schemas.openxmlformats.org/officeDocument/2006/relationships/customXml" Target="../ink/ink280.xml"/><Relationship Id="rId18" Type="http://schemas.openxmlformats.org/officeDocument/2006/relationships/customXml" Target="../ink/ink63.xml"/><Relationship Id="rId265" Type="http://schemas.openxmlformats.org/officeDocument/2006/relationships/customXml" Target="../ink/ink193.xml"/><Relationship Id="rId472" Type="http://schemas.openxmlformats.org/officeDocument/2006/relationships/customXml" Target="../ink/ink302.xml"/><Relationship Id="rId528" Type="http://schemas.openxmlformats.org/officeDocument/2006/relationships/customXml" Target="../ink/ink330.xml"/><Relationship Id="rId125" Type="http://schemas.openxmlformats.org/officeDocument/2006/relationships/image" Target="../media/image124.png"/><Relationship Id="rId167" Type="http://schemas.openxmlformats.org/officeDocument/2006/relationships/customXml" Target="../ink/ink140.xml"/><Relationship Id="rId332" Type="http://schemas.openxmlformats.org/officeDocument/2006/relationships/image" Target="../media/image221.png"/><Relationship Id="rId374" Type="http://schemas.openxmlformats.org/officeDocument/2006/relationships/customXml" Target="../ink/ink251.xml"/><Relationship Id="rId581" Type="http://schemas.openxmlformats.org/officeDocument/2006/relationships/customXml" Target="../ink/ink357.xml"/><Relationship Id="rId71" Type="http://schemas.openxmlformats.org/officeDocument/2006/relationships/customXml" Target="../ink/ink90.xml"/><Relationship Id="rId234" Type="http://schemas.openxmlformats.org/officeDocument/2006/relationships/customXml" Target="../ink/ink176.xml"/><Relationship Id="rId2" Type="http://schemas.openxmlformats.org/officeDocument/2006/relationships/customXml" Target="../ink/ink55.xml"/><Relationship Id="rId29" Type="http://schemas.openxmlformats.org/officeDocument/2006/relationships/image" Target="../media/image78.png"/><Relationship Id="rId276" Type="http://schemas.openxmlformats.org/officeDocument/2006/relationships/image" Target="../media/image195.png"/><Relationship Id="rId441" Type="http://schemas.openxmlformats.org/officeDocument/2006/relationships/customXml" Target="../ink/ink286.xml"/><Relationship Id="rId483" Type="http://schemas.openxmlformats.org/officeDocument/2006/relationships/image" Target="../media/image293.png"/><Relationship Id="rId539" Type="http://schemas.openxmlformats.org/officeDocument/2006/relationships/image" Target="../media/image321.png"/><Relationship Id="rId40" Type="http://schemas.openxmlformats.org/officeDocument/2006/relationships/customXml" Target="../ink/ink74.xml"/><Relationship Id="rId136" Type="http://schemas.openxmlformats.org/officeDocument/2006/relationships/customXml" Target="../ink/ink124.xml"/><Relationship Id="rId178" Type="http://schemas.openxmlformats.org/officeDocument/2006/relationships/customXml" Target="../ink/ink146.xml"/><Relationship Id="rId301" Type="http://schemas.openxmlformats.org/officeDocument/2006/relationships/customXml" Target="../ink/ink212.xml"/><Relationship Id="rId343" Type="http://schemas.openxmlformats.org/officeDocument/2006/relationships/customXml" Target="../ink/ink234.xml"/><Relationship Id="rId550" Type="http://schemas.openxmlformats.org/officeDocument/2006/relationships/customXml" Target="../ink/ink341.xml"/><Relationship Id="rId82" Type="http://schemas.openxmlformats.org/officeDocument/2006/relationships/customXml" Target="../ink/ink96.xml"/><Relationship Id="rId203" Type="http://schemas.openxmlformats.org/officeDocument/2006/relationships/customXml" Target="../ink/ink159.xml"/><Relationship Id="rId385" Type="http://schemas.openxmlformats.org/officeDocument/2006/relationships/image" Target="../media/image246.png"/><Relationship Id="rId592" Type="http://schemas.openxmlformats.org/officeDocument/2006/relationships/customXml" Target="../ink/ink363.xml"/><Relationship Id="rId606" Type="http://schemas.openxmlformats.org/officeDocument/2006/relationships/image" Target="../media/image353.png"/><Relationship Id="rId245" Type="http://schemas.openxmlformats.org/officeDocument/2006/relationships/customXml" Target="../ink/ink182.xml"/><Relationship Id="rId287" Type="http://schemas.openxmlformats.org/officeDocument/2006/relationships/image" Target="../media/image200.png"/><Relationship Id="rId410" Type="http://schemas.openxmlformats.org/officeDocument/2006/relationships/image" Target="../media/image258.png"/><Relationship Id="rId452" Type="http://schemas.openxmlformats.org/officeDocument/2006/relationships/image" Target="../media/image278.png"/><Relationship Id="rId494" Type="http://schemas.openxmlformats.org/officeDocument/2006/relationships/customXml" Target="../ink/ink313.xml"/><Relationship Id="rId508" Type="http://schemas.openxmlformats.org/officeDocument/2006/relationships/customXml" Target="../ink/ink320.xml"/><Relationship Id="rId105" Type="http://schemas.openxmlformats.org/officeDocument/2006/relationships/customXml" Target="../ink/ink108.xml"/><Relationship Id="rId147" Type="http://schemas.openxmlformats.org/officeDocument/2006/relationships/image" Target="../media/image135.png"/><Relationship Id="rId312" Type="http://schemas.openxmlformats.org/officeDocument/2006/relationships/customXml" Target="../ink/ink218.xml"/><Relationship Id="rId354" Type="http://schemas.openxmlformats.org/officeDocument/2006/relationships/customXml" Target="../ink/ink240.xml"/><Relationship Id="rId51" Type="http://schemas.openxmlformats.org/officeDocument/2006/relationships/image" Target="../media/image89.png"/><Relationship Id="rId93" Type="http://schemas.openxmlformats.org/officeDocument/2006/relationships/image" Target="../media/image109.png"/><Relationship Id="rId189" Type="http://schemas.openxmlformats.org/officeDocument/2006/relationships/image" Target="../media/image155.png"/><Relationship Id="rId396" Type="http://schemas.openxmlformats.org/officeDocument/2006/relationships/customXml" Target="../ink/ink262.xml"/><Relationship Id="rId561" Type="http://schemas.openxmlformats.org/officeDocument/2006/relationships/image" Target="../media/image332.png"/><Relationship Id="rId214" Type="http://schemas.openxmlformats.org/officeDocument/2006/relationships/customXml" Target="../ink/ink165.xml"/><Relationship Id="rId256" Type="http://schemas.openxmlformats.org/officeDocument/2006/relationships/customXml" Target="../ink/ink188.xml"/><Relationship Id="rId298" Type="http://schemas.openxmlformats.org/officeDocument/2006/relationships/image" Target="../media/image205.png"/><Relationship Id="rId421" Type="http://schemas.openxmlformats.org/officeDocument/2006/relationships/image" Target="../media/image263.png"/><Relationship Id="rId463" Type="http://schemas.openxmlformats.org/officeDocument/2006/relationships/customXml" Target="../ink/ink297.xml"/><Relationship Id="rId519" Type="http://schemas.openxmlformats.org/officeDocument/2006/relationships/image" Target="../media/image311.png"/><Relationship Id="rId116" Type="http://schemas.openxmlformats.org/officeDocument/2006/relationships/customXml" Target="../ink/ink114.xml"/><Relationship Id="rId158" Type="http://schemas.openxmlformats.org/officeDocument/2006/relationships/customXml" Target="../ink/ink135.xml"/><Relationship Id="rId323" Type="http://schemas.openxmlformats.org/officeDocument/2006/relationships/image" Target="../media/image217.png"/><Relationship Id="rId530" Type="http://schemas.openxmlformats.org/officeDocument/2006/relationships/customXml" Target="../ink/ink331.xml"/><Relationship Id="rId20" Type="http://schemas.openxmlformats.org/officeDocument/2006/relationships/customXml" Target="../ink/ink64.xml"/><Relationship Id="rId62" Type="http://schemas.openxmlformats.org/officeDocument/2006/relationships/customXml" Target="../ink/ink85.xml"/><Relationship Id="rId365" Type="http://schemas.openxmlformats.org/officeDocument/2006/relationships/customXml" Target="../ink/ink246.xml"/><Relationship Id="rId572" Type="http://schemas.openxmlformats.org/officeDocument/2006/relationships/customXml" Target="../ink/ink352.xml"/><Relationship Id="rId225" Type="http://schemas.openxmlformats.org/officeDocument/2006/relationships/customXml" Target="../ink/ink171.xml"/><Relationship Id="rId267" Type="http://schemas.openxmlformats.org/officeDocument/2006/relationships/customXml" Target="../ink/ink194.xml"/><Relationship Id="rId432" Type="http://schemas.openxmlformats.org/officeDocument/2006/relationships/image" Target="../media/image268.png"/><Relationship Id="rId474" Type="http://schemas.openxmlformats.org/officeDocument/2006/relationships/customXml" Target="../ink/ink303.xml"/><Relationship Id="rId127" Type="http://schemas.openxmlformats.org/officeDocument/2006/relationships/image" Target="../media/image125.png"/><Relationship Id="rId31" Type="http://schemas.openxmlformats.org/officeDocument/2006/relationships/image" Target="../media/image79.png"/><Relationship Id="rId73" Type="http://schemas.openxmlformats.org/officeDocument/2006/relationships/customXml" Target="../ink/ink91.xml"/><Relationship Id="rId169" Type="http://schemas.openxmlformats.org/officeDocument/2006/relationships/customXml" Target="../ink/ink141.xml"/><Relationship Id="rId334" Type="http://schemas.openxmlformats.org/officeDocument/2006/relationships/image" Target="../media/image222.png"/><Relationship Id="rId376" Type="http://schemas.openxmlformats.org/officeDocument/2006/relationships/customXml" Target="../ink/ink252.xml"/><Relationship Id="rId541" Type="http://schemas.openxmlformats.org/officeDocument/2006/relationships/image" Target="../media/image322.png"/><Relationship Id="rId583" Type="http://schemas.openxmlformats.org/officeDocument/2006/relationships/customXml" Target="../ink/ink358.xml"/><Relationship Id="rId4" Type="http://schemas.openxmlformats.org/officeDocument/2006/relationships/customXml" Target="../ink/ink56.xml"/><Relationship Id="rId180" Type="http://schemas.openxmlformats.org/officeDocument/2006/relationships/customXml" Target="../ink/ink147.xml"/><Relationship Id="rId236" Type="http://schemas.openxmlformats.org/officeDocument/2006/relationships/customXml" Target="../ink/ink177.xml"/><Relationship Id="rId278" Type="http://schemas.openxmlformats.org/officeDocument/2006/relationships/image" Target="../media/image196.png"/><Relationship Id="rId401" Type="http://schemas.openxmlformats.org/officeDocument/2006/relationships/customXml" Target="../ink/ink265.xml"/><Relationship Id="rId443" Type="http://schemas.openxmlformats.org/officeDocument/2006/relationships/customXml" Target="../ink/ink287.xml"/><Relationship Id="rId303" Type="http://schemas.openxmlformats.org/officeDocument/2006/relationships/customXml" Target="../ink/ink213.xml"/><Relationship Id="rId485" Type="http://schemas.openxmlformats.org/officeDocument/2006/relationships/image" Target="../media/image294.png"/><Relationship Id="rId42" Type="http://schemas.openxmlformats.org/officeDocument/2006/relationships/customXml" Target="../ink/ink75.xml"/><Relationship Id="rId84" Type="http://schemas.openxmlformats.org/officeDocument/2006/relationships/customXml" Target="../ink/ink97.xml"/><Relationship Id="rId138" Type="http://schemas.openxmlformats.org/officeDocument/2006/relationships/customXml" Target="../ink/ink125.xml"/><Relationship Id="rId345" Type="http://schemas.openxmlformats.org/officeDocument/2006/relationships/customXml" Target="../ink/ink235.xml"/><Relationship Id="rId387" Type="http://schemas.openxmlformats.org/officeDocument/2006/relationships/image" Target="../media/image247.png"/><Relationship Id="rId510" Type="http://schemas.openxmlformats.org/officeDocument/2006/relationships/customXml" Target="../ink/ink321.xml"/><Relationship Id="rId552" Type="http://schemas.openxmlformats.org/officeDocument/2006/relationships/customXml" Target="../ink/ink342.xml"/><Relationship Id="rId594" Type="http://schemas.openxmlformats.org/officeDocument/2006/relationships/customXml" Target="../ink/ink364.xml"/><Relationship Id="rId608" Type="http://schemas.openxmlformats.org/officeDocument/2006/relationships/image" Target="../media/image354.png"/><Relationship Id="rId191" Type="http://schemas.openxmlformats.org/officeDocument/2006/relationships/image" Target="../media/image156.png"/><Relationship Id="rId205" Type="http://schemas.openxmlformats.org/officeDocument/2006/relationships/customXml" Target="../ink/ink160.xml"/><Relationship Id="rId247" Type="http://schemas.openxmlformats.org/officeDocument/2006/relationships/customXml" Target="../ink/ink183.xml"/><Relationship Id="rId412" Type="http://schemas.openxmlformats.org/officeDocument/2006/relationships/image" Target="../media/image259.png"/><Relationship Id="rId107" Type="http://schemas.openxmlformats.org/officeDocument/2006/relationships/customXml" Target="../ink/ink109.xml"/><Relationship Id="rId289" Type="http://schemas.openxmlformats.org/officeDocument/2006/relationships/image" Target="../media/image201.png"/><Relationship Id="rId454" Type="http://schemas.openxmlformats.org/officeDocument/2006/relationships/image" Target="../media/image279.png"/><Relationship Id="rId496" Type="http://schemas.openxmlformats.org/officeDocument/2006/relationships/customXml" Target="../ink/ink314.xml"/><Relationship Id="rId11" Type="http://schemas.openxmlformats.org/officeDocument/2006/relationships/image" Target="../media/image69.png"/><Relationship Id="rId53" Type="http://schemas.openxmlformats.org/officeDocument/2006/relationships/image" Target="../media/image90.png"/><Relationship Id="rId149" Type="http://schemas.openxmlformats.org/officeDocument/2006/relationships/image" Target="../media/image136.png"/><Relationship Id="rId314" Type="http://schemas.openxmlformats.org/officeDocument/2006/relationships/customXml" Target="../ink/ink219.xml"/><Relationship Id="rId356" Type="http://schemas.openxmlformats.org/officeDocument/2006/relationships/customXml" Target="../ink/ink241.xml"/><Relationship Id="rId398" Type="http://schemas.openxmlformats.org/officeDocument/2006/relationships/customXml" Target="../ink/ink263.xml"/><Relationship Id="rId521" Type="http://schemas.openxmlformats.org/officeDocument/2006/relationships/image" Target="../media/image312.png"/><Relationship Id="rId563" Type="http://schemas.openxmlformats.org/officeDocument/2006/relationships/image" Target="../media/image333.png"/><Relationship Id="rId95" Type="http://schemas.openxmlformats.org/officeDocument/2006/relationships/image" Target="../media/image110.png"/><Relationship Id="rId160" Type="http://schemas.openxmlformats.org/officeDocument/2006/relationships/image" Target="../media/image141.png"/><Relationship Id="rId216" Type="http://schemas.openxmlformats.org/officeDocument/2006/relationships/customXml" Target="../ink/ink166.xml"/><Relationship Id="rId423" Type="http://schemas.openxmlformats.org/officeDocument/2006/relationships/image" Target="../media/image264.png"/><Relationship Id="rId258" Type="http://schemas.openxmlformats.org/officeDocument/2006/relationships/customXml" Target="../ink/ink189.xml"/><Relationship Id="rId465" Type="http://schemas.openxmlformats.org/officeDocument/2006/relationships/customXml" Target="../ink/ink298.xml"/><Relationship Id="rId22" Type="http://schemas.openxmlformats.org/officeDocument/2006/relationships/customXml" Target="../ink/ink65.xml"/><Relationship Id="rId64" Type="http://schemas.openxmlformats.org/officeDocument/2006/relationships/customXml" Target="../ink/ink86.xml"/><Relationship Id="rId118" Type="http://schemas.openxmlformats.org/officeDocument/2006/relationships/customXml" Target="../ink/ink115.xml"/><Relationship Id="rId325" Type="http://schemas.openxmlformats.org/officeDocument/2006/relationships/image" Target="../media/image218.png"/><Relationship Id="rId367" Type="http://schemas.openxmlformats.org/officeDocument/2006/relationships/customXml" Target="../ink/ink247.xml"/><Relationship Id="rId532" Type="http://schemas.openxmlformats.org/officeDocument/2006/relationships/customXml" Target="../ink/ink332.xml"/><Relationship Id="rId574" Type="http://schemas.openxmlformats.org/officeDocument/2006/relationships/customXml" Target="../ink/ink353.xml"/><Relationship Id="rId171" Type="http://schemas.openxmlformats.org/officeDocument/2006/relationships/customXml" Target="../ink/ink142.xml"/><Relationship Id="rId227" Type="http://schemas.openxmlformats.org/officeDocument/2006/relationships/customXml" Target="../ink/ink172.xml"/><Relationship Id="rId269" Type="http://schemas.openxmlformats.org/officeDocument/2006/relationships/customXml" Target="../ink/ink195.xml"/><Relationship Id="rId434" Type="http://schemas.openxmlformats.org/officeDocument/2006/relationships/image" Target="../media/image269.png"/><Relationship Id="rId476" Type="http://schemas.openxmlformats.org/officeDocument/2006/relationships/customXml" Target="../ink/ink304.xml"/><Relationship Id="rId33" Type="http://schemas.openxmlformats.org/officeDocument/2006/relationships/image" Target="../media/image80.png"/><Relationship Id="rId129" Type="http://schemas.openxmlformats.org/officeDocument/2006/relationships/image" Target="../media/image126.png"/><Relationship Id="rId280" Type="http://schemas.openxmlformats.org/officeDocument/2006/relationships/image" Target="../media/image197.png"/><Relationship Id="rId336" Type="http://schemas.openxmlformats.org/officeDocument/2006/relationships/image" Target="../media/image223.png"/><Relationship Id="rId501" Type="http://schemas.openxmlformats.org/officeDocument/2006/relationships/image" Target="../media/image302.png"/><Relationship Id="rId543" Type="http://schemas.openxmlformats.org/officeDocument/2006/relationships/image" Target="../media/image323.png"/><Relationship Id="rId75" Type="http://schemas.openxmlformats.org/officeDocument/2006/relationships/customXml" Target="../ink/ink92.xml"/><Relationship Id="rId140" Type="http://schemas.openxmlformats.org/officeDocument/2006/relationships/customXml" Target="../ink/ink126.xml"/><Relationship Id="rId182" Type="http://schemas.openxmlformats.org/officeDocument/2006/relationships/customXml" Target="../ink/ink148.xml"/><Relationship Id="rId378" Type="http://schemas.openxmlformats.org/officeDocument/2006/relationships/customXml" Target="../ink/ink253.xml"/><Relationship Id="rId403" Type="http://schemas.openxmlformats.org/officeDocument/2006/relationships/customXml" Target="../ink/ink266.xml"/><Relationship Id="rId585" Type="http://schemas.openxmlformats.org/officeDocument/2006/relationships/customXml" Target="../ink/ink359.xml"/><Relationship Id="rId6" Type="http://schemas.openxmlformats.org/officeDocument/2006/relationships/customXml" Target="../ink/ink57.xml"/><Relationship Id="rId238" Type="http://schemas.openxmlformats.org/officeDocument/2006/relationships/customXml" Target="../ink/ink178.xml"/><Relationship Id="rId445" Type="http://schemas.openxmlformats.org/officeDocument/2006/relationships/customXml" Target="../ink/ink288.xml"/><Relationship Id="rId487" Type="http://schemas.openxmlformats.org/officeDocument/2006/relationships/image" Target="../media/image295.png"/><Relationship Id="rId610" Type="http://schemas.openxmlformats.org/officeDocument/2006/relationships/image" Target="../media/image355.png"/><Relationship Id="rId291" Type="http://schemas.openxmlformats.org/officeDocument/2006/relationships/image" Target="../media/image202.png"/><Relationship Id="rId305" Type="http://schemas.openxmlformats.org/officeDocument/2006/relationships/image" Target="../media/image208.png"/><Relationship Id="rId347" Type="http://schemas.openxmlformats.org/officeDocument/2006/relationships/customXml" Target="../ink/ink236.xml"/><Relationship Id="rId512" Type="http://schemas.openxmlformats.org/officeDocument/2006/relationships/customXml" Target="../ink/ink322.xml"/><Relationship Id="rId44" Type="http://schemas.openxmlformats.org/officeDocument/2006/relationships/customXml" Target="../ink/ink76.xml"/><Relationship Id="rId86" Type="http://schemas.openxmlformats.org/officeDocument/2006/relationships/customXml" Target="../ink/ink98.xml"/><Relationship Id="rId151" Type="http://schemas.openxmlformats.org/officeDocument/2006/relationships/image" Target="../media/image137.png"/><Relationship Id="rId389" Type="http://schemas.openxmlformats.org/officeDocument/2006/relationships/image" Target="../media/image248.png"/><Relationship Id="rId554" Type="http://schemas.openxmlformats.org/officeDocument/2006/relationships/customXml" Target="../ink/ink343.xml"/><Relationship Id="rId596" Type="http://schemas.openxmlformats.org/officeDocument/2006/relationships/customXml" Target="../ink/ink365.xml"/><Relationship Id="rId193" Type="http://schemas.openxmlformats.org/officeDocument/2006/relationships/customXml" Target="../ink/ink154.xml"/><Relationship Id="rId207" Type="http://schemas.openxmlformats.org/officeDocument/2006/relationships/customXml" Target="../ink/ink161.xml"/><Relationship Id="rId249" Type="http://schemas.openxmlformats.org/officeDocument/2006/relationships/image" Target="../media/image182.png"/><Relationship Id="rId414" Type="http://schemas.openxmlformats.org/officeDocument/2006/relationships/image" Target="../media/image260.png"/><Relationship Id="rId456" Type="http://schemas.openxmlformats.org/officeDocument/2006/relationships/image" Target="../media/image280.png"/><Relationship Id="rId498" Type="http://schemas.openxmlformats.org/officeDocument/2006/relationships/customXml" Target="../ink/ink315.xml"/><Relationship Id="rId13" Type="http://schemas.openxmlformats.org/officeDocument/2006/relationships/image" Target="../media/image70.png"/><Relationship Id="rId109" Type="http://schemas.openxmlformats.org/officeDocument/2006/relationships/customXml" Target="../ink/ink110.xml"/><Relationship Id="rId260" Type="http://schemas.openxmlformats.org/officeDocument/2006/relationships/customXml" Target="../ink/ink190.xml"/><Relationship Id="rId316" Type="http://schemas.openxmlformats.org/officeDocument/2006/relationships/customXml" Target="../ink/ink220.xml"/><Relationship Id="rId523" Type="http://schemas.openxmlformats.org/officeDocument/2006/relationships/image" Target="../media/image313.png"/><Relationship Id="rId55" Type="http://schemas.openxmlformats.org/officeDocument/2006/relationships/image" Target="../media/image91.png"/><Relationship Id="rId97" Type="http://schemas.openxmlformats.org/officeDocument/2006/relationships/image" Target="../media/image111.png"/><Relationship Id="rId120" Type="http://schemas.openxmlformats.org/officeDocument/2006/relationships/customXml" Target="../ink/ink116.xml"/><Relationship Id="rId358" Type="http://schemas.openxmlformats.org/officeDocument/2006/relationships/customXml" Target="../ink/ink242.xml"/><Relationship Id="rId565" Type="http://schemas.openxmlformats.org/officeDocument/2006/relationships/image" Target="../media/image334.png"/><Relationship Id="rId162" Type="http://schemas.openxmlformats.org/officeDocument/2006/relationships/image" Target="../media/image142.png"/><Relationship Id="rId218" Type="http://schemas.openxmlformats.org/officeDocument/2006/relationships/customXml" Target="../ink/ink167.xml"/><Relationship Id="rId425" Type="http://schemas.openxmlformats.org/officeDocument/2006/relationships/image" Target="../media/image265.png"/><Relationship Id="rId467" Type="http://schemas.openxmlformats.org/officeDocument/2006/relationships/customXml" Target="../ink/ink299.xml"/><Relationship Id="rId271" Type="http://schemas.openxmlformats.org/officeDocument/2006/relationships/customXml" Target="../ink/ink196.xml"/><Relationship Id="rId24" Type="http://schemas.openxmlformats.org/officeDocument/2006/relationships/customXml" Target="../ink/ink66.xml"/><Relationship Id="rId66" Type="http://schemas.openxmlformats.org/officeDocument/2006/relationships/image" Target="../media/image96.png"/><Relationship Id="rId131" Type="http://schemas.openxmlformats.org/officeDocument/2006/relationships/image" Target="../media/image127.png"/><Relationship Id="rId327" Type="http://schemas.openxmlformats.org/officeDocument/2006/relationships/customXml" Target="../ink/ink226.xml"/><Relationship Id="rId369" Type="http://schemas.openxmlformats.org/officeDocument/2006/relationships/customXml" Target="../ink/ink248.xml"/><Relationship Id="rId534" Type="http://schemas.openxmlformats.org/officeDocument/2006/relationships/customXml" Target="../ink/ink333.xml"/><Relationship Id="rId576" Type="http://schemas.openxmlformats.org/officeDocument/2006/relationships/customXml" Target="../ink/ink354.xml"/><Relationship Id="rId173" Type="http://schemas.openxmlformats.org/officeDocument/2006/relationships/image" Target="../media/image147.png"/><Relationship Id="rId229" Type="http://schemas.openxmlformats.org/officeDocument/2006/relationships/image" Target="../media/image173.png"/><Relationship Id="rId380" Type="http://schemas.openxmlformats.org/officeDocument/2006/relationships/customXml" Target="../ink/ink254.xml"/><Relationship Id="rId436" Type="http://schemas.openxmlformats.org/officeDocument/2006/relationships/image" Target="../media/image270.png"/><Relationship Id="rId601" Type="http://schemas.openxmlformats.org/officeDocument/2006/relationships/image" Target="../media/image351.png"/><Relationship Id="rId240" Type="http://schemas.openxmlformats.org/officeDocument/2006/relationships/customXml" Target="../ink/ink179.xml"/><Relationship Id="rId478" Type="http://schemas.openxmlformats.org/officeDocument/2006/relationships/customXml" Target="../ink/ink305.xml"/><Relationship Id="rId35" Type="http://schemas.openxmlformats.org/officeDocument/2006/relationships/image" Target="../media/image81.png"/><Relationship Id="rId77" Type="http://schemas.openxmlformats.org/officeDocument/2006/relationships/customXml" Target="../ink/ink93.xml"/><Relationship Id="rId100" Type="http://schemas.openxmlformats.org/officeDocument/2006/relationships/customXml" Target="../ink/ink105.xml"/><Relationship Id="rId282" Type="http://schemas.openxmlformats.org/officeDocument/2006/relationships/image" Target="../media/image198.png"/><Relationship Id="rId338" Type="http://schemas.openxmlformats.org/officeDocument/2006/relationships/image" Target="../media/image224.png"/><Relationship Id="rId503" Type="http://schemas.openxmlformats.org/officeDocument/2006/relationships/image" Target="../media/image303.png"/><Relationship Id="rId545" Type="http://schemas.openxmlformats.org/officeDocument/2006/relationships/image" Target="../media/image324.png"/><Relationship Id="rId587" Type="http://schemas.openxmlformats.org/officeDocument/2006/relationships/customXml" Target="../ink/ink360.xml"/><Relationship Id="rId8" Type="http://schemas.openxmlformats.org/officeDocument/2006/relationships/customXml" Target="../ink/ink58.xml"/><Relationship Id="rId142" Type="http://schemas.openxmlformats.org/officeDocument/2006/relationships/customXml" Target="../ink/ink127.xml"/><Relationship Id="rId184" Type="http://schemas.openxmlformats.org/officeDocument/2006/relationships/customXml" Target="../ink/ink149.xml"/><Relationship Id="rId391" Type="http://schemas.openxmlformats.org/officeDocument/2006/relationships/image" Target="../media/image249.png"/><Relationship Id="rId405" Type="http://schemas.openxmlformats.org/officeDocument/2006/relationships/customXml" Target="../ink/ink267.xml"/><Relationship Id="rId447" Type="http://schemas.openxmlformats.org/officeDocument/2006/relationships/customXml" Target="../ink/ink289.xml"/><Relationship Id="rId612" Type="http://schemas.openxmlformats.org/officeDocument/2006/relationships/image" Target="../media/image356.png"/><Relationship Id="rId251" Type="http://schemas.openxmlformats.org/officeDocument/2006/relationships/image" Target="../media/image183.png"/><Relationship Id="rId489" Type="http://schemas.openxmlformats.org/officeDocument/2006/relationships/image" Target="../media/image296.png"/><Relationship Id="rId46" Type="http://schemas.openxmlformats.org/officeDocument/2006/relationships/customXml" Target="../ink/ink77.xml"/><Relationship Id="rId293" Type="http://schemas.openxmlformats.org/officeDocument/2006/relationships/image" Target="../media/image203.png"/><Relationship Id="rId307" Type="http://schemas.openxmlformats.org/officeDocument/2006/relationships/image" Target="../media/image209.png"/><Relationship Id="rId349" Type="http://schemas.openxmlformats.org/officeDocument/2006/relationships/customXml" Target="../ink/ink237.xml"/><Relationship Id="rId514" Type="http://schemas.openxmlformats.org/officeDocument/2006/relationships/customXml" Target="../ink/ink323.xml"/><Relationship Id="rId556" Type="http://schemas.openxmlformats.org/officeDocument/2006/relationships/customXml" Target="../ink/ink344.xml"/><Relationship Id="rId88" Type="http://schemas.openxmlformats.org/officeDocument/2006/relationships/customXml" Target="../ink/ink99.xml"/><Relationship Id="rId111" Type="http://schemas.openxmlformats.org/officeDocument/2006/relationships/image" Target="../media/image117.png"/><Relationship Id="rId153" Type="http://schemas.openxmlformats.org/officeDocument/2006/relationships/image" Target="../media/image138.png"/><Relationship Id="rId195" Type="http://schemas.openxmlformats.org/officeDocument/2006/relationships/customXml" Target="../ink/ink155.xml"/><Relationship Id="rId209" Type="http://schemas.openxmlformats.org/officeDocument/2006/relationships/customXml" Target="../ink/ink162.xml"/><Relationship Id="rId360" Type="http://schemas.openxmlformats.org/officeDocument/2006/relationships/image" Target="../media/image234.png"/><Relationship Id="rId416" Type="http://schemas.openxmlformats.org/officeDocument/2006/relationships/image" Target="../media/image261.png"/><Relationship Id="rId598" Type="http://schemas.openxmlformats.org/officeDocument/2006/relationships/customXml" Target="../ink/ink366.xml"/><Relationship Id="rId220" Type="http://schemas.openxmlformats.org/officeDocument/2006/relationships/customXml" Target="../ink/ink168.xml"/><Relationship Id="rId458" Type="http://schemas.openxmlformats.org/officeDocument/2006/relationships/image" Target="../media/image281.png"/><Relationship Id="rId15" Type="http://schemas.openxmlformats.org/officeDocument/2006/relationships/image" Target="../media/image71.png"/><Relationship Id="rId57" Type="http://schemas.openxmlformats.org/officeDocument/2006/relationships/image" Target="../media/image92.png"/><Relationship Id="rId262" Type="http://schemas.openxmlformats.org/officeDocument/2006/relationships/customXml" Target="../ink/ink191.xml"/><Relationship Id="rId318" Type="http://schemas.openxmlformats.org/officeDocument/2006/relationships/customXml" Target="../ink/ink221.xml"/><Relationship Id="rId525" Type="http://schemas.openxmlformats.org/officeDocument/2006/relationships/image" Target="../media/image314.png"/><Relationship Id="rId567" Type="http://schemas.openxmlformats.org/officeDocument/2006/relationships/image" Target="../media/image335.png"/><Relationship Id="rId99" Type="http://schemas.openxmlformats.org/officeDocument/2006/relationships/image" Target="../media/image112.png"/><Relationship Id="rId122" Type="http://schemas.openxmlformats.org/officeDocument/2006/relationships/customXml" Target="../ink/ink117.xml"/><Relationship Id="rId164" Type="http://schemas.openxmlformats.org/officeDocument/2006/relationships/image" Target="../media/image143.png"/><Relationship Id="rId371" Type="http://schemas.openxmlformats.org/officeDocument/2006/relationships/image" Target="../media/image239.png"/><Relationship Id="rId427" Type="http://schemas.openxmlformats.org/officeDocument/2006/relationships/image" Target="../media/image266.png"/><Relationship Id="rId469" Type="http://schemas.openxmlformats.org/officeDocument/2006/relationships/customXml" Target="../ink/ink300.xml"/><Relationship Id="rId26" Type="http://schemas.openxmlformats.org/officeDocument/2006/relationships/customXml" Target="../ink/ink67.xml"/><Relationship Id="rId231" Type="http://schemas.openxmlformats.org/officeDocument/2006/relationships/image" Target="../media/image174.png"/><Relationship Id="rId273" Type="http://schemas.openxmlformats.org/officeDocument/2006/relationships/customXml" Target="../ink/ink197.xml"/><Relationship Id="rId329" Type="http://schemas.openxmlformats.org/officeDocument/2006/relationships/customXml" Target="../ink/ink227.xml"/><Relationship Id="rId480" Type="http://schemas.openxmlformats.org/officeDocument/2006/relationships/customXml" Target="../ink/ink306.xml"/><Relationship Id="rId536" Type="http://schemas.openxmlformats.org/officeDocument/2006/relationships/customXml" Target="../ink/ink334.xml"/><Relationship Id="rId68" Type="http://schemas.openxmlformats.org/officeDocument/2006/relationships/image" Target="../media/image97.png"/><Relationship Id="rId133" Type="http://schemas.openxmlformats.org/officeDocument/2006/relationships/image" Target="../media/image128.png"/><Relationship Id="rId175" Type="http://schemas.openxmlformats.org/officeDocument/2006/relationships/image" Target="../media/image148.png"/><Relationship Id="rId340" Type="http://schemas.openxmlformats.org/officeDocument/2006/relationships/image" Target="../media/image225.png"/><Relationship Id="rId578" Type="http://schemas.openxmlformats.org/officeDocument/2006/relationships/customXml" Target="../ink/ink355.xml"/><Relationship Id="rId200" Type="http://schemas.openxmlformats.org/officeDocument/2006/relationships/image" Target="../media/image160.png"/><Relationship Id="rId382" Type="http://schemas.openxmlformats.org/officeDocument/2006/relationships/customXml" Target="../ink/ink255.xml"/><Relationship Id="rId438" Type="http://schemas.openxmlformats.org/officeDocument/2006/relationships/image" Target="../media/image271.png"/><Relationship Id="rId603" Type="http://schemas.openxmlformats.org/officeDocument/2006/relationships/image" Target="../media/image352.png"/><Relationship Id="rId242" Type="http://schemas.openxmlformats.org/officeDocument/2006/relationships/customXml" Target="../ink/ink180.xml"/><Relationship Id="rId284" Type="http://schemas.openxmlformats.org/officeDocument/2006/relationships/image" Target="../media/image199.png"/><Relationship Id="rId491" Type="http://schemas.openxmlformats.org/officeDocument/2006/relationships/image" Target="../media/image297.png"/><Relationship Id="rId505" Type="http://schemas.openxmlformats.org/officeDocument/2006/relationships/image" Target="../media/image304.png"/><Relationship Id="rId37" Type="http://schemas.openxmlformats.org/officeDocument/2006/relationships/image" Target="../media/image82.png"/><Relationship Id="rId79" Type="http://schemas.openxmlformats.org/officeDocument/2006/relationships/customXml" Target="../ink/ink94.xml"/><Relationship Id="rId102" Type="http://schemas.openxmlformats.org/officeDocument/2006/relationships/customXml" Target="../ink/ink106.xml"/><Relationship Id="rId144" Type="http://schemas.openxmlformats.org/officeDocument/2006/relationships/customXml" Target="../ink/ink128.xml"/><Relationship Id="rId547" Type="http://schemas.openxmlformats.org/officeDocument/2006/relationships/image" Target="../media/image325.png"/><Relationship Id="rId589" Type="http://schemas.openxmlformats.org/officeDocument/2006/relationships/customXml" Target="../ink/ink361.xml"/><Relationship Id="rId90" Type="http://schemas.openxmlformats.org/officeDocument/2006/relationships/customXml" Target="../ink/ink100.xml"/><Relationship Id="rId186" Type="http://schemas.openxmlformats.org/officeDocument/2006/relationships/customXml" Target="../ink/ink150.xml"/><Relationship Id="rId351" Type="http://schemas.openxmlformats.org/officeDocument/2006/relationships/customXml" Target="../ink/ink238.xml"/><Relationship Id="rId393" Type="http://schemas.openxmlformats.org/officeDocument/2006/relationships/image" Target="../media/image250.png"/><Relationship Id="rId407" Type="http://schemas.openxmlformats.org/officeDocument/2006/relationships/customXml" Target="../ink/ink268.xml"/><Relationship Id="rId449" Type="http://schemas.openxmlformats.org/officeDocument/2006/relationships/customXml" Target="../ink/ink290.xml"/><Relationship Id="rId614" Type="http://schemas.openxmlformats.org/officeDocument/2006/relationships/image" Target="../media/image357.png"/><Relationship Id="rId211" Type="http://schemas.openxmlformats.org/officeDocument/2006/relationships/customXml" Target="../ink/ink163.xml"/><Relationship Id="rId253" Type="http://schemas.openxmlformats.org/officeDocument/2006/relationships/image" Target="../media/image184.png"/><Relationship Id="rId295" Type="http://schemas.openxmlformats.org/officeDocument/2006/relationships/customXml" Target="../ink/ink209.xml"/><Relationship Id="rId309" Type="http://schemas.openxmlformats.org/officeDocument/2006/relationships/image" Target="../media/image210.png"/><Relationship Id="rId460" Type="http://schemas.openxmlformats.org/officeDocument/2006/relationships/image" Target="../media/image282.png"/><Relationship Id="rId516" Type="http://schemas.openxmlformats.org/officeDocument/2006/relationships/customXml" Target="../ink/ink324.xml"/><Relationship Id="rId48" Type="http://schemas.openxmlformats.org/officeDocument/2006/relationships/customXml" Target="../ink/ink78.xml"/><Relationship Id="rId113" Type="http://schemas.openxmlformats.org/officeDocument/2006/relationships/image" Target="../media/image118.png"/><Relationship Id="rId320" Type="http://schemas.openxmlformats.org/officeDocument/2006/relationships/customXml" Target="../ink/ink222.xml"/><Relationship Id="rId558" Type="http://schemas.openxmlformats.org/officeDocument/2006/relationships/customXml" Target="../ink/ink345.xml"/><Relationship Id="rId155" Type="http://schemas.openxmlformats.org/officeDocument/2006/relationships/image" Target="../media/image139.png"/><Relationship Id="rId197" Type="http://schemas.openxmlformats.org/officeDocument/2006/relationships/customXml" Target="../ink/ink156.xml"/><Relationship Id="rId362" Type="http://schemas.openxmlformats.org/officeDocument/2006/relationships/image" Target="../media/image235.png"/><Relationship Id="rId418" Type="http://schemas.openxmlformats.org/officeDocument/2006/relationships/image" Target="../media/image262.png"/><Relationship Id="rId222" Type="http://schemas.openxmlformats.org/officeDocument/2006/relationships/customXml" Target="../ink/ink169.xml"/><Relationship Id="rId264" Type="http://schemas.openxmlformats.org/officeDocument/2006/relationships/customXml" Target="../ink/ink192.xml"/><Relationship Id="rId471" Type="http://schemas.openxmlformats.org/officeDocument/2006/relationships/image" Target="../media/image287.png"/><Relationship Id="rId17" Type="http://schemas.openxmlformats.org/officeDocument/2006/relationships/image" Target="../media/image72.png"/><Relationship Id="rId59" Type="http://schemas.openxmlformats.org/officeDocument/2006/relationships/image" Target="../media/image93.png"/><Relationship Id="rId124" Type="http://schemas.openxmlformats.org/officeDocument/2006/relationships/customXml" Target="../ink/ink118.xml"/><Relationship Id="rId527" Type="http://schemas.openxmlformats.org/officeDocument/2006/relationships/image" Target="../media/image315.png"/><Relationship Id="rId569" Type="http://schemas.openxmlformats.org/officeDocument/2006/relationships/image" Target="../media/image336.png"/><Relationship Id="rId70" Type="http://schemas.openxmlformats.org/officeDocument/2006/relationships/image" Target="../media/image98.png"/><Relationship Id="rId166" Type="http://schemas.openxmlformats.org/officeDocument/2006/relationships/image" Target="../media/image144.png"/><Relationship Id="rId331" Type="http://schemas.openxmlformats.org/officeDocument/2006/relationships/customXml" Target="../ink/ink228.xml"/><Relationship Id="rId373" Type="http://schemas.openxmlformats.org/officeDocument/2006/relationships/image" Target="../media/image240.png"/><Relationship Id="rId429" Type="http://schemas.openxmlformats.org/officeDocument/2006/relationships/image" Target="../media/image267.png"/><Relationship Id="rId580" Type="http://schemas.openxmlformats.org/officeDocument/2006/relationships/customXml" Target="../ink/ink356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175.png"/><Relationship Id="rId440" Type="http://schemas.openxmlformats.org/officeDocument/2006/relationships/image" Target="../media/image272.png"/><Relationship Id="rId28" Type="http://schemas.openxmlformats.org/officeDocument/2006/relationships/customXml" Target="../ink/ink68.xml"/><Relationship Id="rId275" Type="http://schemas.openxmlformats.org/officeDocument/2006/relationships/customXml" Target="../ink/ink198.xml"/><Relationship Id="rId300" Type="http://schemas.openxmlformats.org/officeDocument/2006/relationships/image" Target="../media/image206.png"/><Relationship Id="rId482" Type="http://schemas.openxmlformats.org/officeDocument/2006/relationships/customXml" Target="../ink/ink307.xml"/><Relationship Id="rId538" Type="http://schemas.openxmlformats.org/officeDocument/2006/relationships/customXml" Target="../ink/ink335.xml"/><Relationship Id="rId81" Type="http://schemas.openxmlformats.org/officeDocument/2006/relationships/image" Target="../media/image103.png"/><Relationship Id="rId135" Type="http://schemas.openxmlformats.org/officeDocument/2006/relationships/image" Target="../media/image129.png"/><Relationship Id="rId177" Type="http://schemas.openxmlformats.org/officeDocument/2006/relationships/image" Target="../media/image149.png"/><Relationship Id="rId342" Type="http://schemas.openxmlformats.org/officeDocument/2006/relationships/image" Target="../media/image226.png"/><Relationship Id="rId384" Type="http://schemas.openxmlformats.org/officeDocument/2006/relationships/customXml" Target="../ink/ink256.xml"/><Relationship Id="rId591" Type="http://schemas.openxmlformats.org/officeDocument/2006/relationships/customXml" Target="../ink/ink362.xml"/><Relationship Id="rId605" Type="http://schemas.openxmlformats.org/officeDocument/2006/relationships/customXml" Target="../ink/ink370.xml"/><Relationship Id="rId202" Type="http://schemas.openxmlformats.org/officeDocument/2006/relationships/image" Target="../media/image161.png"/><Relationship Id="rId244" Type="http://schemas.openxmlformats.org/officeDocument/2006/relationships/image" Target="../media/image180.png"/><Relationship Id="rId39" Type="http://schemas.openxmlformats.org/officeDocument/2006/relationships/image" Target="../media/image83.png"/><Relationship Id="rId286" Type="http://schemas.openxmlformats.org/officeDocument/2006/relationships/customXml" Target="../ink/ink204.xml"/><Relationship Id="rId451" Type="http://schemas.openxmlformats.org/officeDocument/2006/relationships/customXml" Target="../ink/ink291.xml"/><Relationship Id="rId493" Type="http://schemas.openxmlformats.org/officeDocument/2006/relationships/image" Target="../media/image298.png"/><Relationship Id="rId507" Type="http://schemas.openxmlformats.org/officeDocument/2006/relationships/image" Target="../media/image305.png"/><Relationship Id="rId549" Type="http://schemas.openxmlformats.org/officeDocument/2006/relationships/image" Target="../media/image326.png"/><Relationship Id="rId50" Type="http://schemas.openxmlformats.org/officeDocument/2006/relationships/customXml" Target="../ink/ink79.xml"/><Relationship Id="rId104" Type="http://schemas.openxmlformats.org/officeDocument/2006/relationships/image" Target="../media/image114.png"/><Relationship Id="rId146" Type="http://schemas.openxmlformats.org/officeDocument/2006/relationships/customXml" Target="../ink/ink129.xml"/><Relationship Id="rId188" Type="http://schemas.openxmlformats.org/officeDocument/2006/relationships/customXml" Target="../ink/ink151.xml"/><Relationship Id="rId311" Type="http://schemas.openxmlformats.org/officeDocument/2006/relationships/image" Target="../media/image211.png"/><Relationship Id="rId353" Type="http://schemas.openxmlformats.org/officeDocument/2006/relationships/image" Target="../media/image231.png"/><Relationship Id="rId395" Type="http://schemas.openxmlformats.org/officeDocument/2006/relationships/image" Target="../media/image251.png"/><Relationship Id="rId409" Type="http://schemas.openxmlformats.org/officeDocument/2006/relationships/customXml" Target="../ink/ink269.xml"/><Relationship Id="rId560" Type="http://schemas.openxmlformats.org/officeDocument/2006/relationships/customXml" Target="../ink/ink346.xml"/><Relationship Id="rId92" Type="http://schemas.openxmlformats.org/officeDocument/2006/relationships/customXml" Target="../ink/ink101.xml"/><Relationship Id="rId213" Type="http://schemas.openxmlformats.org/officeDocument/2006/relationships/image" Target="../media/image166.png"/><Relationship Id="rId420" Type="http://schemas.openxmlformats.org/officeDocument/2006/relationships/customXml" Target="../ink/ink275.xml"/><Relationship Id="rId255" Type="http://schemas.openxmlformats.org/officeDocument/2006/relationships/image" Target="../media/image185.png"/><Relationship Id="rId297" Type="http://schemas.openxmlformats.org/officeDocument/2006/relationships/customXml" Target="../ink/ink210.xml"/><Relationship Id="rId462" Type="http://schemas.openxmlformats.org/officeDocument/2006/relationships/image" Target="../media/image283.png"/><Relationship Id="rId518" Type="http://schemas.openxmlformats.org/officeDocument/2006/relationships/customXml" Target="../ink/ink325.xml"/><Relationship Id="rId115" Type="http://schemas.openxmlformats.org/officeDocument/2006/relationships/image" Target="../media/image119.png"/><Relationship Id="rId157" Type="http://schemas.openxmlformats.org/officeDocument/2006/relationships/image" Target="../media/image140.png"/><Relationship Id="rId322" Type="http://schemas.openxmlformats.org/officeDocument/2006/relationships/customXml" Target="../ink/ink223.xml"/><Relationship Id="rId364" Type="http://schemas.openxmlformats.org/officeDocument/2006/relationships/image" Target="../media/image236.png"/><Relationship Id="rId61" Type="http://schemas.openxmlformats.org/officeDocument/2006/relationships/image" Target="../media/image94.png"/><Relationship Id="rId199" Type="http://schemas.openxmlformats.org/officeDocument/2006/relationships/customXml" Target="../ink/ink157.xml"/><Relationship Id="rId571" Type="http://schemas.openxmlformats.org/officeDocument/2006/relationships/image" Target="../media/image337.png"/><Relationship Id="rId19" Type="http://schemas.openxmlformats.org/officeDocument/2006/relationships/image" Target="../media/image73.png"/><Relationship Id="rId224" Type="http://schemas.openxmlformats.org/officeDocument/2006/relationships/image" Target="../media/image171.png"/><Relationship Id="rId266" Type="http://schemas.openxmlformats.org/officeDocument/2006/relationships/image" Target="../media/image190.png"/><Relationship Id="rId431" Type="http://schemas.openxmlformats.org/officeDocument/2006/relationships/customXml" Target="../ink/ink281.xml"/><Relationship Id="rId473" Type="http://schemas.openxmlformats.org/officeDocument/2006/relationships/image" Target="../media/image288.png"/><Relationship Id="rId529" Type="http://schemas.openxmlformats.org/officeDocument/2006/relationships/image" Target="../media/image316.png"/><Relationship Id="rId30" Type="http://schemas.openxmlformats.org/officeDocument/2006/relationships/customXml" Target="../ink/ink69.xml"/><Relationship Id="rId126" Type="http://schemas.openxmlformats.org/officeDocument/2006/relationships/customXml" Target="../ink/ink119.xml"/><Relationship Id="rId168" Type="http://schemas.openxmlformats.org/officeDocument/2006/relationships/image" Target="../media/image145.png"/><Relationship Id="rId333" Type="http://schemas.openxmlformats.org/officeDocument/2006/relationships/customXml" Target="../ink/ink229.xml"/><Relationship Id="rId540" Type="http://schemas.openxmlformats.org/officeDocument/2006/relationships/customXml" Target="../ink/ink336.xml"/><Relationship Id="rId72" Type="http://schemas.openxmlformats.org/officeDocument/2006/relationships/image" Target="../media/image99.png"/><Relationship Id="rId375" Type="http://schemas.openxmlformats.org/officeDocument/2006/relationships/image" Target="../media/image241.png"/><Relationship Id="rId582" Type="http://schemas.openxmlformats.org/officeDocument/2006/relationships/image" Target="../media/image342.png"/><Relationship Id="rId3" Type="http://schemas.openxmlformats.org/officeDocument/2006/relationships/image" Target="../media/image65.png"/><Relationship Id="rId235" Type="http://schemas.openxmlformats.org/officeDocument/2006/relationships/image" Target="../media/image176.png"/><Relationship Id="rId277" Type="http://schemas.openxmlformats.org/officeDocument/2006/relationships/customXml" Target="../ink/ink199.xml"/><Relationship Id="rId400" Type="http://schemas.openxmlformats.org/officeDocument/2006/relationships/image" Target="../media/image253.png"/><Relationship Id="rId442" Type="http://schemas.openxmlformats.org/officeDocument/2006/relationships/image" Target="../media/image273.png"/><Relationship Id="rId484" Type="http://schemas.openxmlformats.org/officeDocument/2006/relationships/customXml" Target="../ink/ink308.xml"/><Relationship Id="rId137" Type="http://schemas.openxmlformats.org/officeDocument/2006/relationships/image" Target="../media/image130.png"/><Relationship Id="rId302" Type="http://schemas.openxmlformats.org/officeDocument/2006/relationships/image" Target="../media/image207.png"/><Relationship Id="rId344" Type="http://schemas.openxmlformats.org/officeDocument/2006/relationships/image" Target="../media/image227.png"/><Relationship Id="rId41" Type="http://schemas.openxmlformats.org/officeDocument/2006/relationships/image" Target="../media/image84.png"/><Relationship Id="rId83" Type="http://schemas.openxmlformats.org/officeDocument/2006/relationships/image" Target="../media/image104.png"/><Relationship Id="rId179" Type="http://schemas.openxmlformats.org/officeDocument/2006/relationships/image" Target="../media/image150.png"/><Relationship Id="rId386" Type="http://schemas.openxmlformats.org/officeDocument/2006/relationships/customXml" Target="../ink/ink257.xml"/><Relationship Id="rId551" Type="http://schemas.openxmlformats.org/officeDocument/2006/relationships/image" Target="../media/image327.png"/><Relationship Id="rId593" Type="http://schemas.openxmlformats.org/officeDocument/2006/relationships/image" Target="../media/image347.png"/><Relationship Id="rId607" Type="http://schemas.openxmlformats.org/officeDocument/2006/relationships/customXml" Target="../ink/ink371.xml"/><Relationship Id="rId190" Type="http://schemas.openxmlformats.org/officeDocument/2006/relationships/customXml" Target="../ink/ink152.xml"/><Relationship Id="rId204" Type="http://schemas.openxmlformats.org/officeDocument/2006/relationships/image" Target="../media/image162.png"/><Relationship Id="rId246" Type="http://schemas.openxmlformats.org/officeDocument/2006/relationships/image" Target="../media/image181.png"/><Relationship Id="rId288" Type="http://schemas.openxmlformats.org/officeDocument/2006/relationships/customXml" Target="../ink/ink205.xml"/><Relationship Id="rId411" Type="http://schemas.openxmlformats.org/officeDocument/2006/relationships/customXml" Target="../ink/ink270.xml"/><Relationship Id="rId453" Type="http://schemas.openxmlformats.org/officeDocument/2006/relationships/customXml" Target="../ink/ink292.xml"/><Relationship Id="rId509" Type="http://schemas.openxmlformats.org/officeDocument/2006/relationships/image" Target="../media/image306.png"/><Relationship Id="rId106" Type="http://schemas.openxmlformats.org/officeDocument/2006/relationships/image" Target="../media/image115.png"/><Relationship Id="rId313" Type="http://schemas.openxmlformats.org/officeDocument/2006/relationships/image" Target="../media/image212.png"/><Relationship Id="rId495" Type="http://schemas.openxmlformats.org/officeDocument/2006/relationships/image" Target="../media/image299.png"/><Relationship Id="rId10" Type="http://schemas.openxmlformats.org/officeDocument/2006/relationships/customXml" Target="../ink/ink59.xml"/><Relationship Id="rId52" Type="http://schemas.openxmlformats.org/officeDocument/2006/relationships/customXml" Target="../ink/ink80.xml"/><Relationship Id="rId94" Type="http://schemas.openxmlformats.org/officeDocument/2006/relationships/customXml" Target="../ink/ink102.xml"/><Relationship Id="rId148" Type="http://schemas.openxmlformats.org/officeDocument/2006/relationships/customXml" Target="../ink/ink130.xml"/><Relationship Id="rId355" Type="http://schemas.openxmlformats.org/officeDocument/2006/relationships/image" Target="../media/image232.png"/><Relationship Id="rId397" Type="http://schemas.openxmlformats.org/officeDocument/2006/relationships/image" Target="../media/image252.png"/><Relationship Id="rId520" Type="http://schemas.openxmlformats.org/officeDocument/2006/relationships/customXml" Target="../ink/ink326.xml"/><Relationship Id="rId562" Type="http://schemas.openxmlformats.org/officeDocument/2006/relationships/customXml" Target="../ink/ink347.xml"/><Relationship Id="rId215" Type="http://schemas.openxmlformats.org/officeDocument/2006/relationships/image" Target="../media/image167.png"/><Relationship Id="rId257" Type="http://schemas.openxmlformats.org/officeDocument/2006/relationships/image" Target="../media/image186.png"/><Relationship Id="rId422" Type="http://schemas.openxmlformats.org/officeDocument/2006/relationships/customXml" Target="../ink/ink276.xml"/><Relationship Id="rId464" Type="http://schemas.openxmlformats.org/officeDocument/2006/relationships/image" Target="../media/image284.png"/><Relationship Id="rId299" Type="http://schemas.openxmlformats.org/officeDocument/2006/relationships/customXml" Target="../ink/ink211.xml"/><Relationship Id="rId63" Type="http://schemas.openxmlformats.org/officeDocument/2006/relationships/image" Target="../media/image95.png"/><Relationship Id="rId159" Type="http://schemas.openxmlformats.org/officeDocument/2006/relationships/customXml" Target="../ink/ink136.xml"/><Relationship Id="rId366" Type="http://schemas.openxmlformats.org/officeDocument/2006/relationships/image" Target="../media/image237.png"/><Relationship Id="rId573" Type="http://schemas.openxmlformats.org/officeDocument/2006/relationships/image" Target="../media/image338.png"/><Relationship Id="rId226" Type="http://schemas.openxmlformats.org/officeDocument/2006/relationships/image" Target="../media/image172.png"/><Relationship Id="rId433" Type="http://schemas.openxmlformats.org/officeDocument/2006/relationships/customXml" Target="../ink/ink282.xml"/><Relationship Id="rId74" Type="http://schemas.openxmlformats.org/officeDocument/2006/relationships/image" Target="../media/image100.png"/><Relationship Id="rId377" Type="http://schemas.openxmlformats.org/officeDocument/2006/relationships/image" Target="../media/image242.png"/><Relationship Id="rId500" Type="http://schemas.openxmlformats.org/officeDocument/2006/relationships/customXml" Target="../ink/ink316.xml"/><Relationship Id="rId584" Type="http://schemas.openxmlformats.org/officeDocument/2006/relationships/image" Target="../media/image343.png"/><Relationship Id="rId5" Type="http://schemas.openxmlformats.org/officeDocument/2006/relationships/image" Target="../media/image66.png"/><Relationship Id="rId237" Type="http://schemas.openxmlformats.org/officeDocument/2006/relationships/image" Target="../media/image177.png"/><Relationship Id="rId444" Type="http://schemas.openxmlformats.org/officeDocument/2006/relationships/image" Target="../media/image274.png"/><Relationship Id="rId290" Type="http://schemas.openxmlformats.org/officeDocument/2006/relationships/customXml" Target="../ink/ink206.xml"/><Relationship Id="rId304" Type="http://schemas.openxmlformats.org/officeDocument/2006/relationships/customXml" Target="../ink/ink214.xml"/><Relationship Id="rId388" Type="http://schemas.openxmlformats.org/officeDocument/2006/relationships/customXml" Target="../ink/ink258.xml"/><Relationship Id="rId511" Type="http://schemas.openxmlformats.org/officeDocument/2006/relationships/image" Target="../media/image307.png"/><Relationship Id="rId609" Type="http://schemas.openxmlformats.org/officeDocument/2006/relationships/customXml" Target="../ink/ink372.xml"/><Relationship Id="rId85" Type="http://schemas.openxmlformats.org/officeDocument/2006/relationships/image" Target="../media/image105.png"/><Relationship Id="rId150" Type="http://schemas.openxmlformats.org/officeDocument/2006/relationships/customXml" Target="../ink/ink131.xml"/><Relationship Id="rId595" Type="http://schemas.openxmlformats.org/officeDocument/2006/relationships/image" Target="../media/image348.png"/><Relationship Id="rId248" Type="http://schemas.openxmlformats.org/officeDocument/2006/relationships/customXml" Target="../ink/ink184.xml"/><Relationship Id="rId455" Type="http://schemas.openxmlformats.org/officeDocument/2006/relationships/customXml" Target="../ink/ink293.xml"/><Relationship Id="rId12" Type="http://schemas.openxmlformats.org/officeDocument/2006/relationships/customXml" Target="../ink/ink60.xml"/><Relationship Id="rId108" Type="http://schemas.openxmlformats.org/officeDocument/2006/relationships/image" Target="../media/image116.png"/><Relationship Id="rId315" Type="http://schemas.openxmlformats.org/officeDocument/2006/relationships/image" Target="../media/image213.png"/><Relationship Id="rId522" Type="http://schemas.openxmlformats.org/officeDocument/2006/relationships/customXml" Target="../ink/ink327.xml"/><Relationship Id="rId96" Type="http://schemas.openxmlformats.org/officeDocument/2006/relationships/customXml" Target="../ink/ink103.xml"/><Relationship Id="rId161" Type="http://schemas.openxmlformats.org/officeDocument/2006/relationships/customXml" Target="../ink/ink137.xml"/><Relationship Id="rId399" Type="http://schemas.openxmlformats.org/officeDocument/2006/relationships/customXml" Target="../ink/ink264.xml"/><Relationship Id="rId259" Type="http://schemas.openxmlformats.org/officeDocument/2006/relationships/image" Target="../media/image187.png"/><Relationship Id="rId466" Type="http://schemas.openxmlformats.org/officeDocument/2006/relationships/image" Target="../media/image285.png"/><Relationship Id="rId23" Type="http://schemas.openxmlformats.org/officeDocument/2006/relationships/image" Target="../media/image75.png"/><Relationship Id="rId119" Type="http://schemas.openxmlformats.org/officeDocument/2006/relationships/image" Target="../media/image121.png"/><Relationship Id="rId326" Type="http://schemas.openxmlformats.org/officeDocument/2006/relationships/customXml" Target="../ink/ink225.xml"/><Relationship Id="rId533" Type="http://schemas.openxmlformats.org/officeDocument/2006/relationships/image" Target="../media/image318.png"/><Relationship Id="rId172" Type="http://schemas.openxmlformats.org/officeDocument/2006/relationships/customXml" Target="../ink/ink143.xml"/><Relationship Id="rId477" Type="http://schemas.openxmlformats.org/officeDocument/2006/relationships/image" Target="../media/image290.png"/><Relationship Id="rId600" Type="http://schemas.openxmlformats.org/officeDocument/2006/relationships/customXml" Target="../ink/ink367.xml"/><Relationship Id="rId337" Type="http://schemas.openxmlformats.org/officeDocument/2006/relationships/customXml" Target="../ink/ink231.xml"/><Relationship Id="rId34" Type="http://schemas.openxmlformats.org/officeDocument/2006/relationships/customXml" Target="../ink/ink71.xml"/><Relationship Id="rId544" Type="http://schemas.openxmlformats.org/officeDocument/2006/relationships/customXml" Target="../ink/ink338.xml"/><Relationship Id="rId183" Type="http://schemas.openxmlformats.org/officeDocument/2006/relationships/image" Target="../media/image152.png"/><Relationship Id="rId390" Type="http://schemas.openxmlformats.org/officeDocument/2006/relationships/customXml" Target="../ink/ink259.xml"/><Relationship Id="rId404" Type="http://schemas.openxmlformats.org/officeDocument/2006/relationships/image" Target="../media/image255.png"/><Relationship Id="rId611" Type="http://schemas.openxmlformats.org/officeDocument/2006/relationships/customXml" Target="../ink/ink373.xml"/><Relationship Id="rId250" Type="http://schemas.openxmlformats.org/officeDocument/2006/relationships/customXml" Target="../ink/ink185.xml"/><Relationship Id="rId488" Type="http://schemas.openxmlformats.org/officeDocument/2006/relationships/customXml" Target="../ink/ink310.xml"/><Relationship Id="rId45" Type="http://schemas.openxmlformats.org/officeDocument/2006/relationships/image" Target="../media/image86.png"/><Relationship Id="rId110" Type="http://schemas.openxmlformats.org/officeDocument/2006/relationships/customXml" Target="../ink/ink111.xml"/><Relationship Id="rId348" Type="http://schemas.openxmlformats.org/officeDocument/2006/relationships/image" Target="../media/image229.png"/><Relationship Id="rId555" Type="http://schemas.openxmlformats.org/officeDocument/2006/relationships/image" Target="../media/image329.png"/><Relationship Id="rId194" Type="http://schemas.openxmlformats.org/officeDocument/2006/relationships/image" Target="../media/image157.png"/><Relationship Id="rId208" Type="http://schemas.openxmlformats.org/officeDocument/2006/relationships/image" Target="../media/image164.png"/><Relationship Id="rId415" Type="http://schemas.openxmlformats.org/officeDocument/2006/relationships/customXml" Target="../ink/ink272.xml"/><Relationship Id="rId261" Type="http://schemas.openxmlformats.org/officeDocument/2006/relationships/image" Target="../media/image188.png"/><Relationship Id="rId499" Type="http://schemas.openxmlformats.org/officeDocument/2006/relationships/image" Target="../media/image301.png"/><Relationship Id="rId56" Type="http://schemas.openxmlformats.org/officeDocument/2006/relationships/customXml" Target="../ink/ink82.xml"/><Relationship Id="rId359" Type="http://schemas.openxmlformats.org/officeDocument/2006/relationships/customXml" Target="../ink/ink243.xml"/><Relationship Id="rId566" Type="http://schemas.openxmlformats.org/officeDocument/2006/relationships/customXml" Target="../ink/ink349.xml"/><Relationship Id="rId121" Type="http://schemas.openxmlformats.org/officeDocument/2006/relationships/image" Target="../media/image122.png"/><Relationship Id="rId219" Type="http://schemas.openxmlformats.org/officeDocument/2006/relationships/image" Target="../media/image169.png"/><Relationship Id="rId426" Type="http://schemas.openxmlformats.org/officeDocument/2006/relationships/customXml" Target="../ink/ink278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33.xml"/><Relationship Id="rId21" Type="http://schemas.openxmlformats.org/officeDocument/2006/relationships/image" Target="../media/image368.png"/><Relationship Id="rId42" Type="http://schemas.openxmlformats.org/officeDocument/2006/relationships/customXml" Target="../ink/ink394.xml"/><Relationship Id="rId47" Type="http://schemas.openxmlformats.org/officeDocument/2006/relationships/image" Target="../media/image381.png"/><Relationship Id="rId63" Type="http://schemas.openxmlformats.org/officeDocument/2006/relationships/image" Target="../media/image389.png"/><Relationship Id="rId68" Type="http://schemas.openxmlformats.org/officeDocument/2006/relationships/customXml" Target="../ink/ink407.xml"/><Relationship Id="rId84" Type="http://schemas.openxmlformats.org/officeDocument/2006/relationships/customXml" Target="../ink/ink415.xml"/><Relationship Id="rId89" Type="http://schemas.openxmlformats.org/officeDocument/2006/relationships/image" Target="../media/image402.png"/><Relationship Id="rId112" Type="http://schemas.openxmlformats.org/officeDocument/2006/relationships/customXml" Target="../ink/ink430.xml"/><Relationship Id="rId16" Type="http://schemas.openxmlformats.org/officeDocument/2006/relationships/customXml" Target="../ink/ink381.xml"/><Relationship Id="rId107" Type="http://schemas.openxmlformats.org/officeDocument/2006/relationships/customXml" Target="../ink/ink427.xml"/><Relationship Id="rId11" Type="http://schemas.openxmlformats.org/officeDocument/2006/relationships/image" Target="../media/image363.png"/><Relationship Id="rId32" Type="http://schemas.openxmlformats.org/officeDocument/2006/relationships/customXml" Target="../ink/ink389.xml"/><Relationship Id="rId37" Type="http://schemas.openxmlformats.org/officeDocument/2006/relationships/image" Target="../media/image376.png"/><Relationship Id="rId53" Type="http://schemas.openxmlformats.org/officeDocument/2006/relationships/image" Target="../media/image384.png"/><Relationship Id="rId58" Type="http://schemas.openxmlformats.org/officeDocument/2006/relationships/customXml" Target="../ink/ink402.xml"/><Relationship Id="rId74" Type="http://schemas.openxmlformats.org/officeDocument/2006/relationships/customXml" Target="../ink/ink410.xml"/><Relationship Id="rId79" Type="http://schemas.openxmlformats.org/officeDocument/2006/relationships/image" Target="../media/image397.png"/><Relationship Id="rId102" Type="http://schemas.openxmlformats.org/officeDocument/2006/relationships/customXml" Target="../ink/ink424.xml"/><Relationship Id="rId123" Type="http://schemas.openxmlformats.org/officeDocument/2006/relationships/customXml" Target="../ink/ink436.xml"/><Relationship Id="rId128" Type="http://schemas.openxmlformats.org/officeDocument/2006/relationships/customXml" Target="../ink/ink439.xml"/><Relationship Id="rId5" Type="http://schemas.openxmlformats.org/officeDocument/2006/relationships/image" Target="../media/image360.png"/><Relationship Id="rId90" Type="http://schemas.openxmlformats.org/officeDocument/2006/relationships/customXml" Target="../ink/ink418.xml"/><Relationship Id="rId95" Type="http://schemas.openxmlformats.org/officeDocument/2006/relationships/image" Target="../media/image405.png"/><Relationship Id="rId22" Type="http://schemas.openxmlformats.org/officeDocument/2006/relationships/customXml" Target="../ink/ink384.xml"/><Relationship Id="rId27" Type="http://schemas.openxmlformats.org/officeDocument/2006/relationships/image" Target="../media/image371.png"/><Relationship Id="rId43" Type="http://schemas.openxmlformats.org/officeDocument/2006/relationships/image" Target="../media/image379.png"/><Relationship Id="rId48" Type="http://schemas.openxmlformats.org/officeDocument/2006/relationships/customXml" Target="../ink/ink397.xml"/><Relationship Id="rId64" Type="http://schemas.openxmlformats.org/officeDocument/2006/relationships/customXml" Target="../ink/ink405.xml"/><Relationship Id="rId69" Type="http://schemas.openxmlformats.org/officeDocument/2006/relationships/image" Target="../media/image392.png"/><Relationship Id="rId113" Type="http://schemas.openxmlformats.org/officeDocument/2006/relationships/image" Target="../media/image413.png"/><Relationship Id="rId118" Type="http://schemas.openxmlformats.org/officeDocument/2006/relationships/image" Target="../media/image415.png"/><Relationship Id="rId80" Type="http://schemas.openxmlformats.org/officeDocument/2006/relationships/customXml" Target="../ink/ink413.xml"/><Relationship Id="rId85" Type="http://schemas.openxmlformats.org/officeDocument/2006/relationships/image" Target="../media/image400.png"/><Relationship Id="rId12" Type="http://schemas.openxmlformats.org/officeDocument/2006/relationships/customXml" Target="../ink/ink379.xml"/><Relationship Id="rId17" Type="http://schemas.openxmlformats.org/officeDocument/2006/relationships/image" Target="../media/image366.png"/><Relationship Id="rId33" Type="http://schemas.openxmlformats.org/officeDocument/2006/relationships/image" Target="../media/image374.png"/><Relationship Id="rId38" Type="http://schemas.openxmlformats.org/officeDocument/2006/relationships/customXml" Target="../ink/ink392.xml"/><Relationship Id="rId59" Type="http://schemas.openxmlformats.org/officeDocument/2006/relationships/image" Target="../media/image387.png"/><Relationship Id="rId103" Type="http://schemas.openxmlformats.org/officeDocument/2006/relationships/customXml" Target="../ink/ink425.xml"/><Relationship Id="rId108" Type="http://schemas.openxmlformats.org/officeDocument/2006/relationships/customXml" Target="../ink/ink428.xml"/><Relationship Id="rId124" Type="http://schemas.openxmlformats.org/officeDocument/2006/relationships/customXml" Target="../ink/ink437.xml"/><Relationship Id="rId129" Type="http://schemas.openxmlformats.org/officeDocument/2006/relationships/image" Target="../media/image420.png"/><Relationship Id="rId54" Type="http://schemas.openxmlformats.org/officeDocument/2006/relationships/customXml" Target="../ink/ink400.xml"/><Relationship Id="rId70" Type="http://schemas.openxmlformats.org/officeDocument/2006/relationships/customXml" Target="../ink/ink408.xml"/><Relationship Id="rId75" Type="http://schemas.openxmlformats.org/officeDocument/2006/relationships/image" Target="../media/image395.png"/><Relationship Id="rId91" Type="http://schemas.openxmlformats.org/officeDocument/2006/relationships/image" Target="../media/image403.png"/><Relationship Id="rId96" Type="http://schemas.openxmlformats.org/officeDocument/2006/relationships/customXml" Target="../ink/ink4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6.xml"/><Relationship Id="rId23" Type="http://schemas.openxmlformats.org/officeDocument/2006/relationships/image" Target="../media/image369.png"/><Relationship Id="rId28" Type="http://schemas.openxmlformats.org/officeDocument/2006/relationships/customXml" Target="../ink/ink387.xml"/><Relationship Id="rId49" Type="http://schemas.openxmlformats.org/officeDocument/2006/relationships/image" Target="../media/image382.png"/><Relationship Id="rId114" Type="http://schemas.openxmlformats.org/officeDocument/2006/relationships/customXml" Target="../ink/ink431.xml"/><Relationship Id="rId119" Type="http://schemas.openxmlformats.org/officeDocument/2006/relationships/customXml" Target="../ink/ink434.xml"/><Relationship Id="rId44" Type="http://schemas.openxmlformats.org/officeDocument/2006/relationships/customXml" Target="../ink/ink395.xml"/><Relationship Id="rId60" Type="http://schemas.openxmlformats.org/officeDocument/2006/relationships/customXml" Target="../ink/ink403.xml"/><Relationship Id="rId65" Type="http://schemas.openxmlformats.org/officeDocument/2006/relationships/image" Target="../media/image390.png"/><Relationship Id="rId81" Type="http://schemas.openxmlformats.org/officeDocument/2006/relationships/image" Target="../media/image398.png"/><Relationship Id="rId86" Type="http://schemas.openxmlformats.org/officeDocument/2006/relationships/customXml" Target="../ink/ink416.xml"/><Relationship Id="rId130" Type="http://schemas.openxmlformats.org/officeDocument/2006/relationships/customXml" Target="../ink/ink440.xml"/><Relationship Id="rId13" Type="http://schemas.openxmlformats.org/officeDocument/2006/relationships/image" Target="../media/image364.png"/><Relationship Id="rId18" Type="http://schemas.openxmlformats.org/officeDocument/2006/relationships/customXml" Target="../ink/ink382.xml"/><Relationship Id="rId39" Type="http://schemas.openxmlformats.org/officeDocument/2006/relationships/image" Target="../media/image377.png"/><Relationship Id="rId109" Type="http://schemas.openxmlformats.org/officeDocument/2006/relationships/image" Target="../media/image411.png"/><Relationship Id="rId34" Type="http://schemas.openxmlformats.org/officeDocument/2006/relationships/customXml" Target="../ink/ink390.xml"/><Relationship Id="rId50" Type="http://schemas.openxmlformats.org/officeDocument/2006/relationships/customXml" Target="../ink/ink398.xml"/><Relationship Id="rId55" Type="http://schemas.openxmlformats.org/officeDocument/2006/relationships/image" Target="../media/image385.png"/><Relationship Id="rId76" Type="http://schemas.openxmlformats.org/officeDocument/2006/relationships/customXml" Target="../ink/ink411.xml"/><Relationship Id="rId97" Type="http://schemas.openxmlformats.org/officeDocument/2006/relationships/image" Target="../media/image406.png"/><Relationship Id="rId104" Type="http://schemas.openxmlformats.org/officeDocument/2006/relationships/image" Target="../media/image409.png"/><Relationship Id="rId120" Type="http://schemas.openxmlformats.org/officeDocument/2006/relationships/image" Target="../media/image416.png"/><Relationship Id="rId125" Type="http://schemas.openxmlformats.org/officeDocument/2006/relationships/image" Target="../media/image418.png"/><Relationship Id="rId7" Type="http://schemas.openxmlformats.org/officeDocument/2006/relationships/image" Target="../media/image361.png"/><Relationship Id="rId71" Type="http://schemas.openxmlformats.org/officeDocument/2006/relationships/image" Target="../media/image393.png"/><Relationship Id="rId92" Type="http://schemas.openxmlformats.org/officeDocument/2006/relationships/customXml" Target="../ink/ink419.xml"/><Relationship Id="rId2" Type="http://schemas.openxmlformats.org/officeDocument/2006/relationships/image" Target="../media/image358.png"/><Relationship Id="rId29" Type="http://schemas.openxmlformats.org/officeDocument/2006/relationships/image" Target="../media/image372.png"/><Relationship Id="rId24" Type="http://schemas.openxmlformats.org/officeDocument/2006/relationships/customXml" Target="../ink/ink385.xml"/><Relationship Id="rId40" Type="http://schemas.openxmlformats.org/officeDocument/2006/relationships/customXml" Target="../ink/ink393.xml"/><Relationship Id="rId45" Type="http://schemas.openxmlformats.org/officeDocument/2006/relationships/image" Target="../media/image380.png"/><Relationship Id="rId66" Type="http://schemas.openxmlformats.org/officeDocument/2006/relationships/customXml" Target="../ink/ink406.xml"/><Relationship Id="rId87" Type="http://schemas.openxmlformats.org/officeDocument/2006/relationships/image" Target="../media/image401.png"/><Relationship Id="rId110" Type="http://schemas.openxmlformats.org/officeDocument/2006/relationships/customXml" Target="../ink/ink429.xml"/><Relationship Id="rId115" Type="http://schemas.openxmlformats.org/officeDocument/2006/relationships/customXml" Target="../ink/ink432.xml"/><Relationship Id="rId61" Type="http://schemas.openxmlformats.org/officeDocument/2006/relationships/image" Target="../media/image388.png"/><Relationship Id="rId82" Type="http://schemas.openxmlformats.org/officeDocument/2006/relationships/customXml" Target="../ink/ink414.xml"/><Relationship Id="rId19" Type="http://schemas.openxmlformats.org/officeDocument/2006/relationships/image" Target="../media/image367.png"/><Relationship Id="rId14" Type="http://schemas.openxmlformats.org/officeDocument/2006/relationships/customXml" Target="../ink/ink380.xml"/><Relationship Id="rId30" Type="http://schemas.openxmlformats.org/officeDocument/2006/relationships/customXml" Target="../ink/ink388.xml"/><Relationship Id="rId35" Type="http://schemas.openxmlformats.org/officeDocument/2006/relationships/image" Target="../media/image375.png"/><Relationship Id="rId56" Type="http://schemas.openxmlformats.org/officeDocument/2006/relationships/customXml" Target="../ink/ink401.xml"/><Relationship Id="rId77" Type="http://schemas.openxmlformats.org/officeDocument/2006/relationships/image" Target="../media/image396.png"/><Relationship Id="rId100" Type="http://schemas.openxmlformats.org/officeDocument/2006/relationships/customXml" Target="../ink/ink423.xml"/><Relationship Id="rId105" Type="http://schemas.openxmlformats.org/officeDocument/2006/relationships/customXml" Target="../ink/ink426.xml"/><Relationship Id="rId126" Type="http://schemas.openxmlformats.org/officeDocument/2006/relationships/customXml" Target="../ink/ink438.xml"/><Relationship Id="rId8" Type="http://schemas.openxmlformats.org/officeDocument/2006/relationships/customXml" Target="../ink/ink377.xml"/><Relationship Id="rId51" Type="http://schemas.openxmlformats.org/officeDocument/2006/relationships/image" Target="../media/image383.png"/><Relationship Id="rId72" Type="http://schemas.openxmlformats.org/officeDocument/2006/relationships/customXml" Target="../ink/ink409.xml"/><Relationship Id="rId93" Type="http://schemas.openxmlformats.org/officeDocument/2006/relationships/image" Target="../media/image404.png"/><Relationship Id="rId98" Type="http://schemas.openxmlformats.org/officeDocument/2006/relationships/customXml" Target="../ink/ink422.xml"/><Relationship Id="rId121" Type="http://schemas.openxmlformats.org/officeDocument/2006/relationships/customXml" Target="../ink/ink435.xml"/><Relationship Id="rId3" Type="http://schemas.openxmlformats.org/officeDocument/2006/relationships/image" Target="../media/image359.png"/><Relationship Id="rId25" Type="http://schemas.openxmlformats.org/officeDocument/2006/relationships/image" Target="../media/image370.png"/><Relationship Id="rId46" Type="http://schemas.openxmlformats.org/officeDocument/2006/relationships/customXml" Target="../ink/ink396.xml"/><Relationship Id="rId67" Type="http://schemas.openxmlformats.org/officeDocument/2006/relationships/image" Target="../media/image391.png"/><Relationship Id="rId116" Type="http://schemas.openxmlformats.org/officeDocument/2006/relationships/image" Target="../media/image414.png"/><Relationship Id="rId20" Type="http://schemas.openxmlformats.org/officeDocument/2006/relationships/customXml" Target="../ink/ink383.xml"/><Relationship Id="rId41" Type="http://schemas.openxmlformats.org/officeDocument/2006/relationships/image" Target="../media/image378.png"/><Relationship Id="rId62" Type="http://schemas.openxmlformats.org/officeDocument/2006/relationships/customXml" Target="../ink/ink404.xml"/><Relationship Id="rId83" Type="http://schemas.openxmlformats.org/officeDocument/2006/relationships/image" Target="../media/image399.png"/><Relationship Id="rId88" Type="http://schemas.openxmlformats.org/officeDocument/2006/relationships/customXml" Target="../ink/ink417.xml"/><Relationship Id="rId111" Type="http://schemas.openxmlformats.org/officeDocument/2006/relationships/image" Target="../media/image412.png"/><Relationship Id="rId15" Type="http://schemas.openxmlformats.org/officeDocument/2006/relationships/image" Target="../media/image365.png"/><Relationship Id="rId36" Type="http://schemas.openxmlformats.org/officeDocument/2006/relationships/customXml" Target="../ink/ink391.xml"/><Relationship Id="rId57" Type="http://schemas.openxmlformats.org/officeDocument/2006/relationships/image" Target="../media/image386.png"/><Relationship Id="rId106" Type="http://schemas.openxmlformats.org/officeDocument/2006/relationships/image" Target="../media/image410.png"/><Relationship Id="rId127" Type="http://schemas.openxmlformats.org/officeDocument/2006/relationships/image" Target="../media/image419.png"/><Relationship Id="rId10" Type="http://schemas.openxmlformats.org/officeDocument/2006/relationships/customXml" Target="../ink/ink378.xml"/><Relationship Id="rId31" Type="http://schemas.openxmlformats.org/officeDocument/2006/relationships/image" Target="../media/image373.png"/><Relationship Id="rId52" Type="http://schemas.openxmlformats.org/officeDocument/2006/relationships/customXml" Target="../ink/ink399.xml"/><Relationship Id="rId73" Type="http://schemas.openxmlformats.org/officeDocument/2006/relationships/image" Target="../media/image394.png"/><Relationship Id="rId78" Type="http://schemas.openxmlformats.org/officeDocument/2006/relationships/customXml" Target="../ink/ink412.xml"/><Relationship Id="rId94" Type="http://schemas.openxmlformats.org/officeDocument/2006/relationships/customXml" Target="../ink/ink420.xml"/><Relationship Id="rId99" Type="http://schemas.openxmlformats.org/officeDocument/2006/relationships/image" Target="../media/image407.png"/><Relationship Id="rId101" Type="http://schemas.openxmlformats.org/officeDocument/2006/relationships/image" Target="../media/image408.png"/><Relationship Id="rId122" Type="http://schemas.openxmlformats.org/officeDocument/2006/relationships/image" Target="../media/image417.png"/><Relationship Id="rId4" Type="http://schemas.openxmlformats.org/officeDocument/2006/relationships/customXml" Target="../ink/ink375.xml"/><Relationship Id="rId9" Type="http://schemas.openxmlformats.org/officeDocument/2006/relationships/image" Target="../media/image362.png"/><Relationship Id="rId26" Type="http://schemas.openxmlformats.org/officeDocument/2006/relationships/customXml" Target="../ink/ink38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BFAFB-E2A3-5450-8095-BA6FEB59E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5919FAB-0551-FAE9-0497-DD185B3D4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2308" y="2669809"/>
            <a:ext cx="10187354" cy="2387600"/>
          </a:xfrm>
        </p:spPr>
        <p:txBody>
          <a:bodyPr>
            <a:normAutofit fontScale="90000"/>
          </a:bodyPr>
          <a:lstStyle/>
          <a:p>
            <a:r>
              <a:rPr lang="en-US" altLang="ko-KR"/>
              <a:t>10/12 </a:t>
            </a:r>
            <a:r>
              <a:rPr lang="ko-KR" altLang="en-US"/>
              <a:t>프로젝트</a:t>
            </a:r>
            <a:br>
              <a:rPr lang="en-US" altLang="ko-KR"/>
            </a:br>
            <a:br>
              <a:rPr lang="en-US" altLang="ko-KR"/>
            </a:br>
            <a:r>
              <a:rPr lang="ko-KR" altLang="en-US"/>
              <a:t>참조할 폴더 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~/source_file/1012_source_file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08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241645C-8266-B317-3729-E3B440F8B976}"/>
              </a:ext>
            </a:extLst>
          </p:cNvPr>
          <p:cNvSpPr txBox="1"/>
          <p:nvPr/>
        </p:nvSpPr>
        <p:spPr>
          <a:xfrm>
            <a:off x="1066800" y="844061"/>
            <a:ext cx="1664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개념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CB6A2B3-4F04-4D89-C041-7D549488C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442" y="1422418"/>
            <a:ext cx="9847297" cy="25734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8B33828-8C2A-873A-9D1A-2B683817A5DD}"/>
              </a:ext>
            </a:extLst>
          </p:cNvPr>
          <p:cNvSpPr txBox="1"/>
          <p:nvPr/>
        </p:nvSpPr>
        <p:spPr>
          <a:xfrm>
            <a:off x="1441938" y="4360985"/>
            <a:ext cx="75379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scattering noise</a:t>
            </a:r>
            <a:r>
              <a:rPr lang="ko-KR" altLang="en-US"/>
              <a:t>를 현업에서 어떻게 해결하는지 특히 </a:t>
            </a:r>
            <a:r>
              <a:rPr lang="en-US" altLang="ko-KR"/>
              <a:t>SIPO</a:t>
            </a:r>
            <a:r>
              <a:rPr lang="ko-KR" altLang="en-US"/>
              <a:t>로 </a:t>
            </a:r>
            <a:r>
              <a:rPr lang="en-US" altLang="ko-KR"/>
              <a:t>Check</a:t>
            </a:r>
            <a:r>
              <a:rPr lang="ko-KR" altLang="en-US"/>
              <a:t>해서 </a:t>
            </a:r>
            <a:r>
              <a:rPr lang="en-US" altLang="ko-KR"/>
              <a:t>tic</a:t>
            </a:r>
            <a:r>
              <a:rPr lang="ko-KR" altLang="en-US"/>
              <a:t>을 만드는데 이유가 뭔지 정확하게 설명할 것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dsp </a:t>
            </a:r>
            <a:r>
              <a:rPr lang="ko-KR" altLang="en-US"/>
              <a:t>개념이라 궁금한 것</a:t>
            </a:r>
            <a:r>
              <a:rPr lang="en-US" altLang="ko-KR"/>
              <a:t>. </a:t>
            </a:r>
            <a:r>
              <a:rPr lang="ko-KR" altLang="en-US"/>
              <a:t>들어오는 </a:t>
            </a:r>
            <a:r>
              <a:rPr lang="en-US" altLang="ko-KR"/>
              <a:t>Input </a:t>
            </a:r>
            <a:r>
              <a:rPr lang="ko-KR" altLang="en-US"/>
              <a:t>값을 </a:t>
            </a:r>
            <a:r>
              <a:rPr lang="en-US" altLang="ko-KR"/>
              <a:t>100Mhz</a:t>
            </a:r>
            <a:r>
              <a:rPr lang="ko-KR" altLang="en-US"/>
              <a:t>로 샘플링하는 개념인데</a:t>
            </a:r>
            <a:r>
              <a:rPr lang="en-US" altLang="ko-KR"/>
              <a:t>, </a:t>
            </a:r>
            <a:r>
              <a:rPr lang="ko-KR" altLang="en-US"/>
              <a:t>이 때 주파수 도메인이 어떻게 변하는 지 궁금함</a:t>
            </a:r>
            <a:r>
              <a:rPr lang="en-US" altLang="ko-KR"/>
              <a:t>. (</a:t>
            </a:r>
            <a:r>
              <a:rPr lang="ko-KR" altLang="en-US"/>
              <a:t>노이즈 제거 부분에서 어떤 필터 역할을 하는 것인지</a:t>
            </a:r>
            <a:r>
              <a:rPr lang="en-US" altLang="ko-KR"/>
              <a:t>) </a:t>
            </a:r>
          </a:p>
          <a:p>
            <a:pPr marL="342900" indent="-342900">
              <a:buAutoNum type="arabicPeriod"/>
            </a:pPr>
            <a:r>
              <a:rPr lang="ko-KR" altLang="en-US"/>
              <a:t>이 </a:t>
            </a:r>
            <a:r>
              <a:rPr lang="en-US" altLang="ko-KR"/>
              <a:t>tick </a:t>
            </a:r>
            <a:r>
              <a:rPr lang="ko-KR" altLang="en-US"/>
              <a:t>을 만들어서 얻는 이점은 무엇인지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5605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218CB-1D75-7500-34B6-108452529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5EC09A-DC9C-4912-D0CA-6F43C6662ED4}"/>
              </a:ext>
            </a:extLst>
          </p:cNvPr>
          <p:cNvSpPr txBox="1"/>
          <p:nvPr/>
        </p:nvSpPr>
        <p:spPr>
          <a:xfrm>
            <a:off x="5091333" y="3059668"/>
            <a:ext cx="584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Homework -1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191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D81FA-4099-2811-BCC4-7648DE1A6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4C1116-76D0-79D4-4D5A-5E6A3BF5AB84}"/>
              </a:ext>
            </a:extLst>
          </p:cNvPr>
          <p:cNvSpPr txBox="1"/>
          <p:nvPr/>
        </p:nvSpPr>
        <p:spPr>
          <a:xfrm>
            <a:off x="656493" y="879231"/>
            <a:ext cx="5849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‘0101’ non-overlap mealy / moore </a:t>
            </a:r>
            <a:r>
              <a:rPr lang="ko-KR" altLang="en-US"/>
              <a:t>머신 설계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각각 </a:t>
            </a:r>
            <a:r>
              <a:rPr lang="en-US" altLang="ko-KR"/>
              <a:t>State diagram </a:t>
            </a:r>
            <a:r>
              <a:rPr lang="ko-KR" altLang="en-US"/>
              <a:t>그릴 것</a:t>
            </a:r>
            <a:r>
              <a:rPr lang="en-US" altLang="ko-KR"/>
              <a:t>, </a:t>
            </a:r>
            <a:r>
              <a:rPr lang="ko-KR" altLang="en-US"/>
              <a:t>정보도 함께 가시성 있게 보여주면 좋을 듯  </a:t>
            </a:r>
            <a:r>
              <a:rPr lang="en-US" altLang="ko-KR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983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04F3C-E893-55DA-4F06-686798E33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1AC7DD-457B-593E-0925-178AED528F24}"/>
              </a:ext>
            </a:extLst>
          </p:cNvPr>
          <p:cNvSpPr txBox="1"/>
          <p:nvPr/>
        </p:nvSpPr>
        <p:spPr>
          <a:xfrm>
            <a:off x="445477" y="527539"/>
            <a:ext cx="584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시뮬레이션 환경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E439AE-2AD2-E8F1-53C1-D4F77DE84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3" y="1407762"/>
            <a:ext cx="3141785" cy="34680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CDA63F-00B8-551A-FFDF-7E435AE5E0D2}"/>
              </a:ext>
            </a:extLst>
          </p:cNvPr>
          <p:cNvSpPr txBox="1"/>
          <p:nvPr/>
        </p:nvSpPr>
        <p:spPr>
          <a:xfrm>
            <a:off x="4149969" y="1407762"/>
            <a:ext cx="7596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코드는 사용하지 말것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어떤 환경에서 각각 머신에 대해서 입력으로 넣었는지 환경에 대해 설명할 것 </a:t>
            </a:r>
          </a:p>
        </p:txBody>
      </p:sp>
    </p:spTree>
    <p:extLst>
      <p:ext uri="{BB962C8B-B14F-4D97-AF65-F5344CB8AC3E}">
        <p14:creationId xmlns:p14="http://schemas.microsoft.com/office/powerpoint/2010/main" val="3909000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C9EE8-6723-ED04-55BC-BEA9605B7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234362C-1E0A-25AB-1EA8-C474BB013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9717"/>
            <a:ext cx="12192000" cy="19829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2EA960-6EF7-62CB-7872-5E533CC0C31D}"/>
              </a:ext>
            </a:extLst>
          </p:cNvPr>
          <p:cNvSpPr txBox="1"/>
          <p:nvPr/>
        </p:nvSpPr>
        <p:spPr>
          <a:xfrm>
            <a:off x="0" y="3885318"/>
            <a:ext cx="75965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시뮬레이션 결과 </a:t>
            </a:r>
            <a:r>
              <a:rPr lang="en-US" altLang="ko-KR"/>
              <a:t>0101 </a:t>
            </a:r>
            <a:r>
              <a:rPr lang="ko-KR" altLang="en-US"/>
              <a:t>패턴 발견시</a:t>
            </a:r>
            <a:r>
              <a:rPr lang="en-US" altLang="ko-KR"/>
              <a:t>, </a:t>
            </a:r>
            <a:r>
              <a:rPr lang="ko-KR" altLang="en-US"/>
              <a:t>무어와 밀리 차이 설명 할 것</a:t>
            </a:r>
            <a:r>
              <a:rPr lang="en-US" altLang="ko-KR"/>
              <a:t>.</a:t>
            </a:r>
          </a:p>
          <a:p>
            <a:r>
              <a:rPr lang="ko-KR" altLang="en-US"/>
              <a:t>무어</a:t>
            </a:r>
            <a:r>
              <a:rPr lang="en-US" altLang="ko-KR"/>
              <a:t>, </a:t>
            </a:r>
            <a:r>
              <a:rPr lang="ko-KR" altLang="en-US"/>
              <a:t>밀리 구분해서 설명해야 함</a:t>
            </a:r>
            <a:r>
              <a:rPr lang="en-US" altLang="ko-KR"/>
              <a:t>. </a:t>
            </a:r>
          </a:p>
          <a:p>
            <a:pPr marL="342900" indent="-342900">
              <a:buAutoNum type="arabicPeriod"/>
            </a:pPr>
            <a:r>
              <a:rPr lang="en-US" altLang="ko-KR"/>
              <a:t>dinbit</a:t>
            </a:r>
            <a:r>
              <a:rPr lang="ko-KR" altLang="en-US"/>
              <a:t> 가 들어오는 시점 표시하고</a:t>
            </a:r>
            <a:r>
              <a:rPr lang="en-US" altLang="ko-KR"/>
              <a:t>, </a:t>
            </a:r>
            <a:r>
              <a:rPr lang="ko-KR" altLang="en-US"/>
              <a:t>그때마다 스테이트 어떻게 변경되는지 기술 할 것 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 </a:t>
            </a:r>
            <a:r>
              <a:rPr lang="ko-KR" altLang="en-US"/>
              <a:t>필요한 시뮬레이션 사진이 있다면 요청 할 것</a:t>
            </a:r>
            <a:r>
              <a:rPr lang="en-US" altLang="ko-KR"/>
              <a:t>(</a:t>
            </a:r>
            <a:r>
              <a:rPr lang="ko-KR" altLang="en-US"/>
              <a:t>뭐가 부족한지</a:t>
            </a:r>
            <a:r>
              <a:rPr lang="en-US" altLang="ko-KR"/>
              <a:t>)</a:t>
            </a:r>
          </a:p>
          <a:p>
            <a:pPr marL="342900" indent="-342900">
              <a:buAutoNum type="arabicPeriod"/>
            </a:pPr>
            <a:endParaRPr lang="en-US" altLang="ko-KR"/>
          </a:p>
          <a:p>
            <a:r>
              <a:rPr lang="en-US" altLang="ko-KR"/>
              <a:t>3.</a:t>
            </a:r>
            <a:r>
              <a:rPr lang="ko-KR" altLang="en-US"/>
              <a:t> 밀리와 무어의 출력 특성을 파악하고 차이점을 위의 그래프를 통해 종합적으로 결론 내릴 것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/>
              <a:t>4. </a:t>
            </a:r>
            <a:r>
              <a:rPr lang="ko-KR" altLang="en-US"/>
              <a:t>내가 </a:t>
            </a:r>
            <a:r>
              <a:rPr lang="en-US" altLang="ko-KR"/>
              <a:t>focus </a:t>
            </a:r>
            <a:r>
              <a:rPr lang="ko-KR" altLang="en-US"/>
              <a:t>맞춘 부분을 표시할테니 거기에 대해서만 표시하고 설명하면 된다</a:t>
            </a:r>
            <a:r>
              <a:rPr lang="en-US" altLang="ko-KR"/>
              <a:t>. (</a:t>
            </a:r>
            <a:r>
              <a:rPr lang="ko-KR" altLang="en-US"/>
              <a:t>설명은 장황하지 않아야 한다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2DC9C-3DB8-FA61-96B4-96A573D072BF}"/>
              </a:ext>
            </a:extLst>
          </p:cNvPr>
          <p:cNvSpPr txBox="1"/>
          <p:nvPr/>
        </p:nvSpPr>
        <p:spPr>
          <a:xfrm>
            <a:off x="324729" y="533400"/>
            <a:ext cx="7596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시뮬레이션 사진 </a:t>
            </a:r>
            <a:r>
              <a:rPr lang="en-US" altLang="ko-KR"/>
              <a:t>1 – </a:t>
            </a:r>
            <a:r>
              <a:rPr lang="ko-KR" altLang="en-US"/>
              <a:t>패턴이 보일 때 출력 반응 </a:t>
            </a:r>
            <a:r>
              <a:rPr lang="en-US" altLang="ko-KR"/>
              <a:t>( </a:t>
            </a:r>
            <a:r>
              <a:rPr lang="ko-KR" altLang="en-US"/>
              <a:t>바뀌는 부분만 설명</a:t>
            </a:r>
            <a:r>
              <a:rPr lang="en-US" altLang="ko-KR"/>
              <a:t>)</a:t>
            </a:r>
            <a:r>
              <a:rPr lang="ko-KR" altLang="en-US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2D2F3DC0-D3C0-67A3-2251-CC221BF9AB4F}"/>
                  </a:ext>
                </a:extLst>
              </p14:cNvPr>
              <p14:cNvContentPartPr/>
              <p14:nvPr/>
            </p14:nvContentPartPr>
            <p14:xfrm>
              <a:off x="5691480" y="3047760"/>
              <a:ext cx="129960" cy="17352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2D2F3DC0-D3C0-67A3-2251-CC221BF9AB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85360" y="3041640"/>
                <a:ext cx="1422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CB19887D-5B0C-E808-CE07-EC3821E463D4}"/>
                  </a:ext>
                </a:extLst>
              </p14:cNvPr>
              <p14:cNvContentPartPr/>
              <p14:nvPr/>
            </p14:nvContentPartPr>
            <p14:xfrm>
              <a:off x="5714880" y="3154680"/>
              <a:ext cx="3565800" cy="165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CB19887D-5B0C-E808-CE07-EC3821E463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08760" y="3148200"/>
                <a:ext cx="35780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49A626E2-4AEC-8C77-F4B1-D55A7E46DED3}"/>
                  </a:ext>
                </a:extLst>
              </p14:cNvPr>
              <p14:cNvContentPartPr/>
              <p14:nvPr/>
            </p14:nvContentPartPr>
            <p14:xfrm>
              <a:off x="9143880" y="3078360"/>
              <a:ext cx="164880" cy="21060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49A626E2-4AEC-8C77-F4B1-D55A7E46DED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37760" y="3072240"/>
                <a:ext cx="177120" cy="22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438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39B96-A69C-D2AD-04C9-C3C5D4311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5D3C17B-8C01-FE0D-0639-5DEAAE9E9146}"/>
              </a:ext>
            </a:extLst>
          </p:cNvPr>
          <p:cNvSpPr txBox="1"/>
          <p:nvPr/>
        </p:nvSpPr>
        <p:spPr>
          <a:xfrm>
            <a:off x="324729" y="533400"/>
            <a:ext cx="7596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시뮬레이션 사진 </a:t>
            </a:r>
            <a:r>
              <a:rPr lang="en-US" altLang="ko-KR"/>
              <a:t>2 – </a:t>
            </a:r>
            <a:r>
              <a:rPr lang="ko-KR" altLang="en-US"/>
              <a:t>패턴이 없을 때 동작 부분 </a:t>
            </a:r>
            <a:r>
              <a:rPr lang="en-US" altLang="ko-KR"/>
              <a:t>– </a:t>
            </a:r>
            <a:r>
              <a:rPr lang="ko-KR" altLang="en-US"/>
              <a:t>가운데만 설명해주면 된다</a:t>
            </a:r>
            <a:r>
              <a:rPr lang="en-US" altLang="ko-KR"/>
              <a:t>. </a:t>
            </a:r>
            <a:r>
              <a:rPr lang="ko-KR" altLang="en-US"/>
              <a:t>굳이 모서리에 있는거 </a:t>
            </a:r>
            <a:r>
              <a:rPr lang="en-US" altLang="ko-KR"/>
              <a:t>focus </a:t>
            </a:r>
            <a:r>
              <a:rPr lang="ko-KR" altLang="en-US"/>
              <a:t>하지 말 것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E04FDE-A226-0768-1ABE-8A12CFE50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8721"/>
            <a:ext cx="12192000" cy="19742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FF462B44-51C6-D868-D56B-CA179BD0F3AC}"/>
                  </a:ext>
                </a:extLst>
              </p14:cNvPr>
              <p14:cNvContentPartPr/>
              <p14:nvPr/>
            </p14:nvContentPartPr>
            <p14:xfrm>
              <a:off x="5536320" y="3215520"/>
              <a:ext cx="177840" cy="2455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FF462B44-51C6-D868-D56B-CA179BD0F3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30200" y="3209400"/>
                <a:ext cx="1900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CF7707AE-9927-2ED6-DC4E-A711ADA2CFB3}"/>
                  </a:ext>
                </a:extLst>
              </p14:cNvPr>
              <p14:cNvContentPartPr/>
              <p14:nvPr/>
            </p14:nvContentPartPr>
            <p14:xfrm>
              <a:off x="5623440" y="3397680"/>
              <a:ext cx="4685760" cy="6264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CF7707AE-9927-2ED6-DC4E-A711ADA2CFB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17320" y="3391560"/>
                <a:ext cx="469800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D1220E7F-164A-3F73-8E75-362E09AE2089}"/>
                  </a:ext>
                </a:extLst>
              </p14:cNvPr>
              <p14:cNvContentPartPr/>
              <p14:nvPr/>
            </p14:nvContentPartPr>
            <p14:xfrm>
              <a:off x="10096080" y="3306960"/>
              <a:ext cx="186120" cy="2754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D1220E7F-164A-3F73-8E75-362E09AE208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089960" y="3300840"/>
                <a:ext cx="198360" cy="28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6919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979E4-555F-3C57-F8FD-1A2FCF3E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868881-99B9-E3A0-EDE9-7389F47F1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0857"/>
            <a:ext cx="12192000" cy="24481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DAF09F-7CB7-1453-2ABB-C276AB0F1AEC}"/>
              </a:ext>
            </a:extLst>
          </p:cNvPr>
          <p:cNvSpPr txBox="1"/>
          <p:nvPr/>
        </p:nvSpPr>
        <p:spPr>
          <a:xfrm>
            <a:off x="324728" y="533400"/>
            <a:ext cx="11364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시뮬레이션 사진 </a:t>
            </a:r>
            <a:r>
              <a:rPr lang="en-US" altLang="ko-KR"/>
              <a:t>3 – </a:t>
            </a:r>
            <a:r>
              <a:rPr lang="ko-KR" altLang="en-US"/>
              <a:t>패턴이 보였을 때</a:t>
            </a:r>
            <a:r>
              <a:rPr lang="en-US" altLang="ko-KR"/>
              <a:t>, </a:t>
            </a:r>
            <a:r>
              <a:rPr lang="ko-KR" altLang="en-US"/>
              <a:t>두 모델 간의</a:t>
            </a:r>
            <a:r>
              <a:rPr lang="en-US" altLang="ko-KR"/>
              <a:t> next</a:t>
            </a:r>
            <a:r>
              <a:rPr lang="ko-KR" altLang="en-US"/>
              <a:t> </a:t>
            </a:r>
            <a:r>
              <a:rPr lang="en-US" altLang="ko-KR"/>
              <a:t>logic </a:t>
            </a:r>
            <a:r>
              <a:rPr lang="ko-KR" altLang="en-US"/>
              <a:t>차이가 뭔지 기술할 것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9AE385D-BAFE-44E2-EA5D-D8DB6C00E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46231"/>
            <a:ext cx="12192000" cy="22060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230A67-BF8F-704E-431B-263853DA9C9C}"/>
              </a:ext>
            </a:extLst>
          </p:cNvPr>
          <p:cNvSpPr txBox="1"/>
          <p:nvPr/>
        </p:nvSpPr>
        <p:spPr>
          <a:xfrm>
            <a:off x="218049" y="3876899"/>
            <a:ext cx="7596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시뮬레이션 사진</a:t>
            </a:r>
            <a:r>
              <a:rPr lang="en-US" altLang="ko-KR"/>
              <a:t> 4</a:t>
            </a:r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F31C912-6693-CFCE-1204-295F47F4110E}"/>
              </a:ext>
            </a:extLst>
          </p:cNvPr>
          <p:cNvGrpSpPr/>
          <p:nvPr/>
        </p:nvGrpSpPr>
        <p:grpSpPr>
          <a:xfrm>
            <a:off x="6918720" y="3489840"/>
            <a:ext cx="2626200" cy="331200"/>
            <a:chOff x="6918720" y="3489840"/>
            <a:chExt cx="2626200" cy="33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AB960CB1-9498-8D66-933D-01AF22EDE6DB}"/>
                    </a:ext>
                  </a:extLst>
                </p14:cNvPr>
                <p14:cNvContentPartPr/>
                <p14:nvPr/>
              </p14:nvContentPartPr>
              <p14:xfrm>
                <a:off x="6918720" y="3489840"/>
                <a:ext cx="168120" cy="1872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AB960CB1-9498-8D66-933D-01AF22EDE6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12600" y="3483720"/>
                  <a:ext cx="180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00DE356D-1973-9720-5BEF-703498A36727}"/>
                    </a:ext>
                  </a:extLst>
                </p14:cNvPr>
                <p14:cNvContentPartPr/>
                <p14:nvPr/>
              </p14:nvContentPartPr>
              <p14:xfrm>
                <a:off x="6949320" y="3627000"/>
                <a:ext cx="2595600" cy="774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0DE356D-1973-9720-5BEF-703498A367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43200" y="3620880"/>
                  <a:ext cx="26078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D4DD927B-3B76-4C46-8C92-CE1F1E4AA183}"/>
                    </a:ext>
                  </a:extLst>
                </p14:cNvPr>
                <p14:cNvContentPartPr/>
                <p14:nvPr/>
              </p14:nvContentPartPr>
              <p14:xfrm>
                <a:off x="9352680" y="3596400"/>
                <a:ext cx="136800" cy="22464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D4DD927B-3B76-4C46-8C92-CE1F1E4AA18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346560" y="3590280"/>
                  <a:ext cx="149040" cy="23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2797E1A-2B89-8D3E-5A90-DDB9073760B9}"/>
              </a:ext>
            </a:extLst>
          </p:cNvPr>
          <p:cNvGrpSpPr/>
          <p:nvPr/>
        </p:nvGrpSpPr>
        <p:grpSpPr>
          <a:xfrm>
            <a:off x="7466640" y="6522480"/>
            <a:ext cx="2486520" cy="207360"/>
            <a:chOff x="7466640" y="6522480"/>
            <a:chExt cx="2486520" cy="20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014FF811-6BE6-F440-BE97-B36A6E9F625F}"/>
                    </a:ext>
                  </a:extLst>
                </p14:cNvPr>
                <p14:cNvContentPartPr/>
                <p14:nvPr/>
              </p14:nvContentPartPr>
              <p14:xfrm>
                <a:off x="7467360" y="6583320"/>
                <a:ext cx="2485800" cy="3132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014FF811-6BE6-F440-BE97-B36A6E9F625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461240" y="6577200"/>
                  <a:ext cx="2498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AE560B84-A0C1-BFDC-D4AE-D52327DB3DFF}"/>
                    </a:ext>
                  </a:extLst>
                </p14:cNvPr>
                <p14:cNvContentPartPr/>
                <p14:nvPr/>
              </p14:nvContentPartPr>
              <p14:xfrm>
                <a:off x="9814560" y="6522480"/>
                <a:ext cx="113760" cy="1389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AE560B84-A0C1-BFDC-D4AE-D52327DB3DF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808080" y="6516360"/>
                  <a:ext cx="1260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CAED731-DB3B-69DE-2E4A-947DC9E87692}"/>
                    </a:ext>
                  </a:extLst>
                </p14:cNvPr>
                <p14:cNvContentPartPr/>
                <p14:nvPr/>
              </p14:nvContentPartPr>
              <p14:xfrm>
                <a:off x="7466640" y="6537960"/>
                <a:ext cx="192960" cy="1918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CAED731-DB3B-69DE-2E4A-947DC9E8769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60520" y="6531480"/>
                  <a:ext cx="205200" cy="204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2160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66B7F-5F88-A22D-9B5C-ADCE79E7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485742-E689-68FD-10D1-FC3F782051C8}"/>
              </a:ext>
            </a:extLst>
          </p:cNvPr>
          <p:cNvSpPr txBox="1"/>
          <p:nvPr/>
        </p:nvSpPr>
        <p:spPr>
          <a:xfrm>
            <a:off x="5091333" y="3059668"/>
            <a:ext cx="584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Homework -2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167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67A8C-3479-8BB1-5C6A-14D859193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B8B2D9-1EF6-F0B5-B55A-88B7D0AB7B55}"/>
              </a:ext>
            </a:extLst>
          </p:cNvPr>
          <p:cNvSpPr txBox="1"/>
          <p:nvPr/>
        </p:nvSpPr>
        <p:spPr>
          <a:xfrm>
            <a:off x="793653" y="895588"/>
            <a:ext cx="89447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Run – Stop – Clear</a:t>
            </a:r>
            <a:r>
              <a:rPr lang="ko-KR" altLang="en-US"/>
              <a:t>를 컨트롤하는 입력을 스위치에서 버튼으로 바꾼다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버튼 사용시 초점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1. </a:t>
            </a:r>
            <a:r>
              <a:rPr lang="ko-KR" altLang="en-US"/>
              <a:t>기존 </a:t>
            </a:r>
            <a:r>
              <a:rPr lang="en-US" altLang="ko-KR"/>
              <a:t>FSM </a:t>
            </a:r>
            <a:r>
              <a:rPr lang="ko-KR" altLang="en-US"/>
              <a:t>변경  </a:t>
            </a:r>
            <a:endParaRPr lang="en-US" altLang="ko-KR"/>
          </a:p>
          <a:p>
            <a:r>
              <a:rPr lang="ko-KR" altLang="en-US"/>
              <a:t>스위치는 눌렀다가 떼면 </a:t>
            </a:r>
            <a:r>
              <a:rPr lang="en-US" altLang="ko-KR"/>
              <a:t>1</a:t>
            </a:r>
            <a:r>
              <a:rPr lang="ko-KR" altLang="en-US"/>
              <a:t>에서 </a:t>
            </a:r>
            <a:r>
              <a:rPr lang="en-US" altLang="ko-KR"/>
              <a:t>0</a:t>
            </a:r>
            <a:r>
              <a:rPr lang="ko-KR" altLang="en-US"/>
              <a:t>으로 바뀌므로 </a:t>
            </a:r>
            <a:endParaRPr lang="en-US" altLang="ko-KR"/>
          </a:p>
          <a:p>
            <a:r>
              <a:rPr lang="en-US" altLang="ko-KR"/>
              <a:t>   </a:t>
            </a:r>
            <a:r>
              <a:rPr lang="ko-KR" altLang="en-US"/>
              <a:t>컨트롤 로직의 변경이 필요하다</a:t>
            </a:r>
            <a:r>
              <a:rPr lang="en-US" altLang="ko-KR"/>
              <a:t>(</a:t>
            </a:r>
            <a:r>
              <a:rPr lang="ko-KR" altLang="en-US"/>
              <a:t> </a:t>
            </a:r>
            <a:r>
              <a:rPr lang="en-US" altLang="ko-KR"/>
              <a:t>FSM</a:t>
            </a:r>
            <a:r>
              <a:rPr lang="ko-KR" altLang="en-US"/>
              <a:t>의 입력으로 어떻게 넣을 것인지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r>
              <a:rPr lang="en-US" altLang="ko-KR"/>
              <a:t>2. </a:t>
            </a:r>
            <a:r>
              <a:rPr lang="ko-KR" altLang="en-US"/>
              <a:t>버튼 입력시 </a:t>
            </a:r>
            <a:r>
              <a:rPr lang="en-US" altLang="ko-KR"/>
              <a:t>noise  - scattering</a:t>
            </a:r>
            <a:r>
              <a:rPr lang="ko-KR" altLang="en-US"/>
              <a:t>을 극복하기 위한 </a:t>
            </a:r>
            <a:r>
              <a:rPr lang="en-US" altLang="ko-KR"/>
              <a:t>debouncer </a:t>
            </a:r>
            <a:r>
              <a:rPr lang="ko-KR" altLang="en-US"/>
              <a:t>설계 </a:t>
            </a:r>
            <a:endParaRPr lang="en-US" altLang="ko-KR"/>
          </a:p>
          <a:p>
            <a:r>
              <a:rPr lang="en-US" altLang="ko-KR"/>
              <a:t>(</a:t>
            </a:r>
            <a:r>
              <a:rPr lang="ko-KR" altLang="en-US"/>
              <a:t>오늘 숙제가 </a:t>
            </a:r>
            <a:r>
              <a:rPr lang="en-US" altLang="ko-KR"/>
              <a:t>debouncer </a:t>
            </a:r>
            <a:r>
              <a:rPr lang="ko-KR" altLang="en-US"/>
              <a:t>설계</a:t>
            </a:r>
            <a:r>
              <a:rPr lang="en-US" altLang="ko-KR"/>
              <a:t>)</a:t>
            </a:r>
            <a:r>
              <a:rPr lang="ko-KR" altLang="en-US"/>
              <a:t>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6401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8B411-F888-B7DB-8CB8-0D543B182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CE4BC6-7BC0-8AE7-921E-95DCBE476105}"/>
              </a:ext>
            </a:extLst>
          </p:cNvPr>
          <p:cNvSpPr txBox="1"/>
          <p:nvPr/>
        </p:nvSpPr>
        <p:spPr>
          <a:xfrm>
            <a:off x="793653" y="895588"/>
            <a:ext cx="89447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전체 블럭 다이어그램 </a:t>
            </a:r>
            <a:r>
              <a:rPr lang="en-US" altLang="ko-KR"/>
              <a:t>– </a:t>
            </a:r>
            <a:r>
              <a:rPr lang="ko-KR" altLang="en-US"/>
              <a:t>내가 참조하라는 파일 참조해서 블럭 다이어그램 구성할 것</a:t>
            </a:r>
            <a:r>
              <a:rPr lang="en-US" altLang="ko-KR"/>
              <a:t>. </a:t>
            </a:r>
          </a:p>
          <a:p>
            <a:r>
              <a:rPr lang="en-US" altLang="ko-KR"/>
              <a:t>btn_debouncer</a:t>
            </a:r>
            <a:r>
              <a:rPr lang="ko-KR" altLang="en-US"/>
              <a:t> 안에서 참조하면 돼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99355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BDCD8-4F1D-C4AE-6504-0A069AD4C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1885F4-C806-63B1-289A-EF35F3302D5E}"/>
              </a:ext>
            </a:extLst>
          </p:cNvPr>
          <p:cNvSpPr txBox="1"/>
          <p:nvPr/>
        </p:nvSpPr>
        <p:spPr>
          <a:xfrm>
            <a:off x="686973" y="468868"/>
            <a:ext cx="584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FSM </a:t>
            </a:r>
            <a:r>
              <a:rPr lang="ko-KR" altLang="en-US"/>
              <a:t>구조 변경 </a:t>
            </a:r>
            <a:r>
              <a:rPr lang="en-US" altLang="ko-KR"/>
              <a:t> </a:t>
            </a:r>
            <a:endParaRPr lang="ko-KR" altLang="en-US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1E802EA4-947C-C18F-5175-DAD5EC258A4C}"/>
              </a:ext>
            </a:extLst>
          </p:cNvPr>
          <p:cNvGrpSpPr/>
          <p:nvPr/>
        </p:nvGrpSpPr>
        <p:grpSpPr>
          <a:xfrm>
            <a:off x="6236674" y="2391507"/>
            <a:ext cx="4527184" cy="2838453"/>
            <a:chOff x="2136165" y="1441145"/>
            <a:chExt cx="8147050" cy="38826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0E3A8D4-537F-2A38-07C5-F52597769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5089" b="17485"/>
            <a:stretch>
              <a:fillRect/>
            </a:stretch>
          </p:blipFill>
          <p:spPr>
            <a:xfrm>
              <a:off x="2136165" y="2345181"/>
              <a:ext cx="8147050" cy="2167637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BD0F5D91-A63A-5C4B-749C-6BCC2DD72B13}"/>
                    </a:ext>
                  </a:extLst>
                </p14:cNvPr>
                <p14:cNvContentPartPr/>
                <p14:nvPr/>
              </p14:nvContentPartPr>
              <p14:xfrm>
                <a:off x="3889363" y="1986229"/>
                <a:ext cx="10080" cy="2736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BD0F5D91-A63A-5C4B-749C-6BCC2DD72B1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78653" y="1977923"/>
                  <a:ext cx="31500" cy="43971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D78F479A-97F3-6137-59AB-DC167F0AB54D}"/>
                </a:ext>
              </a:extLst>
            </p:cNvPr>
            <p:cNvGrpSpPr/>
            <p:nvPr/>
          </p:nvGrpSpPr>
          <p:grpSpPr>
            <a:xfrm>
              <a:off x="3009009" y="1483625"/>
              <a:ext cx="1312920" cy="676800"/>
              <a:chOff x="3009009" y="1483625"/>
              <a:chExt cx="1312920" cy="676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6" name="잉크 15">
                    <a:extLst>
                      <a:ext uri="{FF2B5EF4-FFF2-40B4-BE49-F238E27FC236}">
                        <a16:creationId xmlns:a16="http://schemas.microsoft.com/office/drawing/2014/main" id="{7CBAF652-7370-2CE8-C1D5-5BF7736B054B}"/>
                      </a:ext>
                    </a:extLst>
                  </p14:cNvPr>
                  <p14:cNvContentPartPr/>
                  <p14:nvPr/>
                </p14:nvContentPartPr>
                <p14:xfrm>
                  <a:off x="3009009" y="1509905"/>
                  <a:ext cx="222120" cy="650520"/>
                </p14:xfrm>
              </p:contentPart>
            </mc:Choice>
            <mc:Fallback xmlns="">
              <p:pic>
                <p:nvPicPr>
                  <p:cNvPr id="16" name="잉크 15">
                    <a:extLst>
                      <a:ext uri="{FF2B5EF4-FFF2-40B4-BE49-F238E27FC236}">
                        <a16:creationId xmlns:a16="http://schemas.microsoft.com/office/drawing/2014/main" id="{7CBAF652-7370-2CE8-C1D5-5BF7736B054B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998000" y="1501540"/>
                    <a:ext cx="244138" cy="6672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7" name="잉크 16">
                    <a:extLst>
                      <a:ext uri="{FF2B5EF4-FFF2-40B4-BE49-F238E27FC236}">
                        <a16:creationId xmlns:a16="http://schemas.microsoft.com/office/drawing/2014/main" id="{52E8505D-9B97-8B5E-718E-E091292969B8}"/>
                      </a:ext>
                    </a:extLst>
                  </p14:cNvPr>
                  <p14:cNvContentPartPr/>
                  <p14:nvPr/>
                </p14:nvContentPartPr>
                <p14:xfrm>
                  <a:off x="3326169" y="1753625"/>
                  <a:ext cx="217800" cy="2160"/>
                </p14:xfrm>
              </p:contentPart>
            </mc:Choice>
            <mc:Fallback xmlns="">
              <p:pic>
                <p:nvPicPr>
                  <p:cNvPr id="17" name="잉크 16">
                    <a:extLst>
                      <a:ext uri="{FF2B5EF4-FFF2-40B4-BE49-F238E27FC236}">
                        <a16:creationId xmlns:a16="http://schemas.microsoft.com/office/drawing/2014/main" id="{52E8505D-9B97-8B5E-718E-E091292969B8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3315182" y="1746281"/>
                    <a:ext cx="239774" cy="168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8" name="잉크 17">
                    <a:extLst>
                      <a:ext uri="{FF2B5EF4-FFF2-40B4-BE49-F238E27FC236}">
                        <a16:creationId xmlns:a16="http://schemas.microsoft.com/office/drawing/2014/main" id="{7467D4F1-CDC2-71D8-545D-323EFD5D52C3}"/>
                      </a:ext>
                    </a:extLst>
                  </p14:cNvPr>
                  <p14:cNvContentPartPr/>
                  <p14:nvPr/>
                </p14:nvContentPartPr>
                <p14:xfrm>
                  <a:off x="3408249" y="1483625"/>
                  <a:ext cx="162360" cy="640080"/>
                </p14:xfrm>
              </p:contentPart>
            </mc:Choice>
            <mc:Fallback xmlns="">
              <p:pic>
                <p:nvPicPr>
                  <p:cNvPr id="18" name="잉크 17">
                    <a:extLst>
                      <a:ext uri="{FF2B5EF4-FFF2-40B4-BE49-F238E27FC236}">
                        <a16:creationId xmlns:a16="http://schemas.microsoft.com/office/drawing/2014/main" id="{7467D4F1-CDC2-71D8-545D-323EFD5D52C3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3397253" y="1475255"/>
                    <a:ext cx="184353" cy="6568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9" name="잉크 18">
                    <a:extLst>
                      <a:ext uri="{FF2B5EF4-FFF2-40B4-BE49-F238E27FC236}">
                        <a16:creationId xmlns:a16="http://schemas.microsoft.com/office/drawing/2014/main" id="{129006E5-9B68-6309-7080-E7516E7D3FE2}"/>
                      </a:ext>
                    </a:extLst>
                  </p14:cNvPr>
                  <p14:cNvContentPartPr/>
                  <p14:nvPr/>
                </p14:nvContentPartPr>
                <p14:xfrm>
                  <a:off x="3690489" y="1785305"/>
                  <a:ext cx="222480" cy="356040"/>
                </p14:xfrm>
              </p:contentPart>
            </mc:Choice>
            <mc:Fallback xmlns="">
              <p:pic>
                <p:nvPicPr>
                  <p:cNvPr id="19" name="잉크 18">
                    <a:extLst>
                      <a:ext uri="{FF2B5EF4-FFF2-40B4-BE49-F238E27FC236}">
                        <a16:creationId xmlns:a16="http://schemas.microsoft.com/office/drawing/2014/main" id="{129006E5-9B68-6309-7080-E7516E7D3FE2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3679494" y="1776945"/>
                    <a:ext cx="244469" cy="372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20" name="잉크 19">
                    <a:extLst>
                      <a:ext uri="{FF2B5EF4-FFF2-40B4-BE49-F238E27FC236}">
                        <a16:creationId xmlns:a16="http://schemas.microsoft.com/office/drawing/2014/main" id="{3F38A31A-6EE4-EF34-62D1-C4D1CBDFD098}"/>
                      </a:ext>
                    </a:extLst>
                  </p14:cNvPr>
                  <p14:cNvContentPartPr/>
                  <p14:nvPr/>
                </p14:nvContentPartPr>
                <p14:xfrm>
                  <a:off x="4103049" y="2036225"/>
                  <a:ext cx="218880" cy="37800"/>
                </p14:xfrm>
              </p:contentPart>
            </mc:Choice>
            <mc:Fallback xmlns="">
              <p:pic>
                <p:nvPicPr>
                  <p:cNvPr id="20" name="잉크 19">
                    <a:extLst>
                      <a:ext uri="{FF2B5EF4-FFF2-40B4-BE49-F238E27FC236}">
                        <a16:creationId xmlns:a16="http://schemas.microsoft.com/office/drawing/2014/main" id="{3F38A31A-6EE4-EF34-62D1-C4D1CBDFD098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4092040" y="2027880"/>
                    <a:ext cx="240898" cy="54491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C64EDE33-9773-3382-324D-5AC3A650EB13}"/>
                    </a:ext>
                  </a:extLst>
                </p14:cNvPr>
                <p14:cNvContentPartPr/>
                <p14:nvPr/>
              </p14:nvContentPartPr>
              <p14:xfrm>
                <a:off x="4484289" y="1536905"/>
                <a:ext cx="232560" cy="5299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C64EDE33-9773-3382-324D-5AC3A650EB1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73276" y="1528540"/>
                  <a:ext cx="254585" cy="546649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B3789E81-8315-9D97-83AE-88F23E99DBAD}"/>
                </a:ext>
              </a:extLst>
            </p:cNvPr>
            <p:cNvGrpSpPr/>
            <p:nvPr/>
          </p:nvGrpSpPr>
          <p:grpSpPr>
            <a:xfrm>
              <a:off x="6837609" y="1441145"/>
              <a:ext cx="738720" cy="725400"/>
              <a:chOff x="6837609" y="1441145"/>
              <a:chExt cx="738720" cy="7254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23" name="잉크 22">
                    <a:extLst>
                      <a:ext uri="{FF2B5EF4-FFF2-40B4-BE49-F238E27FC236}">
                        <a16:creationId xmlns:a16="http://schemas.microsoft.com/office/drawing/2014/main" id="{B94152F3-3ACE-EBBD-55CF-16E2C1AA2609}"/>
                      </a:ext>
                    </a:extLst>
                  </p14:cNvPr>
                  <p14:cNvContentPartPr/>
                  <p14:nvPr/>
                </p14:nvContentPartPr>
                <p14:xfrm>
                  <a:off x="6837609" y="1441145"/>
                  <a:ext cx="122760" cy="725400"/>
                </p14:xfrm>
              </p:contentPart>
            </mc:Choice>
            <mc:Fallback xmlns="">
              <p:pic>
                <p:nvPicPr>
                  <p:cNvPr id="23" name="잉크 22">
                    <a:extLst>
                      <a:ext uri="{FF2B5EF4-FFF2-40B4-BE49-F238E27FC236}">
                        <a16:creationId xmlns:a16="http://schemas.microsoft.com/office/drawing/2014/main" id="{B94152F3-3ACE-EBBD-55CF-16E2C1AA2609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6826625" y="1432773"/>
                    <a:ext cx="144728" cy="7421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24" name="잉크 23">
                    <a:extLst>
                      <a:ext uri="{FF2B5EF4-FFF2-40B4-BE49-F238E27FC236}">
                        <a16:creationId xmlns:a16="http://schemas.microsoft.com/office/drawing/2014/main" id="{E4D2D3E0-8A0B-69F0-94F4-2FEC49C2599E}"/>
                      </a:ext>
                    </a:extLst>
                  </p14:cNvPr>
                  <p14:cNvContentPartPr/>
                  <p14:nvPr/>
                </p14:nvContentPartPr>
                <p14:xfrm>
                  <a:off x="7088169" y="1842545"/>
                  <a:ext cx="213480" cy="30600"/>
                </p14:xfrm>
              </p:contentPart>
            </mc:Choice>
            <mc:Fallback xmlns="">
              <p:pic>
                <p:nvPicPr>
                  <p:cNvPr id="24" name="잉크 23">
                    <a:extLst>
                      <a:ext uri="{FF2B5EF4-FFF2-40B4-BE49-F238E27FC236}">
                        <a16:creationId xmlns:a16="http://schemas.microsoft.com/office/drawing/2014/main" id="{E4D2D3E0-8A0B-69F0-94F4-2FEC49C2599E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7077172" y="1834155"/>
                    <a:ext cx="235475" cy="4738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25" name="잉크 24">
                    <a:extLst>
                      <a:ext uri="{FF2B5EF4-FFF2-40B4-BE49-F238E27FC236}">
                        <a16:creationId xmlns:a16="http://schemas.microsoft.com/office/drawing/2014/main" id="{9E3D4E3A-BC1E-CACB-FA28-AAB61DCCD014}"/>
                      </a:ext>
                    </a:extLst>
                  </p14:cNvPr>
                  <p14:cNvContentPartPr/>
                  <p14:nvPr/>
                </p14:nvContentPartPr>
                <p14:xfrm>
                  <a:off x="7182849" y="1538705"/>
                  <a:ext cx="119160" cy="560160"/>
                </p14:xfrm>
              </p:contentPart>
            </mc:Choice>
            <mc:Fallback xmlns="">
              <p:pic>
                <p:nvPicPr>
                  <p:cNvPr id="25" name="잉크 24">
                    <a:extLst>
                      <a:ext uri="{FF2B5EF4-FFF2-40B4-BE49-F238E27FC236}">
                        <a16:creationId xmlns:a16="http://schemas.microsoft.com/office/drawing/2014/main" id="{9E3D4E3A-BC1E-CACB-FA28-AAB61DCCD014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7171840" y="1530337"/>
                    <a:ext cx="141179" cy="57689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26" name="잉크 25">
                    <a:extLst>
                      <a:ext uri="{FF2B5EF4-FFF2-40B4-BE49-F238E27FC236}">
                        <a16:creationId xmlns:a16="http://schemas.microsoft.com/office/drawing/2014/main" id="{81B4E108-270A-9442-4412-4FAFA88BE230}"/>
                      </a:ext>
                    </a:extLst>
                  </p14:cNvPr>
                  <p14:cNvContentPartPr/>
                  <p14:nvPr/>
                </p14:nvContentPartPr>
                <p14:xfrm>
                  <a:off x="7386609" y="1881785"/>
                  <a:ext cx="189720" cy="226080"/>
                </p14:xfrm>
              </p:contentPart>
            </mc:Choice>
            <mc:Fallback xmlns="">
              <p:pic>
                <p:nvPicPr>
                  <p:cNvPr id="26" name="잉크 25">
                    <a:extLst>
                      <a:ext uri="{FF2B5EF4-FFF2-40B4-BE49-F238E27FC236}">
                        <a16:creationId xmlns:a16="http://schemas.microsoft.com/office/drawing/2014/main" id="{81B4E108-270A-9442-4412-4FAFA88BE230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7375639" y="1873412"/>
                    <a:ext cx="211660" cy="24282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BDCDFF21-4774-9BBA-39DB-4022EBF9A544}"/>
                </a:ext>
              </a:extLst>
            </p:cNvPr>
            <p:cNvGrpSpPr/>
            <p:nvPr/>
          </p:nvGrpSpPr>
          <p:grpSpPr>
            <a:xfrm>
              <a:off x="7888089" y="1448345"/>
              <a:ext cx="501840" cy="663120"/>
              <a:chOff x="7888089" y="1448345"/>
              <a:chExt cx="501840" cy="6631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27" name="잉크 26">
                    <a:extLst>
                      <a:ext uri="{FF2B5EF4-FFF2-40B4-BE49-F238E27FC236}">
                        <a16:creationId xmlns:a16="http://schemas.microsoft.com/office/drawing/2014/main" id="{BE0EC5EC-E901-B623-21A6-48E86E957D78}"/>
                      </a:ext>
                    </a:extLst>
                  </p14:cNvPr>
                  <p14:cNvContentPartPr/>
                  <p14:nvPr/>
                </p14:nvContentPartPr>
                <p14:xfrm>
                  <a:off x="7888089" y="2098505"/>
                  <a:ext cx="154440" cy="12960"/>
                </p14:xfrm>
              </p:contentPart>
            </mc:Choice>
            <mc:Fallback xmlns="">
              <p:pic>
                <p:nvPicPr>
                  <p:cNvPr id="27" name="잉크 26">
                    <a:extLst>
                      <a:ext uri="{FF2B5EF4-FFF2-40B4-BE49-F238E27FC236}">
                        <a16:creationId xmlns:a16="http://schemas.microsoft.com/office/drawing/2014/main" id="{BE0EC5EC-E901-B623-21A6-48E86E957D78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7876458" y="2090031"/>
                    <a:ext cx="176411" cy="299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28" name="잉크 27">
                    <a:extLst>
                      <a:ext uri="{FF2B5EF4-FFF2-40B4-BE49-F238E27FC236}">
                        <a16:creationId xmlns:a16="http://schemas.microsoft.com/office/drawing/2014/main" id="{D1C1EF54-164F-1AB3-709D-08C5FBDF9590}"/>
                      </a:ext>
                    </a:extLst>
                  </p14:cNvPr>
                  <p14:cNvContentPartPr/>
                  <p14:nvPr/>
                </p14:nvContentPartPr>
                <p14:xfrm>
                  <a:off x="8184009" y="1448345"/>
                  <a:ext cx="205920" cy="587160"/>
                </p14:xfrm>
              </p:contentPart>
            </mc:Choice>
            <mc:Fallback xmlns="">
              <p:pic>
                <p:nvPicPr>
                  <p:cNvPr id="28" name="잉크 27">
                    <a:extLst>
                      <a:ext uri="{FF2B5EF4-FFF2-40B4-BE49-F238E27FC236}">
                        <a16:creationId xmlns:a16="http://schemas.microsoft.com/office/drawing/2014/main" id="{D1C1EF54-164F-1AB3-709D-08C5FBDF9590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8173001" y="1439971"/>
                    <a:ext cx="227937" cy="60390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735ACAEA-776C-DE13-0C86-8DFACCF599CD}"/>
                </a:ext>
              </a:extLst>
            </p:cNvPr>
            <p:cNvGrpSpPr/>
            <p:nvPr/>
          </p:nvGrpSpPr>
          <p:grpSpPr>
            <a:xfrm>
              <a:off x="8590809" y="1805825"/>
              <a:ext cx="223560" cy="172080"/>
              <a:chOff x="8590809" y="1805825"/>
              <a:chExt cx="223560" cy="172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31" name="잉크 30">
                    <a:extLst>
                      <a:ext uri="{FF2B5EF4-FFF2-40B4-BE49-F238E27FC236}">
                        <a16:creationId xmlns:a16="http://schemas.microsoft.com/office/drawing/2014/main" id="{3B335F5E-4DB5-7CE4-7FFA-ABA2888ADCDE}"/>
                      </a:ext>
                    </a:extLst>
                  </p14:cNvPr>
                  <p14:cNvContentPartPr/>
                  <p14:nvPr/>
                </p14:nvContentPartPr>
                <p14:xfrm>
                  <a:off x="8590809" y="1805825"/>
                  <a:ext cx="164160" cy="37080"/>
                </p14:xfrm>
              </p:contentPart>
            </mc:Choice>
            <mc:Fallback xmlns="">
              <p:pic>
                <p:nvPicPr>
                  <p:cNvPr id="31" name="잉크 30">
                    <a:extLst>
                      <a:ext uri="{FF2B5EF4-FFF2-40B4-BE49-F238E27FC236}">
                        <a16:creationId xmlns:a16="http://schemas.microsoft.com/office/drawing/2014/main" id="{3B335F5E-4DB5-7CE4-7FFA-ABA2888ADCDE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8579822" y="1797531"/>
                    <a:ext cx="186134" cy="5366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32" name="잉크 31">
                    <a:extLst>
                      <a:ext uri="{FF2B5EF4-FFF2-40B4-BE49-F238E27FC236}">
                        <a16:creationId xmlns:a16="http://schemas.microsoft.com/office/drawing/2014/main" id="{F7F4B4B1-5C65-D72F-900F-2124545C6D75}"/>
                      </a:ext>
                    </a:extLst>
                  </p14:cNvPr>
                  <p14:cNvContentPartPr/>
                  <p14:nvPr/>
                </p14:nvContentPartPr>
                <p14:xfrm>
                  <a:off x="8590809" y="1842545"/>
                  <a:ext cx="360" cy="360"/>
                </p14:xfrm>
              </p:contentPart>
            </mc:Choice>
            <mc:Fallback xmlns="">
              <p:pic>
                <p:nvPicPr>
                  <p:cNvPr id="32" name="잉크 31">
                    <a:extLst>
                      <a:ext uri="{FF2B5EF4-FFF2-40B4-BE49-F238E27FC236}">
                        <a16:creationId xmlns:a16="http://schemas.microsoft.com/office/drawing/2014/main" id="{F7F4B4B1-5C65-D72F-900F-2124545C6D75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8584689" y="1836425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33" name="잉크 32">
                    <a:extLst>
                      <a:ext uri="{FF2B5EF4-FFF2-40B4-BE49-F238E27FC236}">
                        <a16:creationId xmlns:a16="http://schemas.microsoft.com/office/drawing/2014/main" id="{4EBB0D90-DE82-13B1-5C9A-FB16E6D70392}"/>
                      </a:ext>
                    </a:extLst>
                  </p14:cNvPr>
                  <p14:cNvContentPartPr/>
                  <p14:nvPr/>
                </p14:nvContentPartPr>
                <p14:xfrm>
                  <a:off x="8590809" y="1842545"/>
                  <a:ext cx="223560" cy="135360"/>
                </p14:xfrm>
              </p:contentPart>
            </mc:Choice>
            <mc:Fallback xmlns="">
              <p:pic>
                <p:nvPicPr>
                  <p:cNvPr id="33" name="잉크 32">
                    <a:extLst>
                      <a:ext uri="{FF2B5EF4-FFF2-40B4-BE49-F238E27FC236}">
                        <a16:creationId xmlns:a16="http://schemas.microsoft.com/office/drawing/2014/main" id="{4EBB0D90-DE82-13B1-5C9A-FB16E6D70392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8579793" y="1834177"/>
                    <a:ext cx="245592" cy="15209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03C4AB22-6E10-81CC-B205-C321B12ECCAC}"/>
                    </a:ext>
                  </a:extLst>
                </p14:cNvPr>
                <p14:cNvContentPartPr/>
                <p14:nvPr/>
              </p14:nvContentPartPr>
              <p14:xfrm>
                <a:off x="9023169" y="1586945"/>
                <a:ext cx="25920" cy="50328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03C4AB22-6E10-81CC-B205-C321B12ECCA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12422" y="1578573"/>
                  <a:ext cx="47415" cy="520023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F7301F95-A510-0599-AB57-D280856E297F}"/>
                </a:ext>
              </a:extLst>
            </p:cNvPr>
            <p:cNvGrpSpPr/>
            <p:nvPr/>
          </p:nvGrpSpPr>
          <p:grpSpPr>
            <a:xfrm>
              <a:off x="4932489" y="1652465"/>
              <a:ext cx="150480" cy="123120"/>
              <a:chOff x="4932489" y="1652465"/>
              <a:chExt cx="150480" cy="1231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36" name="잉크 35">
                    <a:extLst>
                      <a:ext uri="{FF2B5EF4-FFF2-40B4-BE49-F238E27FC236}">
                        <a16:creationId xmlns:a16="http://schemas.microsoft.com/office/drawing/2014/main" id="{0DA32FB5-ADF6-172C-2D74-27CD9D881F2D}"/>
                      </a:ext>
                    </a:extLst>
                  </p14:cNvPr>
                  <p14:cNvContentPartPr/>
                  <p14:nvPr/>
                </p14:nvContentPartPr>
                <p14:xfrm>
                  <a:off x="4934289" y="1652465"/>
                  <a:ext cx="125280" cy="7560"/>
                </p14:xfrm>
              </p:contentPart>
            </mc:Choice>
            <mc:Fallback xmlns="">
              <p:pic>
                <p:nvPicPr>
                  <p:cNvPr id="36" name="잉크 35">
                    <a:extLst>
                      <a:ext uri="{FF2B5EF4-FFF2-40B4-BE49-F238E27FC236}">
                        <a16:creationId xmlns:a16="http://schemas.microsoft.com/office/drawing/2014/main" id="{0DA32FB5-ADF6-172C-2D74-27CD9D881F2D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4923311" y="1643897"/>
                    <a:ext cx="147236" cy="2469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37" name="잉크 36">
                    <a:extLst>
                      <a:ext uri="{FF2B5EF4-FFF2-40B4-BE49-F238E27FC236}">
                        <a16:creationId xmlns:a16="http://schemas.microsoft.com/office/drawing/2014/main" id="{F256480D-2F26-9801-F464-4CDA1EF44C26}"/>
                      </a:ext>
                    </a:extLst>
                  </p14:cNvPr>
                  <p14:cNvContentPartPr/>
                  <p14:nvPr/>
                </p14:nvContentPartPr>
                <p14:xfrm>
                  <a:off x="4934289" y="1652465"/>
                  <a:ext cx="360" cy="360"/>
                </p14:xfrm>
              </p:contentPart>
            </mc:Choice>
            <mc:Fallback xmlns="">
              <p:pic>
                <p:nvPicPr>
                  <p:cNvPr id="37" name="잉크 36">
                    <a:extLst>
                      <a:ext uri="{FF2B5EF4-FFF2-40B4-BE49-F238E27FC236}">
                        <a16:creationId xmlns:a16="http://schemas.microsoft.com/office/drawing/2014/main" id="{F256480D-2F26-9801-F464-4CDA1EF44C26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4928169" y="1646345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38" name="잉크 37">
                    <a:extLst>
                      <a:ext uri="{FF2B5EF4-FFF2-40B4-BE49-F238E27FC236}">
                        <a16:creationId xmlns:a16="http://schemas.microsoft.com/office/drawing/2014/main" id="{C267346F-D905-8340-135F-A210963ED4F2}"/>
                      </a:ext>
                    </a:extLst>
                  </p14:cNvPr>
                  <p14:cNvContentPartPr/>
                  <p14:nvPr/>
                </p14:nvContentPartPr>
                <p14:xfrm>
                  <a:off x="4932489" y="1652465"/>
                  <a:ext cx="150480" cy="123120"/>
                </p14:xfrm>
              </p:contentPart>
            </mc:Choice>
            <mc:Fallback xmlns="">
              <p:pic>
                <p:nvPicPr>
                  <p:cNvPr id="38" name="잉크 37">
                    <a:extLst>
                      <a:ext uri="{FF2B5EF4-FFF2-40B4-BE49-F238E27FC236}">
                        <a16:creationId xmlns:a16="http://schemas.microsoft.com/office/drawing/2014/main" id="{C267346F-D905-8340-135F-A210963ED4F2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4921510" y="1644093"/>
                    <a:ext cx="172438" cy="139864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B3823198-F8CA-9980-D224-FEE779E435ED}"/>
                    </a:ext>
                  </a:extLst>
                </p14:cNvPr>
                <p14:cNvContentPartPr/>
                <p14:nvPr/>
              </p14:nvContentPartPr>
              <p14:xfrm>
                <a:off x="5327409" y="1478225"/>
                <a:ext cx="24120" cy="47268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B3823198-F8CA-9980-D224-FEE779E435E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16618" y="1469855"/>
                  <a:ext cx="45701" cy="489421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05CA06EC-5354-1DEE-94E8-FE60A3005158}"/>
                </a:ext>
              </a:extLst>
            </p:cNvPr>
            <p:cNvGrpSpPr/>
            <p:nvPr/>
          </p:nvGrpSpPr>
          <p:grpSpPr>
            <a:xfrm>
              <a:off x="7046769" y="4605545"/>
              <a:ext cx="1820880" cy="636480"/>
              <a:chOff x="7046769" y="4605545"/>
              <a:chExt cx="1820880" cy="6364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4">
                <p14:nvContentPartPr>
                  <p14:cNvPr id="41" name="잉크 40">
                    <a:extLst>
                      <a:ext uri="{FF2B5EF4-FFF2-40B4-BE49-F238E27FC236}">
                        <a16:creationId xmlns:a16="http://schemas.microsoft.com/office/drawing/2014/main" id="{9FE2162C-64DB-98B7-8D61-045D100041BA}"/>
                      </a:ext>
                    </a:extLst>
                  </p14:cNvPr>
                  <p14:cNvContentPartPr/>
                  <p14:nvPr/>
                </p14:nvContentPartPr>
                <p14:xfrm>
                  <a:off x="7046769" y="4605545"/>
                  <a:ext cx="186840" cy="629280"/>
                </p14:xfrm>
              </p:contentPart>
            </mc:Choice>
            <mc:Fallback xmlns="">
              <p:pic>
                <p:nvPicPr>
                  <p:cNvPr id="41" name="잉크 40">
                    <a:extLst>
                      <a:ext uri="{FF2B5EF4-FFF2-40B4-BE49-F238E27FC236}">
                        <a16:creationId xmlns:a16="http://schemas.microsoft.com/office/drawing/2014/main" id="{9FE2162C-64DB-98B7-8D61-045D100041BA}"/>
                      </a:ext>
                    </a:extLst>
                  </p:cNvPr>
                  <p:cNvPicPr/>
                  <p:nvPr/>
                </p:nvPicPr>
                <p:blipFill>
                  <a:blip r:embed="rId45"/>
                  <a:stretch>
                    <a:fillRect/>
                  </a:stretch>
                </p:blipFill>
                <p:spPr>
                  <a:xfrm>
                    <a:off x="7035778" y="4597174"/>
                    <a:ext cx="208821" cy="6460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6">
                <p14:nvContentPartPr>
                  <p14:cNvPr id="42" name="잉크 41">
                    <a:extLst>
                      <a:ext uri="{FF2B5EF4-FFF2-40B4-BE49-F238E27FC236}">
                        <a16:creationId xmlns:a16="http://schemas.microsoft.com/office/drawing/2014/main" id="{772AE146-4A2F-E60F-AA67-AA795C96F8AC}"/>
                      </a:ext>
                    </a:extLst>
                  </p14:cNvPr>
                  <p14:cNvContentPartPr/>
                  <p14:nvPr/>
                </p14:nvContentPartPr>
                <p14:xfrm>
                  <a:off x="7297689" y="4928825"/>
                  <a:ext cx="239400" cy="36000"/>
                </p14:xfrm>
              </p:contentPart>
            </mc:Choice>
            <mc:Fallback xmlns="">
              <p:pic>
                <p:nvPicPr>
                  <p:cNvPr id="42" name="잉크 41">
                    <a:extLst>
                      <a:ext uri="{FF2B5EF4-FFF2-40B4-BE49-F238E27FC236}">
                        <a16:creationId xmlns:a16="http://schemas.microsoft.com/office/drawing/2014/main" id="{772AE146-4A2F-E60F-AA67-AA795C96F8AC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7286690" y="4920441"/>
                    <a:ext cx="261399" cy="5276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8">
                <p14:nvContentPartPr>
                  <p14:cNvPr id="43" name="잉크 42">
                    <a:extLst>
                      <a:ext uri="{FF2B5EF4-FFF2-40B4-BE49-F238E27FC236}">
                        <a16:creationId xmlns:a16="http://schemas.microsoft.com/office/drawing/2014/main" id="{20443A9C-8F5E-3BAF-0D68-6E66F8C01790}"/>
                      </a:ext>
                    </a:extLst>
                  </p14:cNvPr>
                  <p14:cNvContentPartPr/>
                  <p14:nvPr/>
                </p14:nvContentPartPr>
                <p14:xfrm>
                  <a:off x="7398129" y="4742345"/>
                  <a:ext cx="130680" cy="453600"/>
                </p14:xfrm>
              </p:contentPart>
            </mc:Choice>
            <mc:Fallback xmlns="">
              <p:pic>
                <p:nvPicPr>
                  <p:cNvPr id="43" name="잉크 42">
                    <a:extLst>
                      <a:ext uri="{FF2B5EF4-FFF2-40B4-BE49-F238E27FC236}">
                        <a16:creationId xmlns:a16="http://schemas.microsoft.com/office/drawing/2014/main" id="{20443A9C-8F5E-3BAF-0D68-6E66F8C01790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7387131" y="4733981"/>
                    <a:ext cx="152676" cy="47032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0">
                <p14:nvContentPartPr>
                  <p14:cNvPr id="44" name="잉크 43">
                    <a:extLst>
                      <a:ext uri="{FF2B5EF4-FFF2-40B4-BE49-F238E27FC236}">
                        <a16:creationId xmlns:a16="http://schemas.microsoft.com/office/drawing/2014/main" id="{B1B4B727-0517-6988-5990-60BEA4652F27}"/>
                      </a:ext>
                    </a:extLst>
                  </p14:cNvPr>
                  <p14:cNvContentPartPr/>
                  <p14:nvPr/>
                </p14:nvContentPartPr>
                <p14:xfrm>
                  <a:off x="7579929" y="4896065"/>
                  <a:ext cx="164160" cy="260640"/>
                </p14:xfrm>
              </p:contentPart>
            </mc:Choice>
            <mc:Fallback xmlns="">
              <p:pic>
                <p:nvPicPr>
                  <p:cNvPr id="44" name="잉크 43">
                    <a:extLst>
                      <a:ext uri="{FF2B5EF4-FFF2-40B4-BE49-F238E27FC236}">
                        <a16:creationId xmlns:a16="http://schemas.microsoft.com/office/drawing/2014/main" id="{B1B4B727-0517-6988-5990-60BEA4652F27}"/>
                      </a:ext>
                    </a:extLst>
                  </p:cNvPr>
                  <p:cNvPicPr/>
                  <p:nvPr/>
                </p:nvPicPr>
                <p:blipFill>
                  <a:blip r:embed="rId51"/>
                  <a:stretch>
                    <a:fillRect/>
                  </a:stretch>
                </p:blipFill>
                <p:spPr>
                  <a:xfrm>
                    <a:off x="7568942" y="4887689"/>
                    <a:ext cx="186134" cy="27739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2">
                <p14:nvContentPartPr>
                  <p14:cNvPr id="45" name="잉크 44">
                    <a:extLst>
                      <a:ext uri="{FF2B5EF4-FFF2-40B4-BE49-F238E27FC236}">
                        <a16:creationId xmlns:a16="http://schemas.microsoft.com/office/drawing/2014/main" id="{B27A5755-989F-1837-136C-D45F7E04BDBF}"/>
                      </a:ext>
                    </a:extLst>
                  </p14:cNvPr>
                  <p14:cNvContentPartPr/>
                  <p14:nvPr/>
                </p14:nvContentPartPr>
                <p14:xfrm>
                  <a:off x="7919409" y="5149145"/>
                  <a:ext cx="191880" cy="12960"/>
                </p14:xfrm>
              </p:contentPart>
            </mc:Choice>
            <mc:Fallback xmlns="">
              <p:pic>
                <p:nvPicPr>
                  <p:cNvPr id="45" name="잉크 44">
                    <a:extLst>
                      <a:ext uri="{FF2B5EF4-FFF2-40B4-BE49-F238E27FC236}">
                        <a16:creationId xmlns:a16="http://schemas.microsoft.com/office/drawing/2014/main" id="{B27A5755-989F-1837-136C-D45F7E04BDBF}"/>
                      </a:ext>
                    </a:extLst>
                  </p:cNvPr>
                  <p:cNvPicPr/>
                  <p:nvPr/>
                </p:nvPicPr>
                <p:blipFill>
                  <a:blip r:embed="rId53"/>
                  <a:stretch>
                    <a:fillRect/>
                  </a:stretch>
                </p:blipFill>
                <p:spPr>
                  <a:xfrm>
                    <a:off x="7908426" y="5140671"/>
                    <a:ext cx="213846" cy="299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4">
                <p14:nvContentPartPr>
                  <p14:cNvPr id="47" name="잉크 46">
                    <a:extLst>
                      <a:ext uri="{FF2B5EF4-FFF2-40B4-BE49-F238E27FC236}">
                        <a16:creationId xmlns:a16="http://schemas.microsoft.com/office/drawing/2014/main" id="{5DCA41A2-0D3E-5320-3CB9-5B09CFA7B481}"/>
                      </a:ext>
                    </a:extLst>
                  </p14:cNvPr>
                  <p14:cNvContentPartPr/>
                  <p14:nvPr/>
                </p14:nvContentPartPr>
                <p14:xfrm>
                  <a:off x="8288769" y="4712105"/>
                  <a:ext cx="245160" cy="529920"/>
                </p14:xfrm>
              </p:contentPart>
            </mc:Choice>
            <mc:Fallback xmlns="">
              <p:pic>
                <p:nvPicPr>
                  <p:cNvPr id="47" name="잉크 46">
                    <a:extLst>
                      <a:ext uri="{FF2B5EF4-FFF2-40B4-BE49-F238E27FC236}">
                        <a16:creationId xmlns:a16="http://schemas.microsoft.com/office/drawing/2014/main" id="{5DCA41A2-0D3E-5320-3CB9-5B09CFA7B481}"/>
                      </a:ext>
                    </a:extLst>
                  </p:cNvPr>
                  <p:cNvPicPr/>
                  <p:nvPr/>
                </p:nvPicPr>
                <p:blipFill>
                  <a:blip r:embed="rId55"/>
                  <a:stretch>
                    <a:fillRect/>
                  </a:stretch>
                </p:blipFill>
                <p:spPr>
                  <a:xfrm>
                    <a:off x="8277772" y="4703733"/>
                    <a:ext cx="267153" cy="54666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6">
                <p14:nvContentPartPr>
                  <p14:cNvPr id="48" name="잉크 47">
                    <a:extLst>
                      <a:ext uri="{FF2B5EF4-FFF2-40B4-BE49-F238E27FC236}">
                        <a16:creationId xmlns:a16="http://schemas.microsoft.com/office/drawing/2014/main" id="{EA0B53BC-0832-5722-F9B4-D0A4CD1EC041}"/>
                      </a:ext>
                    </a:extLst>
                  </p14:cNvPr>
                  <p14:cNvContentPartPr/>
                  <p14:nvPr/>
                </p14:nvContentPartPr>
                <p14:xfrm>
                  <a:off x="8689449" y="4808225"/>
                  <a:ext cx="178200" cy="91080"/>
                </p14:xfrm>
              </p:contentPart>
            </mc:Choice>
            <mc:Fallback xmlns="">
              <p:pic>
                <p:nvPicPr>
                  <p:cNvPr id="48" name="잉크 47">
                    <a:extLst>
                      <a:ext uri="{FF2B5EF4-FFF2-40B4-BE49-F238E27FC236}">
                        <a16:creationId xmlns:a16="http://schemas.microsoft.com/office/drawing/2014/main" id="{EA0B53BC-0832-5722-F9B4-D0A4CD1EC041}"/>
                      </a:ext>
                    </a:extLst>
                  </p:cNvPr>
                  <p:cNvPicPr/>
                  <p:nvPr/>
                </p:nvPicPr>
                <p:blipFill>
                  <a:blip r:embed="rId57"/>
                  <a:stretch>
                    <a:fillRect/>
                  </a:stretch>
                </p:blipFill>
                <p:spPr>
                  <a:xfrm>
                    <a:off x="8678433" y="4799855"/>
                    <a:ext cx="200232" cy="10781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8">
                <p14:nvContentPartPr>
                  <p14:cNvPr id="49" name="잉크 48">
                    <a:extLst>
                      <a:ext uri="{FF2B5EF4-FFF2-40B4-BE49-F238E27FC236}">
                        <a16:creationId xmlns:a16="http://schemas.microsoft.com/office/drawing/2014/main" id="{45F51659-82C6-7E95-1257-0EA0D4CCEF3C}"/>
                      </a:ext>
                    </a:extLst>
                  </p14:cNvPr>
                  <p14:cNvContentPartPr/>
                  <p14:nvPr/>
                </p14:nvContentPartPr>
                <p14:xfrm>
                  <a:off x="8689449" y="4898585"/>
                  <a:ext cx="360" cy="360"/>
                </p14:xfrm>
              </p:contentPart>
            </mc:Choice>
            <mc:Fallback xmlns="">
              <p:pic>
                <p:nvPicPr>
                  <p:cNvPr id="49" name="잉크 48">
                    <a:extLst>
                      <a:ext uri="{FF2B5EF4-FFF2-40B4-BE49-F238E27FC236}">
                        <a16:creationId xmlns:a16="http://schemas.microsoft.com/office/drawing/2014/main" id="{45F51659-82C6-7E95-1257-0EA0D4CCEF3C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8683329" y="4892465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9">
                <p14:nvContentPartPr>
                  <p14:cNvPr id="50" name="잉크 49">
                    <a:extLst>
                      <a:ext uri="{FF2B5EF4-FFF2-40B4-BE49-F238E27FC236}">
                        <a16:creationId xmlns:a16="http://schemas.microsoft.com/office/drawing/2014/main" id="{F99C2C2D-B451-F9A9-7129-706A62CADF41}"/>
                      </a:ext>
                    </a:extLst>
                  </p14:cNvPr>
                  <p14:cNvContentPartPr/>
                  <p14:nvPr/>
                </p14:nvContentPartPr>
                <p14:xfrm>
                  <a:off x="8673609" y="4898585"/>
                  <a:ext cx="168120" cy="135360"/>
                </p14:xfrm>
              </p:contentPart>
            </mc:Choice>
            <mc:Fallback xmlns="">
              <p:pic>
                <p:nvPicPr>
                  <p:cNvPr id="50" name="잉크 49">
                    <a:extLst>
                      <a:ext uri="{FF2B5EF4-FFF2-40B4-BE49-F238E27FC236}">
                        <a16:creationId xmlns:a16="http://schemas.microsoft.com/office/drawing/2014/main" id="{F99C2C2D-B451-F9A9-7129-706A62CADF41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8662617" y="4890217"/>
                    <a:ext cx="190105" cy="15209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0EA4A07F-AB55-3B93-5B3E-C22667805931}"/>
                    </a:ext>
                  </a:extLst>
                </p14:cNvPr>
                <p14:cNvContentPartPr/>
                <p14:nvPr/>
              </p14:nvContentPartPr>
              <p14:xfrm>
                <a:off x="9169329" y="4753145"/>
                <a:ext cx="18000" cy="515520"/>
              </p14:xfrm>
            </p:contentPart>
          </mc:Choice>
          <mc:Fallback xmlns=""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0EA4A07F-AB55-3B93-5B3E-C2266780593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158400" y="4744775"/>
                  <a:ext cx="39857" cy="532261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67C4CFF0-C6DE-C2D5-C9E7-808BEADC83A1}"/>
                </a:ext>
              </a:extLst>
            </p:cNvPr>
            <p:cNvGrpSpPr/>
            <p:nvPr/>
          </p:nvGrpSpPr>
          <p:grpSpPr>
            <a:xfrm>
              <a:off x="3484569" y="4633985"/>
              <a:ext cx="1610280" cy="689760"/>
              <a:chOff x="3484569" y="4633985"/>
              <a:chExt cx="1610280" cy="6897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3">
                <p14:nvContentPartPr>
                  <p14:cNvPr id="53" name="잉크 52">
                    <a:extLst>
                      <a:ext uri="{FF2B5EF4-FFF2-40B4-BE49-F238E27FC236}">
                        <a16:creationId xmlns:a16="http://schemas.microsoft.com/office/drawing/2014/main" id="{717C03FD-E596-735D-E500-F46A6F2C2674}"/>
                      </a:ext>
                    </a:extLst>
                  </p14:cNvPr>
                  <p14:cNvContentPartPr/>
                  <p14:nvPr/>
                </p14:nvContentPartPr>
                <p14:xfrm>
                  <a:off x="3484569" y="4936025"/>
                  <a:ext cx="117360" cy="387720"/>
                </p14:xfrm>
              </p:contentPart>
            </mc:Choice>
            <mc:Fallback xmlns="">
              <p:pic>
                <p:nvPicPr>
                  <p:cNvPr id="53" name="잉크 52">
                    <a:extLst>
                      <a:ext uri="{FF2B5EF4-FFF2-40B4-BE49-F238E27FC236}">
                        <a16:creationId xmlns:a16="http://schemas.microsoft.com/office/drawing/2014/main" id="{717C03FD-E596-735D-E500-F46A6F2C2674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3473607" y="4927660"/>
                    <a:ext cx="139284" cy="4044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">
                <p14:nvContentPartPr>
                  <p14:cNvPr id="54" name="잉크 53">
                    <a:extLst>
                      <a:ext uri="{FF2B5EF4-FFF2-40B4-BE49-F238E27FC236}">
                        <a16:creationId xmlns:a16="http://schemas.microsoft.com/office/drawing/2014/main" id="{879E86BF-EB84-2188-74AD-8030E745E89D}"/>
                      </a:ext>
                    </a:extLst>
                  </p14:cNvPr>
                  <p14:cNvContentPartPr/>
                  <p14:nvPr/>
                </p14:nvContentPartPr>
                <p14:xfrm>
                  <a:off x="3674649" y="5084345"/>
                  <a:ext cx="146520" cy="149760"/>
                </p14:xfrm>
              </p:contentPart>
            </mc:Choice>
            <mc:Fallback xmlns="">
              <p:pic>
                <p:nvPicPr>
                  <p:cNvPr id="54" name="잉크 53">
                    <a:extLst>
                      <a:ext uri="{FF2B5EF4-FFF2-40B4-BE49-F238E27FC236}">
                        <a16:creationId xmlns:a16="http://schemas.microsoft.com/office/drawing/2014/main" id="{879E86BF-EB84-2188-74AD-8030E745E89D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3663676" y="5075970"/>
                    <a:ext cx="168466" cy="16650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7">
                <p14:nvContentPartPr>
                  <p14:cNvPr id="55" name="잉크 54">
                    <a:extLst>
                      <a:ext uri="{FF2B5EF4-FFF2-40B4-BE49-F238E27FC236}">
                        <a16:creationId xmlns:a16="http://schemas.microsoft.com/office/drawing/2014/main" id="{76AF78A3-364D-AB2E-327E-1CCEC103E86A}"/>
                      </a:ext>
                    </a:extLst>
                  </p14:cNvPr>
                  <p14:cNvContentPartPr/>
                  <p14:nvPr/>
                </p14:nvContentPartPr>
                <p14:xfrm>
                  <a:off x="3862209" y="4996145"/>
                  <a:ext cx="120960" cy="291960"/>
                </p14:xfrm>
              </p:contentPart>
            </mc:Choice>
            <mc:Fallback xmlns="">
              <p:pic>
                <p:nvPicPr>
                  <p:cNvPr id="55" name="잉크 54">
                    <a:extLst>
                      <a:ext uri="{FF2B5EF4-FFF2-40B4-BE49-F238E27FC236}">
                        <a16:creationId xmlns:a16="http://schemas.microsoft.com/office/drawing/2014/main" id="{76AF78A3-364D-AB2E-327E-1CCEC103E86A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3851213" y="4987775"/>
                    <a:ext cx="142953" cy="3087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">
                <p14:nvContentPartPr>
                  <p14:cNvPr id="56" name="잉크 55">
                    <a:extLst>
                      <a:ext uri="{FF2B5EF4-FFF2-40B4-BE49-F238E27FC236}">
                        <a16:creationId xmlns:a16="http://schemas.microsoft.com/office/drawing/2014/main" id="{327015F0-B8A3-AC7F-D5F4-CFB785B94906}"/>
                      </a:ext>
                    </a:extLst>
                  </p14:cNvPr>
                  <p14:cNvContentPartPr/>
                  <p14:nvPr/>
                </p14:nvContentPartPr>
                <p14:xfrm>
                  <a:off x="3860409" y="5006945"/>
                  <a:ext cx="138600" cy="203040"/>
                </p14:xfrm>
              </p:contentPart>
            </mc:Choice>
            <mc:Fallback xmlns="">
              <p:pic>
                <p:nvPicPr>
                  <p:cNvPr id="56" name="잉크 55">
                    <a:extLst>
                      <a:ext uri="{FF2B5EF4-FFF2-40B4-BE49-F238E27FC236}">
                        <a16:creationId xmlns:a16="http://schemas.microsoft.com/office/drawing/2014/main" id="{327015F0-B8A3-AC7F-D5F4-CFB785B94906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3849399" y="4998567"/>
                    <a:ext cx="160621" cy="21979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">
                <p14:nvContentPartPr>
                  <p14:cNvPr id="57" name="잉크 56">
                    <a:extLst>
                      <a:ext uri="{FF2B5EF4-FFF2-40B4-BE49-F238E27FC236}">
                        <a16:creationId xmlns:a16="http://schemas.microsoft.com/office/drawing/2014/main" id="{514D7E80-765C-24B6-BEF9-F9ACD6552FBD}"/>
                      </a:ext>
                    </a:extLst>
                  </p14:cNvPr>
                  <p14:cNvContentPartPr/>
                  <p14:nvPr/>
                </p14:nvContentPartPr>
                <p14:xfrm>
                  <a:off x="4067769" y="4998305"/>
                  <a:ext cx="226080" cy="48600"/>
                </p14:xfrm>
              </p:contentPart>
            </mc:Choice>
            <mc:Fallback xmlns="">
              <p:pic>
                <p:nvPicPr>
                  <p:cNvPr id="57" name="잉크 56">
                    <a:extLst>
                      <a:ext uri="{FF2B5EF4-FFF2-40B4-BE49-F238E27FC236}">
                        <a16:creationId xmlns:a16="http://schemas.microsoft.com/office/drawing/2014/main" id="{514D7E80-765C-24B6-BEF9-F9ACD6552FBD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4056757" y="4989960"/>
                    <a:ext cx="248105" cy="652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">
                <p14:nvContentPartPr>
                  <p14:cNvPr id="58" name="잉크 57">
                    <a:extLst>
                      <a:ext uri="{FF2B5EF4-FFF2-40B4-BE49-F238E27FC236}">
                        <a16:creationId xmlns:a16="http://schemas.microsoft.com/office/drawing/2014/main" id="{D62BC2A9-9B02-6763-40BD-B8B86AA2B28F}"/>
                      </a:ext>
                    </a:extLst>
                  </p14:cNvPr>
                  <p14:cNvContentPartPr/>
                  <p14:nvPr/>
                </p14:nvContentPartPr>
                <p14:xfrm>
                  <a:off x="4168209" y="4759985"/>
                  <a:ext cx="144360" cy="465840"/>
                </p14:xfrm>
              </p:contentPart>
            </mc:Choice>
            <mc:Fallback xmlns="">
              <p:pic>
                <p:nvPicPr>
                  <p:cNvPr id="58" name="잉크 57">
                    <a:extLst>
                      <a:ext uri="{FF2B5EF4-FFF2-40B4-BE49-F238E27FC236}">
                        <a16:creationId xmlns:a16="http://schemas.microsoft.com/office/drawing/2014/main" id="{D62BC2A9-9B02-6763-40BD-B8B86AA2B28F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4157204" y="4751614"/>
                    <a:ext cx="166370" cy="48258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5">
                <p14:nvContentPartPr>
                  <p14:cNvPr id="59" name="잉크 58">
                    <a:extLst>
                      <a:ext uri="{FF2B5EF4-FFF2-40B4-BE49-F238E27FC236}">
                        <a16:creationId xmlns:a16="http://schemas.microsoft.com/office/drawing/2014/main" id="{574D2677-9533-2901-A793-39F19D76C1FC}"/>
                      </a:ext>
                    </a:extLst>
                  </p14:cNvPr>
                  <p14:cNvContentPartPr/>
                  <p14:nvPr/>
                </p14:nvContentPartPr>
                <p14:xfrm>
                  <a:off x="4357929" y="5173985"/>
                  <a:ext cx="142560" cy="28800"/>
                </p14:xfrm>
              </p:contentPart>
            </mc:Choice>
            <mc:Fallback xmlns="">
              <p:pic>
                <p:nvPicPr>
                  <p:cNvPr id="59" name="잉크 58">
                    <a:extLst>
                      <a:ext uri="{FF2B5EF4-FFF2-40B4-BE49-F238E27FC236}">
                        <a16:creationId xmlns:a16="http://schemas.microsoft.com/office/drawing/2014/main" id="{574D2677-9533-2901-A793-39F19D76C1FC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4346913" y="5165687"/>
                    <a:ext cx="164592" cy="4539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7">
                <p14:nvContentPartPr>
                  <p14:cNvPr id="60" name="잉크 59">
                    <a:extLst>
                      <a:ext uri="{FF2B5EF4-FFF2-40B4-BE49-F238E27FC236}">
                        <a16:creationId xmlns:a16="http://schemas.microsoft.com/office/drawing/2014/main" id="{A65EFAE9-CF80-8713-B6DC-F5A2E01A95A7}"/>
                      </a:ext>
                    </a:extLst>
                  </p14:cNvPr>
                  <p14:cNvContentPartPr/>
                  <p14:nvPr/>
                </p14:nvContentPartPr>
                <p14:xfrm>
                  <a:off x="4657089" y="4916585"/>
                  <a:ext cx="113760" cy="209520"/>
                </p14:xfrm>
              </p:contentPart>
            </mc:Choice>
            <mc:Fallback xmlns="">
              <p:pic>
                <p:nvPicPr>
                  <p:cNvPr id="60" name="잉크 59">
                    <a:extLst>
                      <a:ext uri="{FF2B5EF4-FFF2-40B4-BE49-F238E27FC236}">
                        <a16:creationId xmlns:a16="http://schemas.microsoft.com/office/drawing/2014/main" id="{A65EFAE9-CF80-8713-B6DC-F5A2E01A95A7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4646101" y="4908224"/>
                    <a:ext cx="135736" cy="2262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9">
                <p14:nvContentPartPr>
                  <p14:cNvPr id="61" name="잉크 60">
                    <a:extLst>
                      <a:ext uri="{FF2B5EF4-FFF2-40B4-BE49-F238E27FC236}">
                        <a16:creationId xmlns:a16="http://schemas.microsoft.com/office/drawing/2014/main" id="{761BD569-9CFF-0FBF-552E-3203A51FFED9}"/>
                      </a:ext>
                    </a:extLst>
                  </p14:cNvPr>
                  <p14:cNvContentPartPr/>
                  <p14:nvPr/>
                </p14:nvContentPartPr>
                <p14:xfrm>
                  <a:off x="4833849" y="4633985"/>
                  <a:ext cx="26640" cy="579960"/>
                </p14:xfrm>
              </p:contentPart>
            </mc:Choice>
            <mc:Fallback xmlns="">
              <p:pic>
                <p:nvPicPr>
                  <p:cNvPr id="61" name="잉크 60">
                    <a:extLst>
                      <a:ext uri="{FF2B5EF4-FFF2-40B4-BE49-F238E27FC236}">
                        <a16:creationId xmlns:a16="http://schemas.microsoft.com/office/drawing/2014/main" id="{761BD569-9CFF-0FBF-552E-3203A51FFED9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4823066" y="4625615"/>
                    <a:ext cx="48206" cy="59669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1">
                <p14:nvContentPartPr>
                  <p14:cNvPr id="62" name="잉크 61">
                    <a:extLst>
                      <a:ext uri="{FF2B5EF4-FFF2-40B4-BE49-F238E27FC236}">
                        <a16:creationId xmlns:a16="http://schemas.microsoft.com/office/drawing/2014/main" id="{03D93A47-D0FF-23C4-C8A8-EE1A72BEEE0D}"/>
                      </a:ext>
                    </a:extLst>
                  </p14:cNvPr>
                  <p14:cNvContentPartPr/>
                  <p14:nvPr/>
                </p14:nvContentPartPr>
                <p14:xfrm>
                  <a:off x="4940409" y="4802825"/>
                  <a:ext cx="154440" cy="369000"/>
                </p14:xfrm>
              </p:contentPart>
            </mc:Choice>
            <mc:Fallback xmlns="">
              <p:pic>
                <p:nvPicPr>
                  <p:cNvPr id="62" name="잉크 61">
                    <a:extLst>
                      <a:ext uri="{FF2B5EF4-FFF2-40B4-BE49-F238E27FC236}">
                        <a16:creationId xmlns:a16="http://schemas.microsoft.com/office/drawing/2014/main" id="{03D93A47-D0FF-23C4-C8A8-EE1A72BEEE0D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4929424" y="4794461"/>
                    <a:ext cx="176411" cy="3857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3">
                <p14:nvContentPartPr>
                  <p14:cNvPr id="63" name="잉크 62">
                    <a:extLst>
                      <a:ext uri="{FF2B5EF4-FFF2-40B4-BE49-F238E27FC236}">
                        <a16:creationId xmlns:a16="http://schemas.microsoft.com/office/drawing/2014/main" id="{C85095A4-3B78-4C58-A81A-D4011B42141B}"/>
                      </a:ext>
                    </a:extLst>
                  </p14:cNvPr>
                  <p14:cNvContentPartPr/>
                  <p14:nvPr/>
                </p14:nvContentPartPr>
                <p14:xfrm>
                  <a:off x="4977849" y="4980305"/>
                  <a:ext cx="97200" cy="226080"/>
                </p14:xfrm>
              </p:contentPart>
            </mc:Choice>
            <mc:Fallback xmlns="">
              <p:pic>
                <p:nvPicPr>
                  <p:cNvPr id="63" name="잉크 62">
                    <a:extLst>
                      <a:ext uri="{FF2B5EF4-FFF2-40B4-BE49-F238E27FC236}">
                        <a16:creationId xmlns:a16="http://schemas.microsoft.com/office/drawing/2014/main" id="{C85095A4-3B78-4C58-A81A-D4011B42141B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4966833" y="4971932"/>
                    <a:ext cx="119232" cy="242827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pic>
        <p:nvPicPr>
          <p:cNvPr id="67" name="그림 66">
            <a:extLst>
              <a:ext uri="{FF2B5EF4-FFF2-40B4-BE49-F238E27FC236}">
                <a16:creationId xmlns:a16="http://schemas.microsoft.com/office/drawing/2014/main" id="{9FA622B0-040A-3414-25A1-075D2EFF5001}"/>
              </a:ext>
            </a:extLst>
      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833600" y="1277815"/>
            <a:ext cx="4439164" cy="534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88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538A8-1CF6-6EE7-8EAB-CF3CD5C2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07E1AE-2B90-4AD8-AFA3-5564EEFAB8FD}"/>
              </a:ext>
            </a:extLst>
          </p:cNvPr>
          <p:cNvSpPr txBox="1"/>
          <p:nvPr/>
        </p:nvSpPr>
        <p:spPr>
          <a:xfrm>
            <a:off x="410308" y="832339"/>
            <a:ext cx="8042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모듈 </a:t>
            </a:r>
            <a:r>
              <a:rPr lang="en-US" altLang="ko-KR"/>
              <a:t>debouncer </a:t>
            </a:r>
            <a:r>
              <a:rPr lang="ko-KR" altLang="en-US"/>
              <a:t>내부 구조 블럭 다이어그램으로 구성할 것 </a:t>
            </a:r>
            <a:r>
              <a:rPr lang="en-US" altLang="ko-KR"/>
              <a:t>( shift </a:t>
            </a:r>
            <a:r>
              <a:rPr lang="ko-KR" altLang="en-US"/>
              <a:t>레지스터</a:t>
            </a:r>
            <a:r>
              <a:rPr lang="en-US" altLang="ko-KR"/>
              <a:t>, output</a:t>
            </a:r>
            <a:r>
              <a:rPr lang="ko-KR" altLang="en-US"/>
              <a:t>은 왜 이렇게 구성했는지 이유도 적을 것 </a:t>
            </a:r>
            <a:r>
              <a:rPr lang="en-US" altLang="ko-KR"/>
              <a:t>– scattering noise</a:t>
            </a:r>
            <a:r>
              <a:rPr lang="ko-KR" altLang="en-US"/>
              <a:t>    </a:t>
            </a:r>
            <a:r>
              <a:rPr lang="en-US" altLang="ko-KR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797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B84E-E898-90FD-CE3C-EB699A3AB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4F3C78-BE06-001E-6C9F-4A188994BC93}"/>
              </a:ext>
            </a:extLst>
          </p:cNvPr>
          <p:cNvSpPr txBox="1"/>
          <p:nvPr/>
        </p:nvSpPr>
        <p:spPr>
          <a:xfrm>
            <a:off x="71120" y="1107440"/>
            <a:ext cx="405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시뮬레이션 결과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A26CF6-FA5B-E703-92BA-92B0C0DEB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7680"/>
            <a:ext cx="12192000" cy="3662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A789C6-B3E2-D5D0-90A7-CEEC0A9ABD08}"/>
              </a:ext>
            </a:extLst>
          </p:cNvPr>
          <p:cNvSpPr txBox="1"/>
          <p:nvPr/>
        </p:nvSpPr>
        <p:spPr>
          <a:xfrm>
            <a:off x="106680" y="3921760"/>
            <a:ext cx="74625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edge_reg = 80ns </a:t>
            </a:r>
            <a:r>
              <a:rPr lang="ko-KR" altLang="en-US"/>
              <a:t>에서 </a:t>
            </a:r>
            <a:r>
              <a:rPr lang="en-US" altLang="ko-KR"/>
              <a:t>assert</a:t>
            </a:r>
          </a:p>
          <a:p>
            <a:endParaRPr lang="en-US" altLang="ko-KR"/>
          </a:p>
          <a:p>
            <a:r>
              <a:rPr lang="en-US" altLang="ko-KR"/>
              <a:t>o_btn </a:t>
            </a:r>
            <a:r>
              <a:rPr lang="ko-KR" altLang="en-US"/>
              <a:t>핀은 </a:t>
            </a:r>
            <a:r>
              <a:rPr lang="en-US" altLang="ko-KR"/>
              <a:t>70ns</a:t>
            </a:r>
            <a:r>
              <a:rPr lang="ko-KR" altLang="en-US"/>
              <a:t>에서 </a:t>
            </a:r>
            <a:r>
              <a:rPr lang="en-US" altLang="ko-KR"/>
              <a:t>assert</a:t>
            </a:r>
          </a:p>
          <a:p>
            <a:endParaRPr lang="en-US" altLang="ko-KR"/>
          </a:p>
          <a:p>
            <a:r>
              <a:rPr lang="en-US" altLang="ko-KR"/>
              <a:t>i_btn</a:t>
            </a:r>
            <a:r>
              <a:rPr lang="ko-KR" altLang="en-US"/>
              <a:t>이 입력 이후 </a:t>
            </a:r>
            <a:r>
              <a:rPr lang="en-US" altLang="ko-KR"/>
              <a:t>7cycle </a:t>
            </a:r>
            <a:r>
              <a:rPr lang="ko-KR" altLang="en-US"/>
              <a:t>뒤에 결과 값이 나온다</a:t>
            </a:r>
            <a:r>
              <a:rPr lang="en-US" altLang="ko-KR"/>
              <a:t> </a:t>
            </a:r>
            <a:r>
              <a:rPr lang="ko-KR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7307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1222E-3E4C-B430-3E3F-962F3F82A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DED4052-F56D-1F78-0B9A-E86846EBA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43" y="638731"/>
            <a:ext cx="7434677" cy="18875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A1FE48-EBC6-AAE7-6B7A-4EC282DDC68F}"/>
              </a:ext>
            </a:extLst>
          </p:cNvPr>
          <p:cNvSpPr txBox="1"/>
          <p:nvPr/>
        </p:nvSpPr>
        <p:spPr>
          <a:xfrm>
            <a:off x="4062681" y="4268934"/>
            <a:ext cx="12054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async </a:t>
            </a:r>
            <a:r>
              <a:rPr lang="ko-KR" altLang="en-US"/>
              <a:t>입력을 재현하기 위해 </a:t>
            </a:r>
            <a:r>
              <a:rPr lang="en-US" altLang="ko-KR"/>
              <a:t>sv</a:t>
            </a:r>
            <a:r>
              <a:rPr lang="ko-KR" altLang="en-US"/>
              <a:t>의 </a:t>
            </a:r>
            <a:r>
              <a:rPr lang="en-US" altLang="ko-KR"/>
              <a:t>urandom_range </a:t>
            </a:r>
            <a:r>
              <a:rPr lang="ko-KR" altLang="en-US"/>
              <a:t>함수를 </a:t>
            </a:r>
            <a:endParaRPr lang="en-US" altLang="ko-KR"/>
          </a:p>
          <a:p>
            <a:r>
              <a:rPr lang="ko-KR" altLang="en-US"/>
              <a:t>사용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delay</a:t>
            </a:r>
            <a:r>
              <a:rPr lang="ko-KR" altLang="en-US"/>
              <a:t>와</a:t>
            </a:r>
            <a:r>
              <a:rPr lang="en-US" altLang="ko-KR"/>
              <a:t> repeat </a:t>
            </a:r>
            <a:r>
              <a:rPr lang="ko-KR" altLang="en-US"/>
              <a:t>수를 랜덤하게 뽑아냈다</a:t>
            </a:r>
            <a:r>
              <a:rPr lang="en-US" altLang="ko-KR"/>
              <a:t>. 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F04DBEE-0461-FA01-CB38-D1EC0C6D8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43" y="3070279"/>
            <a:ext cx="3332366" cy="27209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3F7454-8AF1-FBD1-35DE-937E327962CF}"/>
              </a:ext>
            </a:extLst>
          </p:cNvPr>
          <p:cNvSpPr txBox="1"/>
          <p:nvPr/>
        </p:nvSpPr>
        <p:spPr>
          <a:xfrm>
            <a:off x="251460" y="5849938"/>
            <a:ext cx="452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오류 있으므로</a:t>
            </a:r>
            <a:r>
              <a:rPr lang="en-US" altLang="ko-KR"/>
              <a:t>, </a:t>
            </a:r>
            <a:r>
              <a:rPr lang="ko-KR" altLang="en-US"/>
              <a:t>다시 적어서 구성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952936-DB2F-36F1-9A35-CD4C3C0726CE}"/>
              </a:ext>
            </a:extLst>
          </p:cNvPr>
          <p:cNvSpPr txBox="1"/>
          <p:nvPr/>
        </p:nvSpPr>
        <p:spPr>
          <a:xfrm>
            <a:off x="345343" y="2526310"/>
            <a:ext cx="10675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비동기 입력 후</a:t>
            </a:r>
            <a:r>
              <a:rPr lang="en-US" altLang="ko-KR"/>
              <a:t>, posedge</a:t>
            </a:r>
            <a:r>
              <a:rPr lang="ko-KR" altLang="en-US"/>
              <a:t>에서 </a:t>
            </a:r>
            <a:r>
              <a:rPr lang="en-US" altLang="ko-KR"/>
              <a:t>shift_reg </a:t>
            </a:r>
            <a:r>
              <a:rPr lang="ko-KR" altLang="en-US"/>
              <a:t>동작</a:t>
            </a:r>
            <a:r>
              <a:rPr lang="en-US" altLang="ko-KR"/>
              <a:t>(</a:t>
            </a:r>
            <a:r>
              <a:rPr lang="ko-KR" altLang="en-US"/>
              <a:t>사진에 가독성 있게 표시할 것</a:t>
            </a:r>
            <a:r>
              <a:rPr lang="en-US" altLang="ko-KR"/>
              <a:t>)</a:t>
            </a:r>
            <a:r>
              <a:rPr lang="ko-KR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7710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09AE6-4F2C-ECAA-031D-FC474B6B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CA53D30-73E7-DBBD-7D17-2DE741AEF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" y="1501140"/>
            <a:ext cx="10401300" cy="17754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F7F5E6-4ED6-453E-BA83-48AFBEE37668}"/>
              </a:ext>
            </a:extLst>
          </p:cNvPr>
          <p:cNvSpPr txBox="1"/>
          <p:nvPr/>
        </p:nvSpPr>
        <p:spPr>
          <a:xfrm>
            <a:off x="1493520" y="3489960"/>
            <a:ext cx="899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clock edge </a:t>
            </a:r>
            <a:r>
              <a:rPr lang="ko-KR" altLang="en-US"/>
              <a:t>이후 최소 </a:t>
            </a:r>
            <a:r>
              <a:rPr lang="en-US" altLang="ko-KR"/>
              <a:t>70ns</a:t>
            </a:r>
            <a:r>
              <a:rPr lang="ko-KR" altLang="en-US"/>
              <a:t>를 유지해야 </a:t>
            </a:r>
            <a:r>
              <a:rPr lang="en-US" altLang="ko-KR"/>
              <a:t>btn_tick</a:t>
            </a:r>
            <a:r>
              <a:rPr lang="ko-KR" altLang="en-US"/>
              <a:t>이 출력 됨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576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D7141-77F1-B195-1C77-B55F1C6B4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8E2D1D-ED29-6930-1CFA-EC20619ACB5C}"/>
              </a:ext>
            </a:extLst>
          </p:cNvPr>
          <p:cNvSpPr txBox="1"/>
          <p:nvPr/>
        </p:nvSpPr>
        <p:spPr>
          <a:xfrm>
            <a:off x="1493520" y="3489960"/>
            <a:ext cx="899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이번엔 검증 평가 제안 하지 말 것</a:t>
            </a:r>
            <a:r>
              <a:rPr lang="en-US" altLang="ko-KR"/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1147190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E0D31-E2C3-C59C-D0EE-85121A063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55AAD13-3B78-21BC-5D55-B7AB79912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2308" y="2669809"/>
            <a:ext cx="10187354" cy="2387600"/>
          </a:xfrm>
        </p:spPr>
        <p:txBody>
          <a:bodyPr>
            <a:normAutofit fontScale="90000"/>
          </a:bodyPr>
          <a:lstStyle/>
          <a:p>
            <a:r>
              <a:rPr lang="en-US" altLang="ko-KR"/>
              <a:t>10/13 </a:t>
            </a:r>
            <a:r>
              <a:rPr lang="ko-KR" altLang="en-US"/>
              <a:t>프로젝트</a:t>
            </a:r>
            <a:br>
              <a:rPr lang="en-US" altLang="ko-KR"/>
            </a:br>
            <a:br>
              <a:rPr lang="en-US" altLang="ko-KR"/>
            </a:br>
            <a:br>
              <a:rPr lang="en-US" altLang="ko-KR"/>
            </a:br>
            <a:br>
              <a:rPr lang="en-US" altLang="ko-KR"/>
            </a:br>
            <a:r>
              <a:rPr lang="en-US" altLang="ko-KR"/>
              <a:t>~/source_file/1012_source_file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349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1F8A3-D1CE-D05F-6E8D-2DD178394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972C2E14-9744-969F-B7DE-F1BD3F1199B4}"/>
              </a:ext>
            </a:extLst>
          </p:cNvPr>
          <p:cNvGrpSpPr/>
          <p:nvPr/>
        </p:nvGrpSpPr>
        <p:grpSpPr>
          <a:xfrm>
            <a:off x="4886804" y="3040707"/>
            <a:ext cx="635040" cy="340560"/>
            <a:chOff x="4886804" y="3040707"/>
            <a:chExt cx="63504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27" name="잉크 126">
                  <a:extLst>
                    <a:ext uri="{FF2B5EF4-FFF2-40B4-BE49-F238E27FC236}">
                      <a16:creationId xmlns:a16="http://schemas.microsoft.com/office/drawing/2014/main" id="{F3E2EA46-0253-7B2F-A4B2-F0E2B18369B9}"/>
                    </a:ext>
                  </a:extLst>
                </p14:cNvPr>
                <p14:cNvContentPartPr/>
                <p14:nvPr/>
              </p14:nvContentPartPr>
              <p14:xfrm>
                <a:off x="4886804" y="3040707"/>
                <a:ext cx="77400" cy="299520"/>
              </p14:xfrm>
            </p:contentPart>
          </mc:Choice>
          <mc:Fallback>
            <p:pic>
              <p:nvPicPr>
                <p:cNvPr id="127" name="잉크 126">
                  <a:extLst>
                    <a:ext uri="{FF2B5EF4-FFF2-40B4-BE49-F238E27FC236}">
                      <a16:creationId xmlns:a16="http://schemas.microsoft.com/office/drawing/2014/main" id="{F3E2EA46-0253-7B2F-A4B2-F0E2B18369B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80684" y="3034587"/>
                  <a:ext cx="896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8" name="잉크 127">
                  <a:extLst>
                    <a:ext uri="{FF2B5EF4-FFF2-40B4-BE49-F238E27FC236}">
                      <a16:creationId xmlns:a16="http://schemas.microsoft.com/office/drawing/2014/main" id="{0BC0596E-D367-E08E-4A88-4E1D99912A98}"/>
                    </a:ext>
                  </a:extLst>
                </p14:cNvPr>
                <p14:cNvContentPartPr/>
                <p14:nvPr/>
              </p14:nvContentPartPr>
              <p14:xfrm>
                <a:off x="5050964" y="3126747"/>
                <a:ext cx="122760" cy="158400"/>
              </p14:xfrm>
            </p:contentPart>
          </mc:Choice>
          <mc:Fallback>
            <p:pic>
              <p:nvPicPr>
                <p:cNvPr id="128" name="잉크 127">
                  <a:extLst>
                    <a:ext uri="{FF2B5EF4-FFF2-40B4-BE49-F238E27FC236}">
                      <a16:creationId xmlns:a16="http://schemas.microsoft.com/office/drawing/2014/main" id="{0BC0596E-D367-E08E-4A88-4E1D99912A9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44844" y="3120627"/>
                  <a:ext cx="1350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30" name="잉크 129">
                  <a:extLst>
                    <a:ext uri="{FF2B5EF4-FFF2-40B4-BE49-F238E27FC236}">
                      <a16:creationId xmlns:a16="http://schemas.microsoft.com/office/drawing/2014/main" id="{2EE78BEF-9B9C-7653-BC88-51895BBB3324}"/>
                    </a:ext>
                  </a:extLst>
                </p14:cNvPr>
                <p14:cNvContentPartPr/>
                <p14:nvPr/>
              </p14:nvContentPartPr>
              <p14:xfrm>
                <a:off x="5100284" y="3242307"/>
                <a:ext cx="28440" cy="110520"/>
              </p14:xfrm>
            </p:contentPart>
          </mc:Choice>
          <mc:Fallback>
            <p:pic>
              <p:nvPicPr>
                <p:cNvPr id="130" name="잉크 129">
                  <a:extLst>
                    <a:ext uri="{FF2B5EF4-FFF2-40B4-BE49-F238E27FC236}">
                      <a16:creationId xmlns:a16="http://schemas.microsoft.com/office/drawing/2014/main" id="{2EE78BEF-9B9C-7653-BC88-51895BBB332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94164" y="3236187"/>
                  <a:ext cx="406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1" name="잉크 130">
                  <a:extLst>
                    <a:ext uri="{FF2B5EF4-FFF2-40B4-BE49-F238E27FC236}">
                      <a16:creationId xmlns:a16="http://schemas.microsoft.com/office/drawing/2014/main" id="{3F41A09D-669E-E59D-C4C8-818F841C20D2}"/>
                    </a:ext>
                  </a:extLst>
                </p14:cNvPr>
                <p14:cNvContentPartPr/>
                <p14:nvPr/>
              </p14:nvContentPartPr>
              <p14:xfrm>
                <a:off x="5281004" y="3097587"/>
                <a:ext cx="55440" cy="117000"/>
              </p14:xfrm>
            </p:contentPart>
          </mc:Choice>
          <mc:Fallback>
            <p:pic>
              <p:nvPicPr>
                <p:cNvPr id="131" name="잉크 130">
                  <a:extLst>
                    <a:ext uri="{FF2B5EF4-FFF2-40B4-BE49-F238E27FC236}">
                      <a16:creationId xmlns:a16="http://schemas.microsoft.com/office/drawing/2014/main" id="{3F41A09D-669E-E59D-C4C8-818F841C20D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74884" y="3091467"/>
                  <a:ext cx="67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2" name="잉크 131">
                  <a:extLst>
                    <a:ext uri="{FF2B5EF4-FFF2-40B4-BE49-F238E27FC236}">
                      <a16:creationId xmlns:a16="http://schemas.microsoft.com/office/drawing/2014/main" id="{1C341C0F-F1C8-E5B9-E26C-3765D758FA6A}"/>
                    </a:ext>
                  </a:extLst>
                </p14:cNvPr>
                <p14:cNvContentPartPr/>
                <p14:nvPr/>
              </p14:nvContentPartPr>
              <p14:xfrm>
                <a:off x="5282444" y="3321147"/>
                <a:ext cx="21240" cy="19080"/>
              </p14:xfrm>
            </p:contentPart>
          </mc:Choice>
          <mc:Fallback>
            <p:pic>
              <p:nvPicPr>
                <p:cNvPr id="132" name="잉크 131">
                  <a:extLst>
                    <a:ext uri="{FF2B5EF4-FFF2-40B4-BE49-F238E27FC236}">
                      <a16:creationId xmlns:a16="http://schemas.microsoft.com/office/drawing/2014/main" id="{1C341C0F-F1C8-E5B9-E26C-3765D758FA6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76324" y="3315027"/>
                  <a:ext cx="334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3" name="잉크 132">
                  <a:extLst>
                    <a:ext uri="{FF2B5EF4-FFF2-40B4-BE49-F238E27FC236}">
                      <a16:creationId xmlns:a16="http://schemas.microsoft.com/office/drawing/2014/main" id="{C6502FB1-351B-2509-5A89-EA1FA06355D0}"/>
                    </a:ext>
                  </a:extLst>
                </p14:cNvPr>
                <p14:cNvContentPartPr/>
                <p14:nvPr/>
              </p14:nvContentPartPr>
              <p14:xfrm>
                <a:off x="5450204" y="3082467"/>
                <a:ext cx="71640" cy="123840"/>
              </p14:xfrm>
            </p:contentPart>
          </mc:Choice>
          <mc:Fallback>
            <p:pic>
              <p:nvPicPr>
                <p:cNvPr id="133" name="잉크 132">
                  <a:extLst>
                    <a:ext uri="{FF2B5EF4-FFF2-40B4-BE49-F238E27FC236}">
                      <a16:creationId xmlns:a16="http://schemas.microsoft.com/office/drawing/2014/main" id="{C6502FB1-351B-2509-5A89-EA1FA06355D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44084" y="3076347"/>
                  <a:ext cx="838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4" name="잉크 133">
                  <a:extLst>
                    <a:ext uri="{FF2B5EF4-FFF2-40B4-BE49-F238E27FC236}">
                      <a16:creationId xmlns:a16="http://schemas.microsoft.com/office/drawing/2014/main" id="{09C3BF58-AECC-48A9-43E6-42C5DD0DD0C2}"/>
                    </a:ext>
                  </a:extLst>
                </p14:cNvPr>
                <p14:cNvContentPartPr/>
                <p14:nvPr/>
              </p14:nvContentPartPr>
              <p14:xfrm>
                <a:off x="5466044" y="3369747"/>
                <a:ext cx="19440" cy="11520"/>
              </p14:xfrm>
            </p:contentPart>
          </mc:Choice>
          <mc:Fallback>
            <p:pic>
              <p:nvPicPr>
                <p:cNvPr id="134" name="잉크 133">
                  <a:extLst>
                    <a:ext uri="{FF2B5EF4-FFF2-40B4-BE49-F238E27FC236}">
                      <a16:creationId xmlns:a16="http://schemas.microsoft.com/office/drawing/2014/main" id="{09C3BF58-AECC-48A9-43E6-42C5DD0DD0C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59924" y="3363627"/>
                  <a:ext cx="3168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5" name="잉크 134">
                <a:extLst>
                  <a:ext uri="{FF2B5EF4-FFF2-40B4-BE49-F238E27FC236}">
                    <a16:creationId xmlns:a16="http://schemas.microsoft.com/office/drawing/2014/main" id="{D88BC7AC-E7CC-E3B4-2826-55BD4FD773E4}"/>
                  </a:ext>
                </a:extLst>
              </p14:cNvPr>
              <p14:cNvContentPartPr/>
              <p14:nvPr/>
            </p14:nvContentPartPr>
            <p14:xfrm>
              <a:off x="5819564" y="3119547"/>
              <a:ext cx="30240" cy="14400"/>
            </p14:xfrm>
          </p:contentPart>
        </mc:Choice>
        <mc:Fallback>
          <p:pic>
            <p:nvPicPr>
              <p:cNvPr id="135" name="잉크 134">
                <a:extLst>
                  <a:ext uri="{FF2B5EF4-FFF2-40B4-BE49-F238E27FC236}">
                    <a16:creationId xmlns:a16="http://schemas.microsoft.com/office/drawing/2014/main" id="{D88BC7AC-E7CC-E3B4-2826-55BD4FD773E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813444" y="3113427"/>
                <a:ext cx="424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6" name="잉크 135">
                <a:extLst>
                  <a:ext uri="{FF2B5EF4-FFF2-40B4-BE49-F238E27FC236}">
                    <a16:creationId xmlns:a16="http://schemas.microsoft.com/office/drawing/2014/main" id="{3C5C1A2F-8590-5BC3-F4D0-F1E8C8230B57}"/>
                  </a:ext>
                </a:extLst>
              </p14:cNvPr>
              <p14:cNvContentPartPr/>
              <p14:nvPr/>
            </p14:nvContentPartPr>
            <p14:xfrm>
              <a:off x="5845844" y="3280107"/>
              <a:ext cx="3960" cy="16200"/>
            </p14:xfrm>
          </p:contentPart>
        </mc:Choice>
        <mc:Fallback>
          <p:pic>
            <p:nvPicPr>
              <p:cNvPr id="136" name="잉크 135">
                <a:extLst>
                  <a:ext uri="{FF2B5EF4-FFF2-40B4-BE49-F238E27FC236}">
                    <a16:creationId xmlns:a16="http://schemas.microsoft.com/office/drawing/2014/main" id="{3C5C1A2F-8590-5BC3-F4D0-F1E8C8230B5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39724" y="3273987"/>
                <a:ext cx="162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8" name="잉크 137">
                <a:extLst>
                  <a:ext uri="{FF2B5EF4-FFF2-40B4-BE49-F238E27FC236}">
                    <a16:creationId xmlns:a16="http://schemas.microsoft.com/office/drawing/2014/main" id="{B1E52F2B-147C-7BF4-1865-9E932E76EC9B}"/>
                  </a:ext>
                </a:extLst>
              </p14:cNvPr>
              <p14:cNvContentPartPr/>
              <p14:nvPr/>
            </p14:nvContentPartPr>
            <p14:xfrm>
              <a:off x="4895444" y="3669267"/>
              <a:ext cx="107280" cy="208440"/>
            </p14:xfrm>
          </p:contentPart>
        </mc:Choice>
        <mc:Fallback>
          <p:pic>
            <p:nvPicPr>
              <p:cNvPr id="138" name="잉크 137">
                <a:extLst>
                  <a:ext uri="{FF2B5EF4-FFF2-40B4-BE49-F238E27FC236}">
                    <a16:creationId xmlns:a16="http://schemas.microsoft.com/office/drawing/2014/main" id="{B1E52F2B-147C-7BF4-1865-9E932E76EC9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889324" y="3663147"/>
                <a:ext cx="11952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9" name="잉크 138">
                <a:extLst>
                  <a:ext uri="{FF2B5EF4-FFF2-40B4-BE49-F238E27FC236}">
                    <a16:creationId xmlns:a16="http://schemas.microsoft.com/office/drawing/2014/main" id="{6483F0E9-87DC-536B-241C-0FD91BE72E81}"/>
                  </a:ext>
                </a:extLst>
              </p14:cNvPr>
              <p14:cNvContentPartPr/>
              <p14:nvPr/>
            </p14:nvContentPartPr>
            <p14:xfrm>
              <a:off x="5166884" y="3603027"/>
              <a:ext cx="21240" cy="323280"/>
            </p14:xfrm>
          </p:contentPart>
        </mc:Choice>
        <mc:Fallback>
          <p:pic>
            <p:nvPicPr>
              <p:cNvPr id="139" name="잉크 138">
                <a:extLst>
                  <a:ext uri="{FF2B5EF4-FFF2-40B4-BE49-F238E27FC236}">
                    <a16:creationId xmlns:a16="http://schemas.microsoft.com/office/drawing/2014/main" id="{6483F0E9-87DC-536B-241C-0FD91BE72E8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60764" y="3596907"/>
                <a:ext cx="33480" cy="33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3492CCF5-7428-72D4-D1CD-18E97138FEBD}"/>
              </a:ext>
            </a:extLst>
          </p:cNvPr>
          <p:cNvGrpSpPr/>
          <p:nvPr/>
        </p:nvGrpSpPr>
        <p:grpSpPr>
          <a:xfrm>
            <a:off x="5351924" y="3604467"/>
            <a:ext cx="322560" cy="315360"/>
            <a:chOff x="5351924" y="3604467"/>
            <a:chExt cx="32256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0" name="잉크 139">
                  <a:extLst>
                    <a:ext uri="{FF2B5EF4-FFF2-40B4-BE49-F238E27FC236}">
                      <a16:creationId xmlns:a16="http://schemas.microsoft.com/office/drawing/2014/main" id="{5C616FF3-C081-FDF3-F9CC-7D3567B5C4A6}"/>
                    </a:ext>
                  </a:extLst>
                </p14:cNvPr>
                <p14:cNvContentPartPr/>
                <p14:nvPr/>
              </p14:nvContentPartPr>
              <p14:xfrm>
                <a:off x="5351924" y="3628227"/>
                <a:ext cx="92880" cy="137520"/>
              </p14:xfrm>
            </p:contentPart>
          </mc:Choice>
          <mc:Fallback>
            <p:pic>
              <p:nvPicPr>
                <p:cNvPr id="140" name="잉크 139">
                  <a:extLst>
                    <a:ext uri="{FF2B5EF4-FFF2-40B4-BE49-F238E27FC236}">
                      <a16:creationId xmlns:a16="http://schemas.microsoft.com/office/drawing/2014/main" id="{5C616FF3-C081-FDF3-F9CC-7D3567B5C4A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45804" y="3622107"/>
                  <a:ext cx="1051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1" name="잉크 140">
                  <a:extLst>
                    <a:ext uri="{FF2B5EF4-FFF2-40B4-BE49-F238E27FC236}">
                      <a16:creationId xmlns:a16="http://schemas.microsoft.com/office/drawing/2014/main" id="{3088E070-6E02-3AD1-C16C-651F6EB26399}"/>
                    </a:ext>
                  </a:extLst>
                </p14:cNvPr>
                <p14:cNvContentPartPr/>
                <p14:nvPr/>
              </p14:nvContentPartPr>
              <p14:xfrm>
                <a:off x="5383604" y="3870867"/>
                <a:ext cx="26640" cy="16200"/>
              </p14:xfrm>
            </p:contentPart>
          </mc:Choice>
          <mc:Fallback>
            <p:pic>
              <p:nvPicPr>
                <p:cNvPr id="141" name="잉크 140">
                  <a:extLst>
                    <a:ext uri="{FF2B5EF4-FFF2-40B4-BE49-F238E27FC236}">
                      <a16:creationId xmlns:a16="http://schemas.microsoft.com/office/drawing/2014/main" id="{3088E070-6E02-3AD1-C16C-651F6EB2639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77484" y="3864747"/>
                  <a:ext cx="38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2" name="잉크 141">
                  <a:extLst>
                    <a:ext uri="{FF2B5EF4-FFF2-40B4-BE49-F238E27FC236}">
                      <a16:creationId xmlns:a16="http://schemas.microsoft.com/office/drawing/2014/main" id="{73717973-2367-E8E3-CD32-DEB3E3BF6292}"/>
                    </a:ext>
                  </a:extLst>
                </p14:cNvPr>
                <p14:cNvContentPartPr/>
                <p14:nvPr/>
              </p14:nvContentPartPr>
              <p14:xfrm>
                <a:off x="5612924" y="3604467"/>
                <a:ext cx="38880" cy="360"/>
              </p14:xfrm>
            </p:contentPart>
          </mc:Choice>
          <mc:Fallback>
            <p:pic>
              <p:nvPicPr>
                <p:cNvPr id="142" name="잉크 141">
                  <a:extLst>
                    <a:ext uri="{FF2B5EF4-FFF2-40B4-BE49-F238E27FC236}">
                      <a16:creationId xmlns:a16="http://schemas.microsoft.com/office/drawing/2014/main" id="{73717973-2367-E8E3-CD32-DEB3E3BF629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06804" y="3598347"/>
                  <a:ext cx="51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43" name="잉크 142">
                  <a:extLst>
                    <a:ext uri="{FF2B5EF4-FFF2-40B4-BE49-F238E27FC236}">
                      <a16:creationId xmlns:a16="http://schemas.microsoft.com/office/drawing/2014/main" id="{AFF58602-FB10-2557-2707-F01B880B71B6}"/>
                    </a:ext>
                  </a:extLst>
                </p14:cNvPr>
                <p14:cNvContentPartPr/>
                <p14:nvPr/>
              </p14:nvContentPartPr>
              <p14:xfrm>
                <a:off x="5558564" y="3604467"/>
                <a:ext cx="115920" cy="209880"/>
              </p14:xfrm>
            </p:contentPart>
          </mc:Choice>
          <mc:Fallback>
            <p:pic>
              <p:nvPicPr>
                <p:cNvPr id="143" name="잉크 142">
                  <a:extLst>
                    <a:ext uri="{FF2B5EF4-FFF2-40B4-BE49-F238E27FC236}">
                      <a16:creationId xmlns:a16="http://schemas.microsoft.com/office/drawing/2014/main" id="{AFF58602-FB10-2557-2707-F01B880B71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52444" y="3598347"/>
                  <a:ext cx="1281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44" name="잉크 143">
                  <a:extLst>
                    <a:ext uri="{FF2B5EF4-FFF2-40B4-BE49-F238E27FC236}">
                      <a16:creationId xmlns:a16="http://schemas.microsoft.com/office/drawing/2014/main" id="{0C99003E-DA23-9E53-D13E-CB1A61E7B2A0}"/>
                    </a:ext>
                  </a:extLst>
                </p14:cNvPr>
                <p14:cNvContentPartPr/>
                <p14:nvPr/>
              </p14:nvContentPartPr>
              <p14:xfrm>
                <a:off x="5584844" y="3916227"/>
                <a:ext cx="37080" cy="3600"/>
              </p14:xfrm>
            </p:contentPart>
          </mc:Choice>
          <mc:Fallback>
            <p:pic>
              <p:nvPicPr>
                <p:cNvPr id="144" name="잉크 143">
                  <a:extLst>
                    <a:ext uri="{FF2B5EF4-FFF2-40B4-BE49-F238E27FC236}">
                      <a16:creationId xmlns:a16="http://schemas.microsoft.com/office/drawing/2014/main" id="{0C99003E-DA23-9E53-D13E-CB1A61E7B2A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78724" y="3910107"/>
                  <a:ext cx="49320" cy="1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45" name="잉크 144">
                <a:extLst>
                  <a:ext uri="{FF2B5EF4-FFF2-40B4-BE49-F238E27FC236}">
                    <a16:creationId xmlns:a16="http://schemas.microsoft.com/office/drawing/2014/main" id="{0172A6E9-C560-6A72-1EEC-219A86EB7645}"/>
                  </a:ext>
                </a:extLst>
              </p14:cNvPr>
              <p14:cNvContentPartPr/>
              <p14:nvPr/>
            </p14:nvContentPartPr>
            <p14:xfrm>
              <a:off x="5985884" y="3680067"/>
              <a:ext cx="9000" cy="11520"/>
            </p14:xfrm>
          </p:contentPart>
        </mc:Choice>
        <mc:Fallback>
          <p:pic>
            <p:nvPicPr>
              <p:cNvPr id="145" name="잉크 144">
                <a:extLst>
                  <a:ext uri="{FF2B5EF4-FFF2-40B4-BE49-F238E27FC236}">
                    <a16:creationId xmlns:a16="http://schemas.microsoft.com/office/drawing/2014/main" id="{0172A6E9-C560-6A72-1EEC-219A86EB764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979764" y="3673947"/>
                <a:ext cx="212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46" name="잉크 145">
                <a:extLst>
                  <a:ext uri="{FF2B5EF4-FFF2-40B4-BE49-F238E27FC236}">
                    <a16:creationId xmlns:a16="http://schemas.microsoft.com/office/drawing/2014/main" id="{A6B088EB-FD6D-A9E6-84D3-B1BA4E1B2A3E}"/>
                  </a:ext>
                </a:extLst>
              </p14:cNvPr>
              <p14:cNvContentPartPr/>
              <p14:nvPr/>
            </p14:nvContentPartPr>
            <p14:xfrm>
              <a:off x="5978684" y="3843867"/>
              <a:ext cx="7200" cy="33480"/>
            </p14:xfrm>
          </p:contentPart>
        </mc:Choice>
        <mc:Fallback>
          <p:pic>
            <p:nvPicPr>
              <p:cNvPr id="146" name="잉크 145">
                <a:extLst>
                  <a:ext uri="{FF2B5EF4-FFF2-40B4-BE49-F238E27FC236}">
                    <a16:creationId xmlns:a16="http://schemas.microsoft.com/office/drawing/2014/main" id="{A6B088EB-FD6D-A9E6-84D3-B1BA4E1B2A3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972564" y="3837747"/>
                <a:ext cx="194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50" name="잉크 149">
                <a:extLst>
                  <a:ext uri="{FF2B5EF4-FFF2-40B4-BE49-F238E27FC236}">
                    <a16:creationId xmlns:a16="http://schemas.microsoft.com/office/drawing/2014/main" id="{979E8C53-DB43-16DE-79B1-D53CE262B120}"/>
                  </a:ext>
                </a:extLst>
              </p14:cNvPr>
              <p14:cNvContentPartPr/>
              <p14:nvPr/>
            </p14:nvContentPartPr>
            <p14:xfrm>
              <a:off x="7586804" y="2984187"/>
              <a:ext cx="23400" cy="97920"/>
            </p14:xfrm>
          </p:contentPart>
        </mc:Choice>
        <mc:Fallback>
          <p:pic>
            <p:nvPicPr>
              <p:cNvPr id="150" name="잉크 149">
                <a:extLst>
                  <a:ext uri="{FF2B5EF4-FFF2-40B4-BE49-F238E27FC236}">
                    <a16:creationId xmlns:a16="http://schemas.microsoft.com/office/drawing/2014/main" id="{979E8C53-DB43-16DE-79B1-D53CE262B12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580684" y="2978067"/>
                <a:ext cx="35640" cy="11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A784FFD9-9116-AB0A-C412-DDB778AE22A8}"/>
              </a:ext>
            </a:extLst>
          </p:cNvPr>
          <p:cNvGrpSpPr/>
          <p:nvPr/>
        </p:nvGrpSpPr>
        <p:grpSpPr>
          <a:xfrm>
            <a:off x="7550084" y="3218547"/>
            <a:ext cx="28440" cy="570600"/>
            <a:chOff x="7550084" y="3218547"/>
            <a:chExt cx="28440" cy="57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32D1183B-4CED-0B12-6143-EE7070E46725}"/>
                    </a:ext>
                  </a:extLst>
                </p14:cNvPr>
                <p14:cNvContentPartPr/>
                <p14:nvPr/>
              </p14:nvContentPartPr>
              <p14:xfrm>
                <a:off x="7576364" y="3218547"/>
                <a:ext cx="2160" cy="126360"/>
              </p14:xfrm>
            </p:contentPart>
          </mc:Choice>
          <mc:Fallback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32D1183B-4CED-0B12-6143-EE7070E4672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70244" y="3212427"/>
                  <a:ext cx="144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DDE33907-47F1-5BB8-0F46-F4522042F008}"/>
                    </a:ext>
                  </a:extLst>
                </p14:cNvPr>
                <p14:cNvContentPartPr/>
                <p14:nvPr/>
              </p14:nvContentPartPr>
              <p14:xfrm>
                <a:off x="7571324" y="3428067"/>
                <a:ext cx="360" cy="44280"/>
              </p14:xfrm>
            </p:contentPart>
          </mc:Choice>
          <mc:Fallback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DDE33907-47F1-5BB8-0F46-F4522042F00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65204" y="3421947"/>
                  <a:ext cx="126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53" name="잉크 152">
                  <a:extLst>
                    <a:ext uri="{FF2B5EF4-FFF2-40B4-BE49-F238E27FC236}">
                      <a16:creationId xmlns:a16="http://schemas.microsoft.com/office/drawing/2014/main" id="{1F2A4FAF-A5DF-BC4A-086A-ABA51BD11C82}"/>
                    </a:ext>
                  </a:extLst>
                </p14:cNvPr>
                <p14:cNvContentPartPr/>
                <p14:nvPr/>
              </p14:nvContentPartPr>
              <p14:xfrm>
                <a:off x="7560524" y="3428067"/>
                <a:ext cx="10800" cy="220680"/>
              </p14:xfrm>
            </p:contentPart>
          </mc:Choice>
          <mc:Fallback>
            <p:pic>
              <p:nvPicPr>
                <p:cNvPr id="153" name="잉크 152">
                  <a:extLst>
                    <a:ext uri="{FF2B5EF4-FFF2-40B4-BE49-F238E27FC236}">
                      <a16:creationId xmlns:a16="http://schemas.microsoft.com/office/drawing/2014/main" id="{1F2A4FAF-A5DF-BC4A-086A-ABA51BD11C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54404" y="3421947"/>
                  <a:ext cx="230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20054592-BEDF-A449-FA29-1ADC6F6BCBC0}"/>
                    </a:ext>
                  </a:extLst>
                </p14:cNvPr>
                <p14:cNvContentPartPr/>
                <p14:nvPr/>
              </p14:nvContentPartPr>
              <p14:xfrm>
                <a:off x="7550084" y="3711747"/>
                <a:ext cx="7200" cy="77400"/>
              </p14:xfrm>
            </p:contentPart>
          </mc:Choice>
          <mc:Fallback>
            <p:pic>
              <p:nvPicPr>
                <p:cNvPr id="154" name="잉크 153">
                  <a:extLst>
                    <a:ext uri="{FF2B5EF4-FFF2-40B4-BE49-F238E27FC236}">
                      <a16:creationId xmlns:a16="http://schemas.microsoft.com/office/drawing/2014/main" id="{20054592-BEDF-A449-FA29-1ADC6F6BCBC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43964" y="3705627"/>
                  <a:ext cx="19440" cy="8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64" name="잉크 163">
                <a:extLst>
                  <a:ext uri="{FF2B5EF4-FFF2-40B4-BE49-F238E27FC236}">
                    <a16:creationId xmlns:a16="http://schemas.microsoft.com/office/drawing/2014/main" id="{BA0D72C1-C35A-9B0F-0493-02B4B6EAC00D}"/>
                  </a:ext>
                </a:extLst>
              </p14:cNvPr>
              <p14:cNvContentPartPr/>
              <p14:nvPr/>
            </p14:nvContentPartPr>
            <p14:xfrm>
              <a:off x="9560684" y="2492787"/>
              <a:ext cx="154800" cy="213120"/>
            </p14:xfrm>
          </p:contentPart>
        </mc:Choice>
        <mc:Fallback>
          <p:pic>
            <p:nvPicPr>
              <p:cNvPr id="164" name="잉크 163">
                <a:extLst>
                  <a:ext uri="{FF2B5EF4-FFF2-40B4-BE49-F238E27FC236}">
                    <a16:creationId xmlns:a16="http://schemas.microsoft.com/office/drawing/2014/main" id="{BA0D72C1-C35A-9B0F-0493-02B4B6EAC00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554564" y="2486667"/>
                <a:ext cx="167040" cy="22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AF7F1D73-7EAB-3415-4760-0C3639D299D8}"/>
              </a:ext>
            </a:extLst>
          </p:cNvPr>
          <p:cNvGrpSpPr/>
          <p:nvPr/>
        </p:nvGrpSpPr>
        <p:grpSpPr>
          <a:xfrm>
            <a:off x="8383124" y="3007227"/>
            <a:ext cx="513360" cy="173160"/>
            <a:chOff x="8383124" y="3007227"/>
            <a:chExt cx="513360" cy="17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66" name="잉크 165">
                  <a:extLst>
                    <a:ext uri="{FF2B5EF4-FFF2-40B4-BE49-F238E27FC236}">
                      <a16:creationId xmlns:a16="http://schemas.microsoft.com/office/drawing/2014/main" id="{4AD02052-B3C4-8A7B-EC55-FCC9A079A857}"/>
                    </a:ext>
                  </a:extLst>
                </p14:cNvPr>
                <p14:cNvContentPartPr/>
                <p14:nvPr/>
              </p14:nvContentPartPr>
              <p14:xfrm>
                <a:off x="8383124" y="3007227"/>
                <a:ext cx="112320" cy="152280"/>
              </p14:xfrm>
            </p:contentPart>
          </mc:Choice>
          <mc:Fallback>
            <p:pic>
              <p:nvPicPr>
                <p:cNvPr id="166" name="잉크 165">
                  <a:extLst>
                    <a:ext uri="{FF2B5EF4-FFF2-40B4-BE49-F238E27FC236}">
                      <a16:creationId xmlns:a16="http://schemas.microsoft.com/office/drawing/2014/main" id="{4AD02052-B3C4-8A7B-EC55-FCC9A079A85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77004" y="3001107"/>
                  <a:ext cx="124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67" name="잉크 166">
                  <a:extLst>
                    <a:ext uri="{FF2B5EF4-FFF2-40B4-BE49-F238E27FC236}">
                      <a16:creationId xmlns:a16="http://schemas.microsoft.com/office/drawing/2014/main" id="{77DB6C8F-41B4-F910-892F-A6FA4EE54727}"/>
                    </a:ext>
                  </a:extLst>
                </p14:cNvPr>
                <p14:cNvContentPartPr/>
                <p14:nvPr/>
              </p14:nvContentPartPr>
              <p14:xfrm>
                <a:off x="8558084" y="3044307"/>
                <a:ext cx="74160" cy="136080"/>
              </p14:xfrm>
            </p:contentPart>
          </mc:Choice>
          <mc:Fallback>
            <p:pic>
              <p:nvPicPr>
                <p:cNvPr id="167" name="잉크 166">
                  <a:extLst>
                    <a:ext uri="{FF2B5EF4-FFF2-40B4-BE49-F238E27FC236}">
                      <a16:creationId xmlns:a16="http://schemas.microsoft.com/office/drawing/2014/main" id="{77DB6C8F-41B4-F910-892F-A6FA4EE5472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551964" y="3038187"/>
                  <a:ext cx="864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68" name="잉크 167">
                  <a:extLst>
                    <a:ext uri="{FF2B5EF4-FFF2-40B4-BE49-F238E27FC236}">
                      <a16:creationId xmlns:a16="http://schemas.microsoft.com/office/drawing/2014/main" id="{DD713047-D3CB-7C12-9A4E-16FD3D705A1D}"/>
                    </a:ext>
                  </a:extLst>
                </p14:cNvPr>
                <p14:cNvContentPartPr/>
                <p14:nvPr/>
              </p14:nvContentPartPr>
              <p14:xfrm>
                <a:off x="8573924" y="3070587"/>
                <a:ext cx="360" cy="360"/>
              </p14:xfrm>
            </p:contentPart>
          </mc:Choice>
          <mc:Fallback>
            <p:pic>
              <p:nvPicPr>
                <p:cNvPr id="168" name="잉크 167">
                  <a:extLst>
                    <a:ext uri="{FF2B5EF4-FFF2-40B4-BE49-F238E27FC236}">
                      <a16:creationId xmlns:a16="http://schemas.microsoft.com/office/drawing/2014/main" id="{DD713047-D3CB-7C12-9A4E-16FD3D705A1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67804" y="30644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AB4077DD-8E12-86B6-2915-56CAFC64F006}"/>
                    </a:ext>
                  </a:extLst>
                </p14:cNvPr>
                <p14:cNvContentPartPr/>
                <p14:nvPr/>
              </p14:nvContentPartPr>
              <p14:xfrm>
                <a:off x="8573924" y="3038907"/>
                <a:ext cx="177120" cy="111600"/>
              </p14:xfrm>
            </p:contentPart>
          </mc:Choice>
          <mc:Fallback>
            <p:pic>
              <p:nvPicPr>
                <p:cNvPr id="169" name="잉크 168">
                  <a:extLst>
                    <a:ext uri="{FF2B5EF4-FFF2-40B4-BE49-F238E27FC236}">
                      <a16:creationId xmlns:a16="http://schemas.microsoft.com/office/drawing/2014/main" id="{AB4077DD-8E12-86B6-2915-56CAFC64F00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567804" y="3032787"/>
                  <a:ext cx="1893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70" name="잉크 169">
                  <a:extLst>
                    <a:ext uri="{FF2B5EF4-FFF2-40B4-BE49-F238E27FC236}">
                      <a16:creationId xmlns:a16="http://schemas.microsoft.com/office/drawing/2014/main" id="{AFC68F45-B5C6-F98B-4BB5-1A8C1199A389}"/>
                    </a:ext>
                  </a:extLst>
                </p14:cNvPr>
                <p14:cNvContentPartPr/>
                <p14:nvPr/>
              </p14:nvContentPartPr>
              <p14:xfrm>
                <a:off x="8778764" y="3046827"/>
                <a:ext cx="117720" cy="124920"/>
              </p14:xfrm>
            </p:contentPart>
          </mc:Choice>
          <mc:Fallback>
            <p:pic>
              <p:nvPicPr>
                <p:cNvPr id="170" name="잉크 169">
                  <a:extLst>
                    <a:ext uri="{FF2B5EF4-FFF2-40B4-BE49-F238E27FC236}">
                      <a16:creationId xmlns:a16="http://schemas.microsoft.com/office/drawing/2014/main" id="{AFC68F45-B5C6-F98B-4BB5-1A8C1199A38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72644" y="3040707"/>
                  <a:ext cx="12996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051E19DB-778D-A27B-590F-5382DBBDC130}"/>
              </a:ext>
            </a:extLst>
          </p:cNvPr>
          <p:cNvGrpSpPr/>
          <p:nvPr/>
        </p:nvGrpSpPr>
        <p:grpSpPr>
          <a:xfrm>
            <a:off x="8421644" y="3365067"/>
            <a:ext cx="520200" cy="150120"/>
            <a:chOff x="8421644" y="3365067"/>
            <a:chExt cx="520200" cy="15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72" name="잉크 171">
                  <a:extLst>
                    <a:ext uri="{FF2B5EF4-FFF2-40B4-BE49-F238E27FC236}">
                      <a16:creationId xmlns:a16="http://schemas.microsoft.com/office/drawing/2014/main" id="{4AB91021-58AE-442A-AE9E-93C73E68DFD0}"/>
                    </a:ext>
                  </a:extLst>
                </p14:cNvPr>
                <p14:cNvContentPartPr/>
                <p14:nvPr/>
              </p14:nvContentPartPr>
              <p14:xfrm>
                <a:off x="8421644" y="3374067"/>
                <a:ext cx="83520" cy="127080"/>
              </p14:xfrm>
            </p:contentPart>
          </mc:Choice>
          <mc:Fallback>
            <p:pic>
              <p:nvPicPr>
                <p:cNvPr id="172" name="잉크 171">
                  <a:extLst>
                    <a:ext uri="{FF2B5EF4-FFF2-40B4-BE49-F238E27FC236}">
                      <a16:creationId xmlns:a16="http://schemas.microsoft.com/office/drawing/2014/main" id="{4AB91021-58AE-442A-AE9E-93C73E68DFD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15524" y="3367947"/>
                  <a:ext cx="957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73" name="잉크 172">
                  <a:extLst>
                    <a:ext uri="{FF2B5EF4-FFF2-40B4-BE49-F238E27FC236}">
                      <a16:creationId xmlns:a16="http://schemas.microsoft.com/office/drawing/2014/main" id="{6F1EFCD3-8488-2BBC-055F-4EA40CF5AB40}"/>
                    </a:ext>
                  </a:extLst>
                </p14:cNvPr>
                <p14:cNvContentPartPr/>
                <p14:nvPr/>
              </p14:nvContentPartPr>
              <p14:xfrm>
                <a:off x="8591564" y="3365067"/>
                <a:ext cx="72360" cy="135360"/>
              </p14:xfrm>
            </p:contentPart>
          </mc:Choice>
          <mc:Fallback>
            <p:pic>
              <p:nvPicPr>
                <p:cNvPr id="173" name="잉크 172">
                  <a:extLst>
                    <a:ext uri="{FF2B5EF4-FFF2-40B4-BE49-F238E27FC236}">
                      <a16:creationId xmlns:a16="http://schemas.microsoft.com/office/drawing/2014/main" id="{6F1EFCD3-8488-2BBC-055F-4EA40CF5AB4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85444" y="3358947"/>
                  <a:ext cx="846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74" name="잉크 173">
                  <a:extLst>
                    <a:ext uri="{FF2B5EF4-FFF2-40B4-BE49-F238E27FC236}">
                      <a16:creationId xmlns:a16="http://schemas.microsoft.com/office/drawing/2014/main" id="{47DBB830-125E-94E7-A275-600B70BC1B8C}"/>
                    </a:ext>
                  </a:extLst>
                </p14:cNvPr>
                <p14:cNvContentPartPr/>
                <p14:nvPr/>
              </p14:nvContentPartPr>
              <p14:xfrm>
                <a:off x="8663204" y="3365067"/>
                <a:ext cx="360" cy="360"/>
              </p14:xfrm>
            </p:contentPart>
          </mc:Choice>
          <mc:Fallback>
            <p:pic>
              <p:nvPicPr>
                <p:cNvPr id="174" name="잉크 173">
                  <a:extLst>
                    <a:ext uri="{FF2B5EF4-FFF2-40B4-BE49-F238E27FC236}">
                      <a16:creationId xmlns:a16="http://schemas.microsoft.com/office/drawing/2014/main" id="{47DBB830-125E-94E7-A275-600B70BC1B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57084" y="33589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75" name="잉크 174">
                  <a:extLst>
                    <a:ext uri="{FF2B5EF4-FFF2-40B4-BE49-F238E27FC236}">
                      <a16:creationId xmlns:a16="http://schemas.microsoft.com/office/drawing/2014/main" id="{64821CC6-6C93-C717-47E5-ECA33E1EB085}"/>
                    </a:ext>
                  </a:extLst>
                </p14:cNvPr>
                <p14:cNvContentPartPr/>
                <p14:nvPr/>
              </p14:nvContentPartPr>
              <p14:xfrm>
                <a:off x="8663204" y="3365067"/>
                <a:ext cx="135360" cy="125280"/>
              </p14:xfrm>
            </p:contentPart>
          </mc:Choice>
          <mc:Fallback>
            <p:pic>
              <p:nvPicPr>
                <p:cNvPr id="175" name="잉크 174">
                  <a:extLst>
                    <a:ext uri="{FF2B5EF4-FFF2-40B4-BE49-F238E27FC236}">
                      <a16:creationId xmlns:a16="http://schemas.microsoft.com/office/drawing/2014/main" id="{64821CC6-6C93-C717-47E5-ECA33E1EB08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657084" y="3358947"/>
                  <a:ext cx="147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76" name="잉크 175">
                  <a:extLst>
                    <a:ext uri="{FF2B5EF4-FFF2-40B4-BE49-F238E27FC236}">
                      <a16:creationId xmlns:a16="http://schemas.microsoft.com/office/drawing/2014/main" id="{05B42C28-07D5-4297-0821-85CF282721A4}"/>
                    </a:ext>
                  </a:extLst>
                </p14:cNvPr>
                <p14:cNvContentPartPr/>
                <p14:nvPr/>
              </p14:nvContentPartPr>
              <p14:xfrm>
                <a:off x="8887124" y="3406107"/>
                <a:ext cx="54720" cy="109080"/>
              </p14:xfrm>
            </p:contentPart>
          </mc:Choice>
          <mc:Fallback>
            <p:pic>
              <p:nvPicPr>
                <p:cNvPr id="176" name="잉크 175">
                  <a:extLst>
                    <a:ext uri="{FF2B5EF4-FFF2-40B4-BE49-F238E27FC236}">
                      <a16:creationId xmlns:a16="http://schemas.microsoft.com/office/drawing/2014/main" id="{05B42C28-07D5-4297-0821-85CF282721A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881004" y="3399987"/>
                  <a:ext cx="6696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EC6E5584-4B26-1EFF-8583-A234E58068ED}"/>
              </a:ext>
            </a:extLst>
          </p:cNvPr>
          <p:cNvGrpSpPr/>
          <p:nvPr/>
        </p:nvGrpSpPr>
        <p:grpSpPr>
          <a:xfrm>
            <a:off x="9198524" y="2990307"/>
            <a:ext cx="23040" cy="140400"/>
            <a:chOff x="9198524" y="2990307"/>
            <a:chExt cx="23040" cy="14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77" name="잉크 176">
                  <a:extLst>
                    <a:ext uri="{FF2B5EF4-FFF2-40B4-BE49-F238E27FC236}">
                      <a16:creationId xmlns:a16="http://schemas.microsoft.com/office/drawing/2014/main" id="{0E8F9A85-B22E-099B-599A-6D1056E7AAFC}"/>
                    </a:ext>
                  </a:extLst>
                </p14:cNvPr>
                <p14:cNvContentPartPr/>
                <p14:nvPr/>
              </p14:nvContentPartPr>
              <p14:xfrm>
                <a:off x="9198524" y="2990307"/>
                <a:ext cx="23040" cy="17640"/>
              </p14:xfrm>
            </p:contentPart>
          </mc:Choice>
          <mc:Fallback>
            <p:pic>
              <p:nvPicPr>
                <p:cNvPr id="177" name="잉크 176">
                  <a:extLst>
                    <a:ext uri="{FF2B5EF4-FFF2-40B4-BE49-F238E27FC236}">
                      <a16:creationId xmlns:a16="http://schemas.microsoft.com/office/drawing/2014/main" id="{0E8F9A85-B22E-099B-599A-6D1056E7AAF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192404" y="2984187"/>
                  <a:ext cx="352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78" name="잉크 177">
                  <a:extLst>
                    <a:ext uri="{FF2B5EF4-FFF2-40B4-BE49-F238E27FC236}">
                      <a16:creationId xmlns:a16="http://schemas.microsoft.com/office/drawing/2014/main" id="{FA382724-6DCD-3788-9F16-576EDB1A86E2}"/>
                    </a:ext>
                  </a:extLst>
                </p14:cNvPr>
                <p14:cNvContentPartPr/>
                <p14:nvPr/>
              </p14:nvContentPartPr>
              <p14:xfrm>
                <a:off x="9198524" y="2990307"/>
                <a:ext cx="19440" cy="140400"/>
              </p14:xfrm>
            </p:contentPart>
          </mc:Choice>
          <mc:Fallback>
            <p:pic>
              <p:nvPicPr>
                <p:cNvPr id="178" name="잉크 177">
                  <a:extLst>
                    <a:ext uri="{FF2B5EF4-FFF2-40B4-BE49-F238E27FC236}">
                      <a16:creationId xmlns:a16="http://schemas.microsoft.com/office/drawing/2014/main" id="{FA382724-6DCD-3788-9F16-576EDB1A86E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192404" y="2984187"/>
                  <a:ext cx="3168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28782EEC-13BB-C5E0-C468-880404E3FEE5}"/>
              </a:ext>
            </a:extLst>
          </p:cNvPr>
          <p:cNvGrpSpPr/>
          <p:nvPr/>
        </p:nvGrpSpPr>
        <p:grpSpPr>
          <a:xfrm>
            <a:off x="9181244" y="3424827"/>
            <a:ext cx="21240" cy="117360"/>
            <a:chOff x="9181244" y="3424827"/>
            <a:chExt cx="21240" cy="11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79" name="잉크 178">
                  <a:extLst>
                    <a:ext uri="{FF2B5EF4-FFF2-40B4-BE49-F238E27FC236}">
                      <a16:creationId xmlns:a16="http://schemas.microsoft.com/office/drawing/2014/main" id="{6FE83F78-80E1-46A6-E7E2-8D804594059C}"/>
                    </a:ext>
                  </a:extLst>
                </p14:cNvPr>
                <p14:cNvContentPartPr/>
                <p14:nvPr/>
              </p14:nvContentPartPr>
              <p14:xfrm>
                <a:off x="9181244" y="3424827"/>
                <a:ext cx="19440" cy="5040"/>
              </p14:xfrm>
            </p:contentPart>
          </mc:Choice>
          <mc:Fallback>
            <p:pic>
              <p:nvPicPr>
                <p:cNvPr id="179" name="잉크 178">
                  <a:extLst>
                    <a:ext uri="{FF2B5EF4-FFF2-40B4-BE49-F238E27FC236}">
                      <a16:creationId xmlns:a16="http://schemas.microsoft.com/office/drawing/2014/main" id="{6FE83F78-80E1-46A6-E7E2-8D804594059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175124" y="3418707"/>
                  <a:ext cx="316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80" name="잉크 179">
                  <a:extLst>
                    <a:ext uri="{FF2B5EF4-FFF2-40B4-BE49-F238E27FC236}">
                      <a16:creationId xmlns:a16="http://schemas.microsoft.com/office/drawing/2014/main" id="{4DBC7063-874C-6FAE-D521-4CDECD4B278A}"/>
                    </a:ext>
                  </a:extLst>
                </p14:cNvPr>
                <p14:cNvContentPartPr/>
                <p14:nvPr/>
              </p14:nvContentPartPr>
              <p14:xfrm>
                <a:off x="9181244" y="3429867"/>
                <a:ext cx="21240" cy="112320"/>
              </p14:xfrm>
            </p:contentPart>
          </mc:Choice>
          <mc:Fallback>
            <p:pic>
              <p:nvPicPr>
                <p:cNvPr id="180" name="잉크 179">
                  <a:extLst>
                    <a:ext uri="{FF2B5EF4-FFF2-40B4-BE49-F238E27FC236}">
                      <a16:creationId xmlns:a16="http://schemas.microsoft.com/office/drawing/2014/main" id="{4DBC7063-874C-6FAE-D521-4CDECD4B278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175124" y="3423747"/>
                  <a:ext cx="33480" cy="12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81" name="잉크 180">
                <a:extLst>
                  <a:ext uri="{FF2B5EF4-FFF2-40B4-BE49-F238E27FC236}">
                    <a16:creationId xmlns:a16="http://schemas.microsoft.com/office/drawing/2014/main" id="{25DA61E9-30AF-676B-2129-5F15D04924D0}"/>
                  </a:ext>
                </a:extLst>
              </p14:cNvPr>
              <p14:cNvContentPartPr/>
              <p14:nvPr/>
            </p14:nvContentPartPr>
            <p14:xfrm>
              <a:off x="8873084" y="3691227"/>
              <a:ext cx="360" cy="27000"/>
            </p14:xfrm>
          </p:contentPart>
        </mc:Choice>
        <mc:Fallback>
          <p:pic>
            <p:nvPicPr>
              <p:cNvPr id="181" name="잉크 180">
                <a:extLst>
                  <a:ext uri="{FF2B5EF4-FFF2-40B4-BE49-F238E27FC236}">
                    <a16:creationId xmlns:a16="http://schemas.microsoft.com/office/drawing/2014/main" id="{25DA61E9-30AF-676B-2129-5F15D04924D0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866964" y="3685107"/>
                <a:ext cx="1260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9F26CBD3-1AFD-B335-DE36-747488CA1BB8}"/>
              </a:ext>
            </a:extLst>
          </p:cNvPr>
          <p:cNvGrpSpPr/>
          <p:nvPr/>
        </p:nvGrpSpPr>
        <p:grpSpPr>
          <a:xfrm>
            <a:off x="8845004" y="3867627"/>
            <a:ext cx="12600" cy="137520"/>
            <a:chOff x="8845004" y="3867627"/>
            <a:chExt cx="12600" cy="13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82" name="잉크 181">
                  <a:extLst>
                    <a:ext uri="{FF2B5EF4-FFF2-40B4-BE49-F238E27FC236}">
                      <a16:creationId xmlns:a16="http://schemas.microsoft.com/office/drawing/2014/main" id="{FAA7CC70-7E30-F5D1-C715-34570023DDB7}"/>
                    </a:ext>
                  </a:extLst>
                </p14:cNvPr>
                <p14:cNvContentPartPr/>
                <p14:nvPr/>
              </p14:nvContentPartPr>
              <p14:xfrm>
                <a:off x="8857244" y="3867627"/>
                <a:ext cx="360" cy="4680"/>
              </p14:xfrm>
            </p:contentPart>
          </mc:Choice>
          <mc:Fallback>
            <p:pic>
              <p:nvPicPr>
                <p:cNvPr id="182" name="잉크 181">
                  <a:extLst>
                    <a:ext uri="{FF2B5EF4-FFF2-40B4-BE49-F238E27FC236}">
                      <a16:creationId xmlns:a16="http://schemas.microsoft.com/office/drawing/2014/main" id="{FAA7CC70-7E30-F5D1-C715-34570023DDB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851124" y="3861507"/>
                  <a:ext cx="126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83" name="잉크 182">
                  <a:extLst>
                    <a:ext uri="{FF2B5EF4-FFF2-40B4-BE49-F238E27FC236}">
                      <a16:creationId xmlns:a16="http://schemas.microsoft.com/office/drawing/2014/main" id="{C38C7D6A-625A-AF0F-BE0C-E92F701D9763}"/>
                    </a:ext>
                  </a:extLst>
                </p14:cNvPr>
                <p14:cNvContentPartPr/>
                <p14:nvPr/>
              </p14:nvContentPartPr>
              <p14:xfrm>
                <a:off x="8845004" y="3867627"/>
                <a:ext cx="12600" cy="137520"/>
              </p14:xfrm>
            </p:contentPart>
          </mc:Choice>
          <mc:Fallback>
            <p:pic>
              <p:nvPicPr>
                <p:cNvPr id="183" name="잉크 182">
                  <a:extLst>
                    <a:ext uri="{FF2B5EF4-FFF2-40B4-BE49-F238E27FC236}">
                      <a16:creationId xmlns:a16="http://schemas.microsoft.com/office/drawing/2014/main" id="{C38C7D6A-625A-AF0F-BE0C-E92F701D976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38884" y="3861507"/>
                  <a:ext cx="24840" cy="14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84" name="잉크 183">
                <a:extLst>
                  <a:ext uri="{FF2B5EF4-FFF2-40B4-BE49-F238E27FC236}">
                    <a16:creationId xmlns:a16="http://schemas.microsoft.com/office/drawing/2014/main" id="{F854113D-0C9F-F013-BF74-29D5D2AB5473}"/>
                  </a:ext>
                </a:extLst>
              </p14:cNvPr>
              <p14:cNvContentPartPr/>
              <p14:nvPr/>
            </p14:nvContentPartPr>
            <p14:xfrm>
              <a:off x="8855804" y="4089747"/>
              <a:ext cx="9000" cy="360"/>
            </p14:xfrm>
          </p:contentPart>
        </mc:Choice>
        <mc:Fallback>
          <p:pic>
            <p:nvPicPr>
              <p:cNvPr id="184" name="잉크 183">
                <a:extLst>
                  <a:ext uri="{FF2B5EF4-FFF2-40B4-BE49-F238E27FC236}">
                    <a16:creationId xmlns:a16="http://schemas.microsoft.com/office/drawing/2014/main" id="{F854113D-0C9F-F013-BF74-29D5D2AB547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849684" y="4083627"/>
                <a:ext cx="2124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E10ED92F-CF47-E287-0300-6FD66C324DCE}"/>
              </a:ext>
            </a:extLst>
          </p:cNvPr>
          <p:cNvGrpSpPr/>
          <p:nvPr/>
        </p:nvGrpSpPr>
        <p:grpSpPr>
          <a:xfrm>
            <a:off x="4711844" y="4045467"/>
            <a:ext cx="2391840" cy="1306080"/>
            <a:chOff x="4711844" y="4045467"/>
            <a:chExt cx="2391840" cy="130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6A63FACA-48B3-21E3-A0A0-DC851229D046}"/>
                    </a:ext>
                  </a:extLst>
                </p14:cNvPr>
                <p14:cNvContentPartPr/>
                <p14:nvPr/>
              </p14:nvContentPartPr>
              <p14:xfrm>
                <a:off x="4711844" y="4215747"/>
                <a:ext cx="107280" cy="340560"/>
              </p14:xfrm>
            </p:contentPart>
          </mc:Choice>
          <mc:Fallback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6A63FACA-48B3-21E3-A0A0-DC851229D04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05724" y="4209627"/>
                  <a:ext cx="1195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90" name="잉크 189">
                  <a:extLst>
                    <a:ext uri="{FF2B5EF4-FFF2-40B4-BE49-F238E27FC236}">
                      <a16:creationId xmlns:a16="http://schemas.microsoft.com/office/drawing/2014/main" id="{25791BFA-90EB-9890-3173-023B66935B46}"/>
                    </a:ext>
                  </a:extLst>
                </p14:cNvPr>
                <p14:cNvContentPartPr/>
                <p14:nvPr/>
              </p14:nvContentPartPr>
              <p14:xfrm>
                <a:off x="4899044" y="4286307"/>
                <a:ext cx="65160" cy="360"/>
              </p14:xfrm>
            </p:contentPart>
          </mc:Choice>
          <mc:Fallback>
            <p:pic>
              <p:nvPicPr>
                <p:cNvPr id="190" name="잉크 189">
                  <a:extLst>
                    <a:ext uri="{FF2B5EF4-FFF2-40B4-BE49-F238E27FC236}">
                      <a16:creationId xmlns:a16="http://schemas.microsoft.com/office/drawing/2014/main" id="{25791BFA-90EB-9890-3173-023B66935B4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92924" y="4280187"/>
                  <a:ext cx="77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91" name="잉크 190">
                  <a:extLst>
                    <a:ext uri="{FF2B5EF4-FFF2-40B4-BE49-F238E27FC236}">
                      <a16:creationId xmlns:a16="http://schemas.microsoft.com/office/drawing/2014/main" id="{C988331D-C100-16C1-B606-CB6E2A6F2D64}"/>
                    </a:ext>
                  </a:extLst>
                </p14:cNvPr>
                <p14:cNvContentPartPr/>
                <p14:nvPr/>
              </p14:nvContentPartPr>
              <p14:xfrm>
                <a:off x="4899044" y="4286307"/>
                <a:ext cx="19440" cy="211320"/>
              </p14:xfrm>
            </p:contentPart>
          </mc:Choice>
          <mc:Fallback>
            <p:pic>
              <p:nvPicPr>
                <p:cNvPr id="191" name="잉크 190">
                  <a:extLst>
                    <a:ext uri="{FF2B5EF4-FFF2-40B4-BE49-F238E27FC236}">
                      <a16:creationId xmlns:a16="http://schemas.microsoft.com/office/drawing/2014/main" id="{C988331D-C100-16C1-B606-CB6E2A6F2D6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892924" y="4280187"/>
                  <a:ext cx="316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92" name="잉크 191">
                  <a:extLst>
                    <a:ext uri="{FF2B5EF4-FFF2-40B4-BE49-F238E27FC236}">
                      <a16:creationId xmlns:a16="http://schemas.microsoft.com/office/drawing/2014/main" id="{7C028210-7DA0-9B45-5D59-9010D0B5383A}"/>
                    </a:ext>
                  </a:extLst>
                </p14:cNvPr>
                <p14:cNvContentPartPr/>
                <p14:nvPr/>
              </p14:nvContentPartPr>
              <p14:xfrm>
                <a:off x="5014604" y="4385667"/>
                <a:ext cx="140400" cy="9720"/>
              </p14:xfrm>
            </p:contentPart>
          </mc:Choice>
          <mc:Fallback>
            <p:pic>
              <p:nvPicPr>
                <p:cNvPr id="192" name="잉크 191">
                  <a:extLst>
                    <a:ext uri="{FF2B5EF4-FFF2-40B4-BE49-F238E27FC236}">
                      <a16:creationId xmlns:a16="http://schemas.microsoft.com/office/drawing/2014/main" id="{7C028210-7DA0-9B45-5D59-9010D0B5383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08484" y="4379547"/>
                  <a:ext cx="1526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93" name="잉크 192">
                  <a:extLst>
                    <a:ext uri="{FF2B5EF4-FFF2-40B4-BE49-F238E27FC236}">
                      <a16:creationId xmlns:a16="http://schemas.microsoft.com/office/drawing/2014/main" id="{6964C2C5-F3D9-764B-9F6A-73A66D72D580}"/>
                    </a:ext>
                  </a:extLst>
                </p14:cNvPr>
                <p14:cNvContentPartPr/>
                <p14:nvPr/>
              </p14:nvContentPartPr>
              <p14:xfrm>
                <a:off x="5075804" y="4233027"/>
                <a:ext cx="94680" cy="299520"/>
              </p14:xfrm>
            </p:contentPart>
          </mc:Choice>
          <mc:Fallback>
            <p:pic>
              <p:nvPicPr>
                <p:cNvPr id="193" name="잉크 192">
                  <a:extLst>
                    <a:ext uri="{FF2B5EF4-FFF2-40B4-BE49-F238E27FC236}">
                      <a16:creationId xmlns:a16="http://schemas.microsoft.com/office/drawing/2014/main" id="{6964C2C5-F3D9-764B-9F6A-73A66D72D58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69684" y="4226907"/>
                  <a:ext cx="1069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94" name="잉크 193">
                  <a:extLst>
                    <a:ext uri="{FF2B5EF4-FFF2-40B4-BE49-F238E27FC236}">
                      <a16:creationId xmlns:a16="http://schemas.microsoft.com/office/drawing/2014/main" id="{89A29667-365A-C40D-A8EA-D97468520EB5}"/>
                    </a:ext>
                  </a:extLst>
                </p14:cNvPr>
                <p14:cNvContentPartPr/>
                <p14:nvPr/>
              </p14:nvContentPartPr>
              <p14:xfrm>
                <a:off x="5320604" y="4351107"/>
                <a:ext cx="103680" cy="60480"/>
              </p14:xfrm>
            </p:contentPart>
          </mc:Choice>
          <mc:Fallback>
            <p:pic>
              <p:nvPicPr>
                <p:cNvPr id="194" name="잉크 193">
                  <a:extLst>
                    <a:ext uri="{FF2B5EF4-FFF2-40B4-BE49-F238E27FC236}">
                      <a16:creationId xmlns:a16="http://schemas.microsoft.com/office/drawing/2014/main" id="{89A29667-365A-C40D-A8EA-D97468520EB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314484" y="4344987"/>
                  <a:ext cx="1159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95" name="잉크 194">
                  <a:extLst>
                    <a:ext uri="{FF2B5EF4-FFF2-40B4-BE49-F238E27FC236}">
                      <a16:creationId xmlns:a16="http://schemas.microsoft.com/office/drawing/2014/main" id="{B71FBD83-1E3D-05CE-363E-D5F8647D894C}"/>
                    </a:ext>
                  </a:extLst>
                </p14:cNvPr>
                <p14:cNvContentPartPr/>
                <p14:nvPr/>
              </p14:nvContentPartPr>
              <p14:xfrm>
                <a:off x="5511404" y="4166787"/>
                <a:ext cx="84240" cy="196920"/>
              </p14:xfrm>
            </p:contentPart>
          </mc:Choice>
          <mc:Fallback>
            <p:pic>
              <p:nvPicPr>
                <p:cNvPr id="195" name="잉크 194">
                  <a:extLst>
                    <a:ext uri="{FF2B5EF4-FFF2-40B4-BE49-F238E27FC236}">
                      <a16:creationId xmlns:a16="http://schemas.microsoft.com/office/drawing/2014/main" id="{B71FBD83-1E3D-05CE-363E-D5F8647D894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05284" y="4160667"/>
                  <a:ext cx="96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96" name="잉크 195">
                  <a:extLst>
                    <a:ext uri="{FF2B5EF4-FFF2-40B4-BE49-F238E27FC236}">
                      <a16:creationId xmlns:a16="http://schemas.microsoft.com/office/drawing/2014/main" id="{C9A7BA61-4002-DD43-994B-6E4E376D0E49}"/>
                    </a:ext>
                  </a:extLst>
                </p14:cNvPr>
                <p14:cNvContentPartPr/>
                <p14:nvPr/>
              </p14:nvContentPartPr>
              <p14:xfrm>
                <a:off x="5399444" y="4436067"/>
                <a:ext cx="136800" cy="31680"/>
              </p14:xfrm>
            </p:contentPart>
          </mc:Choice>
          <mc:Fallback>
            <p:pic>
              <p:nvPicPr>
                <p:cNvPr id="196" name="잉크 195">
                  <a:extLst>
                    <a:ext uri="{FF2B5EF4-FFF2-40B4-BE49-F238E27FC236}">
                      <a16:creationId xmlns:a16="http://schemas.microsoft.com/office/drawing/2014/main" id="{C9A7BA61-4002-DD43-994B-6E4E376D0E4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393324" y="4429947"/>
                  <a:ext cx="149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97" name="잉크 196">
                  <a:extLst>
                    <a:ext uri="{FF2B5EF4-FFF2-40B4-BE49-F238E27FC236}">
                      <a16:creationId xmlns:a16="http://schemas.microsoft.com/office/drawing/2014/main" id="{7E0B6726-89FB-823C-5A75-38A0307906F4}"/>
                    </a:ext>
                  </a:extLst>
                </p14:cNvPr>
                <p14:cNvContentPartPr/>
                <p14:nvPr/>
              </p14:nvContentPartPr>
              <p14:xfrm>
                <a:off x="5669084" y="4291347"/>
                <a:ext cx="25920" cy="49320"/>
              </p14:xfrm>
            </p:contentPart>
          </mc:Choice>
          <mc:Fallback>
            <p:pic>
              <p:nvPicPr>
                <p:cNvPr id="197" name="잉크 196">
                  <a:extLst>
                    <a:ext uri="{FF2B5EF4-FFF2-40B4-BE49-F238E27FC236}">
                      <a16:creationId xmlns:a16="http://schemas.microsoft.com/office/drawing/2014/main" id="{7E0B6726-89FB-823C-5A75-38A0307906F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662964" y="4285227"/>
                  <a:ext cx="381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98" name="잉크 197">
                  <a:extLst>
                    <a:ext uri="{FF2B5EF4-FFF2-40B4-BE49-F238E27FC236}">
                      <a16:creationId xmlns:a16="http://schemas.microsoft.com/office/drawing/2014/main" id="{6DB211A7-63ED-C0E1-3019-5BC3D7C8EEF3}"/>
                    </a:ext>
                  </a:extLst>
                </p14:cNvPr>
                <p14:cNvContentPartPr/>
                <p14:nvPr/>
              </p14:nvContentPartPr>
              <p14:xfrm>
                <a:off x="5688164" y="4291347"/>
                <a:ext cx="360" cy="360"/>
              </p14:xfrm>
            </p:contentPart>
          </mc:Choice>
          <mc:Fallback>
            <p:pic>
              <p:nvPicPr>
                <p:cNvPr id="198" name="잉크 197">
                  <a:extLst>
                    <a:ext uri="{FF2B5EF4-FFF2-40B4-BE49-F238E27FC236}">
                      <a16:creationId xmlns:a16="http://schemas.microsoft.com/office/drawing/2014/main" id="{6DB211A7-63ED-C0E1-3019-5BC3D7C8EEF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82044" y="42852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99" name="잉크 198">
                  <a:extLst>
                    <a:ext uri="{FF2B5EF4-FFF2-40B4-BE49-F238E27FC236}">
                      <a16:creationId xmlns:a16="http://schemas.microsoft.com/office/drawing/2014/main" id="{9BAA2E06-29A2-A824-DB0B-9CB9C126D383}"/>
                    </a:ext>
                  </a:extLst>
                </p14:cNvPr>
                <p14:cNvContentPartPr/>
                <p14:nvPr/>
              </p14:nvContentPartPr>
              <p14:xfrm>
                <a:off x="5584844" y="4291347"/>
                <a:ext cx="182520" cy="91800"/>
              </p14:xfrm>
            </p:contentPart>
          </mc:Choice>
          <mc:Fallback>
            <p:pic>
              <p:nvPicPr>
                <p:cNvPr id="199" name="잉크 198">
                  <a:extLst>
                    <a:ext uri="{FF2B5EF4-FFF2-40B4-BE49-F238E27FC236}">
                      <a16:creationId xmlns:a16="http://schemas.microsoft.com/office/drawing/2014/main" id="{9BAA2E06-29A2-A824-DB0B-9CB9C126D38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578724" y="4285227"/>
                  <a:ext cx="194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00" name="잉크 199">
                  <a:extLst>
                    <a:ext uri="{FF2B5EF4-FFF2-40B4-BE49-F238E27FC236}">
                      <a16:creationId xmlns:a16="http://schemas.microsoft.com/office/drawing/2014/main" id="{FE8C4A60-A95A-954C-F136-B860ABF95E1C}"/>
                    </a:ext>
                  </a:extLst>
                </p14:cNvPr>
                <p14:cNvContentPartPr/>
                <p14:nvPr/>
              </p14:nvContentPartPr>
              <p14:xfrm>
                <a:off x="5723084" y="4154187"/>
                <a:ext cx="73800" cy="468000"/>
              </p14:xfrm>
            </p:contentPart>
          </mc:Choice>
          <mc:Fallback>
            <p:pic>
              <p:nvPicPr>
                <p:cNvPr id="200" name="잉크 199">
                  <a:extLst>
                    <a:ext uri="{FF2B5EF4-FFF2-40B4-BE49-F238E27FC236}">
                      <a16:creationId xmlns:a16="http://schemas.microsoft.com/office/drawing/2014/main" id="{FE8C4A60-A95A-954C-F136-B860ABF95E1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716964" y="4148067"/>
                  <a:ext cx="8604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203" name="잉크 202">
                  <a:extLst>
                    <a:ext uri="{FF2B5EF4-FFF2-40B4-BE49-F238E27FC236}">
                      <a16:creationId xmlns:a16="http://schemas.microsoft.com/office/drawing/2014/main" id="{73EA34B6-D30E-2D80-7636-D1D63858F1F5}"/>
                    </a:ext>
                  </a:extLst>
                </p14:cNvPr>
                <p14:cNvContentPartPr/>
                <p14:nvPr/>
              </p14:nvContentPartPr>
              <p14:xfrm>
                <a:off x="6122324" y="4329147"/>
                <a:ext cx="147240" cy="72000"/>
              </p14:xfrm>
            </p:contentPart>
          </mc:Choice>
          <mc:Fallback>
            <p:pic>
              <p:nvPicPr>
                <p:cNvPr id="203" name="잉크 202">
                  <a:extLst>
                    <a:ext uri="{FF2B5EF4-FFF2-40B4-BE49-F238E27FC236}">
                      <a16:creationId xmlns:a16="http://schemas.microsoft.com/office/drawing/2014/main" id="{73EA34B6-D30E-2D80-7636-D1D63858F1F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116204" y="4323027"/>
                  <a:ext cx="1594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04" name="잉크 203">
                  <a:extLst>
                    <a:ext uri="{FF2B5EF4-FFF2-40B4-BE49-F238E27FC236}">
                      <a16:creationId xmlns:a16="http://schemas.microsoft.com/office/drawing/2014/main" id="{A161EEC9-6ADE-376C-2F55-00B62AFD3B76}"/>
                    </a:ext>
                  </a:extLst>
                </p14:cNvPr>
                <p14:cNvContentPartPr/>
                <p14:nvPr/>
              </p14:nvContentPartPr>
              <p14:xfrm>
                <a:off x="6125564" y="4329147"/>
                <a:ext cx="360" cy="360"/>
              </p14:xfrm>
            </p:contentPart>
          </mc:Choice>
          <mc:Fallback>
            <p:pic>
              <p:nvPicPr>
                <p:cNvPr id="204" name="잉크 203">
                  <a:extLst>
                    <a:ext uri="{FF2B5EF4-FFF2-40B4-BE49-F238E27FC236}">
                      <a16:creationId xmlns:a16="http://schemas.microsoft.com/office/drawing/2014/main" id="{A161EEC9-6ADE-376C-2F55-00B62AFD3B7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19444" y="43230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05" name="잉크 204">
                  <a:extLst>
                    <a:ext uri="{FF2B5EF4-FFF2-40B4-BE49-F238E27FC236}">
                      <a16:creationId xmlns:a16="http://schemas.microsoft.com/office/drawing/2014/main" id="{FC30FD04-C950-74A2-CD0E-089D48EC1849}"/>
                    </a:ext>
                  </a:extLst>
                </p14:cNvPr>
                <p14:cNvContentPartPr/>
                <p14:nvPr/>
              </p14:nvContentPartPr>
              <p14:xfrm>
                <a:off x="6125564" y="4329147"/>
                <a:ext cx="201600" cy="66600"/>
              </p14:xfrm>
            </p:contentPart>
          </mc:Choice>
          <mc:Fallback>
            <p:pic>
              <p:nvPicPr>
                <p:cNvPr id="205" name="잉크 204">
                  <a:extLst>
                    <a:ext uri="{FF2B5EF4-FFF2-40B4-BE49-F238E27FC236}">
                      <a16:creationId xmlns:a16="http://schemas.microsoft.com/office/drawing/2014/main" id="{FC30FD04-C950-74A2-CD0E-089D48EC184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19444" y="4323027"/>
                  <a:ext cx="213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06" name="잉크 205">
                  <a:extLst>
                    <a:ext uri="{FF2B5EF4-FFF2-40B4-BE49-F238E27FC236}">
                      <a16:creationId xmlns:a16="http://schemas.microsoft.com/office/drawing/2014/main" id="{530B8F5F-BF51-8470-C32B-60DDA4F406CA}"/>
                    </a:ext>
                  </a:extLst>
                </p14:cNvPr>
                <p14:cNvContentPartPr/>
                <p14:nvPr/>
              </p14:nvContentPartPr>
              <p14:xfrm>
                <a:off x="6256964" y="4128987"/>
                <a:ext cx="93240" cy="362520"/>
              </p14:xfrm>
            </p:contentPart>
          </mc:Choice>
          <mc:Fallback>
            <p:pic>
              <p:nvPicPr>
                <p:cNvPr id="206" name="잉크 205">
                  <a:extLst>
                    <a:ext uri="{FF2B5EF4-FFF2-40B4-BE49-F238E27FC236}">
                      <a16:creationId xmlns:a16="http://schemas.microsoft.com/office/drawing/2014/main" id="{530B8F5F-BF51-8470-C32B-60DDA4F406C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50844" y="4122867"/>
                  <a:ext cx="1054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07" name="잉크 206">
                  <a:extLst>
                    <a:ext uri="{FF2B5EF4-FFF2-40B4-BE49-F238E27FC236}">
                      <a16:creationId xmlns:a16="http://schemas.microsoft.com/office/drawing/2014/main" id="{00963426-2B8D-AC3D-D1CA-17D7DA6D6A20}"/>
                    </a:ext>
                  </a:extLst>
                </p14:cNvPr>
                <p14:cNvContentPartPr/>
                <p14:nvPr/>
              </p14:nvContentPartPr>
              <p14:xfrm>
                <a:off x="6165884" y="4517787"/>
                <a:ext cx="147240" cy="68040"/>
              </p14:xfrm>
            </p:contentPart>
          </mc:Choice>
          <mc:Fallback>
            <p:pic>
              <p:nvPicPr>
                <p:cNvPr id="207" name="잉크 206">
                  <a:extLst>
                    <a:ext uri="{FF2B5EF4-FFF2-40B4-BE49-F238E27FC236}">
                      <a16:creationId xmlns:a16="http://schemas.microsoft.com/office/drawing/2014/main" id="{00963426-2B8D-AC3D-D1CA-17D7DA6D6A2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59764" y="4511667"/>
                  <a:ext cx="1594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08" name="잉크 207">
                  <a:extLst>
                    <a:ext uri="{FF2B5EF4-FFF2-40B4-BE49-F238E27FC236}">
                      <a16:creationId xmlns:a16="http://schemas.microsoft.com/office/drawing/2014/main" id="{B7D5E614-1707-F89A-AFF7-7789C1BBD7A5}"/>
                    </a:ext>
                  </a:extLst>
                </p14:cNvPr>
                <p14:cNvContentPartPr/>
                <p14:nvPr/>
              </p14:nvContentPartPr>
              <p14:xfrm>
                <a:off x="6468644" y="4317987"/>
                <a:ext cx="47520" cy="69480"/>
              </p14:xfrm>
            </p:contentPart>
          </mc:Choice>
          <mc:Fallback>
            <p:pic>
              <p:nvPicPr>
                <p:cNvPr id="208" name="잉크 207">
                  <a:extLst>
                    <a:ext uri="{FF2B5EF4-FFF2-40B4-BE49-F238E27FC236}">
                      <a16:creationId xmlns:a16="http://schemas.microsoft.com/office/drawing/2014/main" id="{B7D5E614-1707-F89A-AFF7-7789C1BBD7A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462524" y="4311867"/>
                  <a:ext cx="59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09" name="잉크 208">
                  <a:extLst>
                    <a:ext uri="{FF2B5EF4-FFF2-40B4-BE49-F238E27FC236}">
                      <a16:creationId xmlns:a16="http://schemas.microsoft.com/office/drawing/2014/main" id="{3CF1716C-C616-67A5-EBB8-20695CF329BC}"/>
                    </a:ext>
                  </a:extLst>
                </p14:cNvPr>
                <p14:cNvContentPartPr/>
                <p14:nvPr/>
              </p14:nvContentPartPr>
              <p14:xfrm>
                <a:off x="6331484" y="4317987"/>
                <a:ext cx="142920" cy="157680"/>
              </p14:xfrm>
            </p:contentPart>
          </mc:Choice>
          <mc:Fallback>
            <p:pic>
              <p:nvPicPr>
                <p:cNvPr id="209" name="잉크 208">
                  <a:extLst>
                    <a:ext uri="{FF2B5EF4-FFF2-40B4-BE49-F238E27FC236}">
                      <a16:creationId xmlns:a16="http://schemas.microsoft.com/office/drawing/2014/main" id="{3CF1716C-C616-67A5-EBB8-20695CF329B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25364" y="4311867"/>
                  <a:ext cx="1551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10" name="잉크 209">
                  <a:extLst>
                    <a:ext uri="{FF2B5EF4-FFF2-40B4-BE49-F238E27FC236}">
                      <a16:creationId xmlns:a16="http://schemas.microsoft.com/office/drawing/2014/main" id="{DFCEAE51-51F1-8BA4-089E-1B23FEB25965}"/>
                    </a:ext>
                  </a:extLst>
                </p14:cNvPr>
                <p14:cNvContentPartPr/>
                <p14:nvPr/>
              </p14:nvContentPartPr>
              <p14:xfrm>
                <a:off x="6498524" y="4132227"/>
                <a:ext cx="35280" cy="329400"/>
              </p14:xfrm>
            </p:contentPart>
          </mc:Choice>
          <mc:Fallback>
            <p:pic>
              <p:nvPicPr>
                <p:cNvPr id="210" name="잉크 209">
                  <a:extLst>
                    <a:ext uri="{FF2B5EF4-FFF2-40B4-BE49-F238E27FC236}">
                      <a16:creationId xmlns:a16="http://schemas.microsoft.com/office/drawing/2014/main" id="{DFCEAE51-51F1-8BA4-089E-1B23FEB2596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92404" y="4126107"/>
                  <a:ext cx="475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11" name="잉크 210">
                  <a:extLst>
                    <a:ext uri="{FF2B5EF4-FFF2-40B4-BE49-F238E27FC236}">
                      <a16:creationId xmlns:a16="http://schemas.microsoft.com/office/drawing/2014/main" id="{B42DC658-5861-63F9-A8E5-6EA9FDECB99D}"/>
                    </a:ext>
                  </a:extLst>
                </p14:cNvPr>
                <p14:cNvContentPartPr/>
                <p14:nvPr/>
              </p14:nvContentPartPr>
              <p14:xfrm>
                <a:off x="6494924" y="4388907"/>
                <a:ext cx="115920" cy="27000"/>
              </p14:xfrm>
            </p:contentPart>
          </mc:Choice>
          <mc:Fallback>
            <p:pic>
              <p:nvPicPr>
                <p:cNvPr id="211" name="잉크 210">
                  <a:extLst>
                    <a:ext uri="{FF2B5EF4-FFF2-40B4-BE49-F238E27FC236}">
                      <a16:creationId xmlns:a16="http://schemas.microsoft.com/office/drawing/2014/main" id="{B42DC658-5861-63F9-A8E5-6EA9FDECB99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488804" y="4382787"/>
                  <a:ext cx="1281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12" name="잉크 211">
                  <a:extLst>
                    <a:ext uri="{FF2B5EF4-FFF2-40B4-BE49-F238E27FC236}">
                      <a16:creationId xmlns:a16="http://schemas.microsoft.com/office/drawing/2014/main" id="{FA10127A-338A-1322-315F-9E3D472453E4}"/>
                    </a:ext>
                  </a:extLst>
                </p14:cNvPr>
                <p14:cNvContentPartPr/>
                <p14:nvPr/>
              </p14:nvContentPartPr>
              <p14:xfrm>
                <a:off x="6405644" y="4415547"/>
                <a:ext cx="120960" cy="182880"/>
              </p14:xfrm>
            </p:contentPart>
          </mc:Choice>
          <mc:Fallback>
            <p:pic>
              <p:nvPicPr>
                <p:cNvPr id="212" name="잉크 211">
                  <a:extLst>
                    <a:ext uri="{FF2B5EF4-FFF2-40B4-BE49-F238E27FC236}">
                      <a16:creationId xmlns:a16="http://schemas.microsoft.com/office/drawing/2014/main" id="{FA10127A-338A-1322-315F-9E3D472453E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399524" y="4409427"/>
                  <a:ext cx="1332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13" name="잉크 212">
                  <a:extLst>
                    <a:ext uri="{FF2B5EF4-FFF2-40B4-BE49-F238E27FC236}">
                      <a16:creationId xmlns:a16="http://schemas.microsoft.com/office/drawing/2014/main" id="{5EC68B9A-24FD-A796-8B21-F1BB3E88BE96}"/>
                    </a:ext>
                  </a:extLst>
                </p14:cNvPr>
                <p14:cNvContentPartPr/>
                <p14:nvPr/>
              </p14:nvContentPartPr>
              <p14:xfrm>
                <a:off x="6600764" y="4201347"/>
                <a:ext cx="216360" cy="236520"/>
              </p14:xfrm>
            </p:contentPart>
          </mc:Choice>
          <mc:Fallback>
            <p:pic>
              <p:nvPicPr>
                <p:cNvPr id="213" name="잉크 212">
                  <a:extLst>
                    <a:ext uri="{FF2B5EF4-FFF2-40B4-BE49-F238E27FC236}">
                      <a16:creationId xmlns:a16="http://schemas.microsoft.com/office/drawing/2014/main" id="{5EC68B9A-24FD-A796-8B21-F1BB3E88BE9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594644" y="4195227"/>
                  <a:ext cx="2286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14" name="잉크 213">
                  <a:extLst>
                    <a:ext uri="{FF2B5EF4-FFF2-40B4-BE49-F238E27FC236}">
                      <a16:creationId xmlns:a16="http://schemas.microsoft.com/office/drawing/2014/main" id="{88D1769A-60CF-9CCA-A963-4B482225937F}"/>
                    </a:ext>
                  </a:extLst>
                </p14:cNvPr>
                <p14:cNvContentPartPr/>
                <p14:nvPr/>
              </p14:nvContentPartPr>
              <p14:xfrm>
                <a:off x="6752324" y="4333827"/>
                <a:ext cx="136800" cy="360"/>
              </p14:xfrm>
            </p:contentPart>
          </mc:Choice>
          <mc:Fallback>
            <p:pic>
              <p:nvPicPr>
                <p:cNvPr id="214" name="잉크 213">
                  <a:extLst>
                    <a:ext uri="{FF2B5EF4-FFF2-40B4-BE49-F238E27FC236}">
                      <a16:creationId xmlns:a16="http://schemas.microsoft.com/office/drawing/2014/main" id="{88D1769A-60CF-9CCA-A963-4B482225937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746204" y="4327707"/>
                  <a:ext cx="149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15" name="잉크 214">
                  <a:extLst>
                    <a:ext uri="{FF2B5EF4-FFF2-40B4-BE49-F238E27FC236}">
                      <a16:creationId xmlns:a16="http://schemas.microsoft.com/office/drawing/2014/main" id="{3372F7F8-CF58-80A3-F372-CCEC4D2E9F06}"/>
                    </a:ext>
                  </a:extLst>
                </p14:cNvPr>
                <p14:cNvContentPartPr/>
                <p14:nvPr/>
              </p14:nvContentPartPr>
              <p14:xfrm>
                <a:off x="6792644" y="4045467"/>
                <a:ext cx="117720" cy="472680"/>
              </p14:xfrm>
            </p:contentPart>
          </mc:Choice>
          <mc:Fallback>
            <p:pic>
              <p:nvPicPr>
                <p:cNvPr id="215" name="잉크 214">
                  <a:extLst>
                    <a:ext uri="{FF2B5EF4-FFF2-40B4-BE49-F238E27FC236}">
                      <a16:creationId xmlns:a16="http://schemas.microsoft.com/office/drawing/2014/main" id="{3372F7F8-CF58-80A3-F372-CCEC4D2E9F0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86524" y="4039347"/>
                  <a:ext cx="12996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16" name="잉크 215">
                  <a:extLst>
                    <a:ext uri="{FF2B5EF4-FFF2-40B4-BE49-F238E27FC236}">
                      <a16:creationId xmlns:a16="http://schemas.microsoft.com/office/drawing/2014/main" id="{15FFF024-351B-3196-B119-415EA3B85E1D}"/>
                    </a:ext>
                  </a:extLst>
                </p14:cNvPr>
                <p14:cNvContentPartPr/>
                <p14:nvPr/>
              </p14:nvContentPartPr>
              <p14:xfrm>
                <a:off x="6636764" y="4550547"/>
                <a:ext cx="175680" cy="88200"/>
              </p14:xfrm>
            </p:contentPart>
          </mc:Choice>
          <mc:Fallback>
            <p:pic>
              <p:nvPicPr>
                <p:cNvPr id="216" name="잉크 215">
                  <a:extLst>
                    <a:ext uri="{FF2B5EF4-FFF2-40B4-BE49-F238E27FC236}">
                      <a16:creationId xmlns:a16="http://schemas.microsoft.com/office/drawing/2014/main" id="{15FFF024-351B-3196-B119-415EA3B85E1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630644" y="4544427"/>
                  <a:ext cx="1879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17" name="잉크 216">
                  <a:extLst>
                    <a:ext uri="{FF2B5EF4-FFF2-40B4-BE49-F238E27FC236}">
                      <a16:creationId xmlns:a16="http://schemas.microsoft.com/office/drawing/2014/main" id="{04A0ED56-2AC3-80C1-6C44-B94BF4077225}"/>
                    </a:ext>
                  </a:extLst>
                </p14:cNvPr>
                <p14:cNvContentPartPr/>
                <p14:nvPr/>
              </p14:nvContentPartPr>
              <p14:xfrm>
                <a:off x="6968684" y="4347867"/>
                <a:ext cx="69120" cy="75240"/>
              </p14:xfrm>
            </p:contentPart>
          </mc:Choice>
          <mc:Fallback>
            <p:pic>
              <p:nvPicPr>
                <p:cNvPr id="217" name="잉크 216">
                  <a:extLst>
                    <a:ext uri="{FF2B5EF4-FFF2-40B4-BE49-F238E27FC236}">
                      <a16:creationId xmlns:a16="http://schemas.microsoft.com/office/drawing/2014/main" id="{04A0ED56-2AC3-80C1-6C44-B94BF407722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62564" y="4341747"/>
                  <a:ext cx="81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18" name="잉크 217">
                  <a:extLst>
                    <a:ext uri="{FF2B5EF4-FFF2-40B4-BE49-F238E27FC236}">
                      <a16:creationId xmlns:a16="http://schemas.microsoft.com/office/drawing/2014/main" id="{BBCED170-5327-8104-F8FC-BE99E8BCBD86}"/>
                    </a:ext>
                  </a:extLst>
                </p14:cNvPr>
                <p14:cNvContentPartPr/>
                <p14:nvPr/>
              </p14:nvContentPartPr>
              <p14:xfrm>
                <a:off x="7033844" y="4107027"/>
                <a:ext cx="69840" cy="666360"/>
              </p14:xfrm>
            </p:contentPart>
          </mc:Choice>
          <mc:Fallback>
            <p:pic>
              <p:nvPicPr>
                <p:cNvPr id="218" name="잉크 217">
                  <a:extLst>
                    <a:ext uri="{FF2B5EF4-FFF2-40B4-BE49-F238E27FC236}">
                      <a16:creationId xmlns:a16="http://schemas.microsoft.com/office/drawing/2014/main" id="{BBCED170-5327-8104-F8FC-BE99E8BCBD8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27724" y="4100907"/>
                  <a:ext cx="8208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19" name="잉크 218">
                  <a:extLst>
                    <a:ext uri="{FF2B5EF4-FFF2-40B4-BE49-F238E27FC236}">
                      <a16:creationId xmlns:a16="http://schemas.microsoft.com/office/drawing/2014/main" id="{62C24F91-0C14-E926-57D2-2E406957F4D4}"/>
                    </a:ext>
                  </a:extLst>
                </p14:cNvPr>
                <p14:cNvContentPartPr/>
                <p14:nvPr/>
              </p14:nvContentPartPr>
              <p14:xfrm>
                <a:off x="4772684" y="4856547"/>
                <a:ext cx="329400" cy="144000"/>
              </p14:xfrm>
            </p:contentPart>
          </mc:Choice>
          <mc:Fallback>
            <p:pic>
              <p:nvPicPr>
                <p:cNvPr id="219" name="잉크 218">
                  <a:extLst>
                    <a:ext uri="{FF2B5EF4-FFF2-40B4-BE49-F238E27FC236}">
                      <a16:creationId xmlns:a16="http://schemas.microsoft.com/office/drawing/2014/main" id="{62C24F91-0C14-E926-57D2-2E406957F4D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766564" y="4850427"/>
                  <a:ext cx="3416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20" name="잉크 219">
                  <a:extLst>
                    <a:ext uri="{FF2B5EF4-FFF2-40B4-BE49-F238E27FC236}">
                      <a16:creationId xmlns:a16="http://schemas.microsoft.com/office/drawing/2014/main" id="{E06B7019-E2CF-50F0-8444-511BC86C39DA}"/>
                    </a:ext>
                  </a:extLst>
                </p14:cNvPr>
                <p14:cNvContentPartPr/>
                <p14:nvPr/>
              </p14:nvContentPartPr>
              <p14:xfrm>
                <a:off x="4900844" y="5075427"/>
                <a:ext cx="212040" cy="127800"/>
              </p14:xfrm>
            </p:contentPart>
          </mc:Choice>
          <mc:Fallback>
            <p:pic>
              <p:nvPicPr>
                <p:cNvPr id="220" name="잉크 219">
                  <a:extLst>
                    <a:ext uri="{FF2B5EF4-FFF2-40B4-BE49-F238E27FC236}">
                      <a16:creationId xmlns:a16="http://schemas.microsoft.com/office/drawing/2014/main" id="{E06B7019-E2CF-50F0-8444-511BC86C39D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894724" y="5069307"/>
                  <a:ext cx="2242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21" name="잉크 220">
                  <a:extLst>
                    <a:ext uri="{FF2B5EF4-FFF2-40B4-BE49-F238E27FC236}">
                      <a16:creationId xmlns:a16="http://schemas.microsoft.com/office/drawing/2014/main" id="{24EF12A6-5815-1B19-D3E2-E64484DD0B2C}"/>
                    </a:ext>
                  </a:extLst>
                </p14:cNvPr>
                <p14:cNvContentPartPr/>
                <p14:nvPr/>
              </p14:nvContentPartPr>
              <p14:xfrm>
                <a:off x="5073644" y="4872387"/>
                <a:ext cx="212400" cy="156240"/>
              </p14:xfrm>
            </p:contentPart>
          </mc:Choice>
          <mc:Fallback>
            <p:pic>
              <p:nvPicPr>
                <p:cNvPr id="221" name="잉크 220">
                  <a:extLst>
                    <a:ext uri="{FF2B5EF4-FFF2-40B4-BE49-F238E27FC236}">
                      <a16:creationId xmlns:a16="http://schemas.microsoft.com/office/drawing/2014/main" id="{24EF12A6-5815-1B19-D3E2-E64484DD0B2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067524" y="4866267"/>
                  <a:ext cx="224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22" name="잉크 221">
                  <a:extLst>
                    <a:ext uri="{FF2B5EF4-FFF2-40B4-BE49-F238E27FC236}">
                      <a16:creationId xmlns:a16="http://schemas.microsoft.com/office/drawing/2014/main" id="{643A7B38-C629-3491-47E6-78C1031031EE}"/>
                    </a:ext>
                  </a:extLst>
                </p14:cNvPr>
                <p14:cNvContentPartPr/>
                <p14:nvPr/>
              </p14:nvContentPartPr>
              <p14:xfrm>
                <a:off x="5277404" y="4653507"/>
                <a:ext cx="152280" cy="497520"/>
              </p14:xfrm>
            </p:contentPart>
          </mc:Choice>
          <mc:Fallback>
            <p:pic>
              <p:nvPicPr>
                <p:cNvPr id="222" name="잉크 221">
                  <a:extLst>
                    <a:ext uri="{FF2B5EF4-FFF2-40B4-BE49-F238E27FC236}">
                      <a16:creationId xmlns:a16="http://schemas.microsoft.com/office/drawing/2014/main" id="{643A7B38-C629-3491-47E6-78C1031031E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271284" y="4647387"/>
                  <a:ext cx="16452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23" name="잉크 222">
                  <a:extLst>
                    <a:ext uri="{FF2B5EF4-FFF2-40B4-BE49-F238E27FC236}">
                      <a16:creationId xmlns:a16="http://schemas.microsoft.com/office/drawing/2014/main" id="{C9385A4F-BA52-601A-2005-30AD49FDC6FA}"/>
                    </a:ext>
                  </a:extLst>
                </p14:cNvPr>
                <p14:cNvContentPartPr/>
                <p14:nvPr/>
              </p14:nvContentPartPr>
              <p14:xfrm>
                <a:off x="5343644" y="4639107"/>
                <a:ext cx="98280" cy="688680"/>
              </p14:xfrm>
            </p:contentPart>
          </mc:Choice>
          <mc:Fallback>
            <p:pic>
              <p:nvPicPr>
                <p:cNvPr id="223" name="잉크 222">
                  <a:extLst>
                    <a:ext uri="{FF2B5EF4-FFF2-40B4-BE49-F238E27FC236}">
                      <a16:creationId xmlns:a16="http://schemas.microsoft.com/office/drawing/2014/main" id="{C9385A4F-BA52-601A-2005-30AD49FDC6F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337524" y="4632987"/>
                  <a:ext cx="110520" cy="70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24" name="잉크 223">
                  <a:extLst>
                    <a:ext uri="{FF2B5EF4-FFF2-40B4-BE49-F238E27FC236}">
                      <a16:creationId xmlns:a16="http://schemas.microsoft.com/office/drawing/2014/main" id="{FBD4DB14-CE1D-C569-C5FA-D5956002B24C}"/>
                    </a:ext>
                  </a:extLst>
                </p14:cNvPr>
                <p14:cNvContentPartPr/>
                <p14:nvPr/>
              </p14:nvContentPartPr>
              <p14:xfrm>
                <a:off x="5516804" y="4843947"/>
                <a:ext cx="75600" cy="19080"/>
              </p14:xfrm>
            </p:contentPart>
          </mc:Choice>
          <mc:Fallback>
            <p:pic>
              <p:nvPicPr>
                <p:cNvPr id="224" name="잉크 223">
                  <a:extLst>
                    <a:ext uri="{FF2B5EF4-FFF2-40B4-BE49-F238E27FC236}">
                      <a16:creationId xmlns:a16="http://schemas.microsoft.com/office/drawing/2014/main" id="{FBD4DB14-CE1D-C569-C5FA-D5956002B24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10684" y="4837827"/>
                  <a:ext cx="878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25" name="잉크 224">
                  <a:extLst>
                    <a:ext uri="{FF2B5EF4-FFF2-40B4-BE49-F238E27FC236}">
                      <a16:creationId xmlns:a16="http://schemas.microsoft.com/office/drawing/2014/main" id="{210AD8F6-A453-923A-4638-34E19F22A2BB}"/>
                    </a:ext>
                  </a:extLst>
                </p14:cNvPr>
                <p14:cNvContentPartPr/>
                <p14:nvPr/>
              </p14:nvContentPartPr>
              <p14:xfrm>
                <a:off x="5507444" y="4863027"/>
                <a:ext cx="110160" cy="120960"/>
              </p14:xfrm>
            </p:contentPart>
          </mc:Choice>
          <mc:Fallback>
            <p:pic>
              <p:nvPicPr>
                <p:cNvPr id="225" name="잉크 224">
                  <a:extLst>
                    <a:ext uri="{FF2B5EF4-FFF2-40B4-BE49-F238E27FC236}">
                      <a16:creationId xmlns:a16="http://schemas.microsoft.com/office/drawing/2014/main" id="{210AD8F6-A453-923A-4638-34E19F22A2B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501324" y="4856907"/>
                  <a:ext cx="1224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26" name="잉크 225">
                  <a:extLst>
                    <a:ext uri="{FF2B5EF4-FFF2-40B4-BE49-F238E27FC236}">
                      <a16:creationId xmlns:a16="http://schemas.microsoft.com/office/drawing/2014/main" id="{B652881B-8932-3073-4524-FA784ED93696}"/>
                    </a:ext>
                  </a:extLst>
                </p14:cNvPr>
                <p14:cNvContentPartPr/>
                <p14:nvPr/>
              </p14:nvContentPartPr>
              <p14:xfrm>
                <a:off x="5661524" y="4613907"/>
                <a:ext cx="107280" cy="475920"/>
              </p14:xfrm>
            </p:contentPart>
          </mc:Choice>
          <mc:Fallback>
            <p:pic>
              <p:nvPicPr>
                <p:cNvPr id="226" name="잉크 225">
                  <a:extLst>
                    <a:ext uri="{FF2B5EF4-FFF2-40B4-BE49-F238E27FC236}">
                      <a16:creationId xmlns:a16="http://schemas.microsoft.com/office/drawing/2014/main" id="{B652881B-8932-3073-4524-FA784ED9369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655404" y="4607787"/>
                  <a:ext cx="11952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27" name="잉크 226">
                  <a:extLst>
                    <a:ext uri="{FF2B5EF4-FFF2-40B4-BE49-F238E27FC236}">
                      <a16:creationId xmlns:a16="http://schemas.microsoft.com/office/drawing/2014/main" id="{63AB27AE-1079-3914-6336-BEE9D9C3D5E1}"/>
                    </a:ext>
                  </a:extLst>
                </p14:cNvPr>
                <p14:cNvContentPartPr/>
                <p14:nvPr/>
              </p14:nvContentPartPr>
              <p14:xfrm>
                <a:off x="5557484" y="5042307"/>
                <a:ext cx="281880" cy="131040"/>
              </p14:xfrm>
            </p:contentPart>
          </mc:Choice>
          <mc:Fallback>
            <p:pic>
              <p:nvPicPr>
                <p:cNvPr id="227" name="잉크 226">
                  <a:extLst>
                    <a:ext uri="{FF2B5EF4-FFF2-40B4-BE49-F238E27FC236}">
                      <a16:creationId xmlns:a16="http://schemas.microsoft.com/office/drawing/2014/main" id="{63AB27AE-1079-3914-6336-BEE9D9C3D5E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551364" y="5036187"/>
                  <a:ext cx="2941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28" name="잉크 227">
                  <a:extLst>
                    <a:ext uri="{FF2B5EF4-FFF2-40B4-BE49-F238E27FC236}">
                      <a16:creationId xmlns:a16="http://schemas.microsoft.com/office/drawing/2014/main" id="{8B0FEFCC-3C23-68BD-300F-1898049D912D}"/>
                    </a:ext>
                  </a:extLst>
                </p14:cNvPr>
                <p14:cNvContentPartPr/>
                <p14:nvPr/>
              </p14:nvContentPartPr>
              <p14:xfrm>
                <a:off x="5971484" y="4886427"/>
                <a:ext cx="224280" cy="118440"/>
              </p14:xfrm>
            </p:contentPart>
          </mc:Choice>
          <mc:Fallback>
            <p:pic>
              <p:nvPicPr>
                <p:cNvPr id="228" name="잉크 227">
                  <a:extLst>
                    <a:ext uri="{FF2B5EF4-FFF2-40B4-BE49-F238E27FC236}">
                      <a16:creationId xmlns:a16="http://schemas.microsoft.com/office/drawing/2014/main" id="{8B0FEFCC-3C23-68BD-300F-1898049D912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65364" y="4880307"/>
                  <a:ext cx="236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29" name="잉크 228">
                  <a:extLst>
                    <a:ext uri="{FF2B5EF4-FFF2-40B4-BE49-F238E27FC236}">
                      <a16:creationId xmlns:a16="http://schemas.microsoft.com/office/drawing/2014/main" id="{CD9D52E2-42CD-BB63-AC20-7C965C7E3349}"/>
                    </a:ext>
                  </a:extLst>
                </p14:cNvPr>
                <p14:cNvContentPartPr/>
                <p14:nvPr/>
              </p14:nvContentPartPr>
              <p14:xfrm>
                <a:off x="6027644" y="4886427"/>
                <a:ext cx="360" cy="360"/>
              </p14:xfrm>
            </p:contentPart>
          </mc:Choice>
          <mc:Fallback>
            <p:pic>
              <p:nvPicPr>
                <p:cNvPr id="229" name="잉크 228">
                  <a:extLst>
                    <a:ext uri="{FF2B5EF4-FFF2-40B4-BE49-F238E27FC236}">
                      <a16:creationId xmlns:a16="http://schemas.microsoft.com/office/drawing/2014/main" id="{CD9D52E2-42CD-BB63-AC20-7C965C7E334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021524" y="48803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30" name="잉크 229">
                  <a:extLst>
                    <a:ext uri="{FF2B5EF4-FFF2-40B4-BE49-F238E27FC236}">
                      <a16:creationId xmlns:a16="http://schemas.microsoft.com/office/drawing/2014/main" id="{B0642F18-97E2-C8CC-19AA-06CE6DF43F62}"/>
                    </a:ext>
                  </a:extLst>
                </p14:cNvPr>
                <p14:cNvContentPartPr/>
                <p14:nvPr/>
              </p14:nvContentPartPr>
              <p14:xfrm>
                <a:off x="6027644" y="4886427"/>
                <a:ext cx="262800" cy="101160"/>
              </p14:xfrm>
            </p:contentPart>
          </mc:Choice>
          <mc:Fallback>
            <p:pic>
              <p:nvPicPr>
                <p:cNvPr id="230" name="잉크 229">
                  <a:extLst>
                    <a:ext uri="{FF2B5EF4-FFF2-40B4-BE49-F238E27FC236}">
                      <a16:creationId xmlns:a16="http://schemas.microsoft.com/office/drawing/2014/main" id="{B0642F18-97E2-C8CC-19AA-06CE6DF43F6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021524" y="4880307"/>
                  <a:ext cx="2750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31" name="잉크 230">
                  <a:extLst>
                    <a:ext uri="{FF2B5EF4-FFF2-40B4-BE49-F238E27FC236}">
                      <a16:creationId xmlns:a16="http://schemas.microsoft.com/office/drawing/2014/main" id="{4D34361C-EC74-0BF8-A5F4-F69A166CDCC3}"/>
                    </a:ext>
                  </a:extLst>
                </p14:cNvPr>
                <p14:cNvContentPartPr/>
                <p14:nvPr/>
              </p14:nvContentPartPr>
              <p14:xfrm>
                <a:off x="6195764" y="4747827"/>
                <a:ext cx="61560" cy="321480"/>
              </p14:xfrm>
            </p:contentPart>
          </mc:Choice>
          <mc:Fallback>
            <p:pic>
              <p:nvPicPr>
                <p:cNvPr id="231" name="잉크 230">
                  <a:extLst>
                    <a:ext uri="{FF2B5EF4-FFF2-40B4-BE49-F238E27FC236}">
                      <a16:creationId xmlns:a16="http://schemas.microsoft.com/office/drawing/2014/main" id="{4D34361C-EC74-0BF8-A5F4-F69A166CDCC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189644" y="4741707"/>
                  <a:ext cx="738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32" name="잉크 231">
                  <a:extLst>
                    <a:ext uri="{FF2B5EF4-FFF2-40B4-BE49-F238E27FC236}">
                      <a16:creationId xmlns:a16="http://schemas.microsoft.com/office/drawing/2014/main" id="{E81FF79F-A672-66C3-DEBF-622A0B71C353}"/>
                    </a:ext>
                  </a:extLst>
                </p14:cNvPr>
                <p14:cNvContentPartPr/>
                <p14:nvPr/>
              </p14:nvContentPartPr>
              <p14:xfrm>
                <a:off x="6057524" y="5108547"/>
                <a:ext cx="163440" cy="101160"/>
              </p14:xfrm>
            </p:contentPart>
          </mc:Choice>
          <mc:Fallback>
            <p:pic>
              <p:nvPicPr>
                <p:cNvPr id="232" name="잉크 231">
                  <a:extLst>
                    <a:ext uri="{FF2B5EF4-FFF2-40B4-BE49-F238E27FC236}">
                      <a16:creationId xmlns:a16="http://schemas.microsoft.com/office/drawing/2014/main" id="{E81FF79F-A672-66C3-DEBF-622A0B71C35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051404" y="5102427"/>
                  <a:ext cx="175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33" name="잉크 232">
                  <a:extLst>
                    <a:ext uri="{FF2B5EF4-FFF2-40B4-BE49-F238E27FC236}">
                      <a16:creationId xmlns:a16="http://schemas.microsoft.com/office/drawing/2014/main" id="{B482387A-87ED-ADE0-0680-3EDB0E3723E9}"/>
                    </a:ext>
                  </a:extLst>
                </p14:cNvPr>
                <p14:cNvContentPartPr/>
                <p14:nvPr/>
              </p14:nvContentPartPr>
              <p14:xfrm>
                <a:off x="6365324" y="4859787"/>
                <a:ext cx="70560" cy="115920"/>
              </p14:xfrm>
            </p:contentPart>
          </mc:Choice>
          <mc:Fallback>
            <p:pic>
              <p:nvPicPr>
                <p:cNvPr id="233" name="잉크 232">
                  <a:extLst>
                    <a:ext uri="{FF2B5EF4-FFF2-40B4-BE49-F238E27FC236}">
                      <a16:creationId xmlns:a16="http://schemas.microsoft.com/office/drawing/2014/main" id="{B482387A-87ED-ADE0-0680-3EDB0E3723E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359204" y="4853667"/>
                  <a:ext cx="828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34" name="잉크 233">
                  <a:extLst>
                    <a:ext uri="{FF2B5EF4-FFF2-40B4-BE49-F238E27FC236}">
                      <a16:creationId xmlns:a16="http://schemas.microsoft.com/office/drawing/2014/main" id="{3A4D155F-2CFF-5F61-661E-FAB5356E5C4F}"/>
                    </a:ext>
                  </a:extLst>
                </p14:cNvPr>
                <p14:cNvContentPartPr/>
                <p14:nvPr/>
              </p14:nvContentPartPr>
              <p14:xfrm>
                <a:off x="6153644" y="4989027"/>
                <a:ext cx="352080" cy="24120"/>
              </p14:xfrm>
            </p:contentPart>
          </mc:Choice>
          <mc:Fallback>
            <p:pic>
              <p:nvPicPr>
                <p:cNvPr id="234" name="잉크 233">
                  <a:extLst>
                    <a:ext uri="{FF2B5EF4-FFF2-40B4-BE49-F238E27FC236}">
                      <a16:creationId xmlns:a16="http://schemas.microsoft.com/office/drawing/2014/main" id="{3A4D155F-2CFF-5F61-661E-FAB5356E5C4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147524" y="4982907"/>
                  <a:ext cx="364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35" name="잉크 234">
                  <a:extLst>
                    <a:ext uri="{FF2B5EF4-FFF2-40B4-BE49-F238E27FC236}">
                      <a16:creationId xmlns:a16="http://schemas.microsoft.com/office/drawing/2014/main" id="{B2A97713-6D8E-7208-76D6-258F50FC9152}"/>
                    </a:ext>
                  </a:extLst>
                </p14:cNvPr>
                <p14:cNvContentPartPr/>
                <p14:nvPr/>
              </p14:nvContentPartPr>
              <p14:xfrm>
                <a:off x="6417884" y="5042307"/>
                <a:ext cx="7200" cy="250920"/>
              </p14:xfrm>
            </p:contentPart>
          </mc:Choice>
          <mc:Fallback>
            <p:pic>
              <p:nvPicPr>
                <p:cNvPr id="235" name="잉크 234">
                  <a:extLst>
                    <a:ext uri="{FF2B5EF4-FFF2-40B4-BE49-F238E27FC236}">
                      <a16:creationId xmlns:a16="http://schemas.microsoft.com/office/drawing/2014/main" id="{B2A97713-6D8E-7208-76D6-258F50FC915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411764" y="5036187"/>
                  <a:ext cx="194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36" name="잉크 235">
                  <a:extLst>
                    <a:ext uri="{FF2B5EF4-FFF2-40B4-BE49-F238E27FC236}">
                      <a16:creationId xmlns:a16="http://schemas.microsoft.com/office/drawing/2014/main" id="{DE2CA442-6CE2-BEF8-5A45-6FEB3863AD6C}"/>
                    </a:ext>
                  </a:extLst>
                </p14:cNvPr>
                <p14:cNvContentPartPr/>
                <p14:nvPr/>
              </p14:nvContentPartPr>
              <p14:xfrm>
                <a:off x="6704804" y="5346507"/>
                <a:ext cx="14400" cy="5040"/>
              </p14:xfrm>
            </p:contentPart>
          </mc:Choice>
          <mc:Fallback>
            <p:pic>
              <p:nvPicPr>
                <p:cNvPr id="236" name="잉크 235">
                  <a:extLst>
                    <a:ext uri="{FF2B5EF4-FFF2-40B4-BE49-F238E27FC236}">
                      <a16:creationId xmlns:a16="http://schemas.microsoft.com/office/drawing/2014/main" id="{DE2CA442-6CE2-BEF8-5A45-6FEB3863AD6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698684" y="5340387"/>
                  <a:ext cx="26640" cy="1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DA4A444B-5B71-82B0-2D80-0CD930C8ECF7}"/>
              </a:ext>
            </a:extLst>
          </p:cNvPr>
          <p:cNvGrpSpPr/>
          <p:nvPr/>
        </p:nvGrpSpPr>
        <p:grpSpPr>
          <a:xfrm>
            <a:off x="8750684" y="4179027"/>
            <a:ext cx="353880" cy="1291680"/>
            <a:chOff x="8750684" y="4179027"/>
            <a:chExt cx="353880" cy="129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38" name="잉크 237">
                  <a:extLst>
                    <a:ext uri="{FF2B5EF4-FFF2-40B4-BE49-F238E27FC236}">
                      <a16:creationId xmlns:a16="http://schemas.microsoft.com/office/drawing/2014/main" id="{4A308043-DDC4-64C9-0C47-88A010A9342C}"/>
                    </a:ext>
                  </a:extLst>
                </p14:cNvPr>
                <p14:cNvContentPartPr/>
                <p14:nvPr/>
              </p14:nvContentPartPr>
              <p14:xfrm>
                <a:off x="8796044" y="4179027"/>
                <a:ext cx="56880" cy="1246680"/>
              </p14:xfrm>
            </p:contentPart>
          </mc:Choice>
          <mc:Fallback>
            <p:pic>
              <p:nvPicPr>
                <p:cNvPr id="238" name="잉크 237">
                  <a:extLst>
                    <a:ext uri="{FF2B5EF4-FFF2-40B4-BE49-F238E27FC236}">
                      <a16:creationId xmlns:a16="http://schemas.microsoft.com/office/drawing/2014/main" id="{4A308043-DDC4-64C9-0C47-88A010A9342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789924" y="4172907"/>
                  <a:ext cx="69120" cy="12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39" name="잉크 238">
                  <a:extLst>
                    <a:ext uri="{FF2B5EF4-FFF2-40B4-BE49-F238E27FC236}">
                      <a16:creationId xmlns:a16="http://schemas.microsoft.com/office/drawing/2014/main" id="{345484D5-BF58-BAB5-53BB-A68F439C2584}"/>
                    </a:ext>
                  </a:extLst>
                </p14:cNvPr>
                <p14:cNvContentPartPr/>
                <p14:nvPr/>
              </p14:nvContentPartPr>
              <p14:xfrm>
                <a:off x="8750684" y="5179467"/>
                <a:ext cx="353880" cy="291240"/>
              </p14:xfrm>
            </p:contentPart>
          </mc:Choice>
          <mc:Fallback>
            <p:pic>
              <p:nvPicPr>
                <p:cNvPr id="239" name="잉크 238">
                  <a:extLst>
                    <a:ext uri="{FF2B5EF4-FFF2-40B4-BE49-F238E27FC236}">
                      <a16:creationId xmlns:a16="http://schemas.microsoft.com/office/drawing/2014/main" id="{345484D5-BF58-BAB5-53BB-A68F439C258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744564" y="5173347"/>
                  <a:ext cx="366120" cy="30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2425A6BD-FCEB-D38E-6CB7-EBFFD4C8B798}"/>
              </a:ext>
            </a:extLst>
          </p:cNvPr>
          <p:cNvGrpSpPr/>
          <p:nvPr/>
        </p:nvGrpSpPr>
        <p:grpSpPr>
          <a:xfrm>
            <a:off x="8313284" y="5711547"/>
            <a:ext cx="1316160" cy="339840"/>
            <a:chOff x="8313284" y="5711547"/>
            <a:chExt cx="131616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40" name="잉크 239">
                  <a:extLst>
                    <a:ext uri="{FF2B5EF4-FFF2-40B4-BE49-F238E27FC236}">
                      <a16:creationId xmlns:a16="http://schemas.microsoft.com/office/drawing/2014/main" id="{F2DF904C-D821-0FC9-C367-83BE9BA12C65}"/>
                    </a:ext>
                  </a:extLst>
                </p14:cNvPr>
                <p14:cNvContentPartPr/>
                <p14:nvPr/>
              </p14:nvContentPartPr>
              <p14:xfrm>
                <a:off x="8313284" y="5735307"/>
                <a:ext cx="183240" cy="286920"/>
              </p14:xfrm>
            </p:contentPart>
          </mc:Choice>
          <mc:Fallback>
            <p:pic>
              <p:nvPicPr>
                <p:cNvPr id="240" name="잉크 239">
                  <a:extLst>
                    <a:ext uri="{FF2B5EF4-FFF2-40B4-BE49-F238E27FC236}">
                      <a16:creationId xmlns:a16="http://schemas.microsoft.com/office/drawing/2014/main" id="{F2DF904C-D821-0FC9-C367-83BE9BA12C6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07164" y="5729187"/>
                  <a:ext cx="1954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41" name="잉크 240">
                  <a:extLst>
                    <a:ext uri="{FF2B5EF4-FFF2-40B4-BE49-F238E27FC236}">
                      <a16:creationId xmlns:a16="http://schemas.microsoft.com/office/drawing/2014/main" id="{930F0012-D63D-1583-22A5-191D9D9F44EE}"/>
                    </a:ext>
                  </a:extLst>
                </p14:cNvPr>
                <p14:cNvContentPartPr/>
                <p14:nvPr/>
              </p14:nvContentPartPr>
              <p14:xfrm>
                <a:off x="8528564" y="5826747"/>
                <a:ext cx="164880" cy="192600"/>
              </p14:xfrm>
            </p:contentPart>
          </mc:Choice>
          <mc:Fallback>
            <p:pic>
              <p:nvPicPr>
                <p:cNvPr id="241" name="잉크 240">
                  <a:extLst>
                    <a:ext uri="{FF2B5EF4-FFF2-40B4-BE49-F238E27FC236}">
                      <a16:creationId xmlns:a16="http://schemas.microsoft.com/office/drawing/2014/main" id="{930F0012-D63D-1583-22A5-191D9D9F44E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522444" y="5820627"/>
                  <a:ext cx="1771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42" name="잉크 241">
                  <a:extLst>
                    <a:ext uri="{FF2B5EF4-FFF2-40B4-BE49-F238E27FC236}">
                      <a16:creationId xmlns:a16="http://schemas.microsoft.com/office/drawing/2014/main" id="{E133F472-54DF-8F9D-A659-6D1A5756C716}"/>
                    </a:ext>
                  </a:extLst>
                </p14:cNvPr>
                <p14:cNvContentPartPr/>
                <p14:nvPr/>
              </p14:nvContentPartPr>
              <p14:xfrm>
                <a:off x="8736644" y="5799747"/>
                <a:ext cx="150840" cy="162720"/>
              </p14:xfrm>
            </p:contentPart>
          </mc:Choice>
          <mc:Fallback>
            <p:pic>
              <p:nvPicPr>
                <p:cNvPr id="242" name="잉크 241">
                  <a:extLst>
                    <a:ext uri="{FF2B5EF4-FFF2-40B4-BE49-F238E27FC236}">
                      <a16:creationId xmlns:a16="http://schemas.microsoft.com/office/drawing/2014/main" id="{E133F472-54DF-8F9D-A659-6D1A5756C71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730524" y="5793627"/>
                  <a:ext cx="163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43" name="잉크 242">
                  <a:extLst>
                    <a:ext uri="{FF2B5EF4-FFF2-40B4-BE49-F238E27FC236}">
                      <a16:creationId xmlns:a16="http://schemas.microsoft.com/office/drawing/2014/main" id="{81F55016-7506-CB9E-9FA1-24598482E192}"/>
                    </a:ext>
                  </a:extLst>
                </p14:cNvPr>
                <p14:cNvContentPartPr/>
                <p14:nvPr/>
              </p14:nvContentPartPr>
              <p14:xfrm>
                <a:off x="8769764" y="5799747"/>
                <a:ext cx="117720" cy="175320"/>
              </p14:xfrm>
            </p:contentPart>
          </mc:Choice>
          <mc:Fallback>
            <p:pic>
              <p:nvPicPr>
                <p:cNvPr id="243" name="잉크 242">
                  <a:extLst>
                    <a:ext uri="{FF2B5EF4-FFF2-40B4-BE49-F238E27FC236}">
                      <a16:creationId xmlns:a16="http://schemas.microsoft.com/office/drawing/2014/main" id="{81F55016-7506-CB9E-9FA1-24598482E19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763644" y="5793627"/>
                  <a:ext cx="1299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44" name="잉크 243">
                  <a:extLst>
                    <a:ext uri="{FF2B5EF4-FFF2-40B4-BE49-F238E27FC236}">
                      <a16:creationId xmlns:a16="http://schemas.microsoft.com/office/drawing/2014/main" id="{08542230-3B2F-8E37-7256-C160E2ED5136}"/>
                    </a:ext>
                  </a:extLst>
                </p14:cNvPr>
                <p14:cNvContentPartPr/>
                <p14:nvPr/>
              </p14:nvContentPartPr>
              <p14:xfrm>
                <a:off x="8904764" y="5801547"/>
                <a:ext cx="140400" cy="185760"/>
              </p14:xfrm>
            </p:contentPart>
          </mc:Choice>
          <mc:Fallback>
            <p:pic>
              <p:nvPicPr>
                <p:cNvPr id="244" name="잉크 243">
                  <a:extLst>
                    <a:ext uri="{FF2B5EF4-FFF2-40B4-BE49-F238E27FC236}">
                      <a16:creationId xmlns:a16="http://schemas.microsoft.com/office/drawing/2014/main" id="{08542230-3B2F-8E37-7256-C160E2ED513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898644" y="5795427"/>
                  <a:ext cx="1526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45" name="잉크 244">
                  <a:extLst>
                    <a:ext uri="{FF2B5EF4-FFF2-40B4-BE49-F238E27FC236}">
                      <a16:creationId xmlns:a16="http://schemas.microsoft.com/office/drawing/2014/main" id="{20BC47F6-2E4C-525A-C09F-D3463CA0BECC}"/>
                    </a:ext>
                  </a:extLst>
                </p14:cNvPr>
                <p14:cNvContentPartPr/>
                <p14:nvPr/>
              </p14:nvContentPartPr>
              <p14:xfrm>
                <a:off x="9076124" y="5725947"/>
                <a:ext cx="144000" cy="325440"/>
              </p14:xfrm>
            </p:contentPart>
          </mc:Choice>
          <mc:Fallback>
            <p:pic>
              <p:nvPicPr>
                <p:cNvPr id="245" name="잉크 244">
                  <a:extLst>
                    <a:ext uri="{FF2B5EF4-FFF2-40B4-BE49-F238E27FC236}">
                      <a16:creationId xmlns:a16="http://schemas.microsoft.com/office/drawing/2014/main" id="{20BC47F6-2E4C-525A-C09F-D3463CA0BEC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070004" y="5719827"/>
                  <a:ext cx="1562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46" name="잉크 245">
                  <a:extLst>
                    <a:ext uri="{FF2B5EF4-FFF2-40B4-BE49-F238E27FC236}">
                      <a16:creationId xmlns:a16="http://schemas.microsoft.com/office/drawing/2014/main" id="{069B5F55-1ACD-461F-6DCC-8FD164D8FCE1}"/>
                    </a:ext>
                  </a:extLst>
                </p14:cNvPr>
                <p14:cNvContentPartPr/>
                <p14:nvPr/>
              </p14:nvContentPartPr>
              <p14:xfrm>
                <a:off x="9181244" y="5711547"/>
                <a:ext cx="448200" cy="286920"/>
              </p14:xfrm>
            </p:contentPart>
          </mc:Choice>
          <mc:Fallback>
            <p:pic>
              <p:nvPicPr>
                <p:cNvPr id="246" name="잉크 245">
                  <a:extLst>
                    <a:ext uri="{FF2B5EF4-FFF2-40B4-BE49-F238E27FC236}">
                      <a16:creationId xmlns:a16="http://schemas.microsoft.com/office/drawing/2014/main" id="{069B5F55-1ACD-461F-6DCC-8FD164D8FCE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175124" y="5705427"/>
                  <a:ext cx="46044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6F00D275-DF6B-27B5-8222-7172402A556F}"/>
              </a:ext>
            </a:extLst>
          </p:cNvPr>
          <p:cNvGrpSpPr/>
          <p:nvPr/>
        </p:nvGrpSpPr>
        <p:grpSpPr>
          <a:xfrm>
            <a:off x="9779204" y="5466027"/>
            <a:ext cx="597600" cy="606600"/>
            <a:chOff x="9779204" y="5466027"/>
            <a:chExt cx="597600" cy="60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49" name="잉크 248">
                  <a:extLst>
                    <a:ext uri="{FF2B5EF4-FFF2-40B4-BE49-F238E27FC236}">
                      <a16:creationId xmlns:a16="http://schemas.microsoft.com/office/drawing/2014/main" id="{F6DA9BE0-20BF-EDC0-5FD2-2CC47B52D0E6}"/>
                    </a:ext>
                  </a:extLst>
                </p14:cNvPr>
                <p14:cNvContentPartPr/>
                <p14:nvPr/>
              </p14:nvContentPartPr>
              <p14:xfrm>
                <a:off x="9860204" y="5629827"/>
                <a:ext cx="94680" cy="11520"/>
              </p14:xfrm>
            </p:contentPart>
          </mc:Choice>
          <mc:Fallback>
            <p:pic>
              <p:nvPicPr>
                <p:cNvPr id="249" name="잉크 248">
                  <a:extLst>
                    <a:ext uri="{FF2B5EF4-FFF2-40B4-BE49-F238E27FC236}">
                      <a16:creationId xmlns:a16="http://schemas.microsoft.com/office/drawing/2014/main" id="{F6DA9BE0-20BF-EDC0-5FD2-2CC47B52D0E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54084" y="5623707"/>
                  <a:ext cx="106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50" name="잉크 249">
                  <a:extLst>
                    <a:ext uri="{FF2B5EF4-FFF2-40B4-BE49-F238E27FC236}">
                      <a16:creationId xmlns:a16="http://schemas.microsoft.com/office/drawing/2014/main" id="{E89EAC00-2ADC-FBDC-983C-1CB744A66F66}"/>
                    </a:ext>
                  </a:extLst>
                </p14:cNvPr>
                <p14:cNvContentPartPr/>
                <p14:nvPr/>
              </p14:nvContentPartPr>
              <p14:xfrm>
                <a:off x="9860204" y="5629827"/>
                <a:ext cx="360" cy="360"/>
              </p14:xfrm>
            </p:contentPart>
          </mc:Choice>
          <mc:Fallback>
            <p:pic>
              <p:nvPicPr>
                <p:cNvPr id="250" name="잉크 249">
                  <a:extLst>
                    <a:ext uri="{FF2B5EF4-FFF2-40B4-BE49-F238E27FC236}">
                      <a16:creationId xmlns:a16="http://schemas.microsoft.com/office/drawing/2014/main" id="{E89EAC00-2ADC-FBDC-983C-1CB744A66F6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854084" y="56237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51" name="잉크 250">
                  <a:extLst>
                    <a:ext uri="{FF2B5EF4-FFF2-40B4-BE49-F238E27FC236}">
                      <a16:creationId xmlns:a16="http://schemas.microsoft.com/office/drawing/2014/main" id="{BEC96C53-3760-D03C-6B34-81171B713AC0}"/>
                    </a:ext>
                  </a:extLst>
                </p14:cNvPr>
                <p14:cNvContentPartPr/>
                <p14:nvPr/>
              </p14:nvContentPartPr>
              <p14:xfrm>
                <a:off x="9779204" y="5629827"/>
                <a:ext cx="121320" cy="181080"/>
              </p14:xfrm>
            </p:contentPart>
          </mc:Choice>
          <mc:Fallback>
            <p:pic>
              <p:nvPicPr>
                <p:cNvPr id="251" name="잉크 250">
                  <a:extLst>
                    <a:ext uri="{FF2B5EF4-FFF2-40B4-BE49-F238E27FC236}">
                      <a16:creationId xmlns:a16="http://schemas.microsoft.com/office/drawing/2014/main" id="{BEC96C53-3760-D03C-6B34-81171B713AC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773084" y="5623707"/>
                  <a:ext cx="1335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252" name="잉크 251">
                  <a:extLst>
                    <a:ext uri="{FF2B5EF4-FFF2-40B4-BE49-F238E27FC236}">
                      <a16:creationId xmlns:a16="http://schemas.microsoft.com/office/drawing/2014/main" id="{2F6DFDEB-ED63-52C0-3F74-D02840E46686}"/>
                    </a:ext>
                  </a:extLst>
                </p14:cNvPr>
                <p14:cNvContentPartPr/>
                <p14:nvPr/>
              </p14:nvContentPartPr>
              <p14:xfrm>
                <a:off x="9968564" y="5478627"/>
                <a:ext cx="129960" cy="375840"/>
              </p14:xfrm>
            </p:contentPart>
          </mc:Choice>
          <mc:Fallback>
            <p:pic>
              <p:nvPicPr>
                <p:cNvPr id="252" name="잉크 251">
                  <a:extLst>
                    <a:ext uri="{FF2B5EF4-FFF2-40B4-BE49-F238E27FC236}">
                      <a16:creationId xmlns:a16="http://schemas.microsoft.com/office/drawing/2014/main" id="{2F6DFDEB-ED63-52C0-3F74-D02840E4668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962444" y="5472507"/>
                  <a:ext cx="1422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253" name="잉크 252">
                  <a:extLst>
                    <a:ext uri="{FF2B5EF4-FFF2-40B4-BE49-F238E27FC236}">
                      <a16:creationId xmlns:a16="http://schemas.microsoft.com/office/drawing/2014/main" id="{C07C67D6-0147-5E5C-99D3-5D4E0238A5EC}"/>
                    </a:ext>
                  </a:extLst>
                </p14:cNvPr>
                <p14:cNvContentPartPr/>
                <p14:nvPr/>
              </p14:nvContentPartPr>
              <p14:xfrm>
                <a:off x="9837524" y="5957427"/>
                <a:ext cx="100080" cy="115200"/>
              </p14:xfrm>
            </p:contentPart>
          </mc:Choice>
          <mc:Fallback>
            <p:pic>
              <p:nvPicPr>
                <p:cNvPr id="253" name="잉크 252">
                  <a:extLst>
                    <a:ext uri="{FF2B5EF4-FFF2-40B4-BE49-F238E27FC236}">
                      <a16:creationId xmlns:a16="http://schemas.microsoft.com/office/drawing/2014/main" id="{C07C67D6-0147-5E5C-99D3-5D4E0238A5E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831404" y="5951307"/>
                  <a:ext cx="1123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54" name="잉크 253">
                  <a:extLst>
                    <a:ext uri="{FF2B5EF4-FFF2-40B4-BE49-F238E27FC236}">
                      <a16:creationId xmlns:a16="http://schemas.microsoft.com/office/drawing/2014/main" id="{D444256E-2E11-07EF-0A46-315943191284}"/>
                    </a:ext>
                  </a:extLst>
                </p14:cNvPr>
                <p14:cNvContentPartPr/>
                <p14:nvPr/>
              </p14:nvContentPartPr>
              <p14:xfrm>
                <a:off x="9837524" y="5886507"/>
                <a:ext cx="138600" cy="129600"/>
              </p14:xfrm>
            </p:contentPart>
          </mc:Choice>
          <mc:Fallback>
            <p:pic>
              <p:nvPicPr>
                <p:cNvPr id="254" name="잉크 253">
                  <a:extLst>
                    <a:ext uri="{FF2B5EF4-FFF2-40B4-BE49-F238E27FC236}">
                      <a16:creationId xmlns:a16="http://schemas.microsoft.com/office/drawing/2014/main" id="{D444256E-2E11-07EF-0A46-31594319128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831404" y="5880387"/>
                  <a:ext cx="1508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55" name="잉크 254">
                  <a:extLst>
                    <a:ext uri="{FF2B5EF4-FFF2-40B4-BE49-F238E27FC236}">
                      <a16:creationId xmlns:a16="http://schemas.microsoft.com/office/drawing/2014/main" id="{BFC7F333-9FAC-26C7-1D0D-852B99BC9B96}"/>
                    </a:ext>
                  </a:extLst>
                </p14:cNvPr>
                <p14:cNvContentPartPr/>
                <p14:nvPr/>
              </p14:nvContentPartPr>
              <p14:xfrm>
                <a:off x="9886484" y="5940147"/>
                <a:ext cx="147240" cy="17640"/>
              </p14:xfrm>
            </p:contentPart>
          </mc:Choice>
          <mc:Fallback>
            <p:pic>
              <p:nvPicPr>
                <p:cNvPr id="255" name="잉크 254">
                  <a:extLst>
                    <a:ext uri="{FF2B5EF4-FFF2-40B4-BE49-F238E27FC236}">
                      <a16:creationId xmlns:a16="http://schemas.microsoft.com/office/drawing/2014/main" id="{BFC7F333-9FAC-26C7-1D0D-852B99BC9B9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880364" y="5934027"/>
                  <a:ext cx="1594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56" name="잉크 255">
                  <a:extLst>
                    <a:ext uri="{FF2B5EF4-FFF2-40B4-BE49-F238E27FC236}">
                      <a16:creationId xmlns:a16="http://schemas.microsoft.com/office/drawing/2014/main" id="{37E62D78-2934-C678-CFC2-3FE3EB8591AD}"/>
                    </a:ext>
                  </a:extLst>
                </p14:cNvPr>
                <p14:cNvContentPartPr/>
                <p14:nvPr/>
              </p14:nvContentPartPr>
              <p14:xfrm>
                <a:off x="10112204" y="5656467"/>
                <a:ext cx="163080" cy="239760"/>
              </p14:xfrm>
            </p:contentPart>
          </mc:Choice>
          <mc:Fallback>
            <p:pic>
              <p:nvPicPr>
                <p:cNvPr id="256" name="잉크 255">
                  <a:extLst>
                    <a:ext uri="{FF2B5EF4-FFF2-40B4-BE49-F238E27FC236}">
                      <a16:creationId xmlns:a16="http://schemas.microsoft.com/office/drawing/2014/main" id="{37E62D78-2934-C678-CFC2-3FE3EB8591A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106084" y="5650347"/>
                  <a:ext cx="175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57" name="잉크 256">
                  <a:extLst>
                    <a:ext uri="{FF2B5EF4-FFF2-40B4-BE49-F238E27FC236}">
                      <a16:creationId xmlns:a16="http://schemas.microsoft.com/office/drawing/2014/main" id="{DC94F5E8-920E-6B82-6477-08797EC4BB1C}"/>
                    </a:ext>
                  </a:extLst>
                </p14:cNvPr>
                <p14:cNvContentPartPr/>
                <p14:nvPr/>
              </p14:nvContentPartPr>
              <p14:xfrm>
                <a:off x="10206524" y="5700747"/>
                <a:ext cx="170280" cy="63360"/>
              </p14:xfrm>
            </p:contentPart>
          </mc:Choice>
          <mc:Fallback>
            <p:pic>
              <p:nvPicPr>
                <p:cNvPr id="257" name="잉크 256">
                  <a:extLst>
                    <a:ext uri="{FF2B5EF4-FFF2-40B4-BE49-F238E27FC236}">
                      <a16:creationId xmlns:a16="http://schemas.microsoft.com/office/drawing/2014/main" id="{DC94F5E8-920E-6B82-6477-08797EC4BB1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200404" y="5694627"/>
                  <a:ext cx="1825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258" name="잉크 257">
                  <a:extLst>
                    <a:ext uri="{FF2B5EF4-FFF2-40B4-BE49-F238E27FC236}">
                      <a16:creationId xmlns:a16="http://schemas.microsoft.com/office/drawing/2014/main" id="{71926F46-1C08-96F6-BB56-7AE53438BE26}"/>
                    </a:ext>
                  </a:extLst>
                </p14:cNvPr>
                <p14:cNvContentPartPr/>
                <p14:nvPr/>
              </p14:nvContentPartPr>
              <p14:xfrm>
                <a:off x="10322084" y="5466027"/>
                <a:ext cx="32040" cy="460080"/>
              </p14:xfrm>
            </p:contentPart>
          </mc:Choice>
          <mc:Fallback>
            <p:pic>
              <p:nvPicPr>
                <p:cNvPr id="258" name="잉크 257">
                  <a:extLst>
                    <a:ext uri="{FF2B5EF4-FFF2-40B4-BE49-F238E27FC236}">
                      <a16:creationId xmlns:a16="http://schemas.microsoft.com/office/drawing/2014/main" id="{71926F46-1C08-96F6-BB56-7AE53438BE2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315964" y="5459907"/>
                  <a:ext cx="4428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259" name="잉크 258">
                  <a:extLst>
                    <a:ext uri="{FF2B5EF4-FFF2-40B4-BE49-F238E27FC236}">
                      <a16:creationId xmlns:a16="http://schemas.microsoft.com/office/drawing/2014/main" id="{05D889BB-DABC-5C2E-FE3F-57FF4F7474C5}"/>
                    </a:ext>
                  </a:extLst>
                </p14:cNvPr>
                <p14:cNvContentPartPr/>
                <p14:nvPr/>
              </p14:nvContentPartPr>
              <p14:xfrm>
                <a:off x="10185644" y="5914587"/>
                <a:ext cx="161280" cy="144000"/>
              </p14:xfrm>
            </p:contentPart>
          </mc:Choice>
          <mc:Fallback>
            <p:pic>
              <p:nvPicPr>
                <p:cNvPr id="259" name="잉크 258">
                  <a:extLst>
                    <a:ext uri="{FF2B5EF4-FFF2-40B4-BE49-F238E27FC236}">
                      <a16:creationId xmlns:a16="http://schemas.microsoft.com/office/drawing/2014/main" id="{05D889BB-DABC-5C2E-FE3F-57FF4F7474C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179524" y="5908467"/>
                  <a:ext cx="173520" cy="15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260" name="잉크 259">
                <a:extLst>
                  <a:ext uri="{FF2B5EF4-FFF2-40B4-BE49-F238E27FC236}">
                    <a16:creationId xmlns:a16="http://schemas.microsoft.com/office/drawing/2014/main" id="{746E7151-C462-DDE7-AAFF-7162971FC940}"/>
                  </a:ext>
                </a:extLst>
              </p14:cNvPr>
              <p14:cNvContentPartPr/>
              <p14:nvPr/>
            </p14:nvContentPartPr>
            <p14:xfrm>
              <a:off x="10668404" y="6096027"/>
              <a:ext cx="360" cy="360"/>
            </p14:xfrm>
          </p:contentPart>
        </mc:Choice>
        <mc:Fallback>
          <p:pic>
            <p:nvPicPr>
              <p:cNvPr id="260" name="잉크 259">
                <a:extLst>
                  <a:ext uri="{FF2B5EF4-FFF2-40B4-BE49-F238E27FC236}">
                    <a16:creationId xmlns:a16="http://schemas.microsoft.com/office/drawing/2014/main" id="{746E7151-C462-DDE7-AAFF-7162971FC94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662284" y="608990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4" name="그룹 363">
            <a:extLst>
              <a:ext uri="{FF2B5EF4-FFF2-40B4-BE49-F238E27FC236}">
                <a16:creationId xmlns:a16="http://schemas.microsoft.com/office/drawing/2014/main" id="{50B9C853-3DA1-450E-472A-F76750CA0C59}"/>
              </a:ext>
            </a:extLst>
          </p:cNvPr>
          <p:cNvGrpSpPr/>
          <p:nvPr/>
        </p:nvGrpSpPr>
        <p:grpSpPr>
          <a:xfrm>
            <a:off x="479684" y="-44493"/>
            <a:ext cx="8890920" cy="2910600"/>
            <a:chOff x="479684" y="-44493"/>
            <a:chExt cx="8890920" cy="29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67F8D8D1-E137-808C-C4AE-9610A61E1AC6}"/>
                    </a:ext>
                  </a:extLst>
                </p14:cNvPr>
                <p14:cNvContentPartPr/>
                <p14:nvPr/>
              </p14:nvContentPartPr>
              <p14:xfrm>
                <a:off x="3256004" y="2601867"/>
                <a:ext cx="191160" cy="131760"/>
              </p14:xfrm>
            </p:contentPart>
          </mc:Choice>
          <mc:Fallback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67F8D8D1-E137-808C-C4AE-9610A61E1AC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249884" y="2595747"/>
                  <a:ext cx="203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4F5607E9-654D-2647-3BD4-410EC3015AFA}"/>
                    </a:ext>
                  </a:extLst>
                </p14:cNvPr>
                <p14:cNvContentPartPr/>
                <p14:nvPr/>
              </p14:nvContentPartPr>
              <p14:xfrm>
                <a:off x="3446444" y="2582427"/>
                <a:ext cx="198000" cy="175320"/>
              </p14:xfrm>
            </p:contentPart>
          </mc:Choice>
          <mc:Fallback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4F5607E9-654D-2647-3BD4-410EC3015AF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440324" y="2576307"/>
                  <a:ext cx="2102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8D0F2641-5BE2-C108-2BA3-82732E234A5B}"/>
                    </a:ext>
                  </a:extLst>
                </p14:cNvPr>
                <p14:cNvContentPartPr/>
                <p14:nvPr/>
              </p14:nvContentPartPr>
              <p14:xfrm>
                <a:off x="3497204" y="2576307"/>
                <a:ext cx="112320" cy="135720"/>
              </p14:xfrm>
            </p:contentPart>
          </mc:Choice>
          <mc:Fallback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8D0F2641-5BE2-C108-2BA3-82732E234A5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491084" y="2570187"/>
                  <a:ext cx="1245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65EF9D5A-77B2-14F9-FCFF-143846B2E930}"/>
                    </a:ext>
                  </a:extLst>
                </p14:cNvPr>
                <p14:cNvContentPartPr/>
                <p14:nvPr/>
              </p14:nvContentPartPr>
              <p14:xfrm>
                <a:off x="3623564" y="2532027"/>
                <a:ext cx="137520" cy="290160"/>
              </p14:xfrm>
            </p:contentPart>
          </mc:Choice>
          <mc:Fallback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65EF9D5A-77B2-14F9-FCFF-143846B2E93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617444" y="2525907"/>
                  <a:ext cx="1497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0B8EA6A4-A0D0-1B74-914B-5FCAAC3A0C9A}"/>
                    </a:ext>
                  </a:extLst>
                </p14:cNvPr>
                <p14:cNvContentPartPr/>
                <p14:nvPr/>
              </p14:nvContentPartPr>
              <p14:xfrm>
                <a:off x="4590524" y="2559747"/>
                <a:ext cx="167400" cy="149760"/>
              </p14:xfrm>
            </p:contentPart>
          </mc:Choice>
          <mc:Fallback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0B8EA6A4-A0D0-1B74-914B-5FCAAC3A0C9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584404" y="2553627"/>
                  <a:ext cx="1796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7D71A5C3-1858-5CAA-E0E3-D96847E0E6BE}"/>
                    </a:ext>
                  </a:extLst>
                </p14:cNvPr>
                <p14:cNvContentPartPr/>
                <p14:nvPr/>
              </p14:nvContentPartPr>
              <p14:xfrm>
                <a:off x="4757204" y="2561907"/>
                <a:ext cx="360" cy="360"/>
              </p14:xfrm>
            </p:contentPart>
          </mc:Choice>
          <mc:Fallback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7D71A5C3-1858-5CAA-E0E3-D96847E0E6B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51084" y="25557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18" name="잉크 117">
                  <a:extLst>
                    <a:ext uri="{FF2B5EF4-FFF2-40B4-BE49-F238E27FC236}">
                      <a16:creationId xmlns:a16="http://schemas.microsoft.com/office/drawing/2014/main" id="{91BE2ABB-FFB3-DB94-F7E6-F11355639B6E}"/>
                    </a:ext>
                  </a:extLst>
                </p14:cNvPr>
                <p14:cNvContentPartPr/>
                <p14:nvPr/>
              </p14:nvContentPartPr>
              <p14:xfrm>
                <a:off x="4737764" y="2561907"/>
                <a:ext cx="129960" cy="193680"/>
              </p14:xfrm>
            </p:contentPart>
          </mc:Choice>
          <mc:Fallback>
            <p:pic>
              <p:nvPicPr>
                <p:cNvPr id="118" name="잉크 117">
                  <a:extLst>
                    <a:ext uri="{FF2B5EF4-FFF2-40B4-BE49-F238E27FC236}">
                      <a16:creationId xmlns:a16="http://schemas.microsoft.com/office/drawing/2014/main" id="{91BE2ABB-FFB3-DB94-F7E6-F11355639B6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731644" y="2555787"/>
                  <a:ext cx="1422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19" name="잉크 118">
                  <a:extLst>
                    <a:ext uri="{FF2B5EF4-FFF2-40B4-BE49-F238E27FC236}">
                      <a16:creationId xmlns:a16="http://schemas.microsoft.com/office/drawing/2014/main" id="{78C8889E-DE47-3227-864E-D229882A7245}"/>
                    </a:ext>
                  </a:extLst>
                </p14:cNvPr>
                <p14:cNvContentPartPr/>
                <p14:nvPr/>
              </p14:nvContentPartPr>
              <p14:xfrm>
                <a:off x="4844684" y="2576307"/>
                <a:ext cx="150840" cy="187920"/>
              </p14:xfrm>
            </p:contentPart>
          </mc:Choice>
          <mc:Fallback>
            <p:pic>
              <p:nvPicPr>
                <p:cNvPr id="119" name="잉크 118">
                  <a:extLst>
                    <a:ext uri="{FF2B5EF4-FFF2-40B4-BE49-F238E27FC236}">
                      <a16:creationId xmlns:a16="http://schemas.microsoft.com/office/drawing/2014/main" id="{78C8889E-DE47-3227-864E-D229882A724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838564" y="2570187"/>
                  <a:ext cx="163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0" name="잉크 119">
                  <a:extLst>
                    <a:ext uri="{FF2B5EF4-FFF2-40B4-BE49-F238E27FC236}">
                      <a16:creationId xmlns:a16="http://schemas.microsoft.com/office/drawing/2014/main" id="{EF1786B6-82EB-1B38-BF99-7022942DCC81}"/>
                    </a:ext>
                  </a:extLst>
                </p14:cNvPr>
                <p14:cNvContentPartPr/>
                <p14:nvPr/>
              </p14:nvContentPartPr>
              <p14:xfrm>
                <a:off x="4995164" y="2576307"/>
                <a:ext cx="360" cy="360"/>
              </p14:xfrm>
            </p:contentPart>
          </mc:Choice>
          <mc:Fallback>
            <p:pic>
              <p:nvPicPr>
                <p:cNvPr id="120" name="잉크 119">
                  <a:extLst>
                    <a:ext uri="{FF2B5EF4-FFF2-40B4-BE49-F238E27FC236}">
                      <a16:creationId xmlns:a16="http://schemas.microsoft.com/office/drawing/2014/main" id="{EF1786B6-82EB-1B38-BF99-7022942DCC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89044" y="25701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21" name="잉크 120">
                  <a:extLst>
                    <a:ext uri="{FF2B5EF4-FFF2-40B4-BE49-F238E27FC236}">
                      <a16:creationId xmlns:a16="http://schemas.microsoft.com/office/drawing/2014/main" id="{98F17C5C-E302-2B27-4F23-921D05B7F841}"/>
                    </a:ext>
                  </a:extLst>
                </p14:cNvPr>
                <p14:cNvContentPartPr/>
                <p14:nvPr/>
              </p14:nvContentPartPr>
              <p14:xfrm>
                <a:off x="4974284" y="2576307"/>
                <a:ext cx="93240" cy="20880"/>
              </p14:xfrm>
            </p:contentPart>
          </mc:Choice>
          <mc:Fallback>
            <p:pic>
              <p:nvPicPr>
                <p:cNvPr id="121" name="잉크 120">
                  <a:extLst>
                    <a:ext uri="{FF2B5EF4-FFF2-40B4-BE49-F238E27FC236}">
                      <a16:creationId xmlns:a16="http://schemas.microsoft.com/office/drawing/2014/main" id="{98F17C5C-E302-2B27-4F23-921D05B7F84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968164" y="2570187"/>
                  <a:ext cx="105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22" name="잉크 121">
                  <a:extLst>
                    <a:ext uri="{FF2B5EF4-FFF2-40B4-BE49-F238E27FC236}">
                      <a16:creationId xmlns:a16="http://schemas.microsoft.com/office/drawing/2014/main" id="{ABFB077F-E895-9D90-A952-8367AABD3F86}"/>
                    </a:ext>
                  </a:extLst>
                </p14:cNvPr>
                <p14:cNvContentPartPr/>
                <p14:nvPr/>
              </p14:nvContentPartPr>
              <p14:xfrm>
                <a:off x="5050964" y="2618067"/>
                <a:ext cx="189720" cy="208440"/>
              </p14:xfrm>
            </p:contentPart>
          </mc:Choice>
          <mc:Fallback>
            <p:pic>
              <p:nvPicPr>
                <p:cNvPr id="122" name="잉크 121">
                  <a:extLst>
                    <a:ext uri="{FF2B5EF4-FFF2-40B4-BE49-F238E27FC236}">
                      <a16:creationId xmlns:a16="http://schemas.microsoft.com/office/drawing/2014/main" id="{ABFB077F-E895-9D90-A952-8367AABD3F8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044844" y="2611947"/>
                  <a:ext cx="201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25" name="잉크 124">
                  <a:extLst>
                    <a:ext uri="{FF2B5EF4-FFF2-40B4-BE49-F238E27FC236}">
                      <a16:creationId xmlns:a16="http://schemas.microsoft.com/office/drawing/2014/main" id="{6F394F27-1685-B167-E2F7-D8A06BA8CCDE}"/>
                    </a:ext>
                  </a:extLst>
                </p14:cNvPr>
                <p14:cNvContentPartPr/>
                <p14:nvPr/>
              </p14:nvContentPartPr>
              <p14:xfrm>
                <a:off x="5414924" y="2558667"/>
                <a:ext cx="119880" cy="205200"/>
              </p14:xfrm>
            </p:contentPart>
          </mc:Choice>
          <mc:Fallback>
            <p:pic>
              <p:nvPicPr>
                <p:cNvPr id="125" name="잉크 124">
                  <a:extLst>
                    <a:ext uri="{FF2B5EF4-FFF2-40B4-BE49-F238E27FC236}">
                      <a16:creationId xmlns:a16="http://schemas.microsoft.com/office/drawing/2014/main" id="{6F394F27-1685-B167-E2F7-D8A06BA8CCD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408804" y="2552547"/>
                  <a:ext cx="1321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26" name="잉크 125">
                  <a:extLst>
                    <a:ext uri="{FF2B5EF4-FFF2-40B4-BE49-F238E27FC236}">
                      <a16:creationId xmlns:a16="http://schemas.microsoft.com/office/drawing/2014/main" id="{80D1177D-B231-728B-70FE-BF191BB63D95}"/>
                    </a:ext>
                  </a:extLst>
                </p14:cNvPr>
                <p14:cNvContentPartPr/>
                <p14:nvPr/>
              </p14:nvContentPartPr>
              <p14:xfrm>
                <a:off x="6129164" y="2538507"/>
                <a:ext cx="129240" cy="253800"/>
              </p14:xfrm>
            </p:contentPart>
          </mc:Choice>
          <mc:Fallback>
            <p:pic>
              <p:nvPicPr>
                <p:cNvPr id="126" name="잉크 125">
                  <a:extLst>
                    <a:ext uri="{FF2B5EF4-FFF2-40B4-BE49-F238E27FC236}">
                      <a16:creationId xmlns:a16="http://schemas.microsoft.com/office/drawing/2014/main" id="{80D1177D-B231-728B-70FE-BF191BB63D9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123044" y="2532387"/>
                  <a:ext cx="1414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9CE4F0AE-1D14-B012-9070-93327C68D01C}"/>
                    </a:ext>
                  </a:extLst>
                </p14:cNvPr>
                <p14:cNvContentPartPr/>
                <p14:nvPr/>
              </p14:nvContentPartPr>
              <p14:xfrm>
                <a:off x="7639364" y="2421867"/>
                <a:ext cx="19440" cy="150120"/>
              </p14:xfrm>
            </p:contentPart>
          </mc:Choice>
          <mc:Fallback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9CE4F0AE-1D14-B012-9070-93327C68D01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633244" y="2415747"/>
                  <a:ext cx="316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CE41DFD2-F96B-270A-3DEF-8586174A22AA}"/>
                    </a:ext>
                  </a:extLst>
                </p14:cNvPr>
                <p14:cNvContentPartPr/>
                <p14:nvPr/>
              </p14:nvContentPartPr>
              <p14:xfrm>
                <a:off x="7620284" y="2758827"/>
                <a:ext cx="3960" cy="107280"/>
              </p14:xfrm>
            </p:contentPart>
          </mc:Choice>
          <mc:Fallback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CE41DFD2-F96B-270A-3DEF-8586174A22A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614164" y="2752707"/>
                  <a:ext cx="162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DD734C8E-EDD8-2511-C3B2-0BC520B41C59}"/>
                    </a:ext>
                  </a:extLst>
                </p14:cNvPr>
                <p14:cNvContentPartPr/>
                <p14:nvPr/>
              </p14:nvContentPartPr>
              <p14:xfrm>
                <a:off x="8184764" y="2558667"/>
                <a:ext cx="111240" cy="139680"/>
              </p14:xfrm>
            </p:contentPart>
          </mc:Choice>
          <mc:Fallback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DD734C8E-EDD8-2511-C3B2-0BC520B41C5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178644" y="2552547"/>
                  <a:ext cx="123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5C68A9D8-9A9D-4987-3C2C-6D98DA7B0425}"/>
                    </a:ext>
                  </a:extLst>
                </p14:cNvPr>
                <p14:cNvContentPartPr/>
                <p14:nvPr/>
              </p14:nvContentPartPr>
              <p14:xfrm>
                <a:off x="8295644" y="2558667"/>
                <a:ext cx="360" cy="360"/>
              </p14:xfrm>
            </p:contentPart>
          </mc:Choice>
          <mc:Fallback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5C68A9D8-9A9D-4987-3C2C-6D98DA7B042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89524" y="25525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98DD6D1B-75C4-FC5E-B285-BA1F8A73EB5C}"/>
                    </a:ext>
                  </a:extLst>
                </p14:cNvPr>
                <p14:cNvContentPartPr/>
                <p14:nvPr/>
              </p14:nvContentPartPr>
              <p14:xfrm>
                <a:off x="8295644" y="2558667"/>
                <a:ext cx="210240" cy="102600"/>
              </p14:xfrm>
            </p:contentPart>
          </mc:Choice>
          <mc:Fallback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98DD6D1B-75C4-FC5E-B285-BA1F8A73EB5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289524" y="2552547"/>
                  <a:ext cx="2224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9" name="잉크 158">
                  <a:extLst>
                    <a:ext uri="{FF2B5EF4-FFF2-40B4-BE49-F238E27FC236}">
                      <a16:creationId xmlns:a16="http://schemas.microsoft.com/office/drawing/2014/main" id="{DA0B1A68-B7ED-9CD9-F87A-0E9A0B9DC021}"/>
                    </a:ext>
                  </a:extLst>
                </p14:cNvPr>
                <p14:cNvContentPartPr/>
                <p14:nvPr/>
              </p14:nvContentPartPr>
              <p14:xfrm>
                <a:off x="8512724" y="2495667"/>
                <a:ext cx="140400" cy="178200"/>
              </p14:xfrm>
            </p:contentPart>
          </mc:Choice>
          <mc:Fallback>
            <p:pic>
              <p:nvPicPr>
                <p:cNvPr id="159" name="잉크 158">
                  <a:extLst>
                    <a:ext uri="{FF2B5EF4-FFF2-40B4-BE49-F238E27FC236}">
                      <a16:creationId xmlns:a16="http://schemas.microsoft.com/office/drawing/2014/main" id="{DA0B1A68-B7ED-9CD9-F87A-0E9A0B9DC02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506604" y="2489547"/>
                  <a:ext cx="1526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CE6E223F-B531-989E-727E-E52918CD7809}"/>
                    </a:ext>
                  </a:extLst>
                </p14:cNvPr>
                <p14:cNvContentPartPr/>
                <p14:nvPr/>
              </p14:nvContentPartPr>
              <p14:xfrm>
                <a:off x="8622884" y="2495667"/>
                <a:ext cx="360" cy="360"/>
              </p14:xfrm>
            </p:contentPart>
          </mc:Choice>
          <mc:Fallback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CE6E223F-B531-989E-727E-E52918CD780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16764" y="24895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04901B8D-8AFF-2060-D197-814F1393FE6F}"/>
                    </a:ext>
                  </a:extLst>
                </p14:cNvPr>
                <p14:cNvContentPartPr/>
                <p14:nvPr/>
              </p14:nvContentPartPr>
              <p14:xfrm>
                <a:off x="8622884" y="2495667"/>
                <a:ext cx="89640" cy="54000"/>
              </p14:xfrm>
            </p:contentPart>
          </mc:Choice>
          <mc:Fallback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04901B8D-8AFF-2060-D197-814F1393FE6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616764" y="2489547"/>
                  <a:ext cx="1018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2" name="잉크 161">
                  <a:extLst>
                    <a:ext uri="{FF2B5EF4-FFF2-40B4-BE49-F238E27FC236}">
                      <a16:creationId xmlns:a16="http://schemas.microsoft.com/office/drawing/2014/main" id="{9F742E30-C930-6B17-DBB1-0010FEF6C976}"/>
                    </a:ext>
                  </a:extLst>
                </p14:cNvPr>
                <p14:cNvContentPartPr/>
                <p14:nvPr/>
              </p14:nvContentPartPr>
              <p14:xfrm>
                <a:off x="8681924" y="2561547"/>
                <a:ext cx="141480" cy="137880"/>
              </p14:xfrm>
            </p:contentPart>
          </mc:Choice>
          <mc:Fallback>
            <p:pic>
              <p:nvPicPr>
                <p:cNvPr id="162" name="잉크 161">
                  <a:extLst>
                    <a:ext uri="{FF2B5EF4-FFF2-40B4-BE49-F238E27FC236}">
                      <a16:creationId xmlns:a16="http://schemas.microsoft.com/office/drawing/2014/main" id="{9F742E30-C930-6B17-DBB1-0010FEF6C97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675804" y="2555427"/>
                  <a:ext cx="153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3" name="잉크 162">
                  <a:extLst>
                    <a:ext uri="{FF2B5EF4-FFF2-40B4-BE49-F238E27FC236}">
                      <a16:creationId xmlns:a16="http://schemas.microsoft.com/office/drawing/2014/main" id="{9454382E-DD52-6CC0-A739-16CC4073F31B}"/>
                    </a:ext>
                  </a:extLst>
                </p14:cNvPr>
                <p14:cNvContentPartPr/>
                <p14:nvPr/>
              </p14:nvContentPartPr>
              <p14:xfrm>
                <a:off x="9009524" y="2472267"/>
                <a:ext cx="95040" cy="219600"/>
              </p14:xfrm>
            </p:contentPart>
          </mc:Choice>
          <mc:Fallback>
            <p:pic>
              <p:nvPicPr>
                <p:cNvPr id="163" name="잉크 162">
                  <a:extLst>
                    <a:ext uri="{FF2B5EF4-FFF2-40B4-BE49-F238E27FC236}">
                      <a16:creationId xmlns:a16="http://schemas.microsoft.com/office/drawing/2014/main" id="{9454382E-DD52-6CC0-A739-16CC4073F31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003404" y="2466147"/>
                  <a:ext cx="1072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8F117DB8-B01D-6C35-41A0-8A09AB29C275}"/>
                    </a:ext>
                  </a:extLst>
                </p14:cNvPr>
                <p14:cNvContentPartPr/>
                <p14:nvPr/>
              </p14:nvContentPartPr>
              <p14:xfrm>
                <a:off x="529364" y="453027"/>
                <a:ext cx="32760" cy="1609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8F117DB8-B01D-6C35-41A0-8A09AB29C27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23244" y="446907"/>
                  <a:ext cx="45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186357D7-02CC-80D8-7CD2-3B878134ABAF}"/>
                    </a:ext>
                  </a:extLst>
                </p14:cNvPr>
                <p14:cNvContentPartPr/>
                <p14:nvPr/>
              </p14:nvContentPartPr>
              <p14:xfrm>
                <a:off x="479684" y="453027"/>
                <a:ext cx="223200" cy="25488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186357D7-02CC-80D8-7CD2-3B878134ABA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73564" y="446907"/>
                  <a:ext cx="235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BED56736-ECF0-EBF3-FD21-5D421170A07C}"/>
                    </a:ext>
                  </a:extLst>
                </p14:cNvPr>
                <p14:cNvContentPartPr/>
                <p14:nvPr/>
              </p14:nvContentPartPr>
              <p14:xfrm>
                <a:off x="921404" y="385347"/>
                <a:ext cx="169920" cy="3466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BED56736-ECF0-EBF3-FD21-5D421170A07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15284" y="379227"/>
                  <a:ext cx="1821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2DE3D26-ECF6-8B49-7925-3A4F517F3FE7}"/>
                    </a:ext>
                  </a:extLst>
                </p14:cNvPr>
                <p14:cNvContentPartPr/>
                <p14:nvPr/>
              </p14:nvContentPartPr>
              <p14:xfrm>
                <a:off x="1092764" y="434307"/>
                <a:ext cx="131760" cy="2829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2DE3D26-ECF6-8B49-7925-3A4F517F3FE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86644" y="428187"/>
                  <a:ext cx="1440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3373319-3B28-89E2-0700-697C45AF3208}"/>
                    </a:ext>
                  </a:extLst>
                </p14:cNvPr>
                <p14:cNvContentPartPr/>
                <p14:nvPr/>
              </p14:nvContentPartPr>
              <p14:xfrm>
                <a:off x="1285364" y="467427"/>
                <a:ext cx="159480" cy="381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3373319-3B28-89E2-0700-697C45AF320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279244" y="461307"/>
                  <a:ext cx="171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E23EE856-02D2-BE4C-2DFB-7310CDC06B52}"/>
                    </a:ext>
                  </a:extLst>
                </p14:cNvPr>
                <p14:cNvContentPartPr/>
                <p14:nvPr/>
              </p14:nvContentPartPr>
              <p14:xfrm>
                <a:off x="1285364" y="498747"/>
                <a:ext cx="360" cy="3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E23EE856-02D2-BE4C-2DFB-7310CDC06B5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79244" y="4926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46FFA54-3077-FCAD-CE6A-9D41AE60508F}"/>
                    </a:ext>
                  </a:extLst>
                </p14:cNvPr>
                <p14:cNvContentPartPr/>
                <p14:nvPr/>
              </p14:nvContentPartPr>
              <p14:xfrm>
                <a:off x="1285364" y="490467"/>
                <a:ext cx="86760" cy="2419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46FFA54-3077-FCAD-CE6A-9D41AE60508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279244" y="484347"/>
                  <a:ext cx="990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7C2AC31-FD0C-55FD-47AA-8B8D1DF2F060}"/>
                    </a:ext>
                  </a:extLst>
                </p14:cNvPr>
                <p14:cNvContentPartPr/>
                <p14:nvPr/>
              </p14:nvContentPartPr>
              <p14:xfrm>
                <a:off x="1658324" y="708267"/>
                <a:ext cx="51840" cy="680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7C2AC31-FD0C-55FD-47AA-8B8D1DF2F06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652204" y="702147"/>
                  <a:ext cx="640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EAD91800-4DB7-88C2-1B3A-76EB68F4DABB}"/>
                    </a:ext>
                  </a:extLst>
                </p14:cNvPr>
                <p14:cNvContentPartPr/>
                <p14:nvPr/>
              </p14:nvContentPartPr>
              <p14:xfrm>
                <a:off x="612524" y="1147827"/>
                <a:ext cx="130680" cy="1080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EAD91800-4DB7-88C2-1B3A-76EB68F4DAB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06404" y="1141707"/>
                  <a:ext cx="1429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A2C9832B-7F27-B30A-52D2-D9E61004DFF3}"/>
                    </a:ext>
                  </a:extLst>
                </p14:cNvPr>
                <p14:cNvContentPartPr/>
                <p14:nvPr/>
              </p14:nvContentPartPr>
              <p14:xfrm>
                <a:off x="567884" y="1045227"/>
                <a:ext cx="262080" cy="2455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A2C9832B-7F27-B30A-52D2-D9E61004DFF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61764" y="1039107"/>
                  <a:ext cx="2743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0F7952A8-3400-29C5-7B14-48E08102A2FD}"/>
                    </a:ext>
                  </a:extLst>
                </p14:cNvPr>
                <p14:cNvContentPartPr/>
                <p14:nvPr/>
              </p14:nvContentPartPr>
              <p14:xfrm>
                <a:off x="917804" y="1098867"/>
                <a:ext cx="203760" cy="33552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0F7952A8-3400-29C5-7B14-48E08102A2F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11684" y="1092747"/>
                  <a:ext cx="2160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F25C02A3-AB2A-3667-B877-FAFB48AFCD52}"/>
                    </a:ext>
                  </a:extLst>
                </p14:cNvPr>
                <p14:cNvContentPartPr/>
                <p14:nvPr/>
              </p14:nvContentPartPr>
              <p14:xfrm>
                <a:off x="1222364" y="1027947"/>
                <a:ext cx="116280" cy="2080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F25C02A3-AB2A-3667-B877-FAFB48AFCD52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216244" y="1021827"/>
                  <a:ext cx="1285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71D14BD1-BA16-4671-77F0-C1F052D8B0A8}"/>
                    </a:ext>
                  </a:extLst>
                </p14:cNvPr>
                <p14:cNvContentPartPr/>
                <p14:nvPr/>
              </p14:nvContentPartPr>
              <p14:xfrm>
                <a:off x="1358804" y="1111467"/>
                <a:ext cx="102240" cy="1137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71D14BD1-BA16-4671-77F0-C1F052D8B0A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352684" y="1105347"/>
                  <a:ext cx="1144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12F0B73-ED6D-E7B5-49AA-6BF23DF19C65}"/>
                    </a:ext>
                  </a:extLst>
                </p14:cNvPr>
                <p14:cNvContentPartPr/>
                <p14:nvPr/>
              </p14:nvContentPartPr>
              <p14:xfrm>
                <a:off x="1465724" y="1080147"/>
                <a:ext cx="81000" cy="727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12F0B73-ED6D-E7B5-49AA-6BF23DF19C6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459604" y="1074027"/>
                  <a:ext cx="932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C623B3BF-3305-190B-364E-490574CEE212}"/>
                    </a:ext>
                  </a:extLst>
                </p14:cNvPr>
                <p14:cNvContentPartPr/>
                <p14:nvPr/>
              </p14:nvContentPartPr>
              <p14:xfrm>
                <a:off x="1348364" y="1073667"/>
                <a:ext cx="304920" cy="4525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C623B3BF-3305-190B-364E-490574CEE21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342244" y="1067547"/>
                  <a:ext cx="31716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75CE4432-341F-1D91-5143-0E75673C0B71}"/>
                    </a:ext>
                  </a:extLst>
                </p14:cNvPr>
                <p14:cNvContentPartPr/>
                <p14:nvPr/>
              </p14:nvContentPartPr>
              <p14:xfrm>
                <a:off x="1718804" y="1147827"/>
                <a:ext cx="54360" cy="946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75CE4432-341F-1D91-5143-0E75673C0B7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712684" y="1141707"/>
                  <a:ext cx="66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8BAA200A-D54E-0721-AFA1-3D6F5B3F9E11}"/>
                    </a:ext>
                  </a:extLst>
                </p14:cNvPr>
                <p14:cNvContentPartPr/>
                <p14:nvPr/>
              </p14:nvContentPartPr>
              <p14:xfrm>
                <a:off x="1752644" y="1147827"/>
                <a:ext cx="360" cy="3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8BAA200A-D54E-0721-AFA1-3D6F5B3F9E1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46524" y="11417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9B4ADE9-9442-8979-C048-99553B526AC4}"/>
                    </a:ext>
                  </a:extLst>
                </p14:cNvPr>
                <p14:cNvContentPartPr/>
                <p14:nvPr/>
              </p14:nvContentPartPr>
              <p14:xfrm>
                <a:off x="1752644" y="1147827"/>
                <a:ext cx="142200" cy="1141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9B4ADE9-9442-8979-C048-99553B526AC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746524" y="1141707"/>
                  <a:ext cx="1544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9A87C322-569B-62FF-21B6-EE7F431603FC}"/>
                    </a:ext>
                  </a:extLst>
                </p14:cNvPr>
                <p14:cNvContentPartPr/>
                <p14:nvPr/>
              </p14:nvContentPartPr>
              <p14:xfrm>
                <a:off x="1941644" y="1201107"/>
                <a:ext cx="83160" cy="648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9A87C322-569B-62FF-21B6-EE7F431603F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935524" y="1194987"/>
                  <a:ext cx="954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1626E84A-BD63-1099-D4E1-C330FC181F95}"/>
                    </a:ext>
                  </a:extLst>
                </p14:cNvPr>
                <p14:cNvContentPartPr/>
                <p14:nvPr/>
              </p14:nvContentPartPr>
              <p14:xfrm>
                <a:off x="1969724" y="791787"/>
                <a:ext cx="28440" cy="4334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1626E84A-BD63-1099-D4E1-C330FC181F9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963604" y="785667"/>
                  <a:ext cx="4068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9D4E3463-0454-DDA5-1C47-B2470C0312B1}"/>
                    </a:ext>
                  </a:extLst>
                </p14:cNvPr>
                <p14:cNvContentPartPr/>
                <p14:nvPr/>
              </p14:nvContentPartPr>
              <p14:xfrm>
                <a:off x="2050004" y="1152507"/>
                <a:ext cx="199800" cy="921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9D4E3463-0454-DDA5-1C47-B2470C0312B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043884" y="1146387"/>
                  <a:ext cx="2120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7E7F4366-4986-1F51-5285-2393620792B7}"/>
                    </a:ext>
                  </a:extLst>
                </p14:cNvPr>
                <p14:cNvContentPartPr/>
                <p14:nvPr/>
              </p14:nvContentPartPr>
              <p14:xfrm>
                <a:off x="2522684" y="1223427"/>
                <a:ext cx="360" cy="3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7E7F4366-4986-1F51-5285-2393620792B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16564" y="12173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A5412102-E351-6C58-25F4-635E8EE2BA2E}"/>
                    </a:ext>
                  </a:extLst>
                </p14:cNvPr>
                <p14:cNvContentPartPr/>
                <p14:nvPr/>
              </p14:nvContentPartPr>
              <p14:xfrm>
                <a:off x="583724" y="1500627"/>
                <a:ext cx="474480" cy="1011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A5412102-E351-6C58-25F4-635E8EE2BA2E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77604" y="1494507"/>
                  <a:ext cx="4867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061A3563-0F4E-84FC-86CE-B8CBEE1A22D7}"/>
                    </a:ext>
                  </a:extLst>
                </p14:cNvPr>
                <p14:cNvContentPartPr/>
                <p14:nvPr/>
              </p14:nvContentPartPr>
              <p14:xfrm>
                <a:off x="664004" y="1799427"/>
                <a:ext cx="151200" cy="19764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061A3563-0F4E-84FC-86CE-B8CBEE1A22D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57884" y="1793307"/>
                  <a:ext cx="1634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9662BE25-1C11-A50B-2F2B-D09C6340F6B4}"/>
                    </a:ext>
                  </a:extLst>
                </p14:cNvPr>
                <p14:cNvContentPartPr/>
                <p14:nvPr/>
              </p14:nvContentPartPr>
              <p14:xfrm>
                <a:off x="625124" y="1732827"/>
                <a:ext cx="307080" cy="42768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9662BE25-1C11-A50B-2F2B-D09C6340F6B4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19004" y="1726707"/>
                  <a:ext cx="3193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F310A10B-EE92-817C-CEAB-9655A1661EC7}"/>
                    </a:ext>
                  </a:extLst>
                </p14:cNvPr>
                <p14:cNvContentPartPr/>
                <p14:nvPr/>
              </p14:nvContentPartPr>
              <p14:xfrm>
                <a:off x="1144244" y="1877547"/>
                <a:ext cx="155520" cy="17028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F310A10B-EE92-817C-CEAB-9655A1661EC7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38124" y="1871427"/>
                  <a:ext cx="1677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E1D439C3-C0E3-6DED-0281-6AE8B65E3AD1}"/>
                    </a:ext>
                  </a:extLst>
                </p14:cNvPr>
                <p14:cNvContentPartPr/>
                <p14:nvPr/>
              </p14:nvContentPartPr>
              <p14:xfrm>
                <a:off x="1299404" y="1884747"/>
                <a:ext cx="360" cy="36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E1D439C3-C0E3-6DED-0281-6AE8B65E3AD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93284" y="18786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7D27E811-FCA0-B615-2436-B9482A7F1C47}"/>
                    </a:ext>
                  </a:extLst>
                </p14:cNvPr>
                <p14:cNvContentPartPr/>
                <p14:nvPr/>
              </p14:nvContentPartPr>
              <p14:xfrm>
                <a:off x="1299404" y="1884747"/>
                <a:ext cx="140400" cy="15012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7D27E811-FCA0-B615-2436-B9482A7F1C4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293284" y="1878627"/>
                  <a:ext cx="1526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37AC89D9-10E8-1507-6A40-0EB0E1030B32}"/>
                    </a:ext>
                  </a:extLst>
                </p14:cNvPr>
                <p14:cNvContentPartPr/>
                <p14:nvPr/>
              </p14:nvContentPartPr>
              <p14:xfrm>
                <a:off x="1449524" y="1923627"/>
                <a:ext cx="81360" cy="15660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37AC89D9-10E8-1507-6A40-0EB0E1030B3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443404" y="1917507"/>
                  <a:ext cx="936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D7EC22FF-8FF4-B1B4-72FC-AD495B98C9B4}"/>
                    </a:ext>
                  </a:extLst>
                </p14:cNvPr>
                <p14:cNvContentPartPr/>
                <p14:nvPr/>
              </p14:nvContentPartPr>
              <p14:xfrm>
                <a:off x="1493804" y="1900587"/>
                <a:ext cx="88200" cy="7920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D7EC22FF-8FF4-B1B4-72FC-AD495B98C9B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487684" y="1894467"/>
                  <a:ext cx="1004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A6AB1F1F-9606-CED0-C708-86C02C3DE32F}"/>
                    </a:ext>
                  </a:extLst>
                </p14:cNvPr>
                <p14:cNvContentPartPr/>
                <p14:nvPr/>
              </p14:nvContentPartPr>
              <p14:xfrm>
                <a:off x="1618004" y="1949187"/>
                <a:ext cx="128160" cy="14544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A6AB1F1F-9606-CED0-C708-86C02C3DE32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611884" y="1943067"/>
                  <a:ext cx="1404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F8C5B693-74AF-0D34-29B4-40853382B287}"/>
                    </a:ext>
                  </a:extLst>
                </p14:cNvPr>
                <p14:cNvContentPartPr/>
                <p14:nvPr/>
              </p14:nvContentPartPr>
              <p14:xfrm>
                <a:off x="2010044" y="1916427"/>
                <a:ext cx="190800" cy="504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F8C5B693-74AF-0D34-29B4-40853382B28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003924" y="1910307"/>
                  <a:ext cx="2030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24065825-86DB-36BC-F425-D3D3732EC27B}"/>
                    </a:ext>
                  </a:extLst>
                </p14:cNvPr>
                <p14:cNvContentPartPr/>
                <p14:nvPr/>
              </p14:nvContentPartPr>
              <p14:xfrm>
                <a:off x="2127044" y="1875387"/>
                <a:ext cx="83520" cy="15300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24065825-86DB-36BC-F425-D3D3732EC27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120924" y="1869267"/>
                  <a:ext cx="957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B17E7FCA-AF14-CF5D-0A55-38869CCF4EB2}"/>
                    </a:ext>
                  </a:extLst>
                </p14:cNvPr>
                <p14:cNvContentPartPr/>
                <p14:nvPr/>
              </p14:nvContentPartPr>
              <p14:xfrm>
                <a:off x="2349164" y="1876827"/>
                <a:ext cx="140760" cy="35928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B17E7FCA-AF14-CF5D-0A55-38869CCF4EB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343044" y="1870707"/>
                  <a:ext cx="1530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1D230FE9-FCAD-2DF7-2941-7B59B88B0BF0}"/>
                    </a:ext>
                  </a:extLst>
                </p14:cNvPr>
                <p14:cNvContentPartPr/>
                <p14:nvPr/>
              </p14:nvContentPartPr>
              <p14:xfrm>
                <a:off x="2585684" y="1881507"/>
                <a:ext cx="134640" cy="21816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1D230FE9-FCAD-2DF7-2941-7B59B88B0BF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579564" y="1875387"/>
                  <a:ext cx="146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CAA44E81-FD52-03C9-ABE9-5C89947685FE}"/>
                    </a:ext>
                  </a:extLst>
                </p14:cNvPr>
                <p14:cNvContentPartPr/>
                <p14:nvPr/>
              </p14:nvContentPartPr>
              <p14:xfrm>
                <a:off x="2720324" y="1720947"/>
                <a:ext cx="38880" cy="504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CAA44E81-FD52-03C9-ABE9-5C89947685F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714204" y="1714827"/>
                  <a:ext cx="511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86919CCD-2253-D296-7815-AB6C120DF0B5}"/>
                    </a:ext>
                  </a:extLst>
                </p14:cNvPr>
                <p14:cNvContentPartPr/>
                <p14:nvPr/>
              </p14:nvContentPartPr>
              <p14:xfrm>
                <a:off x="2720324" y="1725627"/>
                <a:ext cx="35280" cy="31536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86919CCD-2253-D296-7815-AB6C120DF0B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714204" y="1719507"/>
                  <a:ext cx="475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E4AC6300-0B6D-D4D0-5708-7E9B4E53E5E8}"/>
                    </a:ext>
                  </a:extLst>
                </p14:cNvPr>
                <p14:cNvContentPartPr/>
                <p14:nvPr/>
              </p14:nvContentPartPr>
              <p14:xfrm>
                <a:off x="2777204" y="1936587"/>
                <a:ext cx="50040" cy="12816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E4AC6300-0B6D-D4D0-5708-7E9B4E53E5E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771084" y="1930467"/>
                  <a:ext cx="62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487896A2-8CBA-F19B-491D-094D6DF6646A}"/>
                    </a:ext>
                  </a:extLst>
                </p14:cNvPr>
                <p14:cNvContentPartPr/>
                <p14:nvPr/>
              </p14:nvContentPartPr>
              <p14:xfrm>
                <a:off x="2799164" y="1936587"/>
                <a:ext cx="360" cy="36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487896A2-8CBA-F19B-491D-094D6DF6646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93044" y="19304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FDA07710-F153-C51F-4173-4E83218A09E1}"/>
                    </a:ext>
                  </a:extLst>
                </p14:cNvPr>
                <p14:cNvContentPartPr/>
                <p14:nvPr/>
              </p14:nvContentPartPr>
              <p14:xfrm>
                <a:off x="2799164" y="1922907"/>
                <a:ext cx="127440" cy="19008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FDA07710-F153-C51F-4173-4E83218A09E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793044" y="1916787"/>
                  <a:ext cx="1396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658C41BD-F855-D81A-5D15-354250E1BA95}"/>
                    </a:ext>
                  </a:extLst>
                </p14:cNvPr>
                <p14:cNvContentPartPr/>
                <p14:nvPr/>
              </p14:nvContentPartPr>
              <p14:xfrm>
                <a:off x="2923364" y="1799787"/>
                <a:ext cx="19440" cy="972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658C41BD-F855-D81A-5D15-354250E1BA95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917244" y="1793667"/>
                  <a:ext cx="31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5A393801-88C1-841A-C424-C6256820498D}"/>
                    </a:ext>
                  </a:extLst>
                </p14:cNvPr>
                <p14:cNvContentPartPr/>
                <p14:nvPr/>
              </p14:nvContentPartPr>
              <p14:xfrm>
                <a:off x="2914724" y="1809147"/>
                <a:ext cx="30240" cy="23652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5A393801-88C1-841A-C424-C6256820498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908604" y="1803027"/>
                  <a:ext cx="424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F053D3C4-5A05-F358-17CB-D2669E668D1D}"/>
                    </a:ext>
                  </a:extLst>
                </p14:cNvPr>
                <p14:cNvContentPartPr/>
                <p14:nvPr/>
              </p14:nvContentPartPr>
              <p14:xfrm>
                <a:off x="2974124" y="1925787"/>
                <a:ext cx="81000" cy="1152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F053D3C4-5A05-F358-17CB-D2669E668D1D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968004" y="1919667"/>
                  <a:ext cx="93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4E3B1C7D-8A88-05A4-F2CA-C18022345BD0}"/>
                    </a:ext>
                  </a:extLst>
                </p14:cNvPr>
                <p14:cNvContentPartPr/>
                <p14:nvPr/>
              </p14:nvContentPartPr>
              <p14:xfrm>
                <a:off x="3016244" y="1732107"/>
                <a:ext cx="38880" cy="25488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4E3B1C7D-8A88-05A4-F2CA-C18022345BD0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010124" y="1725987"/>
                  <a:ext cx="511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03E58F3E-BB8F-7574-6B2B-8DFF7ACF5514}"/>
                    </a:ext>
                  </a:extLst>
                </p14:cNvPr>
                <p14:cNvContentPartPr/>
                <p14:nvPr/>
              </p14:nvContentPartPr>
              <p14:xfrm>
                <a:off x="3045764" y="1919307"/>
                <a:ext cx="101880" cy="7740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03E58F3E-BB8F-7574-6B2B-8DFF7ACF5514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039644" y="1913187"/>
                  <a:ext cx="114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23CD809A-9A9C-BD39-D89D-80A61428AA08}"/>
                    </a:ext>
                  </a:extLst>
                </p14:cNvPr>
                <p14:cNvContentPartPr/>
                <p14:nvPr/>
              </p14:nvContentPartPr>
              <p14:xfrm>
                <a:off x="2673164" y="1919307"/>
                <a:ext cx="513000" cy="48744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23CD809A-9A9C-BD39-D89D-80A61428AA0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667044" y="1913187"/>
                  <a:ext cx="52524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A2C252AC-1BE1-44C8-843B-217391D31628}"/>
                    </a:ext>
                  </a:extLst>
                </p14:cNvPr>
                <p14:cNvContentPartPr/>
                <p14:nvPr/>
              </p14:nvContentPartPr>
              <p14:xfrm>
                <a:off x="3475964" y="1927227"/>
                <a:ext cx="154800" cy="15552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A2C252AC-1BE1-44C8-843B-217391D3162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469844" y="1921107"/>
                  <a:ext cx="1670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19D92237-7D99-C24C-8B1C-6716CE94D2E6}"/>
                    </a:ext>
                  </a:extLst>
                </p14:cNvPr>
                <p14:cNvContentPartPr/>
                <p14:nvPr/>
              </p14:nvContentPartPr>
              <p14:xfrm>
                <a:off x="3630404" y="1593507"/>
                <a:ext cx="33120" cy="39240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19D92237-7D99-C24C-8B1C-6716CE94D2E6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624284" y="1587387"/>
                  <a:ext cx="453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2326DE17-7956-EB1A-8CB5-73F4735FEEA3}"/>
                    </a:ext>
                  </a:extLst>
                </p14:cNvPr>
                <p14:cNvContentPartPr/>
                <p14:nvPr/>
              </p14:nvContentPartPr>
              <p14:xfrm>
                <a:off x="3616364" y="1948467"/>
                <a:ext cx="110880" cy="17496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2326DE17-7956-EB1A-8CB5-73F4735FEEA3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610244" y="1942347"/>
                  <a:ext cx="1231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6055887D-A52E-AB29-52F4-46652D61F769}"/>
                    </a:ext>
                  </a:extLst>
                </p14:cNvPr>
                <p14:cNvContentPartPr/>
                <p14:nvPr/>
              </p14:nvContentPartPr>
              <p14:xfrm>
                <a:off x="3708884" y="2019387"/>
                <a:ext cx="101160" cy="17460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6055887D-A52E-AB29-52F4-46652D61F769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702764" y="2013267"/>
                  <a:ext cx="113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580A23A3-183F-B0E9-1BC3-673503C1E882}"/>
                    </a:ext>
                  </a:extLst>
                </p14:cNvPr>
                <p14:cNvContentPartPr/>
                <p14:nvPr/>
              </p14:nvContentPartPr>
              <p14:xfrm>
                <a:off x="3819404" y="2004267"/>
                <a:ext cx="86400" cy="16812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580A23A3-183F-B0E9-1BC3-673503C1E882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813284" y="1998147"/>
                  <a:ext cx="986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55A70547-D7F4-2EF6-17A4-66B0C8752F2C}"/>
                    </a:ext>
                  </a:extLst>
                </p14:cNvPr>
                <p14:cNvContentPartPr/>
                <p14:nvPr/>
              </p14:nvContentPartPr>
              <p14:xfrm>
                <a:off x="3887444" y="2015427"/>
                <a:ext cx="360" cy="36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55A70547-D7F4-2EF6-17A4-66B0C8752F2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81324" y="20093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9F6021D9-A7DE-75A6-B969-62981157C7F5}"/>
                    </a:ext>
                  </a:extLst>
                </p14:cNvPr>
                <p14:cNvContentPartPr/>
                <p14:nvPr/>
              </p14:nvContentPartPr>
              <p14:xfrm>
                <a:off x="3887444" y="2015427"/>
                <a:ext cx="125640" cy="15480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9F6021D9-A7DE-75A6-B969-62981157C7F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881324" y="2009307"/>
                  <a:ext cx="1378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706978A6-230E-38B7-296D-DC7FD0B9DF83}"/>
                    </a:ext>
                  </a:extLst>
                </p14:cNvPr>
                <p14:cNvContentPartPr/>
                <p14:nvPr/>
              </p14:nvContentPartPr>
              <p14:xfrm>
                <a:off x="3988964" y="1475427"/>
                <a:ext cx="86040" cy="64044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706978A6-230E-38B7-296D-DC7FD0B9DF83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982844" y="1469307"/>
                  <a:ext cx="98280" cy="65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490B1279-3210-7314-05F9-397890EC8A4C}"/>
                    </a:ext>
                  </a:extLst>
                </p14:cNvPr>
                <p14:cNvContentPartPr/>
                <p14:nvPr/>
              </p14:nvContentPartPr>
              <p14:xfrm>
                <a:off x="4027124" y="2016507"/>
                <a:ext cx="158400" cy="13824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490B1279-3210-7314-05F9-397890EC8A4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021004" y="2010387"/>
                  <a:ext cx="170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185E4BA8-CEE6-1DF8-7103-AAAC68F931F7}"/>
                    </a:ext>
                  </a:extLst>
                </p14:cNvPr>
                <p14:cNvContentPartPr/>
                <p14:nvPr/>
              </p14:nvContentPartPr>
              <p14:xfrm>
                <a:off x="4048724" y="2047107"/>
                <a:ext cx="360" cy="36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185E4BA8-CEE6-1DF8-7103-AAAC68F931F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42604" y="20409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3FE42B65-2849-7561-85DB-ED28D8F58C63}"/>
                    </a:ext>
                  </a:extLst>
                </p14:cNvPr>
                <p14:cNvContentPartPr/>
                <p14:nvPr/>
              </p14:nvContentPartPr>
              <p14:xfrm>
                <a:off x="4048724" y="1922187"/>
                <a:ext cx="260640" cy="25452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3FE42B65-2849-7561-85DB-ED28D8F58C6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042604" y="1916067"/>
                  <a:ext cx="2728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9A5E15DA-47CE-7F68-8885-4E71A1519F05}"/>
                    </a:ext>
                  </a:extLst>
                </p14:cNvPr>
                <p14:cNvContentPartPr/>
                <p14:nvPr/>
              </p14:nvContentPartPr>
              <p14:xfrm>
                <a:off x="4489724" y="1891227"/>
                <a:ext cx="128160" cy="6840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9A5E15DA-47CE-7F68-8885-4E71A1519F05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483604" y="1885107"/>
                  <a:ext cx="1404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CD9E4175-113D-3874-C1D6-5E1D0D729EF6}"/>
                    </a:ext>
                  </a:extLst>
                </p14:cNvPr>
                <p14:cNvContentPartPr/>
                <p14:nvPr/>
              </p14:nvContentPartPr>
              <p14:xfrm>
                <a:off x="4325204" y="1998147"/>
                <a:ext cx="320760" cy="5688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CD9E4175-113D-3874-C1D6-5E1D0D729EF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319084" y="1992027"/>
                  <a:ext cx="3330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BDEAFBF8-1D24-AF64-1C1A-3B23895AEA93}"/>
                    </a:ext>
                  </a:extLst>
                </p14:cNvPr>
                <p14:cNvContentPartPr/>
                <p14:nvPr/>
              </p14:nvContentPartPr>
              <p14:xfrm>
                <a:off x="4438604" y="2028027"/>
                <a:ext cx="235080" cy="14364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BDEAFBF8-1D24-AF64-1C1A-3B23895AEA93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4432484" y="2021907"/>
                  <a:ext cx="2473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6A8F54DE-00DF-2E62-5149-57818C68607A}"/>
                    </a:ext>
                  </a:extLst>
                </p14:cNvPr>
                <p14:cNvContentPartPr/>
                <p14:nvPr/>
              </p14:nvContentPartPr>
              <p14:xfrm>
                <a:off x="5140604" y="1931907"/>
                <a:ext cx="136800" cy="13212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6A8F54DE-00DF-2E62-5149-57818C68607A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134484" y="1925787"/>
                  <a:ext cx="1490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6AF0EBE3-6A96-B3E2-B967-58BB3040AC56}"/>
                    </a:ext>
                  </a:extLst>
                </p14:cNvPr>
                <p14:cNvContentPartPr/>
                <p14:nvPr/>
              </p14:nvContentPartPr>
              <p14:xfrm>
                <a:off x="5277044" y="1931907"/>
                <a:ext cx="360" cy="36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6AF0EBE3-6A96-B3E2-B967-58BB3040AC5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70924" y="19257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B3A8F06A-0BF8-D93C-CD2D-1F2A22A15AF3}"/>
                    </a:ext>
                  </a:extLst>
                </p14:cNvPr>
                <p14:cNvContentPartPr/>
                <p14:nvPr/>
              </p14:nvContentPartPr>
              <p14:xfrm>
                <a:off x="5277044" y="1897347"/>
                <a:ext cx="166680" cy="178200"/>
              </p14:xfrm>
            </p:contentPart>
          </mc:Choice>
          <mc:Fallback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B3A8F06A-0BF8-D93C-CD2D-1F2A22A15AF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270924" y="1891227"/>
                  <a:ext cx="1789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BBD6A979-7DB0-15D9-6B43-0499FB50424D}"/>
                    </a:ext>
                  </a:extLst>
                </p14:cNvPr>
                <p14:cNvContentPartPr/>
                <p14:nvPr/>
              </p14:nvContentPartPr>
              <p14:xfrm>
                <a:off x="5399444" y="1891227"/>
                <a:ext cx="161280" cy="23256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BBD6A979-7DB0-15D9-6B43-0499FB50424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393324" y="1885107"/>
                  <a:ext cx="1735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62E58115-4024-D508-82A1-240CAE42A5E9}"/>
                    </a:ext>
                  </a:extLst>
                </p14:cNvPr>
                <p14:cNvContentPartPr/>
                <p14:nvPr/>
              </p14:nvContentPartPr>
              <p14:xfrm>
                <a:off x="5511404" y="1902027"/>
                <a:ext cx="100080" cy="10260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62E58115-4024-D508-82A1-240CAE42A5E9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505284" y="1895907"/>
                  <a:ext cx="1123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EF74E85D-F2A0-127E-CA6E-F7BE173D7F5A}"/>
                    </a:ext>
                  </a:extLst>
                </p14:cNvPr>
                <p14:cNvContentPartPr/>
                <p14:nvPr/>
              </p14:nvContentPartPr>
              <p14:xfrm>
                <a:off x="5632364" y="1986987"/>
                <a:ext cx="196200" cy="180720"/>
              </p14:xfrm>
            </p:contentPart>
          </mc:Choice>
          <mc:Fallback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EF74E85D-F2A0-127E-CA6E-F7BE173D7F5A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626244" y="1980867"/>
                  <a:ext cx="2084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12708AB9-DFE9-29B6-2B67-F0E80ED40B87}"/>
                    </a:ext>
                  </a:extLst>
                </p14:cNvPr>
                <p14:cNvContentPartPr/>
                <p14:nvPr/>
              </p14:nvContentPartPr>
              <p14:xfrm>
                <a:off x="6390524" y="1755507"/>
                <a:ext cx="96480" cy="79560"/>
              </p14:xfrm>
            </p:contentPart>
          </mc:Choice>
          <mc:Fallback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12708AB9-DFE9-29B6-2B67-F0E80ED40B8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384404" y="1749387"/>
                  <a:ext cx="1087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58F0B25B-0CAB-B246-3ECD-B75C514E3FC4}"/>
                    </a:ext>
                  </a:extLst>
                </p14:cNvPr>
                <p14:cNvContentPartPr/>
                <p14:nvPr/>
              </p14:nvContentPartPr>
              <p14:xfrm>
                <a:off x="6120524" y="1891227"/>
                <a:ext cx="462240" cy="14400"/>
              </p14:xfrm>
            </p:contentPart>
          </mc:Choice>
          <mc:Fallback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58F0B25B-0CAB-B246-3ECD-B75C514E3FC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114404" y="1885107"/>
                  <a:ext cx="474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A838F140-6CF7-A769-B6F3-C46A6D12DB2A}"/>
                    </a:ext>
                  </a:extLst>
                </p14:cNvPr>
                <p14:cNvContentPartPr/>
                <p14:nvPr/>
              </p14:nvContentPartPr>
              <p14:xfrm>
                <a:off x="6447764" y="1897347"/>
                <a:ext cx="360" cy="247680"/>
              </p14:xfrm>
            </p:contentPart>
          </mc:Choice>
          <mc:Fallback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A838F140-6CF7-A769-B6F3-C46A6D12DB2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441644" y="1891227"/>
                  <a:ext cx="126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18CAF8A4-18E3-4709-A005-7CAB0481155B}"/>
                    </a:ext>
                  </a:extLst>
                </p14:cNvPr>
                <p14:cNvContentPartPr/>
                <p14:nvPr/>
              </p14:nvContentPartPr>
              <p14:xfrm>
                <a:off x="6502844" y="1738227"/>
                <a:ext cx="211320" cy="21132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18CAF8A4-18E3-4709-A005-7CAB0481155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496724" y="1732107"/>
                  <a:ext cx="223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A584F20A-B1DF-6605-98EA-E708432C0774}"/>
                    </a:ext>
                  </a:extLst>
                </p14:cNvPr>
                <p14:cNvContentPartPr/>
                <p14:nvPr/>
              </p14:nvContentPartPr>
              <p14:xfrm>
                <a:off x="6659444" y="1828227"/>
                <a:ext cx="177120" cy="20880"/>
              </p14:xfrm>
            </p:contentPart>
          </mc:Choice>
          <mc:Fallback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A584F20A-B1DF-6605-98EA-E708432C0774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653324" y="1822107"/>
                  <a:ext cx="189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40543FBF-1FDC-0307-5F0A-6C3B84F7CF5B}"/>
                    </a:ext>
                  </a:extLst>
                </p14:cNvPr>
                <p14:cNvContentPartPr/>
                <p14:nvPr/>
              </p14:nvContentPartPr>
              <p14:xfrm>
                <a:off x="6724244" y="1615467"/>
                <a:ext cx="91440" cy="381600"/>
              </p14:xfrm>
            </p:contentPart>
          </mc:Choice>
          <mc:Fallback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40543FBF-1FDC-0307-5F0A-6C3B84F7CF5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718124" y="1609347"/>
                  <a:ext cx="10368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711EC039-F450-4D94-1D09-94CB05EE3628}"/>
                    </a:ext>
                  </a:extLst>
                </p14:cNvPr>
                <p14:cNvContentPartPr/>
                <p14:nvPr/>
              </p14:nvContentPartPr>
              <p14:xfrm>
                <a:off x="6598244" y="2032707"/>
                <a:ext cx="219240" cy="52200"/>
              </p14:xfrm>
            </p:contentPart>
          </mc:Choice>
          <mc:Fallback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711EC039-F450-4D94-1D09-94CB05EE362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592124" y="2026587"/>
                  <a:ext cx="231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BAEEB33C-F5B0-F66F-8F41-48FB180C4065}"/>
                    </a:ext>
                  </a:extLst>
                </p14:cNvPr>
                <p14:cNvContentPartPr/>
                <p14:nvPr/>
              </p14:nvContentPartPr>
              <p14:xfrm>
                <a:off x="6811724" y="1695747"/>
                <a:ext cx="198000" cy="170280"/>
              </p14:xfrm>
            </p:contentPart>
          </mc:Choice>
          <mc:Fallback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BAEEB33C-F5B0-F66F-8F41-48FB180C406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805604" y="1689627"/>
                  <a:ext cx="2102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6F7D1021-97C9-4489-59D1-FC0A42997662}"/>
                    </a:ext>
                  </a:extLst>
                </p14:cNvPr>
                <p14:cNvContentPartPr/>
                <p14:nvPr/>
              </p14:nvContentPartPr>
              <p14:xfrm>
                <a:off x="6969044" y="1795107"/>
                <a:ext cx="75600" cy="3348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6F7D1021-97C9-4489-59D1-FC0A4299766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962924" y="1788987"/>
                  <a:ext cx="87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A604FA85-19FC-6A85-99C1-A33A1E6EC952}"/>
                    </a:ext>
                  </a:extLst>
                </p14:cNvPr>
                <p14:cNvContentPartPr/>
                <p14:nvPr/>
              </p14:nvContentPartPr>
              <p14:xfrm>
                <a:off x="6764564" y="1900587"/>
                <a:ext cx="250560" cy="13104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A604FA85-19FC-6A85-99C1-A33A1E6EC952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758444" y="1894467"/>
                  <a:ext cx="2628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83275E29-6844-1570-579C-45883EBC95C9}"/>
                    </a:ext>
                  </a:extLst>
                </p14:cNvPr>
                <p14:cNvContentPartPr/>
                <p14:nvPr/>
              </p14:nvContentPartPr>
              <p14:xfrm>
                <a:off x="6764564" y="1906707"/>
                <a:ext cx="360" cy="36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83275E29-6844-1570-579C-45883EBC95C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58444" y="19005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F87F7B0D-F4C3-43F7-54A7-E15F2E11FC06}"/>
                    </a:ext>
                  </a:extLst>
                </p14:cNvPr>
                <p14:cNvContentPartPr/>
                <p14:nvPr/>
              </p14:nvContentPartPr>
              <p14:xfrm>
                <a:off x="6764564" y="1906707"/>
                <a:ext cx="289080" cy="192600"/>
              </p14:xfrm>
            </p:contentPart>
          </mc:Choice>
          <mc:Fallback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F87F7B0D-F4C3-43F7-54A7-E15F2E11FC06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758444" y="1900587"/>
                  <a:ext cx="301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C88387D1-95A9-2F7E-FA32-5F7CF8F483D3}"/>
                    </a:ext>
                  </a:extLst>
                </p14:cNvPr>
                <p14:cNvContentPartPr/>
                <p14:nvPr/>
              </p14:nvContentPartPr>
              <p14:xfrm>
                <a:off x="7112684" y="1804467"/>
                <a:ext cx="68760" cy="93600"/>
              </p14:xfrm>
            </p:contentPart>
          </mc:Choice>
          <mc:Fallback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C88387D1-95A9-2F7E-FA32-5F7CF8F483D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7106564" y="1798347"/>
                  <a:ext cx="810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6B34D4CC-EC73-E9F2-1A12-3AABEB73BA2A}"/>
                    </a:ext>
                  </a:extLst>
                </p14:cNvPr>
                <p14:cNvContentPartPr/>
                <p14:nvPr/>
              </p14:nvContentPartPr>
              <p14:xfrm>
                <a:off x="6974444" y="1923627"/>
                <a:ext cx="160560" cy="97200"/>
              </p14:xfrm>
            </p:contentPart>
          </mc:Choice>
          <mc:Fallback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6B34D4CC-EC73-E9F2-1A12-3AABEB73BA2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968324" y="1917507"/>
                  <a:ext cx="1728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3D9B3141-92C0-3003-5631-809915821EF7}"/>
                    </a:ext>
                  </a:extLst>
                </p14:cNvPr>
                <p14:cNvContentPartPr/>
                <p14:nvPr/>
              </p14:nvContentPartPr>
              <p14:xfrm>
                <a:off x="7242284" y="1470747"/>
                <a:ext cx="81000" cy="75348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3D9B3141-92C0-3003-5631-809915821EF7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236164" y="1464627"/>
                  <a:ext cx="93240" cy="7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150535ED-B77C-A3E0-E510-79485B053EDF}"/>
                    </a:ext>
                  </a:extLst>
                </p14:cNvPr>
                <p14:cNvContentPartPr/>
                <p14:nvPr/>
              </p14:nvContentPartPr>
              <p14:xfrm>
                <a:off x="7364684" y="1720947"/>
                <a:ext cx="132120" cy="94680"/>
              </p14:xfrm>
            </p:contentPart>
          </mc:Choice>
          <mc:Fallback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150535ED-B77C-A3E0-E510-79485B053EDF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358564" y="1714827"/>
                  <a:ext cx="1443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EB29723A-8E50-D5A8-A4EB-015D4BDB8AB5}"/>
                    </a:ext>
                  </a:extLst>
                </p14:cNvPr>
                <p14:cNvContentPartPr/>
                <p14:nvPr/>
              </p14:nvContentPartPr>
              <p14:xfrm>
                <a:off x="7261364" y="1906707"/>
                <a:ext cx="219240" cy="360"/>
              </p14:xfrm>
            </p:contentPart>
          </mc:Choice>
          <mc:Fallback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EB29723A-8E50-D5A8-A4EB-015D4BDB8AB5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7255244" y="1900587"/>
                  <a:ext cx="231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F2A72333-FB75-3807-754C-221B4D064E54}"/>
                    </a:ext>
                  </a:extLst>
                </p14:cNvPr>
                <p14:cNvContentPartPr/>
                <p14:nvPr/>
              </p14:nvContentPartPr>
              <p14:xfrm>
                <a:off x="7317524" y="1936587"/>
                <a:ext cx="278640" cy="13248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F2A72333-FB75-3807-754C-221B4D064E54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311404" y="1930467"/>
                  <a:ext cx="2908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B1514022-7B6F-94A9-D793-EF4972D8A0ED}"/>
                    </a:ext>
                  </a:extLst>
                </p14:cNvPr>
                <p14:cNvContentPartPr/>
                <p14:nvPr/>
              </p14:nvContentPartPr>
              <p14:xfrm>
                <a:off x="7849604" y="1780707"/>
                <a:ext cx="185400" cy="9468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B1514022-7B6F-94A9-D793-EF4972D8A0ED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843484" y="1774587"/>
                  <a:ext cx="1976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76A55E8F-C316-296C-4047-1149BB7D64E2}"/>
                    </a:ext>
                  </a:extLst>
                </p14:cNvPr>
                <p14:cNvContentPartPr/>
                <p14:nvPr/>
              </p14:nvContentPartPr>
              <p14:xfrm>
                <a:off x="8045084" y="1435827"/>
                <a:ext cx="142560" cy="657000"/>
              </p14:xfrm>
            </p:contentPart>
          </mc:Choice>
          <mc:Fallback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76A55E8F-C316-296C-4047-1149BB7D64E2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8038964" y="1429707"/>
                  <a:ext cx="15480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213113AF-D369-B784-72FE-12A87FE61A60}"/>
                    </a:ext>
                  </a:extLst>
                </p14:cNvPr>
                <p14:cNvContentPartPr/>
                <p14:nvPr/>
              </p14:nvContentPartPr>
              <p14:xfrm>
                <a:off x="8157404" y="1749387"/>
                <a:ext cx="154440" cy="12960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213113AF-D369-B784-72FE-12A87FE61A60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151284" y="1743267"/>
                  <a:ext cx="1666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63DA1FB9-EE9F-7B1E-C4BC-C6DDEF0ED641}"/>
                    </a:ext>
                  </a:extLst>
                </p14:cNvPr>
                <p14:cNvContentPartPr/>
                <p14:nvPr/>
              </p14:nvContentPartPr>
              <p14:xfrm>
                <a:off x="8189084" y="1749387"/>
                <a:ext cx="360" cy="360"/>
              </p14:xfrm>
            </p:contentPart>
          </mc:Choice>
          <mc:Fallback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63DA1FB9-EE9F-7B1E-C4BC-C6DDEF0ED64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182964" y="17432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872406F8-05E7-B16E-1F2F-42CC3E8D5A53}"/>
                    </a:ext>
                  </a:extLst>
                </p14:cNvPr>
                <p14:cNvContentPartPr/>
                <p14:nvPr/>
              </p14:nvContentPartPr>
              <p14:xfrm>
                <a:off x="8189084" y="1626627"/>
                <a:ext cx="173520" cy="28692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872406F8-05E7-B16E-1F2F-42CC3E8D5A53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182964" y="1620507"/>
                  <a:ext cx="1857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7384AB3F-267C-D582-F325-DEAF5B03A1C4}"/>
                    </a:ext>
                  </a:extLst>
                </p14:cNvPr>
                <p14:cNvContentPartPr/>
                <p14:nvPr/>
              </p14:nvContentPartPr>
              <p14:xfrm>
                <a:off x="8216804" y="1917867"/>
                <a:ext cx="183960" cy="9648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7384AB3F-267C-D582-F325-DEAF5B03A1C4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210684" y="1911747"/>
                  <a:ext cx="1962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0630D105-AF3E-9354-3DE6-B6E7C88790A7}"/>
                    </a:ext>
                  </a:extLst>
                </p14:cNvPr>
                <p14:cNvContentPartPr/>
                <p14:nvPr/>
              </p14:nvContentPartPr>
              <p14:xfrm>
                <a:off x="8418044" y="1755507"/>
                <a:ext cx="157680" cy="189360"/>
              </p14:xfrm>
            </p:contentPart>
          </mc:Choice>
          <mc:Fallback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0630D105-AF3E-9354-3DE6-B6E7C88790A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411924" y="1749387"/>
                  <a:ext cx="1699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CB492C94-529E-8D7B-469B-7DAF11C24FDB}"/>
                    </a:ext>
                  </a:extLst>
                </p14:cNvPr>
                <p14:cNvContentPartPr/>
                <p14:nvPr/>
              </p14:nvContentPartPr>
              <p14:xfrm>
                <a:off x="8468804" y="1757307"/>
                <a:ext cx="154440" cy="2412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CB492C94-529E-8D7B-469B-7DAF11C24FD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462684" y="1751187"/>
                  <a:ext cx="1666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BF02455D-93D9-90B6-33F2-1E5575D9EE9B}"/>
                    </a:ext>
                  </a:extLst>
                </p14:cNvPr>
                <p14:cNvContentPartPr/>
                <p14:nvPr/>
              </p14:nvContentPartPr>
              <p14:xfrm>
                <a:off x="8608844" y="1565067"/>
                <a:ext cx="142200" cy="520200"/>
              </p14:xfrm>
            </p:contentPart>
          </mc:Choice>
          <mc:Fallback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BF02455D-93D9-90B6-33F2-1E5575D9EE9B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602724" y="1558947"/>
                  <a:ext cx="15444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FE94749F-330E-72F8-5D8C-CFF846B95188}"/>
                    </a:ext>
                  </a:extLst>
                </p14:cNvPr>
                <p14:cNvContentPartPr/>
                <p14:nvPr/>
              </p14:nvContentPartPr>
              <p14:xfrm>
                <a:off x="8883524" y="2116227"/>
                <a:ext cx="360" cy="360"/>
              </p14:xfrm>
            </p:contentPart>
          </mc:Choice>
          <mc:Fallback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FE94749F-330E-72F8-5D8C-CFF846B9518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877404" y="21101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83" name="잉크 282">
                  <a:extLst>
                    <a:ext uri="{FF2B5EF4-FFF2-40B4-BE49-F238E27FC236}">
                      <a16:creationId xmlns:a16="http://schemas.microsoft.com/office/drawing/2014/main" id="{747B9EBF-CBA4-925C-7139-5E8132A15B71}"/>
                    </a:ext>
                  </a:extLst>
                </p14:cNvPr>
                <p14:cNvContentPartPr/>
                <p14:nvPr/>
              </p14:nvContentPartPr>
              <p14:xfrm>
                <a:off x="8364044" y="177627"/>
                <a:ext cx="163080" cy="184680"/>
              </p14:xfrm>
            </p:contentPart>
          </mc:Choice>
          <mc:Fallback>
            <p:pic>
              <p:nvPicPr>
                <p:cNvPr id="283" name="잉크 282">
                  <a:extLst>
                    <a:ext uri="{FF2B5EF4-FFF2-40B4-BE49-F238E27FC236}">
                      <a16:creationId xmlns:a16="http://schemas.microsoft.com/office/drawing/2014/main" id="{747B9EBF-CBA4-925C-7139-5E8132A15B71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8357924" y="171507"/>
                  <a:ext cx="1753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84" name="잉크 283">
                  <a:extLst>
                    <a:ext uri="{FF2B5EF4-FFF2-40B4-BE49-F238E27FC236}">
                      <a16:creationId xmlns:a16="http://schemas.microsoft.com/office/drawing/2014/main" id="{B4AF0360-C7A7-D28B-A37E-DCEC10ADED4B}"/>
                    </a:ext>
                  </a:extLst>
                </p14:cNvPr>
                <p14:cNvContentPartPr/>
                <p14:nvPr/>
              </p14:nvContentPartPr>
              <p14:xfrm>
                <a:off x="8542244" y="-44493"/>
                <a:ext cx="129960" cy="592560"/>
              </p14:xfrm>
            </p:contentPart>
          </mc:Choice>
          <mc:Fallback>
            <p:pic>
              <p:nvPicPr>
                <p:cNvPr id="284" name="잉크 283">
                  <a:extLst>
                    <a:ext uri="{FF2B5EF4-FFF2-40B4-BE49-F238E27FC236}">
                      <a16:creationId xmlns:a16="http://schemas.microsoft.com/office/drawing/2014/main" id="{B4AF0360-C7A7-D28B-A37E-DCEC10ADED4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536124" y="-50613"/>
                  <a:ext cx="14220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85" name="잉크 284">
                  <a:extLst>
                    <a:ext uri="{FF2B5EF4-FFF2-40B4-BE49-F238E27FC236}">
                      <a16:creationId xmlns:a16="http://schemas.microsoft.com/office/drawing/2014/main" id="{436DFD84-575A-28A8-11D3-14251D9DE55B}"/>
                    </a:ext>
                  </a:extLst>
                </p14:cNvPr>
                <p14:cNvContentPartPr/>
                <p14:nvPr/>
              </p14:nvContentPartPr>
              <p14:xfrm>
                <a:off x="8731244" y="177627"/>
                <a:ext cx="84240" cy="104400"/>
              </p14:xfrm>
            </p:contentPart>
          </mc:Choice>
          <mc:Fallback>
            <p:pic>
              <p:nvPicPr>
                <p:cNvPr id="285" name="잉크 284">
                  <a:extLst>
                    <a:ext uri="{FF2B5EF4-FFF2-40B4-BE49-F238E27FC236}">
                      <a16:creationId xmlns:a16="http://schemas.microsoft.com/office/drawing/2014/main" id="{436DFD84-575A-28A8-11D3-14251D9DE55B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725124" y="171507"/>
                  <a:ext cx="964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86" name="잉크 285">
                  <a:extLst>
                    <a:ext uri="{FF2B5EF4-FFF2-40B4-BE49-F238E27FC236}">
                      <a16:creationId xmlns:a16="http://schemas.microsoft.com/office/drawing/2014/main" id="{EC287D79-0F07-8523-C061-31C416049338}"/>
                    </a:ext>
                  </a:extLst>
                </p14:cNvPr>
                <p14:cNvContentPartPr/>
                <p14:nvPr/>
              </p14:nvContentPartPr>
              <p14:xfrm>
                <a:off x="8731244" y="138387"/>
                <a:ext cx="94680" cy="39600"/>
              </p14:xfrm>
            </p:contentPart>
          </mc:Choice>
          <mc:Fallback>
            <p:pic>
              <p:nvPicPr>
                <p:cNvPr id="286" name="잉크 285">
                  <a:extLst>
                    <a:ext uri="{FF2B5EF4-FFF2-40B4-BE49-F238E27FC236}">
                      <a16:creationId xmlns:a16="http://schemas.microsoft.com/office/drawing/2014/main" id="{EC287D79-0F07-8523-C061-31C41604933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725124" y="132267"/>
                  <a:ext cx="106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87" name="잉크 286">
                  <a:extLst>
                    <a:ext uri="{FF2B5EF4-FFF2-40B4-BE49-F238E27FC236}">
                      <a16:creationId xmlns:a16="http://schemas.microsoft.com/office/drawing/2014/main" id="{48F66702-9316-6614-E0D0-F586F149D1BB}"/>
                    </a:ext>
                  </a:extLst>
                </p14:cNvPr>
                <p14:cNvContentPartPr/>
                <p14:nvPr/>
              </p14:nvContentPartPr>
              <p14:xfrm>
                <a:off x="8651684" y="251787"/>
                <a:ext cx="195480" cy="66600"/>
              </p14:xfrm>
            </p:contentPart>
          </mc:Choice>
          <mc:Fallback>
            <p:pic>
              <p:nvPicPr>
                <p:cNvPr id="287" name="잉크 286">
                  <a:extLst>
                    <a:ext uri="{FF2B5EF4-FFF2-40B4-BE49-F238E27FC236}">
                      <a16:creationId xmlns:a16="http://schemas.microsoft.com/office/drawing/2014/main" id="{48F66702-9316-6614-E0D0-F586F149D1B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645564" y="245667"/>
                  <a:ext cx="2077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88" name="잉크 287">
                  <a:extLst>
                    <a:ext uri="{FF2B5EF4-FFF2-40B4-BE49-F238E27FC236}">
                      <a16:creationId xmlns:a16="http://schemas.microsoft.com/office/drawing/2014/main" id="{59FF1F28-7000-ED04-57FB-CCB9530307E6}"/>
                    </a:ext>
                  </a:extLst>
                </p14:cNvPr>
                <p14:cNvContentPartPr/>
                <p14:nvPr/>
              </p14:nvContentPartPr>
              <p14:xfrm>
                <a:off x="8712164" y="366267"/>
                <a:ext cx="121320" cy="74880"/>
              </p14:xfrm>
            </p:contentPart>
          </mc:Choice>
          <mc:Fallback>
            <p:pic>
              <p:nvPicPr>
                <p:cNvPr id="288" name="잉크 287">
                  <a:extLst>
                    <a:ext uri="{FF2B5EF4-FFF2-40B4-BE49-F238E27FC236}">
                      <a16:creationId xmlns:a16="http://schemas.microsoft.com/office/drawing/2014/main" id="{59FF1F28-7000-ED04-57FB-CCB9530307E6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706044" y="360147"/>
                  <a:ext cx="1335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89" name="잉크 288">
                  <a:extLst>
                    <a:ext uri="{FF2B5EF4-FFF2-40B4-BE49-F238E27FC236}">
                      <a16:creationId xmlns:a16="http://schemas.microsoft.com/office/drawing/2014/main" id="{6BF62CBD-AE6D-CD4F-672A-7C662CA5288D}"/>
                    </a:ext>
                  </a:extLst>
                </p14:cNvPr>
                <p14:cNvContentPartPr/>
                <p14:nvPr/>
              </p14:nvContentPartPr>
              <p14:xfrm>
                <a:off x="8965244" y="221547"/>
                <a:ext cx="69120" cy="97200"/>
              </p14:xfrm>
            </p:contentPart>
          </mc:Choice>
          <mc:Fallback>
            <p:pic>
              <p:nvPicPr>
                <p:cNvPr id="289" name="잉크 288">
                  <a:extLst>
                    <a:ext uri="{FF2B5EF4-FFF2-40B4-BE49-F238E27FC236}">
                      <a16:creationId xmlns:a16="http://schemas.microsoft.com/office/drawing/2014/main" id="{6BF62CBD-AE6D-CD4F-672A-7C662CA5288D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959124" y="215427"/>
                  <a:ext cx="81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90" name="잉크 289">
                  <a:extLst>
                    <a:ext uri="{FF2B5EF4-FFF2-40B4-BE49-F238E27FC236}">
                      <a16:creationId xmlns:a16="http://schemas.microsoft.com/office/drawing/2014/main" id="{DB7B9E33-77F8-A0A3-CAC5-609E25D4F19D}"/>
                    </a:ext>
                  </a:extLst>
                </p14:cNvPr>
                <p14:cNvContentPartPr/>
                <p14:nvPr/>
              </p14:nvContentPartPr>
              <p14:xfrm>
                <a:off x="8832764" y="271947"/>
                <a:ext cx="270000" cy="135720"/>
              </p14:xfrm>
            </p:contentPart>
          </mc:Choice>
          <mc:Fallback>
            <p:pic>
              <p:nvPicPr>
                <p:cNvPr id="290" name="잉크 289">
                  <a:extLst>
                    <a:ext uri="{FF2B5EF4-FFF2-40B4-BE49-F238E27FC236}">
                      <a16:creationId xmlns:a16="http://schemas.microsoft.com/office/drawing/2014/main" id="{DB7B9E33-77F8-A0A3-CAC5-609E25D4F19D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826644" y="265827"/>
                  <a:ext cx="2822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91" name="잉크 290">
                  <a:extLst>
                    <a:ext uri="{FF2B5EF4-FFF2-40B4-BE49-F238E27FC236}">
                      <a16:creationId xmlns:a16="http://schemas.microsoft.com/office/drawing/2014/main" id="{FF11609B-6ECF-7A0D-311A-FBFBA1EAB543}"/>
                    </a:ext>
                  </a:extLst>
                </p14:cNvPr>
                <p14:cNvContentPartPr/>
                <p14:nvPr/>
              </p14:nvContentPartPr>
              <p14:xfrm>
                <a:off x="9121484" y="234147"/>
                <a:ext cx="236880" cy="283680"/>
              </p14:xfrm>
            </p:contentPart>
          </mc:Choice>
          <mc:Fallback>
            <p:pic>
              <p:nvPicPr>
                <p:cNvPr id="291" name="잉크 290">
                  <a:extLst>
                    <a:ext uri="{FF2B5EF4-FFF2-40B4-BE49-F238E27FC236}">
                      <a16:creationId xmlns:a16="http://schemas.microsoft.com/office/drawing/2014/main" id="{FF11609B-6ECF-7A0D-311A-FBFBA1EAB543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115364" y="228027"/>
                  <a:ext cx="2491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62" name="잉크 261">
                  <a:extLst>
                    <a:ext uri="{FF2B5EF4-FFF2-40B4-BE49-F238E27FC236}">
                      <a16:creationId xmlns:a16="http://schemas.microsoft.com/office/drawing/2014/main" id="{B8044CE0-EA04-331B-5389-55AED92B72A0}"/>
                    </a:ext>
                  </a:extLst>
                </p14:cNvPr>
                <p14:cNvContentPartPr/>
                <p14:nvPr/>
              </p14:nvContentPartPr>
              <p14:xfrm>
                <a:off x="1719524" y="481467"/>
                <a:ext cx="4299840" cy="323280"/>
              </p14:xfrm>
            </p:contentPart>
          </mc:Choice>
          <mc:Fallback>
            <p:pic>
              <p:nvPicPr>
                <p:cNvPr id="262" name="잉크 261">
                  <a:extLst>
                    <a:ext uri="{FF2B5EF4-FFF2-40B4-BE49-F238E27FC236}">
                      <a16:creationId xmlns:a16="http://schemas.microsoft.com/office/drawing/2014/main" id="{B8044CE0-EA04-331B-5389-55AED92B72A0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713404" y="475347"/>
                  <a:ext cx="43120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63" name="잉크 262">
                  <a:extLst>
                    <a:ext uri="{FF2B5EF4-FFF2-40B4-BE49-F238E27FC236}">
                      <a16:creationId xmlns:a16="http://schemas.microsoft.com/office/drawing/2014/main" id="{280D9043-3EAC-541C-663D-68A5AFD0B6C7}"/>
                    </a:ext>
                  </a:extLst>
                </p14:cNvPr>
                <p14:cNvContentPartPr/>
                <p14:nvPr/>
              </p14:nvContentPartPr>
              <p14:xfrm>
                <a:off x="5875364" y="390387"/>
                <a:ext cx="142560" cy="249120"/>
              </p14:xfrm>
            </p:contentPart>
          </mc:Choice>
          <mc:Fallback>
            <p:pic>
              <p:nvPicPr>
                <p:cNvPr id="263" name="잉크 262">
                  <a:extLst>
                    <a:ext uri="{FF2B5EF4-FFF2-40B4-BE49-F238E27FC236}">
                      <a16:creationId xmlns:a16="http://schemas.microsoft.com/office/drawing/2014/main" id="{280D9043-3EAC-541C-663D-68A5AFD0B6C7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5869244" y="384267"/>
                  <a:ext cx="1548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65" name="잉크 264">
                  <a:extLst>
                    <a:ext uri="{FF2B5EF4-FFF2-40B4-BE49-F238E27FC236}">
                      <a16:creationId xmlns:a16="http://schemas.microsoft.com/office/drawing/2014/main" id="{2DC920D2-54F1-9A2A-A11D-95E4DD1D9BD0}"/>
                    </a:ext>
                  </a:extLst>
                </p14:cNvPr>
                <p14:cNvContentPartPr/>
                <p14:nvPr/>
              </p14:nvContentPartPr>
              <p14:xfrm>
                <a:off x="6195764" y="242067"/>
                <a:ext cx="194760" cy="178560"/>
              </p14:xfrm>
            </p:contentPart>
          </mc:Choice>
          <mc:Fallback>
            <p:pic>
              <p:nvPicPr>
                <p:cNvPr id="265" name="잉크 264">
                  <a:extLst>
                    <a:ext uri="{FF2B5EF4-FFF2-40B4-BE49-F238E27FC236}">
                      <a16:creationId xmlns:a16="http://schemas.microsoft.com/office/drawing/2014/main" id="{2DC920D2-54F1-9A2A-A11D-95E4DD1D9BD0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6189644" y="235947"/>
                  <a:ext cx="2070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66" name="잉크 265">
                  <a:extLst>
                    <a:ext uri="{FF2B5EF4-FFF2-40B4-BE49-F238E27FC236}">
                      <a16:creationId xmlns:a16="http://schemas.microsoft.com/office/drawing/2014/main" id="{17684A35-9E07-EFBC-13AB-AEFB2D35379E}"/>
                    </a:ext>
                  </a:extLst>
                </p14:cNvPr>
                <p14:cNvContentPartPr/>
                <p14:nvPr/>
              </p14:nvContentPartPr>
              <p14:xfrm>
                <a:off x="6328604" y="234147"/>
                <a:ext cx="81000" cy="54000"/>
              </p14:xfrm>
            </p:contentPart>
          </mc:Choice>
          <mc:Fallback>
            <p:pic>
              <p:nvPicPr>
                <p:cNvPr id="266" name="잉크 265">
                  <a:extLst>
                    <a:ext uri="{FF2B5EF4-FFF2-40B4-BE49-F238E27FC236}">
                      <a16:creationId xmlns:a16="http://schemas.microsoft.com/office/drawing/2014/main" id="{17684A35-9E07-EFBC-13AB-AEFB2D35379E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6322484" y="228027"/>
                  <a:ext cx="932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67" name="잉크 266">
                  <a:extLst>
                    <a:ext uri="{FF2B5EF4-FFF2-40B4-BE49-F238E27FC236}">
                      <a16:creationId xmlns:a16="http://schemas.microsoft.com/office/drawing/2014/main" id="{D53FC420-EB0A-44B6-CB79-14092F995C4A}"/>
                    </a:ext>
                  </a:extLst>
                </p14:cNvPr>
                <p14:cNvContentPartPr/>
                <p14:nvPr/>
              </p14:nvContentPartPr>
              <p14:xfrm>
                <a:off x="6328604" y="144507"/>
                <a:ext cx="183960" cy="90000"/>
              </p14:xfrm>
            </p:contentPart>
          </mc:Choice>
          <mc:Fallback>
            <p:pic>
              <p:nvPicPr>
                <p:cNvPr id="267" name="잉크 266">
                  <a:extLst>
                    <a:ext uri="{FF2B5EF4-FFF2-40B4-BE49-F238E27FC236}">
                      <a16:creationId xmlns:a16="http://schemas.microsoft.com/office/drawing/2014/main" id="{D53FC420-EB0A-44B6-CB79-14092F995C4A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322484" y="138387"/>
                  <a:ext cx="1962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68" name="잉크 267">
                  <a:extLst>
                    <a:ext uri="{FF2B5EF4-FFF2-40B4-BE49-F238E27FC236}">
                      <a16:creationId xmlns:a16="http://schemas.microsoft.com/office/drawing/2014/main" id="{62192ABE-EF9B-B0AF-0A21-3DDDA87DE475}"/>
                    </a:ext>
                  </a:extLst>
                </p14:cNvPr>
                <p14:cNvContentPartPr/>
                <p14:nvPr/>
              </p14:nvContentPartPr>
              <p14:xfrm>
                <a:off x="6475844" y="207507"/>
                <a:ext cx="51120" cy="170280"/>
              </p14:xfrm>
            </p:contentPart>
          </mc:Choice>
          <mc:Fallback>
            <p:pic>
              <p:nvPicPr>
                <p:cNvPr id="268" name="잉크 267">
                  <a:extLst>
                    <a:ext uri="{FF2B5EF4-FFF2-40B4-BE49-F238E27FC236}">
                      <a16:creationId xmlns:a16="http://schemas.microsoft.com/office/drawing/2014/main" id="{62192ABE-EF9B-B0AF-0A21-3DDDA87DE475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6469724" y="201387"/>
                  <a:ext cx="633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69" name="잉크 268">
                  <a:extLst>
                    <a:ext uri="{FF2B5EF4-FFF2-40B4-BE49-F238E27FC236}">
                      <a16:creationId xmlns:a16="http://schemas.microsoft.com/office/drawing/2014/main" id="{F9E330D8-3A34-1EBE-5853-74DCB41E5D6C}"/>
                    </a:ext>
                  </a:extLst>
                </p14:cNvPr>
                <p14:cNvContentPartPr/>
                <p14:nvPr/>
              </p14:nvContentPartPr>
              <p14:xfrm>
                <a:off x="6533444" y="289587"/>
                <a:ext cx="177480" cy="88560"/>
              </p14:xfrm>
            </p:contentPart>
          </mc:Choice>
          <mc:Fallback>
            <p:pic>
              <p:nvPicPr>
                <p:cNvPr id="269" name="잉크 268">
                  <a:extLst>
                    <a:ext uri="{FF2B5EF4-FFF2-40B4-BE49-F238E27FC236}">
                      <a16:creationId xmlns:a16="http://schemas.microsoft.com/office/drawing/2014/main" id="{F9E330D8-3A34-1EBE-5853-74DCB41E5D6C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6527324" y="283467"/>
                  <a:ext cx="1897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70" name="잉크 269">
                  <a:extLst>
                    <a:ext uri="{FF2B5EF4-FFF2-40B4-BE49-F238E27FC236}">
                      <a16:creationId xmlns:a16="http://schemas.microsoft.com/office/drawing/2014/main" id="{FEF4802E-3B91-567B-F54D-AB435F6D1989}"/>
                    </a:ext>
                  </a:extLst>
                </p14:cNvPr>
                <p14:cNvContentPartPr/>
                <p14:nvPr/>
              </p14:nvContentPartPr>
              <p14:xfrm>
                <a:off x="6754124" y="276987"/>
                <a:ext cx="154440" cy="111600"/>
              </p14:xfrm>
            </p:contentPart>
          </mc:Choice>
          <mc:Fallback>
            <p:pic>
              <p:nvPicPr>
                <p:cNvPr id="270" name="잉크 269">
                  <a:extLst>
                    <a:ext uri="{FF2B5EF4-FFF2-40B4-BE49-F238E27FC236}">
                      <a16:creationId xmlns:a16="http://schemas.microsoft.com/office/drawing/2014/main" id="{FEF4802E-3B91-567B-F54D-AB435F6D1989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6748004" y="270867"/>
                  <a:ext cx="166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71" name="잉크 270">
                  <a:extLst>
                    <a:ext uri="{FF2B5EF4-FFF2-40B4-BE49-F238E27FC236}">
                      <a16:creationId xmlns:a16="http://schemas.microsoft.com/office/drawing/2014/main" id="{9BEDB88C-6480-1691-A515-E36ED9906033}"/>
                    </a:ext>
                  </a:extLst>
                </p14:cNvPr>
                <p14:cNvContentPartPr/>
                <p14:nvPr/>
              </p14:nvContentPartPr>
              <p14:xfrm>
                <a:off x="6943124" y="102027"/>
                <a:ext cx="9000" cy="219240"/>
              </p14:xfrm>
            </p:contentPart>
          </mc:Choice>
          <mc:Fallback>
            <p:pic>
              <p:nvPicPr>
                <p:cNvPr id="271" name="잉크 270">
                  <a:extLst>
                    <a:ext uri="{FF2B5EF4-FFF2-40B4-BE49-F238E27FC236}">
                      <a16:creationId xmlns:a16="http://schemas.microsoft.com/office/drawing/2014/main" id="{9BEDB88C-6480-1691-A515-E36ED9906033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6937004" y="95907"/>
                  <a:ext cx="212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72" name="잉크 271">
                  <a:extLst>
                    <a:ext uri="{FF2B5EF4-FFF2-40B4-BE49-F238E27FC236}">
                      <a16:creationId xmlns:a16="http://schemas.microsoft.com/office/drawing/2014/main" id="{C22505E2-F43B-C78D-E5DA-1C827EAA8805}"/>
                    </a:ext>
                  </a:extLst>
                </p14:cNvPr>
                <p14:cNvContentPartPr/>
                <p14:nvPr/>
              </p14:nvContentPartPr>
              <p14:xfrm>
                <a:off x="7033844" y="254667"/>
                <a:ext cx="115920" cy="120960"/>
              </p14:xfrm>
            </p:contentPart>
          </mc:Choice>
          <mc:Fallback>
            <p:pic>
              <p:nvPicPr>
                <p:cNvPr id="272" name="잉크 271">
                  <a:extLst>
                    <a:ext uri="{FF2B5EF4-FFF2-40B4-BE49-F238E27FC236}">
                      <a16:creationId xmlns:a16="http://schemas.microsoft.com/office/drawing/2014/main" id="{C22505E2-F43B-C78D-E5DA-1C827EAA8805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027724" y="248547"/>
                  <a:ext cx="1281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73" name="잉크 272">
                  <a:extLst>
                    <a:ext uri="{FF2B5EF4-FFF2-40B4-BE49-F238E27FC236}">
                      <a16:creationId xmlns:a16="http://schemas.microsoft.com/office/drawing/2014/main" id="{934A4290-0A28-FEB9-3CB0-AAA4473CBAF5}"/>
                    </a:ext>
                  </a:extLst>
                </p14:cNvPr>
                <p14:cNvContentPartPr/>
                <p14:nvPr/>
              </p14:nvContentPartPr>
              <p14:xfrm>
                <a:off x="7075964" y="254667"/>
                <a:ext cx="360" cy="360"/>
              </p14:xfrm>
            </p:contentPart>
          </mc:Choice>
          <mc:Fallback>
            <p:pic>
              <p:nvPicPr>
                <p:cNvPr id="273" name="잉크 272">
                  <a:extLst>
                    <a:ext uri="{FF2B5EF4-FFF2-40B4-BE49-F238E27FC236}">
                      <a16:creationId xmlns:a16="http://schemas.microsoft.com/office/drawing/2014/main" id="{934A4290-0A28-FEB9-3CB0-AAA4473CBAF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69844" y="2485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74" name="잉크 273">
                  <a:extLst>
                    <a:ext uri="{FF2B5EF4-FFF2-40B4-BE49-F238E27FC236}">
                      <a16:creationId xmlns:a16="http://schemas.microsoft.com/office/drawing/2014/main" id="{6944F554-54CE-77CC-D255-0D1025CD09AA}"/>
                    </a:ext>
                  </a:extLst>
                </p14:cNvPr>
                <p14:cNvContentPartPr/>
                <p14:nvPr/>
              </p14:nvContentPartPr>
              <p14:xfrm>
                <a:off x="7075964" y="254667"/>
                <a:ext cx="194760" cy="3600"/>
              </p14:xfrm>
            </p:contentPart>
          </mc:Choice>
          <mc:Fallback>
            <p:pic>
              <p:nvPicPr>
                <p:cNvPr id="274" name="잉크 273">
                  <a:extLst>
                    <a:ext uri="{FF2B5EF4-FFF2-40B4-BE49-F238E27FC236}">
                      <a16:creationId xmlns:a16="http://schemas.microsoft.com/office/drawing/2014/main" id="{6944F554-54CE-77CC-D255-0D1025CD09AA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069844" y="248547"/>
                  <a:ext cx="2070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75" name="잉크 274">
                  <a:extLst>
                    <a:ext uri="{FF2B5EF4-FFF2-40B4-BE49-F238E27FC236}">
                      <a16:creationId xmlns:a16="http://schemas.microsoft.com/office/drawing/2014/main" id="{F9934311-7FFA-DCD4-4349-C834500D9148}"/>
                    </a:ext>
                  </a:extLst>
                </p14:cNvPr>
                <p14:cNvContentPartPr/>
                <p14:nvPr/>
              </p14:nvContentPartPr>
              <p14:xfrm>
                <a:off x="7193324" y="138387"/>
                <a:ext cx="54720" cy="245880"/>
              </p14:xfrm>
            </p:contentPart>
          </mc:Choice>
          <mc:Fallback>
            <p:pic>
              <p:nvPicPr>
                <p:cNvPr id="275" name="잉크 274">
                  <a:extLst>
                    <a:ext uri="{FF2B5EF4-FFF2-40B4-BE49-F238E27FC236}">
                      <a16:creationId xmlns:a16="http://schemas.microsoft.com/office/drawing/2014/main" id="{F9934311-7FFA-DCD4-4349-C834500D9148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187204" y="132267"/>
                  <a:ext cx="669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76" name="잉크 275">
                  <a:extLst>
                    <a:ext uri="{FF2B5EF4-FFF2-40B4-BE49-F238E27FC236}">
                      <a16:creationId xmlns:a16="http://schemas.microsoft.com/office/drawing/2014/main" id="{2C94D65F-3BF2-2739-101D-6339D2CE9396}"/>
                    </a:ext>
                  </a:extLst>
                </p14:cNvPr>
                <p14:cNvContentPartPr/>
                <p14:nvPr/>
              </p14:nvContentPartPr>
              <p14:xfrm>
                <a:off x="7307084" y="240987"/>
                <a:ext cx="168480" cy="139320"/>
              </p14:xfrm>
            </p:contentPart>
          </mc:Choice>
          <mc:Fallback>
            <p:pic>
              <p:nvPicPr>
                <p:cNvPr id="276" name="잉크 275">
                  <a:extLst>
                    <a:ext uri="{FF2B5EF4-FFF2-40B4-BE49-F238E27FC236}">
                      <a16:creationId xmlns:a16="http://schemas.microsoft.com/office/drawing/2014/main" id="{2C94D65F-3BF2-2739-101D-6339D2CE939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300964" y="234867"/>
                  <a:ext cx="180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77" name="잉크 276">
                  <a:extLst>
                    <a:ext uri="{FF2B5EF4-FFF2-40B4-BE49-F238E27FC236}">
                      <a16:creationId xmlns:a16="http://schemas.microsoft.com/office/drawing/2014/main" id="{0D3AD2EA-E382-8868-10DC-0A43C67F2B4C}"/>
                    </a:ext>
                  </a:extLst>
                </p14:cNvPr>
                <p14:cNvContentPartPr/>
                <p14:nvPr/>
              </p14:nvContentPartPr>
              <p14:xfrm>
                <a:off x="7511204" y="108147"/>
                <a:ext cx="109080" cy="288000"/>
              </p14:xfrm>
            </p:contentPart>
          </mc:Choice>
          <mc:Fallback>
            <p:pic>
              <p:nvPicPr>
                <p:cNvPr id="277" name="잉크 276">
                  <a:extLst>
                    <a:ext uri="{FF2B5EF4-FFF2-40B4-BE49-F238E27FC236}">
                      <a16:creationId xmlns:a16="http://schemas.microsoft.com/office/drawing/2014/main" id="{0D3AD2EA-E382-8868-10DC-0A43C67F2B4C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7505084" y="102027"/>
                  <a:ext cx="1213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78" name="잉크 277">
                  <a:extLst>
                    <a:ext uri="{FF2B5EF4-FFF2-40B4-BE49-F238E27FC236}">
                      <a16:creationId xmlns:a16="http://schemas.microsoft.com/office/drawing/2014/main" id="{24593262-2514-DCB2-D942-6A42E4D148C9}"/>
                    </a:ext>
                  </a:extLst>
                </p14:cNvPr>
                <p14:cNvContentPartPr/>
                <p14:nvPr/>
              </p14:nvContentPartPr>
              <p14:xfrm>
                <a:off x="7690124" y="267267"/>
                <a:ext cx="114120" cy="77400"/>
              </p14:xfrm>
            </p:contentPart>
          </mc:Choice>
          <mc:Fallback>
            <p:pic>
              <p:nvPicPr>
                <p:cNvPr id="278" name="잉크 277">
                  <a:extLst>
                    <a:ext uri="{FF2B5EF4-FFF2-40B4-BE49-F238E27FC236}">
                      <a16:creationId xmlns:a16="http://schemas.microsoft.com/office/drawing/2014/main" id="{24593262-2514-DCB2-D942-6A42E4D148C9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684004" y="261147"/>
                  <a:ext cx="1263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79" name="잉크 278">
                  <a:extLst>
                    <a:ext uri="{FF2B5EF4-FFF2-40B4-BE49-F238E27FC236}">
                      <a16:creationId xmlns:a16="http://schemas.microsoft.com/office/drawing/2014/main" id="{5F16B9E3-7635-B395-5910-8DCBC5779CD8}"/>
                    </a:ext>
                  </a:extLst>
                </p14:cNvPr>
                <p14:cNvContentPartPr/>
                <p14:nvPr/>
              </p14:nvContentPartPr>
              <p14:xfrm>
                <a:off x="7875524" y="56307"/>
                <a:ext cx="21240" cy="516960"/>
              </p14:xfrm>
            </p:contentPart>
          </mc:Choice>
          <mc:Fallback>
            <p:pic>
              <p:nvPicPr>
                <p:cNvPr id="279" name="잉크 278">
                  <a:extLst>
                    <a:ext uri="{FF2B5EF4-FFF2-40B4-BE49-F238E27FC236}">
                      <a16:creationId xmlns:a16="http://schemas.microsoft.com/office/drawing/2014/main" id="{5F16B9E3-7635-B395-5910-8DCBC5779CD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869404" y="50187"/>
                  <a:ext cx="334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80" name="잉크 279">
                  <a:extLst>
                    <a:ext uri="{FF2B5EF4-FFF2-40B4-BE49-F238E27FC236}">
                      <a16:creationId xmlns:a16="http://schemas.microsoft.com/office/drawing/2014/main" id="{1DF8E81B-58FB-CD03-3270-517DBB5BD386}"/>
                    </a:ext>
                  </a:extLst>
                </p14:cNvPr>
                <p14:cNvContentPartPr/>
                <p14:nvPr/>
              </p14:nvContentPartPr>
              <p14:xfrm>
                <a:off x="7915844" y="194907"/>
                <a:ext cx="68760" cy="154800"/>
              </p14:xfrm>
            </p:contentPart>
          </mc:Choice>
          <mc:Fallback>
            <p:pic>
              <p:nvPicPr>
                <p:cNvPr id="280" name="잉크 279">
                  <a:extLst>
                    <a:ext uri="{FF2B5EF4-FFF2-40B4-BE49-F238E27FC236}">
                      <a16:creationId xmlns:a16="http://schemas.microsoft.com/office/drawing/2014/main" id="{1DF8E81B-58FB-CD03-3270-517DBB5BD386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909724" y="188787"/>
                  <a:ext cx="81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81" name="잉크 280">
                  <a:extLst>
                    <a:ext uri="{FF2B5EF4-FFF2-40B4-BE49-F238E27FC236}">
                      <a16:creationId xmlns:a16="http://schemas.microsoft.com/office/drawing/2014/main" id="{3382A070-B69A-F11C-C624-266C8E36128B}"/>
                    </a:ext>
                  </a:extLst>
                </p14:cNvPr>
                <p14:cNvContentPartPr/>
                <p14:nvPr/>
              </p14:nvContentPartPr>
              <p14:xfrm>
                <a:off x="7964804" y="281667"/>
                <a:ext cx="114120" cy="6480"/>
              </p14:xfrm>
            </p:contentPart>
          </mc:Choice>
          <mc:Fallback>
            <p:pic>
              <p:nvPicPr>
                <p:cNvPr id="281" name="잉크 280">
                  <a:extLst>
                    <a:ext uri="{FF2B5EF4-FFF2-40B4-BE49-F238E27FC236}">
                      <a16:creationId xmlns:a16="http://schemas.microsoft.com/office/drawing/2014/main" id="{3382A070-B69A-F11C-C624-266C8E36128B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958684" y="275547"/>
                  <a:ext cx="1263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82" name="잉크 281">
                  <a:extLst>
                    <a:ext uri="{FF2B5EF4-FFF2-40B4-BE49-F238E27FC236}">
                      <a16:creationId xmlns:a16="http://schemas.microsoft.com/office/drawing/2014/main" id="{CCFDDF15-036A-23C1-2503-2FFBF5BECECD}"/>
                    </a:ext>
                  </a:extLst>
                </p14:cNvPr>
                <p14:cNvContentPartPr/>
                <p14:nvPr/>
              </p14:nvContentPartPr>
              <p14:xfrm>
                <a:off x="8012324" y="60987"/>
                <a:ext cx="68760" cy="570600"/>
              </p14:xfrm>
            </p:contentPart>
          </mc:Choice>
          <mc:Fallback>
            <p:pic>
              <p:nvPicPr>
                <p:cNvPr id="282" name="잉크 281">
                  <a:extLst>
                    <a:ext uri="{FF2B5EF4-FFF2-40B4-BE49-F238E27FC236}">
                      <a16:creationId xmlns:a16="http://schemas.microsoft.com/office/drawing/2014/main" id="{CCFDDF15-036A-23C1-2503-2FFBF5BECEC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006204" y="54867"/>
                  <a:ext cx="8100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17" name="잉크 316">
                  <a:extLst>
                    <a:ext uri="{FF2B5EF4-FFF2-40B4-BE49-F238E27FC236}">
                      <a16:creationId xmlns:a16="http://schemas.microsoft.com/office/drawing/2014/main" id="{B218D9D0-E404-2566-9B75-44C8679B3BD7}"/>
                    </a:ext>
                  </a:extLst>
                </p14:cNvPr>
                <p14:cNvContentPartPr/>
                <p14:nvPr/>
              </p14:nvContentPartPr>
              <p14:xfrm>
                <a:off x="6092444" y="336747"/>
                <a:ext cx="35280" cy="150120"/>
              </p14:xfrm>
            </p:contentPart>
          </mc:Choice>
          <mc:Fallback>
            <p:pic>
              <p:nvPicPr>
                <p:cNvPr id="317" name="잉크 316">
                  <a:extLst>
                    <a:ext uri="{FF2B5EF4-FFF2-40B4-BE49-F238E27FC236}">
                      <a16:creationId xmlns:a16="http://schemas.microsoft.com/office/drawing/2014/main" id="{B218D9D0-E404-2566-9B75-44C8679B3BD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086324" y="330627"/>
                  <a:ext cx="475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18" name="잉크 317">
                  <a:extLst>
                    <a:ext uri="{FF2B5EF4-FFF2-40B4-BE49-F238E27FC236}">
                      <a16:creationId xmlns:a16="http://schemas.microsoft.com/office/drawing/2014/main" id="{E59794B3-3C22-DE26-C4C1-E9440E6B1678}"/>
                    </a:ext>
                  </a:extLst>
                </p14:cNvPr>
                <p14:cNvContentPartPr/>
                <p14:nvPr/>
              </p14:nvContentPartPr>
              <p14:xfrm>
                <a:off x="6038084" y="257547"/>
                <a:ext cx="204480" cy="309600"/>
              </p14:xfrm>
            </p:contentPart>
          </mc:Choice>
          <mc:Fallback>
            <p:pic>
              <p:nvPicPr>
                <p:cNvPr id="318" name="잉크 317">
                  <a:extLst>
                    <a:ext uri="{FF2B5EF4-FFF2-40B4-BE49-F238E27FC236}">
                      <a16:creationId xmlns:a16="http://schemas.microsoft.com/office/drawing/2014/main" id="{E59794B3-3C22-DE26-C4C1-E9440E6B167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6031964" y="251427"/>
                  <a:ext cx="2167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20" name="잉크 319">
                  <a:extLst>
                    <a:ext uri="{FF2B5EF4-FFF2-40B4-BE49-F238E27FC236}">
                      <a16:creationId xmlns:a16="http://schemas.microsoft.com/office/drawing/2014/main" id="{987B835A-CAA2-8524-A625-3E54ADC86FFE}"/>
                    </a:ext>
                  </a:extLst>
                </p14:cNvPr>
                <p14:cNvContentPartPr/>
                <p14:nvPr/>
              </p14:nvContentPartPr>
              <p14:xfrm>
                <a:off x="6030884" y="690987"/>
                <a:ext cx="209160" cy="203400"/>
              </p14:xfrm>
            </p:contentPart>
          </mc:Choice>
          <mc:Fallback>
            <p:pic>
              <p:nvPicPr>
                <p:cNvPr id="320" name="잉크 319">
                  <a:extLst>
                    <a:ext uri="{FF2B5EF4-FFF2-40B4-BE49-F238E27FC236}">
                      <a16:creationId xmlns:a16="http://schemas.microsoft.com/office/drawing/2014/main" id="{987B835A-CAA2-8524-A625-3E54ADC86FFE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6024764" y="684867"/>
                  <a:ext cx="2214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21" name="잉크 320">
                  <a:extLst>
                    <a:ext uri="{FF2B5EF4-FFF2-40B4-BE49-F238E27FC236}">
                      <a16:creationId xmlns:a16="http://schemas.microsoft.com/office/drawing/2014/main" id="{BA0980D0-6C9C-1E52-6099-7BD93A12679F}"/>
                    </a:ext>
                  </a:extLst>
                </p14:cNvPr>
                <p14:cNvContentPartPr/>
                <p14:nvPr/>
              </p14:nvContentPartPr>
              <p14:xfrm>
                <a:off x="6037364" y="648147"/>
                <a:ext cx="398520" cy="336600"/>
              </p14:xfrm>
            </p:contentPart>
          </mc:Choice>
          <mc:Fallback>
            <p:pic>
              <p:nvPicPr>
                <p:cNvPr id="321" name="잉크 320">
                  <a:extLst>
                    <a:ext uri="{FF2B5EF4-FFF2-40B4-BE49-F238E27FC236}">
                      <a16:creationId xmlns:a16="http://schemas.microsoft.com/office/drawing/2014/main" id="{BA0980D0-6C9C-1E52-6099-7BD93A12679F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031244" y="642027"/>
                  <a:ext cx="4107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22" name="잉크 321">
                  <a:extLst>
                    <a:ext uri="{FF2B5EF4-FFF2-40B4-BE49-F238E27FC236}">
                      <a16:creationId xmlns:a16="http://schemas.microsoft.com/office/drawing/2014/main" id="{288A205B-35A3-6565-617C-DBC16F888D89}"/>
                    </a:ext>
                  </a:extLst>
                </p14:cNvPr>
                <p14:cNvContentPartPr/>
                <p14:nvPr/>
              </p14:nvContentPartPr>
              <p14:xfrm>
                <a:off x="6607964" y="698907"/>
                <a:ext cx="270720" cy="100440"/>
              </p14:xfrm>
            </p:contentPart>
          </mc:Choice>
          <mc:Fallback>
            <p:pic>
              <p:nvPicPr>
                <p:cNvPr id="322" name="잉크 321">
                  <a:extLst>
                    <a:ext uri="{FF2B5EF4-FFF2-40B4-BE49-F238E27FC236}">
                      <a16:creationId xmlns:a16="http://schemas.microsoft.com/office/drawing/2014/main" id="{288A205B-35A3-6565-617C-DBC16F888D89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601844" y="692787"/>
                  <a:ext cx="282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23" name="잉크 322">
                  <a:extLst>
                    <a:ext uri="{FF2B5EF4-FFF2-40B4-BE49-F238E27FC236}">
                      <a16:creationId xmlns:a16="http://schemas.microsoft.com/office/drawing/2014/main" id="{8FA9A954-23D8-E74E-A1E3-B57A49EE81BE}"/>
                    </a:ext>
                  </a:extLst>
                </p14:cNvPr>
                <p14:cNvContentPartPr/>
                <p14:nvPr/>
              </p14:nvContentPartPr>
              <p14:xfrm>
                <a:off x="6846644" y="506667"/>
                <a:ext cx="38880" cy="554760"/>
              </p14:xfrm>
            </p:contentPart>
          </mc:Choice>
          <mc:Fallback>
            <p:pic>
              <p:nvPicPr>
                <p:cNvPr id="323" name="잉크 322">
                  <a:extLst>
                    <a:ext uri="{FF2B5EF4-FFF2-40B4-BE49-F238E27FC236}">
                      <a16:creationId xmlns:a16="http://schemas.microsoft.com/office/drawing/2014/main" id="{8FA9A954-23D8-E74E-A1E3-B57A49EE81BE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840524" y="500547"/>
                  <a:ext cx="5112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24" name="잉크 323">
                  <a:extLst>
                    <a:ext uri="{FF2B5EF4-FFF2-40B4-BE49-F238E27FC236}">
                      <a16:creationId xmlns:a16="http://schemas.microsoft.com/office/drawing/2014/main" id="{7375F467-268B-D942-9B41-BC4B6F8F7808}"/>
                    </a:ext>
                  </a:extLst>
                </p14:cNvPr>
                <p14:cNvContentPartPr/>
                <p14:nvPr/>
              </p14:nvContentPartPr>
              <p14:xfrm>
                <a:off x="6970844" y="738147"/>
                <a:ext cx="98280" cy="134640"/>
              </p14:xfrm>
            </p:contentPart>
          </mc:Choice>
          <mc:Fallback>
            <p:pic>
              <p:nvPicPr>
                <p:cNvPr id="324" name="잉크 323">
                  <a:extLst>
                    <a:ext uri="{FF2B5EF4-FFF2-40B4-BE49-F238E27FC236}">
                      <a16:creationId xmlns:a16="http://schemas.microsoft.com/office/drawing/2014/main" id="{7375F467-268B-D942-9B41-BC4B6F8F7808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964724" y="732027"/>
                  <a:ext cx="1105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25" name="잉크 324">
                  <a:extLst>
                    <a:ext uri="{FF2B5EF4-FFF2-40B4-BE49-F238E27FC236}">
                      <a16:creationId xmlns:a16="http://schemas.microsoft.com/office/drawing/2014/main" id="{ECFE5F7D-E583-E77A-3CE0-6AEC4D86ECD9}"/>
                    </a:ext>
                  </a:extLst>
                </p14:cNvPr>
                <p14:cNvContentPartPr/>
                <p14:nvPr/>
              </p14:nvContentPartPr>
              <p14:xfrm>
                <a:off x="6970844" y="722667"/>
                <a:ext cx="144000" cy="137520"/>
              </p14:xfrm>
            </p:contentPart>
          </mc:Choice>
          <mc:Fallback>
            <p:pic>
              <p:nvPicPr>
                <p:cNvPr id="325" name="잉크 324">
                  <a:extLst>
                    <a:ext uri="{FF2B5EF4-FFF2-40B4-BE49-F238E27FC236}">
                      <a16:creationId xmlns:a16="http://schemas.microsoft.com/office/drawing/2014/main" id="{ECFE5F7D-E583-E77A-3CE0-6AEC4D86ECD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964724" y="716547"/>
                  <a:ext cx="1562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26" name="잉크 325">
                  <a:extLst>
                    <a:ext uri="{FF2B5EF4-FFF2-40B4-BE49-F238E27FC236}">
                      <a16:creationId xmlns:a16="http://schemas.microsoft.com/office/drawing/2014/main" id="{F80ECCE1-0056-FD27-129D-5E0FC74A72C3}"/>
                    </a:ext>
                  </a:extLst>
                </p14:cNvPr>
                <p14:cNvContentPartPr/>
                <p14:nvPr/>
              </p14:nvContentPartPr>
              <p14:xfrm>
                <a:off x="7102244" y="653187"/>
                <a:ext cx="81000" cy="16200"/>
              </p14:xfrm>
            </p:contentPart>
          </mc:Choice>
          <mc:Fallback>
            <p:pic>
              <p:nvPicPr>
                <p:cNvPr id="326" name="잉크 325">
                  <a:extLst>
                    <a:ext uri="{FF2B5EF4-FFF2-40B4-BE49-F238E27FC236}">
                      <a16:creationId xmlns:a16="http://schemas.microsoft.com/office/drawing/2014/main" id="{F80ECCE1-0056-FD27-129D-5E0FC74A72C3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096124" y="647067"/>
                  <a:ext cx="93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27" name="잉크 326">
                  <a:extLst>
                    <a:ext uri="{FF2B5EF4-FFF2-40B4-BE49-F238E27FC236}">
                      <a16:creationId xmlns:a16="http://schemas.microsoft.com/office/drawing/2014/main" id="{A0A6D526-14C9-20CA-A1DB-F74F115D2CBD}"/>
                    </a:ext>
                  </a:extLst>
                </p14:cNvPr>
                <p14:cNvContentPartPr/>
                <p14:nvPr/>
              </p14:nvContentPartPr>
              <p14:xfrm>
                <a:off x="7102244" y="661107"/>
                <a:ext cx="81000" cy="64800"/>
              </p14:xfrm>
            </p:contentPart>
          </mc:Choice>
          <mc:Fallback>
            <p:pic>
              <p:nvPicPr>
                <p:cNvPr id="327" name="잉크 326">
                  <a:extLst>
                    <a:ext uri="{FF2B5EF4-FFF2-40B4-BE49-F238E27FC236}">
                      <a16:creationId xmlns:a16="http://schemas.microsoft.com/office/drawing/2014/main" id="{A0A6D526-14C9-20CA-A1DB-F74F115D2CBD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096124" y="654987"/>
                  <a:ext cx="932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28" name="잉크 327">
                  <a:extLst>
                    <a:ext uri="{FF2B5EF4-FFF2-40B4-BE49-F238E27FC236}">
                      <a16:creationId xmlns:a16="http://schemas.microsoft.com/office/drawing/2014/main" id="{E16F4009-8063-A5E8-E140-A4926FC172E7}"/>
                    </a:ext>
                  </a:extLst>
                </p14:cNvPr>
                <p14:cNvContentPartPr/>
                <p14:nvPr/>
              </p14:nvContentPartPr>
              <p14:xfrm>
                <a:off x="7179284" y="516027"/>
                <a:ext cx="52920" cy="412920"/>
              </p14:xfrm>
            </p:contentPart>
          </mc:Choice>
          <mc:Fallback>
            <p:pic>
              <p:nvPicPr>
                <p:cNvPr id="328" name="잉크 327">
                  <a:extLst>
                    <a:ext uri="{FF2B5EF4-FFF2-40B4-BE49-F238E27FC236}">
                      <a16:creationId xmlns:a16="http://schemas.microsoft.com/office/drawing/2014/main" id="{E16F4009-8063-A5E8-E140-A4926FC172E7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173164" y="509907"/>
                  <a:ext cx="6516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29" name="잉크 328">
                  <a:extLst>
                    <a:ext uri="{FF2B5EF4-FFF2-40B4-BE49-F238E27FC236}">
                      <a16:creationId xmlns:a16="http://schemas.microsoft.com/office/drawing/2014/main" id="{193E9017-CCE8-DFA0-4ECE-7EAA6BAC7DF0}"/>
                    </a:ext>
                  </a:extLst>
                </p14:cNvPr>
                <p14:cNvContentPartPr/>
                <p14:nvPr/>
              </p14:nvContentPartPr>
              <p14:xfrm>
                <a:off x="7007564" y="928947"/>
                <a:ext cx="358920" cy="87120"/>
              </p14:xfrm>
            </p:contentPart>
          </mc:Choice>
          <mc:Fallback>
            <p:pic>
              <p:nvPicPr>
                <p:cNvPr id="329" name="잉크 328">
                  <a:extLst>
                    <a:ext uri="{FF2B5EF4-FFF2-40B4-BE49-F238E27FC236}">
                      <a16:creationId xmlns:a16="http://schemas.microsoft.com/office/drawing/2014/main" id="{193E9017-CCE8-DFA0-4ECE-7EAA6BAC7DF0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001444" y="922827"/>
                  <a:ext cx="3711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30" name="잉크 329">
                  <a:extLst>
                    <a:ext uri="{FF2B5EF4-FFF2-40B4-BE49-F238E27FC236}">
                      <a16:creationId xmlns:a16="http://schemas.microsoft.com/office/drawing/2014/main" id="{795D01E3-D6FC-43DC-2849-0DEB9BF6B06D}"/>
                    </a:ext>
                  </a:extLst>
                </p14:cNvPr>
                <p14:cNvContentPartPr/>
                <p14:nvPr/>
              </p14:nvContentPartPr>
              <p14:xfrm>
                <a:off x="7485284" y="648507"/>
                <a:ext cx="35640" cy="198360"/>
              </p14:xfrm>
            </p:contentPart>
          </mc:Choice>
          <mc:Fallback>
            <p:pic>
              <p:nvPicPr>
                <p:cNvPr id="330" name="잉크 329">
                  <a:extLst>
                    <a:ext uri="{FF2B5EF4-FFF2-40B4-BE49-F238E27FC236}">
                      <a16:creationId xmlns:a16="http://schemas.microsoft.com/office/drawing/2014/main" id="{795D01E3-D6FC-43DC-2849-0DEB9BF6B06D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7479164" y="642387"/>
                  <a:ext cx="47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31" name="잉크 330">
                  <a:extLst>
                    <a:ext uri="{FF2B5EF4-FFF2-40B4-BE49-F238E27FC236}">
                      <a16:creationId xmlns:a16="http://schemas.microsoft.com/office/drawing/2014/main" id="{0332DA96-2CA1-5CA3-F2A8-53AA6BF7BE90}"/>
                    </a:ext>
                  </a:extLst>
                </p14:cNvPr>
                <p14:cNvContentPartPr/>
                <p14:nvPr/>
              </p14:nvContentPartPr>
              <p14:xfrm>
                <a:off x="7487084" y="647067"/>
                <a:ext cx="89640" cy="198720"/>
              </p14:xfrm>
            </p:contentPart>
          </mc:Choice>
          <mc:Fallback>
            <p:pic>
              <p:nvPicPr>
                <p:cNvPr id="331" name="잉크 330">
                  <a:extLst>
                    <a:ext uri="{FF2B5EF4-FFF2-40B4-BE49-F238E27FC236}">
                      <a16:creationId xmlns:a16="http://schemas.microsoft.com/office/drawing/2014/main" id="{0332DA96-2CA1-5CA3-F2A8-53AA6BF7BE90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480964" y="640947"/>
                  <a:ext cx="1018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32" name="잉크 331">
                  <a:extLst>
                    <a:ext uri="{FF2B5EF4-FFF2-40B4-BE49-F238E27FC236}">
                      <a16:creationId xmlns:a16="http://schemas.microsoft.com/office/drawing/2014/main" id="{059456DA-015F-D7E1-87F2-CE6CF0CFC3B4}"/>
                    </a:ext>
                  </a:extLst>
                </p14:cNvPr>
                <p14:cNvContentPartPr/>
                <p14:nvPr/>
              </p14:nvContentPartPr>
              <p14:xfrm>
                <a:off x="7579964" y="649947"/>
                <a:ext cx="24840" cy="127080"/>
              </p14:xfrm>
            </p:contentPart>
          </mc:Choice>
          <mc:Fallback>
            <p:pic>
              <p:nvPicPr>
                <p:cNvPr id="332" name="잉크 331">
                  <a:extLst>
                    <a:ext uri="{FF2B5EF4-FFF2-40B4-BE49-F238E27FC236}">
                      <a16:creationId xmlns:a16="http://schemas.microsoft.com/office/drawing/2014/main" id="{059456DA-015F-D7E1-87F2-CE6CF0CFC3B4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7573844" y="643827"/>
                  <a:ext cx="370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33" name="잉크 332">
                  <a:extLst>
                    <a:ext uri="{FF2B5EF4-FFF2-40B4-BE49-F238E27FC236}">
                      <a16:creationId xmlns:a16="http://schemas.microsoft.com/office/drawing/2014/main" id="{60708EC9-E5CD-53C0-F93D-0FF1F5A7CE5F}"/>
                    </a:ext>
                  </a:extLst>
                </p14:cNvPr>
                <p14:cNvContentPartPr/>
                <p14:nvPr/>
              </p14:nvContentPartPr>
              <p14:xfrm>
                <a:off x="7590044" y="620067"/>
                <a:ext cx="144360" cy="288720"/>
              </p14:xfrm>
            </p:contentPart>
          </mc:Choice>
          <mc:Fallback>
            <p:pic>
              <p:nvPicPr>
                <p:cNvPr id="333" name="잉크 332">
                  <a:extLst>
                    <a:ext uri="{FF2B5EF4-FFF2-40B4-BE49-F238E27FC236}">
                      <a16:creationId xmlns:a16="http://schemas.microsoft.com/office/drawing/2014/main" id="{60708EC9-E5CD-53C0-F93D-0FF1F5A7CE5F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583924" y="613947"/>
                  <a:ext cx="1566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34" name="잉크 333">
                  <a:extLst>
                    <a:ext uri="{FF2B5EF4-FFF2-40B4-BE49-F238E27FC236}">
                      <a16:creationId xmlns:a16="http://schemas.microsoft.com/office/drawing/2014/main" id="{CBF5CF38-5649-0438-68FD-5E8C95150259}"/>
                    </a:ext>
                  </a:extLst>
                </p14:cNvPr>
                <p14:cNvContentPartPr/>
                <p14:nvPr/>
              </p14:nvContentPartPr>
              <p14:xfrm>
                <a:off x="7655204" y="445467"/>
                <a:ext cx="98280" cy="664920"/>
              </p14:xfrm>
            </p:contentPart>
          </mc:Choice>
          <mc:Fallback>
            <p:pic>
              <p:nvPicPr>
                <p:cNvPr id="334" name="잉크 333">
                  <a:extLst>
                    <a:ext uri="{FF2B5EF4-FFF2-40B4-BE49-F238E27FC236}">
                      <a16:creationId xmlns:a16="http://schemas.microsoft.com/office/drawing/2014/main" id="{CBF5CF38-5649-0438-68FD-5E8C95150259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649084" y="439347"/>
                  <a:ext cx="11052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36" name="잉크 335">
                  <a:extLst>
                    <a:ext uri="{FF2B5EF4-FFF2-40B4-BE49-F238E27FC236}">
                      <a16:creationId xmlns:a16="http://schemas.microsoft.com/office/drawing/2014/main" id="{9BDAD9CD-1327-CE10-1A2D-9D51FFA37C9C}"/>
                    </a:ext>
                  </a:extLst>
                </p14:cNvPr>
                <p14:cNvContentPartPr/>
                <p14:nvPr/>
              </p14:nvContentPartPr>
              <p14:xfrm>
                <a:off x="8167844" y="683067"/>
                <a:ext cx="172080" cy="129600"/>
              </p14:xfrm>
            </p:contentPart>
          </mc:Choice>
          <mc:Fallback>
            <p:pic>
              <p:nvPicPr>
                <p:cNvPr id="336" name="잉크 335">
                  <a:extLst>
                    <a:ext uri="{FF2B5EF4-FFF2-40B4-BE49-F238E27FC236}">
                      <a16:creationId xmlns:a16="http://schemas.microsoft.com/office/drawing/2014/main" id="{9BDAD9CD-1327-CE10-1A2D-9D51FFA37C9C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8161724" y="676947"/>
                  <a:ext cx="1843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37" name="잉크 336">
                  <a:extLst>
                    <a:ext uri="{FF2B5EF4-FFF2-40B4-BE49-F238E27FC236}">
                      <a16:creationId xmlns:a16="http://schemas.microsoft.com/office/drawing/2014/main" id="{3F879C83-D176-171F-CDE6-87230012A82D}"/>
                    </a:ext>
                  </a:extLst>
                </p14:cNvPr>
                <p14:cNvContentPartPr/>
                <p14:nvPr/>
              </p14:nvContentPartPr>
              <p14:xfrm>
                <a:off x="8369084" y="569667"/>
                <a:ext cx="117720" cy="271080"/>
              </p14:xfrm>
            </p:contentPart>
          </mc:Choice>
          <mc:Fallback>
            <p:pic>
              <p:nvPicPr>
                <p:cNvPr id="337" name="잉크 336">
                  <a:extLst>
                    <a:ext uri="{FF2B5EF4-FFF2-40B4-BE49-F238E27FC236}">
                      <a16:creationId xmlns:a16="http://schemas.microsoft.com/office/drawing/2014/main" id="{3F879C83-D176-171F-CDE6-87230012A82D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8362964" y="563547"/>
                  <a:ext cx="1299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38" name="잉크 337">
                  <a:extLst>
                    <a:ext uri="{FF2B5EF4-FFF2-40B4-BE49-F238E27FC236}">
                      <a16:creationId xmlns:a16="http://schemas.microsoft.com/office/drawing/2014/main" id="{435E9B68-3520-91E6-3224-FAC40538F4D3}"/>
                    </a:ext>
                  </a:extLst>
                </p14:cNvPr>
                <p14:cNvContentPartPr/>
                <p14:nvPr/>
              </p14:nvContentPartPr>
              <p14:xfrm>
                <a:off x="8265764" y="884667"/>
                <a:ext cx="175320" cy="158760"/>
              </p14:xfrm>
            </p:contentPart>
          </mc:Choice>
          <mc:Fallback>
            <p:pic>
              <p:nvPicPr>
                <p:cNvPr id="338" name="잉크 337">
                  <a:extLst>
                    <a:ext uri="{FF2B5EF4-FFF2-40B4-BE49-F238E27FC236}">
                      <a16:creationId xmlns:a16="http://schemas.microsoft.com/office/drawing/2014/main" id="{435E9B68-3520-91E6-3224-FAC40538F4D3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8259644" y="878547"/>
                  <a:ext cx="187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39" name="잉크 338">
                  <a:extLst>
                    <a:ext uri="{FF2B5EF4-FFF2-40B4-BE49-F238E27FC236}">
                      <a16:creationId xmlns:a16="http://schemas.microsoft.com/office/drawing/2014/main" id="{4E45128A-E09A-A2E4-7C2E-C306CF4A3CCB}"/>
                    </a:ext>
                  </a:extLst>
                </p14:cNvPr>
                <p14:cNvContentPartPr/>
                <p14:nvPr/>
              </p14:nvContentPartPr>
              <p14:xfrm>
                <a:off x="8635124" y="994827"/>
                <a:ext cx="16200" cy="54000"/>
              </p14:xfrm>
            </p:contentPart>
          </mc:Choice>
          <mc:Fallback>
            <p:pic>
              <p:nvPicPr>
                <p:cNvPr id="339" name="잉크 338">
                  <a:extLst>
                    <a:ext uri="{FF2B5EF4-FFF2-40B4-BE49-F238E27FC236}">
                      <a16:creationId xmlns:a16="http://schemas.microsoft.com/office/drawing/2014/main" id="{4E45128A-E09A-A2E4-7C2E-C306CF4A3CCB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8629004" y="988707"/>
                  <a:ext cx="284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40" name="잉크 339">
                  <a:extLst>
                    <a:ext uri="{FF2B5EF4-FFF2-40B4-BE49-F238E27FC236}">
                      <a16:creationId xmlns:a16="http://schemas.microsoft.com/office/drawing/2014/main" id="{0B3DAE8E-8764-3346-7F2B-2C02F9271271}"/>
                    </a:ext>
                  </a:extLst>
                </p14:cNvPr>
                <p14:cNvContentPartPr/>
                <p14:nvPr/>
              </p14:nvContentPartPr>
              <p14:xfrm>
                <a:off x="8874884" y="701787"/>
                <a:ext cx="107640" cy="118800"/>
              </p14:xfrm>
            </p:contentPart>
          </mc:Choice>
          <mc:Fallback>
            <p:pic>
              <p:nvPicPr>
                <p:cNvPr id="340" name="잉크 339">
                  <a:extLst>
                    <a:ext uri="{FF2B5EF4-FFF2-40B4-BE49-F238E27FC236}">
                      <a16:creationId xmlns:a16="http://schemas.microsoft.com/office/drawing/2014/main" id="{0B3DAE8E-8764-3346-7F2B-2C02F9271271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8868764" y="695667"/>
                  <a:ext cx="1198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41" name="잉크 340">
                  <a:extLst>
                    <a:ext uri="{FF2B5EF4-FFF2-40B4-BE49-F238E27FC236}">
                      <a16:creationId xmlns:a16="http://schemas.microsoft.com/office/drawing/2014/main" id="{D5EC121A-EA83-DBCD-68BC-701A56EE7A74}"/>
                    </a:ext>
                  </a:extLst>
                </p14:cNvPr>
                <p14:cNvContentPartPr/>
                <p14:nvPr/>
              </p14:nvContentPartPr>
              <p14:xfrm>
                <a:off x="8902964" y="712947"/>
                <a:ext cx="114120" cy="55440"/>
              </p14:xfrm>
            </p:contentPart>
          </mc:Choice>
          <mc:Fallback>
            <p:pic>
              <p:nvPicPr>
                <p:cNvPr id="341" name="잉크 340">
                  <a:extLst>
                    <a:ext uri="{FF2B5EF4-FFF2-40B4-BE49-F238E27FC236}">
                      <a16:creationId xmlns:a16="http://schemas.microsoft.com/office/drawing/2014/main" id="{D5EC121A-EA83-DBCD-68BC-701A56EE7A74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8896844" y="706827"/>
                  <a:ext cx="126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42" name="잉크 341">
                  <a:extLst>
                    <a:ext uri="{FF2B5EF4-FFF2-40B4-BE49-F238E27FC236}">
                      <a16:creationId xmlns:a16="http://schemas.microsoft.com/office/drawing/2014/main" id="{FA32682A-59B7-3FE4-E540-DB8367FE90DF}"/>
                    </a:ext>
                  </a:extLst>
                </p14:cNvPr>
                <p14:cNvContentPartPr/>
                <p14:nvPr/>
              </p14:nvContentPartPr>
              <p14:xfrm>
                <a:off x="9067484" y="541227"/>
                <a:ext cx="112320" cy="271080"/>
              </p14:xfrm>
            </p:contentPart>
          </mc:Choice>
          <mc:Fallback>
            <p:pic>
              <p:nvPicPr>
                <p:cNvPr id="342" name="잉크 341">
                  <a:extLst>
                    <a:ext uri="{FF2B5EF4-FFF2-40B4-BE49-F238E27FC236}">
                      <a16:creationId xmlns:a16="http://schemas.microsoft.com/office/drawing/2014/main" id="{FA32682A-59B7-3FE4-E540-DB8367FE90DF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9061364" y="535107"/>
                  <a:ext cx="1245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43" name="잉크 342">
                  <a:extLst>
                    <a:ext uri="{FF2B5EF4-FFF2-40B4-BE49-F238E27FC236}">
                      <a16:creationId xmlns:a16="http://schemas.microsoft.com/office/drawing/2014/main" id="{6617631D-0E3C-55B5-8A93-82B43EC1821B}"/>
                    </a:ext>
                  </a:extLst>
                </p14:cNvPr>
                <p14:cNvContentPartPr/>
                <p14:nvPr/>
              </p14:nvContentPartPr>
              <p14:xfrm>
                <a:off x="8922044" y="941547"/>
                <a:ext cx="86040" cy="126360"/>
              </p14:xfrm>
            </p:contentPart>
          </mc:Choice>
          <mc:Fallback>
            <p:pic>
              <p:nvPicPr>
                <p:cNvPr id="343" name="잉크 342">
                  <a:extLst>
                    <a:ext uri="{FF2B5EF4-FFF2-40B4-BE49-F238E27FC236}">
                      <a16:creationId xmlns:a16="http://schemas.microsoft.com/office/drawing/2014/main" id="{6617631D-0E3C-55B5-8A93-82B43EC1821B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8915924" y="935427"/>
                  <a:ext cx="982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44" name="잉크 343">
                  <a:extLst>
                    <a:ext uri="{FF2B5EF4-FFF2-40B4-BE49-F238E27FC236}">
                      <a16:creationId xmlns:a16="http://schemas.microsoft.com/office/drawing/2014/main" id="{4F1958FD-3DEC-5624-0126-4489125EEF85}"/>
                    </a:ext>
                  </a:extLst>
                </p14:cNvPr>
                <p14:cNvContentPartPr/>
                <p14:nvPr/>
              </p14:nvContentPartPr>
              <p14:xfrm>
                <a:off x="8922044" y="894027"/>
                <a:ext cx="161280" cy="47520"/>
              </p14:xfrm>
            </p:contentPart>
          </mc:Choice>
          <mc:Fallback>
            <p:pic>
              <p:nvPicPr>
                <p:cNvPr id="344" name="잉크 343">
                  <a:extLst>
                    <a:ext uri="{FF2B5EF4-FFF2-40B4-BE49-F238E27FC236}">
                      <a16:creationId xmlns:a16="http://schemas.microsoft.com/office/drawing/2014/main" id="{4F1958FD-3DEC-5624-0126-4489125EEF85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8915924" y="887907"/>
                  <a:ext cx="1735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45" name="잉크 344">
                  <a:extLst>
                    <a:ext uri="{FF2B5EF4-FFF2-40B4-BE49-F238E27FC236}">
                      <a16:creationId xmlns:a16="http://schemas.microsoft.com/office/drawing/2014/main" id="{B2E32CF3-A3D2-EC54-0D45-E81F69D76666}"/>
                    </a:ext>
                  </a:extLst>
                </p14:cNvPr>
                <p14:cNvContentPartPr/>
                <p14:nvPr/>
              </p14:nvContentPartPr>
              <p14:xfrm>
                <a:off x="8960564" y="972867"/>
                <a:ext cx="147240" cy="101880"/>
              </p14:xfrm>
            </p:contentPart>
          </mc:Choice>
          <mc:Fallback>
            <p:pic>
              <p:nvPicPr>
                <p:cNvPr id="345" name="잉크 344">
                  <a:extLst>
                    <a:ext uri="{FF2B5EF4-FFF2-40B4-BE49-F238E27FC236}">
                      <a16:creationId xmlns:a16="http://schemas.microsoft.com/office/drawing/2014/main" id="{B2E32CF3-A3D2-EC54-0D45-E81F69D76666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8954444" y="966747"/>
                  <a:ext cx="1594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46" name="잉크 345">
                  <a:extLst>
                    <a:ext uri="{FF2B5EF4-FFF2-40B4-BE49-F238E27FC236}">
                      <a16:creationId xmlns:a16="http://schemas.microsoft.com/office/drawing/2014/main" id="{561FF1C4-E416-60C2-2E01-483754837601}"/>
                    </a:ext>
                  </a:extLst>
                </p14:cNvPr>
                <p14:cNvContentPartPr/>
                <p14:nvPr/>
              </p14:nvContentPartPr>
              <p14:xfrm>
                <a:off x="9221564" y="826707"/>
                <a:ext cx="50400" cy="75960"/>
              </p14:xfrm>
            </p:contentPart>
          </mc:Choice>
          <mc:Fallback>
            <p:pic>
              <p:nvPicPr>
                <p:cNvPr id="346" name="잉크 345">
                  <a:extLst>
                    <a:ext uri="{FF2B5EF4-FFF2-40B4-BE49-F238E27FC236}">
                      <a16:creationId xmlns:a16="http://schemas.microsoft.com/office/drawing/2014/main" id="{561FF1C4-E416-60C2-2E01-483754837601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9215444" y="820587"/>
                  <a:ext cx="62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47" name="잉크 346">
                  <a:extLst>
                    <a:ext uri="{FF2B5EF4-FFF2-40B4-BE49-F238E27FC236}">
                      <a16:creationId xmlns:a16="http://schemas.microsoft.com/office/drawing/2014/main" id="{EADCB5B0-5A62-6FA1-9E75-63AF992FD850}"/>
                    </a:ext>
                  </a:extLst>
                </p14:cNvPr>
                <p14:cNvContentPartPr/>
                <p14:nvPr/>
              </p14:nvContentPartPr>
              <p14:xfrm>
                <a:off x="9326324" y="569667"/>
                <a:ext cx="44280" cy="559440"/>
              </p14:xfrm>
            </p:contentPart>
          </mc:Choice>
          <mc:Fallback>
            <p:pic>
              <p:nvPicPr>
                <p:cNvPr id="347" name="잉크 346">
                  <a:extLst>
                    <a:ext uri="{FF2B5EF4-FFF2-40B4-BE49-F238E27FC236}">
                      <a16:creationId xmlns:a16="http://schemas.microsoft.com/office/drawing/2014/main" id="{EADCB5B0-5A62-6FA1-9E75-63AF992FD850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9320204" y="563547"/>
                  <a:ext cx="56520" cy="57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2" name="그룹 361">
            <a:extLst>
              <a:ext uri="{FF2B5EF4-FFF2-40B4-BE49-F238E27FC236}">
                <a16:creationId xmlns:a16="http://schemas.microsoft.com/office/drawing/2014/main" id="{BBCC5F27-AF1D-7DEA-BE85-40A4493E1C75}"/>
              </a:ext>
            </a:extLst>
          </p:cNvPr>
          <p:cNvGrpSpPr/>
          <p:nvPr/>
        </p:nvGrpSpPr>
        <p:grpSpPr>
          <a:xfrm>
            <a:off x="9559244" y="-47733"/>
            <a:ext cx="1634400" cy="1348560"/>
            <a:chOff x="9559244" y="-47733"/>
            <a:chExt cx="1634400" cy="134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292" name="잉크 291">
                  <a:extLst>
                    <a:ext uri="{FF2B5EF4-FFF2-40B4-BE49-F238E27FC236}">
                      <a16:creationId xmlns:a16="http://schemas.microsoft.com/office/drawing/2014/main" id="{49BC8945-AB34-3412-804E-4CFF88905327}"/>
                    </a:ext>
                  </a:extLst>
                </p14:cNvPr>
                <p14:cNvContentPartPr/>
                <p14:nvPr/>
              </p14:nvContentPartPr>
              <p14:xfrm>
                <a:off x="9783164" y="165027"/>
                <a:ext cx="87840" cy="24120"/>
              </p14:xfrm>
            </p:contentPart>
          </mc:Choice>
          <mc:Fallback>
            <p:pic>
              <p:nvPicPr>
                <p:cNvPr id="292" name="잉크 291">
                  <a:extLst>
                    <a:ext uri="{FF2B5EF4-FFF2-40B4-BE49-F238E27FC236}">
                      <a16:creationId xmlns:a16="http://schemas.microsoft.com/office/drawing/2014/main" id="{49BC8945-AB34-3412-804E-4CFF88905327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9777044" y="158907"/>
                  <a:ext cx="100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293" name="잉크 292">
                  <a:extLst>
                    <a:ext uri="{FF2B5EF4-FFF2-40B4-BE49-F238E27FC236}">
                      <a16:creationId xmlns:a16="http://schemas.microsoft.com/office/drawing/2014/main" id="{74521CA2-1CFC-545C-E49B-BFBD923C4D5C}"/>
                    </a:ext>
                  </a:extLst>
                </p14:cNvPr>
                <p14:cNvContentPartPr/>
                <p14:nvPr/>
              </p14:nvContentPartPr>
              <p14:xfrm>
                <a:off x="9706124" y="169707"/>
                <a:ext cx="114480" cy="168840"/>
              </p14:xfrm>
            </p:contentPart>
          </mc:Choice>
          <mc:Fallback>
            <p:pic>
              <p:nvPicPr>
                <p:cNvPr id="293" name="잉크 292">
                  <a:extLst>
                    <a:ext uri="{FF2B5EF4-FFF2-40B4-BE49-F238E27FC236}">
                      <a16:creationId xmlns:a16="http://schemas.microsoft.com/office/drawing/2014/main" id="{74521CA2-1CFC-545C-E49B-BFBD923C4D5C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700004" y="163587"/>
                  <a:ext cx="1267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294" name="잉크 293">
                  <a:extLst>
                    <a:ext uri="{FF2B5EF4-FFF2-40B4-BE49-F238E27FC236}">
                      <a16:creationId xmlns:a16="http://schemas.microsoft.com/office/drawing/2014/main" id="{BDE6C6FD-C42B-396F-B22E-09AAD696C052}"/>
                    </a:ext>
                  </a:extLst>
                </p14:cNvPr>
                <p14:cNvContentPartPr/>
                <p14:nvPr/>
              </p14:nvContentPartPr>
              <p14:xfrm>
                <a:off x="9900524" y="-213"/>
                <a:ext cx="16200" cy="345240"/>
              </p14:xfrm>
            </p:contentPart>
          </mc:Choice>
          <mc:Fallback>
            <p:pic>
              <p:nvPicPr>
                <p:cNvPr id="294" name="잉크 293">
                  <a:extLst>
                    <a:ext uri="{FF2B5EF4-FFF2-40B4-BE49-F238E27FC236}">
                      <a16:creationId xmlns:a16="http://schemas.microsoft.com/office/drawing/2014/main" id="{BDE6C6FD-C42B-396F-B22E-09AAD696C052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9894404" y="-6333"/>
                  <a:ext cx="284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295" name="잉크 294">
                  <a:extLst>
                    <a:ext uri="{FF2B5EF4-FFF2-40B4-BE49-F238E27FC236}">
                      <a16:creationId xmlns:a16="http://schemas.microsoft.com/office/drawing/2014/main" id="{24FAE211-E8F8-C004-D1A7-24E1AD079B0B}"/>
                    </a:ext>
                  </a:extLst>
                </p14:cNvPr>
                <p14:cNvContentPartPr/>
                <p14:nvPr/>
              </p14:nvContentPartPr>
              <p14:xfrm>
                <a:off x="9900524" y="245307"/>
                <a:ext cx="82440" cy="31680"/>
              </p14:xfrm>
            </p:contentPart>
          </mc:Choice>
          <mc:Fallback>
            <p:pic>
              <p:nvPicPr>
                <p:cNvPr id="295" name="잉크 294">
                  <a:extLst>
                    <a:ext uri="{FF2B5EF4-FFF2-40B4-BE49-F238E27FC236}">
                      <a16:creationId xmlns:a16="http://schemas.microsoft.com/office/drawing/2014/main" id="{24FAE211-E8F8-C004-D1A7-24E1AD079B0B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894404" y="239187"/>
                  <a:ext cx="94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296" name="잉크 295">
                  <a:extLst>
                    <a:ext uri="{FF2B5EF4-FFF2-40B4-BE49-F238E27FC236}">
                      <a16:creationId xmlns:a16="http://schemas.microsoft.com/office/drawing/2014/main" id="{20015179-9249-1C41-9A9B-BCF57AA33A74}"/>
                    </a:ext>
                  </a:extLst>
                </p14:cNvPr>
                <p14:cNvContentPartPr/>
                <p14:nvPr/>
              </p14:nvContentPartPr>
              <p14:xfrm>
                <a:off x="9806564" y="276987"/>
                <a:ext cx="208080" cy="190800"/>
              </p14:xfrm>
            </p:contentPart>
          </mc:Choice>
          <mc:Fallback>
            <p:pic>
              <p:nvPicPr>
                <p:cNvPr id="296" name="잉크 295">
                  <a:extLst>
                    <a:ext uri="{FF2B5EF4-FFF2-40B4-BE49-F238E27FC236}">
                      <a16:creationId xmlns:a16="http://schemas.microsoft.com/office/drawing/2014/main" id="{20015179-9249-1C41-9A9B-BCF57AA33A74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9800444" y="270867"/>
                  <a:ext cx="2203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297" name="잉크 296">
                  <a:extLst>
                    <a:ext uri="{FF2B5EF4-FFF2-40B4-BE49-F238E27FC236}">
                      <a16:creationId xmlns:a16="http://schemas.microsoft.com/office/drawing/2014/main" id="{99DCD41D-1A71-DFF5-F4C1-261D54C0416F}"/>
                    </a:ext>
                  </a:extLst>
                </p14:cNvPr>
                <p14:cNvContentPartPr/>
                <p14:nvPr/>
              </p14:nvContentPartPr>
              <p14:xfrm>
                <a:off x="10045604" y="245307"/>
                <a:ext cx="105480" cy="158040"/>
              </p14:xfrm>
            </p:contentPart>
          </mc:Choice>
          <mc:Fallback>
            <p:pic>
              <p:nvPicPr>
                <p:cNvPr id="297" name="잉크 296">
                  <a:extLst>
                    <a:ext uri="{FF2B5EF4-FFF2-40B4-BE49-F238E27FC236}">
                      <a16:creationId xmlns:a16="http://schemas.microsoft.com/office/drawing/2014/main" id="{99DCD41D-1A71-DFF5-F4C1-261D54C0416F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0039484" y="239187"/>
                  <a:ext cx="117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298" name="잉크 297">
                  <a:extLst>
                    <a:ext uri="{FF2B5EF4-FFF2-40B4-BE49-F238E27FC236}">
                      <a16:creationId xmlns:a16="http://schemas.microsoft.com/office/drawing/2014/main" id="{44F0A837-B0D2-8ECC-A63C-846A7D5F426A}"/>
                    </a:ext>
                  </a:extLst>
                </p14:cNvPr>
                <p14:cNvContentPartPr/>
                <p14:nvPr/>
              </p14:nvContentPartPr>
              <p14:xfrm>
                <a:off x="10045604" y="235947"/>
                <a:ext cx="87840" cy="9720"/>
              </p14:xfrm>
            </p:contentPart>
          </mc:Choice>
          <mc:Fallback>
            <p:pic>
              <p:nvPicPr>
                <p:cNvPr id="298" name="잉크 297">
                  <a:extLst>
                    <a:ext uri="{FF2B5EF4-FFF2-40B4-BE49-F238E27FC236}">
                      <a16:creationId xmlns:a16="http://schemas.microsoft.com/office/drawing/2014/main" id="{44F0A837-B0D2-8ECC-A63C-846A7D5F426A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0039484" y="229827"/>
                  <a:ext cx="1000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299" name="잉크 298">
                  <a:extLst>
                    <a:ext uri="{FF2B5EF4-FFF2-40B4-BE49-F238E27FC236}">
                      <a16:creationId xmlns:a16="http://schemas.microsoft.com/office/drawing/2014/main" id="{DB7E192A-47D3-C9DE-7F75-5F02ABA817A5}"/>
                    </a:ext>
                  </a:extLst>
                </p14:cNvPr>
                <p14:cNvContentPartPr/>
                <p14:nvPr/>
              </p14:nvContentPartPr>
              <p14:xfrm>
                <a:off x="10159364" y="163587"/>
                <a:ext cx="23040" cy="253800"/>
              </p14:xfrm>
            </p:contentPart>
          </mc:Choice>
          <mc:Fallback>
            <p:pic>
              <p:nvPicPr>
                <p:cNvPr id="299" name="잉크 298">
                  <a:extLst>
                    <a:ext uri="{FF2B5EF4-FFF2-40B4-BE49-F238E27FC236}">
                      <a16:creationId xmlns:a16="http://schemas.microsoft.com/office/drawing/2014/main" id="{DB7E192A-47D3-C9DE-7F75-5F02ABA817A5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153244" y="157467"/>
                  <a:ext cx="352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00" name="잉크 299">
                  <a:extLst>
                    <a:ext uri="{FF2B5EF4-FFF2-40B4-BE49-F238E27FC236}">
                      <a16:creationId xmlns:a16="http://schemas.microsoft.com/office/drawing/2014/main" id="{410F65EF-B509-D0DB-D3DA-DFBF84E25797}"/>
                    </a:ext>
                  </a:extLst>
                </p14:cNvPr>
                <p14:cNvContentPartPr/>
                <p14:nvPr/>
              </p14:nvContentPartPr>
              <p14:xfrm>
                <a:off x="10169804" y="297147"/>
                <a:ext cx="117720" cy="39600"/>
              </p14:xfrm>
            </p:contentPart>
          </mc:Choice>
          <mc:Fallback>
            <p:pic>
              <p:nvPicPr>
                <p:cNvPr id="300" name="잉크 299">
                  <a:extLst>
                    <a:ext uri="{FF2B5EF4-FFF2-40B4-BE49-F238E27FC236}">
                      <a16:creationId xmlns:a16="http://schemas.microsoft.com/office/drawing/2014/main" id="{410F65EF-B509-D0DB-D3DA-DFBF84E25797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163684" y="291027"/>
                  <a:ext cx="1299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01" name="잉크 300">
                  <a:extLst>
                    <a:ext uri="{FF2B5EF4-FFF2-40B4-BE49-F238E27FC236}">
                      <a16:creationId xmlns:a16="http://schemas.microsoft.com/office/drawing/2014/main" id="{5778C481-FED0-B514-9B91-CDEE51FAD75A}"/>
                    </a:ext>
                  </a:extLst>
                </p14:cNvPr>
                <p14:cNvContentPartPr/>
                <p14:nvPr/>
              </p14:nvContentPartPr>
              <p14:xfrm>
                <a:off x="10114004" y="443667"/>
                <a:ext cx="110880" cy="129240"/>
              </p14:xfrm>
            </p:contentPart>
          </mc:Choice>
          <mc:Fallback>
            <p:pic>
              <p:nvPicPr>
                <p:cNvPr id="301" name="잉크 300">
                  <a:extLst>
                    <a:ext uri="{FF2B5EF4-FFF2-40B4-BE49-F238E27FC236}">
                      <a16:creationId xmlns:a16="http://schemas.microsoft.com/office/drawing/2014/main" id="{5778C481-FED0-B514-9B91-CDEE51FAD75A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0107884" y="437547"/>
                  <a:ext cx="1231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02" name="잉크 301">
                  <a:extLst>
                    <a:ext uri="{FF2B5EF4-FFF2-40B4-BE49-F238E27FC236}">
                      <a16:creationId xmlns:a16="http://schemas.microsoft.com/office/drawing/2014/main" id="{BA31DDC7-690D-ECBB-8888-78293D1D32EF}"/>
                    </a:ext>
                  </a:extLst>
                </p14:cNvPr>
                <p14:cNvContentPartPr/>
                <p14:nvPr/>
              </p14:nvContentPartPr>
              <p14:xfrm>
                <a:off x="10393724" y="231267"/>
                <a:ext cx="72000" cy="20880"/>
              </p14:xfrm>
            </p:contentPart>
          </mc:Choice>
          <mc:Fallback>
            <p:pic>
              <p:nvPicPr>
                <p:cNvPr id="302" name="잉크 301">
                  <a:extLst>
                    <a:ext uri="{FF2B5EF4-FFF2-40B4-BE49-F238E27FC236}">
                      <a16:creationId xmlns:a16="http://schemas.microsoft.com/office/drawing/2014/main" id="{BA31DDC7-690D-ECBB-8888-78293D1D32EF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387604" y="225147"/>
                  <a:ext cx="84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03" name="잉크 302">
                  <a:extLst>
                    <a:ext uri="{FF2B5EF4-FFF2-40B4-BE49-F238E27FC236}">
                      <a16:creationId xmlns:a16="http://schemas.microsoft.com/office/drawing/2014/main" id="{E11B55BB-A716-52B6-7D98-52D1A631D65B}"/>
                    </a:ext>
                  </a:extLst>
                </p14:cNvPr>
                <p14:cNvContentPartPr/>
                <p14:nvPr/>
              </p14:nvContentPartPr>
              <p14:xfrm>
                <a:off x="10321724" y="251787"/>
                <a:ext cx="112680" cy="134280"/>
              </p14:xfrm>
            </p:contentPart>
          </mc:Choice>
          <mc:Fallback>
            <p:pic>
              <p:nvPicPr>
                <p:cNvPr id="303" name="잉크 302">
                  <a:extLst>
                    <a:ext uri="{FF2B5EF4-FFF2-40B4-BE49-F238E27FC236}">
                      <a16:creationId xmlns:a16="http://schemas.microsoft.com/office/drawing/2014/main" id="{E11B55BB-A716-52B6-7D98-52D1A631D65B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315604" y="245667"/>
                  <a:ext cx="124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04" name="잉크 303">
                  <a:extLst>
                    <a:ext uri="{FF2B5EF4-FFF2-40B4-BE49-F238E27FC236}">
                      <a16:creationId xmlns:a16="http://schemas.microsoft.com/office/drawing/2014/main" id="{ADA148F8-1E88-FDEC-851F-D5EE6CB6B71E}"/>
                    </a:ext>
                  </a:extLst>
                </p14:cNvPr>
                <p14:cNvContentPartPr/>
                <p14:nvPr/>
              </p14:nvContentPartPr>
              <p14:xfrm>
                <a:off x="10456724" y="-47733"/>
                <a:ext cx="103680" cy="661680"/>
              </p14:xfrm>
            </p:contentPart>
          </mc:Choice>
          <mc:Fallback>
            <p:pic>
              <p:nvPicPr>
                <p:cNvPr id="304" name="잉크 303">
                  <a:extLst>
                    <a:ext uri="{FF2B5EF4-FFF2-40B4-BE49-F238E27FC236}">
                      <a16:creationId xmlns:a16="http://schemas.microsoft.com/office/drawing/2014/main" id="{ADA148F8-1E88-FDEC-851F-D5EE6CB6B71E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450604" y="-53853"/>
                  <a:ext cx="115920" cy="67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05" name="잉크 304">
                  <a:extLst>
                    <a:ext uri="{FF2B5EF4-FFF2-40B4-BE49-F238E27FC236}">
                      <a16:creationId xmlns:a16="http://schemas.microsoft.com/office/drawing/2014/main" id="{D980B951-C0E5-4B3D-520D-637F0A278B25}"/>
                    </a:ext>
                  </a:extLst>
                </p14:cNvPr>
                <p14:cNvContentPartPr/>
                <p14:nvPr/>
              </p14:nvContentPartPr>
              <p14:xfrm>
                <a:off x="10614404" y="133347"/>
                <a:ext cx="103680" cy="154800"/>
              </p14:xfrm>
            </p:contentPart>
          </mc:Choice>
          <mc:Fallback>
            <p:pic>
              <p:nvPicPr>
                <p:cNvPr id="305" name="잉크 304">
                  <a:extLst>
                    <a:ext uri="{FF2B5EF4-FFF2-40B4-BE49-F238E27FC236}">
                      <a16:creationId xmlns:a16="http://schemas.microsoft.com/office/drawing/2014/main" id="{D980B951-C0E5-4B3D-520D-637F0A278B25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0608284" y="127227"/>
                  <a:ext cx="1159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06" name="잉크 305">
                  <a:extLst>
                    <a:ext uri="{FF2B5EF4-FFF2-40B4-BE49-F238E27FC236}">
                      <a16:creationId xmlns:a16="http://schemas.microsoft.com/office/drawing/2014/main" id="{BAD32080-C5EC-0522-1AC6-50C07F7EB6E9}"/>
                    </a:ext>
                  </a:extLst>
                </p14:cNvPr>
                <p14:cNvContentPartPr/>
                <p14:nvPr/>
              </p14:nvContentPartPr>
              <p14:xfrm>
                <a:off x="10537364" y="357267"/>
                <a:ext cx="164880" cy="41400"/>
              </p14:xfrm>
            </p:contentPart>
          </mc:Choice>
          <mc:Fallback>
            <p:pic>
              <p:nvPicPr>
                <p:cNvPr id="306" name="잉크 305">
                  <a:extLst>
                    <a:ext uri="{FF2B5EF4-FFF2-40B4-BE49-F238E27FC236}">
                      <a16:creationId xmlns:a16="http://schemas.microsoft.com/office/drawing/2014/main" id="{BAD32080-C5EC-0522-1AC6-50C07F7EB6E9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0531244" y="351147"/>
                  <a:ext cx="1771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07" name="잉크 306">
                  <a:extLst>
                    <a:ext uri="{FF2B5EF4-FFF2-40B4-BE49-F238E27FC236}">
                      <a16:creationId xmlns:a16="http://schemas.microsoft.com/office/drawing/2014/main" id="{FCD11831-C9F5-19FA-776D-B371E66EDA55}"/>
                    </a:ext>
                  </a:extLst>
                </p14:cNvPr>
                <p14:cNvContentPartPr/>
                <p14:nvPr/>
              </p14:nvContentPartPr>
              <p14:xfrm>
                <a:off x="10598564" y="420267"/>
                <a:ext cx="149040" cy="156240"/>
              </p14:xfrm>
            </p:contentPart>
          </mc:Choice>
          <mc:Fallback>
            <p:pic>
              <p:nvPicPr>
                <p:cNvPr id="307" name="잉크 306">
                  <a:extLst>
                    <a:ext uri="{FF2B5EF4-FFF2-40B4-BE49-F238E27FC236}">
                      <a16:creationId xmlns:a16="http://schemas.microsoft.com/office/drawing/2014/main" id="{FCD11831-C9F5-19FA-776D-B371E66EDA55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592444" y="414147"/>
                  <a:ext cx="1612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08" name="잉크 307">
                  <a:extLst>
                    <a:ext uri="{FF2B5EF4-FFF2-40B4-BE49-F238E27FC236}">
                      <a16:creationId xmlns:a16="http://schemas.microsoft.com/office/drawing/2014/main" id="{F40C6C48-8FA0-3225-FBC9-BFE15ED1DD8C}"/>
                    </a:ext>
                  </a:extLst>
                </p14:cNvPr>
                <p14:cNvContentPartPr/>
                <p14:nvPr/>
              </p14:nvContentPartPr>
              <p14:xfrm>
                <a:off x="10693244" y="312987"/>
                <a:ext cx="233280" cy="94680"/>
              </p14:xfrm>
            </p:contentPart>
          </mc:Choice>
          <mc:Fallback>
            <p:pic>
              <p:nvPicPr>
                <p:cNvPr id="308" name="잉크 307">
                  <a:extLst>
                    <a:ext uri="{FF2B5EF4-FFF2-40B4-BE49-F238E27FC236}">
                      <a16:creationId xmlns:a16="http://schemas.microsoft.com/office/drawing/2014/main" id="{F40C6C48-8FA0-3225-FBC9-BFE15ED1DD8C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0687124" y="306867"/>
                  <a:ext cx="2455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09" name="잉크 308">
                  <a:extLst>
                    <a:ext uri="{FF2B5EF4-FFF2-40B4-BE49-F238E27FC236}">
                      <a16:creationId xmlns:a16="http://schemas.microsoft.com/office/drawing/2014/main" id="{03809483-0A9C-D7B9-AEAB-910D552789B7}"/>
                    </a:ext>
                  </a:extLst>
                </p14:cNvPr>
                <p14:cNvContentPartPr/>
                <p14:nvPr/>
              </p14:nvContentPartPr>
              <p14:xfrm>
                <a:off x="10785764" y="312987"/>
                <a:ext cx="360" cy="360"/>
              </p14:xfrm>
            </p:contentPart>
          </mc:Choice>
          <mc:Fallback>
            <p:pic>
              <p:nvPicPr>
                <p:cNvPr id="309" name="잉크 308">
                  <a:extLst>
                    <a:ext uri="{FF2B5EF4-FFF2-40B4-BE49-F238E27FC236}">
                      <a16:creationId xmlns:a16="http://schemas.microsoft.com/office/drawing/2014/main" id="{03809483-0A9C-D7B9-AEAB-910D552789B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779644" y="3068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10" name="잉크 309">
                  <a:extLst>
                    <a:ext uri="{FF2B5EF4-FFF2-40B4-BE49-F238E27FC236}">
                      <a16:creationId xmlns:a16="http://schemas.microsoft.com/office/drawing/2014/main" id="{6CBEA40C-C3CC-C971-ABED-9B4712BDEA88}"/>
                    </a:ext>
                  </a:extLst>
                </p14:cNvPr>
                <p14:cNvContentPartPr/>
                <p14:nvPr/>
              </p14:nvContentPartPr>
              <p14:xfrm>
                <a:off x="10785764" y="201387"/>
                <a:ext cx="147240" cy="316800"/>
              </p14:xfrm>
            </p:contentPart>
          </mc:Choice>
          <mc:Fallback>
            <p:pic>
              <p:nvPicPr>
                <p:cNvPr id="310" name="잉크 309">
                  <a:extLst>
                    <a:ext uri="{FF2B5EF4-FFF2-40B4-BE49-F238E27FC236}">
                      <a16:creationId xmlns:a16="http://schemas.microsoft.com/office/drawing/2014/main" id="{6CBEA40C-C3CC-C971-ABED-9B4712BDEA88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0779644" y="195267"/>
                  <a:ext cx="1594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11" name="잉크 310">
                  <a:extLst>
                    <a:ext uri="{FF2B5EF4-FFF2-40B4-BE49-F238E27FC236}">
                      <a16:creationId xmlns:a16="http://schemas.microsoft.com/office/drawing/2014/main" id="{E7D8E742-6A79-A1B0-15E1-DF3ADDCEB00F}"/>
                    </a:ext>
                  </a:extLst>
                </p14:cNvPr>
                <p14:cNvContentPartPr/>
                <p14:nvPr/>
              </p14:nvContentPartPr>
              <p14:xfrm>
                <a:off x="10796204" y="483267"/>
                <a:ext cx="140400" cy="99720"/>
              </p14:xfrm>
            </p:contentPart>
          </mc:Choice>
          <mc:Fallback>
            <p:pic>
              <p:nvPicPr>
                <p:cNvPr id="311" name="잉크 310">
                  <a:extLst>
                    <a:ext uri="{FF2B5EF4-FFF2-40B4-BE49-F238E27FC236}">
                      <a16:creationId xmlns:a16="http://schemas.microsoft.com/office/drawing/2014/main" id="{E7D8E742-6A79-A1B0-15E1-DF3ADDCEB00F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0790084" y="477147"/>
                  <a:ext cx="152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12" name="잉크 311">
                  <a:extLst>
                    <a:ext uri="{FF2B5EF4-FFF2-40B4-BE49-F238E27FC236}">
                      <a16:creationId xmlns:a16="http://schemas.microsoft.com/office/drawing/2014/main" id="{F2426E9F-07F1-EF8A-A7D8-85531E58FBF1}"/>
                    </a:ext>
                  </a:extLst>
                </p14:cNvPr>
                <p14:cNvContentPartPr/>
                <p14:nvPr/>
              </p14:nvContentPartPr>
              <p14:xfrm>
                <a:off x="10997444" y="284547"/>
                <a:ext cx="147240" cy="99720"/>
              </p14:xfrm>
            </p:contentPart>
          </mc:Choice>
          <mc:Fallback>
            <p:pic>
              <p:nvPicPr>
                <p:cNvPr id="312" name="잉크 311">
                  <a:extLst>
                    <a:ext uri="{FF2B5EF4-FFF2-40B4-BE49-F238E27FC236}">
                      <a16:creationId xmlns:a16="http://schemas.microsoft.com/office/drawing/2014/main" id="{F2426E9F-07F1-EF8A-A7D8-85531E58FBF1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10991324" y="278427"/>
                  <a:ext cx="159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13" name="잉크 312">
                  <a:extLst>
                    <a:ext uri="{FF2B5EF4-FFF2-40B4-BE49-F238E27FC236}">
                      <a16:creationId xmlns:a16="http://schemas.microsoft.com/office/drawing/2014/main" id="{30B5F21B-B67C-95E9-007B-32037412A8C7}"/>
                    </a:ext>
                  </a:extLst>
                </p14:cNvPr>
                <p14:cNvContentPartPr/>
                <p14:nvPr/>
              </p14:nvContentPartPr>
              <p14:xfrm>
                <a:off x="11111204" y="42267"/>
                <a:ext cx="82440" cy="691560"/>
              </p14:xfrm>
            </p:contentPart>
          </mc:Choice>
          <mc:Fallback>
            <p:pic>
              <p:nvPicPr>
                <p:cNvPr id="313" name="잉크 312">
                  <a:extLst>
                    <a:ext uri="{FF2B5EF4-FFF2-40B4-BE49-F238E27FC236}">
                      <a16:creationId xmlns:a16="http://schemas.microsoft.com/office/drawing/2014/main" id="{30B5F21B-B67C-95E9-007B-32037412A8C7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1105084" y="36147"/>
                  <a:ext cx="9468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48" name="잉크 347">
                  <a:extLst>
                    <a:ext uri="{FF2B5EF4-FFF2-40B4-BE49-F238E27FC236}">
                      <a16:creationId xmlns:a16="http://schemas.microsoft.com/office/drawing/2014/main" id="{23EB98D5-3A30-7D3D-7506-EAB0D135908E}"/>
                    </a:ext>
                  </a:extLst>
                </p14:cNvPr>
                <p14:cNvContentPartPr/>
                <p14:nvPr/>
              </p14:nvContentPartPr>
              <p14:xfrm>
                <a:off x="9559244" y="774507"/>
                <a:ext cx="183960" cy="144360"/>
              </p14:xfrm>
            </p:contentPart>
          </mc:Choice>
          <mc:Fallback>
            <p:pic>
              <p:nvPicPr>
                <p:cNvPr id="348" name="잉크 347">
                  <a:extLst>
                    <a:ext uri="{FF2B5EF4-FFF2-40B4-BE49-F238E27FC236}">
                      <a16:creationId xmlns:a16="http://schemas.microsoft.com/office/drawing/2014/main" id="{23EB98D5-3A30-7D3D-7506-EAB0D135908E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9553124" y="768387"/>
                  <a:ext cx="1962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49" name="잉크 348">
                  <a:extLst>
                    <a:ext uri="{FF2B5EF4-FFF2-40B4-BE49-F238E27FC236}">
                      <a16:creationId xmlns:a16="http://schemas.microsoft.com/office/drawing/2014/main" id="{D76AAFCB-B609-4106-AD12-6BA371E70E42}"/>
                    </a:ext>
                  </a:extLst>
                </p14:cNvPr>
                <p14:cNvContentPartPr/>
                <p14:nvPr/>
              </p14:nvContentPartPr>
              <p14:xfrm>
                <a:off x="9742844" y="774507"/>
                <a:ext cx="360" cy="360"/>
              </p14:xfrm>
            </p:contentPart>
          </mc:Choice>
          <mc:Fallback>
            <p:pic>
              <p:nvPicPr>
                <p:cNvPr id="349" name="잉크 348">
                  <a:extLst>
                    <a:ext uri="{FF2B5EF4-FFF2-40B4-BE49-F238E27FC236}">
                      <a16:creationId xmlns:a16="http://schemas.microsoft.com/office/drawing/2014/main" id="{D76AAFCB-B609-4106-AD12-6BA371E70E4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736724" y="7683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50" name="잉크 349">
                  <a:extLst>
                    <a:ext uri="{FF2B5EF4-FFF2-40B4-BE49-F238E27FC236}">
                      <a16:creationId xmlns:a16="http://schemas.microsoft.com/office/drawing/2014/main" id="{F39898A4-63B4-FF11-10AD-F1C96DFD0878}"/>
                    </a:ext>
                  </a:extLst>
                </p14:cNvPr>
                <p14:cNvContentPartPr/>
                <p14:nvPr/>
              </p14:nvContentPartPr>
              <p14:xfrm>
                <a:off x="9692084" y="675867"/>
                <a:ext cx="147240" cy="327600"/>
              </p14:xfrm>
            </p:contentPart>
          </mc:Choice>
          <mc:Fallback>
            <p:pic>
              <p:nvPicPr>
                <p:cNvPr id="350" name="잉크 349">
                  <a:extLst>
                    <a:ext uri="{FF2B5EF4-FFF2-40B4-BE49-F238E27FC236}">
                      <a16:creationId xmlns:a16="http://schemas.microsoft.com/office/drawing/2014/main" id="{F39898A4-63B4-FF11-10AD-F1C96DFD0878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685964" y="669747"/>
                  <a:ext cx="1594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51" name="잉크 350">
                  <a:extLst>
                    <a:ext uri="{FF2B5EF4-FFF2-40B4-BE49-F238E27FC236}">
                      <a16:creationId xmlns:a16="http://schemas.microsoft.com/office/drawing/2014/main" id="{BBEE36C6-27BE-E0C4-D562-16B5DBE54D36}"/>
                    </a:ext>
                  </a:extLst>
                </p14:cNvPr>
                <p14:cNvContentPartPr/>
                <p14:nvPr/>
              </p14:nvContentPartPr>
              <p14:xfrm>
                <a:off x="9811244" y="612147"/>
                <a:ext cx="37080" cy="389520"/>
              </p14:xfrm>
            </p:contentPart>
          </mc:Choice>
          <mc:Fallback>
            <p:pic>
              <p:nvPicPr>
                <p:cNvPr id="351" name="잉크 350">
                  <a:extLst>
                    <a:ext uri="{FF2B5EF4-FFF2-40B4-BE49-F238E27FC236}">
                      <a16:creationId xmlns:a16="http://schemas.microsoft.com/office/drawing/2014/main" id="{BBEE36C6-27BE-E0C4-D562-16B5DBE54D36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805124" y="606027"/>
                  <a:ext cx="4932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52" name="잉크 351">
                  <a:extLst>
                    <a:ext uri="{FF2B5EF4-FFF2-40B4-BE49-F238E27FC236}">
                      <a16:creationId xmlns:a16="http://schemas.microsoft.com/office/drawing/2014/main" id="{81665F69-314F-2351-FCAB-CAD57A536AD0}"/>
                    </a:ext>
                  </a:extLst>
                </p14:cNvPr>
                <p14:cNvContentPartPr/>
                <p14:nvPr/>
              </p14:nvContentPartPr>
              <p14:xfrm>
                <a:off x="9648524" y="1038747"/>
                <a:ext cx="114480" cy="78480"/>
              </p14:xfrm>
            </p:contentPart>
          </mc:Choice>
          <mc:Fallback>
            <p:pic>
              <p:nvPicPr>
                <p:cNvPr id="352" name="잉크 351">
                  <a:extLst>
                    <a:ext uri="{FF2B5EF4-FFF2-40B4-BE49-F238E27FC236}">
                      <a16:creationId xmlns:a16="http://schemas.microsoft.com/office/drawing/2014/main" id="{81665F69-314F-2351-FCAB-CAD57A536AD0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9642404" y="1032627"/>
                  <a:ext cx="1267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53" name="잉크 352">
                  <a:extLst>
                    <a:ext uri="{FF2B5EF4-FFF2-40B4-BE49-F238E27FC236}">
                      <a16:creationId xmlns:a16="http://schemas.microsoft.com/office/drawing/2014/main" id="{815E82CA-BD28-9913-F37A-1F72B522EA7E}"/>
                    </a:ext>
                  </a:extLst>
                </p14:cNvPr>
                <p14:cNvContentPartPr/>
                <p14:nvPr/>
              </p14:nvContentPartPr>
              <p14:xfrm>
                <a:off x="9849764" y="853347"/>
                <a:ext cx="154080" cy="109080"/>
              </p14:xfrm>
            </p:contentPart>
          </mc:Choice>
          <mc:Fallback>
            <p:pic>
              <p:nvPicPr>
                <p:cNvPr id="353" name="잉크 352">
                  <a:extLst>
                    <a:ext uri="{FF2B5EF4-FFF2-40B4-BE49-F238E27FC236}">
                      <a16:creationId xmlns:a16="http://schemas.microsoft.com/office/drawing/2014/main" id="{815E82CA-BD28-9913-F37A-1F72B522EA7E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9843644" y="847227"/>
                  <a:ext cx="1663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54" name="잉크 353">
                  <a:extLst>
                    <a:ext uri="{FF2B5EF4-FFF2-40B4-BE49-F238E27FC236}">
                      <a16:creationId xmlns:a16="http://schemas.microsoft.com/office/drawing/2014/main" id="{794E8DD5-B570-75A1-9A3F-4B1419A57E86}"/>
                    </a:ext>
                  </a:extLst>
                </p14:cNvPr>
                <p14:cNvContentPartPr/>
                <p14:nvPr/>
              </p14:nvContentPartPr>
              <p14:xfrm>
                <a:off x="9988724" y="572907"/>
                <a:ext cx="55800" cy="572040"/>
              </p14:xfrm>
            </p:contentPart>
          </mc:Choice>
          <mc:Fallback>
            <p:pic>
              <p:nvPicPr>
                <p:cNvPr id="354" name="잉크 353">
                  <a:extLst>
                    <a:ext uri="{FF2B5EF4-FFF2-40B4-BE49-F238E27FC236}">
                      <a16:creationId xmlns:a16="http://schemas.microsoft.com/office/drawing/2014/main" id="{794E8DD5-B570-75A1-9A3F-4B1419A57E86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9982604" y="566787"/>
                  <a:ext cx="68040" cy="5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55" name="잉크 354">
                  <a:extLst>
                    <a:ext uri="{FF2B5EF4-FFF2-40B4-BE49-F238E27FC236}">
                      <a16:creationId xmlns:a16="http://schemas.microsoft.com/office/drawing/2014/main" id="{86298B3A-01BD-E0B7-474A-ACD168DCB9C2}"/>
                    </a:ext>
                  </a:extLst>
                </p14:cNvPr>
                <p14:cNvContentPartPr/>
                <p14:nvPr/>
              </p14:nvContentPartPr>
              <p14:xfrm>
                <a:off x="10078724" y="838947"/>
                <a:ext cx="176760" cy="87120"/>
              </p14:xfrm>
            </p:contentPart>
          </mc:Choice>
          <mc:Fallback>
            <p:pic>
              <p:nvPicPr>
                <p:cNvPr id="355" name="잉크 354">
                  <a:extLst>
                    <a:ext uri="{FF2B5EF4-FFF2-40B4-BE49-F238E27FC236}">
                      <a16:creationId xmlns:a16="http://schemas.microsoft.com/office/drawing/2014/main" id="{86298B3A-01BD-E0B7-474A-ACD168DCB9C2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072604" y="832827"/>
                  <a:ext cx="1890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56" name="잉크 355">
                  <a:extLst>
                    <a:ext uri="{FF2B5EF4-FFF2-40B4-BE49-F238E27FC236}">
                      <a16:creationId xmlns:a16="http://schemas.microsoft.com/office/drawing/2014/main" id="{F98376FA-5658-0F2B-83F8-0F1546511612}"/>
                    </a:ext>
                  </a:extLst>
                </p14:cNvPr>
                <p14:cNvContentPartPr/>
                <p14:nvPr/>
              </p14:nvContentPartPr>
              <p14:xfrm>
                <a:off x="10078724" y="838947"/>
                <a:ext cx="360" cy="360"/>
              </p14:xfrm>
            </p:contentPart>
          </mc:Choice>
          <mc:Fallback>
            <p:pic>
              <p:nvPicPr>
                <p:cNvPr id="356" name="잉크 355">
                  <a:extLst>
                    <a:ext uri="{FF2B5EF4-FFF2-40B4-BE49-F238E27FC236}">
                      <a16:creationId xmlns:a16="http://schemas.microsoft.com/office/drawing/2014/main" id="{F98376FA-5658-0F2B-83F8-0F154651161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72604" y="8328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57" name="잉크 356">
                  <a:extLst>
                    <a:ext uri="{FF2B5EF4-FFF2-40B4-BE49-F238E27FC236}">
                      <a16:creationId xmlns:a16="http://schemas.microsoft.com/office/drawing/2014/main" id="{66E0C180-019C-D9F7-5FF0-99C418056F34}"/>
                    </a:ext>
                  </a:extLst>
                </p14:cNvPr>
                <p14:cNvContentPartPr/>
                <p14:nvPr/>
              </p14:nvContentPartPr>
              <p14:xfrm>
                <a:off x="10078724" y="838947"/>
                <a:ext cx="152640" cy="156240"/>
              </p14:xfrm>
            </p:contentPart>
          </mc:Choice>
          <mc:Fallback>
            <p:pic>
              <p:nvPicPr>
                <p:cNvPr id="357" name="잉크 356">
                  <a:extLst>
                    <a:ext uri="{FF2B5EF4-FFF2-40B4-BE49-F238E27FC236}">
                      <a16:creationId xmlns:a16="http://schemas.microsoft.com/office/drawing/2014/main" id="{66E0C180-019C-D9F7-5FF0-99C418056F34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10072604" y="832827"/>
                  <a:ext cx="1648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58" name="잉크 357">
                  <a:extLst>
                    <a:ext uri="{FF2B5EF4-FFF2-40B4-BE49-F238E27FC236}">
                      <a16:creationId xmlns:a16="http://schemas.microsoft.com/office/drawing/2014/main" id="{7065605E-0E0A-6ABB-22CE-D311C07B782E}"/>
                    </a:ext>
                  </a:extLst>
                </p14:cNvPr>
                <p14:cNvContentPartPr/>
                <p14:nvPr/>
              </p14:nvContentPartPr>
              <p14:xfrm>
                <a:off x="10127684" y="1037307"/>
                <a:ext cx="156240" cy="108360"/>
              </p14:xfrm>
            </p:contentPart>
          </mc:Choice>
          <mc:Fallback>
            <p:pic>
              <p:nvPicPr>
                <p:cNvPr id="358" name="잉크 357">
                  <a:extLst>
                    <a:ext uri="{FF2B5EF4-FFF2-40B4-BE49-F238E27FC236}">
                      <a16:creationId xmlns:a16="http://schemas.microsoft.com/office/drawing/2014/main" id="{7065605E-0E0A-6ABB-22CE-D311C07B782E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10121564" y="1031187"/>
                  <a:ext cx="1684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59" name="잉크 358">
                  <a:extLst>
                    <a:ext uri="{FF2B5EF4-FFF2-40B4-BE49-F238E27FC236}">
                      <a16:creationId xmlns:a16="http://schemas.microsoft.com/office/drawing/2014/main" id="{A4A5A88E-C04F-7A18-C7DE-FC778241BE03}"/>
                    </a:ext>
                  </a:extLst>
                </p14:cNvPr>
                <p14:cNvContentPartPr/>
                <p14:nvPr/>
              </p14:nvContentPartPr>
              <p14:xfrm>
                <a:off x="10308044" y="823467"/>
                <a:ext cx="165240" cy="201960"/>
              </p14:xfrm>
            </p:contentPart>
          </mc:Choice>
          <mc:Fallback>
            <p:pic>
              <p:nvPicPr>
                <p:cNvPr id="359" name="잉크 358">
                  <a:extLst>
                    <a:ext uri="{FF2B5EF4-FFF2-40B4-BE49-F238E27FC236}">
                      <a16:creationId xmlns:a16="http://schemas.microsoft.com/office/drawing/2014/main" id="{A4A5A88E-C04F-7A18-C7DE-FC778241BE03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0301924" y="817347"/>
                  <a:ext cx="177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60" name="잉크 359">
                  <a:extLst>
                    <a:ext uri="{FF2B5EF4-FFF2-40B4-BE49-F238E27FC236}">
                      <a16:creationId xmlns:a16="http://schemas.microsoft.com/office/drawing/2014/main" id="{7E3E6E73-1068-FC37-4634-B70923EBC855}"/>
                    </a:ext>
                  </a:extLst>
                </p14:cNvPr>
                <p14:cNvContentPartPr/>
                <p14:nvPr/>
              </p14:nvContentPartPr>
              <p14:xfrm>
                <a:off x="10537364" y="719427"/>
                <a:ext cx="12600" cy="545400"/>
              </p14:xfrm>
            </p:contentPart>
          </mc:Choice>
          <mc:Fallback>
            <p:pic>
              <p:nvPicPr>
                <p:cNvPr id="360" name="잉크 359">
                  <a:extLst>
                    <a:ext uri="{FF2B5EF4-FFF2-40B4-BE49-F238E27FC236}">
                      <a16:creationId xmlns:a16="http://schemas.microsoft.com/office/drawing/2014/main" id="{7E3E6E73-1068-FC37-4634-B70923EBC855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0531244" y="713307"/>
                  <a:ext cx="2484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361" name="잉크 360">
                  <a:extLst>
                    <a:ext uri="{FF2B5EF4-FFF2-40B4-BE49-F238E27FC236}">
                      <a16:creationId xmlns:a16="http://schemas.microsoft.com/office/drawing/2014/main" id="{4AE1C109-24E1-7FD4-44CB-BDE25159245A}"/>
                    </a:ext>
                  </a:extLst>
                </p14:cNvPr>
                <p14:cNvContentPartPr/>
                <p14:nvPr/>
              </p14:nvContentPartPr>
              <p14:xfrm>
                <a:off x="10651124" y="1289307"/>
                <a:ext cx="21240" cy="11520"/>
              </p14:xfrm>
            </p:contentPart>
          </mc:Choice>
          <mc:Fallback>
            <p:pic>
              <p:nvPicPr>
                <p:cNvPr id="361" name="잉크 360">
                  <a:extLst>
                    <a:ext uri="{FF2B5EF4-FFF2-40B4-BE49-F238E27FC236}">
                      <a16:creationId xmlns:a16="http://schemas.microsoft.com/office/drawing/2014/main" id="{4AE1C109-24E1-7FD4-44CB-BDE25159245A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10645004" y="1283187"/>
                  <a:ext cx="33480" cy="23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98210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D439D5E-E21E-B594-0E38-2C79E51AE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627" y="1372495"/>
            <a:ext cx="8489373" cy="26093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F836650-CB5A-CE50-1F5E-421C502C9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00" y="649528"/>
            <a:ext cx="3124471" cy="5311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74060B0A-9853-609C-DEBF-1D0AF44AFD56}"/>
                  </a:ext>
                </a:extLst>
              </p14:cNvPr>
              <p14:cNvContentPartPr/>
              <p14:nvPr/>
            </p14:nvContentPartPr>
            <p14:xfrm>
              <a:off x="427844" y="3777627"/>
              <a:ext cx="2221200" cy="4284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74060B0A-9853-609C-DEBF-1D0AF44AFD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1724" y="3771507"/>
                <a:ext cx="2233440" cy="5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그룹 45">
            <a:extLst>
              <a:ext uri="{FF2B5EF4-FFF2-40B4-BE49-F238E27FC236}">
                <a16:creationId xmlns:a16="http://schemas.microsoft.com/office/drawing/2014/main" id="{5452045D-B1B0-4A28-95BE-5522295F4BA0}"/>
              </a:ext>
            </a:extLst>
          </p:cNvPr>
          <p:cNvGrpSpPr/>
          <p:nvPr/>
        </p:nvGrpSpPr>
        <p:grpSpPr>
          <a:xfrm>
            <a:off x="2791964" y="3588267"/>
            <a:ext cx="8071920" cy="2922480"/>
            <a:chOff x="2791964" y="3588267"/>
            <a:chExt cx="8071920" cy="292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C3D2F439-EF9B-8540-A84E-AED69B3FDA84}"/>
                    </a:ext>
                  </a:extLst>
                </p14:cNvPr>
                <p14:cNvContentPartPr/>
                <p14:nvPr/>
              </p14:nvContentPartPr>
              <p14:xfrm>
                <a:off x="10199684" y="3588267"/>
                <a:ext cx="206280" cy="2491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C3D2F439-EF9B-8540-A84E-AED69B3FDA8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93564" y="3582147"/>
                  <a:ext cx="2185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27F3596-807C-07B3-EB1E-C46ADCB81A93}"/>
                    </a:ext>
                  </a:extLst>
                </p14:cNvPr>
                <p14:cNvContentPartPr/>
                <p14:nvPr/>
              </p14:nvContentPartPr>
              <p14:xfrm>
                <a:off x="8145164" y="3632907"/>
                <a:ext cx="287280" cy="1717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27F3596-807C-07B3-EB1E-C46ADCB81A9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39044" y="3626787"/>
                  <a:ext cx="2995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3E9C7461-C784-A3C4-9899-25B32881657C}"/>
                    </a:ext>
                  </a:extLst>
                </p14:cNvPr>
                <p14:cNvContentPartPr/>
                <p14:nvPr/>
              </p14:nvContentPartPr>
              <p14:xfrm>
                <a:off x="5761604" y="3658107"/>
                <a:ext cx="30240" cy="2430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3E9C7461-C784-A3C4-9899-25B32881657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55484" y="3651987"/>
                  <a:ext cx="424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027265A5-82BC-8125-9D65-6992446098A0}"/>
                    </a:ext>
                  </a:extLst>
                </p14:cNvPr>
                <p14:cNvContentPartPr/>
                <p14:nvPr/>
              </p14:nvContentPartPr>
              <p14:xfrm>
                <a:off x="10127684" y="3963747"/>
                <a:ext cx="476640" cy="414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027265A5-82BC-8125-9D65-6992446098A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21564" y="3957627"/>
                  <a:ext cx="4888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07AE6FC1-08E4-E84A-3E24-9F0408720D66}"/>
                    </a:ext>
                  </a:extLst>
                </p14:cNvPr>
                <p14:cNvContentPartPr/>
                <p14:nvPr/>
              </p14:nvContentPartPr>
              <p14:xfrm>
                <a:off x="10303004" y="4062747"/>
                <a:ext cx="23760" cy="3956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07AE6FC1-08E4-E84A-3E24-9F0408720D6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296884" y="4056627"/>
                  <a:ext cx="3600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9092D19D-705F-F9E4-77E2-F7B560E7ED64}"/>
                    </a:ext>
                  </a:extLst>
                </p14:cNvPr>
                <p14:cNvContentPartPr/>
                <p14:nvPr/>
              </p14:nvContentPartPr>
              <p14:xfrm>
                <a:off x="10208324" y="4395027"/>
                <a:ext cx="187560" cy="957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9092D19D-705F-F9E4-77E2-F7B560E7ED6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02204" y="4388907"/>
                  <a:ext cx="1998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B06A9C5E-D35E-DCFA-6E27-F57A294348A5}"/>
                    </a:ext>
                  </a:extLst>
                </p14:cNvPr>
                <p14:cNvContentPartPr/>
                <p14:nvPr/>
              </p14:nvContentPartPr>
              <p14:xfrm>
                <a:off x="2791964" y="3690507"/>
                <a:ext cx="8071920" cy="22521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B06A9C5E-D35E-DCFA-6E27-F57A294348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85844" y="3684387"/>
                  <a:ext cx="8084160" cy="22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192822D0-450B-11D6-F8F9-BEE1E7CF89F1}"/>
                    </a:ext>
                  </a:extLst>
                </p14:cNvPr>
                <p14:cNvContentPartPr/>
                <p14:nvPr/>
              </p14:nvContentPartPr>
              <p14:xfrm>
                <a:off x="6666644" y="6083787"/>
                <a:ext cx="82440" cy="1346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192822D0-450B-11D6-F8F9-BEE1E7CF89F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60524" y="6077667"/>
                  <a:ext cx="946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61C9129C-EEAC-4CFB-8CD6-85E422AD62EC}"/>
                    </a:ext>
                  </a:extLst>
                </p14:cNvPr>
                <p14:cNvContentPartPr/>
                <p14:nvPr/>
              </p14:nvContentPartPr>
              <p14:xfrm>
                <a:off x="6439124" y="6240747"/>
                <a:ext cx="336240" cy="964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61C9129C-EEAC-4CFB-8CD6-85E422AD62E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33004" y="6234627"/>
                  <a:ext cx="3484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CC670B5D-1139-3FD2-3011-C92DF7E02FA7}"/>
                    </a:ext>
                  </a:extLst>
                </p14:cNvPr>
                <p14:cNvContentPartPr/>
                <p14:nvPr/>
              </p14:nvContentPartPr>
              <p14:xfrm>
                <a:off x="6704804" y="6311667"/>
                <a:ext cx="19440" cy="1688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CC670B5D-1139-3FD2-3011-C92DF7E02FA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98684" y="6305547"/>
                  <a:ext cx="316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D7294C5D-306D-89B4-EF14-1086E2B1FF3A}"/>
                    </a:ext>
                  </a:extLst>
                </p14:cNvPr>
                <p14:cNvContentPartPr/>
                <p14:nvPr/>
              </p14:nvContentPartPr>
              <p14:xfrm>
                <a:off x="6775004" y="6127347"/>
                <a:ext cx="161280" cy="1767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D7294C5D-306D-89B4-EF14-1086E2B1FF3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68884" y="6121227"/>
                  <a:ext cx="1735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BCFCD708-F74D-79EE-53A3-0922CEA28563}"/>
                    </a:ext>
                  </a:extLst>
                </p14:cNvPr>
                <p14:cNvContentPartPr/>
                <p14:nvPr/>
              </p14:nvContentPartPr>
              <p14:xfrm>
                <a:off x="6871124" y="6195027"/>
                <a:ext cx="124560" cy="316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BCFCD708-F74D-79EE-53A3-0922CEA2856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65004" y="6188907"/>
                  <a:ext cx="1368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57D059EC-A5DC-0E7F-763F-481196D7DCA0}"/>
                    </a:ext>
                  </a:extLst>
                </p14:cNvPr>
                <p14:cNvContentPartPr/>
                <p14:nvPr/>
              </p14:nvContentPartPr>
              <p14:xfrm>
                <a:off x="6967604" y="6009267"/>
                <a:ext cx="37080" cy="3610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57D059EC-A5DC-0E7F-763F-481196D7DCA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61484" y="6003147"/>
                  <a:ext cx="493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E7504EE0-BBB4-B5C1-2C3C-08A4059B3D40}"/>
                    </a:ext>
                  </a:extLst>
                </p14:cNvPr>
                <p14:cNvContentPartPr/>
                <p14:nvPr/>
              </p14:nvContentPartPr>
              <p14:xfrm>
                <a:off x="6869324" y="6344787"/>
                <a:ext cx="178920" cy="396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E7504EE0-BBB4-B5C1-2C3C-08A4059B3D4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63204" y="6338667"/>
                  <a:ext cx="191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1A4D954E-A7CC-17A9-6330-0B6ABB9DD5CC}"/>
                    </a:ext>
                  </a:extLst>
                </p14:cNvPr>
                <p14:cNvContentPartPr/>
                <p14:nvPr/>
              </p14:nvContentPartPr>
              <p14:xfrm>
                <a:off x="7055084" y="6054987"/>
                <a:ext cx="196200" cy="1310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1A4D954E-A7CC-17A9-6330-0B6ABB9DD5C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48964" y="6048867"/>
                  <a:ext cx="208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B8B53AD9-075E-8AE4-BD64-8C681C83DEB2}"/>
                    </a:ext>
                  </a:extLst>
                </p14:cNvPr>
                <p14:cNvContentPartPr/>
                <p14:nvPr/>
              </p14:nvContentPartPr>
              <p14:xfrm>
                <a:off x="7158044" y="6132387"/>
                <a:ext cx="75600" cy="396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B8B53AD9-075E-8AE4-BD64-8C681C83DEB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51924" y="6126267"/>
                  <a:ext cx="87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40CE287-0A7F-3A0C-C99A-65140CBE6938}"/>
                    </a:ext>
                  </a:extLst>
                </p14:cNvPr>
                <p14:cNvContentPartPr/>
                <p14:nvPr/>
              </p14:nvContentPartPr>
              <p14:xfrm>
                <a:off x="6995324" y="6220227"/>
                <a:ext cx="218160" cy="1141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40CE287-0A7F-3A0C-C99A-65140CBE693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89204" y="6214107"/>
                  <a:ext cx="230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8A33A8BE-AA4D-4219-B23D-C21A11FFEEB6}"/>
                    </a:ext>
                  </a:extLst>
                </p14:cNvPr>
                <p14:cNvContentPartPr/>
                <p14:nvPr/>
              </p14:nvContentPartPr>
              <p14:xfrm>
                <a:off x="6995324" y="6226707"/>
                <a:ext cx="262800" cy="1702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8A33A8BE-AA4D-4219-B23D-C21A11FFEEB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89204" y="6220587"/>
                  <a:ext cx="2750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C0A3D582-38FC-1D1A-2679-DD1068550C9E}"/>
                    </a:ext>
                  </a:extLst>
                </p14:cNvPr>
                <p14:cNvContentPartPr/>
                <p14:nvPr/>
              </p14:nvContentPartPr>
              <p14:xfrm>
                <a:off x="7371524" y="6051747"/>
                <a:ext cx="12600" cy="838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C0A3D582-38FC-1D1A-2679-DD1068550C9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65404" y="6045627"/>
                  <a:ext cx="24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3B667969-8EE7-374B-3CE5-720DB3467260}"/>
                    </a:ext>
                  </a:extLst>
                </p14:cNvPr>
                <p14:cNvContentPartPr/>
                <p14:nvPr/>
              </p14:nvContentPartPr>
              <p14:xfrm>
                <a:off x="7145804" y="6207627"/>
                <a:ext cx="223200" cy="1328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3B667969-8EE7-374B-3CE5-720DB346726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39684" y="6201507"/>
                  <a:ext cx="2354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40C296B2-FC41-A7DA-19C3-AA86B64D19E6}"/>
                    </a:ext>
                  </a:extLst>
                </p14:cNvPr>
                <p14:cNvContentPartPr/>
                <p14:nvPr/>
              </p14:nvContentPartPr>
              <p14:xfrm>
                <a:off x="7471604" y="5897667"/>
                <a:ext cx="360" cy="6130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40C296B2-FC41-A7DA-19C3-AA86B64D19E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65484" y="5891547"/>
                  <a:ext cx="1260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5D968AC1-538C-91B0-A50B-AA4F3E3001F9}"/>
                    </a:ext>
                  </a:extLst>
                </p14:cNvPr>
                <p14:cNvContentPartPr/>
                <p14:nvPr/>
              </p14:nvContentPartPr>
              <p14:xfrm>
                <a:off x="7623524" y="5949507"/>
                <a:ext cx="207360" cy="47772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5D968AC1-538C-91B0-A50B-AA4F3E3001F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617404" y="5943387"/>
                  <a:ext cx="21960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7327DDCA-2FDD-D6AF-2BBC-AD37A598C768}"/>
                    </a:ext>
                  </a:extLst>
                </p14:cNvPr>
                <p14:cNvContentPartPr/>
                <p14:nvPr/>
              </p14:nvContentPartPr>
              <p14:xfrm>
                <a:off x="8115284" y="6091347"/>
                <a:ext cx="87840" cy="27612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7327DDCA-2FDD-D6AF-2BBC-AD37A598C76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09164" y="6085227"/>
                  <a:ext cx="1000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0665BE77-9653-0AFE-9E05-F6F93D8B512E}"/>
                    </a:ext>
                  </a:extLst>
                </p14:cNvPr>
                <p14:cNvContentPartPr/>
                <p14:nvPr/>
              </p14:nvContentPartPr>
              <p14:xfrm>
                <a:off x="8306084" y="6108627"/>
                <a:ext cx="229680" cy="11700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0665BE77-9653-0AFE-9E05-F6F93D8B512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99964" y="6102507"/>
                  <a:ext cx="241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104DEC50-0E95-8F60-2FB9-81A22FDD8835}"/>
                    </a:ext>
                  </a:extLst>
                </p14:cNvPr>
                <p14:cNvContentPartPr/>
                <p14:nvPr/>
              </p14:nvContentPartPr>
              <p14:xfrm>
                <a:off x="8350004" y="5991987"/>
                <a:ext cx="156240" cy="1296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104DEC50-0E95-8F60-2FB9-81A22FDD883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43884" y="5985867"/>
                  <a:ext cx="1684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DB4503E5-5B7A-73E0-3959-388CF518D34B}"/>
                    </a:ext>
                  </a:extLst>
                </p14:cNvPr>
                <p14:cNvContentPartPr/>
                <p14:nvPr/>
              </p14:nvContentPartPr>
              <p14:xfrm>
                <a:off x="8301044" y="6240747"/>
                <a:ext cx="147960" cy="7740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DB4503E5-5B7A-73E0-3959-388CF518D34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94924" y="6234627"/>
                  <a:ext cx="1602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F46CCB68-C186-ED4C-7973-94871A8383B8}"/>
                    </a:ext>
                  </a:extLst>
                </p14:cNvPr>
                <p14:cNvContentPartPr/>
                <p14:nvPr/>
              </p14:nvContentPartPr>
              <p14:xfrm>
                <a:off x="8301044" y="6240747"/>
                <a:ext cx="264600" cy="12096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F46CCB68-C186-ED4C-7973-94871A8383B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94924" y="6234627"/>
                  <a:ext cx="2768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A37B0F86-AA68-D217-55FB-E50FE088CB8F}"/>
                    </a:ext>
                  </a:extLst>
                </p14:cNvPr>
                <p14:cNvContentPartPr/>
                <p14:nvPr/>
              </p14:nvContentPartPr>
              <p14:xfrm>
                <a:off x="8531444" y="6084867"/>
                <a:ext cx="153000" cy="13752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A37B0F86-AA68-D217-55FB-E50FE088CB8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25324" y="6078747"/>
                  <a:ext cx="1652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A7F64950-711E-5E42-1004-75E6448EF857}"/>
                    </a:ext>
                  </a:extLst>
                </p14:cNvPr>
                <p14:cNvContentPartPr/>
                <p14:nvPr/>
              </p14:nvContentPartPr>
              <p14:xfrm>
                <a:off x="8640524" y="6084867"/>
                <a:ext cx="360" cy="36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A7F64950-711E-5E42-1004-75E6448EF85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34404" y="60787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36E520B0-7E07-A1AE-2D23-87353086E903}"/>
                    </a:ext>
                  </a:extLst>
                </p14:cNvPr>
                <p14:cNvContentPartPr/>
                <p14:nvPr/>
              </p14:nvContentPartPr>
              <p14:xfrm>
                <a:off x="8640524" y="6084867"/>
                <a:ext cx="135000" cy="3672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36E520B0-7E07-A1AE-2D23-87353086E90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634404" y="6078747"/>
                  <a:ext cx="147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50B65FE9-A802-1B80-2218-69CDA74E7D65}"/>
                    </a:ext>
                  </a:extLst>
                </p14:cNvPr>
                <p14:cNvContentPartPr/>
                <p14:nvPr/>
              </p14:nvContentPartPr>
              <p14:xfrm>
                <a:off x="8666804" y="6149667"/>
                <a:ext cx="136800" cy="2232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50B65FE9-A802-1B80-2218-69CDA74E7D6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60684" y="6143547"/>
                  <a:ext cx="149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91DCD5BF-C90C-983D-1398-B68886D711C9}"/>
                    </a:ext>
                  </a:extLst>
                </p14:cNvPr>
                <p14:cNvContentPartPr/>
                <p14:nvPr/>
              </p14:nvContentPartPr>
              <p14:xfrm>
                <a:off x="8766524" y="5903787"/>
                <a:ext cx="33480" cy="34380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91DCD5BF-C90C-983D-1398-B68886D711C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60404" y="5897667"/>
                  <a:ext cx="457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2E6D07E3-09B1-F013-86A3-B9536C54B13F}"/>
                    </a:ext>
                  </a:extLst>
                </p14:cNvPr>
                <p14:cNvContentPartPr/>
                <p14:nvPr/>
              </p14:nvContentPartPr>
              <p14:xfrm>
                <a:off x="8563484" y="6328947"/>
                <a:ext cx="198000" cy="10440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2E6D07E3-09B1-F013-86A3-B9536C54B13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557364" y="6322827"/>
                  <a:ext cx="210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473C8E98-DB73-ACD0-6979-80CD309F44AC}"/>
                    </a:ext>
                  </a:extLst>
                </p14:cNvPr>
                <p14:cNvContentPartPr/>
                <p14:nvPr/>
              </p14:nvContentPartPr>
              <p14:xfrm>
                <a:off x="8999084" y="6045627"/>
                <a:ext cx="136800" cy="41148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473C8E98-DB73-ACD0-6979-80CD309F44A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92964" y="6039507"/>
                  <a:ext cx="149040" cy="42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8" name="잉크 47">
                <a:extLst>
                  <a:ext uri="{FF2B5EF4-FFF2-40B4-BE49-F238E27FC236}">
                    <a16:creationId xmlns:a16="http://schemas.microsoft.com/office/drawing/2014/main" id="{E0B3E128-1C06-293C-D030-EB21359F9CDB}"/>
                  </a:ext>
                </a:extLst>
              </p14:cNvPr>
              <p14:cNvContentPartPr/>
              <p14:nvPr/>
            </p14:nvContentPartPr>
            <p14:xfrm>
              <a:off x="4200644" y="3453267"/>
              <a:ext cx="1489680" cy="6840"/>
            </p14:xfrm>
          </p:contentPart>
        </mc:Choice>
        <mc:Fallback>
          <p:pic>
            <p:nvPicPr>
              <p:cNvPr id="48" name="잉크 47">
                <a:extLst>
                  <a:ext uri="{FF2B5EF4-FFF2-40B4-BE49-F238E27FC236}">
                    <a16:creationId xmlns:a16="http://schemas.microsoft.com/office/drawing/2014/main" id="{E0B3E128-1C06-293C-D030-EB21359F9CD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194524" y="3447147"/>
                <a:ext cx="150192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0" name="잉크 49">
                <a:extLst>
                  <a:ext uri="{FF2B5EF4-FFF2-40B4-BE49-F238E27FC236}">
                    <a16:creationId xmlns:a16="http://schemas.microsoft.com/office/drawing/2014/main" id="{C70433BA-1854-C955-8EE0-8FB1A1D43DF6}"/>
                  </a:ext>
                </a:extLst>
              </p14:cNvPr>
              <p14:cNvContentPartPr/>
              <p14:nvPr/>
            </p14:nvContentPartPr>
            <p14:xfrm>
              <a:off x="6048524" y="3385587"/>
              <a:ext cx="2102400" cy="720"/>
            </p14:xfrm>
          </p:contentPart>
        </mc:Choice>
        <mc:Fallback>
          <p:pic>
            <p:nvPicPr>
              <p:cNvPr id="50" name="잉크 49">
                <a:extLst>
                  <a:ext uri="{FF2B5EF4-FFF2-40B4-BE49-F238E27FC236}">
                    <a16:creationId xmlns:a16="http://schemas.microsoft.com/office/drawing/2014/main" id="{C70433BA-1854-C955-8EE0-8FB1A1D43DF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042404" y="3373347"/>
                <a:ext cx="21146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2" name="잉크 51">
                <a:extLst>
                  <a:ext uri="{FF2B5EF4-FFF2-40B4-BE49-F238E27FC236}">
                    <a16:creationId xmlns:a16="http://schemas.microsoft.com/office/drawing/2014/main" id="{B64EA890-FA0A-D0A8-3BAF-9DF71441250D}"/>
                  </a:ext>
                </a:extLst>
              </p14:cNvPr>
              <p14:cNvContentPartPr/>
              <p14:nvPr/>
            </p14:nvContentPartPr>
            <p14:xfrm>
              <a:off x="10526924" y="3190467"/>
              <a:ext cx="689760" cy="46080"/>
            </p14:xfrm>
          </p:contentPart>
        </mc:Choice>
        <mc:Fallback>
          <p:pic>
            <p:nvPicPr>
              <p:cNvPr id="52" name="잉크 51">
                <a:extLst>
                  <a:ext uri="{FF2B5EF4-FFF2-40B4-BE49-F238E27FC236}">
                    <a16:creationId xmlns:a16="http://schemas.microsoft.com/office/drawing/2014/main" id="{B64EA890-FA0A-D0A8-3BAF-9DF71441250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520804" y="3184347"/>
                <a:ext cx="70200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3" name="잉크 52">
                <a:extLst>
                  <a:ext uri="{FF2B5EF4-FFF2-40B4-BE49-F238E27FC236}">
                    <a16:creationId xmlns:a16="http://schemas.microsoft.com/office/drawing/2014/main" id="{EC435DD3-9C50-F029-8529-C7AE9A00895F}"/>
                  </a:ext>
                </a:extLst>
              </p14:cNvPr>
              <p14:cNvContentPartPr/>
              <p14:nvPr/>
            </p14:nvContentPartPr>
            <p14:xfrm>
              <a:off x="11055404" y="3125307"/>
              <a:ext cx="131760" cy="218160"/>
            </p14:xfrm>
          </p:contentPart>
        </mc:Choice>
        <mc:Fallback>
          <p:pic>
            <p:nvPicPr>
              <p:cNvPr id="53" name="잉크 52">
                <a:extLst>
                  <a:ext uri="{FF2B5EF4-FFF2-40B4-BE49-F238E27FC236}">
                    <a16:creationId xmlns:a16="http://schemas.microsoft.com/office/drawing/2014/main" id="{EC435DD3-9C50-F029-8529-C7AE9A00895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049284" y="3119187"/>
                <a:ext cx="144000" cy="23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그룹 55">
            <a:extLst>
              <a:ext uri="{FF2B5EF4-FFF2-40B4-BE49-F238E27FC236}">
                <a16:creationId xmlns:a16="http://schemas.microsoft.com/office/drawing/2014/main" id="{90252CEB-6290-4BF9-21BD-8CD59AF0DFD6}"/>
              </a:ext>
            </a:extLst>
          </p:cNvPr>
          <p:cNvGrpSpPr/>
          <p:nvPr/>
        </p:nvGrpSpPr>
        <p:grpSpPr>
          <a:xfrm>
            <a:off x="8482844" y="3196587"/>
            <a:ext cx="1780200" cy="287280"/>
            <a:chOff x="8482844" y="3196587"/>
            <a:chExt cx="178020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47937AE0-A25F-D707-4E46-3079C45CF801}"/>
                    </a:ext>
                  </a:extLst>
                </p14:cNvPr>
                <p14:cNvContentPartPr/>
                <p14:nvPr/>
              </p14:nvContentPartPr>
              <p14:xfrm>
                <a:off x="8482844" y="3248067"/>
                <a:ext cx="1780200" cy="7992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47937AE0-A25F-D707-4E46-3079C45CF80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476724" y="3241947"/>
                  <a:ext cx="17924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7359188A-8EEF-5E0F-7E53-51546D05E64F}"/>
                    </a:ext>
                  </a:extLst>
                </p14:cNvPr>
                <p14:cNvContentPartPr/>
                <p14:nvPr/>
              </p14:nvContentPartPr>
              <p14:xfrm>
                <a:off x="9896924" y="3196587"/>
                <a:ext cx="198000" cy="28728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7359188A-8EEF-5E0F-7E53-51546D05E64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890804" y="3190467"/>
                  <a:ext cx="210240" cy="29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7" name="잉크 56">
                <a:extLst>
                  <a:ext uri="{FF2B5EF4-FFF2-40B4-BE49-F238E27FC236}">
                    <a16:creationId xmlns:a16="http://schemas.microsoft.com/office/drawing/2014/main" id="{5A7832CA-7ECB-2D2C-EEFF-E8BC0101BA62}"/>
                  </a:ext>
                </a:extLst>
              </p14:cNvPr>
              <p14:cNvContentPartPr/>
              <p14:nvPr/>
            </p14:nvContentPartPr>
            <p14:xfrm>
              <a:off x="8000084" y="3335187"/>
              <a:ext cx="137520" cy="201960"/>
            </p14:xfrm>
          </p:contentPart>
        </mc:Choice>
        <mc:Fallback>
          <p:pic>
            <p:nvPicPr>
              <p:cNvPr id="57" name="잉크 56">
                <a:extLst>
                  <a:ext uri="{FF2B5EF4-FFF2-40B4-BE49-F238E27FC236}">
                    <a16:creationId xmlns:a16="http://schemas.microsoft.com/office/drawing/2014/main" id="{5A7832CA-7ECB-2D2C-EEFF-E8BC0101BA6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993964" y="3329067"/>
                <a:ext cx="14976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8" name="잉크 57">
                <a:extLst>
                  <a:ext uri="{FF2B5EF4-FFF2-40B4-BE49-F238E27FC236}">
                    <a16:creationId xmlns:a16="http://schemas.microsoft.com/office/drawing/2014/main" id="{F673DD4F-9BE8-089A-B28F-1BEC6370A164}"/>
                  </a:ext>
                </a:extLst>
              </p14:cNvPr>
              <p14:cNvContentPartPr/>
              <p14:nvPr/>
            </p14:nvContentPartPr>
            <p14:xfrm>
              <a:off x="5621924" y="3410787"/>
              <a:ext cx="72000" cy="132480"/>
            </p14:xfrm>
          </p:contentPart>
        </mc:Choice>
        <mc:Fallback>
          <p:pic>
            <p:nvPicPr>
              <p:cNvPr id="58" name="잉크 57">
                <a:extLst>
                  <a:ext uri="{FF2B5EF4-FFF2-40B4-BE49-F238E27FC236}">
                    <a16:creationId xmlns:a16="http://schemas.microsoft.com/office/drawing/2014/main" id="{F673DD4F-9BE8-089A-B28F-1BEC6370A16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615804" y="3404667"/>
                <a:ext cx="84240" cy="14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그룹 60">
            <a:extLst>
              <a:ext uri="{FF2B5EF4-FFF2-40B4-BE49-F238E27FC236}">
                <a16:creationId xmlns:a16="http://schemas.microsoft.com/office/drawing/2014/main" id="{85D114A0-D7CD-7257-AD91-0CBA90F6BA6F}"/>
              </a:ext>
            </a:extLst>
          </p:cNvPr>
          <p:cNvGrpSpPr/>
          <p:nvPr/>
        </p:nvGrpSpPr>
        <p:grpSpPr>
          <a:xfrm>
            <a:off x="4713284" y="3561987"/>
            <a:ext cx="329760" cy="899640"/>
            <a:chOff x="4713284" y="3561987"/>
            <a:chExt cx="329760" cy="89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4064E185-3274-3F25-571F-23AAC0FB3D76}"/>
                    </a:ext>
                  </a:extLst>
                </p14:cNvPr>
                <p14:cNvContentPartPr/>
                <p14:nvPr/>
              </p14:nvContentPartPr>
              <p14:xfrm>
                <a:off x="4713284" y="3561987"/>
                <a:ext cx="320760" cy="87372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4064E185-3274-3F25-571F-23AAC0FB3D7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07164" y="3555867"/>
                  <a:ext cx="333000" cy="88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44BA4E8E-2C6A-E24D-59A7-2097D8778F8D}"/>
                    </a:ext>
                  </a:extLst>
                </p14:cNvPr>
                <p14:cNvContentPartPr/>
                <p14:nvPr/>
              </p14:nvContentPartPr>
              <p14:xfrm>
                <a:off x="4937564" y="4359027"/>
                <a:ext cx="105480" cy="10260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44BA4E8E-2C6A-E24D-59A7-2097D8778F8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931444" y="4352907"/>
                  <a:ext cx="11772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FD0F7377-92E8-3D2B-622C-AAD92BF99542}"/>
              </a:ext>
            </a:extLst>
          </p:cNvPr>
          <p:cNvGrpSpPr/>
          <p:nvPr/>
        </p:nvGrpSpPr>
        <p:grpSpPr>
          <a:xfrm>
            <a:off x="5430044" y="4095867"/>
            <a:ext cx="801000" cy="411480"/>
            <a:chOff x="5430044" y="4095867"/>
            <a:chExt cx="801000" cy="4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CBEC8801-A0AF-39EA-D872-6D4B4FCBDD3F}"/>
                    </a:ext>
                  </a:extLst>
                </p14:cNvPr>
                <p14:cNvContentPartPr/>
                <p14:nvPr/>
              </p14:nvContentPartPr>
              <p14:xfrm>
                <a:off x="5430044" y="4405827"/>
                <a:ext cx="123840" cy="9216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CBEC8801-A0AF-39EA-D872-6D4B4FCBDD3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23924" y="4399707"/>
                  <a:ext cx="136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C821EDB5-EA46-2605-6FFC-A304A4877BA6}"/>
                    </a:ext>
                  </a:extLst>
                </p14:cNvPr>
                <p14:cNvContentPartPr/>
                <p14:nvPr/>
              </p14:nvContentPartPr>
              <p14:xfrm>
                <a:off x="5584484" y="4257147"/>
                <a:ext cx="110880" cy="25020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C821EDB5-EA46-2605-6FFC-A304A4877BA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78364" y="4251027"/>
                  <a:ext cx="1231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5F16096A-EEBD-F88F-B0B2-386FA6048DA9}"/>
                    </a:ext>
                  </a:extLst>
                </p14:cNvPr>
                <p14:cNvContentPartPr/>
                <p14:nvPr/>
              </p14:nvContentPartPr>
              <p14:xfrm>
                <a:off x="5705804" y="4272267"/>
                <a:ext cx="31680" cy="1440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5F16096A-EEBD-F88F-B0B2-386FA6048DA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699684" y="4266147"/>
                  <a:ext cx="439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5EB41F95-9127-0AD9-D577-44F8F450263D}"/>
                    </a:ext>
                  </a:extLst>
                </p14:cNvPr>
                <p14:cNvContentPartPr/>
                <p14:nvPr/>
              </p14:nvContentPartPr>
              <p14:xfrm>
                <a:off x="5705804" y="4286307"/>
                <a:ext cx="18000" cy="16740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5EB41F95-9127-0AD9-D577-44F8F450263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699684" y="4280187"/>
                  <a:ext cx="302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CABF8952-3CF5-2DBF-606B-D3B777803569}"/>
                    </a:ext>
                  </a:extLst>
                </p14:cNvPr>
                <p14:cNvContentPartPr/>
                <p14:nvPr/>
              </p14:nvContentPartPr>
              <p14:xfrm>
                <a:off x="5710844" y="4286307"/>
                <a:ext cx="360" cy="36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CABF8952-3CF5-2DBF-606B-D3B77780356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04724" y="42801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11FBEBF9-9315-04F4-252E-1DF4934C5668}"/>
                    </a:ext>
                  </a:extLst>
                </p14:cNvPr>
                <p14:cNvContentPartPr/>
                <p14:nvPr/>
              </p14:nvContentPartPr>
              <p14:xfrm>
                <a:off x="5710844" y="4286307"/>
                <a:ext cx="154440" cy="8532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11FBEBF9-9315-04F4-252E-1DF4934C566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704724" y="4280187"/>
                  <a:ext cx="1666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1DC3F828-A89A-0D13-CC9A-C1191319D2F3}"/>
                    </a:ext>
                  </a:extLst>
                </p14:cNvPr>
                <p14:cNvContentPartPr/>
                <p14:nvPr/>
              </p14:nvContentPartPr>
              <p14:xfrm>
                <a:off x="5789684" y="4242387"/>
                <a:ext cx="84240" cy="23400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1DC3F828-A89A-0D13-CC9A-C1191319D2F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783564" y="4236267"/>
                  <a:ext cx="96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618BFEBA-0779-F214-2092-C29A3A14C68C}"/>
                    </a:ext>
                  </a:extLst>
                </p14:cNvPr>
                <p14:cNvContentPartPr/>
                <p14:nvPr/>
              </p14:nvContentPartPr>
              <p14:xfrm>
                <a:off x="5801924" y="4242387"/>
                <a:ext cx="360" cy="36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618BFEBA-0779-F214-2092-C29A3A14C68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95804" y="42362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7C1CB619-9D6A-24FA-DA1B-CAECE760AF4B}"/>
                    </a:ext>
                  </a:extLst>
                </p14:cNvPr>
                <p14:cNvContentPartPr/>
                <p14:nvPr/>
              </p14:nvContentPartPr>
              <p14:xfrm>
                <a:off x="5801924" y="4237707"/>
                <a:ext cx="84240" cy="1440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7C1CB619-9D6A-24FA-DA1B-CAECE760AF4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795804" y="4231587"/>
                  <a:ext cx="96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BF2CF891-0FE3-ED70-1905-6525CE065E70}"/>
                    </a:ext>
                  </a:extLst>
                </p14:cNvPr>
                <p14:cNvContentPartPr/>
                <p14:nvPr/>
              </p14:nvContentPartPr>
              <p14:xfrm>
                <a:off x="5866724" y="4291347"/>
                <a:ext cx="2160" cy="17676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BF2CF891-0FE3-ED70-1905-6525CE065E7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860604" y="4285227"/>
                  <a:ext cx="144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6C2F9001-4975-97AD-7D3A-0D3F397D3435}"/>
                    </a:ext>
                  </a:extLst>
                </p14:cNvPr>
                <p14:cNvContentPartPr/>
                <p14:nvPr/>
              </p14:nvContentPartPr>
              <p14:xfrm>
                <a:off x="5941244" y="4311867"/>
                <a:ext cx="97200" cy="13428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6C2F9001-4975-97AD-7D3A-0D3F397D343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35124" y="4305747"/>
                  <a:ext cx="1094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E34A19F8-8283-7557-3D5E-CC33DE3D52B0}"/>
                    </a:ext>
                  </a:extLst>
                </p14:cNvPr>
                <p14:cNvContentPartPr/>
                <p14:nvPr/>
              </p14:nvContentPartPr>
              <p14:xfrm>
                <a:off x="6020804" y="4316547"/>
                <a:ext cx="360" cy="36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E34A19F8-8283-7557-3D5E-CC33DE3D52B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14684" y="43104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48BA8E20-3564-253E-561E-E42BCDABB39F}"/>
                    </a:ext>
                  </a:extLst>
                </p14:cNvPr>
                <p14:cNvContentPartPr/>
                <p14:nvPr/>
              </p14:nvContentPartPr>
              <p14:xfrm>
                <a:off x="6020804" y="4301787"/>
                <a:ext cx="144000" cy="15804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48BA8E20-3564-253E-561E-E42BCDABB39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014684" y="4295667"/>
                  <a:ext cx="1562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C0FAEB4F-10E9-D1FC-8E42-1FA509D33BF7}"/>
                    </a:ext>
                  </a:extLst>
                </p14:cNvPr>
                <p14:cNvContentPartPr/>
                <p14:nvPr/>
              </p14:nvContentPartPr>
              <p14:xfrm>
                <a:off x="6204404" y="4095867"/>
                <a:ext cx="26640" cy="359280"/>
              </p14:xfrm>
            </p:contentPart>
          </mc:Choice>
          <mc:Fallback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C0FAEB4F-10E9-D1FC-8E42-1FA509D33BF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198284" y="4089747"/>
                  <a:ext cx="38880" cy="37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6CFF72A6-E831-923F-F323-3FDF62E5A3C3}"/>
              </a:ext>
            </a:extLst>
          </p:cNvPr>
          <p:cNvGrpSpPr/>
          <p:nvPr/>
        </p:nvGrpSpPr>
        <p:grpSpPr>
          <a:xfrm>
            <a:off x="6535244" y="4083267"/>
            <a:ext cx="768600" cy="640800"/>
            <a:chOff x="6535244" y="4083267"/>
            <a:chExt cx="768600" cy="64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38BA0ED0-52B9-5E86-B34F-951E5073A022}"/>
                    </a:ext>
                  </a:extLst>
                </p14:cNvPr>
                <p14:cNvContentPartPr/>
                <p14:nvPr/>
              </p14:nvContentPartPr>
              <p14:xfrm>
                <a:off x="6535244" y="4311507"/>
                <a:ext cx="126720" cy="412560"/>
              </p14:xfrm>
            </p:contentPart>
          </mc:Choice>
          <mc:Fallback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38BA0ED0-52B9-5E86-B34F-951E5073A02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529124" y="4305387"/>
                  <a:ext cx="13896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42F6105F-EEE8-4C20-C354-8AEDFDCC33A3}"/>
                    </a:ext>
                  </a:extLst>
                </p14:cNvPr>
                <p14:cNvContentPartPr/>
                <p14:nvPr/>
              </p14:nvContentPartPr>
              <p14:xfrm>
                <a:off x="6715964" y="4327347"/>
                <a:ext cx="165960" cy="17460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42F6105F-EEE8-4C20-C354-8AEDFDCC33A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709844" y="4321227"/>
                  <a:ext cx="178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865A03C1-A1D9-7233-7257-CF7D99D4A8C2}"/>
                    </a:ext>
                  </a:extLst>
                </p14:cNvPr>
                <p14:cNvContentPartPr/>
                <p14:nvPr/>
              </p14:nvContentPartPr>
              <p14:xfrm>
                <a:off x="6764564" y="4355787"/>
                <a:ext cx="360" cy="36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865A03C1-A1D9-7233-7257-CF7D99D4A8C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758444" y="43496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474A1A09-1B53-95BE-E364-551FAAA548D0}"/>
                    </a:ext>
                  </a:extLst>
                </p14:cNvPr>
                <p14:cNvContentPartPr/>
                <p14:nvPr/>
              </p14:nvContentPartPr>
              <p14:xfrm>
                <a:off x="6764564" y="4339947"/>
                <a:ext cx="233280" cy="4284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474A1A09-1B53-95BE-E364-551FAAA548D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758444" y="4333827"/>
                  <a:ext cx="2455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290F1433-2173-A0E6-86ED-888B8864B00A}"/>
                    </a:ext>
                  </a:extLst>
                </p14:cNvPr>
                <p14:cNvContentPartPr/>
                <p14:nvPr/>
              </p14:nvContentPartPr>
              <p14:xfrm>
                <a:off x="6883004" y="4176147"/>
                <a:ext cx="77760" cy="331200"/>
              </p14:xfrm>
            </p:contentPart>
          </mc:Choice>
          <mc:Fallback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290F1433-2173-A0E6-86ED-888B8864B00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876884" y="4170027"/>
                  <a:ext cx="900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97C5D9B6-27C5-60CD-B372-B0EC7C4594E7}"/>
                    </a:ext>
                  </a:extLst>
                </p14:cNvPr>
                <p14:cNvContentPartPr/>
                <p14:nvPr/>
              </p14:nvContentPartPr>
              <p14:xfrm>
                <a:off x="7004324" y="4083267"/>
                <a:ext cx="143280" cy="495000"/>
              </p14:xfrm>
            </p:contentPart>
          </mc:Choice>
          <mc:Fallback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97C5D9B6-27C5-60CD-B372-B0EC7C4594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98204" y="4077147"/>
                  <a:ext cx="15552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53DB5388-6144-D946-FF63-7556C38816F4}"/>
                    </a:ext>
                  </a:extLst>
                </p14:cNvPr>
                <p14:cNvContentPartPr/>
                <p14:nvPr/>
              </p14:nvContentPartPr>
              <p14:xfrm>
                <a:off x="7303484" y="4579347"/>
                <a:ext cx="360" cy="360"/>
              </p14:xfrm>
            </p:contentPart>
          </mc:Choice>
          <mc:Fallback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53DB5388-6144-D946-FF63-7556C38816F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97364" y="45732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90410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1931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A4CA0-3AC5-5BAE-EC56-50D5ED25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354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80F36-EDA5-088B-8D8C-5B94FA851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119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2331F-ADF7-267C-D728-94DE92E2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549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9FDF1-5306-BDFF-DC38-AC7F74D13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597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47E1B-A532-1551-5498-E872AA3AC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025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471</Words>
  <Application>Microsoft Office PowerPoint</Application>
  <PresentationFormat>와이드스크린</PresentationFormat>
  <Paragraphs>56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9" baseType="lpstr">
      <vt:lpstr>맑은 고딕</vt:lpstr>
      <vt:lpstr>Arial</vt:lpstr>
      <vt:lpstr>Office 테마</vt:lpstr>
      <vt:lpstr>10/12 프로젝트  참조할 폴더   ~/source_file/1012_source_file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10/13 프로젝트    ~/source_file/1012_source_file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2</cp:revision>
  <dcterms:created xsi:type="dcterms:W3CDTF">2026-10-12T10:30:48Z</dcterms:created>
  <dcterms:modified xsi:type="dcterms:W3CDTF">2026-10-13T00:57:34Z</dcterms:modified>
</cp:coreProperties>
</file>