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Noise Input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Single Glitch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Placed On or Off the RX Sampling Edge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90600"/>
            <a:ext cx="7334250" cy="2495550"/>
          </a:xfrm>
          <a:prstGeom prst="roundRect">
            <a:avLst>
              <a:gd name="adj" fmla="val 22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1085850"/>
            <a:ext cx="7029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ns 확대  ·  sampling edge E 주변 (E = b_tick = 1인 clk edge)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669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31813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40957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50101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59245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6838950" y="1485900"/>
            <a:ext cx="0" cy="1790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4095750" y="1466850"/>
            <a:ext cx="0" cy="180975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33850" y="13335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400" y="15240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097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2669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669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241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41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1813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13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85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385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0957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57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29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29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0101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101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673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673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9245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245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17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1750" y="177165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838950" y="152400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8950" y="1524000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19431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09750" y="2190750"/>
            <a:ext cx="13716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181350" y="1943100"/>
            <a:ext cx="0" cy="2476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1350" y="1943100"/>
            <a:ext cx="9144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5750" y="1943100"/>
            <a:ext cx="0" cy="2476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95750" y="2190750"/>
            <a:ext cx="32004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3400" y="23812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off-tick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09750" y="2381250"/>
            <a:ext cx="25603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70070" y="23812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070" y="2628900"/>
            <a:ext cx="29260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400" y="28194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on-tick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809750" y="2819400"/>
            <a:ext cx="15544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64230" y="281940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64230" y="3067050"/>
            <a:ext cx="18288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5193030" y="281940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93030" y="2819400"/>
            <a:ext cx="21031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08170" y="2362200"/>
            <a:ext cx="857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+ 3 ns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487930" y="2800350"/>
            <a:ext cx="838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− 8 ns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31130" y="2800350"/>
            <a:ext cx="857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+ 12 ns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31130" y="2971800"/>
            <a:ext cx="857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 = 20 ns)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34000" y="32385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clk edge (10 ns 격자)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81000" y="3619500"/>
            <a:ext cx="7334250" cy="2781300"/>
          </a:xfrm>
          <a:prstGeom prst="roundRect">
            <a:avLst>
              <a:gd name="adj" fmla="val 20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3400" y="3714750"/>
            <a:ext cx="7029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µs 단위  ·  sampling edge 간격 1 tick = 6,510 ns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228850" y="4114800"/>
            <a:ext cx="0" cy="217170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2038350" y="396240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639276" y="4114800"/>
            <a:ext cx="0" cy="217170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448776" y="396240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66950" y="4038600"/>
            <a:ext cx="3334226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57813" y="390525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6,510 ns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33400" y="41910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809750" y="4400550"/>
            <a:ext cx="398145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2207895" y="4191000"/>
            <a:ext cx="0" cy="2095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07895" y="4191000"/>
            <a:ext cx="20955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28850" y="4191000"/>
            <a:ext cx="0" cy="2095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28850" y="4400550"/>
            <a:ext cx="3389471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5618321" y="4191000"/>
            <a:ext cx="0" cy="2095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18321" y="4191000"/>
            <a:ext cx="20955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39276" y="4191000"/>
            <a:ext cx="0" cy="20955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39276" y="4400550"/>
            <a:ext cx="119967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3400" y="46291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  w=2,000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809750" y="4629150"/>
            <a:ext cx="42067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30422" y="46291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30422" y="4876800"/>
            <a:ext cx="10477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3278172" y="46291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78172" y="4629150"/>
            <a:ext cx="356077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73422" y="46482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73422" y="4648200"/>
            <a:ext cx="123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안 덮음 · 무시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533400" y="51244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  w=6,510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1809750" y="5124450"/>
            <a:ext cx="42067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30422" y="51244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30422" y="5372100"/>
            <a:ext cx="341042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5640848" y="51244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40848" y="5124450"/>
            <a:ext cx="119810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36098" y="51435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36098" y="5143500"/>
            <a:ext cx="123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덮음 · START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533400" y="5619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on   w=2,000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1809750" y="5619750"/>
            <a:ext cx="3306699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16449" y="56197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16449" y="5867400"/>
            <a:ext cx="10477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6164199" y="5619750"/>
            <a:ext cx="0" cy="2476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64199" y="5619750"/>
            <a:ext cx="67475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59449" y="56388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59449" y="5638800"/>
            <a:ext cx="123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덮음 · START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5334000" y="615315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단위 ns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905750" y="990600"/>
            <a:ext cx="3905250" cy="2495550"/>
          </a:xfrm>
          <a:prstGeom prst="roundRect">
            <a:avLst>
              <a:gd name="adj" fmla="val 2290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8058150" y="1104900"/>
            <a:ext cx="36576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align_glitch(width, on_tick);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@(posedge dut.w_b_tick);       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- 10 ns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(on_tick) #(5*TICK + 10 - width/2 + 2);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#(10 + 3);        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+ 3 ns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endtask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sender_glitch(width, num, gap);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(k = 0; k &lt; num; k = k + 1) begin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rx = 0; #(width); rx = 1;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 &lt; num - 1) #(gap);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endtask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905750" y="3619500"/>
            <a:ext cx="3905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020050" y="3943350"/>
            <a:ext cx="228600" cy="2286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020050" y="3943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343900" y="3619500"/>
            <a:ext cx="33718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off-tick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+ 3 ns에서 low 시작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6,507 ns 미만 → 다음 E 안 덮음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7905750" y="4572000"/>
            <a:ext cx="3905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20050" y="4895850"/>
            <a:ext cx="228600" cy="2286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20050" y="4895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8343900" y="4572000"/>
            <a:ext cx="33718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on-tick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중심 + 2 ns에 low 배치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폭과 무관하게 E 덮음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7905750" y="5524500"/>
            <a:ext cx="3905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020050" y="5848350"/>
            <a:ext cx="228600" cy="2286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0050" y="5848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8343900" y="5524500"/>
            <a:ext cx="33718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/ +3 ns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edge를 clk 격자 밖에 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· RTL race 없음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Noise Input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Burst · Glitch +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Burst Crosses Sampling Edges, Glitch + Data Shows Byte Loss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90600"/>
            <a:ext cx="11430000" cy="2209800"/>
          </a:xfrm>
          <a:prstGeom prst="roundRect">
            <a:avLst>
              <a:gd name="adj" fmla="val 25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1085850"/>
            <a:ext cx="1112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Burst (chattering)  ·  off-tick 시작, t = 0 = E0 + 3 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75071" y="1485900"/>
            <a:ext cx="0" cy="156210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513171" y="133350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5459" y="1485900"/>
            <a:ext cx="0" cy="156210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613559" y="133350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75846" y="1485900"/>
            <a:ext cx="0" cy="156210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713946" y="133350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3400" y="16002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200 ns ×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17907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gap 1,000 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90750" y="1600200"/>
            <a:ext cx="2857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650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76500" y="1924050"/>
            <a:ext cx="95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57175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1750" y="16002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800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8000" y="1924050"/>
            <a:ext cx="95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14325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43250" y="16002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950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9500" y="1924050"/>
            <a:ext cx="95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71475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4750" y="16002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9100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91000" y="1924050"/>
            <a:ext cx="95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428625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86250" y="16002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250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62500" y="1924050"/>
            <a:ext cx="95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857750" y="160020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7750" y="1600200"/>
            <a:ext cx="55245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2050" y="16573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5.0 µs → E0 ~ E1 사이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344150" y="1657350"/>
            <a:ext cx="1333500" cy="20955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44150" y="1657350"/>
            <a:ext cx="1333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· 무시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3400" y="23050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1,000 ns × 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3400" y="24955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gap 1,000 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90750" y="2305050"/>
            <a:ext cx="2857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765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765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29527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527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290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9052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052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15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15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8577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577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340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340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58102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102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865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865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7627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27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390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390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7152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152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915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915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86677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67750" y="230505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44000" y="2628900"/>
            <a:ext cx="4762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9620250" y="23050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20250" y="2305050"/>
            <a:ext cx="7620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34000" y="2266950"/>
            <a:ext cx="476250" cy="400050"/>
          </a:xfrm>
          <a:prstGeom prst="roundRect">
            <a:avLst>
              <a:gd name="adj" fmla="val 7143"/>
            </a:avLst>
          </a:prstGeom>
          <a:ln w="254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53000" y="2743200"/>
            <a:ext cx="400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4번째 pulse 6,000 ~ 7,000 ns가 E1 (6,507 ns) 덮음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0344150" y="2362200"/>
            <a:ext cx="133350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44150" y="2362200"/>
            <a:ext cx="1333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· 0xFF 수신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81000" y="3333750"/>
            <a:ext cx="11430000" cy="3067050"/>
          </a:xfrm>
          <a:prstGeom prst="roundRect">
            <a:avLst>
              <a:gd name="adj" fmla="val 18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3400" y="3429000"/>
            <a:ext cx="1112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+ Data  ·  200 ns glitch → gap → 실제 byte, 단위 bit (1 bit = 104,160 ns)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2466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352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038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4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609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95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81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67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752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38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324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10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895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81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467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53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038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24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610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96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1819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676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753475" y="3905250"/>
            <a:ext cx="0" cy="5715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639175" y="377190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181600" y="3962400"/>
            <a:ext cx="0" cy="2324100"/>
          </a:xfrm>
          <a:prstGeom prst="line">
            <a:avLst/>
          </a:prstGeom>
          <a:noFill/>
          <a:ln w="15875">
            <a:solidFill>
              <a:srgbClr val="EA580C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5219700" y="3962400"/>
            <a:ext cx="247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 bit: phantom rx_done · IDLE 복귀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533400" y="41910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 · gap 1 · 0x55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2466975" y="4171950"/>
            <a:ext cx="0" cy="26670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752725" y="4314825"/>
            <a:ext cx="2857500" cy="104775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752725" y="4314825"/>
            <a:ext cx="2857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144000" y="41624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1 (55)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 1 (55)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1106150" y="4200525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106150" y="4200525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533400" y="46291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 · gap 1 · 0x55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2466975" y="4610100"/>
            <a:ext cx="0" cy="26670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66975" y="462915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66975" y="462915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181600" y="462915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dash"/>
          </a:ln>
        </p:spPr>
      </p:sp>
      <p:sp>
        <p:nvSpPr>
          <p:cNvPr id="121" name="Text 119"/>
          <p:cNvSpPr/>
          <p:nvPr/>
        </p:nvSpPr>
        <p:spPr>
          <a:xfrm>
            <a:off x="5181600" y="462915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 2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752725" y="4752975"/>
            <a:ext cx="2857500" cy="104775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752725" y="4752975"/>
            <a:ext cx="2857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9144000" y="460057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2 (last FF)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 1 (AA)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11106150" y="4638675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1106150" y="4638675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533400" y="50673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 · gap 1 · 0xD5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66975" y="5048250"/>
            <a:ext cx="0" cy="26670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66975" y="506730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466975" y="506730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2752725" y="5191125"/>
            <a:ext cx="2857500" cy="104775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52725" y="5191125"/>
            <a:ext cx="2857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0xD5 frame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9144000" y="50387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1 (AA)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 1 (AA)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11106150" y="5076825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106150" y="5076825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50" dirty="0"/>
          </a:p>
        </p:txBody>
      </p:sp>
      <p:sp>
        <p:nvSpPr>
          <p:cNvPr id="136" name="Text 134"/>
          <p:cNvSpPr/>
          <p:nvPr/>
        </p:nvSpPr>
        <p:spPr>
          <a:xfrm>
            <a:off x="533400" y="55054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 · gap 3 · 0x55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2466975" y="5486400"/>
            <a:ext cx="0" cy="26670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66975" y="550545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66975" y="550545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5181600" y="550545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dash"/>
          </a:ln>
        </p:spPr>
      </p:sp>
      <p:sp>
        <p:nvSpPr>
          <p:cNvPr id="141" name="Text 139"/>
          <p:cNvSpPr/>
          <p:nvPr/>
        </p:nvSpPr>
        <p:spPr>
          <a:xfrm>
            <a:off x="5181600" y="550545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 2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324225" y="5629275"/>
            <a:ext cx="2857500" cy="104775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324225" y="5629275"/>
            <a:ext cx="2857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9144000" y="547687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2 (last FE)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 1 (AB)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11106150" y="5514975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1106150" y="5514975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50" dirty="0"/>
          </a:p>
        </p:txBody>
      </p:sp>
      <p:sp>
        <p:nvSpPr>
          <p:cNvPr id="147" name="Text 145"/>
          <p:cNvSpPr/>
          <p:nvPr/>
        </p:nvSpPr>
        <p:spPr>
          <a:xfrm>
            <a:off x="533400" y="59436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 · gap 12 · 0x55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2466975" y="5924550"/>
            <a:ext cx="0" cy="26670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66975" y="5943600"/>
            <a:ext cx="2714625" cy="104775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466975" y="5943600"/>
            <a:ext cx="2714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 RX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5895975" y="6067425"/>
            <a:ext cx="2857500" cy="104775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895975" y="6067425"/>
            <a:ext cx="2857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9144000" y="59150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2 (last 55)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 2 (last 55)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11106150" y="5953125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1106150" y="5953125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Width Criteria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Glitch Width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Widths Set by clk, Tick and Half-bit Boundaries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47750" y="1943100"/>
            <a:ext cx="7203948" cy="1905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8251698" y="1943100"/>
            <a:ext cx="2312289" cy="190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10563987" y="1943100"/>
            <a:ext cx="770763" cy="190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1943100"/>
            <a:ext cx="72039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미만 · 위치에 따라 결과 갈림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51698" y="1943100"/>
            <a:ext cx="2312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이상 · 항상 START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63987" y="1943100"/>
            <a:ext cx="770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bit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7750" y="1847850"/>
            <a:ext cx="0" cy="53340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24003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 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51698" y="1847850"/>
            <a:ext cx="0" cy="53340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4948" y="24003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6,510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63987" y="1847850"/>
            <a:ext cx="0" cy="53340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8587" y="24003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 bit 52,080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334750" y="1847850"/>
            <a:ext cx="0" cy="53340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77500" y="240030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104,160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770888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818513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37513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1308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78933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7933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1727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6939352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8352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13358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Shape 30"/>
          <p:cNvSpPr/>
          <p:nvPr/>
        </p:nvSpPr>
        <p:spPr>
          <a:xfrm>
            <a:off x="8160983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9983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04073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8251698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70698" y="140970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6,510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74836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9022461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461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13,020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45599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9793224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2224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26,040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471040" y="1704975"/>
            <a:ext cx="95250" cy="952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18665" y="1800225"/>
            <a:ext cx="0" cy="14287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37665" y="1543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50,000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06000" y="110490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ns · log scale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724150"/>
          <a:ext cx="11430000" cy="914400"/>
        </p:xfrm>
        <a:graphic>
          <a:graphicData uri="http://schemas.openxmlformats.org/drawingml/2006/table">
            <a:tbl>
              <a:tblPr/>
              <a:tblGrid>
                <a:gridCol w="1047750"/>
                <a:gridCol w="1619250"/>
                <a:gridCol w="7429500"/>
                <a:gridCol w="13335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 (ns)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선정 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RTL sim은 rx를 clk edge(10 ns)에서만 봄 → 10 ns 미만 pulse는 clk edge 사이에 숨을 수 있음 → clk edge를 확실히 덮는 최소 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tick 안 10배 간격 sweep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tick 안 10배 간격 sweep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tick − 510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off-tick이 E를 피하는 최대 폭 6,507 ns 바로 아래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6,510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sampling edge 간격과 같은 폭 → 모든 위치에서 E 1개 이상 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13,020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 2개 이상 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26,040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tick (1/4 bit)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START 대기 8 tick의 중간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half bit 미만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half bit 52,080 ns = START 대기 8 tick → START 중앙 재확인 설계가 거를 수 있는 상한 바로 아래 · PASS 기준 상한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Result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xsim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Ignored Only When No Sampling Edge Is Covered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90600"/>
            <a:ext cx="37147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1047750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256 byte loopback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3400" y="123825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256 / fail 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38625" y="990600"/>
            <a:ext cx="37147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1025" y="1047750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23 case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1025" y="123825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6 / fail 17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6250" y="990600"/>
            <a:ext cx="37147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8650" y="1047750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byte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48650" y="123825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 (line = 1 sampling)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3143250"/>
                <a:gridCol w="1238250"/>
                <a:gridCol w="1619250"/>
                <a:gridCol w="1619250"/>
                <a:gridCol w="1143000"/>
                <a:gridCol w="11430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 (ns) · 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tx echo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· 200 · 2,000 · 6,000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· 200 · 2,000 · 6,000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6,510 · 13,020 · 26,040 · 50,000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 · 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burst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× 5, gap 1,000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burst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 × 8, gap 1,000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(55)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(55)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FF)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(AA)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0xD5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(AA)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(AA)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3 bit → 0x55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FE)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12 bit → 0x55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55)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55)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1000" y="63055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Test Result  ·  xsim 2020.2, tb_uart.v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Loopback - Glitch Test</dc:title>
  <dc:subject>PptxGenJS Presentation</dc:subject>
  <dc:creator>PptxGenJS</dc:creator>
  <cp:lastModifiedBy>PptxGenJS</cp:lastModifiedBy>
  <cp:revision>1</cp:revision>
  <dcterms:created xsi:type="dcterms:W3CDTF">2026-10-25T04:36:54Z</dcterms:created>
  <dcterms:modified xsi:type="dcterms:W3CDTF">2026-10-25T04:36:54Z</dcterms:modified>
</cp:coreProperties>
</file>