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88701" autoAdjust="0"/>
  </p:normalViewPr>
  <p:slideViewPr>
    <p:cSldViewPr snapToGrid="0">
      <p:cViewPr varScale="1">
        <p:scale>
          <a:sx n="107" d="100"/>
          <a:sy n="107" d="100"/>
        </p:scale>
        <p:origin x="1066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75F3E3-76DB-C66A-5A8B-48F0CABADF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F620374-F086-E10B-140E-E01A9447C4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1A7714-C00F-92C3-586F-85475E042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B9D2D-187D-4A44-9A6D-07D40FEF3BF6}" type="datetimeFigureOut">
              <a:rPr lang="ko-KR" altLang="en-US" smtClean="0"/>
              <a:t>2026-10-22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6E7F8D-E1BA-CC2A-46F9-50D7321BD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17B82C8-0936-D634-86C8-5054FDF11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86ECA-FCD8-470E-B89C-0B5B1AA478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1576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BE16AB-4FEB-60DE-CE9D-D7C1ADE19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5A407A6-B54C-44E0-7B60-44BAB8DC56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9A687CB-588D-F269-76A9-B20C109D0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B9D2D-187D-4A44-9A6D-07D40FEF3BF6}" type="datetimeFigureOut">
              <a:rPr lang="ko-KR" altLang="en-US" smtClean="0"/>
              <a:t>2026-10-22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47AA31D-291D-0F16-E897-F8602C7F9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D034B20-1215-E737-D321-2C7F00F15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86ECA-FCD8-470E-B89C-0B5B1AA478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1660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1F2303-BF29-66C3-942E-8F275B775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D6CF76B-9EF9-3FD8-253D-F1499BF4EA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9F6CDC-BA85-BBCF-E6E5-25F9F684D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B9D2D-187D-4A44-9A6D-07D40FEF3BF6}" type="datetimeFigureOut">
              <a:rPr lang="ko-KR" altLang="en-US" smtClean="0"/>
              <a:t>2026-10-22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AD75751-4F2E-864D-F342-3D599EA20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B843535-5722-96A6-D322-9E07D345C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86ECA-FCD8-470E-B89C-0B5B1AA478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9553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ABD691-6714-8CB8-8C01-14E66F631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1C9DCB-287F-DF0F-D2EE-0014D13E41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611B743-6602-C806-A313-161BE18021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A4ACBF5-7804-C2BB-50F0-1318726E0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B9D2D-187D-4A44-9A6D-07D40FEF3BF6}" type="datetimeFigureOut">
              <a:rPr lang="ko-KR" altLang="en-US" smtClean="0"/>
              <a:t>2026-10-22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EFDBB3A-5CFB-E013-6954-DD7DEABD6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469B19F-AED8-7C01-B75F-CA8DEC36F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86ECA-FCD8-470E-B89C-0B5B1AA478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6281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94568E-D19C-A0F6-C9EF-1E6EA702E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22CBB8B-457E-BE8D-F4CB-AED3BF037C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D6BAE6F-1951-6111-AE91-77FFDCBE1F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AB82A2A-4546-76DE-9C6A-F863407AF0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BAC9515-366C-5853-3F8E-2EC33B49C1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3B7E65E-8091-F231-FE3E-FCE249583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B9D2D-187D-4A44-9A6D-07D40FEF3BF6}" type="datetimeFigureOut">
              <a:rPr lang="ko-KR" altLang="en-US" smtClean="0"/>
              <a:t>2026-10-22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C8BB0E7-D18D-C358-29BC-AEAD623D7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1F74D0F-3460-E194-8A48-89B555032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86ECA-FCD8-470E-B89C-0B5B1AA478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4378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BF2952-886B-A589-02E8-951D631A0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6FC69FC-B76F-BBC2-71B6-0F8C4D4A9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B9D2D-187D-4A44-9A6D-07D40FEF3BF6}" type="datetimeFigureOut">
              <a:rPr lang="ko-KR" altLang="en-US" smtClean="0"/>
              <a:t>2026-10-22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531F2C2-5D32-8255-A747-231E51191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9CFE439-A266-AE94-2378-CD6C6D6F7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86ECA-FCD8-470E-B89C-0B5B1AA478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5419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0B920B4-AEAC-1406-940E-CACD9B4EC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B9D2D-187D-4A44-9A6D-07D40FEF3BF6}" type="datetimeFigureOut">
              <a:rPr lang="ko-KR" altLang="en-US" smtClean="0"/>
              <a:t>2026-10-22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7467699-D471-0061-AFF0-95E24F4F3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2350194-0317-7986-7115-2F1C5141C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86ECA-FCD8-470E-B89C-0B5B1AA478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9471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E46D2A-E233-ED3C-FDFC-1A01328B8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46F356-8B93-0121-E1D6-9C45B0346D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58C0CB9-4F8D-780B-EC03-A550BAC584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79140A0-7562-72A9-B2D7-F058480BF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B9D2D-187D-4A44-9A6D-07D40FEF3BF6}" type="datetimeFigureOut">
              <a:rPr lang="ko-KR" altLang="en-US" smtClean="0"/>
              <a:t>2026-10-22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8660B84-0CC3-5D7F-8D3B-CE90BA9B1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27C746F-A0A3-5C2F-E55E-69271B0F4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86ECA-FCD8-470E-B89C-0B5B1AA478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6011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49D526-04A7-657E-DCCB-E307CF646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A60E31F-D7DD-ED5C-07ED-F5B2DD055E9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5494955-EF81-EEC2-DA54-E90C91EE71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B598363-C6EF-0368-8BFE-C21019B5F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B9D2D-187D-4A44-9A6D-07D40FEF3BF6}" type="datetimeFigureOut">
              <a:rPr lang="ko-KR" altLang="en-US" smtClean="0"/>
              <a:t>2026-10-22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BC7C151-AB42-3183-1486-DADF46C4D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9CFF31F-1B33-629A-2E01-7EB59C87C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86ECA-FCD8-470E-B89C-0B5B1AA478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7894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36D5F3-7C86-F877-7E94-12305C15A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BF0A6A2-CC8D-735B-E894-3A5FF5A20B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000583-2E48-330D-6680-A9836E0EF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B9D2D-187D-4A44-9A6D-07D40FEF3BF6}" type="datetimeFigureOut">
              <a:rPr lang="ko-KR" altLang="en-US" smtClean="0"/>
              <a:t>2026-10-22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C9C16F-A7E7-C14A-4B29-049E58F6F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CBAD01-E7EF-D247-9E30-C8EB4E96E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86ECA-FCD8-470E-B89C-0B5B1AA478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4541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3EFADB9-37F6-F2EF-EB98-638E1321BB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936D998-FA8F-8933-6DB5-C5EFA16C50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130295-6854-35F5-913F-657CA3BCC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B9D2D-187D-4A44-9A6D-07D40FEF3BF6}" type="datetimeFigureOut">
              <a:rPr lang="ko-KR" altLang="en-US" smtClean="0"/>
              <a:t>2026-10-22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CA4BD15-0146-ACF0-252C-F90F2DE3C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3F5B95B-38A8-DD8E-5A1B-EBBB4448E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86ECA-FCD8-470E-B89C-0B5B1AA478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7091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3C39FE0-FCD3-1307-8BFF-0393D0F0A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823527F-4CC7-31D4-57BA-91CBED1BD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940F78-47F5-75FB-E75D-7C710D2516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3B9D2D-187D-4A44-9A6D-07D40FEF3BF6}" type="datetimeFigureOut">
              <a:rPr lang="ko-KR" altLang="en-US" smtClean="0"/>
              <a:t>2026-10-22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9330F4-6BC0-D7FB-957C-D7AECA12A9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773C9C-BC0C-263B-810C-4E26C5315D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686ECA-FCD8-470E-B89C-0B5B1AA478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9707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8EF7496-2023-1E80-58AA-395DC43AF27F}"/>
              </a:ext>
            </a:extLst>
          </p:cNvPr>
          <p:cNvSpPr txBox="1"/>
          <p:nvPr/>
        </p:nvSpPr>
        <p:spPr>
          <a:xfrm>
            <a:off x="204105" y="133864"/>
            <a:ext cx="94898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UART RX </a:t>
            </a:r>
            <a:r>
              <a:rPr lang="ko-KR" altLang="en-US"/>
              <a:t>프로토콜 동작 확인</a:t>
            </a:r>
            <a:endParaRPr lang="en-US" altLang="ko-KR"/>
          </a:p>
          <a:p>
            <a:r>
              <a:rPr lang="ko-KR" altLang="en-US"/>
              <a:t>확인 부분 </a:t>
            </a:r>
            <a:r>
              <a:rPr lang="en-US" altLang="ko-KR"/>
              <a:t>– rx deassert </a:t>
            </a:r>
            <a:r>
              <a:rPr lang="ko-KR" altLang="en-US"/>
              <a:t>이후 </a:t>
            </a:r>
            <a:r>
              <a:rPr lang="en-US" altLang="ko-KR"/>
              <a:t>uart_rx ( IDLE </a:t>
            </a:r>
            <a:r>
              <a:rPr lang="ko-KR" altLang="en-US"/>
              <a:t>→</a:t>
            </a:r>
            <a:r>
              <a:rPr lang="en-US" altLang="ko-KR"/>
              <a:t> Start</a:t>
            </a:r>
            <a:r>
              <a:rPr lang="ko-KR" altLang="en-US"/>
              <a:t> → </a:t>
            </a:r>
            <a:r>
              <a:rPr lang="en-US" altLang="ko-KR"/>
              <a:t>DATA </a:t>
            </a:r>
            <a:r>
              <a:rPr lang="ko-KR" altLang="en-US"/>
              <a:t>구간</a:t>
            </a:r>
            <a:r>
              <a:rPr lang="en-US" altLang="ko-KR"/>
              <a:t>)</a:t>
            </a:r>
            <a:r>
              <a:rPr lang="ko-KR" altLang="en-US"/>
              <a:t>  </a:t>
            </a:r>
            <a:endParaRPr lang="en-US" altLang="ko-KR"/>
          </a:p>
          <a:p>
            <a:endParaRPr lang="en-US" altLang="ko-KR"/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5A56C54A-E44B-9174-9B2F-6B91EA17CC2C}"/>
              </a:ext>
            </a:extLst>
          </p:cNvPr>
          <p:cNvGrpSpPr/>
          <p:nvPr/>
        </p:nvGrpSpPr>
        <p:grpSpPr>
          <a:xfrm>
            <a:off x="1116655" y="770974"/>
            <a:ext cx="6365904" cy="773498"/>
            <a:chOff x="462217" y="770880"/>
            <a:chExt cx="6365904" cy="773498"/>
          </a:xfrm>
        </p:grpSpPr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3B13533A-4FF2-99EF-3BD6-3CD186A41BDC}"/>
                </a:ext>
              </a:extLst>
            </p:cNvPr>
            <p:cNvSpPr/>
            <p:nvPr/>
          </p:nvSpPr>
          <p:spPr>
            <a:xfrm>
              <a:off x="462217" y="853899"/>
              <a:ext cx="214993" cy="20329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1</a:t>
              </a:r>
              <a:endParaRPr lang="ko-KR" altLang="en-US"/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63588007-BA45-F063-2580-DDB99BB92AF0}"/>
                </a:ext>
              </a:extLst>
            </p:cNvPr>
            <p:cNvSpPr/>
            <p:nvPr/>
          </p:nvSpPr>
          <p:spPr>
            <a:xfrm>
              <a:off x="462217" y="1280619"/>
              <a:ext cx="214993" cy="20329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2</a:t>
              </a:r>
              <a:endParaRPr lang="ko-KR" alt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476C5C9-06B9-C32E-DF9E-1E7397A1C5F3}"/>
                </a:ext>
              </a:extLst>
            </p:cNvPr>
            <p:cNvSpPr txBox="1"/>
            <p:nvPr/>
          </p:nvSpPr>
          <p:spPr>
            <a:xfrm>
              <a:off x="842956" y="770880"/>
              <a:ext cx="50057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/>
                <a:t>rx deassert </a:t>
              </a:r>
              <a:r>
                <a:rPr lang="ko-KR" altLang="en-US"/>
                <a:t>→ </a:t>
              </a:r>
              <a:r>
                <a:rPr lang="en-US" altLang="ko-KR"/>
                <a:t>b_tick</a:t>
              </a:r>
              <a:r>
                <a:rPr lang="ko-KR" altLang="en-US"/>
                <a:t>이 </a:t>
              </a:r>
              <a:r>
                <a:rPr lang="en-US" altLang="ko-KR"/>
                <a:t>1</a:t>
              </a:r>
              <a:r>
                <a:rPr lang="ko-KR" altLang="en-US"/>
                <a:t>일 때</a:t>
              </a:r>
              <a:r>
                <a:rPr lang="en-US" altLang="ko-KR"/>
                <a:t>, IDLE </a:t>
              </a:r>
              <a:r>
                <a:rPr lang="ko-KR" altLang="en-US"/>
                <a:t>→</a:t>
              </a:r>
              <a:r>
                <a:rPr lang="en-US" altLang="ko-KR"/>
                <a:t> Start  </a:t>
              </a:r>
              <a:endParaRPr lang="ko-KR" altLang="en-US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3F91055-78B5-12DB-176C-1409C0A32BB4}"/>
                </a:ext>
              </a:extLst>
            </p:cNvPr>
            <p:cNvSpPr txBox="1"/>
            <p:nvPr/>
          </p:nvSpPr>
          <p:spPr>
            <a:xfrm>
              <a:off x="842956" y="1175046"/>
              <a:ext cx="598516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/>
                <a:t>Sampling timing </a:t>
              </a:r>
              <a:r>
                <a:rPr lang="ko-KR" altLang="en-US"/>
                <a:t>일치 </a:t>
              </a:r>
              <a:r>
                <a:rPr lang="en-US" altLang="ko-KR"/>
                <a:t>(Start – 52us / Data – 104.6us )  </a:t>
              </a:r>
              <a:endParaRPr lang="ko-KR" altLang="en-US"/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83B97E9A-F663-3B0E-EFA9-2B879A86235B}"/>
              </a:ext>
            </a:extLst>
          </p:cNvPr>
          <p:cNvSpPr txBox="1"/>
          <p:nvPr/>
        </p:nvSpPr>
        <p:spPr>
          <a:xfrm>
            <a:off x="324044" y="970596"/>
            <a:ext cx="841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결론</a:t>
            </a: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86AF7A36-EFBE-C877-986A-EF000E589D88}"/>
              </a:ext>
            </a:extLst>
          </p:cNvPr>
          <p:cNvGrpSpPr/>
          <p:nvPr/>
        </p:nvGrpSpPr>
        <p:grpSpPr>
          <a:xfrm>
            <a:off x="702921" y="1646393"/>
            <a:ext cx="8369637" cy="3799058"/>
            <a:chOff x="1145838" y="1646392"/>
            <a:chExt cx="9579974" cy="4011449"/>
          </a:xfrm>
        </p:grpSpPr>
        <p:grpSp>
          <p:nvGrpSpPr>
            <p:cNvPr id="46" name="그룹 45">
              <a:extLst>
                <a:ext uri="{FF2B5EF4-FFF2-40B4-BE49-F238E27FC236}">
                  <a16:creationId xmlns:a16="http://schemas.microsoft.com/office/drawing/2014/main" id="{BD8E7452-1CBC-A247-FB24-85E47554850B}"/>
                </a:ext>
              </a:extLst>
            </p:cNvPr>
            <p:cNvGrpSpPr/>
            <p:nvPr/>
          </p:nvGrpSpPr>
          <p:grpSpPr>
            <a:xfrm>
              <a:off x="1145838" y="1646392"/>
              <a:ext cx="9579974" cy="4011449"/>
              <a:chOff x="1238603" y="1429231"/>
              <a:chExt cx="9579974" cy="4011449"/>
            </a:xfrm>
          </p:grpSpPr>
          <p:grpSp>
            <p:nvGrpSpPr>
              <p:cNvPr id="18" name="그룹 17">
                <a:extLst>
                  <a:ext uri="{FF2B5EF4-FFF2-40B4-BE49-F238E27FC236}">
                    <a16:creationId xmlns:a16="http://schemas.microsoft.com/office/drawing/2014/main" id="{9BC5FFC8-F1AB-EAF6-AE33-E3603BC765C6}"/>
                  </a:ext>
                </a:extLst>
              </p:cNvPr>
              <p:cNvGrpSpPr/>
              <p:nvPr/>
            </p:nvGrpSpPr>
            <p:grpSpPr>
              <a:xfrm>
                <a:off x="1238603" y="1429231"/>
                <a:ext cx="9579974" cy="4011449"/>
                <a:chOff x="699406" y="1764511"/>
                <a:chExt cx="10585881" cy="4367139"/>
              </a:xfrm>
            </p:grpSpPr>
            <p:grpSp>
              <p:nvGrpSpPr>
                <p:cNvPr id="3" name="그룹 2">
                  <a:extLst>
                    <a:ext uri="{FF2B5EF4-FFF2-40B4-BE49-F238E27FC236}">
                      <a16:creationId xmlns:a16="http://schemas.microsoft.com/office/drawing/2014/main" id="{91B01CCB-3832-0E15-2F80-62C6AB335C45}"/>
                    </a:ext>
                  </a:extLst>
                </p:cNvPr>
                <p:cNvGrpSpPr/>
                <p:nvPr/>
              </p:nvGrpSpPr>
              <p:grpSpPr>
                <a:xfrm>
                  <a:off x="699406" y="1764511"/>
                  <a:ext cx="10585881" cy="3854853"/>
                  <a:chOff x="775031" y="1062145"/>
                  <a:chExt cx="10585881" cy="3854853"/>
                </a:xfrm>
              </p:grpSpPr>
              <p:pic>
                <p:nvPicPr>
                  <p:cNvPr id="5" name="그림 4">
                    <a:extLst>
                      <a:ext uri="{FF2B5EF4-FFF2-40B4-BE49-F238E27FC236}">
                        <a16:creationId xmlns:a16="http://schemas.microsoft.com/office/drawing/2014/main" id="{77179456-6193-D2A5-B7FC-A8A6C87AEB0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/>
                  <a:srcRect r="21571"/>
                  <a:stretch>
                    <a:fillRect/>
                  </a:stretch>
                </p:blipFill>
                <p:spPr>
                  <a:xfrm>
                    <a:off x="775031" y="1692287"/>
                    <a:ext cx="7446451" cy="3224711"/>
                  </a:xfrm>
                  <a:prstGeom prst="rect">
                    <a:avLst/>
                  </a:prstGeom>
                </p:spPr>
              </p:pic>
              <p:grpSp>
                <p:nvGrpSpPr>
                  <p:cNvPr id="2" name="그룹 1">
                    <a:extLst>
                      <a:ext uri="{FF2B5EF4-FFF2-40B4-BE49-F238E27FC236}">
                        <a16:creationId xmlns:a16="http://schemas.microsoft.com/office/drawing/2014/main" id="{E5C322DE-60E6-DDC8-A994-BAA6A8C364DF}"/>
                      </a:ext>
                    </a:extLst>
                  </p:cNvPr>
                  <p:cNvGrpSpPr/>
                  <p:nvPr/>
                </p:nvGrpSpPr>
                <p:grpSpPr>
                  <a:xfrm>
                    <a:off x="4434840" y="1062145"/>
                    <a:ext cx="6926072" cy="1722269"/>
                    <a:chOff x="4434840" y="1042267"/>
                    <a:chExt cx="6926072" cy="1722269"/>
                  </a:xfrm>
                </p:grpSpPr>
                <p:sp>
                  <p:nvSpPr>
                    <p:cNvPr id="6" name="직사각형 5">
                      <a:extLst>
                        <a:ext uri="{FF2B5EF4-FFF2-40B4-BE49-F238E27FC236}">
                          <a16:creationId xmlns:a16="http://schemas.microsoft.com/office/drawing/2014/main" id="{29594841-0734-2593-515E-47AD250ACD9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34840" y="2316480"/>
                      <a:ext cx="223520" cy="330200"/>
                    </a:xfrm>
                    <a:prstGeom prst="rect">
                      <a:avLst/>
                    </a:prstGeom>
                    <a:noFill/>
                    <a:ln>
                      <a:solidFill>
                        <a:srgbClr val="FF0000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  <p:pic>
                  <p:nvPicPr>
                    <p:cNvPr id="9" name="그림 8">
                      <a:extLst>
                        <a:ext uri="{FF2B5EF4-FFF2-40B4-BE49-F238E27FC236}">
                          <a16:creationId xmlns:a16="http://schemas.microsoft.com/office/drawing/2014/main" id="{D22846A3-5AA4-B7FD-F55B-0150B73A2B9B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3"/>
                    <a:stretch>
                      <a:fillRect/>
                    </a:stretch>
                  </p:blipFill>
                  <p:spPr>
                    <a:xfrm>
                      <a:off x="6902825" y="1042267"/>
                      <a:ext cx="4458087" cy="1722269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10" name="직사각형 9">
                      <a:extLst>
                        <a:ext uri="{FF2B5EF4-FFF2-40B4-BE49-F238E27FC236}">
                          <a16:creationId xmlns:a16="http://schemas.microsoft.com/office/drawing/2014/main" id="{B4F94369-027C-7EC0-D1A3-B6DCB2F0B87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14032" y="1648025"/>
                      <a:ext cx="262128" cy="90209"/>
                    </a:xfrm>
                    <a:prstGeom prst="rect">
                      <a:avLst/>
                    </a:prstGeom>
                    <a:noFill/>
                    <a:ln>
                      <a:solidFill>
                        <a:srgbClr val="FF0000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  <p:cxnSp>
                  <p:nvCxnSpPr>
                    <p:cNvPr id="14" name="직선 화살표 연결선 13">
                      <a:extLst>
                        <a:ext uri="{FF2B5EF4-FFF2-40B4-BE49-F238E27FC236}">
                          <a16:creationId xmlns:a16="http://schemas.microsoft.com/office/drawing/2014/main" id="{58892D85-91D4-95BE-4A36-F9EF2952085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0326624" y="1706880"/>
                      <a:ext cx="0" cy="390144"/>
                    </a:xfrm>
                    <a:prstGeom prst="straightConnector1">
                      <a:avLst/>
                    </a:prstGeom>
                    <a:ln>
                      <a:solidFill>
                        <a:srgbClr val="FF0000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7" name="직사각형 16">
                      <a:extLst>
                        <a:ext uri="{FF2B5EF4-FFF2-40B4-BE49-F238E27FC236}">
                          <a16:creationId xmlns:a16="http://schemas.microsoft.com/office/drawing/2014/main" id="{341C5BF8-6D75-C8C1-6B61-E2EA8D35110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954512" y="2054352"/>
                      <a:ext cx="262128" cy="101527"/>
                    </a:xfrm>
                    <a:prstGeom prst="rect">
                      <a:avLst/>
                    </a:prstGeom>
                    <a:noFill/>
                    <a:ln>
                      <a:solidFill>
                        <a:srgbClr val="FF0000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  <p:cxnSp>
                  <p:nvCxnSpPr>
                    <p:cNvPr id="19" name="직선 연결선 18">
                      <a:extLst>
                        <a:ext uri="{FF2B5EF4-FFF2-40B4-BE49-F238E27FC236}">
                          <a16:creationId xmlns:a16="http://schemas.microsoft.com/office/drawing/2014/main" id="{89C6EF9A-B40E-3D85-5CEC-886F3CAD4E2F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4658360" y="1042267"/>
                      <a:ext cx="2244465" cy="1274213"/>
                    </a:xfrm>
                    <a:prstGeom prst="line">
                      <a:avLst/>
                    </a:prstGeom>
                    <a:ln>
                      <a:solidFill>
                        <a:srgbClr val="FF0000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0" name="직선 연결선 19">
                      <a:extLst>
                        <a:ext uri="{FF2B5EF4-FFF2-40B4-BE49-F238E27FC236}">
                          <a16:creationId xmlns:a16="http://schemas.microsoft.com/office/drawing/2014/main" id="{24E3B6E6-0301-5395-5A13-1F9620F9B71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658360" y="2650900"/>
                      <a:ext cx="2282942" cy="113636"/>
                    </a:xfrm>
                    <a:prstGeom prst="line">
                      <a:avLst/>
                    </a:prstGeom>
                    <a:ln>
                      <a:solidFill>
                        <a:srgbClr val="FF0000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pic>
              <p:nvPicPr>
                <p:cNvPr id="8" name="그림 7">
                  <a:extLst>
                    <a:ext uri="{FF2B5EF4-FFF2-40B4-BE49-F238E27FC236}">
                      <a16:creationId xmlns:a16="http://schemas.microsoft.com/office/drawing/2014/main" id="{CD8CC1E2-E10E-152C-9826-9882DE3FD8E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310054" y="4347414"/>
                  <a:ext cx="8405518" cy="1784236"/>
                </a:xfrm>
                <a:prstGeom prst="rect">
                  <a:avLst/>
                </a:prstGeom>
              </p:spPr>
            </p:pic>
            <p:sp>
              <p:nvSpPr>
                <p:cNvPr id="12" name="직사각형 11">
                  <a:extLst>
                    <a:ext uri="{FF2B5EF4-FFF2-40B4-BE49-F238E27FC236}">
                      <a16:creationId xmlns:a16="http://schemas.microsoft.com/office/drawing/2014/main" id="{7B8A1C52-11AC-BE44-481F-3B623542D925}"/>
                    </a:ext>
                  </a:extLst>
                </p:cNvPr>
                <p:cNvSpPr/>
                <p:nvPr/>
              </p:nvSpPr>
              <p:spPr>
                <a:xfrm>
                  <a:off x="4275980" y="3562279"/>
                  <a:ext cx="1554540" cy="592391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3" name="타원 12">
                  <a:extLst>
                    <a:ext uri="{FF2B5EF4-FFF2-40B4-BE49-F238E27FC236}">
                      <a16:creationId xmlns:a16="http://schemas.microsoft.com/office/drawing/2014/main" id="{DD7EF713-7C4D-934A-EC65-43C27C18EB41}"/>
                    </a:ext>
                  </a:extLst>
                </p:cNvPr>
                <p:cNvSpPr/>
                <p:nvPr/>
              </p:nvSpPr>
              <p:spPr>
                <a:xfrm>
                  <a:off x="4248531" y="2929223"/>
                  <a:ext cx="162483" cy="15513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200">
                      <a:solidFill>
                        <a:schemeClr val="tx1"/>
                      </a:solidFill>
                    </a:rPr>
                    <a:t>1</a:t>
                  </a:r>
                  <a:endParaRPr lang="ko-KR" altLang="en-US" sz="12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6" name="타원 15">
                  <a:extLst>
                    <a:ext uri="{FF2B5EF4-FFF2-40B4-BE49-F238E27FC236}">
                      <a16:creationId xmlns:a16="http://schemas.microsoft.com/office/drawing/2014/main" id="{BA5E7099-3573-A79C-2213-AF2AEBC4AE8C}"/>
                    </a:ext>
                  </a:extLst>
                </p:cNvPr>
                <p:cNvSpPr/>
                <p:nvPr/>
              </p:nvSpPr>
              <p:spPr>
                <a:xfrm>
                  <a:off x="4173386" y="3458650"/>
                  <a:ext cx="162483" cy="15513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200">
                      <a:solidFill>
                        <a:schemeClr val="tx1"/>
                      </a:solidFill>
                    </a:rPr>
                    <a:t>2</a:t>
                  </a:r>
                  <a:endParaRPr lang="ko-KR" altLang="en-US" sz="1200">
                    <a:solidFill>
                      <a:schemeClr val="tx1"/>
                    </a:solidFill>
                  </a:endParaRPr>
                </a:p>
              </p:txBody>
            </p:sp>
          </p:grpSp>
          <p:cxnSp>
            <p:nvCxnSpPr>
              <p:cNvPr id="33" name="직선 연결선 32">
                <a:extLst>
                  <a:ext uri="{FF2B5EF4-FFF2-40B4-BE49-F238E27FC236}">
                    <a16:creationId xmlns:a16="http://schemas.microsoft.com/office/drawing/2014/main" id="{C95B44EE-7FF7-3858-0003-4C2F3CEB5C0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94243" y="3080576"/>
                <a:ext cx="0" cy="544143"/>
              </a:xfrm>
              <a:prstGeom prst="line">
                <a:avLst/>
              </a:prstGeom>
              <a:ln>
                <a:solidFill>
                  <a:srgbClr val="FFFF00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직선 연결선 35">
                <a:extLst>
                  <a:ext uri="{FF2B5EF4-FFF2-40B4-BE49-F238E27FC236}">
                    <a16:creationId xmlns:a16="http://schemas.microsoft.com/office/drawing/2014/main" id="{F688B980-C21C-D36D-4D82-9AB2566A1DC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98747" y="3080576"/>
                <a:ext cx="0" cy="544143"/>
              </a:xfrm>
              <a:prstGeom prst="line">
                <a:avLst/>
              </a:prstGeom>
              <a:ln>
                <a:solidFill>
                  <a:srgbClr val="FFFF00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5" name="그룹 44">
                <a:extLst>
                  <a:ext uri="{FF2B5EF4-FFF2-40B4-BE49-F238E27FC236}">
                    <a16:creationId xmlns:a16="http://schemas.microsoft.com/office/drawing/2014/main" id="{D8A4BAB5-F759-86FF-C73C-352DC24812A6}"/>
                  </a:ext>
                </a:extLst>
              </p:cNvPr>
              <p:cNvGrpSpPr/>
              <p:nvPr/>
            </p:nvGrpSpPr>
            <p:grpSpPr>
              <a:xfrm>
                <a:off x="4452302" y="3981723"/>
                <a:ext cx="4805223" cy="1458956"/>
                <a:chOff x="4452302" y="3981723"/>
                <a:chExt cx="4805223" cy="1458956"/>
              </a:xfrm>
            </p:grpSpPr>
            <p:cxnSp>
              <p:nvCxnSpPr>
                <p:cNvPr id="27" name="직선 화살표 연결선 26">
                  <a:extLst>
                    <a:ext uri="{FF2B5EF4-FFF2-40B4-BE49-F238E27FC236}">
                      <a16:creationId xmlns:a16="http://schemas.microsoft.com/office/drawing/2014/main" id="{B435D158-92E6-F6D5-390D-B6F8CCD196DD}"/>
                    </a:ext>
                  </a:extLst>
                </p:cNvPr>
                <p:cNvCxnSpPr/>
                <p:nvPr/>
              </p:nvCxnSpPr>
              <p:spPr>
                <a:xfrm>
                  <a:off x="4452302" y="5115339"/>
                  <a:ext cx="954585" cy="0"/>
                </a:xfrm>
                <a:prstGeom prst="straightConnector1">
                  <a:avLst/>
                </a:prstGeom>
                <a:ln>
                  <a:solidFill>
                    <a:srgbClr val="FFFF00"/>
                  </a:solidFill>
                  <a:headEnd type="triangle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직선 화살표 연결선 27">
                  <a:extLst>
                    <a:ext uri="{FF2B5EF4-FFF2-40B4-BE49-F238E27FC236}">
                      <a16:creationId xmlns:a16="http://schemas.microsoft.com/office/drawing/2014/main" id="{F544B20C-90B0-95BD-1C18-440AD00A94A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406887" y="5115339"/>
                  <a:ext cx="1888435" cy="0"/>
                </a:xfrm>
                <a:prstGeom prst="straightConnector1">
                  <a:avLst/>
                </a:prstGeom>
                <a:ln>
                  <a:solidFill>
                    <a:srgbClr val="FFFF00"/>
                  </a:solidFill>
                  <a:headEnd type="triangle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직선 화살표 연결선 29">
                  <a:extLst>
                    <a:ext uri="{FF2B5EF4-FFF2-40B4-BE49-F238E27FC236}">
                      <a16:creationId xmlns:a16="http://schemas.microsoft.com/office/drawing/2014/main" id="{66ED45C2-2D50-28A5-1B00-D36778204B6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295322" y="5115339"/>
                  <a:ext cx="1888435" cy="0"/>
                </a:xfrm>
                <a:prstGeom prst="straightConnector1">
                  <a:avLst/>
                </a:prstGeom>
                <a:ln>
                  <a:solidFill>
                    <a:srgbClr val="FFFF00"/>
                  </a:solidFill>
                  <a:headEnd type="triangle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직선 연결선 36">
                  <a:extLst>
                    <a:ext uri="{FF2B5EF4-FFF2-40B4-BE49-F238E27FC236}">
                      <a16:creationId xmlns:a16="http://schemas.microsoft.com/office/drawing/2014/main" id="{E09030D6-0BBC-A10B-E519-6316E63E7C8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406887" y="3981723"/>
                  <a:ext cx="0" cy="1458956"/>
                </a:xfrm>
                <a:prstGeom prst="line">
                  <a:avLst/>
                </a:prstGeom>
                <a:ln>
                  <a:solidFill>
                    <a:srgbClr val="FFFF00"/>
                  </a:solidFill>
                  <a:prstDash val="sysDot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직선 연결선 37">
                  <a:extLst>
                    <a:ext uri="{FF2B5EF4-FFF2-40B4-BE49-F238E27FC236}">
                      <a16:creationId xmlns:a16="http://schemas.microsoft.com/office/drawing/2014/main" id="{E505517C-67FC-5BAE-BEF5-51AF3AEA6B9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297623" y="3988349"/>
                  <a:ext cx="0" cy="1445704"/>
                </a:xfrm>
                <a:prstGeom prst="line">
                  <a:avLst/>
                </a:prstGeom>
                <a:ln>
                  <a:solidFill>
                    <a:srgbClr val="FFFF00"/>
                  </a:solidFill>
                  <a:prstDash val="sysDot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FD98F457-680A-94A4-D551-FB8455C40710}"/>
                    </a:ext>
                  </a:extLst>
                </p:cNvPr>
                <p:cNvSpPr txBox="1"/>
                <p:nvPr/>
              </p:nvSpPr>
              <p:spPr>
                <a:xfrm>
                  <a:off x="4881126" y="5115339"/>
                  <a:ext cx="1258956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000">
                      <a:highlight>
                        <a:srgbClr val="FFFF00"/>
                      </a:highlight>
                    </a:rPr>
                    <a:t>52us</a:t>
                  </a:r>
                  <a:endParaRPr lang="ko-KR" altLang="en-US" sz="1000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92F061E4-AC98-89BD-C5E2-E75C67A3D0C0}"/>
                    </a:ext>
                  </a:extLst>
                </p:cNvPr>
                <p:cNvSpPr txBox="1"/>
                <p:nvPr/>
              </p:nvSpPr>
              <p:spPr>
                <a:xfrm>
                  <a:off x="6028590" y="5115339"/>
                  <a:ext cx="1258956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000">
                      <a:highlight>
                        <a:srgbClr val="FFFF00"/>
                      </a:highlight>
                    </a:rPr>
                    <a:t>104.6us</a:t>
                  </a:r>
                  <a:endParaRPr lang="ko-KR" altLang="en-US" sz="1000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3125730F-0655-DD18-401C-E257E98DF6E9}"/>
                    </a:ext>
                  </a:extLst>
                </p:cNvPr>
                <p:cNvSpPr txBox="1"/>
                <p:nvPr/>
              </p:nvSpPr>
              <p:spPr>
                <a:xfrm>
                  <a:off x="7998569" y="5115339"/>
                  <a:ext cx="1258956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000">
                      <a:highlight>
                        <a:srgbClr val="FFFF00"/>
                      </a:highlight>
                    </a:rPr>
                    <a:t>104.6us</a:t>
                  </a:r>
                  <a:endParaRPr lang="ko-KR" altLang="en-US" sz="1000">
                    <a:highlight>
                      <a:srgbClr val="FFFF00"/>
                    </a:highlight>
                  </a:endParaRPr>
                </a:p>
              </p:txBody>
            </p:sp>
          </p:grpSp>
        </p:grpSp>
        <p:cxnSp>
          <p:nvCxnSpPr>
            <p:cNvPr id="52" name="직선 연결선 51">
              <a:extLst>
                <a:ext uri="{FF2B5EF4-FFF2-40B4-BE49-F238E27FC236}">
                  <a16:creationId xmlns:a16="http://schemas.microsoft.com/office/drawing/2014/main" id="{BC2F29C5-66FC-ACA6-8EED-5E068F301F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05074" y="3841880"/>
              <a:ext cx="2649769" cy="262573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직선 연결선 53">
              <a:extLst>
                <a:ext uri="{FF2B5EF4-FFF2-40B4-BE49-F238E27FC236}">
                  <a16:creationId xmlns:a16="http://schemas.microsoft.com/office/drawing/2014/main" id="{7364C764-3DA7-3471-A958-D966ADB0A5CA}"/>
                </a:ext>
              </a:extLst>
            </p:cNvPr>
            <p:cNvCxnSpPr>
              <a:cxnSpLocks/>
            </p:cNvCxnSpPr>
            <p:nvPr/>
          </p:nvCxnSpPr>
          <p:spPr>
            <a:xfrm>
              <a:off x="5794820" y="3834908"/>
              <a:ext cx="3520514" cy="193556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F3685495-3D39-7D60-3E20-9C1B67D6F32B}"/>
              </a:ext>
            </a:extLst>
          </p:cNvPr>
          <p:cNvSpPr/>
          <p:nvPr/>
        </p:nvSpPr>
        <p:spPr>
          <a:xfrm>
            <a:off x="1290191" y="4850730"/>
            <a:ext cx="524145" cy="10591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4EA919D-8329-D44A-0666-CDB8DBAADA1B}"/>
              </a:ext>
            </a:extLst>
          </p:cNvPr>
          <p:cNvSpPr txBox="1"/>
          <p:nvPr/>
        </p:nvSpPr>
        <p:spPr>
          <a:xfrm>
            <a:off x="9820286" y="3131586"/>
            <a:ext cx="8389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start</a:t>
            </a:r>
          </a:p>
          <a:p>
            <a:r>
              <a:rPr lang="en-US" altLang="ko-KR"/>
              <a:t>asm</a:t>
            </a:r>
          </a:p>
          <a:p>
            <a:r>
              <a:rPr lang="en-US" altLang="ko-KR"/>
              <a:t> </a:t>
            </a:r>
            <a:r>
              <a:rPr lang="ko-KR" altLang="en-US"/>
              <a:t>차트 필요 </a:t>
            </a:r>
          </a:p>
        </p:txBody>
      </p:sp>
    </p:spTree>
    <p:extLst>
      <p:ext uri="{BB962C8B-B14F-4D97-AF65-F5344CB8AC3E}">
        <p14:creationId xmlns:p14="http://schemas.microsoft.com/office/powerpoint/2010/main" val="42580553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69359-D6FF-6B61-BF70-F5D9672C9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448266B-E4B8-DCEE-1C8A-1080A0A66401}"/>
              </a:ext>
            </a:extLst>
          </p:cNvPr>
          <p:cNvSpPr txBox="1"/>
          <p:nvPr/>
        </p:nvSpPr>
        <p:spPr>
          <a:xfrm>
            <a:off x="184227" y="133864"/>
            <a:ext cx="94898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UART RX </a:t>
            </a:r>
            <a:r>
              <a:rPr lang="ko-KR" altLang="en-US"/>
              <a:t>프로토콜 동작 확인</a:t>
            </a:r>
            <a:endParaRPr lang="en-US" altLang="ko-KR"/>
          </a:p>
          <a:p>
            <a:r>
              <a:rPr lang="ko-KR" altLang="en-US"/>
              <a:t>확인 부분 </a:t>
            </a:r>
            <a:r>
              <a:rPr lang="en-US" altLang="ko-KR"/>
              <a:t>– Data Sampling </a:t>
            </a:r>
            <a:r>
              <a:rPr lang="ko-KR" altLang="en-US"/>
              <a:t>및 출력 </a:t>
            </a:r>
            <a:endParaRPr lang="en-US" altLang="ko-KR"/>
          </a:p>
          <a:p>
            <a:endParaRPr lang="en-US" altLang="ko-KR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594DE01-9E7B-9E85-7634-5CC50FAE4AD1}"/>
              </a:ext>
            </a:extLst>
          </p:cNvPr>
          <p:cNvSpPr txBox="1"/>
          <p:nvPr/>
        </p:nvSpPr>
        <p:spPr>
          <a:xfrm>
            <a:off x="1021860" y="914037"/>
            <a:ext cx="75898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b_tick_cnt == 15 </a:t>
            </a:r>
            <a:r>
              <a:rPr lang="ko-KR" altLang="en-US"/>
              <a:t>구간에서 </a:t>
            </a:r>
            <a:r>
              <a:rPr lang="en-US" altLang="ko-KR"/>
              <a:t>Data shift </a:t>
            </a:r>
            <a:r>
              <a:rPr lang="ko-KR" altLang="en-US"/>
              <a:t>및 </a:t>
            </a:r>
            <a:r>
              <a:rPr lang="en-US" altLang="ko-KR"/>
              <a:t>Stop </a:t>
            </a:r>
            <a:r>
              <a:rPr lang="ko-KR" altLang="en-US"/>
              <a:t>구간에서 </a:t>
            </a:r>
            <a:r>
              <a:rPr lang="en-US" altLang="ko-KR"/>
              <a:t>8bit Data </a:t>
            </a:r>
            <a:r>
              <a:rPr lang="ko-KR" altLang="en-US"/>
              <a:t>수신</a:t>
            </a:r>
            <a:r>
              <a:rPr lang="en-US" altLang="ko-KR"/>
              <a:t> </a:t>
            </a:r>
          </a:p>
          <a:p>
            <a:r>
              <a:rPr lang="en-US" altLang="ko-KR"/>
              <a:t>Stop state</a:t>
            </a:r>
            <a:r>
              <a:rPr lang="ko-KR" altLang="en-US"/>
              <a:t> </a:t>
            </a:r>
            <a:r>
              <a:rPr lang="en-US" altLang="ko-KR"/>
              <a:t>asm chart </a:t>
            </a:r>
            <a:r>
              <a:rPr lang="ko-KR" altLang="en-US"/>
              <a:t>만족</a:t>
            </a:r>
            <a:r>
              <a:rPr lang="en-US" altLang="ko-KR"/>
              <a:t> </a:t>
            </a:r>
            <a:endParaRPr lang="ko-KR" alt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E557334-90CB-51E3-2311-EAF8DB71DD50}"/>
              </a:ext>
            </a:extLst>
          </p:cNvPr>
          <p:cNvSpPr txBox="1"/>
          <p:nvPr/>
        </p:nvSpPr>
        <p:spPr>
          <a:xfrm>
            <a:off x="256374" y="914037"/>
            <a:ext cx="841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결론</a:t>
            </a:r>
          </a:p>
        </p:txBody>
      </p:sp>
      <p:grpSp>
        <p:nvGrpSpPr>
          <p:cNvPr id="119" name="그룹 118">
            <a:extLst>
              <a:ext uri="{FF2B5EF4-FFF2-40B4-BE49-F238E27FC236}">
                <a16:creationId xmlns:a16="http://schemas.microsoft.com/office/drawing/2014/main" id="{40A9B1CB-79C6-26D9-9247-23F1529CCCDF}"/>
              </a:ext>
            </a:extLst>
          </p:cNvPr>
          <p:cNvGrpSpPr/>
          <p:nvPr/>
        </p:nvGrpSpPr>
        <p:grpSpPr>
          <a:xfrm>
            <a:off x="690462" y="1807999"/>
            <a:ext cx="10031896" cy="2515491"/>
            <a:chOff x="677210" y="2231737"/>
            <a:chExt cx="10031896" cy="2515491"/>
          </a:xfrm>
        </p:grpSpPr>
        <p:grpSp>
          <p:nvGrpSpPr>
            <p:cNvPr id="105" name="그룹 104">
              <a:extLst>
                <a:ext uri="{FF2B5EF4-FFF2-40B4-BE49-F238E27FC236}">
                  <a16:creationId xmlns:a16="http://schemas.microsoft.com/office/drawing/2014/main" id="{9A1379B2-C946-DFE7-1E40-9F5AEEC51986}"/>
                </a:ext>
              </a:extLst>
            </p:cNvPr>
            <p:cNvGrpSpPr/>
            <p:nvPr/>
          </p:nvGrpSpPr>
          <p:grpSpPr>
            <a:xfrm>
              <a:off x="677210" y="2231737"/>
              <a:ext cx="10031896" cy="2515491"/>
              <a:chOff x="677210" y="2231737"/>
              <a:chExt cx="10031896" cy="2515491"/>
            </a:xfrm>
          </p:grpSpPr>
          <p:pic>
            <p:nvPicPr>
              <p:cNvPr id="11" name="그림 10">
                <a:extLst>
                  <a:ext uri="{FF2B5EF4-FFF2-40B4-BE49-F238E27FC236}">
                    <a16:creationId xmlns:a16="http://schemas.microsoft.com/office/drawing/2014/main" id="{3969A735-8062-A680-00A9-F6D4D80B706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77210" y="2231737"/>
                <a:ext cx="10031896" cy="2515491"/>
              </a:xfrm>
              <a:prstGeom prst="rect">
                <a:avLst/>
              </a:prstGeom>
            </p:spPr>
          </p:pic>
          <p:grpSp>
            <p:nvGrpSpPr>
              <p:cNvPr id="31" name="그룹 30">
                <a:extLst>
                  <a:ext uri="{FF2B5EF4-FFF2-40B4-BE49-F238E27FC236}">
                    <a16:creationId xmlns:a16="http://schemas.microsoft.com/office/drawing/2014/main" id="{5E1A3FD7-5F58-D7EC-146C-0084CA9DCC9C}"/>
                  </a:ext>
                </a:extLst>
              </p:cNvPr>
              <p:cNvGrpSpPr/>
              <p:nvPr/>
            </p:nvGrpSpPr>
            <p:grpSpPr>
              <a:xfrm>
                <a:off x="5141196" y="2458720"/>
                <a:ext cx="521482" cy="2174240"/>
                <a:chOff x="5141196" y="2458720"/>
                <a:chExt cx="521482" cy="2174240"/>
              </a:xfrm>
            </p:grpSpPr>
            <p:cxnSp>
              <p:nvCxnSpPr>
                <p:cNvPr id="23" name="직선 연결선 22">
                  <a:extLst>
                    <a:ext uri="{FF2B5EF4-FFF2-40B4-BE49-F238E27FC236}">
                      <a16:creationId xmlns:a16="http://schemas.microsoft.com/office/drawing/2014/main" id="{152F38C6-21F6-B4F1-4DB7-FD3A25E3976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141196" y="2458720"/>
                  <a:ext cx="0" cy="2174240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직선 연결선 28">
                  <a:extLst>
                    <a:ext uri="{FF2B5EF4-FFF2-40B4-BE49-F238E27FC236}">
                      <a16:creationId xmlns:a16="http://schemas.microsoft.com/office/drawing/2014/main" id="{4606B337-40DD-5ACF-8801-9C4E7D34561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662678" y="2458720"/>
                  <a:ext cx="0" cy="2174240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9" name="그룹 48">
                <a:extLst>
                  <a:ext uri="{FF2B5EF4-FFF2-40B4-BE49-F238E27FC236}">
                    <a16:creationId xmlns:a16="http://schemas.microsoft.com/office/drawing/2014/main" id="{1BE61FCD-F824-45C6-6523-9EF9CE68CAF5}"/>
                  </a:ext>
                </a:extLst>
              </p:cNvPr>
              <p:cNvGrpSpPr/>
              <p:nvPr/>
            </p:nvGrpSpPr>
            <p:grpSpPr>
              <a:xfrm>
                <a:off x="6182596" y="2458720"/>
                <a:ext cx="521482" cy="2174240"/>
                <a:chOff x="5141196" y="2458720"/>
                <a:chExt cx="521482" cy="2174240"/>
              </a:xfrm>
            </p:grpSpPr>
            <p:cxnSp>
              <p:nvCxnSpPr>
                <p:cNvPr id="50" name="직선 연결선 49">
                  <a:extLst>
                    <a:ext uri="{FF2B5EF4-FFF2-40B4-BE49-F238E27FC236}">
                      <a16:creationId xmlns:a16="http://schemas.microsoft.com/office/drawing/2014/main" id="{CE1BEC24-A2F8-227A-8A30-95A618DD1B4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141196" y="2458720"/>
                  <a:ext cx="0" cy="2174240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직선 연결선 50">
                  <a:extLst>
                    <a:ext uri="{FF2B5EF4-FFF2-40B4-BE49-F238E27FC236}">
                      <a16:creationId xmlns:a16="http://schemas.microsoft.com/office/drawing/2014/main" id="{E11B48F5-63E8-E044-E927-CF3F3E980C3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662678" y="2458720"/>
                  <a:ext cx="0" cy="2174240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0" name="그룹 59">
                <a:extLst>
                  <a:ext uri="{FF2B5EF4-FFF2-40B4-BE49-F238E27FC236}">
                    <a16:creationId xmlns:a16="http://schemas.microsoft.com/office/drawing/2014/main" id="{36767277-0AE5-B993-0E29-97B582676875}"/>
                  </a:ext>
                </a:extLst>
              </p:cNvPr>
              <p:cNvGrpSpPr/>
              <p:nvPr/>
            </p:nvGrpSpPr>
            <p:grpSpPr>
              <a:xfrm>
                <a:off x="7230640" y="2407442"/>
                <a:ext cx="521482" cy="2174240"/>
                <a:chOff x="5141196" y="2458720"/>
                <a:chExt cx="521482" cy="2174240"/>
              </a:xfrm>
            </p:grpSpPr>
            <p:cxnSp>
              <p:nvCxnSpPr>
                <p:cNvPr id="61" name="직선 연결선 60">
                  <a:extLst>
                    <a:ext uri="{FF2B5EF4-FFF2-40B4-BE49-F238E27FC236}">
                      <a16:creationId xmlns:a16="http://schemas.microsoft.com/office/drawing/2014/main" id="{4BE2D743-40C8-8D0D-38E9-68F4464B671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141196" y="2458720"/>
                  <a:ext cx="0" cy="2174240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직선 연결선 61">
                  <a:extLst>
                    <a:ext uri="{FF2B5EF4-FFF2-40B4-BE49-F238E27FC236}">
                      <a16:creationId xmlns:a16="http://schemas.microsoft.com/office/drawing/2014/main" id="{BD856AFE-A140-D6ED-9FF5-172CB759113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662678" y="2458720"/>
                  <a:ext cx="0" cy="2174240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3" name="그룹 62">
                <a:extLst>
                  <a:ext uri="{FF2B5EF4-FFF2-40B4-BE49-F238E27FC236}">
                    <a16:creationId xmlns:a16="http://schemas.microsoft.com/office/drawing/2014/main" id="{5B3F53F8-85ED-6D2F-3737-CBE4CBC31E18}"/>
                  </a:ext>
                </a:extLst>
              </p:cNvPr>
              <p:cNvGrpSpPr/>
              <p:nvPr/>
            </p:nvGrpSpPr>
            <p:grpSpPr>
              <a:xfrm>
                <a:off x="8272040" y="2407442"/>
                <a:ext cx="521482" cy="2174240"/>
                <a:chOff x="5141196" y="2458720"/>
                <a:chExt cx="521482" cy="2174240"/>
              </a:xfrm>
            </p:grpSpPr>
            <p:cxnSp>
              <p:nvCxnSpPr>
                <p:cNvPr id="64" name="직선 연결선 63">
                  <a:extLst>
                    <a:ext uri="{FF2B5EF4-FFF2-40B4-BE49-F238E27FC236}">
                      <a16:creationId xmlns:a16="http://schemas.microsoft.com/office/drawing/2014/main" id="{D40F39E5-A376-6741-E407-F5BFFB13FFA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141196" y="2458720"/>
                  <a:ext cx="0" cy="2174240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직선 연결선 64">
                  <a:extLst>
                    <a:ext uri="{FF2B5EF4-FFF2-40B4-BE49-F238E27FC236}">
                      <a16:creationId xmlns:a16="http://schemas.microsoft.com/office/drawing/2014/main" id="{81845BF9-1A65-8636-FD3E-56B5FA91822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662678" y="2458720"/>
                  <a:ext cx="0" cy="2174240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6E1D713C-A558-1B3C-A039-2D178B0CD905}"/>
                  </a:ext>
                </a:extLst>
              </p:cNvPr>
              <p:cNvSpPr txBox="1"/>
              <p:nvPr/>
            </p:nvSpPr>
            <p:spPr>
              <a:xfrm>
                <a:off x="4979946" y="3086728"/>
                <a:ext cx="302496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50">
                    <a:highlight>
                      <a:srgbClr val="FFFF00"/>
                    </a:highlight>
                  </a:rPr>
                  <a:t>0</a:t>
                </a:r>
                <a:endParaRPr lang="ko-KR" altLang="en-US" sz="1050">
                  <a:highlight>
                    <a:srgbClr val="FFFF00"/>
                  </a:highlight>
                </a:endParaRPr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68F43961-7094-4AB8-C8BE-7A44DE65A417}"/>
                  </a:ext>
                </a:extLst>
              </p:cNvPr>
              <p:cNvSpPr txBox="1"/>
              <p:nvPr/>
            </p:nvSpPr>
            <p:spPr>
              <a:xfrm>
                <a:off x="5496053" y="3086728"/>
                <a:ext cx="302496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50">
                    <a:highlight>
                      <a:srgbClr val="FFFF00"/>
                    </a:highlight>
                  </a:rPr>
                  <a:t>0</a:t>
                </a:r>
                <a:endParaRPr lang="ko-KR" altLang="en-US" sz="1050">
                  <a:highlight>
                    <a:srgbClr val="FFFF00"/>
                  </a:highlight>
                </a:endParaRPr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4A58E738-2B87-F0A4-8B74-1D7FF6EE61ED}"/>
                  </a:ext>
                </a:extLst>
              </p:cNvPr>
              <p:cNvSpPr txBox="1"/>
              <p:nvPr/>
            </p:nvSpPr>
            <p:spPr>
              <a:xfrm>
                <a:off x="6022614" y="3087684"/>
                <a:ext cx="302496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50">
                    <a:highlight>
                      <a:srgbClr val="FFFF00"/>
                    </a:highlight>
                  </a:rPr>
                  <a:t>1</a:t>
                </a:r>
                <a:endParaRPr lang="ko-KR" altLang="en-US" sz="1050">
                  <a:highlight>
                    <a:srgbClr val="FFFF00"/>
                  </a:highlight>
                </a:endParaRPr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73E2D400-B778-3046-2648-70553B68213A}"/>
                  </a:ext>
                </a:extLst>
              </p:cNvPr>
              <p:cNvSpPr txBox="1"/>
              <p:nvPr/>
            </p:nvSpPr>
            <p:spPr>
              <a:xfrm>
                <a:off x="6560605" y="3082918"/>
                <a:ext cx="302496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50">
                    <a:highlight>
                      <a:srgbClr val="FFFF00"/>
                    </a:highlight>
                  </a:rPr>
                  <a:t>0</a:t>
                </a:r>
                <a:endParaRPr lang="ko-KR" altLang="en-US" sz="1050">
                  <a:highlight>
                    <a:srgbClr val="FFFF00"/>
                  </a:highlight>
                </a:endParaRPr>
              </a:p>
            </p:txBody>
          </p: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52D13099-FA58-E212-3365-66343481FA8B}"/>
                  </a:ext>
                </a:extLst>
              </p:cNvPr>
              <p:cNvSpPr txBox="1"/>
              <p:nvPr/>
            </p:nvSpPr>
            <p:spPr>
              <a:xfrm>
                <a:off x="7084332" y="3082918"/>
                <a:ext cx="302496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50">
                    <a:highlight>
                      <a:srgbClr val="FFFF00"/>
                    </a:highlight>
                  </a:rPr>
                  <a:t>1</a:t>
                </a:r>
                <a:endParaRPr lang="ko-KR" altLang="en-US" sz="1050">
                  <a:highlight>
                    <a:srgbClr val="FFFF00"/>
                  </a:highlight>
                </a:endParaRPr>
              </a:p>
            </p:txBody>
          </p: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307713B5-D4F6-7B30-9F88-549B3838419D}"/>
                  </a:ext>
                </a:extLst>
              </p:cNvPr>
              <p:cNvSpPr txBox="1"/>
              <p:nvPr/>
            </p:nvSpPr>
            <p:spPr>
              <a:xfrm>
                <a:off x="7604249" y="3082918"/>
                <a:ext cx="302496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50">
                    <a:highlight>
                      <a:srgbClr val="FFFF00"/>
                    </a:highlight>
                  </a:rPr>
                  <a:t>1</a:t>
                </a:r>
                <a:endParaRPr lang="ko-KR" altLang="en-US" sz="1050">
                  <a:highlight>
                    <a:srgbClr val="FFFF00"/>
                  </a:highlight>
                </a:endParaRPr>
              </a:p>
            </p:txBody>
          </p:sp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9EAB70A1-3CB8-6C98-A839-2DC3FF2DEA21}"/>
                  </a:ext>
                </a:extLst>
              </p:cNvPr>
              <p:cNvSpPr txBox="1"/>
              <p:nvPr/>
            </p:nvSpPr>
            <p:spPr>
              <a:xfrm>
                <a:off x="8125730" y="3082918"/>
                <a:ext cx="302496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50">
                    <a:highlight>
                      <a:srgbClr val="FFFF00"/>
                    </a:highlight>
                  </a:rPr>
                  <a:t>1</a:t>
                </a:r>
                <a:endParaRPr lang="ko-KR" altLang="en-US" sz="1050">
                  <a:highlight>
                    <a:srgbClr val="FFFF00"/>
                  </a:highlight>
                </a:endParaRPr>
              </a:p>
            </p:txBody>
          </p:sp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FAC4ED8A-CD75-D5D3-95F5-F1A549BDF6AE}"/>
                  </a:ext>
                </a:extLst>
              </p:cNvPr>
              <p:cNvSpPr txBox="1"/>
              <p:nvPr/>
            </p:nvSpPr>
            <p:spPr>
              <a:xfrm>
                <a:off x="8645647" y="3082918"/>
                <a:ext cx="302496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50">
                    <a:highlight>
                      <a:srgbClr val="FFFF00"/>
                    </a:highlight>
                  </a:rPr>
                  <a:t>1</a:t>
                </a:r>
                <a:endParaRPr lang="ko-KR" altLang="en-US" sz="1050">
                  <a:highlight>
                    <a:srgbClr val="FFFF00"/>
                  </a:highlight>
                </a:endParaRPr>
              </a:p>
            </p:txBody>
          </p:sp>
          <p:sp>
            <p:nvSpPr>
              <p:cNvPr id="84" name="직사각형 83">
                <a:extLst>
                  <a:ext uri="{FF2B5EF4-FFF2-40B4-BE49-F238E27FC236}">
                    <a16:creationId xmlns:a16="http://schemas.microsoft.com/office/drawing/2014/main" id="{BB0A485B-0F73-C279-133B-320FF083244B}"/>
                  </a:ext>
                </a:extLst>
              </p:cNvPr>
              <p:cNvSpPr/>
              <p:nvPr/>
            </p:nvSpPr>
            <p:spPr>
              <a:xfrm>
                <a:off x="6283835" y="3348990"/>
                <a:ext cx="118086" cy="9906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6" name="직사각형 85">
                <a:extLst>
                  <a:ext uri="{FF2B5EF4-FFF2-40B4-BE49-F238E27FC236}">
                    <a16:creationId xmlns:a16="http://schemas.microsoft.com/office/drawing/2014/main" id="{8F9CE054-4FD0-A5D5-7D29-7E5F6F74FB61}"/>
                  </a:ext>
                </a:extLst>
              </p:cNvPr>
              <p:cNvSpPr/>
              <p:nvPr/>
            </p:nvSpPr>
            <p:spPr>
              <a:xfrm>
                <a:off x="6801208" y="3348990"/>
                <a:ext cx="179925" cy="9906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8" name="직사각형 87">
                <a:extLst>
                  <a:ext uri="{FF2B5EF4-FFF2-40B4-BE49-F238E27FC236}">
                    <a16:creationId xmlns:a16="http://schemas.microsoft.com/office/drawing/2014/main" id="{E649AC13-D88B-4DFD-5E88-4E57A1C1F685}"/>
                  </a:ext>
                </a:extLst>
              </p:cNvPr>
              <p:cNvSpPr/>
              <p:nvPr/>
            </p:nvSpPr>
            <p:spPr>
              <a:xfrm>
                <a:off x="7327621" y="3348990"/>
                <a:ext cx="205513" cy="9906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0" name="직사각형 89">
                <a:extLst>
                  <a:ext uri="{FF2B5EF4-FFF2-40B4-BE49-F238E27FC236}">
                    <a16:creationId xmlns:a16="http://schemas.microsoft.com/office/drawing/2014/main" id="{7EA00C03-86A3-5866-01C8-2A2D08853FB5}"/>
                  </a:ext>
                </a:extLst>
              </p:cNvPr>
              <p:cNvSpPr/>
              <p:nvPr/>
            </p:nvSpPr>
            <p:spPr>
              <a:xfrm>
                <a:off x="7853359" y="3346450"/>
                <a:ext cx="250486" cy="9906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2" name="직사각형 91">
                <a:extLst>
                  <a:ext uri="{FF2B5EF4-FFF2-40B4-BE49-F238E27FC236}">
                    <a16:creationId xmlns:a16="http://schemas.microsoft.com/office/drawing/2014/main" id="{7B6510C6-8C4A-1812-8760-42058F0A5F68}"/>
                  </a:ext>
                </a:extLst>
              </p:cNvPr>
              <p:cNvSpPr/>
              <p:nvPr/>
            </p:nvSpPr>
            <p:spPr>
              <a:xfrm>
                <a:off x="8391373" y="3346450"/>
                <a:ext cx="266279" cy="9906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4" name="직사각형 93">
                <a:extLst>
                  <a:ext uri="{FF2B5EF4-FFF2-40B4-BE49-F238E27FC236}">
                    <a16:creationId xmlns:a16="http://schemas.microsoft.com/office/drawing/2014/main" id="{5304D7DA-5712-865A-7FE7-720BDD97B021}"/>
                  </a:ext>
                </a:extLst>
              </p:cNvPr>
              <p:cNvSpPr/>
              <p:nvPr/>
            </p:nvSpPr>
            <p:spPr>
              <a:xfrm>
                <a:off x="8865076" y="3350105"/>
                <a:ext cx="356384" cy="10509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96" name="그림 95">
                <a:extLst>
                  <a:ext uri="{FF2B5EF4-FFF2-40B4-BE49-F238E27FC236}">
                    <a16:creationId xmlns:a16="http://schemas.microsoft.com/office/drawing/2014/main" id="{72EBAB1B-E263-F9A5-EACA-9C017E65894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flipV="1">
                <a:off x="5734458" y="3355277"/>
                <a:ext cx="349733" cy="80708"/>
              </a:xfrm>
              <a:prstGeom prst="rect">
                <a:avLst/>
              </a:prstGeom>
            </p:spPr>
          </p:pic>
          <p:sp>
            <p:nvSpPr>
              <p:cNvPr id="98" name="직사각형 97">
                <a:extLst>
                  <a:ext uri="{FF2B5EF4-FFF2-40B4-BE49-F238E27FC236}">
                    <a16:creationId xmlns:a16="http://schemas.microsoft.com/office/drawing/2014/main" id="{486003F2-98AA-5638-43B2-E3E3E0D7C65E}"/>
                  </a:ext>
                </a:extLst>
              </p:cNvPr>
              <p:cNvSpPr/>
              <p:nvPr/>
            </p:nvSpPr>
            <p:spPr>
              <a:xfrm>
                <a:off x="5747097" y="3353120"/>
                <a:ext cx="81926" cy="9906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0" name="직사각형 99">
                <a:extLst>
                  <a:ext uri="{FF2B5EF4-FFF2-40B4-BE49-F238E27FC236}">
                    <a16:creationId xmlns:a16="http://schemas.microsoft.com/office/drawing/2014/main" id="{2CF3738B-0E41-BAE3-B230-DADCE4DD7085}"/>
                  </a:ext>
                </a:extLst>
              </p:cNvPr>
              <p:cNvSpPr/>
              <p:nvPr/>
            </p:nvSpPr>
            <p:spPr>
              <a:xfrm>
                <a:off x="5239116" y="3349625"/>
                <a:ext cx="45719" cy="9906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102" name="그림 101">
                <a:extLst>
                  <a:ext uri="{FF2B5EF4-FFF2-40B4-BE49-F238E27FC236}">
                    <a16:creationId xmlns:a16="http://schemas.microsoft.com/office/drawing/2014/main" id="{3FF9D081-E434-C3A4-F9BC-D64F4F4394B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879467" y="3367067"/>
                <a:ext cx="341993" cy="70514"/>
              </a:xfrm>
              <a:prstGeom prst="rect">
                <a:avLst/>
              </a:prstGeom>
            </p:spPr>
          </p:pic>
          <p:pic>
            <p:nvPicPr>
              <p:cNvPr id="104" name="그림 103">
                <a:extLst>
                  <a:ext uri="{FF2B5EF4-FFF2-40B4-BE49-F238E27FC236}">
                    <a16:creationId xmlns:a16="http://schemas.microsoft.com/office/drawing/2014/main" id="{58D0664B-AE77-D5AA-F97D-FDF5ECDA96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726108" y="3354771"/>
                <a:ext cx="617273" cy="91448"/>
              </a:xfrm>
              <a:prstGeom prst="rect">
                <a:avLst/>
              </a:prstGeom>
            </p:spPr>
          </p:pic>
        </p:grp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36A629A6-A5EE-4DAF-8F81-A3D8D43307B0}"/>
                </a:ext>
              </a:extLst>
            </p:cNvPr>
            <p:cNvSpPr txBox="1"/>
            <p:nvPr/>
          </p:nvSpPr>
          <p:spPr>
            <a:xfrm>
              <a:off x="4707592" y="2538875"/>
              <a:ext cx="4832648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>
                  <a:solidFill>
                    <a:schemeClr val="bg1"/>
                  </a:solidFill>
                </a:rPr>
                <a:t>D[0]    D[1]      D[2]     D[3]     D[4]     D[5]     D[6]     D[7]</a:t>
              </a:r>
            </a:p>
            <a:p>
              <a:endParaRPr lang="ko-KR" altLang="en-US" sz="1100">
                <a:solidFill>
                  <a:schemeClr val="bg1"/>
                </a:solidFill>
              </a:endParaRPr>
            </a:p>
          </p:txBody>
        </p:sp>
        <p:cxnSp>
          <p:nvCxnSpPr>
            <p:cNvPr id="110" name="직선 화살표 연결선 109">
              <a:extLst>
                <a:ext uri="{FF2B5EF4-FFF2-40B4-BE49-F238E27FC236}">
                  <a16:creationId xmlns:a16="http://schemas.microsoft.com/office/drawing/2014/main" id="{DF2C7614-5EF9-0959-9220-C907006CCAAE}"/>
                </a:ext>
              </a:extLst>
            </p:cNvPr>
            <p:cNvCxnSpPr>
              <a:cxnSpLocks/>
              <a:endCxn id="100" idx="1"/>
            </p:cNvCxnSpPr>
            <p:nvPr/>
          </p:nvCxnSpPr>
          <p:spPr>
            <a:xfrm>
              <a:off x="5128896" y="3295800"/>
              <a:ext cx="110220" cy="103355"/>
            </a:xfrm>
            <a:prstGeom prst="straightConnector1">
              <a:avLst/>
            </a:prstGeom>
            <a:ln w="9525"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직선 화살표 연결선 111">
              <a:extLst>
                <a:ext uri="{FF2B5EF4-FFF2-40B4-BE49-F238E27FC236}">
                  <a16:creationId xmlns:a16="http://schemas.microsoft.com/office/drawing/2014/main" id="{7ABD4A8C-915B-B01B-26F7-487E9AAB0B8A}"/>
                </a:ext>
              </a:extLst>
            </p:cNvPr>
            <p:cNvCxnSpPr>
              <a:cxnSpLocks/>
            </p:cNvCxnSpPr>
            <p:nvPr/>
          </p:nvCxnSpPr>
          <p:spPr>
            <a:xfrm>
              <a:off x="5638296" y="3309292"/>
              <a:ext cx="110220" cy="103355"/>
            </a:xfrm>
            <a:prstGeom prst="straightConnector1">
              <a:avLst/>
            </a:prstGeom>
            <a:ln w="9525"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직선 화살표 연결선 112">
              <a:extLst>
                <a:ext uri="{FF2B5EF4-FFF2-40B4-BE49-F238E27FC236}">
                  <a16:creationId xmlns:a16="http://schemas.microsoft.com/office/drawing/2014/main" id="{EAACE210-B64B-A500-198D-F8A6885C656A}"/>
                </a:ext>
              </a:extLst>
            </p:cNvPr>
            <p:cNvCxnSpPr>
              <a:cxnSpLocks/>
            </p:cNvCxnSpPr>
            <p:nvPr/>
          </p:nvCxnSpPr>
          <p:spPr>
            <a:xfrm>
              <a:off x="6164226" y="3301442"/>
              <a:ext cx="110220" cy="103355"/>
            </a:xfrm>
            <a:prstGeom prst="straightConnector1">
              <a:avLst/>
            </a:prstGeom>
            <a:ln w="9525"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직선 화살표 연결선 113">
              <a:extLst>
                <a:ext uri="{FF2B5EF4-FFF2-40B4-BE49-F238E27FC236}">
                  <a16:creationId xmlns:a16="http://schemas.microsoft.com/office/drawing/2014/main" id="{9C0D09C7-547F-DE13-56D5-077A3B96B19A}"/>
                </a:ext>
              </a:extLst>
            </p:cNvPr>
            <p:cNvCxnSpPr>
              <a:cxnSpLocks/>
            </p:cNvCxnSpPr>
            <p:nvPr/>
          </p:nvCxnSpPr>
          <p:spPr>
            <a:xfrm>
              <a:off x="6704753" y="3292276"/>
              <a:ext cx="110220" cy="103355"/>
            </a:xfrm>
            <a:prstGeom prst="straightConnector1">
              <a:avLst/>
            </a:prstGeom>
            <a:ln w="9525"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직선 화살표 연결선 114">
              <a:extLst>
                <a:ext uri="{FF2B5EF4-FFF2-40B4-BE49-F238E27FC236}">
                  <a16:creationId xmlns:a16="http://schemas.microsoft.com/office/drawing/2014/main" id="{21871046-894D-B313-A8CB-484D38729F74}"/>
                </a:ext>
              </a:extLst>
            </p:cNvPr>
            <p:cNvCxnSpPr>
              <a:cxnSpLocks/>
            </p:cNvCxnSpPr>
            <p:nvPr/>
          </p:nvCxnSpPr>
          <p:spPr>
            <a:xfrm>
              <a:off x="7221893" y="3292276"/>
              <a:ext cx="110220" cy="103355"/>
            </a:xfrm>
            <a:prstGeom prst="straightConnector1">
              <a:avLst/>
            </a:prstGeom>
            <a:ln w="9525"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직선 화살표 연결선 115">
              <a:extLst>
                <a:ext uri="{FF2B5EF4-FFF2-40B4-BE49-F238E27FC236}">
                  <a16:creationId xmlns:a16="http://schemas.microsoft.com/office/drawing/2014/main" id="{CF67CE8D-293E-4E66-E112-ECCFCF824881}"/>
                </a:ext>
              </a:extLst>
            </p:cNvPr>
            <p:cNvCxnSpPr>
              <a:cxnSpLocks/>
            </p:cNvCxnSpPr>
            <p:nvPr/>
          </p:nvCxnSpPr>
          <p:spPr>
            <a:xfrm>
              <a:off x="7734889" y="3292276"/>
              <a:ext cx="110220" cy="103355"/>
            </a:xfrm>
            <a:prstGeom prst="straightConnector1">
              <a:avLst/>
            </a:prstGeom>
            <a:ln w="9525"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직선 화살표 연결선 116">
              <a:extLst>
                <a:ext uri="{FF2B5EF4-FFF2-40B4-BE49-F238E27FC236}">
                  <a16:creationId xmlns:a16="http://schemas.microsoft.com/office/drawing/2014/main" id="{E350EACD-9E6B-D995-1CAD-785C8A0D534B}"/>
                </a:ext>
              </a:extLst>
            </p:cNvPr>
            <p:cNvCxnSpPr>
              <a:cxnSpLocks/>
            </p:cNvCxnSpPr>
            <p:nvPr/>
          </p:nvCxnSpPr>
          <p:spPr>
            <a:xfrm>
              <a:off x="8258033" y="3292276"/>
              <a:ext cx="110220" cy="103355"/>
            </a:xfrm>
            <a:prstGeom prst="straightConnector1">
              <a:avLst/>
            </a:prstGeom>
            <a:ln w="9525"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직선 화살표 연결선 117">
              <a:extLst>
                <a:ext uri="{FF2B5EF4-FFF2-40B4-BE49-F238E27FC236}">
                  <a16:creationId xmlns:a16="http://schemas.microsoft.com/office/drawing/2014/main" id="{2D426CD5-5986-DD82-D9DB-2176BB5C434C}"/>
                </a:ext>
              </a:extLst>
            </p:cNvPr>
            <p:cNvCxnSpPr>
              <a:cxnSpLocks/>
            </p:cNvCxnSpPr>
            <p:nvPr/>
          </p:nvCxnSpPr>
          <p:spPr>
            <a:xfrm>
              <a:off x="8759936" y="3292276"/>
              <a:ext cx="110220" cy="103355"/>
            </a:xfrm>
            <a:prstGeom prst="straightConnector1">
              <a:avLst/>
            </a:prstGeom>
            <a:ln w="9525"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8240B220-2AE7-36DE-439C-BBEE76716D9F}"/>
              </a:ext>
            </a:extLst>
          </p:cNvPr>
          <p:cNvSpPr/>
          <p:nvPr/>
        </p:nvSpPr>
        <p:spPr>
          <a:xfrm>
            <a:off x="9227092" y="3020822"/>
            <a:ext cx="252180" cy="38335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4" name="직선 연결선 123">
            <a:extLst>
              <a:ext uri="{FF2B5EF4-FFF2-40B4-BE49-F238E27FC236}">
                <a16:creationId xmlns:a16="http://schemas.microsoft.com/office/drawing/2014/main" id="{0E8CB15A-F21F-4570-27C1-7DC947225385}"/>
              </a:ext>
            </a:extLst>
          </p:cNvPr>
          <p:cNvCxnSpPr>
            <a:cxnSpLocks/>
          </p:cNvCxnSpPr>
          <p:nvPr/>
        </p:nvCxnSpPr>
        <p:spPr>
          <a:xfrm flipH="1">
            <a:off x="3639102" y="3404180"/>
            <a:ext cx="5595610" cy="91101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직선 연결선 124">
            <a:extLst>
              <a:ext uri="{FF2B5EF4-FFF2-40B4-BE49-F238E27FC236}">
                <a16:creationId xmlns:a16="http://schemas.microsoft.com/office/drawing/2014/main" id="{5525C652-3AF2-F16F-DB22-E3364E8A0D33}"/>
              </a:ext>
            </a:extLst>
          </p:cNvPr>
          <p:cNvCxnSpPr>
            <a:cxnSpLocks/>
          </p:cNvCxnSpPr>
          <p:nvPr/>
        </p:nvCxnSpPr>
        <p:spPr>
          <a:xfrm flipH="1" flipV="1">
            <a:off x="9479272" y="3429000"/>
            <a:ext cx="877361" cy="90146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1" name="그림 130">
            <a:extLst>
              <a:ext uri="{FF2B5EF4-FFF2-40B4-BE49-F238E27FC236}">
                <a16:creationId xmlns:a16="http://schemas.microsoft.com/office/drawing/2014/main" id="{4E9D0222-D566-F4CB-6193-31526C777A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39102" y="4326267"/>
            <a:ext cx="6698781" cy="2107482"/>
          </a:xfrm>
          <a:prstGeom prst="rect">
            <a:avLst/>
          </a:prstGeom>
        </p:spPr>
      </p:pic>
      <p:cxnSp>
        <p:nvCxnSpPr>
          <p:cNvPr id="134" name="직선 연결선 133">
            <a:extLst>
              <a:ext uri="{FF2B5EF4-FFF2-40B4-BE49-F238E27FC236}">
                <a16:creationId xmlns:a16="http://schemas.microsoft.com/office/drawing/2014/main" id="{CB57BE67-43E2-B681-B92C-CC96364984C6}"/>
              </a:ext>
            </a:extLst>
          </p:cNvPr>
          <p:cNvCxnSpPr>
            <a:cxnSpLocks/>
          </p:cNvCxnSpPr>
          <p:nvPr/>
        </p:nvCxnSpPr>
        <p:spPr>
          <a:xfrm flipV="1">
            <a:off x="8596410" y="4310642"/>
            <a:ext cx="0" cy="2123107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직선 연결선 139">
            <a:extLst>
              <a:ext uri="{FF2B5EF4-FFF2-40B4-BE49-F238E27FC236}">
                <a16:creationId xmlns:a16="http://schemas.microsoft.com/office/drawing/2014/main" id="{635FB7E3-3DD5-D059-E7FF-0B0DD351F17C}"/>
              </a:ext>
            </a:extLst>
          </p:cNvPr>
          <p:cNvCxnSpPr>
            <a:cxnSpLocks/>
          </p:cNvCxnSpPr>
          <p:nvPr/>
        </p:nvCxnSpPr>
        <p:spPr>
          <a:xfrm flipV="1">
            <a:off x="8866496" y="4317786"/>
            <a:ext cx="0" cy="2115963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210DAD1C-022B-BF72-3F20-4864AB420CD8}"/>
              </a:ext>
            </a:extLst>
          </p:cNvPr>
          <p:cNvSpPr/>
          <p:nvPr/>
        </p:nvSpPr>
        <p:spPr>
          <a:xfrm>
            <a:off x="3764756" y="5893593"/>
            <a:ext cx="814386" cy="1571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EB112EAD-1624-696C-F4A8-16AE552D8C07}"/>
              </a:ext>
            </a:extLst>
          </p:cNvPr>
          <p:cNvSpPr txBox="1"/>
          <p:nvPr/>
        </p:nvSpPr>
        <p:spPr>
          <a:xfrm>
            <a:off x="1328738" y="4686300"/>
            <a:ext cx="8389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asm </a:t>
            </a:r>
            <a:r>
              <a:rPr lang="ko-KR" altLang="en-US"/>
              <a:t>차트 필요 </a:t>
            </a:r>
          </a:p>
        </p:txBody>
      </p:sp>
      <p:sp>
        <p:nvSpPr>
          <p:cNvPr id="146" name="직사각형 145">
            <a:extLst>
              <a:ext uri="{FF2B5EF4-FFF2-40B4-BE49-F238E27FC236}">
                <a16:creationId xmlns:a16="http://schemas.microsoft.com/office/drawing/2014/main" id="{CBF98D4B-7061-C4E9-6EA9-7CB73821E157}"/>
              </a:ext>
            </a:extLst>
          </p:cNvPr>
          <p:cNvSpPr/>
          <p:nvPr/>
        </p:nvSpPr>
        <p:spPr>
          <a:xfrm>
            <a:off x="3829050" y="5114693"/>
            <a:ext cx="471486" cy="1571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8" name="직선 화살표 연결선 147">
            <a:extLst>
              <a:ext uri="{FF2B5EF4-FFF2-40B4-BE49-F238E27FC236}">
                <a16:creationId xmlns:a16="http://schemas.microsoft.com/office/drawing/2014/main" id="{2F9C63D1-7EB6-9E0A-4617-362940CD40E6}"/>
              </a:ext>
            </a:extLst>
          </p:cNvPr>
          <p:cNvCxnSpPr/>
          <p:nvPr/>
        </p:nvCxnSpPr>
        <p:spPr>
          <a:xfrm>
            <a:off x="8882675" y="5207794"/>
            <a:ext cx="144125" cy="40183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타원 148">
            <a:extLst>
              <a:ext uri="{FF2B5EF4-FFF2-40B4-BE49-F238E27FC236}">
                <a16:creationId xmlns:a16="http://schemas.microsoft.com/office/drawing/2014/main" id="{01677CD5-5A83-EE12-DBB7-76A0CD6E15E4}"/>
              </a:ext>
            </a:extLst>
          </p:cNvPr>
          <p:cNvSpPr/>
          <p:nvPr/>
        </p:nvSpPr>
        <p:spPr>
          <a:xfrm>
            <a:off x="7472205" y="5893593"/>
            <a:ext cx="255632" cy="15716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1" name="직사각형 150">
            <a:extLst>
              <a:ext uri="{FF2B5EF4-FFF2-40B4-BE49-F238E27FC236}">
                <a16:creationId xmlns:a16="http://schemas.microsoft.com/office/drawing/2014/main" id="{A1E5741C-AE57-D198-4B0A-AB6FC2B52F1C}"/>
              </a:ext>
            </a:extLst>
          </p:cNvPr>
          <p:cNvSpPr/>
          <p:nvPr/>
        </p:nvSpPr>
        <p:spPr>
          <a:xfrm>
            <a:off x="3764756" y="5602486"/>
            <a:ext cx="607217" cy="1571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40313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15079-BC4B-CBD6-4F0B-67B6A718E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F1A4B75-1CB8-05A4-FBA7-314B275FC3EF}"/>
              </a:ext>
            </a:extLst>
          </p:cNvPr>
          <p:cNvSpPr txBox="1"/>
          <p:nvPr/>
        </p:nvSpPr>
        <p:spPr>
          <a:xfrm>
            <a:off x="184227" y="133864"/>
            <a:ext cx="94898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Tx </a:t>
            </a:r>
            <a:r>
              <a:rPr lang="ko-KR" altLang="en-US"/>
              <a:t>동작 확인</a:t>
            </a:r>
            <a:endParaRPr lang="en-US" altLang="ko-KR"/>
          </a:p>
          <a:p>
            <a:r>
              <a:rPr lang="ko-KR" altLang="en-US"/>
              <a:t>확인 부분 </a:t>
            </a:r>
            <a:r>
              <a:rPr lang="en-US" altLang="ko-KR"/>
              <a:t>– RX </a:t>
            </a:r>
            <a:r>
              <a:rPr lang="ko-KR" altLang="en-US"/>
              <a:t>동작 이 후</a:t>
            </a:r>
            <a:r>
              <a:rPr lang="en-US" altLang="ko-KR"/>
              <a:t> TX loopback flow</a:t>
            </a:r>
            <a:r>
              <a:rPr lang="ko-KR" altLang="en-US"/>
              <a:t> </a:t>
            </a:r>
            <a:endParaRPr lang="en-US" altLang="ko-KR"/>
          </a:p>
          <a:p>
            <a:endParaRPr lang="en-US" altLang="ko-KR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C3076F5-A10A-A63A-806B-9CC7B3B891B3}"/>
              </a:ext>
            </a:extLst>
          </p:cNvPr>
          <p:cNvSpPr txBox="1"/>
          <p:nvPr/>
        </p:nvSpPr>
        <p:spPr>
          <a:xfrm>
            <a:off x="1021860" y="914037"/>
            <a:ext cx="75898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b_tick_cnt == 15 </a:t>
            </a:r>
            <a:r>
              <a:rPr lang="ko-KR" altLang="en-US"/>
              <a:t>구간에서 </a:t>
            </a:r>
            <a:r>
              <a:rPr lang="en-US" altLang="ko-KR"/>
              <a:t>Data shift </a:t>
            </a:r>
            <a:r>
              <a:rPr lang="ko-KR" altLang="en-US"/>
              <a:t>및 </a:t>
            </a:r>
            <a:r>
              <a:rPr lang="en-US" altLang="ko-KR"/>
              <a:t>Stop </a:t>
            </a:r>
            <a:r>
              <a:rPr lang="ko-KR" altLang="en-US"/>
              <a:t>구간에서 </a:t>
            </a:r>
            <a:r>
              <a:rPr lang="en-US" altLang="ko-KR"/>
              <a:t>8bit Data </a:t>
            </a:r>
            <a:r>
              <a:rPr lang="ko-KR" altLang="en-US"/>
              <a:t>수신</a:t>
            </a:r>
            <a:r>
              <a:rPr lang="en-US" altLang="ko-KR"/>
              <a:t> </a:t>
            </a:r>
          </a:p>
          <a:p>
            <a:r>
              <a:rPr lang="en-US" altLang="ko-KR"/>
              <a:t>Stop state</a:t>
            </a:r>
            <a:r>
              <a:rPr lang="ko-KR" altLang="en-US"/>
              <a:t> </a:t>
            </a:r>
            <a:r>
              <a:rPr lang="en-US" altLang="ko-KR"/>
              <a:t>asm chart </a:t>
            </a:r>
            <a:r>
              <a:rPr lang="ko-KR" altLang="en-US"/>
              <a:t>만족</a:t>
            </a:r>
            <a:r>
              <a:rPr lang="en-US" altLang="ko-KR"/>
              <a:t> </a:t>
            </a:r>
            <a:endParaRPr lang="ko-KR" alt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518E6BF-4F49-A2CF-5463-E5C8EF256936}"/>
              </a:ext>
            </a:extLst>
          </p:cNvPr>
          <p:cNvSpPr txBox="1"/>
          <p:nvPr/>
        </p:nvSpPr>
        <p:spPr>
          <a:xfrm>
            <a:off x="256374" y="914037"/>
            <a:ext cx="841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결론</a:t>
            </a:r>
          </a:p>
        </p:txBody>
      </p:sp>
    </p:spTree>
    <p:extLst>
      <p:ext uri="{BB962C8B-B14F-4D97-AF65-F5344CB8AC3E}">
        <p14:creationId xmlns:p14="http://schemas.microsoft.com/office/powerpoint/2010/main" val="35967610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E62418-833D-D523-9655-8DA8355AD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3E40DB-7ECF-C947-FF8E-1037A3D128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82451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367</TotalTime>
  <Words>173</Words>
  <Application>Microsoft Office PowerPoint</Application>
  <PresentationFormat>와이드스크린</PresentationFormat>
  <Paragraphs>35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안성 정</dc:creator>
  <cp:lastModifiedBy>안성 정</cp:lastModifiedBy>
  <cp:revision>3</cp:revision>
  <dcterms:created xsi:type="dcterms:W3CDTF">2026-10-22T01:26:58Z</dcterms:created>
  <dcterms:modified xsi:type="dcterms:W3CDTF">2026-10-22T08:00:41Z</dcterms:modified>
</cp:coreProperties>
</file>