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5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75" d="100"/>
          <a:sy n="75" d="100"/>
        </p:scale>
        <p:origin x="1555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E197E4-8C36-3497-AAA7-6A88022B96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773C8C7-D025-12B5-6598-AE39741E3D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08DDD1-6A8C-234F-34C3-53E5DD45C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61CE9-32CD-4BA5-B669-791E0E0CAA2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F1C95D-40DE-2441-1A26-76A3ACFAA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806AC5-C73C-3678-DFE7-A48D0875F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539E6-D7C7-42BE-B2BA-B74718022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535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209B50-98DE-228B-34B6-F46D736EA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35CE7A-2620-73E9-EE72-4E8BD0C68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1F708-6FB4-B965-6280-1E0F71904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61CE9-32CD-4BA5-B669-791E0E0CAA2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41F695-81DE-7246-B9DD-FC83DCD6B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26CBAF-83AB-C673-895D-6F2BB7FC5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539E6-D7C7-42BE-B2BA-B74718022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8618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55D3E-59B2-413A-9049-E9C8FC0EF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15E04A-08EF-2ED6-C0B3-68B27A04E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B04A0C-6A96-9EB9-3E04-941BD80AB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61CE9-32CD-4BA5-B669-791E0E0CAA2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0C9403-3B3E-1B1E-B88C-71C3E38ED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71D7B9-B438-7A94-0D57-9DB4D3DC2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539E6-D7C7-42BE-B2BA-B74718022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441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4B7384-5E0F-68CA-BF8B-DCCF3C44E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9BF478-BB97-7531-FB64-849C6AD76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226EFF-C8C9-9113-8A6C-14CBF4CA83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57F45D-79BD-65F3-5544-6091D3E83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61CE9-32CD-4BA5-B669-791E0E0CAA2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8D7454-DF79-DD4C-0E3D-A3EF2DB2B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03BAE6-5EBB-D21D-B375-391DFCA0A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539E6-D7C7-42BE-B2BA-B74718022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028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3E3565-1BC9-DA6D-7C76-5B7B32DD8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CC0450-E555-4B95-EC86-EA255ADAF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B228AF-7567-DB0A-F445-076896581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A9F1A35-5E96-2FAD-9E5C-2CFF47E871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2A93E1F-2C19-6145-9A95-FC86306D78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7BCCCC8-A79C-3476-DC10-AB434356D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61CE9-32CD-4BA5-B669-791E0E0CAA2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792AA01-F211-C721-11F5-31A802ADB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09FA9B3-69B3-8551-847A-3C3E9B253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539E6-D7C7-42BE-B2BA-B74718022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505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219EF5-2109-C901-B045-C503C7ACD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92AADE-EE36-C726-8BE0-BBB425E74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61CE9-32CD-4BA5-B669-791E0E0CAA2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5A4D68B-C1CD-1FFE-A89F-A5960938B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237660-59CF-1770-5975-B21DCFBCB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539E6-D7C7-42BE-B2BA-B74718022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875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1B6519C-DCD2-D4C8-0F19-946FB5EE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61CE9-32CD-4BA5-B669-791E0E0CAA2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0E04CFF-3970-7F13-4F8B-282FC3781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53A541-BF89-ADAA-FF51-F7B2D5F1B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539E6-D7C7-42BE-B2BA-B74718022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7724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E6E93D-1A84-8165-DBC9-CF2CF4DBF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E57BDA-365F-8B7E-E08D-1C40B3EC3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AD628A7-869A-3FC9-4938-C1672DDD1C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ABFC2B-13FC-8942-8924-D94B6F123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61CE9-32CD-4BA5-B669-791E0E0CAA2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419F9-0D32-880B-4798-B8B60D4A4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2CB27B-6C38-9DA4-9E77-CB3793C9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539E6-D7C7-42BE-B2BA-B74718022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63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C0781D-71FA-0461-F364-76E587B8E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F7CB885-3DF2-7D80-AAA9-4245A5BDBA3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9D37689-37EE-C9FA-1525-CC8DB98D00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7C33F9-1354-69FE-52CF-07E4DCD91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61CE9-32CD-4BA5-B669-791E0E0CAA2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388D86-22A6-BDBC-E7A0-BE3B975CB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8886BA-EDEA-1FEE-B58E-F1B48B9FA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539E6-D7C7-42BE-B2BA-B74718022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114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82F8D-75FF-740E-5E55-C452808D1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E56ADA3-AF19-D320-5FAF-6D210A4A8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4D992D-15D0-3CEE-E1E8-2BDE1922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61CE9-32CD-4BA5-B669-791E0E0CAA2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51CF5D-0780-0705-0C64-95E996D26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26B25D-7F48-7546-88AB-D7FEF84B2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539E6-D7C7-42BE-B2BA-B74718022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7701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6C6D958-5C72-386B-00DB-FCA46AA563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1E772B7-3BA6-5909-6E53-6D5344322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4A1C5A-ECAF-45AA-D944-0F25AECC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61CE9-32CD-4BA5-B669-791E0E0CAA2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0F8807-98E5-4E17-56A0-BCDFB80B8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B25C78-4347-7E0A-F9A8-C60E596EB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539E6-D7C7-42BE-B2BA-B74718022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648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C133E0F-1E9F-948B-DCB1-235F3A949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280FC0-FA39-9E97-2B4E-0C2F1C87E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3F3356-2725-56B9-CB0C-5D3A5C0084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061CE9-32CD-4BA5-B669-791E0E0CAA2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89E7F5-07AA-2860-04F7-3562FA6984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7FAAF1-D1E5-D119-83DA-F3C8416E1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A539E6-D7C7-42BE-B2BA-B74718022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8090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B174F68-E472-4B1A-048B-C803DF788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743096" y="-782320"/>
            <a:ext cx="9335309" cy="320829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B90C4A0-510D-6F20-1194-6194410C6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1711" y="1932332"/>
            <a:ext cx="6455815" cy="299333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9A04A60-F282-9659-884D-80B2ACD2F4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8765" y="4721723"/>
            <a:ext cx="4724809" cy="157747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9F0A751-EC36-1B41-C9EA-1B5A737A13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800" y="6543040"/>
            <a:ext cx="2301439" cy="1615580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ACB0F75-52BB-3672-0453-AB9DE2C7333B}"/>
              </a:ext>
            </a:extLst>
          </p:cNvPr>
          <p:cNvCxnSpPr/>
          <p:nvPr/>
        </p:nvCxnSpPr>
        <p:spPr>
          <a:xfrm>
            <a:off x="-731520" y="1148080"/>
            <a:ext cx="2316480" cy="1127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E99D79C-1FBA-3C6C-71B3-D84D8B40CDD2}"/>
              </a:ext>
            </a:extLst>
          </p:cNvPr>
          <p:cNvCxnSpPr>
            <a:cxnSpLocks/>
          </p:cNvCxnSpPr>
          <p:nvPr/>
        </p:nvCxnSpPr>
        <p:spPr>
          <a:xfrm>
            <a:off x="2904689" y="3050983"/>
            <a:ext cx="702111" cy="17851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8624765-B05C-55D8-B274-87BF7609A20F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3778451" y="5565653"/>
            <a:ext cx="3303069" cy="977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E3D4BBE-456E-54D6-8B19-6BC68EF16AA8}"/>
              </a:ext>
            </a:extLst>
          </p:cNvPr>
          <p:cNvSpPr txBox="1"/>
          <p:nvPr/>
        </p:nvSpPr>
        <p:spPr>
          <a:xfrm>
            <a:off x="11017443" y="-1504233"/>
            <a:ext cx="3810000" cy="9510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설명과 목적이 있을 것</a:t>
            </a:r>
            <a:endParaRPr lang="en-US" altLang="ko-KR"/>
          </a:p>
          <a:p>
            <a:r>
              <a:rPr lang="ko-KR" altLang="en-US"/>
              <a:t>프로젝트 설명</a:t>
            </a:r>
            <a:r>
              <a:rPr lang="en-US" altLang="ko-KR"/>
              <a:t>, </a:t>
            </a:r>
            <a:r>
              <a:rPr lang="ko-KR" altLang="en-US"/>
              <a:t>하드웨어 구성</a:t>
            </a:r>
            <a:endParaRPr lang="en-US" altLang="ko-KR"/>
          </a:p>
          <a:p>
            <a:r>
              <a:rPr lang="ko-KR" altLang="en-US"/>
              <a:t>소프트웨어 설명 간략하게 </a:t>
            </a:r>
            <a:endParaRPr lang="en-US" altLang="ko-KR"/>
          </a:p>
          <a:p>
            <a:r>
              <a:rPr lang="ko-KR" altLang="en-US"/>
              <a:t>결과 값</a:t>
            </a:r>
            <a:r>
              <a:rPr lang="en-US" altLang="ko-KR"/>
              <a:t>(</a:t>
            </a:r>
            <a:r>
              <a:rPr lang="ko-KR" altLang="en-US"/>
              <a:t>최대</a:t>
            </a:r>
            <a:r>
              <a:rPr lang="en-US" altLang="ko-KR"/>
              <a:t>, </a:t>
            </a:r>
            <a:r>
              <a:rPr lang="ko-KR" altLang="en-US"/>
              <a:t>최소</a:t>
            </a:r>
            <a:r>
              <a:rPr lang="en-US" altLang="ko-KR"/>
              <a:t> </a:t>
            </a:r>
            <a:r>
              <a:rPr lang="ko-KR" altLang="en-US"/>
              <a:t>성능</a:t>
            </a:r>
            <a:r>
              <a:rPr lang="en-US" altLang="ko-KR"/>
              <a:t>)</a:t>
            </a:r>
          </a:p>
          <a:p>
            <a:r>
              <a:rPr lang="ko-KR" altLang="en-US"/>
              <a:t>개요 </a:t>
            </a:r>
            <a:r>
              <a:rPr lang="en-US" altLang="ko-KR"/>
              <a:t>-&gt; </a:t>
            </a:r>
            <a:r>
              <a:rPr lang="ko-KR" altLang="en-US"/>
              <a:t>어떤 흐름으로 갈것인가</a:t>
            </a:r>
            <a:r>
              <a:rPr lang="en-US" altLang="ko-KR"/>
              <a:t>? 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/>
              <a:t>Moudule </a:t>
            </a:r>
            <a:r>
              <a:rPr lang="ko-KR" altLang="en-US"/>
              <a:t>구성 </a:t>
            </a:r>
            <a:endParaRPr lang="en-US" altLang="ko-KR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/>
              <a:t>보드 정보 </a:t>
            </a:r>
            <a:endParaRPr lang="en-US" altLang="ko-KR"/>
          </a:p>
          <a:p>
            <a:r>
              <a:rPr lang="en-US" altLang="ko-KR"/>
              <a:t>-&gt; </a:t>
            </a:r>
            <a:r>
              <a:rPr lang="ko-KR" altLang="en-US"/>
              <a:t>블록 다이어그램</a:t>
            </a:r>
            <a:endParaRPr lang="en-US" altLang="ko-KR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/>
              <a:t>보드에 어떻게 </a:t>
            </a:r>
            <a:r>
              <a:rPr lang="en-US" altLang="ko-KR"/>
              <a:t>I/O pin </a:t>
            </a:r>
            <a:r>
              <a:rPr lang="ko-KR" altLang="en-US"/>
              <a:t>구성했는지 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/>
              <a:t>환경 </a:t>
            </a:r>
            <a:r>
              <a:rPr lang="en-US" altLang="ko-KR"/>
              <a:t>– WSL –ubuntu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/>
              <a:t>검증은 어떻게 했는가</a:t>
            </a:r>
            <a:r>
              <a:rPr lang="en-US" altLang="ko-KR"/>
              <a:t>? 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/>
              <a:t>시뮬레이션 플랜</a:t>
            </a:r>
            <a:r>
              <a:rPr lang="en-US" altLang="ko-KR"/>
              <a:t> -&gt; </a:t>
            </a:r>
            <a:r>
              <a:rPr lang="ko-KR" altLang="en-US"/>
              <a:t>값을 어떤 범위에서 몇나노씩 딜레이를 줘서 했는가</a:t>
            </a:r>
            <a:r>
              <a:rPr lang="en-US" altLang="ko-KR"/>
              <a:t>? 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/>
          </a:p>
          <a:p>
            <a:r>
              <a:rPr lang="en-US" altLang="ko-KR"/>
              <a:t>-&gt; </a:t>
            </a:r>
            <a:r>
              <a:rPr lang="ko-KR" altLang="en-US"/>
              <a:t>웨이브 폼 설명</a:t>
            </a:r>
            <a:endParaRPr lang="en-US" altLang="ko-KR"/>
          </a:p>
          <a:p>
            <a:endParaRPr lang="en-US" altLang="ko-KR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/>
              <a:t>이를 통해 뭘 알았는가</a:t>
            </a:r>
            <a:r>
              <a:rPr lang="en-US" altLang="ko-KR"/>
              <a:t>?</a:t>
            </a:r>
          </a:p>
          <a:p>
            <a:r>
              <a:rPr lang="en-US" altLang="ko-KR"/>
              <a:t>- FPGA </a:t>
            </a:r>
            <a:r>
              <a:rPr lang="ko-KR" altLang="en-US"/>
              <a:t>보드 </a:t>
            </a:r>
            <a:r>
              <a:rPr lang="en-US" altLang="ko-KR"/>
              <a:t>I/O pin</a:t>
            </a:r>
            <a:r>
              <a:rPr lang="ko-KR" altLang="en-US"/>
              <a:t>을 </a:t>
            </a:r>
            <a:r>
              <a:rPr lang="en-US" altLang="ko-KR"/>
              <a:t>Master 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입출력 범위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테스트 벤치도 작성해야함 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경계값</a:t>
            </a:r>
            <a:r>
              <a:rPr lang="en-US" altLang="ko-KR"/>
              <a:t>, </a:t>
            </a:r>
            <a:r>
              <a:rPr lang="ko-KR" altLang="en-US"/>
              <a:t>트리값</a:t>
            </a:r>
            <a:r>
              <a:rPr lang="en-US" altLang="ko-KR"/>
              <a:t>? </a:t>
            </a:r>
            <a:r>
              <a:rPr lang="ko-KR" altLang="en-US"/>
              <a:t> 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AI</a:t>
            </a:r>
            <a:r>
              <a:rPr lang="ko-KR" altLang="en-US"/>
              <a:t>가 평가한 검증</a:t>
            </a:r>
            <a:r>
              <a:rPr lang="en-US" altLang="ko-KR"/>
              <a:t>? </a:t>
            </a:r>
            <a:r>
              <a:rPr lang="ko-KR" altLang="en-US"/>
              <a:t>뭘 잘했고 뭘 잘못했느낙</a:t>
            </a:r>
            <a:r>
              <a:rPr lang="en-US" altLang="ko-KR"/>
              <a:t>?</a:t>
            </a:r>
            <a:endParaRPr lang="ko-KR" altLang="en-US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E8E7EBA0-14AC-F944-76A4-4BE9C4185F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522521" y="3250915"/>
            <a:ext cx="6447079" cy="329212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EDA74B6F-8266-A55C-6266-60A2AAA0CE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5438693" y="6665909"/>
            <a:ext cx="6363251" cy="160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666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84250-C57D-F9F0-C2FE-E8C7E2FE3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AA95FBF-5AAA-B15A-2343-A1EB11DE4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248095" cy="268247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935AF02-E1DB-CA84-191A-4B0145976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18453"/>
            <a:ext cx="11278577" cy="167654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8EE4D81-D74E-3B53-1B29-5D1BBB65B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2" y="3294998"/>
            <a:ext cx="11255715" cy="176799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4F7F68A-08EA-1D61-DDCC-FA1A20B0D88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659"/>
          <a:stretch>
            <a:fillRect/>
          </a:stretch>
        </p:blipFill>
        <p:spPr>
          <a:xfrm>
            <a:off x="46300" y="5051416"/>
            <a:ext cx="11232277" cy="1740029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4A56181E-0DBA-08A7-EF72-E704F1A14919}"/>
              </a:ext>
            </a:extLst>
          </p:cNvPr>
          <p:cNvCxnSpPr/>
          <p:nvPr/>
        </p:nvCxnSpPr>
        <p:spPr>
          <a:xfrm>
            <a:off x="11401063" y="1018572"/>
            <a:ext cx="0" cy="40328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59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D7ED2EDE-5879-A10C-1C66-6F2386B7E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163705" y="136875"/>
            <a:ext cx="6447079" cy="329212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7738AC3-6B07-2D3A-BB15-FC90B6CE8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79877" y="3598618"/>
            <a:ext cx="6363251" cy="1607959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C669315A-3725-D830-0F78-E2EE371B41D6}"/>
              </a:ext>
            </a:extLst>
          </p:cNvPr>
          <p:cNvGrpSpPr/>
          <p:nvPr/>
        </p:nvGrpSpPr>
        <p:grpSpPr>
          <a:xfrm>
            <a:off x="1914144" y="940478"/>
            <a:ext cx="5210556" cy="3653384"/>
            <a:chOff x="2127504" y="306494"/>
            <a:chExt cx="5210556" cy="3653384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3F324479-6974-7009-95DF-D535B596FE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9921" b="94246" l="9987" r="89881">
                          <a14:foregroundMark x1="84458" y1="38294" x2="77546" y2="38442"/>
                          <a14:foregroundMark x1="67097" y1="75174" x2="63128" y2="74306"/>
                          <a14:foregroundMark x1="62136" y1="90451" x2="54630" y2="90451"/>
                          <a14:foregroundMark x1="43585" y1="90451" x2="35086" y2="89856"/>
                          <a14:foregroundMark x1="37269" y1="90749" x2="31151" y2="90749"/>
                          <a14:foregroundMark x1="29365" y1="90749" x2="24802" y2="90451"/>
                          <a14:foregroundMark x1="24802" y1="89410" x2="22255" y2="89410"/>
                          <a14:foregroundMark x1="21660" y1="89261" x2="21660" y2="89261"/>
                          <a14:foregroundMark x1="21065" y1="90154" x2="21065" y2="90154"/>
                          <a14:foregroundMark x1="36276" y1="90451" x2="37269" y2="90451"/>
                          <a14:foregroundMark x1="49306" y1="87773" x2="43386" y2="88070"/>
                          <a14:foregroundMark x1="36276" y1="84821" x2="30556" y2="53844"/>
                          <a14:foregroundMark x1="30556" y1="53844" x2="30556" y2="53844"/>
                          <a14:foregroundMark x1="29167" y1="28075" x2="27579" y2="27480"/>
                          <a14:foregroundMark x1="26786" y1="25248" x2="26786" y2="25248"/>
                          <a14:foregroundMark x1="61343" y1="15625" x2="51091" y2="29117"/>
                          <a14:foregroundMark x1="51091" y1="29117" x2="51091" y2="29117"/>
                          <a14:foregroundMark x1="62731" y1="46156" x2="62533" y2="49851"/>
                          <a14:foregroundMark x1="68849" y1="68973" x2="64683" y2="77381"/>
                          <a14:foregroundMark x1="64683" y1="77381" x2="64848" y2="69643"/>
                          <a14:foregroundMark x1="64848" y1="69643" x2="65906" y2="74603"/>
                          <a14:foregroundMark x1="62930" y1="93105" x2="32903" y2="94246"/>
                          <a14:foregroundMark x1="32903" y1="94246" x2="30556" y2="90749"/>
                          <a14:foregroundMark x1="77546" y1="38442" x2="70635" y2="37103"/>
                          <a14:foregroundMark x1="77943" y1="47768" x2="77943" y2="57937"/>
                          <a14:foregroundMark x1="77943" y1="57937" x2="78142" y2="63492"/>
                          <a14:foregroundMark x1="79332" y1="59028" x2="74603" y2="64658"/>
                          <a14:foregroundMark x1="73016" y1="70288" x2="73710" y2="78819"/>
                          <a14:foregroundMark x1="73710" y1="78819" x2="69246" y2="79936"/>
                        </a14:backgroundRemoval>
                      </a14:imgEffect>
                    </a14:imgLayer>
                  </a14:imgProps>
                </a:ext>
              </a:extLst>
            </a:blip>
            <a:srcRect l="10612" t="11653" r="14963"/>
            <a:stretch>
              <a:fillRect/>
            </a:stretch>
          </p:blipFill>
          <p:spPr>
            <a:xfrm rot="16200000">
              <a:off x="3086720" y="-652722"/>
              <a:ext cx="3292124" cy="5210556"/>
            </a:xfrm>
            <a:prstGeom prst="rect">
              <a:avLst/>
            </a:prstGeom>
          </p:spPr>
        </p:pic>
        <p:sp>
          <p:nvSpPr>
            <p:cNvPr id="23" name="왼쪽 중괄호 22">
              <a:extLst>
                <a:ext uri="{FF2B5EF4-FFF2-40B4-BE49-F238E27FC236}">
                  <a16:creationId xmlns:a16="http://schemas.microsoft.com/office/drawing/2014/main" id="{7C159D6F-57B6-3C48-67C9-9CE7FAE58847}"/>
                </a:ext>
              </a:extLst>
            </p:cNvPr>
            <p:cNvSpPr/>
            <p:nvPr/>
          </p:nvSpPr>
          <p:spPr>
            <a:xfrm rot="16200000">
              <a:off x="3620074" y="2507552"/>
              <a:ext cx="213360" cy="2007490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왼쪽 중괄호 24">
              <a:extLst>
                <a:ext uri="{FF2B5EF4-FFF2-40B4-BE49-F238E27FC236}">
                  <a16:creationId xmlns:a16="http://schemas.microsoft.com/office/drawing/2014/main" id="{B5E2B92C-7B53-9977-5398-8113D1119654}"/>
                </a:ext>
              </a:extLst>
            </p:cNvPr>
            <p:cNvSpPr/>
            <p:nvPr/>
          </p:nvSpPr>
          <p:spPr>
            <a:xfrm rot="16200000">
              <a:off x="5658049" y="2510599"/>
              <a:ext cx="213360" cy="2007493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35F9491-770D-72BD-8A63-DC88BFFE56EC}"/>
                </a:ext>
              </a:extLst>
            </p:cNvPr>
            <p:cNvSpPr txBox="1"/>
            <p:nvPr/>
          </p:nvSpPr>
          <p:spPr>
            <a:xfrm>
              <a:off x="3332610" y="3590546"/>
              <a:ext cx="1493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i_b[7:0]</a:t>
              </a:r>
              <a:endParaRPr lang="ko-KR" alt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3F782F3-CC02-2B54-9E23-11B5BC5CFC71}"/>
                </a:ext>
              </a:extLst>
            </p:cNvPr>
            <p:cNvSpPr txBox="1"/>
            <p:nvPr/>
          </p:nvSpPr>
          <p:spPr>
            <a:xfrm>
              <a:off x="5277236" y="3566162"/>
              <a:ext cx="1493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i_a[7:0]</a:t>
              </a:r>
              <a:endParaRPr lang="ko-KR" altLang="en-US"/>
            </a:p>
          </p:txBody>
        </p:sp>
      </p:grp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973BF9FE-0509-58D5-2C98-E523E4E6203B}"/>
              </a:ext>
            </a:extLst>
          </p:cNvPr>
          <p:cNvSpPr/>
          <p:nvPr/>
        </p:nvSpPr>
        <p:spPr>
          <a:xfrm>
            <a:off x="2503552" y="3422903"/>
            <a:ext cx="2037973" cy="581097"/>
          </a:xfrm>
          <a:prstGeom prst="roundRect">
            <a:avLst/>
          </a:prstGeom>
          <a:solidFill>
            <a:srgbClr val="FFC000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25667127-EDA0-A33E-C098-3561E7AECEFE}"/>
              </a:ext>
            </a:extLst>
          </p:cNvPr>
          <p:cNvSpPr/>
          <p:nvPr/>
        </p:nvSpPr>
        <p:spPr>
          <a:xfrm>
            <a:off x="4541525" y="3424880"/>
            <a:ext cx="2037973" cy="581097"/>
          </a:xfrm>
          <a:prstGeom prst="roundRect">
            <a:avLst/>
          </a:prstGeom>
          <a:solidFill>
            <a:srgbClr val="FFC000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9106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90730E-0CA0-F837-904B-A55A28789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A2BD6A-2FF8-9498-DA44-518985693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E56304-D1F5-105A-B69A-5DCCA0D0C5F9}"/>
              </a:ext>
            </a:extLst>
          </p:cNvPr>
          <p:cNvSpPr txBox="1"/>
          <p:nvPr/>
        </p:nvSpPr>
        <p:spPr>
          <a:xfrm>
            <a:off x="3048000" y="3298195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/>
              <a:t>b[0]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416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1413C-C6CE-E2F5-0645-5A51FCCB4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C0C02C5-A01E-C89C-F23A-39FDD74DE9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21" b="94246" l="9987" r="89881">
                        <a14:foregroundMark x1="84458" y1="38294" x2="77546" y2="38442"/>
                        <a14:foregroundMark x1="67097" y1="75174" x2="63128" y2="74306"/>
                        <a14:foregroundMark x1="62136" y1="90451" x2="54630" y2="90451"/>
                        <a14:foregroundMark x1="43585" y1="90451" x2="35086" y2="89856"/>
                        <a14:foregroundMark x1="37269" y1="90749" x2="31151" y2="90749"/>
                        <a14:foregroundMark x1="29365" y1="90749" x2="24802" y2="90451"/>
                        <a14:foregroundMark x1="24802" y1="89410" x2="22255" y2="89410"/>
                        <a14:foregroundMark x1="21660" y1="89261" x2="21660" y2="89261"/>
                        <a14:foregroundMark x1="21065" y1="90154" x2="21065" y2="90154"/>
                        <a14:foregroundMark x1="36276" y1="90451" x2="37269" y2="90451"/>
                        <a14:foregroundMark x1="49306" y1="87773" x2="43386" y2="88070"/>
                        <a14:foregroundMark x1="36276" y1="84821" x2="30556" y2="53844"/>
                        <a14:foregroundMark x1="30556" y1="53844" x2="30556" y2="53844"/>
                        <a14:foregroundMark x1="29167" y1="28075" x2="27579" y2="27480"/>
                        <a14:foregroundMark x1="26786" y1="25248" x2="26786" y2="25248"/>
                        <a14:foregroundMark x1="61343" y1="15625" x2="51091" y2="29117"/>
                        <a14:foregroundMark x1="51091" y1="29117" x2="51091" y2="29117"/>
                        <a14:foregroundMark x1="62731" y1="46156" x2="62533" y2="49851"/>
                        <a14:foregroundMark x1="68849" y1="68973" x2="64683" y2="77381"/>
                        <a14:foregroundMark x1="64683" y1="77381" x2="64848" y2="69643"/>
                        <a14:foregroundMark x1="64848" y1="69643" x2="65906" y2="74603"/>
                        <a14:foregroundMark x1="62930" y1="93105" x2="32903" y2="94246"/>
                        <a14:foregroundMark x1="32903" y1="94246" x2="30556" y2="90749"/>
                        <a14:foregroundMark x1="77546" y1="38442" x2="70635" y2="37103"/>
                        <a14:foregroundMark x1="77943" y1="47768" x2="77943" y2="57937"/>
                        <a14:foregroundMark x1="77943" y1="57937" x2="78142" y2="63492"/>
                        <a14:foregroundMark x1="79332" y1="59028" x2="74603" y2="64658"/>
                        <a14:foregroundMark x1="73016" y1="70288" x2="73710" y2="78819"/>
                        <a14:foregroundMark x1="73710" y1="78819" x2="69246" y2="799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4934331" y="223647"/>
            <a:ext cx="4423410" cy="589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004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7BA05-7CC9-A12A-201B-C9166604A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8101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2C306-ECDC-5AA2-A63E-1DA15F673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525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CD22D-C537-BC28-D62B-3B1403FFB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2676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E374D-3F65-5F72-A81F-EAF33C068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5645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6E704-95AA-DFE0-D6E3-0F9D7FBB7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753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113</Words>
  <Application>Microsoft Office PowerPoint</Application>
  <PresentationFormat>와이드스크린</PresentationFormat>
  <Paragraphs>33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안성 정</dc:creator>
  <cp:lastModifiedBy>안성 정</cp:lastModifiedBy>
  <cp:revision>1</cp:revision>
  <dcterms:created xsi:type="dcterms:W3CDTF">2026-10-01T06:30:12Z</dcterms:created>
  <dcterms:modified xsi:type="dcterms:W3CDTF">2026-10-01T08:08:08Z</dcterms:modified>
</cp:coreProperties>
</file>