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5" r:id="rId12"/>
    <p:sldId id="267" r:id="rId13"/>
  </p:sldIdLst>
  <p:sldSz cx="25199975" cy="215995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8" autoAdjust="0"/>
    <p:restoredTop sz="94660"/>
  </p:normalViewPr>
  <p:slideViewPr>
    <p:cSldViewPr snapToGrid="0">
      <p:cViewPr>
        <p:scale>
          <a:sx n="25" d="100"/>
          <a:sy n="25" d="100"/>
        </p:scale>
        <p:origin x="715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2.3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91 1777,'0'0'19697,"0"-14"-18801,0-29-520,0 10 5947,16 33-6493,-8 1 174,-1 0 0,0 0 0,0 0 0,0 1 0,0 1 0,0-1 0,0 1 0,-1 0 0,1 0 0,-1 1 0,8 6 0,15 11 6,28 28 0,-50-43-20,12 14-5,0 0 0,-1 1 0,-1 1 0,-2 0 0,0 1-1,15 32 1,61 157-71,-88-204 78,36 113 65,28 147 0,-42-161-35,-7-33 14,-3 2-1,-3-1 0,3 137 1,-6-52-68,1 19-48,-10 1302 490,0-1479-439,8-2-1938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2.8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16 170 17128,'0'0'11026,"-5"21"-10594,2-8-400,0 0 0,1-1 0,1 1 0,0 1 0,1 24 1,4-22 2,0-1 0,0 1 1,2-1-1,0 0 0,10 18 1,-11-22-19,31 66 75,120 238 267,-145-296-330,96 194 281,109 173-126,-211-376-181,-4-9-2,-1 0-1,0-1 1,1 1-1,-1 0 1,0 0-1,1-1 1,-1 1-1,1 0 1,0-1-1,-1 1 1,1 0-1,-1-1 1,1 1-1,0-1 0,-1 1 1,1-1-1,0 1 1,0-1-1,0 0 1,-1 1-1,2-1 1,48 2-7,-50-2 6,4 0 3,0 0 1,-1-1-1,1 0 0,0 1 1,-1-1-1,1-1 1,-1 1-1,1-1 0,-1 1 1,0-1-1,1 0 1,-1 0-1,0 0 0,0-1 1,-1 1-1,1-1 1,0 1-1,-1-1 0,1 0 1,2-5-1,3-5 17,0-1-1,0 0 1,7-21 0,-14 32-16,25-66 34,19-44-1,9-16-27,11-22-68,-33 91 14,-11 22-192,-2-1-1,-1 0 1,22-75-1,-24 39-1933,10-109-1,-18 13-5699,-8 23-7243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6.8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1 170 17416,'0'0'6787,"0"-134"-6787,30 116 128,-21 0 112,-9 90-21546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7.4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836 1 10565,'0'0'13163,"-30"46"-12973,-9 14-154,-48 104 0,71-122-17,2 2 1,2 0 0,-7 46-1,14-66 1,-78 335 1100,-201 548-1,90-439-818,178-436-329,11-24-18,0 2 1,0-1 0,1 0 0,0 1 0,1 0 0,0 0-1,0 0 1,1 0 0,-1 12 0,53-20-17315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7.9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164 163 7700,'0'0'14702,"-32"75"-14440,-87 240-220,116-304-39,0 1-1,0 0 0,1 0 1,1 1-1,0-1 0,1 15 0,1-21 0,0-1 0,0 0 0,0 0 0,0 0-1,1 0 1,0 0 0,0 0 0,5 7-1,-1-2-9,1 0 0,0 0 0,0-1-1,1 0 1,0 0 0,1-1 0,0 0-1,0 0 1,0-1 0,1 0 0,0-1-1,1 0 1,-1-1 0,1 0 0,0-1-1,1 0 1,-1 0 0,1-1 0,-1-1-1,1 0 1,24 1 0,-16-3-15,-7 0-9,0 0 0,0 0 0,0-1 0,0-1 1,15-3-1,-22 2 17,-1 1 0,0 0 0,1-1 0,-1 0 0,0 0 0,0-1 1,-1 0-1,1 1 0,-1-1 0,0-1 0,0 1 0,0-1 0,0 1 0,4-9 0,6-12-36,-1 0-1,-1-1 0,-1 0 1,7-31-1,-4 10-71,10-79 0,-19 62 116,-4-96 0,-2 83 101,1 69-86,0 0 1,0 0-1,-1 0 0,0 0 0,0 0 0,-1 1 0,0-1 0,0 0 0,-1 1 0,-5-12 1,6 16-6,-1 0 0,0 0 0,1 0 1,-1 0-1,0 0 0,0 1 0,-1-1 0,1 1 1,-1 0-1,1 0 0,-1 0 0,1 0 1,-1 1-1,0-1 0,0 1 0,0 0 1,0 0-1,0 1 0,0-1 0,-6 1 1,-189-3 378,105 4 4,92-1-386,0 0-1,1 0 1,-1 0-1,0 0 1,1 0 0,-1 0-1,0 1 1,1-1-1,-1 0 1,1 1 0,-1 0-1,1-1 1,-1 1-1,1 0 1,-1 0 0,1-1-1,0 1 1,-1 0-1,1 1 1,0-1 0,0 0-1,0 0 1,-1 0-1,1 1 1,1-1 0,-1 0-1,0 1 1,0-1-1,0 3 1,-1 4-21,0 1-1,1-1 1,0 1 0,1-1-1,0 13 1,0-6-10,-1 79-199,6 158-6466,-5-245 5987,1 0 0,1 0-1,-1 0 1,1 0 0,1 0-1,-1 0 1,1-1 0,4 8-1,2-1-2337,0-1 1,18 18-1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0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1 0 5458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3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5458,'519'102'8741,"-512"-101"-8494,0 0 1,-1 1 0,1 0-1,0 0 1,-1 1 0,1 0 0,-1 0-1,8 5 1,-14-7-209,0-1 0,1 1-1,-1 0 1,0-1 0,0 1 0,0 0-1,1 0 1,-1-1 0,0 1 0,0 0-1,0 0 1,0-1 0,0 1 0,-1 0-1,1-1 1,0 1 0,0 0 0,0-1-1,-1 1 1,1 0 0,0-1 0,-1 1-1,1 0 1,0-1 0,-1 1 0,1-1-1,-1 1 1,1 0 0,-1-1 0,1 1-1,-1-1 1,1 0 0,-1 1 0,-1 0-1,-4 6 234,-1 3-27,1 1-1,0 0 0,0 0 0,2 1 1,-1-1-1,1 1 0,1 0 1,0 0-1,1 0 0,-2 20 0,-1 138 1092,5-128-1346,0 243 791,0-283-771,0 1-1,-1-1 0,1 0 1,0 1-1,1-1 0,-1 0 0,0 1 1,1-1-1,-1 0 0,1 0 0,-1 1 1,1-1-1,0 0 0,0 0 1,0 0-1,0 0 0,1 0 0,-1 0 1,1 0-1,-1-1 0,1 1 0,-1 0 1,4 2-1,0-2-20,0-1 0,1 0 0,-1 1 0,0-2 0,0 1 0,1-1 0,-1 1 0,10-2 0,-2 1-22,4 0-6,-9 1 22,0-1 1,0 0 0,-1 0 0,1-1-1,0 1 1,-1-2 0,1 1 0,0-1-1,-1 0 1,0-1 0,1 0 0,11-7-1,-7 0 12,0 0 0,-1-1-1,-1-1 1,0 0-1,15-23 1,39-72-33,-64 106 36,15-27-35,-2-1 0,-1-1 0,-1 0 1,-1-1-1,-2 1 0,7-58 0,-7-1 95,-5-94 1,-3 132 50,0 50-105,0 0-1,0 0 1,0 1-1,-1-1 1,1 0-1,0 1 0,0-1 1,-1 0-1,1 1 1,0-1-1,-1 0 1,1 1-1,-1-1 0,1 0 1,0 1-1,-1-1 1,0 1-1,1-1 1,-1 1-1,1 0 1,-1-1-1,1 1 0,-1-1 1,0 1-1,1 0 1,-1 0-1,0-1 1,1 1-1,-1 0 1,0 0-1,0 0 0,1 0 1,-1 0-1,0 0 1,0 0-1,1 0 1,-1 0-1,0 0 0,1 0 1,-1 0-1,0 0 1,0 1-1,1-1 1,-2 1-1,-6-1 37,-216 0 470,219 0-506,0 0 0,1 0 0,-1 0 0,0 1 0,0 0 0,1 0 1,-1 0-1,1 1 0,-1-1 0,1 1 0,-1 0 0,1 0 0,-6 5 0,6-3-12,-1 0 0,1 0-1,0 1 1,1 0-1,-1 0 1,1 0 0,0 0-1,0 0 1,1 0-1,-4 12 1,-1 3-366,1 1 1,1 0-1,0 0 1,2 1-1,1-1 1,0 33-1,2-2-2448,0-50 2622,-1-1 0,1 0 1,0 0-1,0 0 0,0 1 0,0-1 1,0 0-1,0 0 0,0 0 0,1 1 0,-1-1 1,0 0-1,1 0 0,-1 0 0,0 0 1,1 1-1,0-1 0,-1 0 0,1 0 1,-1 0-1,1 0 0,0 0 0,1 1 1,3-1-784,-1 0 1,1 0-1,0 0 0,-1-1 1,1 1-1,9-2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8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282 0 112,'0'0'16933,"0"28"-15015,0 102-334,-4 306 1145,-3-309-2163,-34 188 1,-4-103-13,-115 323 1,149-510-581,10-22 2,-1 1-1,0 0 1,1 0 0,0-1-1,0 1 1,0 0 0,0 0-1,0 8 1,1-9-656,0-13-2663,-1-46 2270,0 9 921,7-71 0,-4 106 188,0 0 0,1 1 0,1-1 0,0 1 0,0 0-1,1 0 1,1 0 0,0 1 0,0 0 0,1 0 0,0 0 0,1 1 0,0 0 0,0 0-1,1 1 1,0 0 0,1 1 0,16-10 0,14-6 214,1 2 0,1 2 0,68-21 0,-61 23-168,-5 1-41,190-62 470,-194 68-701,0 1 1,0 2-1,1 1 1,44 1 0,-84-9-1859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9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1 8980,'0'0'10325,"0"141"-9575,0 476 31,0-231 12,0-269-449,-3 214 550,-3-239-554,-25 139 0,-20 107 209,45-266-5613,3 2-5503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9.8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441 0 16888,'0'0'8764,"38"0"-7828,128 5-752,-151-4-172,1 1-1,-1 1 1,1 0-1,-1 1 1,0 1 0,28 13-1,-16-7 18,-6-4-13,-3 2-11,26 29 59,-44-36-72,1-2 15,26 0-155,-27 29 12,0-25 122,-1-1 1,1 0 0,-1 0 0,0 0-1,0 0 1,0 0 0,-1 0 0,1 0-1,-1 0 1,1-1 0,-1 1 0,0 0-1,0-1 1,0 1 0,-4 2-1,-42 35-117,38-33 125,-325 229-95,242-172-119,2 5 0,-134 132 1,144-138 173,80-63 39,0 1 0,0 0-1,0 0 1,0 0-1,1 0 1,-1 1-1,0-1 1,1 0 0,-1 0-1,1 0 1,-1 0-1,1 1 1,0-1 0,-1 0-1,1 0 1,0 1-1,0-1 1,0 0-1,0 1 1,0-1 0,0 0-1,0 0 1,1 1-1,-1-1 1,0 0-1,1 0 1,-1 1 0,1-1-1,-1 0 1,1 0-1,0 0 1,-1 0 0,1 0-1,0 0 1,0 0-1,0 0 1,0 0-1,0 0 1,0 0 0,0-1-1,0 1 1,0 0-1,0-1 1,0 1 0,0 0-1,0-1 1,1 0-1,-1 1 1,1-1 0,30 12 3,0-3 0,0 0 1,56 6-1,111 2 163,-121-14-30,145 28 0,-126-7-109,106 22-37,-155-45-1581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0.1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19 18024,'0'0'11157,"786"-18"-11045,-617 18-96,-20 0-16,-39 0-720,-41 0-897,11 0-1200,-80 62-2417,0 1-6052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1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946 0 12822,'0'0'12883,"-88"45"-12680,88-45-203,-357 200 72,345-191-64,0 0 1,0 0-1,1 1 1,1 1 0,-18 21-1,23-25 6,1 0 1,0 1-1,0-1 0,1 1 0,-4 13 0,5-16-3,-21 59 199,16-47-44,0 0 0,2 0-1,0 0 1,1 1 0,1 0 0,1 0-1,0 0 1,2 30 0,0-47-168,0-1 1,0 0-1,0 0 1,0 0-1,0 1 1,0-1-1,0 0 1,0 0-1,0 0 1,0 0-1,0 1 1,0-1-1,0 0 1,0 0-1,0 0 1,0 0-1,0 1 1,0-1-1,0 0 1,1 0-1,-1 0 1,0 0-1,0 1 1,0-1-1,0 0 1,0 0-1,0 0 1,1 0-1,-1 0 1,0 0-1,0 0 1,0 0-1,0 1 1,1-1-1,-1 0 1,0 0-1,0 0 1,0 0-1,0 0 1,1 0-1,-1 0 1,0 0-1,0 0 1,0 0-1,1 0 1,-1 0-1,0 0 1,0 0-1,0 0 1,0 0-1,1-1 1,-1 1-1,0 0 1,0 0-1,0 0 1,1 0-1,41 1-115,-15 1 41,38-4 1,-57 1 56,0 0 1,0 0 0,0-1 0,0 0 0,0-1-1,0 0 1,-1 0 0,1 0 0,7-6-1,-1-3-31,0 0 0,-1-2 0,0 1 0,-1-1-1,15-24 1,54-76-1200,128-242 0,-201 335 1089,-8 20 148,0 0 0,1 0 0,-1 0 0,0 0 0,0-1 0,1 1 0,-1 0 0,1 0 0,-1 0 0,1 0-1,0 0 1,-1 0 0,1 0 0,0 0 0,-1 0 0,1 0 0,0 0 0,0 1 0,0-1 0,0 0 0,0 0-1,0 1 1,2-2 0,-1 2-45,-1 9-4,14 71 320,7 133-1,-22 364 1427,-1-525-1477,-2 1 0,-15 72 0,5-72-14,-3-1 1,-33 73-1,-55 90 302,100-208-479,-40 81 168,-5-2-1,-3-2 1,-118 143-1,155-208-170,-2-1 1,0-1-1,-31 23 1,39-34-9,1 0 0,-1-1 0,0-1 0,-1 0 0,1 0 0,-1-1 0,0 0 0,0 0 0,0-1 0,-19 1 0,13-1-5,8-1-34,1 0 0,-1 0 0,0-1 0,0 0 0,1-1 0,-1 1 0,0-1 0,1-1 0,-1 1 0,1-2 0,-14-4 0,14 2-64,0-1-1,0 0 0,1 0 0,0 0 1,0-1-1,1 0 0,-1 0 1,2 0-1,-6-9 0,-1-5-190,1-1 0,-10-28 0,12 23 93,1 0 0,1-1 0,-3-46 1,5-87 137,4 134 56,0 23 2,-1-10 2,2 0-1,0-1 0,4-21 0,-4 31 1,1-1-1,0 1 1,0-1-1,1 1 1,-1 0-1,1 0 1,0 0-1,0 0 1,1 0 0,-1 1-1,1-1 1,0 1-1,5-4 1,14-8 45,0 0 1,1 1 0,1 2-1,43-18 1,114-30 421,-110 42-263,1 3 1,1 4-1,0 3 1,92 0-1,63 9-625,-224 0 273,0 0-1,0 1 1,0-1 0,-1 2-1,1-1 1,0 0-1,-1 1 1,1 0-1,-1 0 1,1 0-1,-1 0 1,0 1 0,0 0-1,0 0 1,0 0-1,0 0 1,-1 0-1,6 8 1,-3-3-496,0 1-1,0 0 1,-1 0 0,0 1-1,0 0 1,-1 0 0,4 15-1,-6-14-502,0 0-1,-1 0 1,0 0-1,-1 15 0,0-26 1146,0 64-7352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1.7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1 736 1217,'0'0'22890,"91"-9"-22621,295-33-154,-339 37-105,78-21 0,-114 22-10,0 0-1,-1-1 1,0 0-1,0-1 1,0 0-1,-1 0 1,15-13-1,-17 13 0,0 0-1,-1 0 1,0-1-1,0 0 1,-1 0-1,0 0 1,0-1-1,-1 1 1,0-1-1,0 0 1,4-14-1,-3 4-12,-2 1 0,0-1 0,-1 1 0,0-35 0,-2-221-1002,0 267 959,0 1 0,0 0 0,0 0 0,0-1 0,-1 1 1,0 0-1,0 0 0,-1 0 0,1-1 0,-1 1 0,0 1 0,0-1 1,-5-7-1,4 10 19,0-1 1,0 1-1,0-1 0,-1 1 1,1 0-1,-1 0 1,0 1-1,1-1 1,-1 1-1,0 0 0,0 0 1,0 0-1,0 0 1,0 0-1,0 1 0,0 0 1,0 0-1,-6 1 1,-138-1-225,136 0 300,-1 1 0,0 1 0,0 0 1,1 1-1,-1 1 0,1-1 0,0 2 0,0 0 0,1 0 0,-1 1 0,1 1 0,0-1 0,1 2 0,-12 9 0,-12 15 304,2 0-1,-47 62 1,50-59-158,4-3 111,0 2 0,2 0 1,-29 59-1,41-67-146,0 0 0,1 1 0,2 0 0,1 0 1,1 1-1,-3 34 0,5 118 272,5-124-290,-2-46-106,1 0-1,0-1 1,1 1 0,0 0-1,0 0 1,1-1 0,1 1-1,-1-1 1,2 1 0,-1-1-1,1 0 1,0 0 0,1-1-1,0 1 1,1-1 0,0 0 0,0 0-1,0-1 1,9 7 0,-6-5-8,2-1 1,-1 0 0,1-1 0,0 0-1,0-1 1,1 0 0,0 0 0,0-2 0,0 1-1,1-2 1,22 5 0,8-3-28,0-2 0,53-2 0,-53-2 3,-21 2-4,83-5-44,-93 3 31,0-1 0,-1 0-1,1-1 1,-1 0 0,1-1 0,17-9 0,-13 3-87,-1 0 1,1-2-1,-2 1 1,0-2 0,19-21-1,56-77-1144,-50 53-1138,51-102-1,-83 148 1547,-2 0 0,0-1-1,0 1 1,3-18 0,-5 12-1275,-2 0 0,0-25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2.1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1 147 14871,'0'0'9652,"0"115"-8403,0 383-468,0-199-228,0-217-400,8 206 329,-7-278-449,3 10 60,-3-20-89,0 1 0,0-1 1,0 1-1,-1-1 0,1 1 0,0-1 0,0 0 0,0 1 1,0-1-1,0 0 0,0 0 0,0 0 0,0 1 0,0-1 0,-1 0 1,1 0-1,0 0 0,2-1 0,0-1-10,5-15-55,32-128-351,-10 32 256,-12 47 152,112-375-276,-88 319 95,91-183 1,-115 271 190,1 0 1,1 2 0,42-50-1,-54 73 2,0 0 0,0 1-1,13-10 1,-17 15-1,0 0-1,0 1 1,1 0 0,-1 0-1,1 0 1,-1 1 0,1-1-1,0 1 1,-1 0 0,10-1-1,-1 1 18,-7 0 3,0 0 1,0 0-1,0 1 1,0 0-1,0 0 0,0 0 1,0 1-1,0-1 1,0 2-1,0-1 0,-1 1 1,1 0-1,0 0 1,8 4-1,-7 1 28,1 0 0,-1 1 0,0-1 0,-1 2 0,0-1 0,0 0 0,-1 1 0,7 16 0,32 85 342,-36-88-320,128 466 791,-123-433-845,85 467-1405,-86-346-1572,-11-67-2019,-1-27-5597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9.9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25 31582,'7076'0'0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04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607 206 688,'0'0'11237,"-8"-15"-10895,-26-48 621,32 58-538,-1-1 0,1 0-1,0 0 1,1 1 0,-2-10 0,3 14-322,0-1 1,-1 0-1,1 0 0,-1 0 0,1 1 1,-1-1-1,0 0 0,1 0 1,-1 1-1,0-1 0,0 1 0,0-1 1,0 1-1,-1-1 0,1 1 1,0 0-1,-1-1 0,-1 0 0,-73-49 2227,75 51-2260,1-1 1,-1 1 0,1 0 0,-1 0 0,0-1 0,1 1-1,-1 0 1,1 0 0,-1 0 0,0-1 0,1 1 0,-1 0 0,1 0-1,-1 0 1,0 0 0,1 0 0,-1 0 0,1 1 0,-1-1-1,0 0 1,1 0 0,-1 0 0,1 1 0,-1-1 0,1 0 0,-2 1-1,16 10-4,0 0 0,1-1 0,0-1 0,23 10 0,32 20 42,-36-18-97,51 34-22,88 73 0,-156-114 11,9 8 0,0 0 0,37 44 0,-33-28 2,-12-13 4,26 25 0,-36-40-8,0-1 1,0 1-1,-1 1 1,9 17 0,14 19-3,-24-40 5,-1-1 1,0 2-1,6 13 1,-9-17 0,0-1 0,0 1 0,0 0 0,0-1 0,0 1 0,1-1 1,-1 0-1,1 0 0,0 0 0,0 0 0,0-1 0,0 1 0,1-1 0,6 5 0,6-6 1999,-30-1-1587,-7 0-287,9-1-98,1 0 1,-1 1-1,1 1 1,0 0-1,-1 1 1,1 0-1,0 0 0,-13 6 1,3 3-16,0 1 1,-20 14-1,13-7 4,2-1 8,-45 27 10,2 4 0,-78 72 0,61-36-451,5 3 1,-109 152-1,87-71-1225,69-109 653,-84 123-5494,15-34-4793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09.4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219 127 8068,'0'0'11050,"-6"-21"-10460,-3-3-406,-15-56 2286,13 79-1151,10 1-1201,1 0 1,-1 0-1,0 0 0,1 0 1,-1 0-1,0 0 0,0 0 1,1 0-1,-1 0 0,0 0 0,1 0 1,-1 0-1,0 1 0,1-1 1,-1 0-1,0 0 0,1 1 1,-1-1-1,0 1 0,0 1-96,0-1 0,0 1 0,0 0 0,0 0 0,1 0 0,-1 0 0,1 0 0,0 0 0,-1 0 0,1 4 0,-34 212 154,8-65-125,-4-13-23,2-10-21,14-62-305,10-52 173,0-1 1,1 1-1,1 0 1,-1 18-1,10-34 8,167 9 77,-109-8 87,107 16-1,-133-10-182,0 2-1,-1 1 0,68 28 0,-103-37 42,0 1-1,0 0 0,-1 0 1,0 0-1,1 1 0,-1-1 1,0 0-1,0 1 0,0 0 1,0-1-1,0 1 0,-1 0 1,0 0-1,2 4 0,-1-3-61,0 2-107,0-1-1,0 0 1,0 1 0,-1 0 0,0-1 0,0 1 0,0 8 0,-1 10-3105,0-23 3171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09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11 152 11573,'-10'-44'5475,"10"26"-3234,0 0-1441,20 0-384,69 0-95,1-9-145,-21 18-176,-9 9-208,-10 0-769,-10 0-560,-1 0-1120,21 0-768,-30 0-145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0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184 0 176,'0'0'20567,"0"136"-19207,0 452-404,0-230-308,1-195-312,-15 442 857,12-579-1158,-30 281 258,23-252-269,-2 0-1,-2-1 0,-26 69 0,38-122-29,0 1 1,1 0-1,-1-1 0,0 1 1,1-1-1,-1 1 0,0-1 1,0 1-1,0-1 0,-1 0 1,1 1-1,0-1 0,0 0 1,-1 0-1,1 0 0,-1 0 1,1 0-1,-1 0 0,1 0 1,-1-1-1,0 1 0,1 0 1,-1-1-1,0 1 0,1-1 1,-1 0-1,0 0 0,0 0 0,1 1 1,-1-2-1,0 1 0,0 0 1,-2-1-1,-5 1-236,7 0-222,1-140-161,-1 107 456,1 1-1,1-1 0,2 0 0,1 0 0,14-58 1,-9 67 197,2 0-1,0 1 1,2 0 0,0 1 0,1 0 0,20-24 0,-4 12 62,0 2 1,67-57-1,8 9 215,-90 72-276,0-1 0,0 2 1,1 0-1,0 0 0,0 2 1,18-5-1,-28 10-328,0-1 0,0 1 1,1 0-1,-1 1 0,0-1 0,0 1 0,0 0 1,0 0-1,0 1 0,0-1 0,0 1 0,-1 0 1,1 1-1,0-1 0,-1 1 0,0 0 1,1 0-1,6 7 0,11 5-1894,19 6-3303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4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72 7379,'0'0'17929,"199"-71"-17897,-60 71-16,-20 0 0,-19 0-32,-21 0-385,-19 0-463,-10 0-224,0 9-545,9 36-1056,-9-10-1617,-10-26-1697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8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0 7379,'0'0'12083,"-13"105"-11354,-40 338-68,39-209-55,14-234-606,0 604 2249,0-556-2141,-12 84 1,8-109-103,-1-1 0,-1 1 0,-1-2 0,0 1 0,-21 38 0,27-59-76,1 0-1,-1 0 0,0 0 0,1 0 1,-1 1-1,0-2 0,0 1 0,0 0 1,0 0-1,0 0 0,0 0 0,0 0 1,0-1-1,0 1 0,0 0 0,0-1 1,0 1-1,-1-1 0,1 0 0,0 1 1,-2-1-1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179 0 8996,'0'0'8719,"-5"105"-7324,-15 344-10,15-102 492,5-255-1351,0 689 1534,-1-717-2043,-2 0 0,-4-1-1,-2 0 1,-3-1 0,-3 0 0,-35 93-1,0-13-26,48-138-20,25 1-194,83 16 342,173 13-1,-160-32-59,7 1-281,-124-4 190,0 1 1,0 0 0,0 1-1,0-1 1,0 0 0,0 0 0,0 1-1,-1-1 1,1 1 0,0 0-1,0 0 1,-1-1 0,1 1-1,0 0 1,-1 0 0,1 0-1,-1 1 1,1-1 0,-1 0 0,3 3-1,-3 0-121,0 0 0,0 0 0,0-1-1,0 1 1,-1 0 0,0 0 0,0 0-1,0 0 1,0 4 0,0 7-349,0 5-270,0 7-357,0-1-2775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6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3025,'0'0'18505,"159"-99"-18857,-89 99-721,10 36-736,9 27-1456,-39-19-1938,-30-8-2256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9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6451,'279'590'9989,"-279"-563"-6260,0 36-2176,0 44-849,0 19-432,0 17-128,0 0-112,0-17 49,0-19-81,0-26 32,0-10-32,0 10-465,0-1-703,0 19-833,0-28-1649,0-44-2417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2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432 1 4530,'0'0'15949,"-64"3"-15824,-200 21-82,258-23-42,0 0 0,0 1 0,0-1 0,0 1 0,0 1 0,0-1 0,1 1 0,-1 0 0,-8 7 0,12-8 0,0 0-1,0 0 1,1 0 0,-1 1-1,0-1 1,1 1 0,0-1-1,-1 1 1,1-1 0,0 1-1,0 0 1,0 2-1,-6 29 180,2 0 0,2 1-1,1-1 1,4 60 0,0-23 552,-3-67-713,2 0 0,-1 0 0,0 0 0,1 1 0,0-1 0,0 0 1,0 0-1,0 0 0,1 0 0,0-1 0,0 1 0,0 0 0,0-1 1,0 1-1,6 5 0,-4-5-6,1 0 0,0 0 0,0 0-1,0-1 1,0 0 0,1 0 0,-1 0 0,1-1 0,10 4 0,7-1-145,0-1 1,0-1 0,1-1-1,34-1 1,-28 0-311,-10-1-25,-1 0 1,26-4-1,-39 3 245,1-1 0,0 0-1,0 0 1,-1 0 0,1-1-1,-1 0 1,0 0 0,0-1-1,0 0 1,5-4 0,-5 3-231,0 1 0,-1-1 0,0 0 0,0-1-1,0 1 1,-1-1 0,0 0 0,0 0 0,-1-1 0,1 1 0,-1-1 0,0 1 0,-1-1 0,0 0 0,0 0 0,2-15 0,-1-57-6158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6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0 9236,'0'0'11979,"0"103"-10477,8 699-181,-6 44-879,-2-490-441,0-337-6,1 10-69,-1 1 0,-2 0 0,-1-1 0,-1 1 0,-8 31 0,11-58 53,0-1-1,1 1 0,-1-1 0,0 0 1,0 1-1,0-1 0,-1 0 0,1 0 0,-1 0 1,1 0-1,-1 0 0,1 0 0,-4 2 1,3-3-253,0 0 0,-1 0 0,1-1 0,-1 1 0,0-1 0,1 1 0,-1-1 0,1 0 0,-1 0-1,-4 0 1,7 0 274,0 0-28,-1 0 0,1 0-1,-1 0 1,0 0-1,1 0 1,-1 0-1,1 0 1,-1-1-1,1 1 1,-1 0-1,0 0 1,1 0 0,-1-1-1,1 1 1,-1 0-1,1 0 1,-1-1-1,1 1 1,0-1-1,-1 1 1,1 0-1,-1-1 1,1 1-1,0-1 1,-1 1 0,1-1-1,0 1 1,0-1-1,-1 1 1,1-1-1,0 1 1,0-1-1,0 1 1,-1-1-1,1 0 1,-2-19-90,0 0 0,1 0 1,2-28-1,0 5 122,-1-137 412,0 170-377,0 0 0,1 1 0,0-1 0,0 1 0,1 0 0,0-1 0,1 1 0,0 0 0,0 0 0,1 0 0,0 1 0,1-1 0,0 1 0,0 0 0,1 0 0,0 1 0,0 0-1,1 0 1,14-12 0,22-18 319,1 1-1,96-57 1,-9 32 82,-70 32-245,88-37 138,-97 46-280,-33 12-45,1 1 0,1 0 0,-1 2 1,31-5-1,-18 4-72,-27 5-379,-6 20-5446,0-13 4334,0 13-4738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13350,'0'0'9060,"358"402"-9060,-298-285-496,0 8-993,-40-26-1712,0-55-4307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3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1 11461,'0'0'11451,"-4"29"-11062,1-2-338,-10 137 318,12-145-287,1 0 1,1 0-1,1 0 0,1 0 0,0 0 1,2 0-1,8 24 0,-3-26 5,0 0 0,1-1 0,0-1 0,2 0 0,0 0 0,0-2 0,27 23 0,-31-29-59,1 0 0,-1 0-1,1-1 1,1 0-1,-1 0 1,1-2 0,-1 1-1,1-1 1,13 3-1,0-3 5,0-1-1,0-1 0,30-2 0,-48 1-18,-5-1-11,0 1 1,0-1 0,0 0-1,0 0 1,0 1-1,0-1 1,0 0 0,0 0-1,0 0 1,0 0-1,0 0 1,0 0 0,0-1-1,0 1 1,0 0 0,-1 0-1,1-1 1,0 1-1,0-1 1,0 1 0,0-1-1,0 1 1,0-1-1,-1 1 1,1-1 0,0 0-1,0 1 1,-1-1 0,1 0-1,0 0 1,-1 1-1,1-1 1,-1 0 0,1 0-1,-1 0 1,0 0-1,1 0 1,-1 0 0,0 0-1,1 0 1,-1 0 0,0 0-1,0-2 1,2-172 450,-2 107-373,0-78-136,0 141 39,0-1-1,-1 1 1,1 0-1,-1-1 0,0 1 1,0 0-1,-1 0 1,0 0-1,0 0 1,0 0-1,0 0 0,-5-7 1,2 7-32,0-1 0,0 1 0,0-1 0,-1 1 0,0 1 0,0-1 0,0 1 0,-9-4 0,7 4-64,0 1 0,-1 1-1,1 0 1,-1 0 0,0 0 0,0 1 0,1 0 0,-1 1 0,0 0 0,-14 2 0,-6-1-386,12-2 84,14 1 318,0-1 0,0 1 0,0-1 0,0 1 0,0 0 0,0 1 0,-1-1 0,1 0 0,0 1 0,0-1 0,0 1 0,0 0 0,0 0 0,0 1 0,0-1 0,1 0 0,-1 1 0,0 0 0,-2 2 0,0 2-188,1 1-1,0 1 1,0-1 0,1 0 0,-1 1 0,2 0 0,-1 0 0,1 0 0,0 0-1,0 14 1,-5 99-3422,6-68 1653,-1-29 604,0 0-1,-6 24 1,3-29-1150,-16 37-1,21-55 2538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3.6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1 207 6963,'0'0'15383,"577"-143"-14758,-448 116-353,-29 18-208,-31-18-64,-19 27-272,-20 0-801,-30 45-12709,0 8 5890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0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10821,'146'431'4885,"-144"-424"-4721,1-1 0,0 1 0,1-1 0,-1 0 0,1 0 0,0 0 1,1-1-1,0 1 0,-1-1 0,10 7 0,-12-11-85,0 0-1,0 0 1,0 0-1,0 0 1,0-1 0,1 1-1,-1-1 1,0 0 0,0 1-1,0-1 1,1 0-1,-1 0 1,0 0 0,0-1-1,0 1 1,1 0-1,2-2 1,44-7 1128,0 2 0,1 2 1,80 2-1,56 3-706,-185 0-504,-1 0 0,1 0 0,-1 0 0,1 1 0,-1-1 0,1 0 0,0 0 0,-1 0 0,1 1 0,-1-1 0,1 0 0,-1 0 0,1 1 0,-1-1-1,1 0 1,-1 1 0,1-1 0,-1 1 0,0-1 0,1 1 0,-1-1 0,0 1 0,1-1 0,-1 1 0,0-1 0,1 1 0,-1-1 0,0 1 0,0-1-1,0 1 1,0 0 0,0-1 0,1 2 0,-1 26-86,-1-13-11,1-10 47,0 0 1,-1 1-1,1-1 0,-1 0 1,-1 0-1,1 0 1,-1 0-1,1 0 0,-1 0 1,-1-1-1,-4 9 1,-2-1-198,-1 0-1,-20 19 1,5-5-49,-53 63-684,-40 42-403,15-39 572,75-67 625,0-1 0,-2-1-1,-53 30 1,54-38 156,-26 18 178,53-32-88,0 0 0,1 0 0,0 1 0,-1-1 0,1 0 0,0 1 0,-1-1 0,1 1 0,0-1 0,0 1 0,0-1 0,0 1 0,1 0 0,-1-1 1,0 1-1,1 0 0,-1 0 0,1 0 0,-1 0 0,1-1 0,0 1 0,0 0 0,0 0 0,0 0 0,1 3 0,-1-5-50,0 0 1,0 1-1,0-1 0,0 0 0,0 1 0,0-1 1,0 0-1,0 0 0,1 1 0,-1-1 0,0 0 1,0 0-1,0 1 0,0-1 0,1 0 1,-1 0-1,0 0 0,0 1 0,1-1 0,-1 0 1,0 0-1,0 0 0,1 0 0,-1 1 0,0-1 1,0 0-1,1 0 0,-1 0 0,0 0 0,1 0 1,-1 0-1,0 0 0,1 0 0,-1 0 1,0 0-1,1 0 0,18 2 160,1-1 1,26-1-1,12 0 222,523 7 1472,-473-7-1884,-108 0 23,37 0-239,51 6 1,31 18-1366,-74-20-1411,71-2 0,-73-2-909,22 0-6702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4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1 8036,'0'0'12499,"-3"116"-12150,-6 372 9,9-452-282,1 1 0,1-1 1,2 0-1,11 41 0,-6-40-42,2 1-33,-2 0 0,-1 1-1,-2 0 1,1 46 0,-7-84-92,0 0 0,0 0 0,0-1 1,0 1-1,0 0 0,0 0 1,1-1-1,-1 1 0,0 0 0,1-1 1,-1 1-1,0 0 0,1-1 1,-1 1-1,1 0 0,-1-1 0,1 1 1,-1-1-1,1 1 0,-1-1 0,1 1 1,0-1-1,-1 1 0,1-1 1,0 0-1,-1 1 0,1-1 0,0 0 1,-1 0-1,1 0 0,0 1 1,1-1-1,1 0-203,-1 0 0,1 0 0,-1 0 0,1 0 1,-1-1-1,1 1 0,-1-1 0,1 1 0,-1-1 0,1 0 1,-1 0-1,5-3 0,-3 2 28,-1-1 1,1 0 0,0 0-1,-1 0 1,1-1 0,-1 1-1,0-1 1,0 1 0,-1-1-1,1 0 1,-1 0 0,3-6-1,5-17-1100,-2 0 0,7-31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1 305 7203,'448'-278'4290,"-448"251"2962,0 144-5828,0 44-175,0 0-577,0-9-304,0-17-240,0-1-128,0-9-32,0-8-784,-20 8-1265,-20-27-1184,-10-62-2114,-10-36-1232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8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1 197 4946,'0'0'12102,"318"-90"-12230,-228 90-2129,-11-44-1777,-19-19-1761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1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1249,'0'0'21241,"13"83"-20136,2 4-927,15 95 65,8 209 0,-33 267-109,-7-391-1258,-3-222-337,5-44 1342,0 0 1,0 0 0,0 1 0,-1-1-1,1 0 1,-1 0 0,1 0-1,-1 0 1,1 0 0,-1 0 0,1 0-1,-1 0 1,0 0 0,0-1-1,1 1 1,-1 0 0,0 0 0,0-1-1,0 1 1,0 0 0,0-1-1,0 1 1,0-1 0,0 1-1,0-1 1,0 1 0,0-1 0,-1 0-1,0 1 1,0-13-3177,2-7 3284,-1 7 117,0-1-1,1 1 1,1-1-1,0 1 0,1 0 1,0-1-1,4-13 1,-2 18 19,1 0 0,0 0 0,0 0 1,1 0-1,0 1 0,0 0 0,8-7 1,56-45 691,-61 52-734,22-17 318,1 1 1,43-23-1,-59 38-303,0 0 0,1 1 0,0 1 0,0 1 0,0 0 0,1 1-1,24-2 1,109 5-685,-148 1 498,1 0 0,-1 0-1,0 1 1,0-1 0,1 1-1,-1 0 1,0 0 0,0 0-1,0 0 1,0 1-1,0-1 1,0 1 0,0 0-1,0 0 1,0 0 0,-1 0-1,5 4 1,-1 2-524,0 1-1,0-1 1,-1 1 0,6 12-1,0 0-1020,3 3-3104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4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14070,'0'0'7236,"298"474"-7156,-248-411-16,9-27-64,-19-9 0,10-18-464,-20 9-529,10-18-1168,9 0-1424,-9 0-529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7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210 377 12150,'-209'-116'5682,"278"80"-3601,81-36-1393,39-8 369,9 26-609,-28 36-448,-31 18-352,-50 0-1329,1 0-1232,-30 54-2177,-11-36-1313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1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222 0 560,'0'0'19273,"-37"36"-19166,-6 7-81,-59 74 1,97-111-23,1 0 0,0 1 0,0-1 0,1 1 0,0 0 0,0 0 0,0 0-1,1 0 1,0 1 0,1-1 0,-1 0 0,2 1 0,-1-1 0,1 12 0,-1 20 40,0-25 19,0 0 0,1-1 0,1 1 0,0-1 0,3 15-1,-3-25-17,1 0-1,-1 1 1,1-1-1,-1 0 1,1 0-1,0 0 0,0 0 1,0 0-1,1 0 1,-1 0-1,1-1 1,-1 1-1,1-1 0,0 0 1,0 0-1,0 0 1,0 0-1,0 0 1,0-1-1,6 3 0,3-1 85,0 1-1,0-1 0,1-1 0,19 1 0,101-1 252,-90-2-370,-38 0-8,0 0 1,0 0-1,0-1 0,0 1 1,0-1-1,0 0 0,0-1 0,0 1 1,0-1-1,0 0 0,-1 0 1,1 0-1,-1-1 0,0 1 1,0-1-1,0 0 0,0-1 1,0 1-1,0-1 0,-1 1 1,0-1-1,0 0 0,0 0 0,0-1 1,0 1-1,-1-1 0,0 1 1,0-1-1,1-5 0,2-8-23,-2-1-1,0 0 1,-1 0-1,-1 0 1,-1-22-1,0 30 5,0 10 14,0-2-16,0 0 0,0-1 0,0 1 0,0 0 0,-1 0 0,1 0 0,-1 0 0,0 0 0,-1-4 0,1 6-6,-1-1 1,1 1 0,0-1-1,-1 1 1,1 0-1,0 0 1,-1 0 0,0 0-1,1 0 1,-1 0 0,0 0-1,1 0 1,-1 1-1,0-1 1,0 1 0,1-1-1,-1 1 1,0 0 0,-3-1-1,-69-5-930,65 6 688,0 1-1,0-1 1,0 2-1,0-1 1,0 1-1,0 0 1,-15 7 0,10-1-337,0 2 0,0 0 0,1 0 0,0 1 0,-12 14 1,-89 93-4883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3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0 234 2193,'0'0'20633,"627"-135"-19160,-368 82-480,-21 35-689,-29-9-304,-60 27-128,-39 0-849,-50 0-95,-41 0-609,-9 0-640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8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 1153,'0'0'20145,"10"52"-19412,75 321-247,-80-341-462,0 0 0,-2 0 0,-2 50 0,-1-82-24,0 6-152,0-9-926,0-68-609,2-119 792,-1 174 917,1 0-1,1 0 1,0 0 0,1 0 0,1 1 0,11-28 0,-3 19 152,0 1 1,2 0-1,20-24 1,-28 38-31,0 1 0,1 0 0,0 0 0,0 1 1,1 0-1,0 0 0,0 1 0,1 0 0,-1 1 1,1 0-1,1 1 0,-1 0 0,1 0 0,-1 1 1,1 1-1,0-1 0,0 2 0,0 0 0,0 0 1,16 1-1,-2 0 285,-24 0-418,-1 0 0,1 0 1,-1 0-1,1 0 0,-1 0 0,1 0 0,-1 0 0,1 0 0,-1 0 0,0 0 1,1 0-1,-1 1 0,1-1 0,-1 0 0,1 0 0,-1 0 0,1 1 0,-1-1 0,0 0 1,1 0-1,-1 1 0,0-1 0,1 0 0,-1 1 0,0-1 0,1 0 0,-1 1 1,0-1-1,0 1 0,1-1 0,-1 1 0,0-1 0,0 0 0,0 1 0,1 0 0,5 24 143,-1 1-1,-1 0 1,-1 0-1,-1 0 0,-2 46 1,-1-40-42,1 307 83,0-331-226,1 1-106,0 0 1,-1 0-1,-1 0 0,1 0 0,-1 0 1,-1 0-1,0 0 0,0-1 1,-1 1-1,0 0 0,0-1 0,-1 0 1,-10 16-1,8-15-360,-1 0-1,1 0 1,1 1 0,-1-1 0,2 1-1,-1 0 1,2 1 0,-1-1-1,1 1 1,1 0 0,0 0 0,-1 20-1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9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0 0 224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0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0 224,'607'215'752,"-597"-260"9781,59 18-6755,-9 10-689,20-10-1952,9 0-705,-29 18-352,-10 9-80,-20 0-208,-11 0-736,-19 45-13751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2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1 153 1553,'0'0'15335,"607"-117"-15335,-458 100-977,-30 17-1536,-39 0-256,-11 0-128,-39-18-225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4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1 9380,'0'0'6291,"-10"618"-5522,10-341-337,0-17-144,0-18-96,0-10-192,0-26 0,-39-18-672,19 27-481,-10-36-928,10-36-1937,-10-35-560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7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9268,'0'0'13526,"149"402"-13430,-99-384-96,-10 0-128,-10-18-48,9 0-496,-9 0-833,30 0-768,29-71-1777,-29-28-1952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8.2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310 1 10117,'0'0'10071,"48"39"-9393,144 126-164,-186-159-486,0 0-1,0 1 0,-1-1 0,0 1 0,0 0 1,4 11-1,-7-15-5,-1 0 0,0 1-1,0-1 1,-1 1 0,1 0 0,-1-1 0,0 1-1,0 4 1,0 116 723,0-124-743,1 1 1,-1 0 0,0 0 0,0-1-1,0 1 1,0 0 0,0 0 0,0-1-1,0 1 1,0 0 0,-1-1 0,1 1-1,0 0 1,0 0 0,-1-1 0,1 1-1,0 0 1,-1-1 0,1 1 0,-1-1-1,1 1 1,0 0 0,-1-1 0,0 1-1,1-1 1,-1 1 0,1-1 0,-1 0-1,1 1 1,-1-1 0,0 1 0,1-1-1,-2 1 1,-7 2-16,0 1 0,-1-1 0,1-1 0,-1 0 1,-17 2-1,-62 1-402,48-3 133,5 2-267,0 1 0,-59 18 0,67-15 340,-1-2 0,1 0 0,-57 3 0,83-9 203,0 0 0,0-1 0,0 1 0,0 0 1,0 1-1,0-1 0,0 0 0,0 1 0,-1-1 1,1 1-1,1-1 0,-1 1 0,0 0 0,0 0 1,0 0-1,0 0 0,-1 2 0,1-1 31,1 0 0,0 0 0,0 1-1,1-1 1,-1 0 0,0 1 0,1-1 0,-1 1-1,1-1 1,0 1 0,0-1 0,0 1 0,0 2-1,7 6 360,44 24 484,-40-28-628,1 0-1,-1 1 1,0 0-1,-1 1 1,13 14 0,-8-6 61,97 129 1029,-89-114-1224,-2 1-1,27 57 0,-44-81-194,-1 1 0,-1-1 0,0 1 0,0 0 0,-1 0 0,0 0 0,0 0 0,-1 0 1,-2 12-1,1 9-561,1 153-5326,0-86-75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8.4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 0 14022,'0'0'8676,"-30"45"-13238,30-18 881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0.1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409 198 880,'0'0'19980,"-10"-21"-19734,6 14-233,0 0 1,1 0-1,0 0 1,1-1 0,-1 1-1,2-1 1,-1 0 0,1 1-1,-1-12 1,3 17-10,0 0 1,0 0-1,1 0 0,-1 1 1,1-1-1,-1 0 1,1 1-1,-1-1 0,1 1 1,0 0-1,0-1 1,0 1-1,0 0 0,0 0 1,0 0-1,0 1 1,0-1-1,0 0 0,0 1 1,0-1-1,0 1 1,5-1-1,69-6 303,-61 6-195,42 0 290,32-2 367,-55-3-468,-8 2 41,47-1 0,-36 4-260,1-2 0,-1-1 0,56-14 0,-87 17-82,3-2-8,1 1 0,0 0 0,-1 1 0,18 0 0,-32 11 61,-2 4-47,-2-1-1,1 0 0,-2-1 1,0 1-1,0-2 1,-1 0-1,-14 11 1,-98 71 51,111-84-51,-32 19 12,-1-1 0,-1-2 0,-77 30 1,-150 29-266,125-38-334,44-11-596,68-21 340,35-13 771,0-1 0,0 1 0,0-1-1,1 0 1,-1 1 0,0-1 0,0 1 0,0 0 0,1-1 0,-1 1 0,0 0 0,1-1 0,-1 1 0,1 0 0,-1 0 0,1-1 0,-1 1 0,1 0 0,-1 0 0,1 0 0,0 0 0,-1 0 0,1 0 0,0 0 0,0-1 0,0 1 0,0 0 0,0 0 0,0 2 0,0-1-178,47-2-1813,-1-5 1510,1-1 0,55-17 1,24-3 545,-23 15 353,199 4 1,-203 7 97,-88 0-425,0 0 0,0 1 0,0 0-1,11 3 1,-17-2-30,1 0-1,-1 0 0,0 0 0,-1 0 1,1 1-1,0 0 0,-1 0 1,1 0-1,-1 1 0,5 5 0,6 8-306,23 33-1,-26-33-1800,1 0-1,25 26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0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 0 12310,'0'0'9433,"5"148"-8128,20 506-449,25 7 93,-32-470-668,33 868 1448,-51-313-1473,-3-686-592,3-59 307,-1 0 0,1 0 0,0 0 0,-1 0 0,1 0 0,-1 0 0,0 0 0,1-1 0,-1 1 0,0 0 0,1 0 0,-1 0 0,0-1 0,0 1 0,0-1 0,0 1 0,0 0 0,0-1 0,0 1 0,0-1 0,0 0 0,0 1 0,0-1 0,-1 1 0,-26-1-572,21 0 398,-6 0-151,11 1 295,-1-1 0,1 1 0,-1-1 0,1 0 0,0 0 1,-1 0-1,1 0 0,-1-1 0,1 1 0,0-1 0,-1 1 1,1-1-1,0 0 0,-1 0 0,1 0 0,0 0 1,0 0-1,0-1 0,0 1 0,-3-4 0,-2-3-69,1 0 0,0 0 0,1-1 0,0 0 0,0 0 0,1 0 0,0 0 0,-3-13 0,-1-8-302,-8-50 1,7-2 218,4-138 1,6 144 332,-2 39-26,-1 23-15,2-1 1,-1 1-1,2-1 0,0 1 1,1-1-1,0 1 0,1-1 1,1 1-1,8-22 1,-6 26 4,1 1 1,0-1 0,1 1 0,0 0 0,0 1 0,1 0 0,0 0 0,0 1 0,1 0 0,10-6-1,9-3 225,1 1 0,46-17 0,-52 24-122,0 1-1,1 1 0,0 1 1,29-1-1,100 1 435,-142 5-595,99 0-1250,-108 0 862,1 1 0,-1-1 0,0 1 0,1 0-1,-1 0 1,0 0 0,0 0 0,0 0 0,0 1 0,0-1-1,0 1 1,0 0 0,4 4 0,9 8-5439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0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 36 1297,'0'0'20137,"-34"14"-19913,7-3-208,-1 1 0,-49 30 0,74-40-15,0 1 1,1-1-1,-1 0 1,1 1-1,0-1 1,-1 1-1,1 0 1,0 0-1,1 0 0,-1 0 1,0 0-1,1 0 1,0 0-1,0 0 1,0 1-1,0-1 1,0 0-1,1 1 0,-1-1 1,1 1-1,0-1 1,0 1-1,1 4 1,3 66 84,-3-68-72,0-1 0,0 1 0,0 0 0,1-1 0,0 1 0,0-1 0,1 1 0,0-1 0,0 0 0,5 7 0,-4-7 14,0-1 0,0 0 0,0 1 0,0-2 1,1 1-1,0 0 0,0-1 0,0 0 0,0 0 0,0-1 1,0 1-1,1-1 0,-1 0 0,1-1 0,0 1 0,-1-1 0,10 1 1,0-2-18,26 1-174,-39-1 142,-1 0 0,1 0 0,0 0 0,0 0 0,0-1 0,0 1 0,-1-1 0,1 1-1,0-1 1,-1 0 0,1 0 0,0 0 0,-1 0 0,1 0 0,-1 0 0,1 0 0,1-2 0,1-5-12,-1 1 0,0 0 0,0-1 0,-1 0 0,1 0 0,-2 1 0,2-13 0,5-64-191,-6-67-1244,-3 89-2149,-25 59-6764,-27 3 4378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3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709 0 208,'-370'470'8943,"337"-415"-7432,31-53-1391,1 0 0,0 1 0,0-1 1,0 0-1,0 1 0,1-1 0,-1 1 1,1-1-1,-1 5 0,2-7-65,-1 1 0,0 0 0,1 0-1,-1 0 1,1-1 0,-1 1 0,1 0 0,0-1 0,-1 1 0,1 0-1,0-1 1,-1 1 0,1-1 0,0 1 0,0-1 0,-1 1 0,1-1-1,0 0 1,0 1 0,0-1 0,0 0 0,0 0 0,-1 1-1,1-1 1,0 0 0,0 0 0,0 0 0,0 0 0,0 0 0,0 0-1,0-1 1,0 1 0,1-1 0,381 1 7111,-312 3-6843,-69-2-318,0-1 1,0 0 0,0 1 0,0-1-1,0 1 1,-1 0 0,1-1 0,0 1 0,-1 0-1,1 0 1,0 0 0,-1 0 0,1 0-1,-1 1 1,1-1 0,-1 0 0,0 1-1,0-1 1,1 1 0,-1 0 0,0-1-1,0 1 1,-1 0 0,1-1 0,0 1-1,0 3 1,0 2 42,0 1 0,0-1 0,-1 0 0,0 1-1,-2 12 1,0-9 65,1-4-93,0 0 0,0 1 0,-1-1 0,0 0 0,-1 0 0,0 0 0,0-1 0,0 1 0,-1-1 0,0 1 0,-5 6 0,-7 6-36,-1-1 0,-22 18 0,36-34 13,-497 423-6122,480-409 5518,0-2-1,-29 16 1,41-25 420,-1-1-1,0-1 0,0 0 0,0 0 0,0-1 0,0 0 0,-1-1 0,1 0 0,-12 0 0,20-1 207,-11 0-160,12 0 152,0 0-1,0 0 1,1 0 0,-1 0 0,0-1-1,0 1 1,0 0 0,0 0 0,0 0 0,0 0-1,0 0 1,0 0 0,0 0 0,0 0-1,0 0 1,0 0 0,0 0 0,0-1-1,0 1 1,0 0 0,0 0 0,0 0-1,0 0 1,0 0 0,0 0 0,0 0 0,0 0-1,0-1 1,0 1 0,0 0 0,0 0-1,0 0 1,0 0 0,0 0 0,0 0-1,0 0 1,0 0 0,0 0 0,0 0-1,0-1 1,0 1 0,0 0 0,0 0 0,0 0-1,-1 0 1,1 0 0,0 0 0,0 0-1,0 0 1,0 0 0,0 0 0,0 0-1,156-91 2018,-98 64-1033,1 3 0,95-26 0,133-16 928,73-22-1394,-216 41-684,-89 36-184,-46 10 84,0 0 0,0-1 0,-1 1 1,1-2-1,0 0 0,-1 0 0,0 0 0,1-1 0,-1 0 1,-1 0-1,1-1 0,7-6 0,-10 5-257,-1 1 0,0-1 0,0 0 1,-1 0-1,1 0 0,-1 0 0,3-12 0,16-52-4448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6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359 1 8676,'0'0'11765,"-30"617"-10884,30-393-273,0-18-272,0-36 0,-20-18-288,-10-17-48,-9-10-224,-21 27-1136,20 9-785,-20-17-2209,-19-19-2305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8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1072,'0'0'21899,"288"152"-21467,-188-80-288,-31-27-112,1 8-32,-20-8-384,9-18-785,21-18-1056,29-9-1761,-29 0-1440,-11-63-4451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1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6995,'0'0'13158,"109"600"-12533,-69-502-193,0-17-272,-10-28-112,-11-17-48,-9-18-368,0-18-833,10 0-1056,30 0-464,0-45-1009,-10-89-1456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3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1 583 576,'646'-582'9461,"-636"582"-5460,20 0-975,0 152-753,0 27-384,10 18-801,-30 9-512,-10 0-207,0-9-225,0-36-144,0-27 0,0-17 0,-10-64-865,-20 10-895,20-36-1234,0-134-14790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4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1 1 5042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5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5042,'746'501'3474,"-627"-572"-593,1 8-704,-1 18 2705,-10 9-3969,-59 18-17,-10 10-303,-20 8-353,0 0-192,-20 35-2866,20 1-2032,-20 0-1985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0 272 13542,'0'0'8439,"8"29"-8031,-4-16-375,2 7 15,0 1 0,17 33 1,-19-46-41,0 0 0,0-1 0,1 0 0,0 0 0,0-1 0,1 1 0,0-1 0,0 0 0,0-1 1,1 1-1,0-1 0,10 6 0,-1-4-7,0-1 1,1 0-1,-1-1 1,1-1-1,29 4 0,83-1-337,-124-7 309,-1-1 1,0 1-1,1-1 1,-1 0-1,0 0 1,0 0-1,1-1 1,-1 0 0,0 0-1,-1 0 1,1 0-1,0 0 1,0-1-1,-1 1 1,0-1-1,1 0 1,-1 0 0,0-1-1,-1 1 1,1 0-1,0-1 1,-1 0-1,2-4 1,4-7-39,-1-1 0,-1 0-1,0 0 1,5-27 0,-3-6-192,-2-1 0,-2 0-1,-5-86 1,-1 53 118,2 83 140,0-1 0,0 1 0,1 0 0,-1 0 0,0 0 0,0-1 0,0 1 0,0 0 0,0 0 0,0 0 0,0-1 1,0 1-1,0 0 0,0 0 0,0 0 0,0-1 0,-1 1 0,1 0 0,0 0 0,0 0 0,0 0 0,0-1 0,0 1 0,0 0 0,0 0 1,0 0-1,-1 0 0,1-1 0,0 1 0,0 0 0,0 0 0,0 0 0,-1 0 0,1 0 0,0 0 0,0 0 0,0-1 0,0 1 1,-1 0-1,1 0 0,0 0 0,0 0 0,0 0 0,-1 0 0,1 0 0,0 0 0,0 0 0,0 0 0,-1 0 0,1 0 0,0 0 1,0 0-1,0 0 0,-1 0 0,1 1 0,0-1 0,-34-2 102,18 1-15,0 1 1,-25 2 0,35-1-71,1 0-1,0 0 0,-1 0 0,1 1 0,0 0 1,0 0-1,0 0 0,0 1 0,0 0 1,1 0-1,-9 7 0,-3 6-47,1 0 0,1 1 0,0 1 0,2 0 0,0 1 0,1 1 0,0 0 0,2 0-1,1 1 1,0 0 0,2 0 0,0 1 0,1-1 0,1 1 0,2 1 0,0-1 0,1 23 0,1 11-2041,0-54 1804,0 0-1,-1 0 0,1-1 1,0 1-1,0 0 0,1 0 1,-1-1-1,0 1 0,0 0 1,1-1-1,-1 1 0,1 0 1,0-1-1,1 4 0,0-4-172,-1-1-1,1 1 1,0 0 0,-1-1-1,1 0 1,0 1-1,-1-1 1,1 0 0,0 1-1,0-1 1,0 0-1,2-1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3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12134,'0'0'11349,"20"618"-11173,19-448-96,-9-9 48,-30-45-48,0-17-16,0-36-64,0-19-208,0 19-721,0-27-815,0-18-1042,30-18-2208,30 0 544,-10-117-3057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5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0 10741,'0'0'8308,"0"645"-8308,0-529-480,-20 18-737,10-17-1008,-20-46-1953,1-62-1745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7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10037,'0'0'8147,"617"-9"-8787,-518 9-1169,-19 0-480,-40 0-176,-10 0-656,-30-89-3474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9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1 10693,'0'0'5669,"0"107"-1571,0 390-1206,0 1207 1390,0 0-4410,0-1672-89,1-20-34,-1 0-1,0-1 0,-1 1 0,0 0 1,0-1-1,-2 1 0,-4 14 1,-8 6-2084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4.2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3842,'0'0'16295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39.9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2 807 80,'0'0'11795,"0"-39"-10128,0-164 3117,0 200-4123,-1-27 1974,0 8 1102,3-42-1,-1 57-3829,0 1-1,1-1 1,0 1 0,0-1 0,0 1 0,5-9-1,4-4 91,1 1 0,1 0 0,1 1 0,21-21 0,72-58-54,-37 36 31,-51 43 16,1 1 0,1 1 0,42-24 0,-51 32-3,1 2 1,0-1-1,0 2 1,0 0-1,0 0 1,1 1-1,0 1 1,26-1 0,388 3-71,-395 1 68,52 10 1,-39-4-203,-43-7 51,0 1-1,0-1 0,0 0 0,0 1 0,0 0 1,0-1-1,-1 1 0,1 0 0,0 1 0,0-1 1,-1 0-1,1 1 0,-1-1 0,1 1 0,-1 0 1,0 0-1,0 0 0,0 0 0,0 0 0,0 1 1,0-1-1,0 0 0,-1 1 0,1 0 0,-1-1 1,0 1-1,0 0 0,0-1 0,1 6 0,8 15-1586,-10-21 1425,1-1 0,-1 1 1,1-1-1,0 1 1,0 0-1,0-1 0,0 0 1,0 1-1,0-1 0,1 1 1,-1-1-1,0 0 1,1 0-1,-1 0 0,1 0 1,-1 0-1,1 0 1,-1 0-1,1-1 0,0 1 1,-1 0-1,1-1 0,0 0 1,2 1-1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0.4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 1889,'0'0'21132,"26"-2"-20886,-7 1-242,0 1 1,0 0 0,0 1 0,26 5 0,-34-2-5,1 0 1,-2 1 0,1 0 0,0 1-1,-1 0 1,0 0 0,10 9 0,-10-8 1,41 29 14,80 63 13,-101-73-20,-8-7 16,0 1 0,-2 0 0,30 39 0,-26-28-3,-17-23-18,0 0 0,0 1 0,0 0 0,-1 0 0,-1 1 0,0 0 0,0 0 0,-1 0 0,4 12 0,-5 8 38,-1-1 1,-3 50-1,0-20-9,1-47-26,0-1 0,-1 1 0,0-1 0,-1 1 0,0-1 0,-1 0 0,-1 0 0,1 0 0,-2 0 0,1-1 0,-1 1 0,-1-1 1,-11 15-1,-4 3 16,-2-1 1,-1-1 0,0-1 0,-2-1-1,-48 33 1,-155 83-295,220-136 104,1 0 0,0 1 0,0 0 0,1 1 0,-1-1 0,-8 10-1,14-12 12,-1 1 0,1-1 0,0 1 0,0-1 0,1 1 0,-1 0 0,1 0 0,0 0 0,0 0 0,0 0 0,1 0 0,-1 0 0,1 0 0,0 8 0,-1 5-947,1-12 316,-1-1 0,1 1 1,0-1-1,0 0 0,0 1 1,1-1-1,-1 1 0,1-1 1,2 7-1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0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630 172 320,'0'0'12843,"0"-25"-11767,0-120 3520,-3 145-3545,1 0-946,-2-1-34,0 1 0,0 0 0,1 0 0,-1 0 1,0 1-1,0-1 0,0 1 0,1 0 0,-1 0 0,0 0 0,1 0 0,-1 0 1,1 1-1,-1 0 0,1 0 0,0 0 0,-1 0 0,1 0 0,0 1 0,1 0 1,-1-1-1,0 1 0,-3 5 0,-72 114 74,42-62-109,-22 34 8,31-47-34,-2-1 1,-70 82-1,48-67-66,30-36-236,-34 34 0,36-42-6,-24 20-946,41-36 1089,0 1-1,1 0 1,-1 0 0,0 0 0,0 0 0,1 0 0,-1 1 0,1-1-1,0 0 1,0 1 0,0-1 0,0 1 0,0-1 0,0 1-1,1-1 1,-1 1 0,1 0 0,0-1 0,0 1 0,0 0 0,0-1-1,0 1 1,1 0 0,0 3 0,-1 11-1201,4 7-2139,-4-23 3288,1-1 0,0 1 0,0-1 0,-1 1 0,1-1 0,0 0 0,0 1-1,0-1 1,-1 0 0,1 0 0,0 1 0,0-1 0,0 0 0,0 0 0,-1 0 0,1 0-1,0 0 1,1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2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0 0 5042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5042,'189'134'6241,"-182"-129"-5756,13 17 5460,-20-22-5879,-1 0-24,1 0 1,-1 0-1,0 0 0,1 0 1,-1 1-1,1-1 1,-1 0-1,1 0 0,-1 0 1,1 1-1,-1-1 0,1 0 1,-1 0-1,1 1 1,-1-1-1,1 1 0,-1-1 1,1 0-1,0 1 1,-1-1-1,1 1 0,0-1 1,-1 1-1,1-1 1,0 1-1,0-1 0,-1 1 1,1-1-1,0 1 0,0-1 1,0 1-1,0-1 1,0 1-1,-1-1 0,1 2 1,-2 23 101,0 1 0,2 43 1,1-25-111,-1-2-11,-1-12 76,4 38 1,-2-58-64,1 0 1,0 0-1,0-1 0,1 1 0,0-1 1,1 1-1,9 15 0,0-4 59,26 32 0,-33-46-90,1 1 1,0-1-1,0-1 0,1 1 0,-1-1 1,18 10-1,-8-9-12,1-1-1,0-1 1,0-1 0,0 0 0,0-1 0,1-1 0,-1-1 0,35-2 0,-49 1 5,-1 0 1,1-1-1,-1 1 0,1-1 1,-1 0-1,1 0 1,-1 0-1,0-1 0,0 1 1,0-1-1,0 0 1,0 0-1,0 0 0,0 0 1,0 0-1,-1-1 1,1 1-1,-1-1 1,0 1-1,0-1 0,0 0 1,0 0-1,0 0 1,2-5-1,3-8-30,-1-1 1,0 1-1,5-31 1,-8 34-1,4-23-84,-3-1-1,0 1 0,-4-72 0,-1 47 93,3-11 24,-1 35 16,0-1 0,-7-48 0,6 84-14,-1 1 0,1-1-1,-1 0 1,0 0 0,1 1-1,-1-1 1,0 0 0,0 1 0,0-1-1,0 1 1,0-1 0,-1 1-1,1-1 1,0 1 0,-1 0-1,1 0 1,0 0 0,-1 0-1,0 0 1,1 0 0,-1 0-1,0 0 1,1 0 0,-1 1-1,0-1 1,0 1 0,-2-1-1,-6 0 15,0-1-1,0 2 0,-20 0 1,13 1 38,-22-2 242,28 0-258,0 0 0,0 1 0,0 1 1,-14 2-1,21-2-38,0 0 0,0 0 1,1 1-1,-1-1 0,0 1 0,1 0 1,-1 0-1,1 1 0,0-1 0,0 1 1,0-1-1,0 1 0,0 0 0,1 0 1,-4 5-1,-9 12 4,1-1-4,0 1 1,1 0-1,1 0 0,1 2 0,-8 23 0,4-2-43,7-22-265,1 1-1,1 0 0,-6 40 0,9 83-3361,4-89 737,-1-54 2731,-1 0 0,1 0 0,0-1 0,0 1 0,0 0 0,0 0 0,0-1 0,1 1 0,-1 0 0,0 0 0,1-1 0,0 1 0,-1 0 0,1-1 0,0 1 0,0-1-1,-1 1 1,3 2 0,1-3-314,-1 0 0,0 0 0,1 0 0,-1 0 0,1-1 1,0 1-1,-1-1 0,1 0 0,6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3.3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71 80,'0'0'16490,"0"-16"-15617,0-34-442,0 45-332,0 8 8,0 35 157,0 625 2356,0-660-2654,0-7-751,0-2 768,0-17-1,0 0-1,1 0 1,1 0-1,1 0 1,1 0-1,8-23 0,18-54 54,11-29 5,-35 113-49,1 1 0,1 0 0,0 0 0,1 1 1,18-24-1,-4 9-1,-17 21 8,0 0 0,0 0 1,1 1-1,0 0 0,0 0 0,0 1 1,17-11-1,-3 5 7,-16 9-1,1-1-1,0 1 0,-1 0 1,1 1-1,0-1 1,0 1-1,1 0 0,-1 1 1,0 0-1,12-1 1,-16 2-3,0-1 10,0 1-1,0 0 0,1 0 1,-1 0-1,0 0 0,1 0 1,-1 1-1,0-1 0,0 1 1,0 0-1,1-1 0,-1 1 1,2 1-1,-2 0 12,-1 1-1,1-1 1,-1 0 0,0 1 0,1-1-1,-1 1 1,0 0 0,0-1 0,-1 1-1,1 0 1,0-1 0,-1 1 0,0 5-1,2 2 17,11 79 257,2 101-1,-5-54-278,-10-133-120,3-3-1020,-3-1 1109,1 1 0,-1 0 0,1-1 0,-1 1 0,1-1 0,-1 1 0,1 0 0,-1-1 0,1 1 0,-1-1 0,0 1 0,1-1 0,-1 1 0,0-1 0,0 1 0,1-1 0,-1 0 0,0 1 0,0-1 0,0 1 0,0-1 0,0 1 0,1-1 0,-1 0 0,0 1 0,-1-1 0,1 0 0,0 1 0,0-1 0,7-34-30,1 1 0,2 1-1,15-35 1,-9 34 58,37-58 0,-43 78-23,0 1 1,1 0-1,0 1 1,1 0 0,0 1-1,22-15 1,-29 23-11,0 0-1,0 1 1,0 0 0,1 0 0,-1 1-1,0-1 1,1 1 0,-1 0 0,9 0-1,58 1-2,-36 1 43,52-1-17,-87 0-3,1 0 0,-1 0 0,1 0 0,-1 0 0,0 0 0,1 1 0,-1-1 0,1 0 0,-1 1 0,0-1 0,1 1 0,-1-1 0,0 1 0,0 0 0,1 0 0,-1-1 0,0 1 0,0 0-1,0 0 1,0 0 0,0 0 0,1 2 0,0 1 3,0-1 0,-1 1-1,0-1 1,0 1 0,0 0-1,1 6 1,1 7 3,6 33-52,-3 1 1,-2 0-1,-4 89 1,-1-61-688,1 235-7247,0-247 4112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2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617 97 784,'0'0'14922,"-31"-16"-14917,-104-50-26,130 64 28,0 0 1,0-1 0,-1 2-1,1-1 1,-1 1-1,0 0 1,1 0 0,-1 0-1,0 1 1,0 0 0,1 0-1,-1 0 1,0 1-1,1 0 1,-1 0 0,0 0-1,-7 3 1,5 1 42,1 0 0,-1 0 0,1 0 0,0 1 0,0 0 0,1 0 0,-10 12 0,-14 13 125,5-9-49,-33 29 72,53-45-192,0-1-1,0 1 1,0-1-1,1 1 1,0 1-1,0-1 1,-3 8-1,-3 35-42,7-23 5,0-8-26,1 1 0,1-1 0,3 36 0,0-20 13,-2-31 44,0-1 1,0 1-1,1 0 1,-1-1 0,1 1-1,0 0 1,0-1 0,0 1-1,0-1 1,0 0 0,0 1-1,1-1 1,-1 0-1,1 0 1,-1 0 0,1 0-1,0 0 1,0 0 0,0 0-1,0 0 1,0-1 0,0 1-1,1-1 1,-1 0 0,0 0-1,1 1 1,-1-1-1,6 1 1,2 2 3,9 5 23,1-1 1,0-1 0,0-1-1,0-1 1,1-1 0,0-1-1,27 2 1,-31-4 12,0 2 0,29 8 0,25 3 73,-17-2-100,-43-8 1,1-1 0,-1-1 0,1 0 1,19 1-1,-31-3 10,1 0 0,-1 0 1,1 0-1,-1 0 0,0 1 1,1-1-1,-1 0 0,1 0 1,-1 1-1,0-1 0,1 0 1,-1 0-1,1 1 0,-1-1 1,0 0-1,0 1 0,1-1 1,-1 0-1,0 1 0,0-1 1,1 1-1,-1-1 1,0 1-1,0-1 0,0 0 1,0 1-1,1-1 0,-1 1 1,0-1-1,0 1 0,0-1 1,0 2-1,0 22 406,-1-12-310,1-4-36,1-3-42,-1-1 1,0 1-1,0 0 1,-1-1-1,1 1 1,-1-1-1,0 1 1,0-1-1,-1 1 1,1-1-1,-1 0 1,0 1-1,-5 7 1,-12 9 60,-1 0 1,-1-1-1,-1-1 1,-36 24-1,-32 27-3,85-66-85,-1 0 0,0 0 0,0 0 0,0-1 0,-1 1 1,1-1-1,-1-1 0,1 1 0,-1-1 0,0-1 0,0 1 0,-8 0 0,-11 0 13,-1-1 0,-26-3-1,-2 0-740,-48 2-1325,58 0-4569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6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1 110 1585,'0'0'12421,"6"-18"-11967,0 4-343,-1 0-1,1 0 1,11-16 0,-16 29-61,1-1 0,0 0 0,0 0 0,0 1 0,0-1 1,0 1-1,0 0 0,1-1 0,-1 1 0,0 0 0,1 0 0,-1 1 0,1-1 0,-1 0 1,1 1-1,4-1 0,41 2 968,-32 1-821,-14-3-180,0 1 0,0 0 0,0 0 0,0 0 0,0 0-1,1 0 1,-1 1 0,0-1 0,0 0 0,0 1 0,0 0-1,0-1 1,0 1 0,0 0 0,-1 0 0,1 0 0,0 0-1,0 1 1,-1-1 0,1 0 0,0 1 0,-1-1-1,0 1 1,1 0 0,-1-1 0,2 4 0,-2 0-22,0 0 0,0-1 0,0 1 0,-1 0 0,1 0 0,-1 0 0,0 0 0,-2 8 0,1 9-10,1 134-2963,0 1-3971,0-103 2857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9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72 1473,'0'0'20185,"0"-71"-27180,0 98 1616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2.2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419 126 960,'0'0'14807,"-7"-21"-13113,-19-62-541,19 62 784,1 30-697,-130 194 2162,30-61-2199,70-95-1012,24-33-191,1 1 1,-10 18-1,20-32-44,1 0 1,-1-1-1,1 1 0,-1 0 0,0 0 1,0 0-1,0 0 0,1 0 0,-1-1 1,0 1-1,0 0 0,0-1 0,0 1 1,0-1-1,0 1 0,0-1 0,-1 0 1,1 1-1,0-1 0,0 0 0,0 0 1,0 1-1,0-1 0,0 0 0,-1 0 1,1-1-1,0 1 0,0 0 0,-2-1 1,3 1-26,-1 0 1,0 0 0,1 0 0,-1-1-1,1 1 1,-1 0 0,1 0 0,-1 0 0,0 0-1,1 0 1,-1 0 0,1 0 0,-1 0-1,1 0 1,-1 0 0,1 0 0,-1 1-1,0-1 1,1 0 0,-1 0 0,1 1-1,-1-1 1,1 0 0,-1 0 0,1 1-1,-1-1 1,1 1 0,0-1 0,-1 0 0,1 1-1,-1-1 1,1 1 0,0-1 0,0 1-1,-1-1 1,1 1 0,0-1 0,0 1-1,-1-1 1,1 1 0,0-1 0,0 1-1,0 0 1,0-1 0,0 1 0,0-1-1,0 1 1,0-1 0,0 1 0,0 0 0,0 0-1,0 1-346,19 6-7272,32-8 2194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2.6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161 233 48,'-3'-4'467,"-1"0"0,1 0 0,0 0-1,1-1 1,-1 0 0,1 1 0,0-1 0,0 0 0,0 0-1,0 0 1,1 0 0,0 0 0,0-1 0,1 1 0,-1 0-1,1-1 1,0 1 0,2-10 0,-2 1 497,0 14-902,0-1 0,0 1 0,0 0 0,0 0 0,0-1 0,-1 1 0,1 0 0,0-1 0,0 1 0,0 0 0,0-1-1,0 1 1,0 0 0,0 0 0,0-1 0,0 1 0,0 0 0,1-1 0,-1 1 0,0 0 0,0 0 0,0-1 0,0 1 0,0 0 0,0-1 0,1 1 0,-1 0 0,0 0 0,0 0 0,0-1 0,1 1 0,-1 0 0,0 0 0,0 0 0,1-1 0,-1 1 0,0 0 0,0 0 0,1 0 0,-1 0 0,0 0 0,1 0-1,-1-1 1,23-3 723,1 1 0,-1 1 0,1 1 0,41 3 0,-10-1-265,89-2-152,-136 0-351,-1-1 0,1 1 0,-1-1 0,0 0 0,1-1 0,-1 0 0,0 0-1,-1 0 1,1-1 0,-1 0 0,11-9 0,9-5 31,-21 15-22,-1 0-1,1 0 1,-1 0-1,0-1 1,6-7-1,-2 3 20,-4 5 224,-4 7-24,-1 19-43,-1 0 0,0 1 0,-2-1 1,-1-1-1,-10 31 0,-48 101 406,43-112-414,-8 21 30,-249 538 1918,194-444-1681,17-35-116,61-112-328,0 0 0,-1-1-1,-8 11 1,12-17-44,0-1 0,0 0-1,-1 0 1,1 0 0,0 0-1,-1 0 1,1 0-1,-1 0 1,0-1 0,1 0-1,-1 1 1,-6 1 0,8-3-80,0 0 0,0 0 0,-1 1 0,1-1 0,0 1 0,0-1 0,0 1 0,0-1 0,0 1 0,0 0 0,0-1 0,0 1 0,0 0 0,0 0 0,0 0 0,0 0 0,0 0 0,1 0 0,-1 0 0,0 0 0,1 0 0,-1 0 0,1 0 0,-1 0 0,1 1 0,-1-1 0,1 0 0,0 0 0,0 1 0,0-1 0,0 0 0,-1 0 0,2 0 0,-1 1 0,0-1 0,0 0 0,1 2 0,-1 4-493,0-6 414,0 0 1,0-1 0,-1 1-1,1 0 1,0 0 0,0 0-1,0-1 1,1 1 0,-1 0 0,0 0-1,0 0 1,0-1 0,1 1-1,-1 0 1,0 0 0,1-1-1,-1 1 1,0 0 0,1 0 0,-1-1-1,2 2 1,23 1-5535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4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271 1 1024,'0'0'16640,"-12"67"-15861,2-11-619,-8 44 248,4 0 0,-2 157 1,-2 112 1242,7-202-1043,6-88-337,2 8 12,-4 1-1,-27 122 0,28-187-270,2-9-1,1 0 1,0 0-1,1 0 1,-1 29 0,3-38-9,0-4-2,1 0 0,-1 0 0,0 0-1,0 0 1,0 0 0,0 0 0,0 0 0,0 0 0,0 0 0,0 0 0,-1 0 0,1 0 0,0 1-1,-1-1 1,1 0 0,-1 0 0,1-1 0,-1 1 0,1 0 0,-1 0 0,1 0 0,-1 0 0,0 0-1,0 0 1,1-1 0,-1 1 0,0 0 0,-2 0 0,-12 1-4,12-2-58,3 0 51,0 0 0,-1 0-1,1 1 1,0-1 0,-1 0 0,1 0 0,0 0 0,0 0-1,-1 0 1,1 0 0,0 0 0,-1 1 0,1-1 0,0 0-1,0 0 1,-1 0 0,1 0 0,0 0 0,-1 0 0,1 0-1,0-1 1,-1 1 0,1 0 0,0 0 0,-1 0-1,1 0 1,0 0 0,0 0 0,-1 0 0,1-1 0,0 1-1,0 0 1,-1 0 0,1 0 0,0-1 0,0 1 0,0 0-1,-1 0 1,1-1 0,0 1 0,0 0 0,0 0 0,0-1-1,0 1 1,-1 0 0,1-1 0,0 1 0,0 0-1,0-1 1,0 1 0,0 0 0,0 0 0,0-1 0,0 1-1,0 0 1,0-1 0,0 1 0,0-1 0,-6-46-110,2 0 1,2 0-1,4-59 1,0 10 122,-3 53 25,0 25-34,0 0 0,1 0 0,1 0 0,1 0 0,0 0 0,9-31 0,-8 43 3,0-1 0,0 1 0,0-1 0,0 1-1,1 0 1,0 1 0,5-7 0,-6 10-6,-1 0 0,1 0 0,-1 0 0,1 0 0,0 1 0,0-1 0,0 1 0,0-1 0,0 1 0,0 0 0,0 0 0,0 1 0,0-1 0,0 1 0,1-1 0,5 1 0,15-1 1,-18 0 7,0 0 0,0 0 0,0 1 0,0 0 1,0 0-1,0 1 0,0-1 0,0 1 0,0 1 0,0-1 1,0 1-1,6 3 0,-7-1 2,0 1 0,0 0 0,-1 0 0,0 1-1,0-1 1,0 1 0,-1 0 0,0 0 0,0 0 0,0 1 0,2 8-1,2 9 15,8 47 0,-9-14 215,-2 86 1,-4-124-100,0-14 77,-5-4-18,-16 3-139,1-1 1,-1-1-1,1 0 1,-41-4-1,8 1 9,-73 1-1378,125 0 1264,0 1-1,1-1 0,-1 1 0,0-1 0,0 1 1,1-1-1,-1 1 0,0-1 0,1 1 0,-1 0 0,1-1 1,-1 1-1,1 0 0,-1-1 0,1 1 0,-1 0 1,1 0-1,-1 0 0,1 0 0,0-1 0,0 1 1,0 0-1,-1 0 0,1 0 0,0 0 0,0 0 0,0 0 1,0-1-1,1 3 0,-1 35-1243,0-29 631,0-1-242,-1-6 796,1-1 1,0 0 0,0 1 0,0-1-1,0 1 1,0-1 0,0 1 0,0-1-1,0 1 1,0-1 0,1 0 0,-1 1-1,2 2 1,-2-4-127,1 1 0,-1 0 1,1-1-1,0 1 0,-1-1 0,1 1 0,0-1 0,-1 0 0,1 1 0,0-1 1,0 0-1,0 1 0,-1-1 0,1 0 0,0 0 0,0 0 0,0 0 1,-1 0-1,1 1 0,2-2 0,48 1-5260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6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1 126 560,'0'0'20218,"89"-125"-20218,-59 125-881,0 0-640,20 0-928,-21 0-1360,-19 27-994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9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1377,'149'555'8211,"-159"-528"-4161,10 27-1521,0 18-736,0 8-752,0 19-385,0 8-304,0-8 48,0-28-15,-10-17-193,0-18-192,10-18-144,-10 8-561,10 10-703,0 18-1218,0-45-815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4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40 223 928,'0'0'20154,"-10"-19"-19685,4 8-424,2 5-33,1 0 0,0-1 1,0 1-1,0-1 0,1 1 1,-3-13-1,4 18-8,1 0-1,0-1 1,0 1-1,0 0 1,0 0-1,0-1 1,1 1-1,-1 0 1,0-1 0,1 1-1,-1 0 1,0 0-1,1 0 1,0-1-1,-1 1 1,1 0-1,0 0 1,1-1 0,-1 0 5,1 1 0,0 0 0,0-1 0,0 1 0,0 0 0,0 0 0,0 1 0,0-1 0,0 0 0,0 1 0,0-1 0,0 1 0,1 0 0,3-1 0,107-16 567,-29 3-64,-39 9-433,1-3 0,-2-1-1,58-20 1,-93 26-445,0-1-1,-1 2 1,19-5 0,-25 7 92,0 0 1,-1 0 0,1-1-1,0 1 1,0 0 0,-1 1 0,1-1-1,0 0 1,-1 0 0,1 1-1,0-1 1,-1 1 0,1-1 0,0 1-1,-1 0 1,1 0 0,-1 0-1,1 0 1,-1 0 0,1 0 0,-1 0-1,0 0 1,0 0 0,0 1-1,1-1 1,0 3 0,0-1-224,-1 0 0,-1 0 1,1 0-1,0 0 0,-1 0 0,0 0 1,1 0-1,-1 0 0,-1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5.0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0 752,'0'0'16731,"-5"27"-15707,-1 5-668,-3 64 0,10-70-128,9 48-1,-5-39-41,14 289 2291,-16-205-1483,0 571 1680,-4-378-2558,1-310-89,510-2-414,-508 0 292,-1 0 0,0 0 0,1 0 0,-1 0 1,0 0-1,0 0 0,1 1 0,-1-1 0,0 0 0,0 1 0,1-1 0,-1 1 0,0-1 0,0 1 0,0 0 1,0-1-1,0 1 0,2 1 0,-2 0-194,0 0 0,1 1 1,-1-1-1,0 1 0,0-1 0,-1 1 0,1-1 1,0 1-1,-1-1 0,1 1 0,-1-1 1,0 4-1,2 67-7717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7.1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1 296 608,'10'-3'16717,"-10"0"-16892,-1 3 239,1-1-1,0 1 0,0 0 0,0-1 1,0 1-1,0-1 0,0 1 0,0 0 1,0-1-1,0 1 0,0-1 0,0 1 1,0 0-1,0-1 0,1 1 0,-1-1 1,0 1-1,0 0 0,0-1 0,0 1 1,1 0-1,-1-1 0,0 1 0,0 0 1,1-1-1,-1 1 0,0 0 0,1 0 1,-1-1-1,0 1 0,1 0 0,-1 0 1,0-1-1,1 1 0,-1 0 0,0 0 1,1 0-1,-1 0 0,1 0 0,-1 0 1,0 0-1,1 0 0,-1 0 0,1 0 1,0 0-1,0 0 42,0-1 0,1 1 0,-1 0 0,0-1 1,0 1-1,1 0 0,-1-1 0,0 0 0,0 1 0,0-1 0,0 0 1,0 1-1,1-1 0,0-2 0,-1 2-40,0 1 1,0-1-1,0 0 1,0 0-1,0 1 1,0-1-1,0 1 0,0-1 1,0 1-1,0-1 1,0 1-1,0-1 0,0 1 1,2 0-1,0 0 368,-1-3-39,0 1-356,0 0 0,0 0 0,0 0 0,0 0 0,0 1 0,0-1 0,0 1 0,1-1 0,-1 1 0,0 0 0,1 0 0,-1 0 0,1 0 0,0 1-1,-1-1 1,1 1 0,0-1 0,3 1 0,37-12 202,-29 7-154,1 1 1,-1 0 0,28-4-1,-28 6 31,0 0-1,0-1 0,0-1 0,0 0 1,0-1-1,13-7 0,-4 0 100,1 2 0,1 0-1,-1 2 1,49-10-1,-39 14 105,0 1 0,60 5 0,-25 0 166,1005-2 2380,-1051-2-2837,1-1 1,-1 0 0,30-10-1,29-4 53,-36 10-68,-28 3 10,-1 2 1,22-1 0,1413 3 1149,-1450 0-1006,-2-51-7908,-10 48 3738,-43 3-2934,-23 0-4059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8.7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0 304 2897,'0'0'23897,"12"-1"-23332,20-4-323,0-1 0,48-16 0,-68 17-199,20-8-404,-1-2 1,0 0 0,-1-3 0,-1 0 0,48-40 0,-20 2-2652,-19 24-2191,-36 29 4229,0-1-1,0 0 1,0 0-1,-1 0 1,1 0-1,-1 0 1,2-9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8.9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0 0 7956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9.1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7956,'317'570'3588,"-242"-432"-651,-61-99-1546,-2 0 0,-2 1-1,11 77 1,-12-60-1079,22 268 1518,-14-131-1291,-12-126-160,20 105 0,-23-145-350,-2-25-224,5-37-8369,-1-30 4242,-4 19-2731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9.9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0 295 8196,'0'0'12475,"20"-3"-11600,52-12-53,0-3-1,-2-3 1,84-37 0,-120 45-484,0 1 0,48-9 0,-75 19-427,0 0 1,0 0 0,0 0 0,0-1 0,-1 0-1,1 0 1,-1-1 0,11-7 0,-7 2-468,0-1 0,-1 0 0,12-16 0,9-6-1862,-6 18-3029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0.8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160 1 10389,'0'0'11851,"-9"0"-11633,5 0-203,0 0 0,0 1 0,-1-1 0,1 1-1,0 0 1,0 0 0,0 0 0,0 1 0,0-1 0,0 1-1,0 0 1,1 0 0,-1 1 0,1-1 0,0 1 0,-1 0-1,1-1 1,0 2 0,0-1 0,1 0 0,-1 0 0,1 1-1,-1-1 1,-1 7 0,-3 4 119,1 0-1,0 0 1,2 1 0,-6 27-1,-5 60 453,10-41-332,5 76-1,1-59-232,-1-75-29,1 0-1,-1 1 0,0-1 1,1 0-1,0 0 0,0 0 1,0 0-1,0 0 0,0 0 1,0 0-1,1 0 1,0 0-1,-1-1 0,1 1 1,0 0-1,0-1 0,1 0 1,-1 1-1,0-1 0,5 3 1,3 1-46,0 0 0,1 0 0,-1-1 1,15 4-1,12 7-139,-29-11 165,-1-1 0,0-1 0,1 1 0,0-1 0,0-1-1,0 1 1,0-1 0,13 1 0,-11-1 43,0 1 0,-1 1 0,1 0 0,-1 0 0,0 1 0,0 0 0,-1 0 0,0 1 0,0 0 0,0 1 0,0-1 1,-1 2-1,8 9 0,-13-14-5,0 1 1,-1 0 0,1-1 0,-1 1-1,0 0 1,0 0 0,0 0 0,0 0 0,-1 0-1,0 0 1,1 0 0,-2 8 0,2 16 147,5 35 674,-4 74-1,-2-105-261,0-32-561,0 1-1,0-1 0,0 1 0,0-1 1,0 1-1,0-1 0,0 0 0,0 1 1,-1-1-1,1 1 0,0-1 0,0 1 0,-1-1 1,1 0-1,0 1 0,-1-1 0,1 0 1,0 1-1,-1-1 0,1 0 0,0 1 1,-1-1-1,1 0 0,-1 0 0,1 1 0,-1-1 1,1 0-1,0 0 0,-1 0 0,1 0 1,-1 1-1,1-1 0,-2 0 0,-18 0-27,12-1-12,-25 2-423,19 0-55,1-1-1,-1 0 1,1 0 0,0-1 0,-1-1 0,1 0 0,-25-8-1,-1-20-2862,-19 0-1056,-19-4-1175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1.1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0 134 1809,'0'0'20473,"180"-107"-20249,-121 89-96,-9 9-128,-20 9 80,-10 0-80,-10 0-704,10 0-977,-11 27-1472,-9 72-2322,0-1-4337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1.6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1185,'478'481'5378,"-461"-464"-4297,2-1 1,37 26-1,-55-41-982,0 0-1,-1-1 1,1 1-1,0-1 1,-1 1-1,1-1 1,0 0-1,0 1 1,0-1-1,-1 0 1,1 1-1,0-1 0,0 0 1,0 0-1,-1 0 1,1 0-1,0 0 1,0 0-1,0 0 1,0 0-1,-1 0 1,1 0-1,0 0 1,0-1-1,0 1 1,0 0-1,-1-1 1,1 1-1,0 0 1,0-1-1,0 1-40,81-55 5827,-58 41-5730,-1-1 1,-1-1-1,-1-1 0,0 0 0,34-39 0,-52 52-141,0 2 20,0-1-1,-1 0 0,1 0 1,-1-1-1,0 1 1,0 0-1,0-1 1,0 1-1,-1-1 1,1 0-1,-1 0 1,0 1-1,0-1 1,0 0-1,-1 0 1,1 0-1,-1-8 1,0-183 542,0 192-579,0 0 1,0 0-1,0 1 1,0-1-1,-1 0 1,1 0-1,-1 0 1,1 1-1,-1-1 1,0 0-1,0 1 0,0-1 1,-1 1-1,1-1 1,-1 1-1,1 0 1,-4-4-1,2 4 43,-1-1-1,1 1 1,-1 0-1,0 0 0,0 1 1,0-1-1,0 1 1,0 0-1,0 0 1,0 0-1,0 1 0,-6-1 1,-21-2 448,0 1 0,1 2 0,-60 6 1,85-4-481,0 0 0,1 0 0,-1 1 0,1-1 0,0 1 0,0 0 0,0 0 0,0 0 0,0 0 0,1 1 0,0 0 0,-1 0 0,1 0 0,1 0 0,-1 0 0,0 0 0,-2 8 0,1-5 21,-7 15 38,0 0-1,2 0 1,1 0 0,1 1-1,1 1 1,1-1-1,-5 46 1,6 178 514,5-154-129,-1 137 709,0-215-1093,-1-1 10,2 0 1,0 1-1,3 15 1,-3-25-56,0 0 0,1 0-1,-1 1 1,1-1 0,1 0 0,-1 0 0,1-1 0,0 1 0,0-1 0,0 1 0,0-1 0,8 7 0,-1-3-1,-1-1 0,2-1 0,-1 1 0,1-1 0,0-1 0,0 0 0,0-1 0,1 0 0,0-1 0,-1 0 0,16 2 0,21 0 76,76-1 1,-114-4-98,18 1-147,-15 0-103,-1 0 0,0-1 0,17-2 1,-25 1 170,-1 1 1,0-1 0,0 0-1,0 0 1,0 0 0,0 0 0,0 0-1,0-1 1,-1 1 0,1-1 0,0 0-1,-1 0 1,1 0 0,-1 0-1,0 0 1,0 0 0,1-1 0,1-3-1,2-3-641,-1-1 0,0 0 0,-1 0 0,1 0 0,4-20 0,-5-12-8762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2.6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372 180 80,'0'0'17693,"0"-7"-17042,0-31 5736,-5 38-5005,-13-1-703,-33 2 324,48-1-984,1 1 0,-1-1 0,0 1 0,1 0 0,-1 0 1,1 0-1,-1 0 0,1 0 0,-1 0 0,1 1 0,0-1 0,-1 1 0,1-1 0,0 1 0,0 0 0,-3 4 1,-11 19-49,2 0 1,0 1 0,2 0-1,-10 29 1,6 6-1,2 2 0,-9 99 0,13 131 191,9-252-140,0-17-26,2-1 0,2 25 1,-3-46 3,1 1 1,-1-1 0,1 1-1,0-1 1,0 1 0,0-1 0,0 0-1,1 0 1,-1 1 0,0-1 0,1 0-1,0 0 1,-1 0 0,1 0 0,0 0-1,3 1 1,-1 1-3,1-1-1,0-1 1,0 1 0,0-1-1,1 0 1,-1 0 0,7 2-1,7-1-2,0 0-1,0 0 0,30-2 0,-24 0-8,36 7-1,19 1-4,4-9 276,-75 0 401,-49 0-431,-18 2-223,29 0-33,-46-4 1,66 1 21,0 0 1,0-1-1,0 0 1,0-1 0,1 0-1,-1 0 1,1-1-1,0 0 1,-11-6 0,0-4-53,0-1 0,1 0 1,0-1-1,1-1 0,1-1 0,1 0 1,-17-26-1,14 9-63,-16-49-1,25 61 64,1 1-2,1-1 0,2 0 0,0 0 0,-3-46 0,7-99-45,2 92 135,-3 19 0,1 20-21,1 0 1,6-45 0,-5 74-9,0 0 1,0 0-1,1 1 1,0-1-1,1 1 0,0-1 1,0 1-1,1 0 1,-1 0-1,1 0 1,1 1-1,-1-1 1,1 1-1,1 0 0,10-10 1,5 0 4,-18 13 0,1-1 0,0 1 0,-1 1 0,1-1 0,0 0 0,0 1 0,0 0 0,1 0 0,-1 0 0,0 0 0,1 1 1,-1 0-1,1 0 0,0 0 0,-1 0 0,1 1 0,6 0 0,126 0 131,-129 0-115,0 1 0,-1 0 0,1 0 0,-1 1 0,0-1-1,0 2 1,1-1 0,-1 1 0,-1 0 0,14 8 0,-1 2 74,0 2 0,19 18 0,14 11 28,-4 1-78,-48-45-55,1 0 1,-1 0-1,0 0 1,0 1-1,1-1 1,-1 0-1,0 0 1,0 1-1,0-1 0,0 0 1,1 0-1,-1 1 1,0-1-1,0 0 1,0 1-1,0-1 1,0 0-1,0 1 1,0-1-1,0 0 1,0 1-1,0-1 0,0 0 1,0 1-1,0-1 1,0 0-1,0 1 1,0-1-1,0 0 1,0 0-1,-1 1 1,1-1-1,0 0 0,0 1 1,0-1-16,-1 0-1,1 1 1,0-1 0,0 0 0,0 1 0,0-1-1,0 0 1,0 1 0,-1-1 0,1 0 0,0 1-1,0-1 1,0 0 0,0 1 0,0-1-1,0 0 1,0 0 0,0 1 0,1-1 0,-1 0-1,0 1 1,0-1 0,0 0 0,0 1 0,0-1-1,0 0 1,1 0 0,-1 1 0,0-1-1,0 0 1,0 0 0,1 1 0,-1-1 0,0 0-1,2 2-185,-1 0-1,0 0 0,0-1 1,0 1-1,0 0 1,-1 0-1,1 0 0,-1 0 1,1 0-1,-1 0 0,1 0 1,-1 0-1,0 0 0,0 0 1,0 0-1,0 0 1,0 0-1,-1 3 0,1 8-401,0 15-736,1-1-1417,-1 0 0,-6 41 0,2-53-566,0-1-1,-10 22 1,11-28 1932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6.9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408 31 8196,'0'0'9476,"9"-3"-9567,-3 1 75,-3 2 15,0-1 1,0 0 0,-1 0-1,1 0 1,0 0-1,0-1 1,0 1-1,-1-1 1,1 0-1,-1 0 1,1 0-1,-1 0 1,0 0-1,0 0 1,24-2 9710,-27 16-9623,0 0-1,0 0 1,-1 0-1,-1 0 1,0 0-1,-5 12 0,-34 69 3,5-13-44,-24 100 124,40-116-51,-14 72 1,-1 6-10,30-123-100,-2 0 0,0 0-1,-16 25 1,3-4 30,19-36-33,1 0 1,-1 0-1,-1 0 0,1-1 0,0 1 1,-1-1-1,0 1 0,1-1 0,-5 3 0,6-5 3,1 0-1,-1 0 0,1 0 0,-1 0 0,1-1 0,0 1 0,-1 0 0,1 0 0,0 0 1,-1 0-1,1 0 0,0 0 0,0 0 0,0 0 0,0 0 0,0 0 0,0 1 0,0 6 25,0-8-30,-4 9 31,1 1 0,0-1 1,0 1-1,1 0 0,-1 12 0,3-22-30,0 1 1,0-1-1,0 1 0,0-1 0,0 0 0,0 1 1,0-1-1,0 1 0,0-1 0,0 1 0,0-1 1,0 0-1,0 1 0,0-1 0,0 1 0,-1-1 0,1 0 1,0 1-1,0-1 0,0 1 0,-1-1 0,1 0 1,0 1-1,-1-1 0,1 0 0,0 0 0,-1 1 1,-3 5-90,2 16-1893,-8-25-185,-38-12-2813,-4-3-5044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0.2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260 28 10469,'0'0'9578,"0"-5"-9264,0-17 5836,0 26-6188,1 20 352,0-13-259,-1-1 0,0 0 0,0 1 0,-1-1 0,-1 0 0,1 0 0,-2 0 0,-5 17 0,-19 31 5,10-25 11,1 2 1,-12 42 0,21-52 13,-2 0 0,0-1 1,-22 39-1,19-38-56,1 0 0,1 0-1,1 1 1,1 1 0,2-1 0,0 1 0,-2 39-1,4 200-1,7-148-22,-4-85-20,0-9 13,5 39 1,-3-56 0,0 0 0,1 1 0,0-1 0,0 0 0,1 0 1,0 0-1,0 0 0,0 0 0,6 6 0,2 2-9,0-1 0,1-1 0,1 0 0,0-1 0,1 0 0,0-1 0,0-1 0,2 0 0,-1-1 0,1-1 0,17 7 0,-28-13-6,-1-1-1,0 0 1,0 0 0,1-1-1,-1 1 1,1-1 0,-1 0 0,1 0-1,8-1 1,12-1-69,-21 3 67,-2-1 5,1 1-1,-1-1 0,0 0 0,1 0 1,-1 1-1,1-1 0,-1-1 0,1 1 1,-1 0-1,1-1 0,-1 1 1,1-1-1,-1 0 0,0 0 0,1 0 1,2-2-1,-2-2-4,0 1 0,-1-1-1,0 0 1,0 0 0,0-1 0,-1 1 0,1 0-1,-1-1 1,-1 1 0,1 0 0,-1-9 0,3-13-23,2-6-7,0-3-19,2-51 1,-7-409-831,0 494 893,0-1-1,0 1 1,0-1-1,-1 1 1,1 0-1,0-1 1,-1 1 0,0 0-1,1-1 1,-1 1-1,0 0 1,0 0-1,0-1 1,-2-1-1,1 2 10,0 1 0,0-1 0,0 1-1,1 0 1,-1 0 0,-1 0 0,1 0-1,0 0 1,0 0 0,0 1 0,0-1-1,-1 1 1,1-1 0,0 1 0,0 0-1,-1 0 1,-3 0 0,-112 0 595,114 1-590,0-1 0,0 1-1,-1-1 1,1 1-1,0 1 1,0-1 0,0 0-1,0 1 1,0 0 0,0 0-1,1 0 1,-1 1 0,0-1-1,-5 6 1,-3 4 29,1 0 0,-16 22 0,15-18-31,-9 13 58,2 2 1,-29 63 0,47-88-49,-18 23 23,16-24-135,2 23-8208,2-10 2438,-1 7-4608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3.3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9 896,'12'-7'23803,"-11"7"-23117,1-1 0,-1 1-1,1 0 1,0-1 0,1 1-1,0 0-675,-1 1 0,1-1 0,-1 1 0,1-1 0,-1 1 0,1 0 0,-1 0 0,0 0 0,1 0 0,-1 1 0,0-1 0,0 1 0,0-1 0,0 1 0,0 0 0,0-1 0,0 1 0,-1 0 0,3 4 0,10 9 49,170 173 277,-158-162-293,39 31-1,-43-39-24,0 1 0,35 40 0,-36-39-18,-18-18 11,0 0 1,0 0-1,-1 1 0,1-1 1,-1 1-1,1 0 0,-1-1 0,0 1 1,0 0-1,0 1 0,0-1 1,0 0-1,-1 0 0,1 1 0,-1-1 1,1 7-1,-2-7-14,2 0-8,23-2 81,-25-1-70,0 0-1,0 0 1,0 0 0,0 0 0,0 0-1,1 0 1,-1 0 0,0 0-1,0 0 1,0 0 0,0 0 0,0 0-1,0 0 1,0 0 0,0 0-1,1 0 1,-1 0 0,0 0 0,0 0-1,0 0 1,0 0 0,0 0-1,0 0 1,0 0 0,0 0 0,0 1-1,1-1 1,-1 0 0,0 0 0,0 0-1,0 0 1,0 0 0,0 0-1,0 0 1,0 0 0,0 0 0,0 0-1,0 0 1,0 1 0,0-1-1,0 0 1,0 0 0,0 0 0,0 0-1,0 0 1,0 0 0,0 0-1,0 0 1,0 1 0,0-1 0,0 0-1,0 0 1,0 0 0,0 0-1,0 0 1,0 0 0,0 12 48,0 9 92,1-9-67,0 1-1,-2-1 0,1 1 0,-1-1 0,-1 0 0,0 1 0,-1-1 0,-1 0 0,0 0 1,0-1-1,-12 22 0,-57 91 239,-147 185-1,204-289-315,-29 42-72,42-56-281,2-5 364,1 0-1,-1 0 0,1 1 0,-1-1 0,0 0 1,1 0-1,-1 0 0,0 0 0,0 0 0,0-1 1,0 1-1,0 0 0,-2 1 0,-18 3-3960,-20-5-572,-9 0-3207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223 64 11269,'0'0'9055,"97"-13"-8367,303-35 70,-383 46-680,0 2 1,-1-1-1,1 2 0,19 3 1,-35-4-59,1 0 1,0 1-1,0-1 1,0 1-1,0 0 1,-1 0-1,1-1 1,0 1-1,0 0 1,-1 0 0,1 1-1,-1-1 1,1 0-1,-1 0 1,0 1-1,1-1 1,-1 1-1,1 1 1,7 15 151,0 0 0,-2 0 0,0 0 0,-2 1 0,0 0 0,0 0 0,-2 0 0,0 0 0,-1 40 0,-2 94 282,1-146-447,-1-1 0,0 0 0,0 1-1,-1-1 1,0 0 0,0 0 0,0 0 0,-1 1 0,1-1-1,-2-1 1,1 1 0,-1 0 0,1 0 0,-2-1 0,1 0-1,-1 1 1,1-1 0,-1-1 0,-1 1 0,1 0 0,-1-1 0,-5 4-1,-20 12-11,0-1-1,-51 23 1,18-11-35,-175 81-169,182-89 56,-1-3-1,-79 16 1,79-23-57,38-8 99,-1-1 0,0 0 0,-24 0 0,60-5 173,0-2 0,-1 1 0,1-2 0,-1 0-1,22-9 1,41-11 362,6 13 61,0 3 0,160 5 0,-132 4-336,57-1-462,-166 0-396,-3 9-1762,0 27-61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458 7 7860,'0'0'14011,"-10"-3"-13795,6 2-211,0 0 0,0 1 0,0-1 0,0 1-1,0 0 1,0 0 0,0 0 0,0 1-1,0 0 1,0 0 0,0 0 0,0 0 0,1 0-1,-1 1 1,0-1 0,1 1 0,-1 0-1,1 0 1,0 1 0,-1-1 0,1 1 0,0-1-1,1 1 1,-6 6 0,-7 10-6,1 0 0,0 1 0,-13 27 0,14-24 13,-69 111 102,-52 98 106,111-174-201,-3 3-305,25-60 271,1-1-1,0 0 1,-1 1-1,1-1 0,0 0 1,0 1-1,-1-1 1,1 1-1,0-1 1,0 0-1,0 1 1,0-1-1,0 1 0,-1-1 1,1 1-1,0-1 1,0 0-1,0 1 1,0-1-1,0 1 1,1-1-1,-1 1 1,0-1-1,0 1 0,0-1 1,0 0-1,0 1 1,0-1-1,1 1 1,-1-1-1,0 0 1,0 1-1,1-1 0,-1 0 1,0 1-1,1-1 1,-1 0-1,0 1 1,1-1-1,-1 0 1,0 0-1,1 1 1,-1-1-1,1 0 0,-1 0 1,0 0-1,1 0 1,-1 1-1,1-1 1,-1 0-1,1 0 1,32 1-386,-19-2 516,801 1 350,-808 0-506,0 0 1,1 0-1,-1 1 0,0 0 1,0 0-1,-1 0 1,1 1-1,0 0 1,0 1-1,6 3 1,-9-3-93,0-1 1,0 2-1,0-1 1,-1 0-1,1 1 0,-1 0 1,0-1-1,0 1 1,-1 1-1,1-1 1,-1 0-1,1 1 1,-2-1-1,1 1 1,1 5-1,1 3-626,6 18-518,-9-30 1012,-1 0-1,1 0 1,0 0 0,0 0 0,-1 0 0,1 0-1,0 0 1,0 0 0,0-1 0,0 1 0,0 0-1,0-1 1,0 1 0,0 0 0,0-1 0,1 1-1,-1-1 1,0 0 0,0 1 0,0-1 0,1 0-1,-1 0 1,2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1 1 10293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9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1 350 10293,'239'-350'6066,"-239"628"-3648,0 35-1410,0 28-496,0-10-512,0-125-16,0-18-16,-10-36-320,0-9-896,10-62-1906,0-45-3425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7.0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608 1 6403,'0'0'6344,"-19"0"-6101,-142 0 571,152-1-453,-1 2 1,0-1 0,0 1 0,-18 5 0,24-5-211,0 1 0,0 0 0,0 0 0,0 0 0,0 0 0,1 1 0,-1-1 1,1 1-1,0 0 0,-1 0 0,1 0 0,1 1 0,-4 3 0,-12 21 569,1 0 0,-14 34 0,9-19-308,-41 99 426,46-103-628,-13 46 0,16-44-121,-3 6-1,-24 83 40,29-76 20,2 1-1,2 0 1,0 83-1,8 249 144,1-355-268,2 0-1,1 0 1,1 0 0,13 41 0,50 123 79,-21-69-78,-32-81-451,3 0 0,39 75 0,-47-104-296,1-1 0,0 1 0,2-2 0,-1 0 0,2 0 0,0-1 0,0-1 0,1-1 0,23 15 0,41 13-6002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7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8068,'0'0'9839,"45"39"-8743,144 140-135,-175-163-866,-2 1 0,1 0 0,-2 1-1,0 0 1,-1 1 0,13 37 0,123 359 923,-123-332-809,-3 1 1,-4 0 0,5 98 0,-16 226 600,-7-234-612,2-146-178,1-3-15,-1 0 0,-1 0-1,-1-1 1,-2 1 0,-6 27-1,-3-20-109,0-1-1,-2 0 0,-1-1 0,-22 29 0,-38 73-1021,25-12-460,-21 44-3080,4-45-2048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2.4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448 55 9668,'0'0'8263,"-3"-9"-7460,-12-27-494,15 36-303,0-1 0,-1 1-1,1-1 1,0 1-1,0-1 1,-1 1 0,1-1-1,0 1 1,-1-1-1,1 1 1,-1 0 0,1-1-1,-1 1 1,1 0-1,-1-1 1,1 1-1,-1 0 1,1-1 0,-1 1-1,1 0 1,-1 0-1,1 0 1,-1 0 0,1-1-1,-1 1 1,0 0-1,1 0 1,-1 0 0,1 0-1,-2 0 1,0 0 14,-3 0 99,0-1 1,0 1 0,0 0 0,0 0-1,-1 1 1,1 0 0,0 0 0,0 0-1,0 0 1,1 1 0,-1-1 0,0 1-1,1 0 1,-1 1 0,1-1 0,-1 1-1,1 0 1,0 0 0,0 1 0,-5 5-1,-18 28 764,-40 72-1,52-82-688,-16 27 98,3 1 1,2 1 0,-35 115 0,45-110-241,3 0 0,3 2 0,-4 108 0,14 610 148,0-765-451,2 1 0,0-1 1,1 1-1,1-1 0,0 0 0,1 0 1,1-1-1,0 1 0,1-1 0,1-1 1,1 1-1,0-1 0,21 25 0,-20-27-545,2 0 0,-1 0-1,1-1 1,1-1-1,0 0 1,1-1 0,0 0-1,0-1 1,0-1-1,1 0 1,0-1 0,1 0-1,29 6 1,0-9-4631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3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468 0 8804,'0'0'10640,"-22"12"-9819,4-2-534,0 1 0,0 1 0,-22 19-1,27-16-38,0 1 0,1 0 0,1 0 0,1 1-1,0 1 1,2 0 0,-13 34 0,6-15-14,-23 58 235,5 1 0,-27 124-1,57-205-442,-68 321 321,57-249-292,-6 168 0,20 87-95,0-342 32,1 1-1,-1-1 0,0 1 0,0-1 0,0 1 1,1 0-1,-1-1 0,0 1 0,1-1 0,-1 1 1,0-1-1,1 0 0,-1 1 0,1-1 0,-1 1 1,1-1-1,-1 0 0,1 1 0,-1-1 0,1 0 1,-1 1-1,1-1 0,-1 0 0,1 0 0,-1 0 1,1 1-1,0-1 0,-1 0 0,1 0 0,-1 0 1,1 0-1,1 0 0,23-1-122,-19 1 85,138 0-1223,-141 0 1231,1-1 1,-1 1 0,1-1-1,-1 0 1,1 0 0,-1 0-1,0 0 1,0-1 0,1 1-1,-1-1 1,0 0-1,-1 0 1,1 0 0,0 0-1,0-1 1,-1 1 0,1-1-1,-1 1 1,0-1 0,0 0-1,3-6 1,4-6-89,-1-1 0,-1 0 0,6-21-1,-11 31 74,7-23-50,-2 0 0,-1 0 0,-1 0 0,2-40 0,-7-123 128,-2 87 92,1 104-104,1 1 1,0-1-1,0 1 1,0-1-1,0 1 1,0-1-1,-1 1 1,1-1-1,0 1 1,0-1-1,-1 1 1,1-1 0,0 1-1,-1-1 1,1 1-1,0 0 1,-1-1-1,1 1 1,-1 0-1,1-1 1,-1 1-1,1 0 1,-1 0-1,1-1 1,-1 1-1,1 0 1,-1 0-1,1 0 1,-1 0-1,1 0 1,-1 0-1,1 0 1,-2 0 0,-24 0 116,14 0-29,-18-1 138,18-1-198,0 2 0,-1 0 0,1 0 0,0 1 0,-16 3 0,26-3-47,0 0 0,0 0 0,0 0 0,0 0 0,0 0 0,1 1 0,-1-1 0,0 0 0,1 1 0,0 0-1,-1-1 1,1 1 0,0 0 0,-1 0 0,1 0 0,0 0 0,1 0 0,-2 3 0,-11 44-706,8-27-190,4-16 628,0 0 0,0 1 0,0-1 0,1 0 0,0 1-1,0-1 1,1 7 0,1 18-729,-3-14 399,0-12 275,0 1 0,1 0 0,-1 0 0,1-1-1,1 1 1,-1 0 0,1-1 0,0 1 0,0 0 0,1-1 0,-1 0 0,6 11 0,-3-13-9,0 1 1,0-1-1,0 0 0,1-1 0,-1 1 1,1-1-1,0 1 0,0-1 0,6 1 1,57 16-3401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3.8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133 314 6787,'0'0'16245,"-21"-1"-16042,9 0-192,6 0-8,0 0 0,-1 1 0,1 0 0,-1 0 0,1 0 0,-1 1 0,-11 3 0,16-3-3,0 0 1,0 0 0,0 1 0,-1-1-1,2 0 1,-1 1 0,0 0-1,0-1 1,0 1 0,1 0 0,-1 0-1,1 0 1,0 0 0,-1 0 0,1 0-1,0 0 1,0 1 0,0-1-1,1 0 1,-1 1 0,0-1 0,1 0-1,0 1 1,-1-1 0,1 1 0,0-1-1,0 1 1,1 2 0,-1 138 319,0-141-315,0 0 1,0 0-1,0 0 1,0 0-1,1-1 1,-1 1-1,1 0 0,-1 0 1,1-1-1,0 1 1,-1 0-1,1-1 1,0 1-1,0-1 1,0 1-1,0-1 1,0 1-1,1-1 0,-1 0 1,0 1-1,1-1 1,-1 0-1,1 0 1,-1 0-1,1 0 1,0 0-1,-1-1 1,1 1-1,0 0 0,-1-1 1,4 1-1,6 1-13,-1-1-1,1 0 0,0 0 0,17-2 0,-3 0-33,11 2-37,-23 0 26,-1 0 0,1-1 0,0-1-1,-1 0 1,1 0 0,0-1 0,-1-1 0,18-6-1,-19 4-61,-1-2 0,0 1 0,16-14 0,-3 2-132,-20 16 236,-1 0 0,1-1 0,-1 1 0,0 0-1,0-1 1,0 1 0,0-1 0,0 1 0,0-1-1,-1 0 1,1 0 0,-1 0 0,0 0 0,0 0-1,0 0 1,0 0 0,-1 0 0,1-1 0,-1 1 0,0 0-1,0 0 1,0-1 0,0 1 0,-1-5 0,1 2 10,1-37 33,1 30-32,-1 0 1,-1 0-1,0 0 0,-1 0 1,-1 0-1,0 1 0,-4-15 1,0 16-15,0 1 1,-1-1 0,0 2-1,-1-1 1,0 1 0,-19-16-1,3 1 4,9 8 94,-2 0 1,0 1-1,-1 1 0,0 1 1,-25-14-1,30 20-35,-1 1 1,0 0-1,0 1 1,0 1-1,0 0 1,-1 0-1,0 2 0,1 0 1,-22 0-1,35 2-55,0 0-1,1 0 1,-1 0 0,1 0-1,-1 0 1,0 1-1,1-1 1,-1 0 0,1 0-1,-1 1 1,1-1-1,-1 0 1,1 1-1,-1-1 1,1 0 0,-1 1-1,1-1 1,0 1-1,-1-1 1,1 1 0,-1-1-1,1 1 1,0-1-1,0 1 1,-1 0 0,-4 23-63,5 36 61,1-38-13,-3 46-258,1-34-891,0 0 0,8 59 1,-6-89 1002,0-1 0,0 0 1,0 0-1,0 0 0,1 0 0,-1 0 1,1 0-1,0 0 0,0-1 1,0 1-1,0 0 0,0-1 0,1 0 1,-1 0-1,1 1 0,-1-1 1,1-1-1,0 1 0,0 0 1,0-1-1,0 1 0,0-1 0,0 0 1,4 1-1,6 1-991,-1-1 1,0 0 0,1-1-1,19 0 1,-29-1 816,50 0-7067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4.1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249 0 9909,'0'0'8844,"36"84"-7975,110 272 441,-138-335-1146,-1 0 0,-1 0-1,-1 1 1,-1-1 0,-1 1 0,-1 0-1,0 24 1,-2 470 1882,0-496-2060,0 0-1,-2 0 0,0 0 0,-1 0 0,-1-1 0,-1 1 0,0-1 1,-2 0-1,0 0 0,-1-1 0,-1 0 0,-1-1 0,-19 28 0,-34 29-515,43-52 233,1 1-1,0 1 0,-15 27 1,-40 103-1726,-2-8-1680,4 18-2174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7.9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6637 3 688,'0'0'22096,"3"0"-21253,72-1 5026,-21 0-5574,1 1 0,-1 3 0,65 13-1,-81-10-276,66 2 0,-39-5-51,101 0-67,-67-4 115,-95 1 3,-4 3-66,-1 59 63,1 13 91,11 92 0,3 96-7,-10-127-78,-1 351 38,-5-267-16,2 641 810,-14-861-655,-2192 0 506,2148-1-704,25-1 0,-1 2 0,-59 7 0,-57 33 0,94-24 0,42-13 0,0-1 0,-25 2 0,-15 3 0,-29 14 0,27-6 0,-60 7 0,-63 10 0,106-16 0,-116 33 0,179-47 0,-161 43 0,-47 5 0,99-26 0,76-13 0,20-5 0,0 0 0,-37 2 0,-2-1 0,-83 20 0,-26 4 0,-38 5 0,72-10 0,68-9 0,51-12 0,-1 0 0,-26 3 0,8-5 0,6-1 0,1 1 0,0 1 0,-33 10 0,-35 8 0,30-8 0,42-8 0,-1-2 0,-39 1 0,23-2 0,-257 1 0,167-6 0,-320 2 0,442 0 0,-1 1 0,0 1 0,-14 3 0,14-2 0,-1 0 0,0-2 0,-17 2 0,-128 6 0,-191-9 0,338 0 0,1 0 0,0 2 0,0-1 0,-1 1 0,1 1 0,-15 5 0,11-4 0,-1-1 0,0 0 0,0-1 0,0 0 0,0-1 0,0-1 0,-23-3 0,-12 1 0,15 3 0,-48 6 0,57-6 0,25-1 0,0 0 0,0 0 0,0 0 0,0 0 0,0 0 0,0 0 0,0 0 0,0 1 0,1-1 0,-1 0 0,0 1 0,0-1 0,0 0 0,0 1 0,0-1 0,1 1 0,-1-1 0,0 1 0,0-1 0,1 1 0,-1 0 0,0-1 0,0 2 0,-10 9 0,9-12 0,2 2 0,1 33 0,-1 2295 0,1-2315 0,0-14 0,-1 0 0,1 1 0,-1-1 0,1 0 0,-1 1 0,1-1 0,-1 0 0,1 0 0,-1 1 0,1-1 0,0 0 0,-1 0 0,1 0 0,-1 0 0,1 0 0,0 0 0,-1 0 0,1 0 0,-1 0 0,1 0 0,1 0 0,996 0-139,-997-22-5796,-1 17 5027,0 3 655,0 0-1,0 1 0,0-1 1,0 0-1,-1 1 0,1-1 1,0 0-1,-1 1 1,0-1-1,1 1 0,-1-1 1,0 1-1,0-1 1,0 1-1,0 0 0,0-1 1,0 1-1,0 0 1,0 0-1,-1-1 0,1 1 1,0 0-1,-3-1 0,-1 0-755,-1-1 0,1 1 0,-1 0 0,1 1 0,-11-2 0,-2 0-3502,0 2 1,-22 0-1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8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1505,'0'0'22709,"8"0"-20878,-1 6 1449,18 22-3117,2-1 1,0-1-1,2-2 0,37 25 0,-16-17-156,0-2 1,56 23-1,-86-45 4,0 0 1,1-2-1,0 0 0,28 3 0,-47-8-8,1-1-1,-1 1 1,0 0 0,1 0-1,-1 0 1,0 0-1,0 0 1,0 0 0,1 0-1,-1 1 1,-1-1-1,3 3 1,-2-3-2,-1 0 0,0 1 0,1-1 0,-1 0 0,1 0 0,-1 0 0,1-1 0,-1 1-1,1 0 1,-1-1 0,1 1 0,0-1 0,0 1 0,-1-1 0,1 0 0,0 1 0,2-1 0,-3 0-2,0-1 0,0 1 0,-1 0 1,1 0-1,0 0 0,0 0 0,0 1 0,-1-1 1,1 0-1,0 0 0,0 0 0,-1 1 0,1-1 1,0 0-1,0 1 0,-1-1 0,1 1 0,0-1 1,-1 0-1,1 1 0,-1 0 0,1-1 0,0 2 0,1 16 76,-2-9 35,0-7-59,0 29 112,0-17-141,1-5-10,-1 1 0,0-1 0,0 1 1,-1-1-1,-1 1 0,0-1 0,0 0 0,0 0 1,-6 14-1,-7-3 46,0 1 0,-2-2 0,0 0 0,-33 28 1,11-11 21,-4 2 54,-81 56 1,77-55-78,40-31-49,0-1 0,-1 0 1,0-1-1,-1 1 0,-17 8 1,19-13 179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29.9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647 135 8628,'0'0'12296,"-6"-23"-11917,-21-66 147,21 69-147,1 17 85,-153 3 2855,155 1-3319,0-1 0,0 1 0,1-1 0,-1 1 0,0 0 0,0 0 1,1 0-1,-1 0 0,0 0 0,1 1 0,-1-1 0,1 1 0,0 0 1,0 0-1,-1 0 0,1 0 0,0 0 0,1 0 0,-1 0 0,-2 4 1,-5 8-11,0 1 1,-10 25-1,1-3-12,-23 42 16,-62 163 1,22 24 13,29-80-11,31-105 3,11-45-5,1 0 0,2 1-1,1 1 1,0 47 0,5-13-24,3 106-204,-1-170 177,0 0-1,0 0 0,1 0 1,0 1-1,0-2 1,1 1-1,0 0 1,0 0-1,1-1 1,0 0-1,7 10 0,-3-7-324,2 1 0,0-1-1,0-1 1,0 0 0,23 15-1,-22-16-233,-1 1-1,0 1 0,-1 0 1,13 18-1,-13-16-274,1 0-1,19 17 1,-25-26 443,0 1 80,0-1-1,1 1 0,-1-1 1,1 0-1,7 3 0,19-1-4945,-11-5-885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0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627 61 7171,'0'0'12726,"-18"-11"-12107,-59-30-24,76 40-557,-1-1 0,0 2 0,0-1 0,0 0 0,0 0 1,1 0-1,-1 1 0,0-1 0,0 1 0,0 0 0,-1 0 0,1 0 0,0 0 0,0 0 0,0 0 1,-2 0-1,3 1-9,-1 0 1,1 0 0,0 0 0,-1 0-1,1 0 1,0 1 0,0-1 0,0 0-1,-1 1 1,2-1 0,-1 0 0,0 1-1,-1 1 1,-7 11 139,-18 28 64,2 2 0,2 0 0,-32 85 0,21-45-48,-93 269 183,47-121-175,59-177-135,2 2 1,3 0 0,2 0-1,3 1 1,2 1 0,-1 73 0,10-40-70,1-90 9,-1 1 0,1-1-1,-1 0 1,1 0 0,0 0 0,0 0 0,0 0 0,0 0 0,0 0 0,0 0 0,1 0-1,-1 0 1,1-1 0,-1 1 0,1 0 0,0-1 0,0 1 0,-1-1 0,1 0-1,0 0 1,0 0 0,0 0 0,0 0 0,1 0 0,-1 0 0,2 0 0,10 3-24,0 0 1,27 4-1,-8-5-230,58-2-1,-48-2 21,-37 1 196,-1 0 1,1-1-1,0 1 1,-1-1 0,1 0-1,-1-1 1,0 1-1,1-1 1,-1 0-1,0-1 1,0 1 0,0-1-1,0 0 1,-1 0-1,1 0 1,-1-1-1,1 0 1,-1 0-1,-1 0 1,1 0 0,0 0-1,2-6 1,2-5-44,0 0-1,-1-1 1,-1 1 0,0-1 0,6-33 0,-2-7-109,-3-1 1,-3 0 0,-4-102 0,-1 67 107,1 80 85,0-1-5,0 0-1,-1 0 1,-3-17 0,4 27 8,-1-1 1,0 1-1,0 0 1,0 0 0,0 1-1,0-1 1,0 0-1,-1 0 1,0 0-1,1 1 1,-1-1 0,0 1-1,0 0 1,-1-1-1,1 1 1,0 0-1,-1 0 1,1 0 0,-6-2-1,-3-1 14,4 1-21,0 1 0,0 0-1,-1 0 1,1 1 0,-1 0 0,0 0 0,0 1 0,1 0 0,-13 0 0,-98 1 128,116 0-147,-1 0 0,0 0 0,1 1-1,-1-1 1,0 1 0,1 0 0,-1-1 0,1 1-1,-1 0 1,1 1 0,0-1 0,-1 0-1,1 1 1,0-1 0,0 1 0,0 0 0,0-1-1,0 1 1,0 0 0,1 0 0,-1 0 0,1 1-1,-1-1 1,1 0 0,0 1 0,-2 3 0,-1 7-214,0-1 0,1 1 1,0 0-1,-1 17 0,2-18 48,1 6-1218,0 36 0,2-32 267,-2-19 893,1-1 0,0 1 0,1 0 0,-1-1 0,0 1 0,1 0 0,-1-1 0,1 1 0,0-1 0,0 1 0,0-1 0,0 1 0,0-1 0,1 0 0,2 4 0,-1-3-179,1 0 0,-1-1 0,1 1 0,0-1 0,0 0 0,0 0 0,5 2 0,-8-3 299,49 18-5645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1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189 147 9348,'0'0'11726,"-18"33"-11582,7-15-132,0 1-2,0-1 0,2 1 0,0 1 0,1 0 0,0 0 0,2 1 0,1 0 0,0 0 0,1 0 0,0 28 0,4 184 1026,-1-230-1013,1 1 0,0-1 0,0 0 0,1 0 0,-1 1 0,1-1 0,-1 0 1,1 0-1,0 1 0,0-1 0,1 0 0,-1 0 0,1 0 0,-1-1 0,4 5 1,-3-5-22,1 0 0,0 0 1,-1 0-1,1 0 0,0-1 1,0 1-1,0-1 0,0 0 0,1 0 1,-1 0-1,0 0 0,6 0 1,9 2-42,-1-1 0,1-1 0,-1 0 0,1-2 0,-1 0 0,1 0 0,20-6 0,-31 4 18,1 0 1,-1 0-1,-1-1 0,1 0 1,0 0-1,-1 0 1,0-1-1,0 0 1,-1 0-1,1-1 1,-1 0-1,0 1 1,0-2-1,-1 1 0,0-1 1,6-11-1,1-5-50,-2 0-1,0-1 1,11-47 0,-12 20-25,-2-1 1,-2 0-1,-5-95 1,-1 52 116,2 91-16,0 0 0,0-1 0,0 1-1,-1 0 1,0-1 0,1 1 0,-1 0-1,-1 0 1,1 0 0,-1 0-1,1 0 1,-1 0 0,0 0 0,-1 0-1,1 1 1,-1-1 0,1 1-1,-1-1 1,0 1 0,0 0 0,-1 0-1,1 1 1,-1-1 0,1 1 0,-1-1-1,0 1 1,0 0 0,0 1-1,0-1 1,-7-1 0,-8-1 25,-1 1 0,0 0 0,0 2 0,0 0 0,-28 4 1,5-2 111,-93-1 138,134 0-276,0 0 1,0-1-1,0 1 0,0 0 0,0 1 1,1-1-1,-1 0 0,0 0 0,0 1 1,0-1-1,0 1 0,1 0 0,-1 0 1,0-1-1,1 1 0,-1 0 0,0 0 1,1 0-1,-1 1 0,1-1 0,-2 2 1,2-1-18,0 0 0,0 1 0,1-1 0,-1 1 0,0 0 0,1-1 0,0 1 0,-1-1 0,1 1 0,1 5 1,-4 26-348,-3-9-339,1 1-1,2 0 1,1 0 0,1 44-1,1-49 112,0-14 333,3 56-2448,-3-59 2327,1 1-1,0-1 0,0 0 0,0 1 1,1-1-1,0 0 0,-1 0 1,2 0-1,-1 0 0,4 6 1,-3-7-163,0 0 1,0-1 0,1 1-1,-1-1 1,0 0 0,1 0-1,0 0 1,6 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3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0 0 304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5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0 672 304,'675'-559'8372,"-550"461"-4951,-123 96-3239,-1 1-1,1 0 1,0-1-1,-1 1 1,1 0-1,0 0 1,0 0-1,0 0 1,0 1-1,0-1 1,0 0 0,0 1-1,0-1 1,3 1-1,-3 0-7,0 0 0,1 0 1,-1 0-1,0 0 0,0 1 0,1-1 0,-1 1 0,0-1 0,0 1 1,0 0-1,0 0 0,0 0 0,0 0 0,0 0 0,0 1 0,0-1 1,0 1-1,-1-1 0,1 1 0,-1-1 0,3 4 0,9 15 627,-1 1 0,-2 0 0,15 38 0,-22-52-732,76 211 968,-67-178-893,-2 0 0,-2 1-1,6 82 1,-14-114-109,-2 410 1501,1-396-1496,-2 0 0,-1-1 0,0 1-1,-2-1 1,0 0 0,-2 0 0,0-1-1,-23 41 1,-28 34-34,-84 150-1386,120-194 36,2 0-1,3 2 1,-11 58-1,-1 0-4245,0-12-1994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8.1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279 386 320,'0'0'9340,"-15"-14"-9252,-45-41-32,44 32-25,16 13 21,2 6 23,-2-41 3711,0 43-3231,0-2 162,-2-9 3037,-1 12-3503,0 1 1,1 0-1,-1 0 1,0 0-1,0 1 0,1-1 1,-1 1-1,0-1 0,0 1 1,1 0-1,-5 2 1,5-1-261,0 0 1,0 1-1,0-1 0,0 1 1,0-1-1,1 1 1,-1-1-1,1 1 1,0 0-1,0 0 0,0-1 1,-1 6-1,-9 39 45,1 0 0,-3 59 0,7-47 13,-15 63 0,6-60-11,-7 74 1,20-55-20,1-71-19,-6-8-6,6-2-4,0 0 0,1 0 0,-1 0 0,0 0 0,0 0 0,0 0 0,0 0 0,1 0 0,-1-1 0,0 1 0,0 0 0,0 0 0,1-1 0,-1 1 0,0 0 0,0-1 0,1 1 0,-1-1 0,0 1 0,1-1 0,-1 1 0,1-1 0,-1 0-1,1 1 1,-1-1 0,1 0 0,-1 0 0,-1-24-408,3 12 496,-1-364-537,0 355 441,1 0 0,1 0 0,1 0 0,2 1 0,0-1 0,1 1 0,11-27 0,45-120-1,-56 155 9,1-1-1,0 1 1,2 0 0,-1 0-1,1 1 1,1 0-1,0 1 1,1 0 0,18-14-1,-28 24-42,11 7-489,-8 1 553,0 0 1,-1 1-1,1 0 0,-2 0 1,1 0-1,-1 0 0,0 0 0,-1 0 1,1 17-1,-1-16 7,9 117 258,-8 145 0,-4-135-185,2-32-427,0-486 293,0 357 21,1 0-1,8-47 1,-7 64 18,-1 1 1,1 0 0,1 0 0,-1 0 0,1 0 0,0 0 0,1 1-1,-1-1 1,1 1 0,1 0 0,-1 0 0,1 0 0,0 1-1,10-9 1,-11 12-9,0 0-1,0 0 0,0 1 0,0-1 1,0 1-1,0 0 0,1 0 0,5 0 1,-8 0 10,0 1 0,0 0 1,0 0-1,0 0 1,0 0-1,0 0 1,0 0-1,0 0 0,0 1 1,0-1-1,0 1 1,0 0-1,0-1 1,0 1-1,0 0 0,0 0 1,-1 0-1,1 0 1,0 0-1,-1 1 0,3 1 1,2 9 56,-1-1 0,1 2-1,-2-1 1,0 0 0,0 1 0,2 21 0,8 86 239,-8 124-379,-8-82-3338,0 8-5835,2-152 3791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9.0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519 272 512,'0'0'10528,"-19"-43"-10251,-54-132-42,58 135-106,9 27 10,4 13 51,-3 2 94,-38-2 1624,-71 2 292,106-1-2168,1 0 0,0 1-1,0 0 1,0 1 0,0 0-1,0 0 1,1 0 0,-1 1 0,1 0-1,0 0 1,0 0 0,0 1-1,1 0 1,-1 0 0,1 0-1,-8 12 1,-4 7-14,1 1 0,-23 46 0,38-68-21,-4 7-5,1 0-1,1 0 1,0 1 0,0 0 0,1-1 0,0 1 0,0 11-1,3 78 65,0-46-81,-1-51 24,0 0-1,0 1 1,0-1-1,0 0 1,1 0-1,-1 1 1,1-1-1,0 0 1,0 0-1,0 0 1,0 0-1,3 5 0,-2-6 6,0-1 0,0 1 0,0-1 0,0 1 0,0-1 0,0 1 0,1-1 0,-1 0 0,0 0 0,1 0 0,-1 0 0,0-1 0,1 1 0,-1-1 0,1 1 0,4-1 0,9 3 10,0 1 0,0 0 0,-1 1 0,0 1 0,0 0 0,0 1 0,-1 1 0,22 15 0,-26-18-10,0 1 0,0-1 0,0-1 0,1 0 0,0 0 0,0-1 0,14 2 0,-17-2-1,1 2 1,0-1 0,-1 1 0,0 1 0,0-1 0,0 1 0,-1 1-1,12 13 1,-17-16 0,-1-1 0,0 1 0,0 0 0,0 1-1,0-1 1,0 0 0,-1 0 0,0 0 0,0 0 0,0 0-1,0 0 1,-2 6 0,1 3 45,3 35 138,0-31-76,-2-1 0,1 0 0,-2 0 0,0 1 1,-5 22-1,2-32-54,0-1 1,0 1-1,0-1 1,-1 0-1,0-1 1,0 1-1,-1-1 1,1 0-1,-1 0 1,0 0-1,-12 6 1,-15 13 151,-35 47 122,65-69-319,0-1 0,0 1 0,0 0 1,-1-1-1,1 1 0,-1-1 0,1 0 1,-1-1-1,1 1 0,-1 0 0,0-1 0,-4 0 1,-51-1-114,38 0-83,-98 1-2030,119 0 2190,-1 0 0,1 0 0,0 0 1,0 0-1,0 0 0,0 0 0,0 0 0,0 0 0,-1 0 1,1 0-1,0 0 0,0 0 0,0 0 0,0 0 0,0 0 1,0-1-1,-1 1 0,1 0 0,0 0 0,0 0 1,0 0-1,0 0 0,0 0 0,0 0 0,0 0 0,0 0 1,-1 0-1,1 0 0,0-1 0,0 1 0,0 0 0,0 0 1,0 0-1,0 0 0,0 0 0,0 0 0,0 0 1,0-1-1,0 1 0,0 0 0,0 0 0,0 0 0,0 0 1,0 0-1,0 0 0,0-1 0,0 1 0,0 0 0,0 0 1,0 0-1,0 0 0,0 0 0,0 0 0,0-1 1,0 1-1,0 0 0,0-61-4322,0 10 838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9.3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1 136 576,'0'0'11848,"35"-23"-11271,-35 23-577,147-89 627,-96 68-264,-22 19 183,-11 3 41,28-1 974,-44 31-2607,-2 273-6074,0-210 3867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7.2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1 192,'0'0'1169,"-80"0"-1329,70 0-1041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8.2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271 711 1409,'-98'-138'2774,"92"131"-2532,0 0 0,0 1-1,-1-1 1,0 1-1,0 1 1,0-1 0,-1 1-1,1 1 1,-1-1 0,-10-3-1,11 5 17,1 0 1,0 0-1,0 0 0,0-1 0,-9-8 1,13 11-56,1 0 0,-1-1 0,1 1 0,-1-1 1,1 0-1,0 1 0,-1-1 0,1 0 1,0 0-1,0 0 0,0 0 0,1 0 1,-1 0-1,0 0 0,1 0 0,-1 0 1,1 0-1,0-1 0,0 1 0,-1 0 0,2 0 1,-1 0-1,0 0 0,1-4 0,-1 1 7,0 4 66,0 0 0,0 1 1,0-1-1,0 0 0,0 0 1,0 1-1,0-1 0,3-7 3039,-2 7-3038,7-1 3024,1 2-4597,-9 0 1178,554 0-1288,-552 0 1376,-2-6-175,0-5 191,1-15-34,-1 1 0,-1-1 0,-1 1 0,-2 0 0,0-1 0,-14-43 1,10 50 45,6 13 1,0 1 1,0 0-1,0 0 0,0 0 1,-1 0-1,0 0 1,0 0-1,0 1 0,-1 0 1,1-1-1,-1 1 0,0 1 1,0-1-1,-1 0 0,1 1 1,-1 0-1,-7-4 0,-2 0 22,0 0 0,-1 1-1,1 0 1,-1 1 0,0 1-1,-1 1 1,1 0 0,-1 1-1,0 0 1,1 1 0,-24 2-1,34-1-5,-1 0 0,1-1 0,0 0 1,-1 0-1,1 0 0,0-1 0,0 0 0,-8-3 0,10 3 1,0 1 10,0 0-1,0 0 0,0 0 0,0 1 0,0-1 0,0 1 0,0-1 0,0 1 0,0 0 1,0 0-1,-1 1 0,-3 0 0,-15 0 134,-84-1 1044,105 0-1198,0 0 0,0 0-1,0 0 1,0 0 0,1 0 0,-1 0-1,0 1 1,0-1 0,0 0 0,0 0-1,1 1 1,-1-1 0,0 0 0,0 1-1,1-1 1,-1 1 0,0-1 0,1 1-1,-1-1 1,0 1 0,1 0 0,-1-1-1,1 1 1,-1 0 0,1-1-1,-1 2 1,-5 9 27,1 1 1,0 1-1,0-1 0,2 0 1,-1 1-1,2 0 0,0 0 0,-1 14 1,-2 121 341,5-143-361,-2 132 415,6 178 206,-4-305-632,1 0 1,0 0 0,1 0-1,0-1 1,1 1 0,0 0-1,7 14 1,-8-20-1,0-1-1,1 1 1,-1-1-1,1 0 1,0 0 0,0 0-1,0 0 1,0 0-1,0-1 1,1 1-1,-1-1 1,1 0 0,0 0-1,-1 0 1,1 0-1,0-1 1,0 0-1,0 0 1,0 0 0,0 0-1,6 0 1,30 6 23,55 16 1,-58-13-23,0-1 1,49 5-1,201-11 431,-218-4-3886,3 0-4362,-52 1-536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9.5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411 100 1072,'0'0'17995,"-14"-16"-17426,-39-50-22,36 48 832,12 18-1013,1 2 31,-15-2 491,9-1-370,0 1 0,0 1-1,0 0 1,-11 2 0,16-2-423,0 1 0,1 0 0,-1 0 0,1 0 0,-1 0 0,1 1 0,0-1 1,0 1-1,0 0 0,0 1 0,-6 6 0,-12 19-3,1 0 1,2 1-1,0 1 1,2 1-1,-21 56 1,28-57-93,1 0 0,2 1 0,1 0 1,-4 52-1,9 131 101,3-107 2,-2-10-39,0-93-65,1 1 0,1-1-1,-1 0 1,1 0 0,0 0-1,0 0 1,0 0 0,0-1-1,1 1 1,0-1 0,0 1-1,0-1 1,1 0-1,-1 0 1,1-1 0,0 1-1,0-1 1,1 1 0,4 2-1,8 5-3,0-1 0,0 0 0,30 11-1,-29-15-9,0 0-1,22 2 0,-6-1 2,-17-4 2,0-1-1,1 0 1,-1-2-1,31-2 1,-8 0-3,-9 3-82,-1 0 0,1 2 0,36 9 1,-52-11 29,2 2 6,-16-2 63,0 0 1,0 0-1,0 0 1,0 0-1,0 0 1,0 0 0,-1 1-1,1-1 1,0 0-1,-1 0 1,1 1-1,-1-1 1,1 0-1,-1 1 1,0-1 0,1 1-1,-1-1 1,0 0-1,0 1 1,0-1-1,0 1 1,-1 1-1,1-1 86,0 1 14,0 9 15,0-9 38,1-3-152,-1 0 1,0 1-1,0-1 0,0 0 1,0 0-1,0 1 0,0-1 1,0 0-1,0 0 0,0 1 1,0-1-1,0 0 0,0 0 1,0 1-1,0-1 0,0 0 1,0 0-1,0 1 0,0-1 1,0 0-1,0 0 0,0 1 1,0-1-1,-1 0 0,1 0 1,0 1-1,0-1 0,0 0 1,0 0-1,-1 0 0,1 1 1,0-1-1,0 0 0,0 0 1,-1 0-1,1 0 0,0 0 1,0 1-1,-1-1 0,-1 1 4,-1 1 0,0-1 0,0 1 0,1-1 0,-1 0 0,0 0 0,0 0 0,0-1 0,0 1 0,0-1 0,0 1 0,-4-1 0,-48-2 48,25 1-25,-139 1-136,164-1 96,0 1 1,-1-1 0,1 0 0,0 0-1,0 0 1,0-1 0,0 0 0,0 0-1,1 0 1,-1-1 0,1 1-1,-1-1 1,1 0 0,0-1 0,0 1-1,0-1 1,0 1 0,1-1 0,0 0-1,-5-7 1,-55-85-141,43 62 65,10 17-5,1-2-1,-14-36 1,7 15-76,3 0 111,2-1 0,2 0 1,-6-61-1,4 33 38,7 54 23,2 0 0,0-1 1,0-17-1,2-253-113,0 256 123,0 24 16,436 6 686,-435 0-742,-1 8-2994,0 35-850,0 31-2714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1.1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637 31 16,'0'0'15356,"-18"-5"-14398,-55-13-371,67 16 119,0 1 1,0-1-1,0 1 0,0 0 0,-1 1 0,1-1 1,0 1-1,-11 2 0,-9 0-24,24-2-659,-1 0 0,1 1 0,0-1 0,-1 1 0,1 0 0,-1 0 0,1 0 0,0 0 0,0 0 0,-1 0 0,1 0 0,0 1 0,0-1 0,0 1 0,0 0 0,1 0 0,-1-1 0,0 1 0,-2 5 0,-4 5 16,0 1 1,-8 21 0,-4 5 48,-24 42 70,-20 32 212,53-96-274,0 0-1,1 1 1,1 0-1,-10 29 1,12-30-16,0 0 0,-12 19 0,-9 21 72,7-17-83,16-32-59,0 0 0,0 0 0,2 1 1,-6 15-1,5-14-5,0 1 0,0-1 1,-1 1-1,0-1 0,-13 16 0,13-19-2,1-1 0,0 1-1,0 0 1,0 0 0,0 0 0,1 1-1,1-1 1,-1 1 0,1-1 0,0 1-1,-1 14 1,3-21-22,0 13-4625,0-12 4435,0 0 1,0 1 0,1-1-1,-1 0 1,1 0 0,-1 1 0,1-1-1,0 0 1,-1 0 0,1 0 0,0 0-1,1 1 1,-1-2 0,0 1-1,0 0 1,1 0 0,-1 0 0,1-1-1,0 1 1,0 0 0,-1-1 0,1 0-1,0 1 1,0-1 0,0 0-1,0 0 1,0 0 0,1 0 0,3 0-1,1 1-896,0-1-1,0 0 1,1 0-1,11-1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4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6802 278 752,'0'0'8607,"0"-18"-8239,0-74 347,0 41 9847,0 39-9407,0 10-1063,0 0-1,0-1 0,0 1 0,0 0 0,0 0 0,1 0 0,-1 0 0,1 0 0,-1 0 0,1 0 0,0-1 0,0 2 0,0-1 0,0 0 0,0 0 0,0 0 0,0 0 0,1 1 0,-1-1 0,1 1 0,2-3 0,0 2-50,1-1 0,1 1 0,-1 0 0,0 0 0,1 1 0,-1-1 0,0 1 0,8 0 0,21-11 5,-29 10-40,1 0 0,0 0-1,0 0 1,-1 0-1,1 1 1,12-2 0,403 3 637,-383-8-635,-31 6-10,0 0 0,1 0-1,-1 1 1,11-2 0,280 3-121,-256 9 374,-42 29 397,0 1269 692,-10-1146-1292,10-55-22,-10-52-4,10-51-21,0 1 1,-1-1 0,1 1-1,-1-1 1,0 0 0,1 1 0,-1-1-1,-1 0 1,-2 6 0,3-6-2,-1 1-1,1 0 1,-1-1 0,1 1 0,0 0 0,0 0 0,1-1 0,-1 1 0,1 7 0,0 2 4,-1-1 0,-1 1 0,-3 18 0,3-23-7,1 0 1,0 0 0,0 1-1,1-1 1,0 0-1,2 13 1,-1-11 7,0 1 0,-1-1 0,0 1 0,-3 14 0,-3 31 5,1-1 0,6 98 0,1-54-27,-2-96 18,0 0 0,0 0 1,-1 0-1,1 0 0,-1 0 1,1 0-1,-1 0 0,0 0 1,-3 4-1,2-1 63,0-1 1,0 1 0,0-1-1,1 1 1,0 0-1,0 0 1,0 0 0,1-1-1,0 11 1,0-15-62,0-1-1,0 1 1,0-1 0,-1 1-1,1-1 1,0 0 0,0 1-1,-1-1 1,1 1 0,0-1 0,0 0-1,-1 1 1,1-1 0,0 0-1,-1 1 1,1-1 0,-1 0-1,1 1 1,0-1 0,-1 0-1,1 0 1,-1 0 0,1 1 0,-1-1-1,1 0 1,-1 0 0,1 0-1,-1 0 1,1 0 0,-1 0-1,1 0 1,-1 0 0,1 0 0,-1 0-1,1 0 1,-1 0 0,1 0-1,0-1 1,-1 1 0,1 0-1,-1 0 1,0-1 10,0 1 1,1 0-1,-1 0 0,0 0 1,1 0-1,-1 0 0,0 0 0,1 0 1,-1 0-1,0 0 0,1 0 1,-1 0-1,0 0 0,1 1 0,-1-1 1,1 0-1,-1 0 0,0 1 1,1-1-1,-1 0 0,0 2 0,0-1-25,0 1 47,1-1 0,-1 1 0,0-1 0,0 1 0,0-1 0,0 0 0,0 1 0,0-1 0,0 0 0,-1 0 0,1 0-1,0 0 1,-1 0 0,1 0 0,-2 1 0,-1 0-20,1-1-1,0 1 0,0 0 0,-1 1 1,2-1-1,-1 0 0,0 1 1,0 0-1,-3 4 0,3-3 2,0-1-1,0 1 1,0-1 0,-1 0-1,1 0 1,-1 0 0,0-1-1,0 1 1,0-1-1,-5 2 1,-17 3 47,-1-2 0,-35 2 0,59-6-57,-52 0 79,41-2-68,0 2 0,-22 2 0,11 3 4,19-3-17,-1-2 0,1 1 0,-1-1 0,1 0 0,-10 0 0,-936-1 372,947 0-375,0 0 0,-1-1 0,1 0-1,0 0 1,0 0 0,-10-4 0,10 3 0,0 0 0,0 1 0,0 0 0,-1 0 0,1 0 1,-11 0-1,-93-8 87,43 9-3,-196-7 203,7 3-125,130 6-104,26-3-1,-79 0 1,140 3-40,0 1 0,-58 14-1,52-6-9,1 1 71,-74 9-1,100-19-54,1 0 0,0 1 0,-1 1 0,1 1 0,1 0 0,-1 0 0,-21 13 0,23-12-19,0 0 0,0-1-1,-1 0 1,0-1-1,-18 3 1,-31 7 22,15 1-2,0-2 0,-1-2 0,-1-2 0,-88 3 0,76-9-4,0 3-1,-95 21 0,150-26-20,-76 11 7,-102 2 1,101-10-9,-100 17 1,108-8 14,-39 10 13,92-18-22,-1 0 0,-31 1 1,-8 0 30,-128 18 64,10 6-91,-99 10 106,135-22-102,65-7 6,-13 2-14,-21 2 2,50-10 22,-112 23 1,97-13-11,44-10-9,-43 14 1,74-18-12,-25 9 0,-1-1 0,-34 5 0,-13 2 18,52-10-7,0-1 0,-28 2-1,13-4-3,-122 5 8,148-8-13,-1 2 0,-26 5 0,28-4 0,0-1-1,-25 2 0,-47 5 10,-10-1 24,-299-8-105,394 0 70,1 78-63,2-8 11,-16 127-1,0-94 55,0 133-1,14-115-16,-5 328 53,-2-304-36,-29 153 0,20-144 20,-1 4-7,10-121-32,2-1 0,-1 49 0,-4 133 39,10 386-14,0-602-31,0 0 1,0 0 0,0 0 0,0 0-1,0 1 1,0-1 0,-1 0 0,1 0-1,0 0 1,-1 0 0,0-1 0,1 1-1,-3 3 1,2-6-198,4 0 109,916 1 156,-845 9-8,-33-8-40,-1 1-1,42 9 1,-64-8 15,1-1 1,0 0-1,-1-2 1,21-2-1,35 0 8,-70 2 167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5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261 9 10069,'0'0'11493,"-8"-1"-11416,-25-5 22,25 4 3412,9 2-3348,10 1-121,-1 0 0,1 0 0,-1 1 0,0 1 0,1 0 0,-1 0 0,-1 1 0,1 0 0,0 0 0,12 10 1,12 8 17,44 40 0,-9-7-6,-53-43-34,-12-8-11,-1-1 1,1 0-1,0 0 1,0-1-1,0 1 0,7 2 1,60 21 86,-51-22-86,-18-4-14,0 1-1,0-1 1,0 0 0,0 1 0,0-1-1,0 1 1,0 0 0,0 0 0,0 0-1,-1 0 1,1 0 0,2 2 0,36 45 110,-39-44-24,0-1 0,0 1-1,0 0 1,0 0 0,-1 0 0,1-1-1,-1 1 1,0 0 0,0 0 0,-1 0-1,0 5 1,0 4 196,1-10-257,0-1 0,-1 1 0,1 0-1,-1-1 1,1 1 0,-1-1-1,0 0 1,0 1 0,0-1 0,0 0-1,-1 1 1,1-1 0,0 0 0,-1 0-1,0 0 1,1 0 0,-1 0 0,0 0-1,0-1 1,0 1 0,-3 1 0,-6 3-1,0 0 0,0-1 1,-17 6-1,-11 5 83,-92 62 99,61-35-103,-134 66 243,156-82-311,40-21-85,-1-1 0,0 0 1,0 0-1,-1-1 1,1-1-1,-15 5 0,21-7-55,0 0-1,0 0 0,0 0 0,0 1 1,0-1-1,0 1 0,1 0 1,-1 0-1,0 0 0,1 0 0,0 1 1,-1-1-1,1 0 0,0 1 1,-2 3-1,1-1-233,0 1 0,0 0 1,0 0-1,1 0 1,-1 0-1,1 0 0,-2 13 1,4-13-33,-1-1 0,1 1 0,0 0 1,0-1-1,0 1 0,1-1 0,0 1 1,0-1-1,2 9 0,-2-11 110,1 0-1,-1-1 1,0 1 0,1 0 0,0 0-1,-1-1 1,1 1 0,0-1 0,0 0-1,1 0 1,-1 0 0,0 0-1,1 0 1,-1 0 0,1 0 0,0-1-1,4 3 1,4-1-1122,0 0 1,1 0-1,18 1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6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594 153 880,'0'0'14975,"-20"-26"-13467,-60-75-444,60 75 884,-49 26 2047,-90 0-2903,156 0-1092,1 0-1,-1 0 1,1 0 0,0 1-1,-1-1 1,1 0-1,0 1 1,-1-1 0,1 1-1,0 0 1,0 0-1,0 0 1,0 0 0,0 0-1,0 1 1,0-1-1,0 1 1,0-1-1,0 1 1,1-1 0,-1 1-1,1 0 1,-1 0-1,1 0 1,-2 3 0,-5 4 0,4-3-3,0-1 0,0 1 1,0 1-1,1-1 0,0 0 0,1 1 1,-1-1-1,1 1 0,0 0 1,-1 10-1,0 6-155,2 43 1,1-42 43,0-23 113,0 1 0,0-1-1,0 1 1,1-1 0,-1 1 0,0-1 0,1 1 0,-1-1 0,1 1 0,-1-1 0,1 1 0,0-1 0,0 0-1,0 1 1,-1-1 0,1 0 0,0 0 0,1 0 0,-1 0 0,0 0 0,0 0 0,3 2 0,35 11-7,-5-2 1,12 7-7,-29-12-24,0 0 0,19 12 0,15 11-279,14 10-129,-58-34 399,0-1 1,0 0-1,0-1 1,1 1-1,-1-1 1,10 3-1,-16-7 44,0 1 1,0 0-1,0-1 0,0 1 1,0 0-1,0-1 0,0 1 0,-1 0 1,1 0-1,0 0 0,0 0 1,-1-1-1,1 1 0,0 0 0,-1 0 1,1 0-1,-1 1 0,0-1 1,1 0-1,-1 0 0,0 0 0,1 0 1,-1 2-1,0 31 50,2-4-39,12-13 9,-12-16-15,0 1 0,0 0 0,0 0 0,0 0 1,-1 0-1,1 0 0,-1 0 0,0 0 0,1 1 0,-1-1 1,0 0-1,0 1 0,-1-1 0,1 1 0,0-1 0,-1 1 0,1 2 1,-1 153 920,0-157-920,0-1 1,0 1 0,0-1-1,0 1 1,0-1 0,-1 1-1,1-1 1,0 1 0,0-1-1,0 0 1,0 1 0,-1-1-1,1 1 1,0-1-1,0 0 1,-1 1 0,1-1-1,0 1 1,-1-1 0,1 0-1,0 0 1,-1 1 0,1-1-1,-1 0 1,1 0 0,-1 1-1,-9 4 54,-1-1-1,0 0 1,0-1-1,-1 0 1,1 0-1,-1-1 1,1-1-1,-15 0 1,-50 10 72,59-6-115,0-2 0,-1 0 0,0-1-1,-19 0 1,-242-2-3695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7.2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71 1105,'0'0'15465,"23"-12"-14374,77-36-336,-97 47-716,1-1 0,0 0 0,0 1-1,-1 0 1,1 0 0,0 0-1,0 0 1,0 1 0,0 0-1,0-1 1,0 1 0,0 1 0,0-1-1,0 1 1,0-1 0,0 1-1,0 0 1,0 1 0,0-1 0,-1 1-1,1-1 1,-1 1 0,1 0-1,-1 0 1,1 1 0,4 4-1,-6-5-10,61 57 343,-56-52-345,0 1 1,0-1-1,-1 1 1,0 0-1,-1 0 1,0 0-1,0 1 1,-1 0-1,0 0 1,-1 0-1,1 1 1,-2-1-1,1 1 1,1 16-1,-2 6-501,-1 41-1,-2-51-757,1 0 0,2 0 1,0 0-1,5 24 0,11 2-3441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1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0 1697,'0'0'14566,"-15"0"-14083,-45 0-114,45 0 4852,15 9-4410,0 750-409,0-757-695,4-2-828,261 0 668,-265 4-403,0-1 718,1-1 0,-1 0 0,0 0 1,1 0-1,0 1 0,-1-1 0,1 0 1,0 0-1,0 0 0,0 0 0,0 0 1,1-1-1,-1 1 0,0 0 0,1 0 1,-1-1-1,1 1 0,0-1 0,-1 1 1,1-1-1,0 0 0,0 0 0,0 0 1,0 0-1,3 1 0,1 1-442,0-1-1,0 0 1,1-1-1,-1 1 1,0-1-1,1 0 1,9 0-1,8-1-3743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5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81 112,'0'0'20409,"60"-80"-20297,10 80-32,-11 0-31,-9 0 127,-10 0 48,-10 0-112,10 0-112,-21 0-545,21 0-1183,20 18-1330,-10 17-1968,-11-17-1553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7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0 0 2129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0 2129,'-29'430'18745,"38"-448"-17273,101 18-1488,-11-9-48,1 0 64,-21-9 64,-9 0-64,-30 1-64,0 17-688,49 0-833,-19 0-2529,-1 0-3025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30.1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648 179 2929,'0'0'14636,"-10"-12"-13262,-32-35-589,42 46-760,-1 0 0,0 0 0,1 0 0,-1 0 1,0 1-1,0-1 0,1 0 0,-1 1 0,0-1 0,0 0 1,0 1-1,0-1 0,0 1 0,0 0 0,0-1 0,0 1 1,0 0-1,0-1 0,0 1 0,0 0 0,0 0 0,-1 0 1,-34-1 713,-76 3 1720,107-1-2395,0 0 0,1 0-1,-1 0 1,0 0 0,1 1-1,-1 0 1,1 0 0,0 0 0,0 0-1,-1 1 1,1 0 0,1 0-1,-1 0 1,-4 4 0,-3 5 58,1 1 1,0 0-1,-8 15 1,-3 5-37,-27 44 39,43-68-121,1 0-1,-1 1 0,2 0 1,-1 0-1,2 0 1,-4 15-1,-5 353 297,11-288-170,0-87-130,0 0 0,0 0 1,1-1-1,-1 1 0,1 0 1,0-1-1,0 1 1,0-1-1,0 1 0,0-1 1,0 1-1,1-1 0,-1 1 1,1-1-1,0 0 0,-1 0 1,1 0-1,0 0 0,0 0 1,0 0-1,4 1 0,5 4-4,-1-2 0,2 1-1,20 6 1,5 3-40,-24-10 50,-1-1 0,1 0-1,-1 0 1,1-2 0,0 1-1,0-2 1,24 1 0,-14-2-8,-1 2 0,25 4 0,-22-5 26,-24-1-22,0 0-1,0 0 0,1 0 0,-1 1 0,0-1 0,1 0 0,-1 0 0,0 1 0,0-1 1,1 1-1,-1 0 0,0-1 0,0 1 0,0 0 0,0-1 0,0 1 0,2 2 1,-3-2-2,1-1 1,0 1 0,0 0 0,0-1 0,0 1 0,-1-1 0,1 1 0,0-1 0,0 1 0,0-1 0,0 1 0,0-1 0,0 0 0,0 1 0,0-1 0,0 0 0,2 0 0,-3 0 16,1 0 0,-1-1 1,0 1-1,0 0 0,1 0 1,-1 0-1,0 0 0,1 0 0,-1 0 1,0 0-1,1 0 0,-1 0 1,0 0-1,1 0 0,-1 0 0,0 0 1,1 0-1,-1 0 0,0 0 1,1 0-1,-1 0 0,0 0 0,0 0 1,1 1-1,-1-1 0,0 0 1,1 0-1,-1 0 0,0 1 0,0-1 1,1 0-1,-1 0 0,0 0 1,0 1-1,0-1 0,1 0 1,-1 1-1,0-1 0,0 0 0,0 0 1,0 1-1,0-1 0,0 0 1,1 1-1,-1-1 0,0 0 0,0 1 1,0-1-1,0 0 0,0 1 1,0 1 914,-209-2-615,200 0-322,0-1 0,0 0 0,1 0 0,-1-1 0,0 0 0,1-1 0,0 0 0,-1 0 0,1-1 0,1 0 0,-13-7 0,-2-6-29,1 0 1,-27-27-1,-17-15-266,42 39 213,16 13 74,0 0 0,-1 1 0,1 0 0,-12-6 0,15 11 8,1 0 1,0-1-1,0 1 0,0-1 1,0 0-1,0 0 1,0 0-1,0 0 1,1 0-1,-1-1 0,1 1 1,-1-1-1,1 0 1,0 0-1,0 0 1,0 0-1,0 0 0,1 0 1,0 0-1,-1 0 1,1-1-1,0 1 1,0-1-1,1 1 0,-1-1 1,1 1-1,-1-4 1,-7-39-131,4 29 66,0 0 1,2-1 0,-1-17 0,3-270-66,0 299 135,1 0 0,0 0 0,0 0 0,0 0 0,1 0 0,0 0 0,0 0-1,0 1 1,1-1 0,0 1 0,0-1 0,7-8 0,4-3 7,1 0 0,21-18 1,-4 5 5,-24 20 13,1 1-1,0 0 1,1 1 0,0 0 0,1 1 0,-1 0 0,2 0-1,-1 1 1,0 1 0,1 0 0,0 1 0,0 0-1,1 0 1,-1 1 0,1 1 0,-1 0 0,1 1 0,17 0-1,187 1 150,-215 0-174,1 0-1,-1 1 0,0-1 0,0 0 0,0 1 0,1-1 0,-1 1 0,0 0 0,0-1 0,0 1 0,0 0 0,0 0 0,0 0 0,0 1 0,-1-1 1,1 0-1,0 1 0,-1-1 0,1 1 0,1 2 0,1 3 8,0-1 1,0 1-1,-1 0 0,5 12 1,11 23 27,-12-31-17,-1 0-1,0 1 1,-1 0-1,0 0 1,-1 0 0,-1 0-1,1 1 1,1 15-1,-6-14 5,3 8 6,-1-18-23,2-1-1,-1 1 1,0-1-1,1 1 1,-1-1-1,1 0 0,0 0 1,5 4-1,-5-4 53,-3 3-2428,0 70-6088,0-24-2364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30.3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63 6259,'0'0'18376,"159"-62"-28460,-109 62 1280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23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80 12 7956,'1'-9'17298,"13"8"-17185,-12 0-99,1 1 0,-1 0-1,1-1 1,-1 1 0,1 0 0,-1 0 0,1 1 0,-1-1 0,1 0 0,-1 1-1,1-1 1,-1 1 0,1 0 0,-1 0 0,0 0 0,1 0 0,-1 0 0,3 3-1,40 36 222,-22-18 17,45 33 0,110 77 149,-88-63-317,184 104 0,-206-139-87,-44-22 123,-23-12-93,1 51 264,-1-31-126,0 0 1,-1 0-1,-1 0 0,-7 36 1,5-49-120,-1 0 1,0 0 0,0 0-1,-1 0 1,0-1 0,0 0-1,0 0 1,-1 0 0,0-1-1,0 0 1,0 0 0,-1 0 0,-8 4-1,8-5-11,-228 136 888,218-130-878,-38 18 55,-2-2 0,-1-2 0,-120 30 1,101-37-87,-8 2-18,79-17-21,0-1 0,0-1 0,1 1 0,-1-1 0,-9 0 0,1-1-460,12 1-155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25.4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90 208,'0'0'12798,"0"-12"-11998,0-32-294,0 29 3118,0-4 3753,18 19-6638,18 0-692,1 1-1,-1 2 1,58 11 0,-38 2-11,0 2 1,81 38 0,98 68 37,-223-117-74,15 9-77,53 22-1,-76-37 71,-1 0-1,1 0 1,0 0 0,0-1-1,0 1 1,-1-1 0,1 0 0,0 0-1,4-1 1,20 0-27,-27 1 106,-1 10 758,0-8-814,-1 0 0,0 0 0,0 0 0,0 0 0,0 0 0,-1 0 0,1-1 0,0 1 0,-1 0 0,0-1 0,1 1 0,-1-1 0,0 0 0,1 1 0,-1-1 0,0 0 0,0 0 0,0 0 0,0 0 0,0-1 0,0 1 0,-3 0 0,-21 8 130,-45 8-1,14-4 44,-20 2-23,-42 12-30,90-16-73,-45 23 1,-3 3 38,-34 14 19,50-21-48,-92 31 0,150-61-78,1 1 1,-1 0-1,1-1 0,-1 0 1,1 0-1,-1 1 0,0-1 0,-4-1 1,-5 0-39,10 1-67,-57 0-25074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3.4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1 323 160,'0'0'15402,"11"0"-15194,27 0 1430,89 0 13109,-84 0-16499,351 0 2419,-288-9-149,-60 1-336,-38 5-157,0 1 1,0 0-1,0 1 1,9-1-1,36 1-7,0-3-1,0-2 0,65-16 1,-54 7 79,52-10-45,-74 17-35,-31 6-18,1-1 0,-1 2 0,15-1 0,-18 1 1,1 0 0,-1 0-1,0-1 1,11-3 0,25-3 12,50-1 17,-52 7-11,72-14-1,-72 9 4,75-4 1,-95 12-26,-1-2 0,1 0 0,-1-1 0,0-2 0,23-5 0,-18 3-4,44-4-1,-47 8 9,-1-1-1,1-1 1,22-7-1,-31 7-8,0 1 0,0 0 0,1 1 0,28 0 0,-25 1-7,0 0 0,25-6 0,-23 1 15,-16 4-3,0 1 0,0 0-1,1-1 1,-1 1 0,1 1 0,-1-1-1,9 1 1,11 0-25,-8 1 25,0-1 0,-1 0 0,1-1 0,0-1 0,-1-1 0,1 0 0,26-9 0,-34 9 0,1 0 0,0 0 0,0 1 1,-1 0-1,1 0 0,1 1 1,-1 0-1,0 1 0,14 1 0,133-1-102,-87-9 74,41 0 0,196 9-22,-304 0 54,21 0 30,460 0 60,-482 0-42,-60 0-24125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4.1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0 10565,'0'0'14294,"10"3"-13923,28 8-282,55 17 110,-82-24-116,0 0 0,-1 2 0,1-1 1,-1 1-1,0 0 0,11 11 0,-10-9-20,0 0 1,0 0 0,1-2-1,-1 1 1,2-1-1,-1-1 1,22 7-1,24 10-11,28 15-49,-72-28-13,-11-7-9,1 1 0,0-1 1,0 0-1,0 0 0,0-1 0,0 1 1,5 1-1,-8-3 18,-1 0 0,1 0 0,0 1 0,0-1 0,-1 0 0,1 1 0,0-1 0,-1 1 0,1-1 0,0 1 0,-1-1 0,1 1 1,-1 0-1,1-1 0,-1 1 0,1 0 0,-1-1 0,1 1 0,-1 0 0,0-1 0,1 1 0,-1 0 0,0 0 0,0 0 0,0-1 0,1 3 0,-1 21 89,-1-16-33,1 0 69,1 2 7,-1-1-1,-1 1 1,0 0-1,-3 14 1,3-20-116,-1 0 0,0 0 1,0 0-1,0-1 1,0 1-1,-1-1 0,1 1 1,-1-1-1,0 0 0,0 0 1,0 0-1,-5 3 1,-13 9 9,0-2 1,-42 22-1,-21 11-75,77-42-35,1-1 1,-1 1-1,0-2 0,0 1 0,0-1 0,0 0 0,0 0 0,-12 1 0,-67-2-2163,42-1 399,-41 0-2987,27 0-2397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4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368 0 6083,'0'0'16888,"0"21"-16696,0-11-184,-4 136 215,2-115-69,-2 0-1,-1-1 1,-13 43-1,-23 52 384,21-46-243,-33 105 204,28-114-435,4 2 0,-16 99 0,18-99-121,14-60-241,2 0 1,-1 1 0,2-1-1,-1 1 1,1 13 0,2-26 246,0 1 1,0-1 0,0 0-1,0 1 1,0-1 0,0 0-1,0 1 1,0-1 0,0 0 0,0 0-1,0 1 1,0-1 0,0 0-1,-1 1 1,1-1 0,0 0 0,0 0-1,0 1 1,0-1 0,0 0-1,-1 1 1,1-1 0,0 0 0,0 0-1,-1 0 1,1 1 0,0-1-1,0 0 1,-1 0 0,1 0-1,0 0 1,0 1 0,-1-1 0,1 0-1,0 0 1,-1 0 0,1 0-1,0 0 1,-1 0 0,-32 11-3843,3-7-2235,0-4-3793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5.9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379 0 208,'0'0'20735,"3"0"-20463,-2 0-270,0 0 0,-1 0 1,1 0-1,-1 0 0,1 0 0,0 1 0,-1-1 0,1 0 1,-1 0-1,1 0 0,-1 1 0,1-1 0,-1 0 0,1 1 0,-1-1 1,1 0-1,-1 1 0,1-1 0,-1 1 0,1-1 0,-1 0 1,0 1-1,1-1 0,-1 1 0,0 0 0,1-1 0,-1 2 1,2 20 29,-3-15-3,-1 1 0,1-1 0,-2 1 0,-4 11-1,-24 37 469,2 12 338,11-34-373,6-13 39,1 1 1,-14 38-1,-12 34 501,22-59-680,-21 70 0,-19 64-178,14-11-82,35-129-14,2 0 1,1 1 0,1 0 0,3 47 0,0-33 24,-1 200 71,0-241-146,0-1 1,0 1-1,0-1 0,0 1 0,1-1 1,-1 0-1,1 1 0,0-1 0,0 1 1,0-1-1,0 0 0,0 0 0,0 0 1,1 0-1,-1 0 0,1 0 0,-1 0 1,1 0-1,0 0 0,-1-1 0,1 1 1,0-1-1,0 1 0,1-1 0,-1 0 1,0 0-1,0 0 0,3 1 0,6 1-21,0 0 0,0-1-1,1 0 1,21 1 0,-3-1-58,16 2-421,81-5 1,-49-1 149,-76 2 330,1-1 0,0 0 1,-1 0-1,1 0 1,0-1-1,-1 1 0,1-1 1,-1 1-1,0-1 0,0 0 1,0 0-1,0 0 0,0 0 1,0 0-1,0 0 1,0-1-1,-1 1 0,1 0 1,-1-1-1,2-3 0,24-56-305,-26 59 314,2-6-22,-1 0 0,-1 1 0,1-1 0,-1 0 0,-1 0 0,0 0 0,0 0 0,-2-11 0,0-13-101,2-139-38,-1 160 174,0 0 0,-2 0 0,1 0 0,-1 0 0,-1 0 0,0 1 0,-1-1 0,-8-14 0,8 16-2,4 8 2,0 0 1,0 1-1,-1-1 1,1 1-1,0-1 1,0 1-1,-1 0 1,1-1 0,-1 1-1,1 0 1,-1 0-1,0 0 1,1 0-1,-1 0 1,0 1-1,0-1 1,0 0-1,0 1 1,1-1-1,-1 1 1,-2 0 0,-47-1 310,28 2 49,-11-2-101,18 0-118,-1 1 0,-29 3 1,42-3-122,0 1 1,0 0-1,0 0 1,0 0-1,0 1 1,0-1 0,0 1-1,1 0 1,-1 0-1,1 0 1,-1 1-1,1-1 1,0 1-1,0 0 1,0-1 0,-3 5-1,-15 22 146,-12 14 18,-29 52-1,54-80-151,0 0 0,1 1 0,1 0 0,0 0 0,1 0 1,1 1-1,-4 28 0,8-37 1,-1 1 0,-1 0 0,0 0 0,0-1 0,0 1 0,-1-1 0,-1 0 0,1 1 1,-9 12-1,10-17-29,0 0 0,1 0 0,0 0 0,0 1 0,0-1 0,0 0 0,0 1 0,1-1 0,0 9 0,0-10 113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4.5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7362 10 1281,'0'0'24878,"10"-2"-23825,141-5 2941,841 7-3503,-991 0-424,-1 1-43,0 905 168,2-854-192,11 67-1,0 1 10,7 257 34,-16-74 79,-6-171 78,2-128-2,1 1-180,0-1 0,-1 1 0,0 0 0,0 0 0,0-1 0,0 1 0,-1 0 0,0-1 0,0 1 0,0 0 0,-2 4 0,-3-5-18,1-1 0,-1 0 0,0-1 0,0 1 0,-1-1 0,1 0 0,0-1 0,-1 1 0,-8 0 0,-5 1 0,-5 3 0,-1-2 0,-42 3 0,3-1 0,-160 8 0,-2874-14 0,2902 9 0,-24 0 0,201-7 0,1 0 0,-33 7 0,-24 4 0,41-11 0,4 0 0,-32 6 0,-101 14 0,-31 6 0,171-24 0,0 0 0,-1-2 0,-25-2 0,-35 4 0,-161 17 0,-52 7 0,211-18 0,-116-1 0,143-6 0,-75 13 0,0 0 0,-73 12 0,160-22 0,-73 16 0,73-10 0,0-4 0,-1-1 0,0-2 0,-57-2 0,79-3 0,0 1 0,-1 2 0,1 0 0,-46 14 0,58-15 0,1 0 0,0-1 0,-1-1 0,-20-1 0,5 0 0,-1455 1 0,1438 0-51,44 0-293,47-28-12302,-20 20 7263,7-10-6095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6.0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448 1 384,'0'0'21813,"0"1"-21528,0 3-208,-1 1 0,0-1 0,0 0 0,0 0 0,0 0 0,-1 0-1,1-1 1,-1 1 0,0 0 0,0-1 0,-1 1 0,1-1 0,-1 1 0,0-1 0,-5 5-1,-7 9 188,-36 68 870,35-48-785,7-12-119,-5-5 68,11-17-201,0 0-1,1 0 1,0 1 0,-1-1 0,2 1-1,-1 0 1,0-1 0,-1 6 0,-5 14 307,-1-1 1,-23 42 0,-5 12 45,21-30-310,3 0 0,2 0 0,1 1 0,-5 95-1,11-72-90,-10 129 241,-13 56-55,24-217-178,2 48-1,0 6 55,1-87-105,-46 418 268,24-251-154,16-125-59,2 0-1,3 94 1,2-73-24,-1 1275 299,-10-1266-360,10-45-51,0-31 57,5-1-521,1610 0 1307,-1612 0-753,-1 0-1,0 1 1,1-1 0,-1 0-1,0 1 1,1-1-1,-1 1 1,0 0-1,0 0 1,0 0 0,4 2-1,-4-2-7,0 1 0,1-1 0,-1 0 0,0 0 0,0-1 0,1 1 0,-1 0 0,1-1 0,-1 1 0,0-1 0,5 0 0,41 9 180,-48-2-22,-49-14-18784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6.9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5 384,'0'0'23544,"14"-2"-22965,-3 1-515,0 0-1,0 1 0,0 0 1,0 1-1,0 0 0,0 0 1,-1 2-1,1-1 0,-1 1 1,1 0-1,13 8 1,-11-4 94,-1 2 1,0 0 0,-1 0 0,20 22 0,-17-17 28,0-1 1,1 0 0,19 13-1,2-2-31,-7-3-14,60 31 0,-77-47-120,0 1-1,0 0 1,0 1-1,-1 0 0,18 16 1,-27-22 31,-2 27 846,0-4 234,0-11-747,0-1 0,-3 25 0,2-32-375,0 0 1,0-1-1,-1 0 0,0 1 1,1-1-1,-1 0 1,-1 0-1,1 0 0,-1 0 1,1 0-1,-7 5 1,-226 197 636,176-150-593,43-39-50,-30 25-1,33-32-5,9-6-8,0 0 0,0-1 0,-1 1 0,0-1 0,0 0 0,0-1 0,0 1 0,0-1 0,0 0 0,0 0 0,-12 2 0,10 0-78,7-4 7,-1 1-1,1-1 1,0 1-1,-1-1 1,1 1 0,-1-1-1,1 0 1,-1 0-1,1 1 1,-1-1-1,1 0 1,-1 1 0,1-1-1,-1 0 1,1 0-1,-1 0 1,1 0-1,-1 0 1,0 0 0,1 0-1,-1 0 1,1 0-1,-2 0 1,-28 0-6172,-14 0 1132,9 0-153,-23 0-5940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3.6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390 117 144,'0'0'14196,"5"-3"-13516,15-9 297,-20 12-924,1-1 1,-1 1 0,1 0 0,-1-1 0,1 1-1,-1-1 1,-3-17 7765,-93 18-7317,95 0-499,1 0 0,-1 1-1,1-1 1,-1 0 0,1 0 0,0 0-1,-1 1 1,1-1 0,-1 0 0,1 0 0,0 1-1,-1-1 1,1 0 0,0 1 0,-1-1 0,1 1-1,0-1 1,-1 0 0,1 1 0,0-1-1,0 1 1,0-1 0,-1 1 0,1-1 0,0 0-1,0 1 1,0-1 0,0 1 0,0-1 0,0 1-1,0-1 1,0 1 0,0-1 0,0 1-1,0-1 1,0 2 0,0-2-2,-2 1 95,-1 0-1,1 0 1,-1-1-1,0 1 1,0-1-1,1 0 1,-1 0-1,0 0 1,1 0-1,-5-1 1,-1 1 1110,-259 0-1334,267-4 229,0 3-99,0 1 1,0-1-1,-1 1 0,1-1 1,0 1-1,0 0 1,0-1-1,0 1 0,0-1 1,0 1-1,0-1 0,0 1 1,0-1-1,0 1 1,0-1-1,0 1 0,0-1 1,1 1-1,-1-1 0,0 1 1,0 0-1,0-1 1,1 1-1,-1-1 0,0 1 1,0-1-1,1 1 0,-1 0 1,0-1-1,1 1 1,-1 0-1,1 0 0,-1-1 1,1 1-1,39-15 161,-25 9-99,0 1-1,1 0 1,0 1-1,18-3 0,-24 6-21,0 0-1,-1 0 1,1-1-1,-1-1 1,1 0 0,10-4-1,-9 4 0,0 0 0,0 0 0,0 1 0,0 1 1,0-1-1,0 2 0,1 0 0,18 2 0,13 0 152,2492-2 4129,-2518 0-4322,-5 0 0,-2 0 0,1 0 0,6 0 0,286 0 0,90 0-48,-390-7-835,-19 5-3271,-67 2-2686,-48 0-6302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4.8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547 0 560,'0'0'25391,"20"2"-21942,-20 32-482,5-34-2943,5 2-17,0-1 0,0 1 0,-1 1 0,0 0 0,1 0 0,-1 1 0,0 0 0,12 8 0,35 14 18,17-10 6,-61-14-31,0 0-1,0 1 1,0 0 0,0 0 0,0 2 0,-1-1 0,0 1-1,16 10 1,-19-11 2,-1 1 0,1-2-1,1 1 1,-1-1 0,0-1-1,1 1 1,8 0 0,-13-2-6,0 0 0,0 0 0,-1 0 0,1 0 0,0 1 1,-1 0-1,5 2 0,21 10-40,-28-14 44,0 0 1,0 0-1,-1 0 1,1 0-1,0 0 1,-1 0-1,1 0 1,0 0-1,-1 0 1,1 1-1,0-1 0,-1 0 1,1 0-1,0 1 1,-1-1-1,1 1 1,-1-1-1,1 0 1,0 1-1,-1-1 1,1 1-1,-1-1 1,0 1-1,1-1 1,-1 1-1,1 0 0,-1-1 1,0 1-1,1 0 1,-1-1-1,0 1 1,0 0-1,0-1 1,1 1-1,-1 0 1,0-1-1,0 1 1,0 0-1,0 1 1,0 11 31,0-10-3,0-1-24,0 15 26,0-2 24,0 1-1,-4 25 1,2-34-50,0-1-1,0 0 0,0 0 1,-1 0-1,0 0 1,0 0-1,0-1 1,-8 10-1,-13 13-4,0-1 0,-2-1 0,-35 27 0,-98 61 0,144-104-59,-2 0-1,1 0 1,-2-1 0,1-2 0,-1 1-1,0-2 1,0 0 0,-37 5-1,-194 4-3872,102 0-1793,-11-5-4942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6.2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26 896,'0'0'16259,"3"-5"-14952,14-16 4565,-17 28-5711,0 0-1,1 0 1,0 0 0,0 0 0,1-1-1,0 1 1,4 10 0,2 6 84,9 25 175,38 73 1,-2-5-307,-13 7-59,-29-83-29,2 0 0,34 69 1,-40-97-46,4 15 104,-8 27-415,25-54 268,-23 0 66,-1-1-1,0 1 0,0-1 0,0 0 1,0 0-1,0 0 0,0 0 1,0-1-1,0 1 0,0-1 1,0 0-1,5-4 0,26-13-19,-20 13 11,-7 3 14,0 0 0,1 0-1,-1 0 1,1 1 0,-1 0 0,1 1 0,0 0 0,9 0 0,90 1 25,-107 0-29,1 0 0,-1 0 0,0 0-1,0 0 1,1 1 0,-1-1 0,0 0-1,0 1 1,0-1 0,0 1 0,1-1-1,-1 1 1,0 0 0,0 0 0,0-1-1,0 1 1,0 0 0,0 0 0,-1 0-1,1 0 1,0 0 0,0 0 0,-1 0-1,1 0 1,0 0 0,0 1 0,8 35 117,-8-28-95,10 81 173,-4 0 1,-5 92-1,-2-134-41,0-46-155,0 0 1,0-1-1,-1 1 0,1 0 1,-1-1-1,1 1 0,-1-1 1,0 1-1,1-1 0,-1 1 1,0-1-1,0 0 0,0 1 1,0-1-1,0 0 1,0 0-1,0 1 0,-1-1 1,1 0-1,0 0 0,-1 0 1,1-1-1,-1 1 0,1 0 1,-1 0-1,1-1 0,-1 1 1,1-1-1,-1 0 0,0 1 1,1-1-1,-4 0 0,-10 2 22,1-1 0,0-1 0,-17-2 0,2 1 26,-208 1 9,229 0-75,-1-1 0,1-1 0,0 1 0,0-2 0,0 1 0,0-1 0,0 0 0,0 0 0,1-1 0,-1 0 0,1-1 0,-9-7 0,-11-4-44,14 7-40,0-1-1,1 0 1,0 0-1,0-1 1,1-1-1,0 0 1,1 0 0,1-1-1,-15-26 1,21 34-25,1-1 0,0 0 0,0 0-1,0 0 1,1 0 0,0-1 0,0 1 0,1 0 0,-1-1 0,2-6 0,-2-13-423,-13-66-3100,1 19-5100,12 34-2235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6.8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8692,'0'0'14665,"3"0"-14056,276 0 3963,142 0-2605,-418 0-1679,13-1-1086,-12 91-23722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07.3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507 36 1777,'0'0'17346,"4"-6"-16033,12-24 7456,-16 44-7741,1 12-999,0-17-16,-1 0-1,1 0 0,-2-1 1,1 1-1,-1 0 1,0 0-1,-1 0 1,0-1-1,-1 1 0,1-1 1,-2 0-1,1 0 1,-1 0-1,-9 14 1,-103 160 331,88-141-287,-28 54 0,44-73-54,-41 90 37,-14 11 9,24-41-10,40-77-39,0-1 0,-1 1 0,1-1 0,-1 1 0,-6 4 0,7-7 0,0 1 0,0-1 0,1 1 0,-1 0 0,1 0 0,0 0 0,0 0 0,0 0 0,0 0 0,0 0 0,1 1 0,-3 5 0,1 2 3,0-1 1,-1 1-1,-1-1 0,-6 13 0,6-14-2,0 1-1,0-1 1,1 2 0,1-1 0,-1 0-1,2 1 1,-1-1 0,2 1 0,-1 0-1,1 14 1,1-22 63,1-5-744,-1 0 674,1 0 0,0 0 0,-1-1 1,0 1-1,0 0 0,1 0 1,-1 0-1,0-1 0,-1 1 0,1-3 1,-1 3 6,1 0 1,0 0 0,-1 0 0,1 0-1,0 0 1,1 0 0,-1 0 0,0 0-1,0 0 1,1 0 0,0 0-1,-1 0 1,1 0 0,1-2 0,6-8-1,1 1 1,21-19 0,-18 18-1,0-1 0,16-21 0,-10 3 8,-14 23-1,0-1 0,1 1 1,1 0-1,-1 0 0,8-6 0,-13 13-8,10-8 26,-1-1 0,0-1-1,-1 0 1,14-22-1,-19 29-19,0 0-1,0 0 0,0 0 0,1 0 0,-1 1 0,1-1 0,6-3 1,20-20 30,0-9-64,35-52 1,-27 36 15,-33 45 20,0 0 0,-1-1 0,1 1 0,-1-1 0,0 0 0,-1 0 0,0 0 0,-1 0 0,1-1 0,-1 1 0,1-14 0,18 21 123,-18-1-132,0 0 1,0 0-1,0-1 0,0 1 1,0-1-1,-1 0 0,0 1 1,1-1-1,-1 0 0,3-5 1,10-11 1,-11 16 6,12-20 21,-15 20 50,0 4-80,-1-1 2,1 0 0,-1 0 0,0 0 0,0 0 0,1 0 0,-1 0 0,0 0 0,1 0 0,-1 0 1,0 0-1,0 0 0,1 0 0,-1 0 0,0 0 0,0 0 0,1 0 0,-1 0 0,0 0 0,0 0 0,1 0 0,-1 0 0,0 0 1,0 0-1,1-1 0,-1 1 0,0 0 0,0 0 0,1 0 0,-1 0 0,0-1 0,0 1 0,0 0 0,0 0 0,1 0 1,-1-1-1,0 1 0,0 0 0,0 0 0,0-1 0,0 1 0,0 0 0,0 0 0,0-1 0,1 1 0,-1 0 0,0-1 0,0 1 1,0 0-1,0 0 0,0-1 0,-1 1 0,1 0 0,0 0 0,0-1 0,0 1 0,0-2 32,2-10-1950,1 6 1798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24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279 108 1825,'0'0'12395,"0"-5"-10290,0-13-713,0 14-276,-3 1-375,-80-63 3152,73 61-2689,1 0-890,9 5-286,0 1-1,0-1 0,0 0 1,0 0-1,0 0 1,0 0-1,0 0 0,0 0 1,0 0-1,1 0 0,-1 0 1,0 0-1,0 0 1,0 0-1,0 0 0,0 0 1,0 0-1,0 0 0,0 0 1,0 0-1,0 0 1,0 0-1,1-1 0,-1 1 1,0 0-1,0 0 0,0 0 1,0 0-1,0 0 0,0 0 1,0 0-1,0 0 1,0 0-1,0 0 0,0 0 1,0 0-1,0 0 0,0 0 1,0-1-1,0 1 1,0 0-1,0 0 0,1 0 1,-1 0-1,0 0 0,0 0 1,0 0-1,0 0 1,0 0-1,0 0 0,0-1 1,-1 1-1,8 1-24,-1 0-1,0 0 0,0 0 1,0 1-1,0 0 1,-1 0-1,1 0 1,0 1-1,-1 0 0,0 0 1,0 0-1,6 5 1,14 12 2,26 28-1,6 3 0,1 0 23,-37-31-27,0-2 0,25 17 0,-32-27 3,0 1 0,-1 1 0,0 0 0,0 0 0,-1 2 0,-1-1 0,0 2-1,0-1 1,-1 1 0,9 16 0,-18-18-8,-1 2-14,0-10 198,-21-3-112,7 0 19,0 0 0,0 1 0,0 0 0,0 1 0,1 1 0,-1 0 0,1 1 0,0 0 0,0 1 0,0 1 0,-17 10 0,-45 29 496,-132 105-1,114-53-469,73-78-91,1 1 0,1 0-1,-25 38 1,42-55-16,1 23-1547,0 6-1328,0-32 2816,0 0 0,0 0 1,0 0-1,0 1 1,0-1-1,0 0 1,0 0-1,0 0 0,0 1 1,0-1-1,0 0 1,0 0-1,0 0 0,0 0 1,0 1-1,0-1 1,0 0-1,0 0 0,0 0 1,0 0-1,0 1 1,1-1-1,-1 0 0,0 0 1,0 0-1,0 0 1,0 0-1,0 0 0,1 1 1,-1-1-1,0 0 1,0 0-1,0 0 1,0 0-1,1 0 0,-1 0 1,0 0-1,0 0 1,0 0-1,0 0 0,1 0 1,-1 0-1,0 0 1,0 0-1,0 0 0,1 0 1,-1 0-1,0 0 1,0 0-1,0 0 0,0 0 1,1 0-1,-1 0 1,0 0-1,0-1 1,0 1-1,34 0-5426,5 0-2806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2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9364,'0'0'10016,"0"3"-9803,0 21 4066,3-24-3919,20-1 123,32 1 1136,-51 0-1552,0 0-1,0 1 1,0 0 0,0 0 0,0 0 0,0 0-1,0 0 1,-1 1 0,1-1 0,5 5-1,16 15 100,21 16-49,80 45 51,-80-48-100,3-3 1,92 44 0,-122-66-60,0 0 1,25 18-1,-32-19-2,1 0 0,0-1 0,0-1 1,26 10-1,-37-16-9,4 1-6,-2 14 20,-4-12 343,-12-3 0,1 0-189,1-1-94,1 1 0,0 0-1,0 0 1,0 1-1,-1 1 1,1-1-1,0 1 1,0 1-1,1 0 1,-1 0-1,0 0 1,-12 8 0,-20 19 15,1 1 0,1 2 1,-66 75-1,83-86-52,0-1 1,-1-1-1,-40 26 0,60-43-204,-1 0 0,1 1 0,0-1 0,-1 1-1,2 0 1,-1 0 0,0 0 0,1 1-1,0-1 1,0 0 0,0 1 0,0 0 0,1-1-1,0 1 1,0 0 0,0 0 0,0-1-1,1 1 1,0 0 0,1 7 0,-1-12 33,0 1 0,0-1 0,0 1 1,0-1-1,0 1 0,0-1 0,0 1 0,1-1 1,-1 1-1,0-1 0,0 1 0,1-1 0,-1 1 1,0-1-1,1 1 0,-1-1 0,0 0 0,1 1 1,-1-1-1,0 0 0,1 1 0,-1-1 0,1 0 1,-1 0-1,1 1 0,-1-1 0,1 0 0,-1 0 0,1 0 1,-1 1-1,1-1 0,20 1-1960,-13-1 206,32 8-7173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30 7379,'0'0'8450,"-5"0"-7293,-20 0 8456,30-17-9333,-2 15-254,1 1-1,-1-1 1,0 1-1,1-1 1,-1 1 0,1 0-1,0 0 1,-1 0-1,1 1 1,0-1-1,7 1 1,53 2 399,-35-1-213,1246-1 1741,-1275 6-3393,0 82-6986,0-12-2088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2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 4834,'0'0'14844,"-8"1"-14019,-25 5 263,25-4 51,4-2 25,-17 0 1095,39 0-576,37 0-1018,1070 0 2083,-1125 29-4013,0-19-327,0 0 0,1 1-1,0-1 1,1-1 0,0 1-1,6 17 1,18 18-9066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4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5715,'0'0'10335,"-4"4"-10316,-12 19 8078,36-13-8025,-12-5-53,1 0 0,0 0 0,0-1 0,1-1 0,-1 0 0,14 3 0,42 16 43,3 7-44,-14-7-16,58 34-1,-112-56-1,11 7-14,0 0 1,0-1 0,1 0-1,0-1 1,21 6 0,-25-10-10,1 1 0,0 0 0,-1 1 0,1 0 0,-1 1 0,0-1 0,12 9 0,2 0-52,-14-1 70,-6-8 18,-2-1 11,0 4 32,0-5 256,-239-1 558,231 1-866,1 0 1,0 0-1,-1 0 0,1 1 1,0 0-1,-10 5 1,-22 5-1,24-8 0,0 1 0,0 0 0,1 1 0,0 0 0,0 1 0,0 1 0,-17 12 0,29-18-10,0-1 0,-1 0 0,1 0 0,0 0 0,0 0 0,-1 0 0,1 0 0,0-1 0,-1 1 1,1-1-1,0 1 0,-1-1 0,-2 0 0,3 7-296,69-5-9846,-24-2 4241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5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1601,'0'0'16613,"7"9"-15794,-2-2-656,-4-4-94,1-1 0,0 1 0,0 0 1,0-1-1,1 1 0,-1-1 0,1 1 1,-1-1-1,1 0 0,0 0 0,0 0 0,0-1 1,0 1-1,0-1 0,0 1 0,0-1 1,0 0-1,1 0 0,-1-1 0,4 1 0,154 14 3037,-120-11-2743,0-2 1,42-4-1,-1 0 4,-12 0-199,-32 0-79,-1 1 0,65 9-1,-67-2 150,0-2-1,57 1 1,-7-5 677,-84 0-859,-1 19-118,0-17-31,0-1-1,0 1 1,0 0-1,0 0 1,0-1-1,0 1 0,1 0 1,-1-1-1,1 1 1,-1 0-1,1-1 1,-1 1-1,1-1 0,0 1 1,1 1-1,-1-2-19,0-1 0,0 1-1,1 0 1,-1-1-1,0 1 1,0-1 0,1 1-1,-1-1 1,0 1 0,0-1-1,1 0 1,2 0-1,-1 1-441,1-1 0,-1 1 0,0 0 0,1 0 0,-1 0 0,0 0 0,0 0 0,1 1 1,-1 0-1,0-1 0,-1 1 0,1 0 0,3 3 0,31 28-9122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1 8932,'0'0'10255,"-8"0"-8977,10 5 3220,5 2-4457,0 1 0,1-1 0,0 0 0,1 0 0,0-1 0,0 0-1,0-1 1,0 0 0,13 4 0,45 28 84,-53-27-106,21 15 18,1-2 0,53 26 1,15 2-4,-89-46-28,-11-4-3,0 0 0,0 1 0,0 0 0,0-1 0,0 1 0,-1 0 0,7 5 0,-2 5 21,-6-10 139,-2 24 335,0 13-207,-2-38-281,1 0 0,0 0-1,0 0 1,-1 0 0,1 0 0,0 0-1,-1-1 1,1 1 0,-1 0-1,1-1 1,-1 1 0,1-1 0,-1 0-1,1 1 1,-4-1 0,-19 8 104,-57 42 320,19-10-290,-84 39 1,51-26-92,43-23-48,19-18-63,31-12 37,-1 0 1,1 1 0,0-1 0,-1 1-1,1-1 1,0 1 0,0 0 0,-1 0-1,1 0 1,0 1 0,0-1 0,0 0-1,0 1 1,1-1 0,-1 1 0,0 0-1,1-1 1,-1 1 0,1 0 0,-1 0-1,-1 4 1,0 6-67,3-11 77,0 0 1,0 0-1,0 0 1,0 0 0,0 0-1,-1 0 1,1 1 0,0-1-1,-1 0 1,1 0 0,-1 0-1,1 0 1,-1 0 0,0 0-1,1-1 1,-1 1-1,0 0 1,0 0 0,1 0-1,-1-1 1,-2 2 0,1 0 74,1-2-142,0 0 1,0 1 0,0-1-1,0 1 1,0-1 0,0 1 0,1-1-1,-1 1 1,0 0 0,0 0 0,1-1-1,-1 1 1,0 0 0,1 0 0,-1 0-1,1-1 1,-1 1 0,1 0 0,-1 0-1,1 0 1,0 0 0,-1 0 0,1 0-1,0 0 1,0 0 0,0 0 0,0 1-1,1-1-238,0-1 1,0 1-1,0-1 0,0 1 0,0-1 0,0 0 0,0 1 0,0-1 0,1 0 1,-1 0-1,0 0 0,0 0 0,0 0 0,0 0 0,1 0 0,-1 0 0,1-1 1,3 1-1011,48 0-6129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24100,'1602'-161'0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1 2865,'0'0'4789,"-9"2"-4570,-33 3 254,5-3 3251,35-2-2172,-31 0 2981,-111 0 3679,142 0-7801,-6-9 2862,15 9-3217,-2 0-39,0 0 0,0 0-1,0 0 1,1 0 0,-1 1-1,0 0 1,0 0 0,0 1-1,0-1 1,-1 1 0,1 0-1,0 0 1,-1 1 0,1-1-1,7 7 1,182 144 228,-108-81-191,-51-42-23,41 28-1,-26-26-19,-20-13 11,0 0 0,29 27 0,-36-27 12,-18-16-27,0 0 0,-1 1-1,0-1 1,1 1-1,-1 0 1,6 9-1,-10-12 37,1 0-1,0 0 1,-1 0-1,1 0 1,-1 1-1,0-1 1,1 0-1,-1 0 1,0 1-1,0-1 1,0 0-1,0 1 1,0-1-1,0 0 1,0 1-1,0-1 0,0 0 1,-1 1-1,1-1 1,0 0-1,-1 0 1,1 0-1,-1 1 1,0-1-1,1 0 1,-1 0-1,-1 1 1,-1 2-6,0-1 1,0-1-1,0 1 0,-1 0 1,1-1-1,-7 4 1,-9 7-15,-1 0 1,-16 17-1,-15 11 0,-9 8 11,39-31-25,-35 24-1,47-36-16,1 0 1,0 1-1,1 0 1,-11 12-1,-29 27 41,-107 86 47,132-111-73,-38 42 1,-4 4-37,61-64 25,2-3 3,1 1-1,-1-1 1,0 1 0,0 0 0,1 0 0,-1-1-1,0 1 1,1 0 0,-1 0 0,1 0-1,-1 0 1,1-1 0,-1 1 0,1 0 0,0 0-1,-1 0 1,1 0 0,0 0 0,0 0 0,0 0-1,0 0 1,0 0 0,0 0 0,0 2 0,-4-2-17,4-1 17,0 0 0,-1 0-1,1 0 1,0 0 0,0 0 0,0 0-1,0 0 1,-1 0 0,1 0 0,0-1 0,0 1-1,0 0 1,0 1 0,-1-1 0,1 0 0,0 0-1,0 0 1,0 0 0,0 0 0,-1 0 0,1 0-1,0 0 1,0 0 0,0 0 0,0 0 0,0 0-1,-1 0 1,1 0 0,0 1 0,0-1-1,0 0 1,0 0 0,0 0 0,0 0 0,0 0-1,0 1 1,-1-1 0,1 0 0,0 0 0,0 0-1,0 0 1,0 0 0,0 1 0,0-1 0,0 14-282,-1-8-179,0 0 0,1 0 0,0 0-1,0 0 1,0 1 0,1-1 0,0 0 0,0 0 0,3 7 0,-2-12 176,1 0 0,-1 0 0,0-1-1,1 1 1,-1 0 0,1-1 0,-1 0 0,1 0 0,-1 0 0,1 0 0,3 0-1,64 0-5283,1 0-3007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3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6403,'0'0'16029,"-6"1"-14853,4 0-1129,-15 4 1094,49-3 182,380-2 2560,565 0-2452,-801-9-1738,-176 25-2048,0 86-4259,0-41-48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4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62 6579,'0'0'19620,"-4"-5"-19092,4 5-516,0 0 0,-1-1 0,1 1 1,0 0-1,0-1 0,-1 1 0,1 0 0,0-1 1,0 1-1,0 0 0,0-1 0,0 1 0,-1-1 0,1 1 1,0 0-1,0-1 0,0 1 0,0 0 0,0-1 1,0 1-1,0-1 0,0 1 0,0 0 0,1-1 0,-1 1 1,0-1-1,0 1 0,0 0 0,0-1 0,0 1 1,1 0-1,-1-1 0,0 1 0,0 0 0,1-1 0,-1 1 1,0 0-1,0-1 0,1 1 0,-1 0 0,0 0 1,1 0-1,-1-1 0,0 1 0,1 0 0,30-7 551,63 6 658,-63 2-636,71 0 693,125-4-763,-211 2-513,0-2 0,0 0-1,28-9 1,3-1 50,-36 13-1379,3 8-3133,37 7 819,-3-4-2165,0-2-1904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9060,'0'0'11707,"-5"20"-11584,2-6-99,0 0 0,0-1 0,2 1 0,-1 27 0,4-33-7,-1-1 0,1 1 0,1-1 0,-1 1 0,1-1 0,1 0 0,5 9 0,0 3 36,4 9 104,-1 1 0,-2 1 0,8 39 0,14 101 646,-29-152-724,14 114 340,-12-78-389,2-1 0,24 87 1,-29-123-400,-1-15-668,-1-16 570,13-206 504,-8 184-27,2 1 0,1-1 1,1 2-1,19-44 0,-12 39 3,2 0 0,34-52 1,-41 65 36,-11 25-39,0 0 1,0-1 0,1 1 0,-1 0 0,1-1 0,-1 1 0,1 0 0,-1 0-1,1-1 1,-1 1 0,1 0 0,0 0 0,0 0 0,0 0 0,0 0 0,0 0 0,0 0-1,0 0 1,0 0 0,0 0 0,0 1 0,0-1 0,1 0 0,-1 1 0,0-1 0,0 1-1,1-1 1,-1 1 0,0 0 0,1-1 0,-1 1 0,0 0 0,1 0 0,-1 0 0,2 0-1,-1 0 7,2-1-15,-1 1 0,1 0 1,-1 0-1,1 0 0,-1 0 0,1 0 1,-1 0-1,1 1 0,-1 0 0,5 1 1,-5 8-327,-2-8 223,-1 1 0,1-1 1,0 0-1,-1 0 0,1 0 1,0-1-1,0 1 0,0 0 1,1 0-1,1 2 0,9 8-1355,-1-2 0,20 14-1,-12-10-546,14 15-3619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 8068,'0'0'8105,"-30"16"-7900,-95 56-130,117-67 9,1 0-1,-1 0 1,1 1 0,0 0-1,0 0 1,0 1 0,-9 12 0,-3 4 577,-3 1 221,8-9 103,0 0 1,-20 16 0,24-21 153,16-6-661,25-4-486,-20-1 16,53 4-45,93 16 0,-70-6 50,-73-13-1,-12 0-12,0 0 1,-1 0 0,1 0 0,0 0 0,0 0 0,0 0 0,0 0 0,0 1-1,0-1 1,-1 1 0,1 0 0,0-1 0,0 1 0,-1 0 0,1 0-1,2 2 1,-3 1-22,-1 8 32,0-9 127,1-1-111,-1-1 0,0 1 1,1 0-1,-1 0 0,0 0 0,0-1 0,0 1 0,0 0 0,-1 0 0,1-1 0,0 1 0,-1 0 0,0 0 0,1-1 0,-1 1 0,0 0 1,1-1-1,-1 1 0,0-1 0,0 1 0,-3 1 0,-1 2 35,0 0 0,-1-1 1,1 0-1,-10 5 0,-8 7 90,-34 38 218,14-11-14,41-41-347,-1-1 0,0 1 0,1-1 1,-1 0-1,0 0 0,0 0 0,0 0 0,0-1 0,0 1 0,0-1 0,0 1 0,-4-1 0,-46-2-1058,29 1-288,23 1 758,-7 0 526,6-9-5080,2-42 1556,0-32-1495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10709,'0'0'11637,"20"53"-11605,0-44 64,-10 27-64,0 0 16,0 18-48,19 17-672,1 1-1025,30-9-1680,-10-1-2834,-10-8-2561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7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1 1 8132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8132,'20'295'11973,"-20"-304"-8403,50-9-2690,9 9-239,21 9-161,-10 0-320,19-9-112,-19 9-48,-11 0-112,1 0-577,-20 0-591,10 0-913,-1 0-1537,-29-18-2449,-20 0-3249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8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5458,'0'0'12937,"-9"11"-11726,6-7-1133,-1 0-43,0 1 0,0 0 1,1 0-1,0 0 0,0 1 0,0-1 0,0 1 1,1 0-1,0 0 0,0 0 0,1 0 0,-1 0 1,1 0-1,0 11 0,1 453 4316,0-467-4342,-1 16 13,1-1 0,0 1 1,2-1-1,0 0 0,1 1 0,1-1 1,7 20-1,-7-28-17,0 0 0,-1-1 0,-1 1 0,0 1 0,0-1 0,-1 0 0,0 0 1,0 1-1,-2 13 0,0-5 7,1 0-3,0-1 0,1 0-1,1 0 1,4 20 0,-5-22-6,-1-15-4,0-1 0,-1 1 0,1 0 0,0-1 1,0 1-1,0-1 0,0 1 0,0 0 0,0-1 1,0 1-1,0-1 0,0 1 0,0 0 0,0-1 1,0 1-1,1 0 0,-1-1 0,0 1 0,0-1 1,1 1-1,-1-1 0,0 1 0,1-1 0,-1 1 1,0-1-1,1 1 0,-1-1 0,1 1 0,-1-1 1,1 1-1,-1-1 0,1 0 0,-1 1 0,1-1 1,-1 0-1,2 1 0,0-1-12,-2 1 97,0 0 0,0 0 1,0 0-1,1 0 0,-1 0 1,1-1-1,-1 1 0,1 0 1,-1 0-1,1 0 0,-1 0 1,1-1-1,0 1 0,-1 0 1,1 0-1,0-1 0,0 1 0,-1-1 1,1 1-1,0-1 0,0 1 1,0-1-1,0 1 0,0-1 1,0 0-1,0 1 0,0-1 1,0 0-1,0 0 0,0 0 1,0 0-1,1 0 0,44 0-203,-29-1 385,115-1 113,144 5-387,-267-2-172,0 0 0,0 0 0,0 1 0,0 0-1,0 0 1,-1 1 0,16 8 0,-18-8-824,0 2 0,0-1 0,0 0 0,0 1 0,9 11 0,5 3-8155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4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2833,'0'0'12051,"-5"2"-11520,-15 4 53,15-5 3872,66-1-2767,216-7-292,-147 4-789,-39 4-1501,-41-1-2909,-22 0-1824,-8 0-1815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5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0 7379,'0'0'10987,"-11"0"-9957,-30 0 413,-13 0 3949,51 0-2610,8 0-2496,325 0-65,-246 9-39,104-9 188,-188 28-871,-1-17 388,1-6-256,0 0 0,0 0 0,0 0 0,0 0 0,1 0 0,-1 0-1,3 6 1,19 1-2979,-15-7 2099,0 1 0,0 1 0,0-1 0,8 10 0,26 44-9580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6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84 10901,'0'0'10664,"-1"3"-10451,1-2-201,0-1-1,-1 0 1,1 1 0,0-1-1,0 0 1,0 1 0,0-1 0,0 0-1,0 0 1,0 1 0,0-1-1,0 0 1,0 1 0,0-1-1,0 0 1,0 1 0,0-1 0,0 0-1,1 1 1,-1-1 0,0 0-1,0 0 1,0 1 0,0-1-1,1 0 1,-1 0 0,0 1-1,0-1 1,0 0 0,1 0 0,-1 1-1,0-1 1,0 0 0,1 0-1,-1 0 1,0 0 0,1 1-1,-1-1 1,0 0 0,0 0 0,1 0-1,-1 0 1,1 0 0,26 5 1214,47-5 1806,-52-1-2136,11 1-552,4 2-230,-1-3 0,0-1 0,69-13 1,-54 7-39,-43 8-54,0-1 0,-1 0 0,1 0 0,-1-1-1,1 0 1,8-4 0,62-27 552,-72 32-541,1-1 1,-1 2-1,1-1 1,-1 0-1,1 1 1,0 1-1,7 0 1,-8 0-7,0-1 0,1 1 0,-1-1 1,0-1-1,0 1 0,6-2 1,6-3 18,-1 2 1,1 0 0,0 1 0,19 0 0,-26 2-20,4 0 4,-14 0-21,-1 0 0,0 0 0,1 0-1,-1 0 1,0 0 0,1 0 0,-1 0 0,0-1 0,0 1 0,1 0 0,-1 0 0,0 0 0,1 0 0,-1-1 0,0 1 0,0 0-1,0 0 1,1-1 0,-1 1 0,0 0 0,0 0 0,0-1 0,0 1 0,1 0 0,-1-1 0,0 1 0,0 0 0,0-1 0,0 1-1,0 0 1,0 0 0,0-1 0,0 0 0,0 0 113,26-1-2269,0 1 181,31 2 1,2 1-4455,-28-2-2769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2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150 156 1665,'0'0'7966,"-15"-23"-6355,-45-73-82,45 72-214,15 24-1187,0-1-1,0 1 0,-1-1 0,1 1 0,0-1 0,0 1 0,-1-1 0,1 1 0,0-1 0,-1 1 0,1-1 1,0 1-1,-1 0 0,1-1 0,-1 1 0,1 0 0,0-1 0,-1 1 0,1 0 0,-1 0 0,-2-1 3261,-10 1-35,10 0-3389,2 0 51,1-1 1,-1 1-1,1 0 0,-1 0 0,1 0 0,-1 0 0,1 0 0,-1 0 0,1 0 0,-1 0 0,1 0 0,0 0 1,-1 0-1,1 1 0,-1-1 0,1 0 0,-1 0 0,1 0 0,-1 1 0,1-1 0,0 0 0,-1 0 0,1 1 1,0-1-1,-1 0 0,1 1 0,0-1 0,-1 0 0,1 1 0,0-1 0,-1 1 0,1-1 0,0 0 0,0 1 0,0-1 1,0 1-1,-1-1 0,1 1 0,0-1 0,0 1 0,0-1 0,0 0 0,0 1 0,0-1 0,0 1 0,0-1 1,0 1-1,0-1 0,0 1 0,1-1 0,-1 1 0,0-1 0,0 1 0,0 756 617,-10-635-602,10-122-39,0 0 1,0 1-1,0-1 1,0 0-1,-1 0 1,1 0-1,0 0 1,0 0-1,-1 0 1,1 1-1,0-1 1,0 0-1,0 0 1,-1 0-1,1 0 0,0 0 1,0 0-1,-1 0 1,1 0-1,0 0 1,0 0-1,-1 0 1,1 0-1,0 0 1,0 0-1,-1 0 1,1 0-1,0 0 1,0 0-1,0-1 1,-1 1-1,1 0 1,0 0-1,0 0 1,-1 0-1,1 0 1,0-1-1,0 1 1,0 0-1,0 0 1,-1 0-1,1-1 1,0 1-1,0 0 0,0 0 1,0 0-1,0-1 1,0 1-1,0 0 1,0 0-1,-1-1 1,1-700-507,0 697 514,1 1 0,-1-1 1,0 1-1,1 0 0,-1-1 0,1 1 0,0 0 0,0-1 1,1 1-1,-1 0 0,1 0 0,-1 0 0,1 0 1,0 0-1,0 1 0,0-1 0,0 0 0,1 1 1,-1 0-1,1-1 0,0 1 0,4-2 0,-5 2 57,0 1 0,1-1 0,0 1 0,-1 0 0,1 0 0,0 0 0,-1 0 0,1 0 0,0 1 0,0-1 0,4 1 0,-6 0-38,1 0-1,-1 0 0,0 1 0,1-1 0,-1 0 0,0 1 0,0-1 0,1 1 0,-1 0 0,0-1 0,0 1 0,0 0 0,1 0 0,-1-1 1,0 1-1,0 0 0,1 2 0,1 3-2,1 0 1,-1 0-1,0 0 1,-1 1-1,1-1 1,-1 1-1,1 10 0,7 17 128,1-4-73,-2 0 0,-1 0-1,-1 0 1,-1 1 0,-2 0 0,0 54-1,-3-57 42,2 0-1,8 39 0,-6-43-10,-1 0 1,1 33 0,-5 29 32,0-85-117,0-5-267,9-241 75,-7 105-89,-3 80 141,2 53 122,0 0 0,0 0 0,0 0 0,1 1 0,0-1 0,1 0 0,-1 1 0,6-11 0,36-53-23,-19 32-20,-10 11 33,2 1 1,0 1 0,2 0 0,29-29 0,-44 52-3,1-1 0,0 1 0,0 1 0,-1-1 0,1 0 0,0 1 0,1 0 0,-1 1 0,0-1 0,0 1 0,0 0 0,0 0 0,0 0 0,9 2 0,6-1 0,-17-1 21,-1 1 0,1-1 0,0 1 0,0-1 0,0 1 0,-1 0 0,1 0 1,0 0-1,-1 0 0,1 1 0,-1-1 0,1 1 0,-1-1 0,0 1 0,3 2 1,1 2 7,-1-1 0,-1 1 0,1 0 1,-1 0-1,6 12 0,-1 1 36,0 2 1,-2-1-1,6 23 0,38 184 608,-43-160-493,-4 0 0,-3 77 0,-2-69-34,1-72-127,0 3-6125,0 19 2883,0-1-2266,0 2-566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2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90 448,'0'0'24369,"-4"-12"-23982,2 9-379,1 0 0,-1 0 0,1 0 0,0 0 0,0-1 0,0 1 0,1 0 0,-1 0 0,1-1 0,0 1 0,0-4 0,0 6-7,0 0 0,1 1 1,-1-1-1,0 0 0,1 0 1,-1 1-1,1-1 1,-1 0-1,1 1 0,-1-1 1,1 0-1,0 1 1,-1-1-1,1 1 0,0-1 1,-1 1-1,1-1 1,0 1-1,1-1 0,29-4 36,67 5 171,-97 0-205,0 0 0,0 0 0,0 0 0,0 0-1,0 0 1,0 0 0,0 0 0,0 0 0,0-1 0,0 1 0,0 0 0,0-1 0,0 1 0,-1-1 0,1 1 0,0-1 0,0 0 0,0 1 0,0-1 0,-1 0 0,2-1 0,-1 2-6,-1-1 0,1 0-1,0 0 1,0 1 0,0-1 0,0 0 0,0 1 0,0-1 0,0 1 0,0-1 0,0 1 0,0-1 0,0 1 0,0 0 0,0-1-1,0 1 1,0 0 0,0 0 0,1 0 0,-1 0 0,1 0 0,146 0-8820,-117 0 2084,-2 0-1939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3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3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7219,'166'224'4005,"-133"-180"-646,-33-32-825,0-10-2455,0 33 986,1 0 1,2 1-1,13 68 1,41 135 759,-51-209-1755,-1 0 0,-1 1 0,-2-1 1,-1 1-1,-4 38 0,1 7-14,2-40-53,0-35-99,22-1-9957,6 0 4411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4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7171,'0'0'9725,"-7"27"-7946,-20 90-407,25-103-1114,1 0 0,-1-1 1,2 1-1,0 0 0,1-1 1,0 1-1,1-1 0,1 1 1,5 18-1,6 27 749,-10-18-74,0 51 0,-5-69-817,1 0-1,1 1 0,1-1 1,1 0-1,2 0 0,13 44 1,-15-51-103,-3-13 11,0-6-550,0-86 333,-2-8 210,5 1 1,16-110-1,-18 200-15,0 1 0,0 0 0,1-1 0,0 1 0,0 0 0,0-1 0,0 1 1,1 0-1,0 1 0,0-1 0,0 0 0,7-6 0,6-21-18,-7 10 0,-7 18 12,1 1 1,-1-1 0,1 1-1,0 0 1,0 0 0,0 0-1,0 0 1,1 0 0,-1 0-1,5-1 1,13-12-43,-14 14-2,27 1-73,-15 0 205,1 1-1,28 3 0,-44-2-64,1-1 0,-1 1-1,0 0 1,1 1 0,-1-1 0,0 1 0,0-1-1,0 1 1,0 0 0,0 1 0,-1-1-1,1 1 1,-1 0 0,1 0 0,-1 0-1,3 4 1,7 11 62,-2 1-1,0 1 1,11 30-1,-17-39-52,17 46 144,-2 2 0,-3 0 0,10 62 0,16 188 138,-41-241-359,-2-64-433,0 1-943,0 7-329,0-2-5416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5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49 5170,'0'0'11672,"-17"-7"-11626,-51-23 52,64 28 179,0 0 0,0 1 0,0-1 0,0 1 0,-1 0 0,1 0 0,0 0-1,-1 1 1,1 0 0,-1 0 0,1 0 0,0 0 0,-6 1 0,-9 1 993,17-2-1223,-1 0 0,1 0-1,0 0 1,0 0 0,0 0 0,0 0 0,0 0 0,-1 1 0,1-1-1,0 1 1,0 0 0,0 0 0,0-1 0,0 1 0,1 0-1,-1 1 1,0-1 0,0 0 0,1 0 0,-1 1 0,0-1 0,1 1-1,-1 0 1,1-1 0,0 1 0,0 0 0,0 0 0,-2 3 0,-15 21 58,-64 79 266,78-98-291,0 0-1,1 0 0,0 0 1,0 1-1,0-1 0,-2 15 1,-7 21 258,-9 11-133,10-24-74,-25 47 0,-20 30 216,50-95-313,1 0 1,1 1-1,0-1 0,0 1 1,2 0-1,-1 0 0,0 16 1,2-19-17,-3 44 190,5 81 0,1-48 97,-2 301 199,-1-377-464,2 0 0,-1-1 1,1 1-1,1 0 0,0-1 1,1 0-1,0 1 0,7 16 1,30 61 399,-35-77-395,1-1 0,0-1 0,0 1 0,1-1 0,0 0 0,14 14 0,-9-11-19,-8-8-21,2 1-1,-1-1 1,0 0-1,1 0 1,0-1-1,0 1 1,0-1-1,0-1 1,1 1-1,-1-1 1,1 0-1,9 1 1,-12-2-15,-1 0 0,1 0-1,0 0 1,-1 1 0,1-1 0,-1 1-1,6 4 1,18 7-343,-22-11 198,-1 0 0,0-1 1,1 1-1,-1 1 0,0-1 0,0 1 0,0-1 1,0 1-1,-1 0 0,1 1 0,5 6 0,8 7-388,20 17-535,84 87-6691,-51-34-2286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6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47 1265,'0'0'21631,"-10"-8"-21290,5 5-321,3 2 3,0 0 0,0-1 1,0 1-1,1 0 0,-1-1 1,0 1-1,1-1 0,-1 1 1,1-1-1,-1 0 0,1 1 1,0-1-1,0 0 0,-2-2 1,4 3-5,-1 1 0,0-1 0,1 1 0,-1-1 0,1 1 0,-1 0 0,0-1 0,1 1 0,-1 0 0,1-1 0,-1 1 0,1 0 0,-1-1 0,1 1 0,-1 0 0,1 0 0,-1 0 0,1 0 0,0-1 0,-1 1 0,1 0 0,-1 0 0,2 0-1,35-2 758,-5 2 695,-14-1-826,1 1 0,28 4 0,-42-3-603,1 0 1,-1 0-1,1 1 1,-1 0 0,0 0-1,0 1 1,0-1-1,0 1 1,0 0-1,0 0 1,-1 1 0,6 5-1,138 155 316,-126-138-235,-2 1 0,0 1 1,-2 0-1,26 57 1,-37-72-40,3 11 27,-1 0 0,-1 0 0,-1 1 0,7 47 0,-8-28-21,-1-1 0,-3 65 0,-2 325 603,0-424-679,-1-1 0,0 1 0,0-1-1,-1 0 1,0 1 0,-1-1-1,0 0 1,0 0 0,0-1 0,-8 12-1,-4 4 69,-35 40-1,33-42-50,9-13-19,0 0 0,0-1 0,-1 1 0,0-2 0,0 1 0,0-1 0,-14 6 0,21-11-12,1 0 0,-1-1 0,1 1 0,0 0 0,-1 0 0,1 0 0,0 0 1,0 0-1,0 0 0,0 1 0,0-1 0,0 0 0,0 0 0,0 1 0,-1 1 1,2-1-3,-1-1 1,0 0-1,0 1 1,0-1-1,0 1 1,0-1-1,-1 0 1,1 0-1,0 0 1,0 1-1,-3 0 1,-31 24-332,26-18-203,0-1-1,-1 0 1,-20 11-1,28-17 435,0 0-116,-1-1 0,1 1 0,-1 1 0,1-1 0,0 0 0,0 1 1,-1-1-1,1 1 0,0-1 0,0 1 0,1 0 0,-1 0 0,0 0 0,1 0 0,-1 0 0,1 1 0,-1-1 1,1 0-1,0 1 0,0-1 0,0 1 0,0-1 0,1 1 0,-1-1 0,1 1 0,-1 0 0,1-1 0,0 4 0,0 40-8057,0 14-6268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1.8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1 243 6579,'0'0'17704,"8"0"-16928,3842 0 2767,-3267-19-3054,-575 18-479,510-23 529,2362 24 1265,-2693-1-1773,0-9 0,344-61 0,-309 29 43,412-22 0,231 53-35,-565 13-55,294-2 144,-230 15-13,-178-3-67,4-2-7,200 6 56,1577-16 186,-1829 1-219,160 21 0,-13 26-22,96 11 74,8-40-58,-182-12-55,355 8-3,1880-15 0,-2153 9 0,-149-2 0,-8 2 0,48 1 0,163-1 0,-280-9 0,153 3 0,377 21 0,-553-22 0,49 4 0,124 25 0,-162-22 0,28 5 0,235 32 0,-198-35 2,249 13-17,-268-25-39,-26-1-26,71 8 0,-132-5 70,202 13-167,271-3 84,-449-8 95,1 1 1,-1 2-1,0 1 1,0 2-1,-1 1 0,0 2 1,-1 1-1,50 29 0,-36-15 14,1-1-1,79 31 0,-69-30-7,-44-19-7,1-1 1,1-1-1,15 6 0,0 0 28,-25-10-33,1 1 1,-1-1-1,0 0 0,1-1 0,0 1 0,-1-1 0,1 0 0,0 0 1,0-1-1,10 0 0,-124 76-9670,-25-9 771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4.9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202 66 656,'0'0'15261,"0"-15"-13477,0-36 5174,0 3262-3311,0-3207-3643,0 64 64,-14 105-1,-50 263 261,35-148-148,15-117-146,-5 242 64,19 3288 655,10-3470-709,0 17-80,-10 1293 108,-17-1249-76,4-135 2,-23 318 42,32-266-9,3-84-22,-9 1420-35,12-970 20,8-30 6,-10 137 19,21-397-36,-3-88 10,-6 617 16,-14-540-5,1-79 14,-3-18-28,29 258 0,32 16-12,-27-11-56,-9-82-33,-1 54 6,5 50-86,-13-366 169,11 138-10,-10 1305 14,-15-1031 12,2 990-2,25-1176 10,-10-193 10,15 99-10,-22-171-4,8 187-12,-10-90 17,5 603 36,-12-487-33,0-210-9,0 9-14,14 123 0,-1-118 14,4 132 1,-16 2316 34,10-2374 5,-10 1342 1532,0-1488-1558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6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1 764 14295,'0'0'9057,"46"-4"-8225,5-1-527,263-32 1458,-6-29-13,433-130 448,17 67-1045,-123 80-577,-96 25 46,270-46-406,-789 67-216,587-70 0,6 40 0,543 33 0,-529-36 0,-78 2 0,639 30 0,-629 6 0,1036-2 0,-1440 0 0,0 7 0,197 34 0,-193-10 0,129 24 0,51 9 0,302 39 0,-329-82 0,-30-3 0,1102 169 0,-1083-145 0,511 7 0,91-40 0,-751-10 0,35-1 0,275 32 0,531 67 0,-382-87 0,-224-8 0,572 5 0,-808-7 0,-43-3 0,210-35 0,102-51 0,7-2 0,32 21 0,4 39 0,822 31 0,-1285 0 0,0 0 0,1 0 0,-1 0 0,0 0 0,1 0 0,-1 0 0,0 0 0,1 0 0,-1 0 0,1 0 0,-1 0 0,0-1 0,1 1 0,-1 0 0,0 0 0,1 0 0,-1 0 0,0-1 0,0 1 0,1 0 0,-1 0 0,0-1 0,0 1 0,1 0 0,-1 0 0,0-1 0,0 1 0,1 0 0,-1-1 0,0 1 0,0 0 0,0-1 0,0 1 0,0 0 0,0-1 0,1 1 0,-1 0 0,0-1 0,0 1 0,0 0 0,0-1 0,0-4-76,1 1-1,-1 0 1,1-1 0,-1 1 0,0-1-1,-1 1 1,1 0 0,-2-6 0,0 3-343,-1 0 0,1 1 0,-1 0 1,0 0-1,-1 0 0,0 0 0,0 0 0,0 1 1,-6-7-1,-118-109-8713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40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40 2369,'0'-8'18368,"1"-22"-17116,-1 30-1234,0 1-1,1-1 1,-1 0 0,0 0 0,0 0 0,0 1 0,0-1 0,0 0-1,0 0 1,0 0 0,0 1 0,1-1 0,-1 0 0,0 0 0,0 0 0,0 0-1,0 0 1,1 1 0,-1-1 0,0 0 0,0 0 0,0 0 0,1 0-1,-1 0 1,0 0 0,0 0 0,0 0 0,1 0 0,-1 0 0,0 0-1,0 0 1,1 0 0,-1 0 0,0 0 0,0 0 0,0 0 0,1 0 0,-1 0-1,0 0 1,0 0 0,0 0 0,1 0 0,-1 0 0,0 0 0,0-1-1,0 1 1,1 0 0,-1 0 0,0 0 0,0 0 0,0 0 0,0-1-1,0 1 1,1 0 0,-1 0 0,0 0 0,0-1 0,0 1 0,0 0-1,0 0 1,0 0 0,0-1 0,0 1 0,0 0 0,0 0 0,0 0 0,0-1-1,0 1 1,10 14 316,-2 0-1,0 1 1,-1 1-1,0-1 1,-1 1-1,-1 0 1,5 25-1,-3-15 51,15 79 630,-15-68-611,16 55 0,0-21-75,40 134 278,-46-133-459,3 8 93,14 132 0,-3 11-12,-10-94-123,-6-42-51,4 34 20,2 338 3,-17-262-52,7 1303 163,-13-929-147,-1-426-27,9 191 39,49 547 21,-54-793-82,3 54 0,1-87 3,6 118 34,-3 175-5,-6-68-16,0-1-24,3 115 23,0-6 8,13-185-19,0-8 5,5 153 20,-8-197-18,0 11-3,12 598 5,-27-581-16,5 54-15,6-148 15,3 32-2,15 659-147,-27-673 148,1 34-16,4-71 10,3 97-84,0 219 16,0-55 116,16 24-73,-21-31 64,-5-64-34,37 352-59,-12-355 69,-9-113-2,-1 31-45,8 82 17,-3-55 1,12 82-45,2 86 96,-25-236-22,17 414-16,-22-398 10,7-1 1,34 176-1,-32-256 4,27 146-98,15 261 0,-52-406 88,19 293-47,11-147 59,-28-133-4,5 44 9,7 43-25,-4 210 0,-7-74 34,2-187 2,24 124 1,-15-77-12,-1-4 1,32 195 16,-8-56-27,-15-143 7,0 7 4,-5 313 19,-10-115-30,-10 1898 8,1-2228-19,2-1 0,7 37 1,4 33-22,-4 187 18,-8-185 20,-2-43 2,11 81-1,18 188-18,-28 4 19,-3-166-15,2 1132-68,10-1126 105,0 8-4,-1 175-10,-6 122-9,-5-266-1,2 344 16,1-546-15,-1-1-1,1 1 1,1 0 0,4 15 0,-3-15 0,-1-1 1,0 1 0,-1 0-1,1 16 1,-2 1181 245,0-1205-111,0 2-113,0 48 881,0-39-820,0 242 852,0-144-7897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74 9044,'0'0'12371,"8"-12"-11827,25-36 433,-25 36 2854,-37 12-3200,12-1-594,0 0 1,1 1 0,-1 1 0,0 1 0,1 0-1,0 2 1,-1-1 0,1 2 0,-24 10-1,-8 11-110,3 2-1,0 3 1,-57 49-1,35-18-28,-72 84-1,129-135 78,-9 10 6,-22 33-1,37-48 6,0 0-1,0 1 1,1-1 0,0 1 0,0 0-1,1 0 1,0 0 0,0 0 0,0 0-1,-1 15 1,3 70-341,1-89 333,-1 1 0,0-1 0,1 0-1,0 0 1,-1 0 0,1 0 0,0 0 0,1 0-1,-1 0 1,1 0 0,-1 0 0,1 0-1,0 0 1,0-1 0,0 1 0,0-1 0,0 0-1,1 0 1,-1 1 0,1-1 0,-1-1 0,1 1-1,4 2 1,7 3-46,1-1-1,0 0 1,27 7-1,0 0-20,212 73 25,-128-40-37,-63-22-33,-55-21 83,0 0 0,1 1 0,-2 0 0,1 0 0,0 1 0,-1 0 0,0 0 0,11 10 0,-17-12 31,0 0 0,0 0 0,-1 0 0,1 0 0,-1 1 0,1-1 0,-1 0 0,0 0 0,0 0 0,0 1 0,-2 5 0,2-1 25,0-2 38,0 0 0,0 0-1,-1 0 1,1 0-1,-1 0 1,-1 0 0,1 0-1,-1-1 1,-3 7-1,3-8-23,0-1 1,-1 1-1,1-1 0,-1 0 0,0 0 0,0 0 0,-1 0 0,1-1 0,0 1 0,-1-1 0,1 0 0,-1 0 1,0 0-1,-6 2 0,-23 7 42,-1-2 0,-1-1 1,1-1-1,-1-2 0,0-1 1,-51-2-1,-113-2-4081,199 0 3906,-1 0 1,0 0-1,0 0 1,0 0-1,1 0 1,-1 0-1,0 0 1,0 0-1,0 0 1,1 0-1,-1-1 1,0 1-1,0 0 1,1-1-1,-1 1 1,0 0 0,0-1-1,1 1 1,-1-1-1,1 1 1,-1-1-1,0 1 1,1-1-1,-1 0 1,0 0-1,-1-24-2750,2 15 1977,0-61-5359,0 6-2739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7411,'0'0'10949,"358"0"-10773,-348 9-160,-10 27-16,0 9-80,0 18-224,0-1-1681,20-17-2497,-20-27-3089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11861,'209'332'7892,"-169"-332"-6515,49 0 191,41 0-975,-1 0-273,-10 0-48,21 0 144,-21 0-256,-19-18-48,-21-18-112,1-18-256,-41 45-1120,1 9-850,0 0-1583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1 448,'0'0'17814,"0"68"-16478,0 234-551,0 78 74,0 702 1307,1-1081-2169,-1 0-1,1 0 0,0 0 1,-1-1-1,1 1 1,0 0-1,0 0 1,0-1-1,0 1 1,0 0-1,0-1 0,0 1 1,0-1-1,0 1 1,0-1-1,0 0 1,2 1-1,1 0 1,6 4-20,0 0 1,1-2-1,-1 1 0,1-1 0,0-1 0,0 0 0,17 1 0,88-3-3388,-53-1-1559,-4 1-248,-23 0-2532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7539,'0'0'13631,"-10"50"-13495,10-50-136,-36 203 50,34-198-42,1 1-1,1-1 0,-1 1 0,1 0 0,0-1 0,0 1 0,0 0 0,1-1 0,0 1 0,0-1 0,4 11 0,-4-14-4,-1 0 5,1 1-1,0-1 0,1 0 0,-1 1 0,0-1 0,1 0 0,-1 0 0,1 0 0,-1 0 0,1 0 0,0 0 0,0-1 0,0 1 1,2 1-1,1-1 17,0 0 0,0-1 1,0 1-1,0-1 1,11 1-1,-10-1-23,7 1 3,1 0 1,0-1 0,-1-1-1,1 0 1,-1-1-1,16-3 1,-23 3-24,1-1 0,-1 0 0,-1 0 0,1 0 1,0-1-1,0 0 0,-1 0 0,0 0 0,0 0 0,1-1 1,-2 0-1,1 0 0,-1-1 0,1 1 0,3-6 0,2-5-56,0 0 0,-1-1 0,-1 0-1,0-1 1,-1 0 0,-1 0 0,0 0-1,-2-1 1,0 0 0,-1 1-1,0-2 1,-2 1 0,-1-26 0,0 8 253,-19 34-23,-222 2 208,235 1-370,-1-1 0,1 1 0,0 0 1,-1 1-1,1-1 0,0 1 0,0 0 0,0 1 0,0 0 0,0 0 1,1 0-1,-1 0 0,1 1 0,0 0 0,0 0 0,0 0 0,1 1 0,-1 0 1,1 0-1,-7 10 0,10-13-88,0 1 0,0 0 0,0 0 0,0 0 0,0 0 0,0 0 0,1 0 0,0 0-1,-1 0 1,1 0 0,0 0 0,1 0 0,-1 0 0,1 5 0,0 2-413,-1 75-8937,0-58 4891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12 155 8884,'0'0'12344,"0"60"-11797,0 689 1588,0 843 730,-1-1540-2858,-7 51-1,6-88-354,1-16 166,2-29 88,0-12-7,-1-1371-1279,0 1340 1157,3 0 0,25-145 0,82-182-140,-38 196 287,-59 175 65,1 0 0,1 1 0,2 0 0,37-48 0,-37 55 14,-14 17-2,-1-1 0,1 1 0,0 1 0,0-1 1,0 0-1,1 1 0,-1-1 0,1 1 0,0 0 1,0 0-1,0 1 0,0-1 0,1 1 0,-1 0 1,1 0-1,-1 0 0,10-1 0,22 0 26,-1 2-1,50 5 1,-81-4-23,-1 1 0,1-1 0,-1 1 0,1 0 0,-1 0 0,1 1 0,-1-1 0,0 1 0,0 0 0,0-1 0,0 1 0,0 1 0,0-1 0,0 0 0,4 6 0,-1-1 8,-1 1-1,0 0 1,0 0 0,4 10-1,-9-17-10,12 26 27,-3 2 1,0-1-1,-1 1 1,-2 0-1,-1 1 1,-2-1-1,0 1 1,-3 43-1,0-72-23,0-1-1,0 0 1,0 1-1,0-1 1,0 0-1,0 1 1,0-1-1,-1 0 1,1 1-1,0-1 1,0 0-1,0 1 1,0-1-1,-1 0 1,1 1-1,0-1 1,0 0-1,-1 0 1,1 1-1,0-1 1,0 0-1,-1 0 1,1 1-1,0-1 1,-1 0-1,1 0 1,0 0-1,-1 0 1,1 1-1,0-1 1,-1 0-1,1 0 1,-1 0-1,-17 0 37,8 0-11,-141 14 2,41-3-125,80-9 57,22-2-4,-1 0 0,1 0-1,-1 1 1,1 0 0,-1 1 0,1 0 0,0 0 0,0 1 0,0 0-1,0 0 1,-13 8 0,-4 4-788,17-10 655,0-1-1,0 1 0,1 1 1,-13 11-1,4 9-2938,14-22 2086,1 0 1,0 1-1,0-1 1,1 0-1,-1 1 1,1 5-1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81 6339,'0'0'9743,"-9"-8"-9284,-31-21-152,30 21 2112,10 22-1402,-1 103 548,-1 19-596,16 149 0,33 27-497,-42-276-351,-1-1 0,-2 61 0,-2-73-52,0-23-64,0 1 0,0 0 0,0 0 0,0 0 0,0-1 0,0 1 0,0 0-1,0 0 1,1 0 0,-1 0 0,0-1 0,0 1 0,1 0 0,-1 0 0,1-1 0,-1 1-1,0 0 1,1-1 0,-1 1 0,1 0 0,-1-1 0,1 1 0,0-1 0,-1 1 0,1-1-1,0 1 1,1 0 0,23 0 105,-9-2-109,-15 1-6,0 0-1,1 0 0,-1 0 0,0 0 1,0-1-1,1 1 0,-1-1 0,0 1 1,0-1-1,0 1 0,1-1 0,-1 0 1,0 0-1,0 1 0,0-1 0,0 0 1,0 0-1,-1 0 0,1 0 0,0 0 0,0 0 1,-1 0-1,1 0 0,0 0 0,-1-1 1,1 1-1,-1 0 0,1-2 0,7-44 38,-6 32-38,49-259-31,-16 100-215,-10 57-115,-21 99 323,1 1 0,0 0 1,1 0-1,1 0 0,0 1 1,2 0-1,16-24 0,-8 25-14,-8 16 213,-5 16 615,-4 256-247,1-260-508,7-12-14,6-2 15,-10 1-36,-1-1 1,1 0-1,0 0 0,-1 0 0,1-1 0,-1 1 0,0-1 1,0 0-1,1 0 0,-1 0 0,0 0 0,0 0 0,-1-1 1,1 1-1,0-1 0,-1 0 0,0 0 0,0 0 0,1 0 1,1-6-1,8-12 19,-1 0 0,9-26 0,-10 23 1,89-236-205,-81 211-8,-12 36-30,-1-1 0,0-1-1,-1 1 1,0-1-1,2-29 1,-6 38-651,0 15-2923,0 106-4112,0-51 2710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222 403 4386,'0'0'9567,"-17"-25"-7193,17 25-2374,-71-101 2036,69 98-1946,0 1 0,0 0-1,0 0 1,0 1 0,0-1 0,0 0-1,0 0 1,-1 1 0,1 0-1,-3-2 1,4 3-57,0 0 1,0-1-1,0 1 0,0 0 1,1 0-1,-1 0 0,0 0 0,0 0 1,0 0-1,0 0 0,0 0 0,0 0 1,0 1-1,0-1 0,1 0 1,-1 0-1,0 1 0,0-1 0,-1 1 1,-1 2 49,1-1 1,0 1 0,-1-1-1,1 1 1,0 0 0,0 0-1,1 0 1,-1 0 0,-2 6-1,0 0 125,-4 9 73,1 1 0,0 0 0,1 1 0,-4 26 0,-8 82 630,18-126-900,-5 69 481,5 100 1,2-63-126,-3-82-267,0-17-68,1 1-1,0-1 0,0 0 1,1 0-1,1 1 0,1 9 1,-2-17-30,0 0-1,0 0 1,0 0 0,0 0 0,1 0 0,-1 0-1,0 0 1,1 0 0,-1-1 0,1 1 0,0 0-1,-1-1 1,1 0 0,0 1 0,0-1 0,0 0-1,0 0 1,0 0 0,0 0 0,0 0 0,1-1-1,-1 1 1,0 0 0,0-1 0,1 0 0,-1 0-1,0 1 1,1-1 0,2-1 0,83 1-37,-85 0 27,0 0-1,1 0 1,-1 0-1,0-1 1,0 1-1,0-1 1,0 0-1,0 0 1,0 0-1,0 0 1,0-1-1,0 1 1,0-1-1,-1 0 1,1 0-1,-1 0 1,1 0-1,-1 0 1,0 0-1,1-1 1,1-3-1,2-4-25,0 0 0,-1-1 0,-1 1 0,7-21 0,-11 29 31,20-68-226,-3-1-1,-3-1 1,6-93 0,-8-222-1674,-12 223 1049,0 161 1356,0 12-283,-1 148 142,4 212 473,0-342-918,1-1 1,2 0-1,0 0 0,2 0 1,1-1-1,1 0 1,1-1-1,18 29 1,-27-49-70,-1-1 0,1 0 0,0 0 0,0 0 1,1 0-1,-1-1 0,1 1 0,-1-1 0,1 1 1,0-1-1,0 0 0,0 0 0,0 0 0,0 0 1,0-1-1,5 2 0,1-1-983,-1 0-1,1-1 1,-1 0 0,1-1-1,11-1 1,0 1-2244,10 0-4223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10805,'0'0'9508,"199"-18"-9348,-130 18-144,1 0 0,-10 0-16,-11 0-144,-9 0-560,-20 0-737,20 0-976,-10 0-688,-11 0-1537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10469,'0'0'9321,"-2"114"-8696,-4 374 12,4 3 743,-18-120-241,6-254-909,-20 133-60,25-202-538,-4 86 0,3-93-299,10 11 109,1-51 555,-1-1 0,1 1 1,-1 0-1,1-1 0,-1 1 0,1-1 0,0 1 1,-1-1-1,1 1 0,0-1 0,-1 1 1,1-1-1,0 1 0,0-1 0,0 0 0,-1 0 1,1 1-1,0-1 0,0 0 0,0 0 0,-1 0 1,1 0-1,0 0 0,0 0 0,0 0 0,0 0 1,-1 0-1,1 0 0,1-1 0,9 2 15,58 11 102,-45-8-90,-1 0 1,31 1-1,94-5-1572,-75 18-7586,-60-18 4462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48 9316,'0'0'10490,"-40"-12"-10236,9 2-236,1 2 0,-1 1 0,-45-4 0,73 11-17,-1 0 0,0 1 0,0-1 0,0 1 0,0 0 0,0-1 1,1 2-1,-1-1 0,0 0 0,1 1 0,-1 0 0,1 0 0,0 0 0,0 0 0,-1 0 0,1 1 1,1-1-1,-1 1 0,0 0 0,1 0 0,-1 0 0,1 0 0,-4 7 0,6-10 0,-30 42 96,2 0 1,-33 70-1,50-87-12,1 1 0,1 0 0,2 1-1,0 0 1,2 0 0,-3 42-1,5 137 500,4-120-445,-1-78-138,0-1-1,1 0 1,0 1-1,0-1 1,0 0-1,1 0 1,0 0-1,1 0 1,0 0-1,0 0 1,0 0-1,1-1 1,0 0-1,0 0 1,0 0-1,1 0 1,0 0-1,0-1 1,0 0-1,1 0 0,12 7 1,-4-3-51,0-1 1,1-1-1,0 0 1,1-1-1,19 4 1,-8-1-193,-17-6-64,1 0 1,0-1-1,-1 0 0,1-1 0,0 0 1,0-1-1,15-1 0,5 0-1068,-27 1 1139,-1 0 1,1 0 0,-1 0-1,1-1 1,-1 1 0,0-1 0,1 0-1,-1 0 1,0 0 0,0 0-1,1-1 1,-1 1 0,0-1-1,5-3 1,-4 0-146,0 1 0,0-1 0,-1 1 0,0-1 1,0 0-1,0 0 0,0-1 0,3-9 0,26-85-5095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6051,'0'0'13307,"0"130"-12677,0 437-137,0 106 684,-32-93 349,-36-150-834,-20 185-477,87-596-210,1-14-5,0-1 0,0 0 0,-1 0 0,1 0 0,-1 0 0,0 0 0,0 0 0,-1 0 0,-1 4 0,2-5-56,1-32-677,0-529-545,0 554 1275,-1-13 3,0 1 0,2-1 0,0 0 0,1 0 0,1 1 0,0-1 0,1 1 0,8-21 0,45-72 3,-52 98-6,0 0 0,1 0 0,0 0 0,1 1 0,0 0 0,16-17 0,-19 23 10,0 0-1,1 0 0,0 0 1,0 1-1,0 0 0,0 0 1,1 0-1,-1 1 1,1-1-1,-1 1 0,1 0 1,0 1-1,0 0 1,0 0-1,0 0 0,7 0 1,2 0 31,-13 1-32,0-1 0,-1 1 0,1 0 0,-1-1 0,1 1-1,0 0 1,-1 0 0,1 1 0,0-1 0,-1 0 0,1 0 0,-1 1 0,1-1 0,0 1 0,-1-1 0,1 1 0,-1 0 0,0 0 0,1-1 0,-1 1 0,0 0 0,1 0 0,-1 0 0,0 1 0,0-1 0,0 0 0,0 0 0,0 1 0,0-1 0,0 0 0,0 1 0,-1-1 0,1 1 0,0-1 0,-1 1 0,1 2 0,9 23 64,-2 0 1,0 1 0,3 32 0,6 93 130,-1-10-85,-11-111-103,4 30 8,3 91 1,-12 116-1505,6-249-878,-6-19 2285,0-1-1,0 0 0,0 0 1,0 0-1,1 0 1,-1 1-1,0-1 1,0 0-1,0 0 0,0 0 1,0 0-1,1 0 1,-1 0-1,0 1 1,0-1-1,0 0 1,0 0-1,1 0 0,-1 0 1,0 0-1,0 0 1,0 0-1,1 0 1,-1 0-1,0 0 0,0 0 1,0 0-1,1 0 1,-1 0-1,0 0 1,0 0-1,0 0 0,1 0 1,-1 0-1,0 0 1,0 0-1,0-1 1,1 1-1,-1 0 1,11-18-5184,15-64-3397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4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3986,'0'0'18840,"89"0"-17671,-9 0-193,9 0-143,-9 0-433,-1 0-176,-19 0-192,0 0-32,-40 0-720,29 0-1217,1 9-1937,-40-9-4594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45 4354,'0'0'11885,"-2"-8"-11060,-4-21 157,4 21 1848,1 12-2741,0 0 0,1 0 0,0-1 0,-1 1 0,1 0 0,1 0-1,0 5 1,0 10 6,-1 1858 2197,0-1875-2316,0-7-427,0-671 389,0 621-41,-2 0 0,-18-103 0,15 134 63,1 7 18,1 1 1,0-1 0,0-27 0,-7-150 5,10-109 93,0 300-40,0 3-37,0 0-1,0 0 0,0-1 0,0 1 1,-1 0-1,1 0 0,0 0 1,0-1-1,0 1 0,0 0 1,0 0-1,0-1 0,0 1 1,0 0-1,0 0 0,0-1 0,0 1 1,0 0-1,0 0 0,0-1 1,0 1-1,0 0 0,0 0 1,0 0-1,0-1 0,0 1 1,1 0-1,-1 0 0,0 0 1,0-1-1,0 1 0,0 0 0,0 0 1,1 0-1,-1-1 0,0 1 1,0 0-1,0 0 0,1 0 1,-1 0-1,0 0 0,0 0 1,0-1-1,1 1 0,-1 0 0,0 0 1,0 0-1,1 0 0,-1 0 1,0 0-1,0 0 0,1 0 1,-1 0-1,335 0 113,-324 0-106,1 0-1,-1 0 1,0 1-1,0 1 1,0 0 0,0 0-1,0 1 1,0 0-1,-1 1 1,1 1 0,-1-1-1,0 2 1,0-1 0,-1 1-1,0 1 1,0 0-1,0 0 1,10 11 0,-2 3 0,0 0 0,-2 1 0,0 1 1,-1 1-1,-2 0 0,0 0 0,-2 1 0,14 46 1,-22-60 9,0 0 1,-1 0 0,0-1 0,0 1-1,-2 19 1,0-3 3,1 21 64,1-10-1,-1 1 0,-2-1 0,-1 1 0,-15 62 0,2-54-1,-2 0 1,-31 55 0,26-55-19,11-23-11,-1 0 0,-1-1 1,-21 27-1,25-38-41,-2 1 0,1-2 1,-2 1-1,1-2 0,-1 0 0,-24 14 1,11-8 7,0-2 0,-1-1 0,0-1 0,-1-1 1,0-1-1,-39 7 0,20-10-137,46-7-252,1-65-12719,0 59 8339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281 108 3986,'0'0'8193,"-25"-7"-7470,-78-23 555,56 20 245,27 12-653,8 0-409,9-1-378,0-1 0,1 1 0,-1 0 0,0 1 0,1-1 0,-1 0-1,1 1 1,0-1 0,0 1 0,-1 0 0,1 0 0,0 0 0,0 0-1,0 0 1,1 0 0,-1 1 0,1-1 0,-1 1 0,1-1-1,0 1 1,0-1 0,0 1 0,0 0 0,0-1 0,0 4 0,-3 12 62,0-1 0,-1 34 1,4-38-31,-9 486 818,11-319-260,-1-174-659,0 0 0,0 0 1,0 0-1,1 0 0,-1 0 1,2 0-1,-1 0 0,0 0 1,1 0-1,0 0 0,1 0 1,-1-1-1,1 0 0,0 1 1,1-1-1,-1 0 0,1 0 1,7 7-1,-6-7-13,0 0 1,1 0 0,0 0-1,0-1 1,0 1-1,0-2 1,1 1-1,0-1 1,-1 0-1,1 0 1,0-1-1,1 1 1,-1-2 0,0 1-1,0-1 1,1 0-1,-1-1 1,13 0-1,18 2-65,-24-1 35,0 0 0,0-1-1,0-1 1,24-3-1,-36 3 27,-1 1-1,1-1 1,-1 1 0,1-1-1,-1 0 1,0 1-1,1-1 1,-1 0-1,0 0 1,0 0-1,1 0 1,-1 0-1,0 0 1,0 0-1,0 0 1,0-1-1,0 1 1,-1 0-1,2-2 1,8-31-25,-7 19 19,10-30 0,-6 22-11,-2-1 1,5-32 0,-4-267-870,-9 184 55,4 129 819,-1 1 1,0-1-1,-1 1 1,0-1 0,-1 1-1,0 0 1,-1-1-1,1 1 1,-2 0 0,1 1-1,-1-1 1,-1 1-1,1-1 1,-7-7 0,-28-32 20,26 33-5,0 0 1,1-1-1,1 0 0,-9-18 1,-21-53-90,34 78 69,5 8 779,2 19-295,0 10-251,-1 0 49,1 1 0,2 0 0,1-1 0,8 41-1,-2-46-104,0 0-1,17 28 1,3 8 2,39 75 184,-61-123-328,-5-5-2,2 1-1,-1-1 0,1 0 1,0-1-1,0 1 0,0-1 0,1 0 1,0 0-1,0 0 0,10 7 1,44 40-22,-58-52-26,0 0 0,-1 1 0,1-1-1,-1 0 1,1 0 0,-1 1 0,1-1 0,0 0 0,-1 1 0,1-1 0,-1 0 0,1 1 0,-1-1 0,0 1 0,1-1 0,-1 0 0,1 1 0,-1-1 0,0 1 0,1 0 0,-1-1 0,0 1 0,0-1 0,1 1 0,-1-1 0,0 1 0,0 0 0,0-1 0,0 1 0,0 0 0,0-1 0,0 1 0,0-1 0,0 2 0,0 2-243,22-4-3010,-9 0 1912,-4 0 125,-1-1 0,1 2 0,-1-1 0,9 3 1,-14-2 714,-1 0 0,0 0 0,1 0 1,-1 1-1,0-1 0,0 1 0,0-1 0,3 4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6723,'0'0'12867,"0"-4"-12392,0 3-448,0 0-1,0 0 0,0 0 1,0 0-1,1 0 0,-1 0 1,0 1-1,1-1 0,-1 0 1,0 0-1,1 0 0,-1 0 1,1 1-1,-1-1 1,1 0-1,-1 1 0,1-1 1,0 0-1,-1 1 0,1-1 1,0 1-1,-1-1 0,1 1 1,0-1-1,0 1 0,-1-1 1,1 1-1,0 0 1,0 0-1,0-1 0,0 1 1,1 0-1,38-2 434,-26 2-293,462 0 1566,-372 0-6751,-1 0-5479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11173,'0'0'8081,"21"103"-7723,72 332 133,-12-130 630,-59-238-804,-13-38-170,13 38 124,-3 1 0,-2 1 1,7 75-1,1 20-129,0-13-81,-12-53-47,-6-52-5,3 79 0,-9-87 11,8 40 0,0 34 44,-9-107-67,34-5-720,267 0 805,-166 0-7388,-102 1 2832,-18 7-804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1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34 3185,'0'0'14554,"-28"-6"-13290,-88-18-212,112 23-960,0 0 0,0 0 0,-1 1 0,1 0 0,0-1 0,0 1 0,-1 0 0,1 1 0,-5 0 0,8 0-66,0-1 0,0 1 1,0-1-1,0 1 0,1 0 1,-1 0-1,0-1 0,0 1 0,0 0 1,1 0-1,-1 0 0,0 0 1,1 0-1,-1 0 0,1 0 0,-1 0 1,1 0-1,-1 2 0,-4 8 158,-3 5-52,1 1-1,0 0 1,1 0 0,1 1 0,1 0 0,1-1-1,-2 24 1,1 138 72,5-121-133,-1 457 478,0-514-554,0 0-1,0 0 1,0-1 0,1 1-1,-1 0 1,0 0 0,1-1-1,-1 1 1,1 0 0,-1-1-1,1 1 1,-1-1 0,1 1-1,0 0 1,-1-1 0,1 1 0,-1-1-1,1 0 1,0 1 0,0-1-1,-1 1 1,1-1 0,0 0-1,0 0 1,-1 1 0,1-1-1,0 0 1,0 0 0,0 0-1,-1 0 1,1 0 0,0 0-1,0 0 1,0 0 0,-1 0-1,1 0 1,0-1 0,0 1-1,-1 0 1,1 0 0,1-1-1,4 0-71,8 2 42,-9-1 31,-1 1 0,1-1 0,0 0 0,0 0-1,0 0 1,0-1 0,0 0 0,0 0 0,-1 0-1,1 0 1,0-1 0,-1 0 0,1 0 0,-1 0-1,7-5 1,-1-3-7,-1-2 0,0 1 0,-1-1 1,0 0-1,7-17 0,32-73-199,-37 76 104,-2-1-1,-1 0 0,0 0 0,-2 0 0,1-39 0,-4-142-427,-4 109-41,3 73 414,-1 15 104,0-1-1,0 0 1,-1 1-1,-3-18 1,3 26 53,0 0 0,0 0 1,0 0-1,-1 0 0,1 0 1,-1 0-1,0 0 0,0 0 0,0 0 1,0 1-1,0-1 0,-1 1 0,1 0 1,-1 0-1,1-1 0,-1 2 1,0-1-1,0 0 0,-5-2 0,8 4 6,-1 0 0,1 0-1,-1 0 1,1-1-1,-1 1 1,1 0 0,-1 0-1,1-1 1,-1 1-1,1 0 1,-1-1 0,1 1-1,0-1 1,-1 1-1,1 0 1,0-1 0,-1 1-1,1-1 1,0 1-1,-1-1 1,1 1-1,0-1 1,0 1 0,0-1-1,-1 1 1,1-1-1,0 0 1,0 1 0,0-1-1,0 1 1,0-1-1,0 1 1,0-2 0,0 1 2,0 1-3,0 0-1,1 0 1,-1-1 0,0 1-1,0 0 1,0 0 0,0 0-1,0 0 1,0 0 0,0 0-1,0 0 1,0 0 0,0-1-1,0 1 1,0 0 0,0 0-1,0 0 1,-1 0 0,1 0-1,0 0 1,0 0 0,0 0-1,0 0 1,0-1-1,0 1 1,0 0 0,0 0-1,0 0 1,0 0 0,0 0-1,0 0 1,0 0 0,-1 0-1,1 0 1,0 0 0,0 0-1,0 0 1,0 0 0,0 0-1,0 0 1,0 0 0,0 0-1,0 0 1,-1 0 0,1 0-1,0 0 1,0 0 0,0 0-1,0 0 1,0 0-1,0 0 1,0 0 0,0 0-1,-1 0 1,1 0 0,0 0-1,-13 0 32,10 0 211,0 0 169,-3 0-330,5 6 2756,-1 67-2527,0-30-242,1 0-1,3-1 0,7 46 1,-1-57-3,1-1 0,1-1 0,26 51 1,55 77 124,-79-140-189,0-1 1,1-1-1,0 1 1,1-2-1,1 0 1,0-1-1,1-1 0,1 0 1,0-1-1,0-1 1,26 12-1,-38-21-23,-1 1-1,1-1 1,-1 0-1,1-1 0,0 1 1,-1-1-1,1 1 1,0-1-1,-1-1 1,9 0-1,13-1-512,118 2-7232,-101 0 2102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8260,'0'0'7350,"-3"76"-6790,-7 258 251,11-244-66,19 130-1,-8-122-275,43 328 916,8 77-422,-52-115-498,-11-332-343,0-54 51,-1-12-338,-6-18 84,0 0 0,-12-30 0,-3-9 44,-28-124-20,-34-268-1,37-172-342,45 283 318,2 200 121,0 130-36,-1 12-3,1 0 0,0 0 0,0 0 0,0 0 0,1 0 0,-1 0 0,2 0 0,-1 0 0,1 0 0,-1 0 0,2 0 0,-1 1 0,4-7 0,-2 7-2,0 0 1,0 1-1,1-1 1,-1 1-1,1 0 1,0 0-1,1 0 1,-1 1-1,0 0 1,1 0-1,0 0 1,6-1-1,-1 0 21,1 1-1,0 1 1,0 0-1,0 1 0,21 0 1,-19 0 96,-12 1-42,0 0 0,0 0-1,-1 0 1,1 0-1,0 0 1,0 0-1,0 0 1,0 1 0,0-1-1,-1 1 1,4 0-1,-4 0-50,0 1 0,1-1 0,-1 0 0,-1 1-1,1-1 1,0 0 0,0 1 0,0-1 0,-1 1 0,1-1-1,-1 1 1,1 0 0,-1-1 0,0 1 0,1-1-1,-1 1 1,0 2 0,8 247 361,-8-193-334,-1-3 23,0-53-70,1-1-1,0 1 1,0 0-1,-1-1 1,1 1-1,-1 0 1,1-1-1,-1 1 1,0-1-1,0 1 1,0-1-1,1 0 0,-1 1 1,0-1-1,-1 0 1,1 0-1,-2 3 1,-37 28-4,19-15-178,1 0 0,-34 37 0,43-42-171,9-11 240,0 1 0,0 0-1,0-1 1,0 1 0,0 0-1,1 0 1,-1 0-1,1 1 1,-1-1 0,1 0-1,0 0 1,0 1-1,0-1 1,0 1 0,0-1-1,1 1 1,-1 3 0,-2 34-2779,3 67 0,1-26-2549,-1 6-1828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82 8996,'0'0'10215,"-31"0"-9246,7-1-694,-1 2-1,1 1 1,-33 6 0,54-7-219,0 1 0,-1-1-1,1 1 1,0 0 0,0 0 0,0 0-1,0 0 1,0 0 0,0 1 0,0-1-1,1 1 1,0 0 0,-1 0 0,1-1-1,0 2 1,-2 3 0,-1 4 136,0 0 0,1 0-1,-3 16 1,3-14-18,-2 14 13,2 1 1,0-1-1,2 0 0,1 1 0,3 29 1,0-1-66,-2 199 211,-1-250-323,2 1-1,-1 0 0,1 0 0,-1-1 0,2 1 1,-1-1-1,0 1 0,1-1 0,0 1 0,1-1 1,-1 0-1,1 0 0,0 0 0,0 0 0,1-1 1,-1 1-1,1-1 0,0 0 0,6 5 0,1-4-1,-10-5-22,4 1 6,2-14-132,4-36 40,-2 0 1,4-88-1,-9-108-424,-4 208 410,0-257-1492,0 293 2265,5 2-389,-2 1-238,1 0 0,-1 0 0,0 0 0,0 0 0,0 0 0,0 1 0,0-1 1,-1 1-1,1 0 0,-1-1 0,0 1 0,0 0 0,0 1 0,0-1 0,0 0 0,1 5 1,8 11 101,3-1 14,0 1 0,21 19 0,-13-15-83,54 52 18,-69-69-77,-6-5-1,1 0 1,0 0-1,0 1 1,0-1-1,0 0 1,0-1 0,0 1-1,0 0 1,0-1-1,3 2 1,34-1-7029,-29-1 5293,-4 0-3852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0 269 528,'0'-36'7492,"0"0"1904,0 27-7571,70-18-192,29 1-721,1-10-736,-21 18-96,-19-9-48,-10 0-32,-11 18-64,-19-9-1136,20 18-929,-10 0-2145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0 112,'0'0'20991,"8"82"-20249,80 539 138,-51-398-382,9 228-1,-9 115-222,-26-424-272,-9-105-8,8 66-30,-9-91 14,2-1-1,-1 1 1,2 0-1,0-1 1,10 22 0,-8-20-3,2-1 0,-1 0 0,1-1 0,12 13 0,-16-20 19,1 0 1,-1 0-1,1 0 0,0-1 1,1 0-1,-1 0 0,0 0 0,1-1 1,-1 0-1,1 0 0,10 2 0,10 1-56,1-2-1,-1-1 1,38-2-1,-28-1-334,-29 2 153,-5-1 95,0 0 1,0 0-1,1 0 0,-1 0 1,0 0-1,0 0 0,0-1 1,0 1-1,0-1 1,0 1-1,0-1 0,0 0 1,0 0-1,0 0 0,0 0 1,0 0-1,0 0 1,-1 0-1,1-1 0,2-2 1,2-2-551,-1-1 0,0 0 0,-1-1 1,1 1-1,-2-1 0,1 0 0,-1 0 0,0 0 1,0 0-1,1-12 0,-1-49-4907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10389,'0'0'9596,"23"104"-8353,81 359-472,27 163 353,37 781 618,-157-954-1577,-11-445-101,0-21-600,0-303 616,0 288-77,2-1-1,0 1 1,2 0 0,1 1-1,1-1 1,1 1 0,1 0-1,2 1 1,1 0 0,24-43-1,2-2 0,-21 38 11,22-32 1,-33 57-19,2-1 1,-1 1 0,1 0-1,1 0 1,-1 1 0,1 0-1,1 0 1,9-6 0,-13 11-7,-1 1 1,1-1 0,0 1 0,0 0-1,0 1 1,0-1 0,0 1 0,0 0 0,0 0-1,0 0 1,0 1 0,10 2 0,-13-3 9,1 0 3,0 1 1,-1 0-1,1 0 0,-1 0 0,1 0 0,0 0 1,-1 0-1,0 1 0,1-1 0,-1 1 0,0-1 1,0 1-1,0 0 0,0 0 0,0 0 0,0 0 1,0 0-1,1 4 0,3 4 34,-1 0 0,-1 0 0,5 17 0,-2-6 50,16 40 94,10 24 61,29 125 0,-57-186-208,5 16 36,5 66 0,-13 6-285,-3-110 123,1 0 0,1-1 0,-1 1 0,0-1 1,0 1-1,0 0 0,1-1 0,-1 1 0,1-1 1,-1 1-1,1-1 0,0 1 0,0-1 0,0 1 1,-1-1-1,3 2 0,4 10-1016,-4 18-3389,-3-10-4045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18424,'0'0'2530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15038,'-10'1736'0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60 100 816,'0'0'12798,"-8"-17"-12053,-25-48-137,21 48 592,12 17-1147,0 0-1,0 0 0,0 0 1,-1 0-1,1 0 1,0 0-1,0 0 1,0 0-1,0 0 0,-1 0 1,1 0-1,0 0 1,0 0-1,0 0 1,-1 0-1,1 0 0,0 1 1,0-1-1,0 0 1,0 0-1,-1 0 1,1 0-1,0 0 1,0 0-1,0 0 0,0 1 1,0-1-1,0 0 1,0 0-1,-1 0 1,1 0-1,0 1 0,0-1 1,0 0-1,0 0 1,0 0-1,0 0 1,0 1-1,0-1 1,0 0-1,0 0 0,0 0 1,0 1-1,-1 25 3844,1-24-3776,0 893-293,0-1596-1689,2 689 1815,5 11 18,-1 2-55,16-1-121,2-1 41,41 6 0,-58-4 169,-1 0 1,1 1-1,0 0 1,0 0-1,-1 0 1,1 1-1,-1 0 1,0 1-1,0-1 1,7 6-1,81 68-39,-76-66-379,-18-11 358,1 0-1,0 1 1,-1-1 0,1 0 0,0 0 0,-1 1 0,1-1 0,-1 0 0,1 1 0,-1-1 0,1 1 0,-1-1 0,1 0 0,-1 1 0,1-1 0,-1 1 0,0-1 0,1 1 0,-1 0 0,0-1 0,1 1 0,-1-1 0,0 1 0,0 0 0,1-1 0,-1 1 0,0-1 0,0 1-1,0 0 1,0-1 0,0 2 0,0 1-1249,0 3-604,0 20-978,0-13-561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45 3874,'0'0'9748,"-3"5"-8707,-2 2-850,2 0 1,-1 0 0,1 1 0,0-1-1,1 1 1,-1 0 0,2 0 0,-1-1-1,1 2 1,0 8 0,1 94 812,1-65-740,-2 30 41,4 78-52,-3-148-238,2 1 0,-1-1 0,0 0 0,1 0-1,0 0 1,1-1 0,0 1 0,-1 0 0,2-1 0,5 9 0,3 0 17,0 0 1,21 16-1,-30-26-46,1-1 0,0-1 0,-1 1-1,1 0 1,0-1 0,1 0 0,-1 0 0,0 0-1,0-1 1,1 1 0,-1-1 0,1 0 0,0 0-1,-1-1 1,1 1 0,-1-1 0,1 0 0,8-1-1,-13 1 13,2 0-219,1 0-35,-3 0 256,1 0-5,-1 0 0,1 0 0,0 0 1,-1 0-1,1 0 0,-1-1 1,1 1-1,-1 0 0,1 0 1,-1 0-1,1-1 0,-1 1 0,1 0 1,-1 0-1,1-1 0,-1 1 1,1 0-1,-1-1 0,0 1 0,1-1 1,-1 1-1,0-1 0,1 1 1,-1 0-1,0-1 0,0 1 0,1-1 1,-1 1-1,0-1 0,0 1 1,0-1-1,0 0 0,1 0 1,1-19-13,0-1 1,-1 1 0,-2-27 0,0 6-13,1-486-2868,0 525 3278,0 10 25,-1 45 331,0-3-212,6 68 0,-2-106-470,0 1 0,1-1 1,0 0-1,1 0 0,0 0 0,1 0 0,8 11 0,-3-4-7,-5-8-25,0 0 1,1 0-1,0-1 1,1 0-1,18 19 1,-17-21-275,6 5 393,-11-12-256,4-4-2739,-6 3 2674,0 0 1,0 1-1,0-1 1,0 0-1,-1 1 1,1-1-1,0 1 0,0 0 1,0 0-1,-1 0 1,1 0-1,0 0 1,-1 0-1,1 0 0,-1 0 1,0 1-1,1-1 1,-1 0-1,0 1 1,0-1-1,1 1 0,-1 0 1,0-1-1,-1 1 1,1 0-1,0 0 1,0-1-1,0 3 1,2 25-2768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7443,'0'0'10947,"5"56"-10830,18 183-23,-11-143-18,-8-65 46,0 0 0,-3 33 0,-1 97-1560,0-634 1887,2 455-445,0 0 1,0 0-1,2-1 1,0 2 0,1-1-1,9-19 1,1-10 5,-14 44-8,13-31 28,-12 32-29,0 0-1,0 0 1,0 0-1,0 0 1,0 1 0,0-1-1,0 1 1,1-1-1,2 0 1,-4 1 0,1 0 0,-1 1 0,1-1 0,0 0 0,0 1 0,-1 0 0,1-1 0,0 1 0,0 0 1,-1 0-1,1 0 0,0 0 0,0 0 0,0 1 0,-1-1 0,1 0 0,0 1 0,-1-1 0,1 1 0,0 0 0,-1-1 1,1 1-1,-1 0 0,1 0 0,-1 0 0,1 0 0,-1 1 0,0-1 0,2 2 0,2 2 42,-1 1-1,0 1 1,0-1 0,0 0-1,3 11 1,-1-4 29,10 21 129,-1 1 1,19 71-1,8 81 178,-11-42-159,-19-97-159,-2-11-11,-1 0 0,-2 1-1,-1-1 1,0 42-1,3 18-11,-9-92-180,5-5-1872,37 0-4119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7652,'0'0'9353,"-29"0"-9025,-151 0-45,175 0-231,0 1 1,0 0-1,0 1 1,0-1-1,0 1 0,1 0 1,-1 0-1,0 0 0,1 1 1,-1-1-1,1 1 0,0 0 1,0 1-1,0-1 1,0 1-1,1 0 0,-1 0 1,1 0-1,0 0 0,-2 5 1,0-1 30,0-1 0,0 2-1,1-1 1,1 1 0,-1-1 0,1 1 0,1 0 0,0 0 0,0 0 0,-1 17 0,3 153 554,0-178-637,0 1 0,0-1 0,0 0 0,1 0 0,-1 0 0,0 0 0,0 0 0,1 0 0,-1 0 0,1 0 0,-1 0 0,1 0 0,-1 0 0,1 0 0,-1 0 0,1 0 0,0-1 0,0 1 0,-1 0 0,1 0 0,0-1 0,0 1 0,0 0 0,1 0 0,29 8 0,-16-6 0,12 4 15,0-1 0,0-1-1,49 3 1,-73-9-15,0 1 0,0 0 0,0 0 0,0 0 0,-1 1 0,1-1 0,0 1 1,0 0-1,-1-1 0,1 1 0,0 0 0,-1 1 0,1-1 0,-1 0 0,1 1 0,-1-1 0,0 1 0,1 0 0,-1 0 0,0 0 0,2 2 1,7 7-11,-9-7 21,-2 141 343,-2-111-137,2-33-210,0 1-1,-1-1 1,1 0 0,0 0 0,-1 0 0,1 0 0,-1-1 0,1 1 0,-1 0 0,0 0 0,1 0 0,-1 0 0,0 0 0,1-1 0,-1 1 0,0 0 0,0-1-1,0 1 1,-1 0 0,-8 5 27,1 0 0,-1-1 0,0-1 1,-1 0-1,1 0 0,-1-1 0,1 0 0,-1-1 0,-19 2 0,-18-1-426,-48-4 0,37 0-1662,58 1 1906,0 0 1,1 0-1,-1 0 0,0 0 1,1 0-1,-1 0 0,0 0 1,1 0-1,-1-1 0,0 1 1,1 0-1,-1 0 0,0-1 1,1 1-1,-1 0 0,1-1 0,-1 1 1,1-1-1,-1 1 0,1-1 1,-1 1-1,1-1 0,-1 1 1,1-1-1,-1 1 0,1-1 1,0 0-1,-1 1 0,1-1 0,0 0 1,-2-23-5555,3 16 5409,-1-21-5256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4130,'0'0'8884,"219"-18"-8516,-199 36-48,-10 0-288,-10-9-32,0 0-896,20 26-1393,-20-8-865,0 9-3313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8276,'299'36'9108,"-299"-45"-8116,10 9-928,60-27-112,-1 18 48,-19-18-32,0 18-320,-21-9-304,-9 0-513,20 18-928,-20 0-1520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8628,'0'0'8324,"0"95"-8065,0 310-49,5-139 261,-2-210-312,0 370 404,-4-234-790,1-191 56,199-1-1243,-72 0-4572,-85 0 2501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150 173 9460,'0'0'8087,"-11"22"-7951,-36 74 101,46-93-215,-1 0 0,1 0 1,0 0-1,0 0 0,0 1 0,1-1 0,-1 0 0,1 1 0,0-1 0,0 0 0,0 1 0,0-1 1,0 0-1,2 5 0,-2-7-8,1 1-1,0 0 1,0 0 0,0-1 0,0 1-1,0-1 1,0 1 0,1-1 0,-1 1-1,1-1 1,-1 0 0,0 1 0,1-1-1,0 0 1,-1 0 0,1 0 0,3 1-1,4 1-9,-1-1-1,1 0 0,0-1 0,0 0 0,0 0 0,0-1 1,11-1-1,-7 1-109,-11 0 73,-1 0 16,-1 0 0,1 0 1,0 0-1,0 0 1,-1 0-1,1 0 0,0 0 1,0 0-1,-1 0 1,1 0-1,0-1 0,-1 1 1,1 0-1,0 0 1,-1-1-1,1 1 0,0 0 1,-1-1-1,1 1 0,0-1 1,-1 1-1,1-1 1,-1 1-1,1-1 0,-1 1 1,1-1-1,-1 0 1,0 1-1,1-1 0,-1 0 1,0 1-1,1-1 1,-1 0-1,0 1 0,0-1 1,1 0-1,-1 1 1,0-1-1,0 0 0,0 0 1,0 0-1,5-28-124,-1 0-1,-1-1 0,-1 1 1,-5-49-1,2 4 98,1-9 185,-1 82-128,0 0 0,0 0 0,1 1 0,-1-1 0,0 1-1,0-1 1,0 0 0,0 1 0,0 0 0,0-1 0,0 1 0,0-1 0,0 1 0,0 0-1,0 0 1,0 0 0,0 0 0,0 0 0,0 0 0,0 0 0,0 0 0,0 0-1,0 0 1,0 0 0,0 1 0,-1-1 0,-6 1 63,-7-2 31,-1 2 0,1 0 0,-18 4 1,27-4-85,0 1 0,1 0 0,-1 0 0,1 0 0,0 1 0,0-1 0,0 1 0,0 0 0,0 1 0,1-1 1,-1 1-1,-5 6 0,4-2-43,1-1 1,0 1-1,0 0 0,1 1 1,0-1-1,0 1 1,1-1-1,0 1 1,0 0-1,1 0 0,-1 12 1,-1 14-1841,2 59 0,2-69 372,2 31-1551,6-23-898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0 182 688,'299'-112'7070,"-247"94"-4563,-52 18-2474,0 0 0,1-1 1,-1 1-1,0 0 0,0 0 0,0 0 1,1 0-1,-1 0 0,0 0 0,0 0 0,1 0 1,-1 0-1,0 0 0,0 0 0,1 0 1,-1 0-1,0 0 0,0 1 0,1-1 1,-1 0-1,0 0 0,0 0 0,0 0 0,1 0 1,-1 0-1,0 1 0,0-1 0,0 0 1,1 0-1,-1 0 0,0 0 0,0 1 0,0-1 1,0 0-1,0 0 0,0 0 0,1 1 1,-1-1-1,0 0 0,0 0 0,0 1 0,0-1 1,0 0-1,0 0 0,0 1 0,0-1 1,0 0-1,0 0 0,0 1 0,0-1 0,0 0 1,0 0-1,0 1 0,0-1 0,-1 0 1,1 420 6475,0 687-4497,0-1106-2050,0-14-378,0-1484-99,0 1494 516,1 0 0,-1 0 0,0 0 0,1 0 0,0 0 0,0 0 0,0 0 0,0 1 0,0-1 0,0 0 0,1 0 0,-1 1 0,1-1 0,0 1 0,0-1 0,0 1 0,0 0 0,0 0 0,1 0 0,-1 0 0,0 0 0,1 0 0,0 1 0,-1-1 0,1 1 0,0 0 0,0 0 0,0 0 0,0 0 0,0 0 0,5 0 0,11-2 30,0 1 1,0 0 0,1 2-1,19 1 1,-10 0 157,-26-1-99,3 1 161,-3 16-32,5 224 883,-8-233-1062,0-7-34,0 0 0,0 0 0,0-1 0,-1 1 0,1 0-1,0 0 1,-1 0 0,1 0 0,0 0 0,-1 0 0,1-1-1,-1 1 1,0 0 0,1 0 0,-1-1 0,1 1 0,-1 0-1,0-1 1,0 1 0,1-1 0,-1 1 0,0-1 0,0 1-1,0-1 1,1 0 0,-1 1 0,0-1 0,0 0 0,0 1 0,0-1-1,0 0 1,0 0 0,-1 0 0,-40 0-23,27-1-7,-3 1-75,1 1-307,0-1 0,0-1 0,-26-5 0,39 5 269,0 0 0,1 0 0,-1 0 0,1-1 0,0 1 0,-1-1 0,1 0 0,0 0 0,0 0 0,0 0 0,0 0 0,1-1 0,-1 1 0,0-1 0,1 0 0,0 0 0,0 0 0,0 0 0,0 0 0,-3-6 0,-2-6-1856,1 0-1,1-1 1,-6-22-1,11 36 1805,-2-10-1584,0 1 1,1-1 0,1-16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64,'0'0'11643,"0"9"-11152,0 131 2662,0-118-2883,2 1 0,1-1 0,1 0 0,7 22 0,0 5 82,7 31 43,-6-27-162,-1 0-1,-4 0 1,3 107 0,-10-156-204,3 2-3270,32 67-2009,-23-36 791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20651,'0'2032'0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83 1249,'0'0'13648,"-5"-11"-12129,-19-39-25,23 49-1408,0-1 0,0 0 0,0 1 0,-1-1 0,1 1 1,-1 0-1,1-1 0,-1 1 0,0 0 0,1 0 1,-1 0-1,0 0 0,0 0 0,0 1 0,0-1 1,1 0-1,-1 1 0,0-1 0,0 1 0,0 0 1,0 0-1,0 0 0,0 0 0,-1 0 0,1 0 1,0 0-1,-2 1 0,-4 0 262,-173-1 1493,176 0-1850,0 0 1,0 0-1,-1 0 1,1 1-1,0-1 1,0 2-1,0-1 1,0 0 0,0 1-1,0 0 1,1 0-1,-1 0 1,-5 5-1,4-2 7,0 1 1,1 0-1,-1 0 0,1 0 0,1 1 0,-1 0 0,-4 10 0,-10 17 39,2 0-1,1 1 0,1 0 0,-12 50 1,23-61-56,2 0 0,1 0 1,3 33-1,-1-21-58,-1 13 38,-1-18 24,4 34-1,-3-63 15,1 1 0,-1-1 0,1 0-1,0 0 1,0 1 0,0-1 0,0 0 0,0 0-1,0 0 1,0 0 0,1 0 0,-1-1-1,1 1 1,-1 0 0,1-1 0,0 1 0,0-1-1,0 1 1,-1-1 0,1 0 0,1 0-1,-1 0 1,0 0 0,0 0 0,0 0 0,0-1-1,4 2 1,5 1-10,9 5 22,1-2 0,0 0 1,0-1-1,36 3 0,90-4-3073,-99-5-354,-43 1 2825,-4 1 382,0-1 0,1 0 1,-1 0-1,0 1 1,1-1-1,-1 0 0,1-1 1,-1 1-1,0 0 1,1 0-1,-1 0 0,0-1 1,1 1-1,-1-1 1,0 1-1,1-1 0,-1 1 1,0-1-1,0 0 1,0 0-1,1 0 0,-1 0 1,0 1-1,0-1 1,0 0-1,-1-1 0,1 1 1,0 0-1,0 0 1,-1 0-1,1 0 0,0-2 1,1-23-5515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8180,'0'0'8921,"13"91"-8003,42 298 80,-33-160 122,-9-98-258,-3-63-462,25 226 470,-34-259-902,9 248-582,-10-281 225,1-20-9404,-2 7 8039,1-14-1690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61 315 7235,'0'0'9127,"25"-4"-9079,-8 1-35,130-18 102,-77 4-27,-70 13-101,0-193 186,0 194-171,0 0 0,-1 1 0,1-1-1,-1 0 1,1 0 0,-1 1-1,0-1 1,0 1 0,0-1 0,0 1-1,-1-1 1,1 1 0,-1 0-1,0-1 1,1 1 0,-1 0 0,0 0-1,0 0 1,0 0 0,0 1-1,-1-1 1,1 1 0,0-1 0,-1 1-1,1 0 1,-1 0 0,1 0 0,-1 0-1,0 0 1,1 0 0,-6 0-1,-9-1 64,-1 0 0,1 0 0,-35 3 0,27 0 66,-56-1 1072,80 0-1182,0 0 1,0 0-1,0 0 0,0 0 1,0 0-1,0 0 0,0 0 1,0 1-1,0-1 0,0 0 1,0 1-1,1-1 0,-1 1 1,0-1-1,0 1 0,0-1 1,1 1-1,-1-1 0,0 1 1,1 0-1,-1-1 0,0 1 1,1 0-1,-1 0 0,0 1 1,-6 26 196,6-19-148,-16 180 860,15-160-817,-1 310 1226,5-189-962,-2-149-378,0 0 1,0 1-1,0-1 0,0 0 1,1 0-1,-1 0 1,0 0-1,1 0 0,-1 0 1,1 0-1,-1 0 1,1 0-1,0 0 1,-1-1-1,1 1 0,0 0 1,-1 0-1,1 0 1,0-1-1,0 1 0,0 0 1,0-1-1,0 1 1,0-1-1,0 1 1,1 0-1,26 5-5,-25-6 4,31 3-62,59-3 1,-39-1-184,-45 1 137,-5 0 28,-1 0 0,1 1 1,-1-1-1,1-1 0,-1 1 0,1 0 0,-1-1 0,0 0 0,1 0 0,-1 0 1,0 0-1,1 0 0,-1-1 0,0 1 0,0-1 0,3-2 0,15-20-678,-17 18 468,0 1 1,0-1-1,1 1 1,-1 1-1,1-1 1,0 0-1,0 1 1,1 0-1,0 1 1,8-5-1,-5 6-470,0 0 1,0 1-1,0 0 1,0 1-1,12 1 0,-1-1-1290,20 0-2134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52 2801,'0'0'14012,"-23"-9"-12958,-71-27-19,91 35-936,0 0 1,1 0-1,-1 0 1,0 0-1,0 0 1,0 1-1,0 0 0,1-1 1,-6 1-1,7 1-79,1-1 0,-1 0-1,1 0 1,-1 1 0,1-1 0,-1 0-1,1 1 1,0-1 0,-1 0-1,1 1 1,0-1 0,-1 1 0,1-1-1,0 0 1,-1 1 0,1-1-1,0 1 1,0-1 0,-1 1 0,1-1-1,0 1 1,0 0 0,0-1-1,0 2 1,-4 8 240,-2 3-118,0 0-1,1 0 0,1 0 1,0 1-1,1 0 0,0 0 0,0 18 1,0 108 254,3-91-282,-1 55 85,4 120 34,-2-218-231,-1-1-1,1 1 0,0-1 0,1 1 0,0-1 1,-1 1-1,5 5 0,-5-9-2,0 0 0,0 0 1,0-1-1,1 1 0,-1 0 1,1-1-1,-1 1 0,1-1 0,-1 1 1,1-1-1,0 0 0,0 0 1,0 0-1,0 0 0,0 0 0,2 1 1,1-1-54,20-1-188,48 0 100,-69 0 109,-1-1 1,1 1-1,-1-1 0,1 0 1,-1 0-1,1 0 0,-1-1 0,0 1 1,0-1-1,0 0 0,0 0 0,0 0 1,0 0-1,0 0 0,0-1 1,-1 1-1,1-1 0,-1 1 0,0-1 1,0 0-1,0 0 0,0 0 0,0-1 1,-1 1-1,0 0 0,1-1 0,-1 1 1,1-5-1,2-8-76,0 1-1,-1-1 1,-1 0-1,-1-1 1,0-16-1,-1-403-1755,0 432 1835,-1-1-1,1 1 1,-1-1 0,0 1-1,0 0 1,-1 0-1,1 0 1,-1-1 0,0 2-1,0-1 1,0 0-1,-4-4 1,-11-24 30,17 32 1,0-1 0,0 1 0,0-1 0,-1 1-1,1-1 1,0 1 0,0-1 0,-1 1 0,1-1-1,0 1 1,0-1 0,-1 1 0,1 0 0,-1-1-1,1 1 1,0-1 0,-1 1 0,1 0 0,-1-1-1,1 1 1,-1 0 0,1 0 0,-1-1 0,1 1-1,-1 0 1,1 0 0,-1 0 0,1 0 0,-1 0-1,1 0 1,-1 0 0,1 0 0,-1 0 0,0 0-1,0 0 1,-2 0 2,0 0 371,2 0-333,1 0 1,0-1-1,0 1 0,-1 0 1,1 0-1,0 0 0,0 0 1,-1 0-1,1 0 0,0 0 1,0 0-1,-1-1 0,1 1 1,0 0-1,0 0 0,-1 0 1,1 0-1,0 0 0,0 0 1,-1 0-1,1 1 0,0-1 1,0 0-1,-1 0 0,1 0 0,0 0 1,0 0-1,-1 0 0,1 0 1,0 1-1,0-1 0,0 0 1,-1 0-1,1 0 0,0 0 1,0 1-1,0-1 0,-1 0 1,1 0-1,0 0 0,0 1 1,0-1-1,0 0 0,0 0 1,0 1-1,0-1 0,0 0 1,-1 0-1,1 1 0,0-1 1,0 0-1,0 1 0,0-1 1,0 0-1,0 0 0,1 1 1,-3 49 286,1-20-195,0 0 0,2 0-1,7 37 1,0-38-83,3-1 0,0 0 0,2-1 0,0-1 0,35 49 0,2 6 7,-42-62-62,2 0-11,-8-18-53,26-1-2581,22 0-5553,-39 0 4035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0 800,'0'0'14684,"-11"17"-14289,9-15-366,-5 7 120,1 0-1,0 0 1,0 1-1,1-1 1,0 1-1,1 0 1,0 1-1,1-1 1,0 1-1,1-1 1,0 1-1,0 0 0,1 12 1,2 30 1215,3 0 0,16 76 0,36 103 581,-49-207-1825,18 108 229,1 0-212,40 101-94,-61-212-35,-1 0 1,3 40-1,-1 2 28,-5-32 1,-1-32-37,0 1 0,0-1 0,0 0 0,0 1-1,0-1 1,0 1 0,0-1 0,0 1 0,0-1 0,0 1-1,0-1 1,0 1 0,0-1 0,0 1 0,0-1 0,1 1-1,-1-1 1,0 0 0,0 1 0,1-1 0,-1 1 0,0-1-1,0 0 1,1 1 0,-1-1 0,0 1 0,1-1 0,-1 0-1,1 0 1,-1 1 0,0-1 0,1 0 0,-1 0-1,1 1 1,-1-1 0,1 0 0,-1 0 0,0 0 0,1 0-1,-1 0 1,1 0 0,-1 0 0,1 0 0,-1 0 0,1 0-1,-1 0 1,1 0 0,-1 0 0,1 0 0,-1 0 0,1 0-1,-1 0 1,0-1 0,1 1 0,-1 0 0,1 0 0,0-1-1,1 1-269,-2-617 377,1 606-105,1 0 0,0 0 0,1 0 1,0 0-1,0 1 0,1-1 0,7-13 0,-10 21-3,0 2-3,0 0-1,0 0 1,0 0 0,0 0-1,0 0 1,0 0 0,0 0-1,0 0 1,0 0 0,1 1-1,-1-1 1,0 0 0,0 1-1,1-1 1,-1 1 0,0-1-1,1 1 1,-1 0 0,1 0-1,-1-1 1,3 1 0,34 1-143,-27 0 162,-6-1-1,1 0 0,-1 0 0,0 1 1,0-1-1,1 1 0,-1 0 0,0 1 0,0-1 0,0 1 0,0 0 0,-1 1 0,1-1 0,0 1 1,7 6-1,-3 0-49,0 0 1,-1 1-1,0 0 1,12 21 0,-13-18-67,-2-5-503,0 0 1,-1 0-1,0 0 1,0 1-1,-1 0 1,0 0-1,0 0 1,1 15-1,-2 17-6669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4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25110,'1741'108'0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2369,'0'0'19134,"17"0"-19086,9 1 342,1 2 0,-1 0 1,1 1-1,-1 2 0,0 1 0,-1 0 0,0 2 0,27 14 0,-37-13 127,-10-7-281,1 1 0,-1-1 0,1 0 0,-1-1 0,1 1 0,0-1 0,0 0 0,12 2 0,38 7 622,85 14 216,-36-12-851,82 8-14,-58-12-146,52 1 37,433-10 236,-611 0-195,22 0-9313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11 6355,'0'0'12163,"0"0"-12093,0-1 1,0 1-1,0-1 0,0 1 1,-1-1-1,1 1 1,0-1-1,0 1 0,0 0 1,-1-1-1,1 1 1,0 0-1,0-1 0,-1 1 1,1-1-1,0 1 1,-1 0-1,1-1 0,0 1 1,-1 0-1,1 0 1,0-1-1,-1 1 0,1 0 1,-1 0-1,1 0 1,0 0-1,-1-1 0,1 1 1,-1 0-1,1 0 0,-1 0 1,1 0-1,-1 0 1,1 0-1,0 0 0,-1 0 1,1 0-1,-1 0 1,1 0-1,-1 1 0,1-1 1,-1 0-1,-43-1 1461,-49 0 325,84 2-1776,1-1 1,-1 2 0,1-1 0,0 1 0,0 1 0,0-1-1,0 1 1,-11 6 0,7-1-72,1 1 0,0 1 0,1 0 0,0 0 0,1 1 0,-16 21 0,10-12-13,-2 0-4,12-14 6,1-1 0,0 0 0,-1 1 0,2 0-1,-1 0 1,1 0 0,0 0 0,0 0 0,-2 9-1,-10 40 1,4-31 2,9-19 0,-1 0 0,1 0 0,0 0 0,0 0 0,1 1 0,0-1 0,0 0 0,0 1 0,0 7 0,1 122-107,0-131 103,1-1 0,-1 1 0,1-1 0,0 0 0,0 1 0,0-1 0,0 0 0,1 0 1,-1 1-1,1-1 0,0-1 0,0 1 0,0 0 0,0 0 0,0-1 0,1 1 0,-1-1 0,1 0 0,0 1 0,-1-1 0,5 2 0,6 4-9,2-1 0,-1 0-1,20 6 1,-17-6-7,2-1-65,0-2 0,-1 0 0,1 0 0,1-2 0,-1-1 0,0 0 0,36-4 0,3 2-1281,74 1-6995,-107 0 2339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1 0 6499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1 636 6499,'141'-537'6555,"-117"445"-4375,-20 85-1385,-4 15-160,0 380 2121,0 477 1285,0-863-4329,9-2-5407,-7 0 5345,1 0 1,0 0-1,-1 0 0,1 0 1,-1 0-1,1-1 1,-1 1-1,1-1 1,-1 1-1,1-1 1,-1 0-1,1 0 1,-1 0-1,0-1 1,1 1-1,-1 0 1,0-1-1,0 0 1,3-2-1,2-7-1566,-1 1 0,10-23 0,-15 33 1899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9220,'0'0'9666,"5"0"-8610,228 0-1261,-232 0 64,-1-1-1,10-101-237,-10 28 78,-31 72 1243,-95 2 1181,123 0-2085,1 1-1,-1-1 0,1 1 0,-1 0 1,1 0-1,0-1 0,-1 2 0,1-1 1,0 0-1,0 0 0,0 1 0,0-1 1,0 1-1,0 0 0,0-1 0,0 1 1,1 0-1,-1 0 0,0 0 0,1 0 1,0 1-1,0-1 0,0 0 0,-1 3 1,-4 8 83,2-1 0,0 1 1,-5 22-1,2 7 221,1 0 1,-1 59-1,7 145 362,0-245-703,1 1 0,-1-1 0,0 0 0,0 0 0,1 1 0,-1-1 0,0 0 0,1 0 0,-1 0-1,1 1 1,0-1 0,-1 0 0,1 0 0,0 0 0,0 0 0,-1 0 0,1 0 0,0 0 0,0-1 0,0 1-1,0 0 1,0 0 0,0-1 0,1 1 0,-1-1 0,0 1 0,0-1 0,0 1 0,1-1 0,-1 0-1,0 1 1,2-1 0,5 1-8,1 0 0,-1-1 0,17 0 0,-11-1-5,112 1-1688,-124 0 1580,1 0-1,0 0 0,-1-1 1,1 1-1,-1-1 0,1 1 1,-1-1-1,1 0 0,-1 0 0,1 0 1,-1 0-1,0 0 0,1-1 1,-1 1-1,0-1 0,0 0 1,0 1-1,0-1 0,0 0 1,-1 0-1,1 0 0,0 0 1,-1-1-1,2-1 0,17-20-1261,7 9-994,-21 12 948,0 0-1,0-1 0,0 1 1,9-9-1,13-7-6153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36 3137,'0'0'13620,"-18"-6"-12961,-60-18 307,75 23-813,-1 0 0,1 0-1,-1 0 1,1 1 0,-1-1 0,0 1 0,1 0 0,-1 0 0,1 0 0,-1 0 0,0 0 0,1 1-1,-1 0 1,1 0 0,-1 0 0,1 0 0,0 0 0,-1 1 0,1 0 0,0-1 0,0 1-1,-4 4 1,1 0 47,1 1 0,0-1-1,1 1 1,0 1 0,0-1-1,0 0 1,-4 14 0,-2 2 126,0 4-131,1 0 1,0 1 0,2 0 0,2 0-1,-5 52 1,9 154 37,3-117-152,-2-116-81,0 0 0,0 0 0,0 0 0,0 0 0,0 0 0,1 1 0,-1-1 0,1 0 0,-1 0 0,0 0 0,1 0 0,0 0 0,-1 0 0,1 0 0,0-1 0,-1 1 0,1 0 0,0 0 1,0 0-1,0-1 0,1 2 0,1 0-10,-1-1 1,1 1 0,0-1 0,1 0 0,-1 0 0,0 0 0,6 1 0,9 0-43,0-1 0,24-1 0,-23 0 51,-16 0-4,0-1 0,-1 1 0,1 0 0,0-1 0,0 0 0,-1 1 0,1-1 0,-1 0 1,1 0-1,0-1 0,-1 1 0,0 0 0,1-1 0,-1 0 0,0 1 0,0-1 0,0 0 0,0 0 0,0 0 0,0-1 1,-1 1-1,1 0 0,-1-1 0,1 1 0,0-4 0,2-3-33,0 0 0,-2-1 0,1 1-1,-1-1 1,0 0 0,0-13 0,2-311-1799,-6 183 3159,1 163-1249,1 0 0,1 1 0,0-1 0,1 0 0,0 0 0,1 0 0,0 0 0,1 0 0,0-1 0,8 15 0,30 44 147,54 67 0,-96-136-222,1 0 0,0 0 0,-1 0 0,1 0 0,0-1 0,0 1 0,-1 0 0,1 0 0,0-1 0,0 1 0,0-1 0,0 1 0,0-1 0,0 1 0,0-1 0,0 0 0,0 1 0,0-1 0,0 0 0,0 0 0,0 0 0,1 0 0,-1 0 0,0 0 0,0 0 0,0 0 0,2-1 0,22 2-187,17 15-309,-35-13 266,0 0 1,1 0 0,-1-1 0,1 0 0,-1 0-1,1-1 1,14 2 0,41-3-5036,-37 0-3379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1 784,'0'0'21573,"7"44"-21261,-3-17-259,53 276 462,-41-232 126,10 92-1,-16 101 48,-10-259-738,0-11-1063,0-336 1209,0 332-92,1 0 1,1-1-1,0 1 0,0 0 1,1 0-1,0 0 0,0 0 0,2 1 1,-1 0-1,1-1 0,6-8 1,-4 7 2,-1-1-4,-2 3-4,1 1-1,-1 0 1,1 0-1,1 1 1,0 0 0,0 0-1,11-11 1,-11 13-3,0 0 1,0 0-1,0 1 1,1 0-1,-1 0 1,1 0-1,0 1 1,0 0-1,1 0 1,-1 1-1,0 0 1,1 0-1,-1 1 1,1 0-1,0 0 1,-1 1-1,1 0 1,11 1-1,138-1 81,-155 0-75,0 0-1,-1 0 1,1 0-1,0 0 0,0 1 1,-1-1-1,1 0 0,0 1 1,-1-1-1,1 1 1,-1 0-1,1 0 0,-1-1 1,1 1-1,-1 0 0,1 0 1,-1 0-1,0 0 1,1 1-1,-1-1 0,0 0 1,0 1-1,0-1 0,0 0 1,1 3-1,1 3-100,0 1-1,-1-1 1,0 1 0,-1-1-1,1 10 1,6 24-1213,7 32-1674,-12-21-2734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2881,'0'0'15663,"0"2"-14763,-1 45 234,0-19-873,1 0 0,1 0 1,1 0-1,10 44 1,-4-43-179,2 4 9,9 57-1,19 142 64,-36-208-101,-2-20 4,-3-31-550,2 0 440,3-36 0,0-2 48,-2-286 44,0 338-48,-1 5 3,0-1 0,2 1-1,-1 0 1,1-1 0,0 1-1,0 0 1,1-1-1,0 1 1,1 0 0,0 0-1,4-9 1,5 3 5,-6 12-14,-1 1 0,1 0 0,0 0 1,0 1-1,-1 0 0,1 0 0,8 1 0,-2 0 5,-9-1 25,0 0 1,0 1-1,0-1 1,0 1-1,0 0 1,0 0-1,-1 0 0,1 0 1,0 0-1,-1 1 1,1-1-1,-1 1 1,1 0-1,-1 0 0,0 0 1,3 3-1,0 0 25,-1 0-1,0 1 1,0 0 0,0-1-1,4 10 1,3 17 58,0-1 1,-2 2 0,-2-1-1,-1 1 1,3 40-1,-8 21 163,8-97-542,4-47 333,0 23-8,18-29 0,-19 36-24,20-44-1,-31 60-20,1 1 0,-1 0 1,1-1-1,0 1 0,0 0 1,0 0-1,1 0 0,-1 1 1,4-4-1,7-10 0,-3-5 1,-9 19-2,0-1 1,0 0-1,1 0 1,-1 1-1,0-1 1,1 0-1,0 1 1,0 0-1,0-1 1,0 1 0,0 0-1,0 0 1,4-3-1,1 1-65,0 0 0,0 0 0,1 1 1,0 0-1,0 0 0,-1 1 0,2 0 0,-1 0 0,11-1 0,-18 4 66,0-1 1,0 0-1,1 0 0,-1 1 1,0-1-1,0 1 0,0-1 0,0 1 1,0 0-1,1-1 0,-1 1 0,0 0 1,-1 0-1,1-1 0,0 1 1,0 0-1,0 0 0,0 0 0,0 2 1,12 21 20,-8-11 3,-1 1 0,-1 0 0,4 25 0,-2-10 19,1 13-768,-2 0 0,-1 65 0,2 24-8423,-3-99 5106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4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112 126 6867,'0'0'12814,"-10"52"-12777,-26 160-15,34-205-19,1 0-1,1 0 1,0-1 0,0 1 0,0 0 0,2 13 0,-1-19 0,-1-1-1,0 1 1,1 0 0,-1 0-1,0-1 1,1 1 0,-1 0-1,1-1 1,-1 1 0,1-1-1,-1 1 1,1 0 0,0-1-1,-1 1 1,1-1 0,0 0-1,-1 1 1,1-1 0,0 0 0,-1 1-1,1-1 1,0 0 0,0 0-1,1 1 1,1 0 16,-1 0-27,1 0 0,0 0 0,0-1 0,0 1 1,0-1-1,-1 1 0,1-1 0,0 0 0,0 0 0,0 0 0,0 0 0,0-1 0,0 1 0,0-1 0,-1 0 0,1 1 0,0-1 0,0-1 0,-1 1 0,1 0 0,-1-1 0,1 1 0,-1-1 0,0 0 0,1 0 0,-1 0 0,0 0 0,0 0 0,0 0 0,-1 0 0,1-1 0,0 1 0,1-4 0,2-8-109,0 1 0,0-1 0,-1 1-1,-1-1 1,2-22 0,0 6-152,4-32 155,-3 1 0,-3-95 1,-3 141 153,0 12 141,-3 3 11,-153 0 1750,155 0-1928,-1 0 0,1 1-1,-1-1 1,1 1 0,0-1 0,-1 1-1,1 0 1,0-1 0,-1 1-1,1 0 1,0 0 0,0 0-1,0 0 1,0 0 0,0 0-1,0 0 1,0 1 0,0-1-1,0 0 1,1 0 0,-1 1 0,0-1-1,0 3 1,-10 34 20,4 7-52,1-3-154,-2 70-1,7-102 323,1-7-387,-1-1-1,1 1 1,0-1-1,0 1 0,0-1 1,0 1-1,1-1 1,-1 1-1,0-1 1,1 1-1,0-1 0,0 1 1,0-1-1,0 0 1,0 0-1,0 1 0,1-1 1,-1 0-1,1 0 1,-1 0-1,1 0 1,2 1-1,9 8-874,2-1-1,-1-1 0,1 0 1,0-1-1,32 11 1,15 0-4587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26 1729,'0'0'14145,"-35"-4"-14046,-108-14 34,106 15 71,21 7 91,11 0-149,1 1 0,-1-1 0,1 1 0,0 0 0,0 0 0,0 0 0,1 1 0,-1 0 0,1-1 0,1 1 0,-1 0 0,1 0 0,0 0 0,0 1 0,1-1 0,-1 8 0,-1 14 314,1 0 0,2 42-1,1-27-614,-1-40 154,0-1 1,1 0 0,-1 0 0,0 1 0,1-1-1,-1 0 1,1 0 0,-1 0 0,1 0 0,0 1-1,0-1 1,0 0 0,0-1 0,1 1-1,-1 0 1,0 0 0,1 0 0,0-1 0,-1 1-1,1-1 1,0 1 0,-1-1 0,1 0 0,0 1-1,0-1 1,0 0 0,0 0 0,0-1 0,1 1-1,-1 0 1,0-1 0,3 1 0,9 1-95,1 0 0,-1-1 0,0-1 0,20-2 0,0 1-477,-18 1 573,20 0-2602,-35 0 2366,1-1 0,0 1 0,-1-1 0,1 0 0,-1 1 0,1-1 0,-1 0-1,1 0 1,-1 0 0,1 0 0,-1 0 0,0 0 0,0-1 0,0 1-1,1 0 1,-1-1 0,0 1 0,-1 0 0,3-4 0,12-35-2769,-12-5-953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2177,'0'0'17797,"-3"49"-17172,2-37-590,-4 56 137,4 0 1,2 0 0,16 108-1,14 21 832,10 324-1,-40-417-863,1 11-222,-5-34-4053,9-81 2281,22 0-659,-3 0-2161,-5 0-1057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0 406 560,'0'0'19417,"22"0"-18971,14 1-338,145-4 275,-174 2-373,1 0-1,-1-1 1,1 0 0,-1 0 0,0-1 0,0 0 0,0 0 0,0-1 0,0 0 0,-1 0 0,0-1 0,0 1 0,0-1 0,0-1 0,-1 1 0,8-11 0,-7 9 1,0-1 0,-1-1 0,0 1 0,-1-1 1,0 0-1,0 0 0,-1 0 0,0 0 0,0-1 0,-1 1 1,-1-1-1,1 0 0,-1-9 0,0-21 217,0 18-104,-1 0 0,-4-26 0,4 45-108,-1 0 0,0 0-1,0 0 1,0 0 0,0 0-1,-1 0 1,1 0 0,-1 0-1,0 1 1,1-1 0,-1 1-1,0-1 1,-1 1 0,1 0-1,0 0 1,-1-1 0,1 2-1,-1-1 1,0 0 0,1 0-1,-1 1 1,0 0 0,0-1-1,0 1 1,0 0 0,0 1-1,-5-2 1,-8 0 325,-1 0 0,0 1 0,0 0 0,-18 3-1,3-1 529,23-2-689,7 1-155,1 0 1,0-1-1,-1 1 0,1 0 1,-1 0-1,1 0 1,-1-1-1,1 2 0,-1-1 1,1 0-1,0 0 0,-1 0 1,1 1-1,-1-1 0,1 1 1,0-1-1,-1 1 1,1-1-1,0 1 0,0 0 1,-1 0-1,1-1 0,0 1 1,0 0-1,0 0 0,0 0 1,0 0-1,0 1 0,0-1 1,-1 2-1,-12 35 302,1 0 0,1 1 0,3 1 0,1-1 0,2 1 0,-1 42 0,7 232 287,0-310-611,0 0 0,1 0 1,-1 0-1,1-1 0,0 1 1,0 0-1,1 0 0,-1 0 1,1-1-1,0 1 0,-1-1 1,2 1-1,-1-1 0,0 0 1,1 0-1,-1 0 0,5 3 1,0 0-4,0 0 0,1-1 0,0 0 0,0 0 1,0 0-1,16 5 0,-4-4 0,0 0 0,1-2-1,0 0 1,-1-1 0,1-1-1,1-1 1,20-2 0,127 1-51,-165 0 39,0 0 1,0-1-1,-1 1 1,1-1 0,0 0-1,-1 0 1,1 0-1,0-1 1,-1 1-1,0-1 1,1 1 0,-1-1-1,0-1 1,5-3-1,1-2-144,0-2 0,0 1 0,7-13 0,6-6-427,-14 19 324,15-22-608,-16 8 183,-6 21 470,-1-1 0,0 1-1,1 0 1,-1 0 0,1-1 0,-1 1 0,1 0 0,0 0 0,0 0-1,0 0 1,0 0 0,1 0 0,-1 0 0,1 0 0,-1 1-1,1-1 1,-1 0 0,1 1 0,0-1 0,2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45 6787,'0'0'13211,"0"-7"-11503,0-23-219,0 23 2195,-4 7-2825,-9 0-588,-6-1-47,0 2 1,-21 3 0,32-3-206,1 1 0,-1 0 1,1 1-1,0-1 0,0 2 0,0-1 0,0 1 1,-9 6-1,4-2-6,0 1 1,1 0-1,1 0 1,-1 1-1,2 1 1,-1-1-1,1 2 1,1-1-1,0 1 1,1 0-1,0 1 0,1 0 1,0 0-1,1 0 1,1 1-1,0-1 1,1 1-1,0 0 1,1 0-1,-1 21 1,3 204-225,0-227 196,1 0 0,0 0 0,0 1 0,2-1 1,-1 0-1,1-1 0,1 1 0,0 0 0,9 16 0,-4-13-3,0-1-1,1 0 1,1-1 0,0 0-1,1 0 1,14 10-1,-21-18 1,1-1 0,0 0-1,0 0 1,0-1-1,13 6 1,9 4-149,-15-5 10,-11-6 102,1 0-1,0 0 0,0-1 1,0 1-1,0-1 1,0 0-1,0 0 1,0 0-1,0 0 1,0 0-1,1-1 1,-1 1-1,0-1 1,5 0-1,25 1-562,-22 0 153,1 0 0,-1-1 0,0-1 0,1 0 0,-1 0-1,17-5 1,-12-1-423,0-1 0,-1-1 0,18-13-1,-7 4-768,14-10-2465,-17 1-1875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0 928,'0'0'17598,"7"121"-16881,22 399-108,-7-222 34,-13 194 1492,-6-141-6250,3-351 1309,0 1 1849,-4-1 622,0 1 1,1-1-1,-1 1 1,1-1-1,-1 0 1,1 0-1,-1 0 1,1-1-1,-1 1 1,1 0-1,-1-1 1,1 0-1,-1 1 1,1-1-1,-1 0 1,0 0-1,0 0 1,1-1-1,-1 1 1,0 0-1,3-4 1,1-7-986,-2 0 0,0 1 0,4-22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9444,'0'0'9751,"31"126"-9174,97 400-297,-116-474-233,-2 1 0,6 91 0,-14 198 113,-2-213-4682,0-294 4941,1 160-314,0 0 0,0 0 0,0-1 1,1 1-1,0 0 0,0 0 0,0 1 0,1-1 0,0 0 0,0 1 0,0-1 1,0 1-1,1 0 0,0 0 0,-1 1 0,1-1 0,1 1 0,5-5 0,9-5 224,0 1 1,0 1-1,26-11 0,-6 5 6,33-16 106,-46 19-333,-14 8-37,1-1 1,-1 0 0,20-17-1,-28 20-81,0 0 0,-1 0 0,1 0-1,-1 0 1,0-1 0,0 1-1,0-1 1,0 0 0,-1 0 0,0 0-1,0 0 1,-1 0 0,1-1-1,0-5 1,0-51-2026,-2 39-1213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0 176,'0'0'20537,"20"99"-19784,30-28-209,-10-8-256,-10-1-192,-1-17-48,-9 9-48,10 0-1104,-10 44-1922,10-8-3761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8436,'0'0'13433,"13"-5"-12219,24-3-769,1 1 0,0 2 0,0 1 0,0 2 1,0 2-1,1 2 0,40 6 0,57 26 145,-53-11-286,-50-15-204,31 9 71,2-3 0,96 8 1,-88-19-41,130 4 180,-161-6-246,50 8-1,-7 1 53,181 21 43,-221-24-150,-33-6-7,0 1 1,0 1-1,22 6 1,16 9 9,-34-12-5,-3-4 313,-3-1-225,-73 34-21362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8468,'0'0'12099,"31"124"-11064,102 404-355,-67-245-189,-37-171-213,38 196 220,-38-170-257,-26-100-89,-2-96-352,0 11 144,-6-65-1,-12-170 127,15 216 47,1 36-34,1-1-1,6-56 1,-5 82-77,0 0-1,0 1 0,1-1 1,-1 1-1,1-1 0,0 1 1,0 0-1,0 0 0,1 0 1,0 0-1,-1 0 0,1 1 1,0-1-1,1 1 0,-1 0 1,1-1-1,-1 2 0,1-1 1,0 0-1,0 1 0,0 0 1,1 0-1,-1 0 0,0 0 1,1 1-1,-1-1 0,1 1 1,0 0-1,-1 1 0,1-1 1,6 1-1,113 0-720,-121 0 620,15 3-1013,-2 22-688,-10-12 824,-1 0-1,0 0 1,6 25-1,-8-25-1075,-1 1 0,0 27 0,-2 46-8439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171 459 1569,'0'0'15708,"14"-19"-15377,42-65-171,-47 70-108,0 0-1,-1 0 1,0-1-1,8-23 1,-13 25 31,-1 0 0,0 0 1,0 1-1,-1-1 0,-1-14 1,0-129-39,0 156-53,0-1-1,0 1 1,0-1-1,-1 1 1,1-1 0,0 1-1,0-1 1,0 1-1,0-1 1,-1 1 0,1-1-1,0 1 1,0-1-1,-1 1 1,1 0-1,-1-1 1,1 1 0,0-1-1,-1 1 1,1 0-1,-1-1 1,1 1-1,0 0 1,-1 0 0,1-1-1,-1 1 1,1 0-1,-1 0 1,1 0 0,-1 0-1,1-1 1,-1 1-1,0 0 1,-20 0 7,14 1-27,-22-2-44,17 0 129,1 1 1,-1 0-1,-23 4 0,31-3-4,-1 1 0,0-1 0,1 1 0,0 0 0,-1 0 0,1 0 0,0 1 0,0 0 0,0 0 0,0 0 0,1 0 0,-1 0 0,-4 6 0,-1 5 90,-1-1-1,2 1 0,0 1 0,1-1 1,0 1-1,-6 23 0,3-4 216,2 0 1,-5 36-1,7-4 205,5 121-1,3-81-319,-2-58-124,-2-14 13,3-1 0,5 41 0,-5-65-98,1 1 1,0-1-1,1 0 1,0 1-1,0-1 1,1-1-1,0 1 1,1 0-1,0-1 1,0 0-1,1 0 1,8 8-1,-11-13-28,0 0-1,1 0 0,-1 0 0,1-1 1,0 1-1,0-1 0,0 0 1,0 0-1,0-1 0,1 1 0,-1-1 1,0 0-1,6 1 0,7-1-28,-1 0 1,25-2-1,-3 0-124,-36 1 138,5 1-77,1-1 0,-1 0 0,0 0 0,0-1 0,1 0-1,-1 0 1,0-1 0,0 0 0,0 0 0,0 0 0,-1-1-1,1 0 1,0-1 0,-1 1 0,12-10 0,4-9-921,28-38 1,5-5-1314,5 8-2253,-9 11-834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7171,'423'-291'5037,"-414"285"-4696,-1 0-1,1 0 0,-2-1 1,1 0-1,9-12 0,-17 19-321,0 0 1,0 0-1,1 0 0,-1 0 0,0-1 0,0 1 0,0 0 1,0 0-1,0 0 0,0 0 0,0-1 0,0 1 0,0 0 1,0 0-1,0 0 0,0 0 0,0-1 0,0 1 0,0 0 1,0 0-1,0 0 0,0 0 0,0-1 0,0 1 0,0 0 1,0 0-1,0 0 0,0 0 0,-1 0 0,1-1 0,0 1 1,0 0-1,0 0 0,0 0 0,0 0 0,0 0 0,0 0 1,-1-1-1,1 1 0,0 0 0,0 0 0,0 0 0,0 0 1,-1 0-1,1 0 0,-11-1 779,7 1-611,1-1 1,-1 1-1,1 0 1,-1 1-1,0-1 1,1 1-1,-1-1 1,1 1-1,-1 0 1,1 1-1,-1-1 1,1 0-1,0 1 1,0 0-1,-1 0 1,1 0-1,1 0 1,-1 0-1,0 1 1,0-1-1,1 1 1,0 0-1,-1-1 1,1 1-1,0 0 1,0 0-1,1 1 1,-3 3-1,-4 12-4,1 1-1,1 0 0,1 0 1,-4 25-1,-4 19 155,11-54-242,1 0 0,0 0 0,0 1 0,1-1-1,1 10 1,0 11 32,-1-28-123,0 1 0,0-1 0,1 1 1,-1-1-1,1 1 0,0-1 0,0 1 0,1-1 0,-1 0 0,0 1 0,1-1 1,0 0-1,0 0 0,0 0 0,0 0 0,0-1 0,6 5 0,-2-2-2,0-1 1,0 1-1,0-1 0,1-1 0,-1 0 0,1 0 0,0 0 0,9 2 0,8 1 1,0-2 0,0 0-1,0-2 1,30 0 0,-42-2 5,0 0 1,0 1-1,0 1 1,0 0-1,21 7 0,-6-6 40,-27-2-39,1-1-1,0 0 0,0 1 0,-1-1 0,1 0 0,0 1 1,0-1-1,-1 1 0,1-1 0,0 1 0,-1-1 0,1 1 0,-1-1 1,1 1-1,-1 0 0,1-1 0,-1 1 0,1 0 0,-1 0 1,1-1-1,-1 1 0,0 0 0,0 0 0,1 0 0,-1-1 1,0 1-1,0 0 0,0 0 0,0 0 0,0 0 0,0-1 0,0 2 1,-1 36 241,1-26-225,-1-4 0,0-1-1,0 0 1,0 1 0,-1-1 0,0 0 0,0 1 0,-1-1 0,0-1-1,-1 1 1,1 0 0,-1-1 0,0 0 0,-1 1 0,1-2 0,-10 9-1,4-3-17,-2-1-1,1 0 0,-2-1 0,1-1 0,-1 0 0,-21 10 0,8-8-75,0 0 0,-1-2 0,0-1 0,0-2 0,-1 0 0,1-2 0,-52 0 0,-40-3-1914,34 0-3649,83 0 5266,0 0 0,0 0 0,-1 0 0,1 0-1,0 0 1,0 0 0,0 0 0,0-1-1,0 1 1,0-1 0,0 0 0,0 0-1,0 1 1,0-1 0,1 0 0,-1-1-1,-2-1 1,2 0-482,0-1 0,1 0 0,0 0 1,0 0-1,0 0 0,0 0 0,1-1 0,0 1 0,0 0 0,0-8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46 704,'0'0'17736,"20"-45"-16935,10 45-369,0 0-352,-10 0-64,-10 0-16,0 0-528,29 0-3602,-29 0-368,-10 9-2529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6803,'179'-117'7492,"-129"117"-6644,0-36-560,10 1-288,-11-19-96,1 9-608,0 45-1922,-20-18-1840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1713,'0'0'19315,"-9"70"-18087,3-17-1002,-9 70 499,3 233-1,13-321-613,38 563 1131,-26-483-1170,-13-113-72,1 1 1,-1-1 0,1 0 0,0 0 0,-1 0-1,1 1 1,0-1 0,0 0 0,3 3 0,-2-3-9,0-1 1,0 1-1,0-1 1,1 0-1,-1 1 1,0-1-1,1-1 1,-1 1-1,0 0 1,1 0-1,-1-1 1,1 0-1,-1 1 1,1-1-1,0 0 1,-1 0-1,1 0 1,4-1-1,4 0-4,353 1-877,-354 0 641,1 0-1,0 1 1,-1 1-1,1-1 1,-1 1-1,1 1 0,-1 0 1,0 1-1,0 0 1,0 0-1,16 11 1,-13-6-755,-1 1 1,0 1 0,-1 0 0,0 1 0,0 0 0,-1 1 0,10 17 0,40 65-11791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9396,'0'0'15423,"0"-4"-14889,0 3-525,0 0 1,0 0-1,1 1 1,-1-1 0,0 0-1,0 0 1,1 0-1,-1 1 1,0-1-1,1 0 1,-1 1-1,1-1 1,-1 0-1,1 1 1,-1-1-1,1 0 1,-1 1-1,1-1 1,0 1-1,-1-1 1,1 1-1,0-1 1,-1 1-1,1 0 1,0-1-1,0 1 1,-1 0-1,1-1 1,0 1-1,0 0 1,0 0-1,-1 0 1,1 0 0,0 0-1,0 0 1,1 0-1,31-3 243,48 2 0,1390 1 2955,-969-9-3877,-502-4-2591,0 2 1127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1569,'0'0'21583,"50"46"-21092,-50-46-491,217 191 277,-201-179-254,1 0 0,0-1 0,0-1 1,1 0-1,26 9 0,-35-15-10,157 66 742,-54-8 902,-109-60-1606,0 0-1,0 0 1,0 0 0,-1 0-1,1 1 1,-1-1 0,1 1-1,-1-1 1,0 1 0,2 3-1,8 9 95,-11-13-129,-1-1 0,1 1 1,-1 0-1,1 0 0,-1 0 1,0 0-1,1 0 0,-1 0 1,0 0-1,0 0 0,-1 0 1,1 0-1,-1 2 0,1 7 95,0 16 263,1 1-211,-1 1-1,-2 0 0,0 0 0,-2-1 0,-13 48 0,-7-17-93,-54 96 1,71-145-63,0 1 0,0-1 0,-13 13 0,13-15-22,1 0 0,-1 0 0,-5 12 0,11-19-7,1 0 1,-1-1 0,1 1-1,-1 0 1,1-1 0,-1 1 0,0 0-1,1-1 1,-1 1 0,0 0-1,1-1 1,-1 1 0,0-1 0,0 0-1,1 1 1,-1-1 0,0 0-1,0 1 1,0-1 0,0 0 0,0 0-1,1 0 1,-1 0 0,0 0-1,0 0 1,0 0 0,0 0 0,-1 0-1,2 0-115,-1 0-1,0 0 0,1 0 1,-1 0-1,0 0 1,1 0-1,-1 0 0,0 0 1,1 0-1,-1 0 0,0 0 1,1 0-1,-1 1 1,0-1-1,1 0 0,-1 0 1,1 1-1,-1-1 0,1 0 1,-1 1-1,0-1 1,1 1-1,-1-1 0,1 1 1,0-1-1,-1 1 0,1-1 1,-1 1-1,1-1 1,0 1-1,-1 0 0,1-1 1,0 1-1,0-1 0,0 1 1,-1 0-1,1-1 1,0 1-1,0 0 0,0-1 1,0 2-1,-6 37-6831,4 5-5249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7748,'0'0'13104,"0"20"-12938,-1 56-73,-1 13 503,12 119 1,20-61 406,21 213 800,-19-119-1235,-21-140-489,-2 172-1,-9-243-42,0-27 113,0-12-221,-3-14 22,0-1 1,-2 1-1,0-1 0,-1 1 1,-2 1-1,-14-32 0,10 27 70,2 0 1,1 0-1,1-1 0,1 0 0,-3-37 0,7-152 13,4 133-31,-1 68 1,0 1 0,1-1 0,1 1 0,0-1 0,1 1 0,7-21-1,-5 24 2,1 0-1,1 0 0,0 1 0,0-1 0,1 2 0,1-1 0,15-15 0,-14 18-5,-1 0 0,1 0 0,20-10-1,-1-1-20,-23 16-19,1 1 1,-1 0-1,1 0 0,-1 0 1,1 1-1,0 0 0,0 0 1,0 0-1,-1 1 0,1 0 1,0 1-1,9 1 0,22 0-2929,-34-2 2528,-3-1 169,1 1-1,0 0 0,0 0 0,-1 0 0,1 0 0,0 0 0,0 0 0,-1 1 0,1-1 0,0 0 0,0 1 0,-1 0 0,1-1 0,-1 1 0,1 0 0,-1 0 1,1 0-1,-1 0 0,1 0 0,-1 0 0,0 0 0,1 0 0,1 3 0,8 34-5880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10469,'0'0'11178,"-10"75"-11042,-23 250 3,32-294-51,1-1 1,2 1-1,1-1 1,2 0-1,0 0 1,19 53-1,-3-8 323,-5 17 129,1 6-17,-14-88-438,0 1 0,1-1 0,0 0-1,1 0 1,0 0 0,11 16 0,-14-25-91,0 0 1,0 0-1,0-1 1,0 1-1,0 0 1,0-1-1,1 1 1,-1-1-1,0 0 1,0 1-1,0-1 1,1 0-1,-1-1 1,0 1-1,0 0 1,3-1-1,8 0-191,-12 1 183,1 0 0,0 0-1,0-1 1,0 1 0,0 0 0,0-1 0,-1 1 0,1-1 0,0 0 0,0 0 0,-1 0 0,1 0 0,-1 0-1,1 0 1,-1 0 0,1 0 0,2-3 0,18-31-81,-19 31 76,9-21-87,-1 0-1,-1-1 1,13-48 0,11-91-358,-27 122 352,5-43-335,-5 0-1,-4-105 1,-3 156 474,0 30 709,0 11-357,3 65 106,4-1-1,24 115 1,-24-158-461,-4-14-21,0 0-1,-1 0 1,0 0 0,0 15-1,-2-23-24,0 1-1,1-1 1,0 1 0,0-1-1,0 0 1,4 8-1,1 1-2205,1 0 0,13 18 1,-6-9-1681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1 0 6483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6483,'472'232'4765,"-377"-186"1702,-95-37-4328,0 462-74,0-959-2126,0 481 71,0 0 0,1 0 0,0 0 0,0 0 0,1 1 0,0-1 0,0 0 0,1 0 0,-1 1 0,2 0 0,-1-1 0,5-5 0,-6 8-3,1 1-1,-1 0 0,1 0 1,0 0-1,0 0 1,0 1-1,0-1 1,0 1-1,1 0 0,-1 0 1,1 0-1,0 0 1,-1 0-1,1 1 1,0 0-1,0-1 0,0 2 1,0-1-1,8 0 1,162 1 222,-172 0-223,1 0 1,-1 0-1,0 0 0,1 1 0,-1-1 1,0 1-1,0-1 0,0 1 0,0 0 0,0 0 1,0 0-1,0 0 0,0 0 0,0 1 1,0-1-1,0 1 0,-1-1 0,4 4 0,-1 1 3,0-1 0,0 1 0,-1 1-1,4 9 1,-4-11-3,21 62 25,-2 1-1,-3 1 0,11 79 1,-26-127-33,15 117-60,-14-88-887,2-1 1,17 60-1,-17-86 88,10 40-1616,-13-13-3898,-4-20-3462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55 4322,'0'0'11853,"-14"-9"-11188,-40-27-407,52 35-245,0 0-1,1 0 0,-1 0 0,0 0 0,0 0 0,0 0 0,0 0 0,0 1 0,0-1 0,0 1 0,0 0 0,-4-1 1,5 1 1,1 1 1,-1-1 0,0 0 0,1 1 0,-1-1 0,1 0 0,-1 1 0,0-1-1,1 1 1,-1-1 0,1 1 0,-1-1 0,1 1 0,-1-1 0,1 1 0,0 0 0,-1-1-1,1 1 1,0 0 0,-1 1 0,-4 16 303,1 1 0,1-1 0,0 1 0,1 34 0,-1-6 197,0 79 30,4-67-482,-1-57-60,0-1-1,1 1 0,-1-1 0,0 1 1,1-1-1,-1 1 0,1-1 1,-1 0-1,1 1 0,0-1 1,-1 0-1,1 1 0,0-1 1,0 0-1,0 0 0,0 0 0,0 1 1,0-1-1,0 0 0,0-1 1,1 1-1,-1 0 0,2 1 1,39 14 100,-6-3-48,-12-1-36,0-1 1,36 11-1,-54-21-16,0 1 0,0 0-1,0 0 1,0 1 0,0 0-1,-1 0 1,0 0 0,1 0-1,-1 1 1,9 9 0,2 1 4,-14-12 2,0 0-1,1 0 1,-1 0 0,0 0 0,0 0 0,0 0-1,-1 1 1,1-1 0,0 0 0,-1 1-1,1 0 1,-1-1 0,0 1 0,1 4-1,5 52 772,-3 0 0,-5 95 0,0-53 125,1-98-866,0-1 0,0 1 1,0 0-1,0-1 0,-1 1 1,1-1-1,-1 1 1,1-1-1,-1 1 0,0-1 1,-2 5-1,2-6-19,0 0 1,-1 0-1,1 0 1,0 0-1,-1 0 0,1 0 1,-1-1-1,1 1 1,0 0-1,-1-1 0,0 0 1,1 1-1,-1-1 1,1 0-1,-1 1 0,0-1 1,1 0-1,-1 0 1,-2-1-1,-65 2 133,-79-3-810,144 1 596,0 0 1,0 0 0,0-1-1,0 1 1,0-1 0,0 0-1,1 0 1,-1 0 0,0 0-1,1-1 1,0 1-1,-1-1 1,1 0 0,0 0-1,1 0 1,-1-1 0,1 1-1,-1-1 1,1 1 0,-2-5-1,-8-9-237,-3-4-299,0-1 0,1-1 1,-21-47-1,29 53-310,0 0 0,-4-25 0,7 23-1387,0 0 0,1-28 0,2 5-1561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81 800,'0'0'15271,"99"-80"-14838,-89 80 31,20 0-336,-20 0-128,40 45-2161,-30 44-1473,10-8-2016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1105,'199'296'12949,"-199"-323"-8643,0 18-2241,0-18-480,50 9-1233,9 0-16,1 9 129,-10-17-113,9-1-128,-9-9-176,10 18-48,-10-9-128,-21 0-1153,1 18-912,-10 9-880,-10 0-1121,-10 72-7972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7507,'0'0'12569,"-3"26"-10995,-2 21-1243,1 1 0,3 0-1,10 91 1,11-25-167,13 100 174,-12 478-273,-21-657-208,0-35 140,0 0-1,1 1 0,-1-1 0,0 0 1,0 1-1,0-1 0,0 0 0,0 1 1,0-1-1,0 1 0,0-1 0,0 0 1,0 1-1,0-1 0,0 1 0,0-1 1,0 0-1,0 1 0,0-1 1,0 0-1,-1 1 0,1-1 0,0 0 1,0 1-1,0-1 0,-1 0 0,1 1 1,0-1-1,0 0 0,-1 0 0,1 1 1,0-1-1,-1 0 0,1 0 0,0 1 1,-1-1-1,1 0 0,0 0 0,-1 0 1,1 0-1,0 0 0,-1 1 0,1-1 1,-1 0-1,-10 5-25,11-5 31,0 0 1,-1 0-1,1 0 1,0 0 0,0 0-1,0 0 1,0 0-1,0 0 1,0 0-1,0 1 1,-1-1-1,1 0 1,0 0-1,0 0 1,0 0-1,0 0 1,0 1-1,0-1 1,0 0-1,0 0 1,0 0-1,0 0 1,0 0-1,0 1 1,0-1-1,0 0 1,0 0-1,0 0 1,0 0-1,0 1 1,0-1-1,0 0 1,0 0-1,0 0 1,0 0-1,0 0 1,0 1-1,0-1 1,0 0-1,0 0 1,1 0-1,-1 0 1,0 0-1,0 0 1,0 1-1,0-1 1,0 0-1,0 0 1,1 0-1,-1 0 1,0 0-1,0 0 1,0 0-1,0 0 1,0 0 0,1 0-1,-1 0 1,0 0-1,0 0 1,0 0-1,0 0 1,0 0-1,1 0 1,-1 0-1,0 0 1,0 0-1,0 0 1,0 0-1,1 0 1,17 1 234,-16-1-223,33 0 15,73-2 3,-102 1-147,1-1 0,-1 0 0,0 0 0,0-1 0,0 1 0,0-1 0,0-1 0,-1 1 0,1-1 0,-1 0 0,0 0 0,0-1-1,0 0 1,-1 0 0,8-10 0,-2-1-681,-9 14 610,-1 1 1,1-1-1,0 1 0,0 0 0,0-1 0,-1 1 1,2 0-1,-1-1 0,0 1 0,0 0 0,0 0 1,0 0-1,1 0 0,-1 0 0,0 0 0,1 0 1,-1 0-1,1 1 0,-1-1 0,1 0 1,-1 1-1,1-1 0,0 1 0,-1 0 0,1 0 1,0-1-1,-1 1 0,4 1 0,10-1-5697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91 227 6915,'0'0'14436,"-15"1"-14094,14-1-340,-4 0 4,0 1 0,0-1-1,1 1 1,-1 0 0,0 0 0,1 1 0,-1-1 0,-7 5 0,9-4-3,1-1 1,1 1 0,-1 0 0,0 0 0,0 1-1,1-1 1,-1 0 0,1 0 0,-1 1 0,1-1-1,0 1 1,0-1 0,0 1 0,1-1 0,-1 1-1,1 0 1,-1-1 0,1 1 0,0 0 0,0-1 0,0 6-1,2 122 672,-2-126-643,0 0 0,1 1 0,-1-1 0,1 0 0,0 0 0,0 0 0,0 0 0,1 0 0,0 0 0,-1 0 0,1 0 0,1-1 0,-1 1 0,0-1 0,1 0 0,0 1 0,0-1 0,0 0 0,0-1 0,0 1 0,0 0 0,1-1 0,-1 0 0,1 0 0,0 0 0,7 3 0,3-2-62,1 0 1,0 0-1,0-2 1,0 0-1,31-2 1,-17 1-63,-25 0 53,0 0 1,0 0-1,0 0 0,-1-1 0,1 1 1,0-1-1,-1 0 0,1 0 0,4-3 1,-6 3 25,0 0 0,0-1 0,0 1 0,-1-1 0,1 1 0,0-1 0,-1 0 0,0 0 0,1 0 0,-1 1 0,0-1 0,0-1 0,0 1 0,0 0 0,0 0 0,-1 0 0,2-5 0,1-19-46,-1-1 0,0 0 0,-4-26 0,2 12 4,0-177-135,-1 214 200,1 1 0,-1-1-1,0 1 1,0-1 0,0 1-1,0-1 1,-1 1 0,1 0 0,-1 0-1,0 0 1,0 0 0,0 0-1,0 0 1,-1 0 0,1 1-1,-1-1 1,0 1 0,0-1-1,1 1 1,-1 0 0,-1 0-1,1 1 1,0-1 0,0 1-1,-1-1 1,-5 0 0,-3-3-6,-1 2 0,0 0 0,0 0 0,0 1 0,-25 0 0,9 1-143,-13 0-148,40 1 276,0 0 1,1 0-1,-1 0 1,0 0-1,0 0 0,1 1 1,-1-1-1,1 1 1,-1-1-1,0 1 1,1-1-1,-1 1 1,1 0-1,-3 2 1,1 4-50,1-1 0,0 2 0,1-1 1,-1 0-1,1 0 0,0 0 0,1 11 1,-1-3-128,-2 141-5145,4-99 2509,-1-46 1591,0 1 1,1-1 0,3 19 0,-1-20-434,1 0 0,0-1 0,10 17 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1 272,'0'0'18982,"0"59"-18731,0 413 1083,8 220 2211,-5-233-3050,-4-318-672,2-213 144,0-20 326,-16-142-1,-10 32-185,3-220 0,20 244-123,6-202 45,-3 368-17,1 0 0,0 0 0,1 0-1,0 0 1,1 0 0,0 1 0,1 0 0,0 0 0,0 0-1,2 0 1,10-15 0,-12 20-5,0 0 1,1 1-1,-1-1 0,1 1 0,0 0 1,0 0-1,0 1 0,1-1 0,0 1 1,0 1-1,0 0 0,0 0 1,0 0-1,1 1 0,-1 0 0,1 0 1,0 1-1,15-1 0,21 0 12,-31 0 10,1 1 0,0 1 1,0 0-1,0 1 0,-1 0 1,1 1-1,0 1 1,18 5-1,-19 2 32,1 0 1,-2 1 0,1 0-1,-1 1 1,-1 0-1,20 28 1,-20-25-13,-1-3 10,-1 1 0,-1 0 0,0 0 0,-1 0 0,-1 1 0,0 0 0,0 1 0,5 26 0,-6-9 157,-1 0 0,-1 62 0,-3-90-194,1-1-10,-1-1 0,0 0 0,0 1 1,0-1-1,0 1 0,0-1 0,0 1 1,-1-1-1,1 1 0,-1-1 0,0 0 1,0 1-1,0-1 0,0 0 0,0 0 1,0 0-1,0 0 0,-1 0 0,1 0 1,-1 0-1,0 0 0,1 0 0,-1-1 1,0 1-1,0-1 0,-4 3 1,-2 0-3,-1 0 1,1 0 0,-1-1 0,0 0 0,0-1 0,0 0 0,-1 0 0,-9 0-1,-87 0-16,60-3-19,-1 2-55,24 0-68,1 0 0,-1-2 0,1-1 0,-1 0 0,-23-7 0,34 5 16,-1-1 0,1-1 1,-1 0-1,2-1 0,-16-11 1,-57-50-949,60 47 18,-30-20 0,52 40 828,0 0-1,0 0 1,0 0 0,0 0 0,0 0-1,0 0 1,0 0 0,0 1 0,0-1 0,0 1-1,-1-1 1,1 1 0,0 0 0,-4 0-1,-34 0-5383,16 0-3672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10869,'0'0'13377,"-8"0"-12772,-19 0-22,48 0 152,66 0 250,-28 0-451,25 0 230,113 12 0,81 36-60,281 16-277,-379-54-395,-126-10 54,-1 3 0,0 1 0,68 17 0,68 15 454,-169-32-533,138 11 140,-106-8-61,0-1 1,61-3-1,-93 1-54,-17-3-34,0 0 0,1 0 0,-1 0 0,1 0-1,-1-1 1,1 0 0,-1 1 0,1-1 0,4-1 0,-4 1 146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3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 8116,'0'0'13606,"-8"-3"-12971,-13-1-266,21 4-359,0 1-1,0-1 0,0 0 1,0 0-1,-1 1 1,1-1-1,0 0 0,0 1 1,0-1-1,0 0 1,0 0-1,0 1 1,0-1-1,0 0 0,0 1 1,0-1-1,0 0 1,0 0-1,0 1 0,0-1 1,0 0-1,0 1 1,1-1-1,-1 0 0,0 0 1,0 1-1,0-1 1,0 0-1,0 0 0,1 1 1,-1-1-1,0 0 1,0 0-1,1 0 0,-1 1 1,0-1-1,1 0 1,44 46 677,-3-4-183,1 1-288,0-2-1,3-1 1,2-3-1,82 50 1,-75-51-197,-7-1 37,-46-33-52,0 0 1,-1 0 0,1 0-1,-1 0 1,0 0 0,1 1-1,-1-1 1,0 0 0,0 1-1,-1-1 1,1 0 0,0 1-1,-1-1 1,1 1 0,-1-1-1,0 1 1,0-1 0,0 1 0,0-1-1,0 1 1,-1-1 0,0 5-1,0 10 25,1 293 267,0-297-289,0 0 0,-1 0 0,0 0-1,-1-1 1,0 1 0,-1 0 0,0-1 0,-1 0 0,-1 0 0,0 0 0,-11 19 0,0-4 7,-1 1 7,-1 0 0,-2-2 0,-25 29 0,-44 50-1448,88-104 1341,0 0-23,0 0 1,0 0 0,0 0 0,0 1 0,0-1 0,1 0 0,-1 1-1,1-1 1,-1 0 0,1 1 0,-1-1 0,1 1 0,0-1-1,0 0 1,0 2 0,-2 88-5890,2-59 1690,0 22-6262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37 5458,'0'0'17497,"-30"-6"-16983,-96-17 44,116 20-368,0 2 1,-1-1-1,1 1 1,-1 1-1,1 0 0,-1 1 1,1 0-1,0 0 1,-14 4-1,15-1-42,1 0 0,0 0 0,0 1 1,1 0-1,-1 1 0,1-1 0,-10 11 0,12-11-145,-7 5 15,0 1 1,1 1-1,0 0 0,0 0 0,1 1 1,1 0-1,0 1 0,1 0 0,1 1 1,0-1-1,1 1 0,-7 22 1,4 9-61,2 0 1,2 1-1,2-1 1,5 76-1,-1-39-55,-2-47 77,0-23 13,0 0-1,1 0 1,1 0 0,0 0-1,1 0 1,4 16-1,-4-22-11,1 1 0,0-1 0,0 0-1,1 0 1,0 0 0,1-1-1,-1 1 1,1-1 0,0 0 0,1 0-1,-1-1 1,1 0 0,0 0 0,1 0-1,-1-1 1,1 0 0,0 0 0,0 0-1,0-1 1,1 0 0,-1-1-1,1 1 1,-1-1 0,1-1 0,0 0-1,9 1 1,41-1-694,48 0-1315,-92-2 1494,0-1-1,0 0 1,0 0 0,-1-1 0,18-7-1,-17 5-655,0 1 0,0 0 0,23-2 0,-26 5-61,-1-1 0,1 0 0,-1-1 0,13-4 0,-6-4-5014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1313,'0'0'18659,"-1"90"-18267,2 296 19,3-336-251,1-1 1,14 53 0,-12-70-38,12 81 628,7 185-1,-25 121 69,-2-213-775,1-73-263,0-133 202,0 0-1,0 1 0,0-1 0,-1 1 0,1-1 0,1 1 1,-1-1-1,0 1 0,0-1 0,0 1 0,0-1 0,0 0 1,0 1-1,0-1 0,1 1 0,-1-1 0,0 1 0,0-1 1,1 0-1,-1 1 0,0-1 0,1 0 0,-1 1 0,0-1 1,1 0-1,-1 1 0,0-1 0,1 0 0,-1 0 0,1 0 1,-1 1-1,0-1 0,1 0 0,-1 0 0,1 0 0,-1 0 1,1 0-1,-1 0 0,0 0 0,1 0 0,-1 0 0,1 0 1,-1 0-1,1 0 0,-1 0 0,1 0 0,0 0 0,1 0-150,2 0-827,21 0-7899,-17 0 7018,28 0-2729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9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299 227 14231,'0'0'8366,"12"0"-8387,-1 0 22,1 1 6,0-1 0,0-1-1,0 1 1,0-2 0,0 0-1,0 0 1,0-1-1,-1 0 1,1-1 0,14-7-1,-26 10-6,1 1-1,0-1 0,0 1 0,0-1 0,-1 0 0,1 1 1,0-1-1,-1 0 0,1 0 0,0 0 0,-1 1 0,1-1 1,-1 0-1,0 0 0,1 0 0,-1 0 0,0 0 0,1 0 1,-1 0-1,0 0 0,0 0 0,0 0 0,0 0 1,0 0-1,0 0 0,0-2 0,3-17-41,2 12 18,-3 6 16,-1 0-1,0-1 0,1 1 0,-1-1 0,0 1 0,0-1 0,0 1 0,-1-1 0,1 0 0,-1 1 1,1-5-1,-2 4 3,1 2 6,0 1 1,0-1 0,0 1-1,0-1 1,0 0-1,0 1 1,0-1 0,0 0-1,0 1 1,1-1-1,-1 1 1,0-1 0,0 1-1,0-1 1,1 0-1,-1 1 1,0-1 0,1 1-1,-1-1 1,0 1-1,1 0 1,-1-1 0,1 1-1,-1-1 1,1 1-1,-1 0 1,1-1 0,-1 1-1,1 0 1,-1-1-1,1 1 1,0-5 23,0 0 1,0 0 0,-1 0-1,1 0 1,-1 0-1,-1 0 1,1 0-1,-1 0 1,-1-5-1,1 7-20,0 1-1,0 0 0,0 0 0,-1 0 0,1 0 0,-1 0 0,0 0 1,1 0-1,-1 0 0,0 0 0,0 1 0,0-1 0,0 1 0,-1 0 1,1-1-1,0 1 0,0 0 0,-1 0 0,1 1 0,-1-1 0,1 0 1,-1 1-1,1-1 0,-5 1 0,-10-2 55,0 2-1,-28 1 1,23 0-29,-99-1 870,113 0-876,0 1 1,0 0 0,1 1 0,-1-1-1,0 1 1,1 1 0,-1 0 0,1 0-1,0 0 1,0 1 0,0 0 0,-10 8-1,7-4 13,1 0-1,0 0 1,1 1-1,-1 0 1,2 0-1,0 1 0,-9 15 1,8-12 1,4-5-12,-1 0 1,1 0-1,0 1 1,1-1 0,-1 1-1,2 0 1,-1-1-1,0 11 1,-3 47 131,3 89 1,4-100-116,-2-48-37,1 1-1,0 0 1,1 0-1,0-1 0,0 1 1,1 0-1,-1-1 1,2 1-1,5 13 1,-2-13-4,0 0 0,0-1 0,1 1 0,0-1 0,0-1 0,1 1 0,12 7 1,-8-5-10,0 0 0,1 0 1,0-2-1,1 1 0,0-2 1,0 0-1,1 0 1,-1-2-1,1 0 0,0 0 1,0-1-1,0-1 0,19 0 1,125-2-135,-157-1 122,-1 0 0,0 0 0,0-1-1,1 1 1,-1 0 0,0-1-1,0 1 1,0 0 0,0-1-1,-1 1 1,1-1 0,0 0 0,-1 1-1,1-1 1,-1 0 0,1 1-1,-1-1 1,0 0 0,0-2 0,7-19-175,0 10 89,-4 8 18,0 0 0,-1 0 0,0 0 0,0-1 1,0 1-1,0-1 0,-1 1 0,0-1 0,0 0 0,0-6 1,-1-48-2851,0 60 2824,0-1-1,0 1 1,-1 0 0,1-1-1,0 1 1,0 0-1,0-1 1,0 1-1,0 0 1,0-1-1,0 1 1,0 0 0,0-1-1,0 1 1,0 0-1,0-1 1,0 1-1,0 0 1,0-1-1,0 1 1,1 0 0,-1-1-1,0 1 1,0 0-1,0-1 1,0 1-1,1 0 1,-1 0-1,0-1 1,0 1 0,1 0-1,-1 0 1,0-1-1,0 1 1,1 0-1,-1 0 1,0 0 0,1-1-1,-1 1 1,0 0-1,1 0 1,-1 0-1,0 0 1,1 0-1,-1 0 1,0 0 0,1 0-1,-1 0 1,0 0-1,1 0 1,-1 0-1,1 0 1,0 0-301,9 0-5470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0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58 4626,'0'0'10584,"-14"-9"-9629,-40-27-22,51 34-578,0 0 0,0 1-1,0 0 1,0-1 0,0 1-1,0 0 1,-1 0 0,1 1-1,0-1 1,0 1 0,-1 0-1,1-1 1,0 1 0,-1 1-1,1-1 1,-7 2 0,3-1-99,-7-1 79,10-1-179,-1 1 0,1 0 0,0 1 0,-1-1 1,1 1-1,-6 1 0,8-2-133,1 1 0,0 0 1,-1 0-1,1 0 0,0-1 0,0 1 1,-1 0-1,1 1 0,0-1 0,0 0 1,0 0-1,0 0 0,1 1 0,-1-1 1,0 0-1,0 1 0,1-1 1,-1 1-1,1-1 0,-1 0 0,1 3 1,-14 55-24,8-41 21,0 0 0,1 0 1,1 0-1,1 0 1,-1 27-1,3 98 180,2-73-160,-1-68-37,0-1-1,0 1 0,1 0 0,-1-1 0,0 1 0,1 0 0,-1-1 0,1 1 0,-1-1 0,1 1 0,0-1 0,0 1 1,0-1-1,0 0 0,0 1 0,0-1 0,0 0 0,0 0 0,0 0 0,3 2 0,-1-1-24,1 0 0,-1 0-1,1 0 1,0-1 0,0 1-1,0-1 1,0 0 0,5 1-1,2-1-76,0 0-1,0 0 1,0-1-1,0 0 1,-1-1 0,15-3-1,-24 4 81,1-1 0,-1 1 0,0-1 0,0 1 0,1-1 1,-1 0-1,0 1 0,0-1 0,0 0 0,0 0 0,0 0 0,0 0 0,0 0 0,0 0 0,0 0 0,0 0 0,-1 0 0,1 0 1,0 0-1,-1 0 0,1-1 0,-1 1 0,1 0 0,-1-1 0,0 1 0,1-2 0,-1-41-277,-1 24 106,1-367-1289,0 383 1614,0 61 1995,0 4-1933,3 106 197,-1-144-358,1-1 0,2 0 0,0 0-1,1 0 1,12 28 0,1-5 21,57 120 160,-62-139-176,1 0 1,1-1-1,39 45 1,-51-66-37,0 0 1,1 0-1,-1 0 1,1 0-1,0 0 1,0-1-1,0 0 1,0 0-1,1-1 1,-1 1-1,11 2 1,-4-3-115,0 0 1,1-1-1,-1-1 1,14 0-1,-1-1-497,-24 1 584,-1 0 0,1 0-1,-1 0 1,1 0 0,-1 0 0,1 0 0,-1 0-1,1 0 1,-1 0 0,1-1 0,-1 1 0,0 0 0,1 0-1,-1-1 1,1 1 0,-1 0 0,0 0 0,1-1-1,-1 1 1,0 0 0,1-1 0,-1 1 0,0-1-1,0 1 1,1 0 0,-1-1 0,0 1 0,0-1-1,0 1 1,1-1 0,-1 1 0,0-1 0,0-20-329,0 11 86,0-69-1646,0 19-4103,0 33-585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10741,'0'0'8785,"0"36"-8147,2 48 625,25 163 0,29 136 1819,-50-330-2831,5 40 94,28 108 1,-23-158-349,-6-29-21,-8-13 0,-2-10-688,0-517 578,0 505 151,2 0-1,1 0 1,0 1-1,1 0 1,2 0-1,0 0 1,1 0-1,0 1 1,2 0-1,13-22 1,-20 38-17,11-19 19,1 0 0,27-32 1,-36 48-18,0 0 1,1 1-1,-1 0 1,1 0-1,1 1 1,-1 0-1,1 0 1,-1 0-1,1 1 1,0 0-1,0 0 1,1 1-1,9-3 1,12 2 32,0 0 0,0 3 1,30 1-1,4 1 88,-58-2-115,-1 0-1,1 0 1,-1 1-1,1-1 1,-1 1-1,1 0 1,-1 0 0,0 1-1,1-1 1,-1 1-1,0 0 1,0 0-1,5 4 1,-2 0 2,-1 0-1,1 1 1,-1 0 0,-1 0 0,6 9 0,4 4-12,-1-3-18,-10-13-88,-1 0 0,1 0 0,-1 1 0,0-1 0,-1 0 0,1 1-1,-1 0 1,0 0 0,0 0 0,2 9 0,15 103-6199,-18-75-2083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10 9124,'0'0'14924,"-5"-1"-14139,-15-5-145,15 4 211,8 2-488,36 0 102,-11-1-272,1 2-1,44 5 1,33 19 182,22 4-40,20-14-146,233-8 1,-245-8-153,113 19 39,-9 0 5,13-18 504,-200 0-4303,1 0-4180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46 416,'0'0'18398,"-5"-8"-16296,-20-29 7121,54 41-8812,60 30-322,31 9 43,29-5-118,-129-31-8,0 1 1,0 0-1,25 16 1,30 13 63,-47-28-54,-13-4-9,-1 0-1,1 0 0,-1 1 1,0 1-1,-1 1 1,22 14-1,-34-20 15,-1 1-1,1-1 1,-1 0 0,1 1-1,-1-1 1,0 0 0,0 1-1,0-1 1,0 1 0,-1 3-1,1-5-12,0 2 203,0 2-145,0-1-35,1-2-16,-1 0-1,0 0 1,0 0-1,0 0 1,0 0-1,0 0 0,0 0 1,0 0-1,-1 1 1,1-1-1,-1 0 1,1 0-1,-1-1 0,0 1 1,0 0-1,0 0 1,-1 2-1,-17 12 34,0 0-1,-1-2 1,-1 0-1,-43 21 1,4-2-35,-49 24-13,38-16-275,53-32 134,14-8-122,0 1 1,1-1 0,-1 1 0,0 0-1,1 0 1,-1 0 0,1 1 0,0-1 0,0 1-1,-1 0 1,2 0 0,-1 0 0,0 0-1,1 0 1,-1 0 0,-2 6 0,3 1-527,0 1 1,1-1-1,0 1 1,1 0-1,0-1 1,2 13-1,-1 9-1839,-1 41-5941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0 269 560,'0'0'20868,"0"-6"-20163,1-6-545,2 12-87,9 29-26,-4-7 6,3 11 238,-1 0-1,-2 1 0,-1 0 0,3 43 1,3 40 682,4 89 327,-17-165-1052,8 66 0,-5-53-353,-4-46-228,1-34 104,0-471 320,-1 461-70,2 0 0,2 0 1,1 1-1,12-47 0,9 6 3,54-117 0,-78 192-24,-1 0 2,0-1-1,1 1 1,-1 0-1,1-1 0,-1 1 1,1 0-1,-1 0 1,1-1-1,0 1 1,0 0-1,-1 0 0,1 0 1,0 0-1,0 0 1,0 0-1,0 0 1,0 0-1,0 0 1,1 0-1,-1 1 0,0-1 1,0 0-1,1 1 1,-1-1-1,0 1 1,1 0-1,2-1 0,-1 1 10,9 0 69,-12 0-74,1 0 0,0 0 0,0 0-1,-1 0 1,1 0 0,0 0 0,0 1 0,-1-1 0,1 0 0,0 1-1,0-1 1,-1 0 0,1 1 0,0-1 0,-1 1 0,1-1 0,-1 1-1,1-1 1,0 1 0,-1-1 0,0 1 0,1 0 0,-1-1 0,1 1-1,-1 0 1,0-1 0,1 1 0,-1 0 0,0 0 0,1 1 0,10 32 114,14 65 1,-11-40-42,53 241 245,-54-229-155,-4 1-1,1 86 0,-10-152-58,0-16-342,0-497 101,0 493 133,0 1-1,1 0 1,0-1 0,1 1-1,0 0 1,1 0 0,1 0 0,0 1-1,1-1 1,0 1 0,1 0-1,0 0 1,13-17 0,-18 28-5,-1 0 0,1 0 1,0 0-1,0 0 0,0 1 0,0-1 1,0 0-1,0 0 0,0 1 0,0-1 1,0 0-1,0 1 0,0-1 0,0 1 0,0-1 1,1 1-1,-1 0 0,0-1 0,0 1 1,0 0-1,1 0 0,-1 0 0,0 0 1,0 0-1,1 0 0,0 1 0,9-1-216,-9 1 221,0-1 0,-1 1-1,1 0 1,-1-1-1,1 1 1,-1 0-1,0 0 1,1 0 0,-1 0-1,0 0 1,1 0-1,-1 0 1,0 1-1,0-1 1,0 0 0,1 2-1,5 7 5,-1 0 0,0 0-1,0 1 1,-1 0 0,0 0 0,-1 0 0,6 22-1,13 96 26,-21-113-28,19 203 70,-12-102-90,-7-45-2061,6-68-1552,-3-2 2543,20 14-3283,-4 9-2116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173 162 12198,'0'0'9569,"2"29"-9329,10 89-232,-12-115 4,0 0-1,1 0 0,0 0 0,-1-1 0,1 1 1,0 0-1,1 0 0,-1 0 0,0-1 0,1 1 1,0 0-1,-1-1 0,1 0 0,0 1 0,0-1 1,0 0-1,1 0 0,-1 0 0,5 3 0,-3-4 54,0 1-1,0-1 0,1 0 0,-1-1 0,0 1 0,0-1 0,1 0 0,-1 0 1,6 0-1,5-1-73,-14 1-2,1 0 0,0 0 0,-1 0 0,1 0 0,0-1 1,-1 1-1,1-1 0,0 1 0,-1-1 0,1 1 0,-1-1 0,1 0 1,-1 0-1,0 0 0,1 0 0,-1 0 0,2-2 0,0 0 1,0-1 0,-1 1 0,0-1 0,1 0-1,-2 0 1,4-7 0,3-13-45,-1-1 0,0 0-1,-2 0 1,2-28 0,0-114-107,-7 164 803,-209 3 172,205 0-794,-1 0 0,1 0 0,-1 1 0,1-1 0,-1 1-1,1 0 1,-1 0 0,1 1 0,0-1 0,-7 4 0,6-1-3,-1 0 1,1 0-1,0 1 0,0 0 1,1 0-1,-1 0 1,-4 8-1,-4 3-10,8-10-21,0 0 1,0 1-1,1-1 1,-1 1-1,2 0 1,-1 0-1,1 0 0,0 1 1,0-1-1,-2 13 1,1 22-56,2 0 0,4 45 1,0-6 45,-3-48 6,1-10-160,3 44 1,-3-65 132,0-1 0,1 1 0,-1 0 1,1-1-1,0 1 0,-1 0 0,1-1 0,0 1 0,0-1 1,0 1-1,0-1 0,0 1 0,0-1 0,0 0 0,1 0 1,-1 0-1,0 1 0,1-1 0,-1 0 0,1 0 0,-1-1 1,1 1-1,0 0 0,-1-1 0,1 1 0,3 0 0,4 1-344,1-1 0,-1 0 0,1-1 0,11 0 0,-2-1-404,32 1-1219,85 2-6935,-68 5 1984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65 416,'0'0'17347,"-53"-10"-17166,-164-32-45,140 30 208,53 12 167,7 3-146,14-2-296,0 0 0,0 0 0,-1 0 0,1 0 0,0 0 1,1 0-1,-1 1 0,0 0 0,0-1 0,1 1 0,-1 0 1,1 1-1,-1-1 0,1 0 0,0 1 0,0-1 0,0 1 1,0-1-1,1 1 0,-1 0 0,1 0 0,-1 0 0,1 0 1,0 0-1,0 0 0,0 0 0,0 5 0,-2 10 79,0 0 1,1 1-1,1 28 0,1-45-143,-1 40 78,0-19-54,1 0 1,1-1-1,4 26 0,-4-44-28,0 0 0,1-1 0,-1 1-1,1-1 1,0 1 0,0-1 0,0 1 0,1-1-1,-1 0 1,1 0 0,0 0 0,0-1 0,0 1 0,0-1-1,0 1 1,0-1 0,1 0 0,-1 0 0,1-1-1,0 1 1,-1-1 0,1 1 0,0-1 0,6 1 0,11 1-45,-1 0 0,1-1 0,30-1 0,-42-1 20,12 0-51,-8 1-109,1-1 0,21-3 1,-32 2 122,1 1 0,-1-1 1,0 0-1,0 0 1,0 0-1,0 0 0,-1 0 1,1-1-1,0 1 1,0-1-1,-1 0 1,1 0-1,-1 0 0,0 0 1,1 0-1,2-4 1,-2 0-143,0 0 0,0 0 0,0-1 1,-1 1-1,0-1 0,0 1 1,0-1-1,0-8 0,-2 10-59,1 0-1,0 0 1,0 1-1,0-1 1,0 1 0,1-1-1,0 1 1,-1 0-1,2-1 1,-1 1-1,0 0 1,1 0-1,6-6 1,3 4-3172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6771,'0'0'14705,"-8"72"-13795,-25 241-502,27-244-245,5 86 0,6-103-53,13 63-1,17 34 129,3 24 119,-23-62 8,2 220 1,-17-234-836,3-81 331,-2-16-202,0 1 0,0-1 1,-1 1-1,1-1 1,0 0-1,0 1 0,0-1 1,0 0-1,0 1 1,0-1-1,0 0 0,0 0 1,0 0-1,0 0 1,0 0-1,0 0 0,-1 0 1,3-1-1,5 1-913,10-3-2558,-7-12-558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12 565 10101,'0'0'11197,"46"0"-11088,146 0-2,-166 0-93,25-3 27,-49 3-36,0-1 1,-1 0-1,1 0 1,0 0 0,0 0-1,-1 0 1,1 0 0,-1 0-1,1 0 1,-1-1-1,0 1 1,1-1 0,0-1-1,2-3 24,-1-1-1,1 1 0,-1-1 1,-1 0-1,1 0 0,-1 0 1,0 0-1,-1 0 0,0-1 1,0 1-1,0-13 1,0 3-10,3-38 149,-5-57-1,0 34 80,0 70-233,0-1 0,-1 1 0,1-1 0,-2 1 0,1 0-1,-1 0 1,0 0 0,-1 0 0,0 1 0,0-1 0,-1 1 0,0 0 0,0 0 0,-7-7 0,7 9 8,-1-1 1,1 1-1,-1 0 1,0 0 0,0 0-1,0 1 1,-1 0-1,1 0 1,-1 1-1,0 0 1,0 0-1,-1 1 1,1-1 0,0 2-1,-1-1 1,-12 0-1,-81 2 2297,99 0-2252,1 0 1,-1 1-1,0-1 1,1 0 0,0 1-1,-1 0 1,1-1-1,-1 1 1,1 0-1,0 0 1,-1 0-1,1 0 1,0 0 0,0 0-1,0 0 1,0 0-1,0 1 1,0-1-1,0 0 1,0 1 0,0-1-1,1 0 1,-2 3-1,-14 44 395,12-34-272,-10 38 42,3 1 1,1 0-1,-3 82 1,11 174 229,4-166-246,-2-132-199,1 0-1,0 0 0,0 0 1,1 0-1,1 0 0,0 0 1,1-1-1,0 1 0,0-1 1,9 14-1,-10-19-13,0-1 0,0 1 0,1 0 0,-1-1 0,1 0 0,0 0 1,1 0-1,-1-1 0,1 1 0,-1-1 0,1 0 0,0 0 0,0-1 0,0 1 0,1-1 0,-1 0 1,1-1-1,-1 1 0,1-1 0,-1 0 0,1 0 0,6-1 0,255 0-64,-265 0 48,0 0 1,0 0 0,0-1-1,0 1 1,-1 0-1,1-1 1,0 0 0,0 1-1,0-1 1,-1 0-1,1 0 1,0 0 0,-1 0-1,1 0 1,-1 0-1,1 0 1,-1-1 0,1 1-1,-1-1 1,0 1-1,0-1 1,0 1 0,0-1-1,0 0 1,0 1-1,0-1 1,0 0 0,-1 0-1,1-2 1,1 1-22,-1 0 0,0 0 0,1 0 0,0 1 1,-1-1-1,1 0 0,4-3 0,8-8-298,-11 12 220,-1-1 0,1 1 1,0-1-1,0 1 0,-1 0 1,2 0-1,-1 0 1,0 1-1,6-3 0,-5 2-74,-1 1 0,0-1 0,0 0 0,1 1 0,-1-1 0,-1-1 0,1 1 0,5-5 0,-6 5-27,0 0 0,0 0 0,0 0 0,0 1 0,0-1 0,0 0 0,1 1 0,-1 0 0,0 0 0,1 0 0,-1 0 0,1 0 0,0 0 0,-1 0 0,6 0 0,38 0-4501,4 1-2852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1 800 14599,'0'0'6053,"135"114"-5775,140 113-218,24 0-24,-272-208-32,1-2 1,1 0-1,0-2 1,45 16-1,-61-27-2,0-1 0,0 0 0,0-1 0,0-1 0,26 0 0,-20 0 1,1-2-1,-1 0 0,0-1 0,1-1 0,-1-1 0,22-7 1,-29 6 2,0-1-1,-1 0 1,0 0 0,-1-1 0,1 0 0,-1-1 0,-1 0 0,1-1-1,14-18 1,-7 6 9,-1-1-1,-1-1 0,-1-1 1,-1 0-1,-1 0 1,-1-1-1,-1-1 0,-2 0 1,0 0-1,4-29 1,-1-21 18,-4 0 1,-1-106 0,-6-234 122,0 380-125,-6-42 0,5 69-19,-1 0 0,1 0 1,-2 0-1,0 0 1,0 1-1,0-1 0,-1 1 1,-9-14-1,13 21 1,-1 0-1,1-1 1,-1 1-1,0 0 0,1 0 1,-1 0-1,0 0 1,0 0-1,1 0 0,-1 0 1,0 0-1,0 0 1,0 1-1,0-1 1,0 0-1,-1 1 0,1-1 1,0 0-1,0 1 1,0-1-1,0 1 1,-1 0-1,1-1 0,0 1 1,-1 0-1,1 0 1,0 0-1,-3 0 1,0 0 99,4 0-97,0 0-1,0 0 1,0 0-1,-1 0 0,1 0 1,0 0-1,0 0 1,0 0-1,-1 0 1,1 0-1,0 0 1,0 0-1,0 1 1,0-1-1,-1 0 1,1 0-1,0 0 1,0 0-1,0 0 0,0 0 1,-1 0-1,1 1 1,0-1-1,0 0 1,0 0-1,0 0 1,0 0-1,-1 0 1,1 1-1,0-1 1,0 0-1,0 0 1,0 0-1,0 1 0,0-1 1,0 0-1,0 0 1,0 0-1,0 1 1,0-1-1,0 0 1,-7 38 522,4 174 330,4-141-601,-1-68-257,-1 0 0,2 1-1,-1-1 1,0 0 0,1 0 0,-1 0-1,1 0 1,0 0 0,0 0 0,0 0-1,0 0 1,1 0 0,-1 0 0,1 0-1,0-1 1,-1 1 0,1-1-1,0 1 1,1-1 0,-1 0 0,0 0-1,1 0 1,-1 0 0,1 0 0,0 0-1,-1-1 1,1 0 0,0 1 0,0-1-1,0 0 1,0 0 0,0 0 0,4 0-1,9 1-15,0-1 0,0-1-1,0 0 1,-1-1 0,21-3-1,-26 3 10,-1-1-4,-1 1 1,0-1 0,0-1 0,1 0-1,-1 0 1,-1 0 0,1-1-1,0 0 1,-1-1 0,0 0 0,0 0-1,-1 0 1,1-1 0,-1 0 0,0 0-1,6-8 1,6-12-82,-1 0-1,0-1 1,13-32-1,-16 30-64,8-14-251,38-80-524,-52 103-202,0 0-1,3-22 1,-9 34-3882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1313,'10'5'24582,"-10"1"-24376,0-4-163,1 1-1,-1-1 1,0 1-1,0 0 0,0-1 1,-1 1-1,1-1 1,0 1-1,-1-1 1,0 1-1,1-1 1,-1 1-1,0-1 0,-1 0 1,0 3-1,-21 20 102,11-14-80,2 0 0,-17 22 0,-91 113 187,13-18-59,-31 47 38,122-161-246,10-11-99,4-6-2251,8-21 709,6 1 473,22-30 1,-14 24-259,17-34 0,-26 36-30,-1-1-1,12-44 0,8-51-4585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0 0 3938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3938,'0'-31'1748,"1"-75"1186,4 77-699,-2 27-587,2 9 482,62 123 2034,-36-78-3171,65 79 0,-35-47 2,-43-69-880,-15-12-109,1-1-1,-1 1 1,0 0-1,0 0 1,-1 0 0,1 0-1,-1 1 1,3 4-1,-1-4-14,-1 1-1,0-1 0,1 0 0,0 0 0,7 5 0,14 18-1062,-23-24-43,-2-16-6721,0-13 5027,0-30-1905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4706,'0'0'11101,"0"28"-9980,0 458 3910,0 1212-733,10-1549-4128,-1-17-27,0 135 150,-9-79 243,0-185-560,2-2-1415,-2-1 1369,0 0-1,1 0 0,-1 0 1,0 0-1,0 0 0,0 0 1,1 0-1,-1 0 0,0 0 1,0 0-1,0 0 1,1 0-1,-1 0 0,0 0 1,0 0-1,0 0 0,1-1 1,-1 1-1,0 0 0,0 0 1,0 0-1,0 0 0,1 0 1,-1 0-1,0-1 0,0 1 1,0 0-1,0 0 1,0 0-1,1 0 0,-1-1 1,0 1-1,0 0 0,0 0 1,0 0-1,0-1 0,0 1 1,0 0-1,0 0 0,0-1 1,0 1-1,0 0 0,2-27-4461,-2-28-3141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3490,'0'0'13254,"9"97"-12579,31 313 525,-23-100 1273,-17-280-2225,0-15-116,8 410 1996,-6-237-1826,-2-183-41,0-10-314,0-274-155,0 261 208,1 1-1,0-1 1,2 1 0,8-33 0,-8 42-2,-1 1 0,1 1 0,0-1 0,0 0 0,0 1 0,1-1-1,0 1 1,1 0 0,-1 0 0,1 1 0,0-1 0,1 1 0,-1 0 0,11-6 0,-4 4-5,1 1 0,0 0 0,0 1 0,1 1 1,-1 0-1,1 0 0,23-1 0,6 1 5,48 3 0,-55 1 77,-25 2-30,-9 6 8,-2 2-5,0-7-26,1 1 1,-1-1-1,-1 1 0,1-1 1,0 0-1,-1 1 0,0-1 0,1 1 1,-3 3-1,2-6-18,-1 1-1,1 0 1,-1 0-1,0-1 1,0 1 0,1-1-1,-1 0 1,0 1-1,0-1 1,0 0 0,-1 0-1,1 0 1,0 0-1,0-1 1,-5 2-1,-170 63-64,176-64-447,-6 0 1319,4-8-6997,2-5 5051,-1 0-1,0 0 1,-1 1-1,-6-18 1,0 0-962,-3-39-3583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3618,'0'0'18211,"22"5"-18043,0 1-92,17 5 272,2-1 0,-1-3-1,73 5 1,149-12 18,-242 0-439,1-1 1,-1-1 0,32-7-1,-44 7-104,0 0-1,0-1 1,0 0 0,-1 0-1,1-1 1,-1 1-1,0-2 1,0 1-1,-1-1 1,11-9 0,-15 11-87,1 0 1,-1-1-1,0 1 1,-1-1-1,1 1 1,-1-1-1,1 0 1,-1 1-1,0-1 1,0 0-1,-1 0 1,1 0 0,-1 0-1,0 0 1,0 0-1,0 0 1,-1-5-1,0-5-871,0-40-3891,-7-11-793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11733,'0'0'7342,"24"117"-6765,74 380 18,-60-256 26,-35-215-503,24 312 1322,-27 32-594,0-365-849,-1-1 0,1 0 0,0 0 0,1 0 0,-1 0-1,1 0 1,-1 0 0,1 0 0,0 0 0,1 0 0,-1 0 0,1 0 0,0 0 0,0-1 0,4 7-1,-3-8-8,1 0 0,-1 0 0,1 0-1,0 0 1,0 0 0,0-1 0,0 0 0,0 1-1,0-2 1,0 1 0,0 0 0,0-1-1,0 0 1,0 0 0,7-1 0,271 1-1829,-280 0 1750,0 0 0,0 0 0,-1 0 1,1-1-1,0 1 0,0 0 0,-1-1 1,1 0-1,0 1 0,-1-1 0,1 0 1,-1 0-1,1 0 0,-1 0 0,1 0 0,-1 0 1,1-1-1,-1 1 0,0 0 0,2-3 1,0 0-150,-1-1 0,0 1 0,0-1 0,0 0 1,0 1-1,0-1 0,0-8 0,2-9-1335,-2 0 0,-1-37 0,-1 47 606,0-49-3783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3570,'0'0'15273,"0"43"-14430,3 142 128,11-59 57,-4-39-361,0 243 202,-9-194-893,-1-608-1368,2 442 1307,0 0 1,2 1 0,1 0-1,17-56 1,-3 32 12,45-90 0,-34 97 64,-28 44 7,0-1 0,1 1 0,-1 0 1,1 0-1,-1 0 0,1 0 0,0 0 0,0 1 0,0-1 0,0 1 0,0 0 0,0 0 1,0 0-1,0 0 0,0 1 0,1-1 0,3 1 0,-1 0 9,-1 0 0,1 0 0,-1 0 0,1 1 0,-1 0 0,0 0 0,9 3 0,-10-2 16,0 0 0,-1 0 0,1 0 0,-1 1 1,0-1-1,0 1 0,0 0 0,0-1 0,0 2 0,0-1 0,2 4 0,23 44 263,-17-30-175,21 39 114,-3 2-1,-3 0 1,36 125-1,-62-186-257,0-1 0,0 1 0,0 0 0,0-1 0,0 1 0,0 0 0,1-1 0,-1 1 0,0-1 0,1 1 0,-1 0 0,0-1 0,1 1 0,-1-1 0,0 1-1,1-1 1,-1 1 0,1-1 0,-1 0 0,1 1 0,-1-1 0,1 1 0,0-1 0,-1 0 0,1 0 0,-1 1 0,1-1 0,0 0 0,-1 0 0,1 0 0,0 1 0,-1-1 0,1 0 0,0 0 0,-1 0 0,1 0 0,0 0 0,-1-1-1,1 1 1,0 0 0,-1 0 0,2 0 0,5-1-1228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48,'0'0'20228,"0"14"-19558,0 43-212,0-42 938,7-15-1231,225 0-608,-130 0-6525,-81 0 570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10277,'0'0'8033,"28"110"-7799,92 355 73,-59-228 286,-41-143 96,-4 1 1,3 99 0,-17-174-604,15 140 442,-14-131-537,-2-26-101,-2-5-32,0-47-325,1-525 136,0 565 334,0 0 0,1 0 0,0 0 0,0 0 0,1 1 0,0-1 0,1 0 0,0 1 1,0 0-1,1 0 0,0 0 0,1 0 0,-1 1 0,10-12 0,-12 17-6,0 0 0,0 0 1,0 0-1,0 0 0,1 1 0,-1-1 1,0 1-1,1-1 0,-1 1 1,1 0-1,-1 0 0,1 0 0,0 1 1,-1-1-1,1 0 0,5 1 1,51 0-75,-31 2 56,59-2-327,-69 0-3092,1 0-3444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1 0 5587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5587,'491'422'5861,"-472"-404"-5216,0 0 1,29 37-1,-47-53-560,1 1 0,-1-1 0,0 0-1,0 0 1,0 0 0,0 1 0,0-1 0,0 1 0,-1-1 0,1 1 0,-1-1 0,1 1 0,-1-1-1,0 4 1,0-6-85,-1 83 1515,0-14-602,8 78 0,26 45 1053,-32-185-1875,0 10 146,2 0-1,0-1 1,0 1 0,10 24 0,-12-38-220,0 1 1,1-1-1,0 0 1,-1 0-1,1 0 1,0 0-1,1 0 1,-1 0-1,1 0 1,-1 0-1,1-1 1,0 0-1,-1 1 1,1-1-1,1 0 1,-1 0-1,0-1 1,0 1-1,1-1 1,-1 1-1,1-1 1,-1 0-1,1-1 1,-1 1-1,1 0 1,6-1-1,-3 0-53,-6 0 19,1 1 1,-1-1 0,1 0-1,-1 0 1,1 0 0,-1 0-1,1 0 1,-1-1 0,1 1-1,-1 0 1,1-1 0,-1 1-1,1-1 1,-1 0 0,0 1-1,1-1 1,-1 0 0,0 0-1,0 0 1,1 1 0,-1-1-1,0-1 1,0 1 0,0 0-1,0 0 1,0 0 0,-1-1-1,1 1 1,0 0 0,0-1-1,-1 1 1,1 0 0,-1-1-1,1-1 1,6-25-140,-1-1-1,-1 1 1,-1-1 0,-1-56 0,-1 37-61,0-191-583,-2 139 880,0 97 45,3 7 91,1 2-164,-1 0-1,1 1 0,-1-1 0,0 1 1,0-1-1,-1 1 0,0 0 1,2 11-1,6 19 106,10 15 189,49 90 0,-46-98-165,-21-41-173,33 60 111,-31-56-111,0-1 0,1 1-1,0-1 1,0 0 0,0-1-1,11 9 1,-15-12-184,6 2 550,-6-5-462,-1 1-1,1-1 0,-1 1 0,1-1 1,-1 1-1,0-1 0,1 1 1,-1-1-1,0 1 0,0-1 0,1 0 1,-1 1-1,0-1 0,0 1 1,0-1-1,0 0 0,0 1 0,0-1 1,0 0-1,0 1 0,0-1 1,0 1-1,0-1 0,0-1 1,0-194-6905,0 82 1313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8884,'0'0'8916,"23"112"-8236,72 352 9,-86-428-472,-3 1 0,3 64 0,-9-6 610,0-93-849,0-8-276,0-520-471,1 498 770,1 0-1,1 0 0,1 0 0,11-37 1,-9 46-15,0 0 0,1 1 0,1 0 0,1 0 0,1 1 1,0 0-1,14-17 0,-20 30 7,1-1 0,0 1 1,0-1-1,0 1 0,1 1 0,-1-1 1,1 1-1,0 0 0,0 0 1,0 1-1,0 0 0,9-2 0,-10 2 38,0 1-1,0 0 1,0 0 0,0 1-1,0 0 1,1 0-1,-1 0 1,0 0-1,0 1 1,0 0 0,1 0-1,-1 0 1,0 1-1,0 0 1,-1 0 0,6 2-1,-5 0 35,1 1 0,-1-1 0,-1 1 1,1 0-1,-1 0 0,1 0 0,-2 0 0,1 1 0,3 6 0,28 62 412,-21-41-300,56 124 434,67 223 0,-120-334-569,-16-45-150,-1 1-1,1-1 1,0 0 0,0 1-1,0-1 1,0 0 0,0 1-1,0-1 1,0 0 0,0 0-1,0 0 1,0 0 0,1 0-1,-1 0 1,0 0 0,1-1-1,-1 1 1,1 0 0,-1-1-1,1 1 1,-1-1 0,3 1-1,-2-10-3081,-4-41-2981,-6-37-3273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7395,'0'0'14183,"314"26"-13799,-238-52-240,0 9-96,-9-8-48,-10-10 0,-10-16-752,-9 8-2114,-28 0-3296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8484,'0'0'10607,"0"25"-10377,0 156-57,0-125 20,2 76 217,0-118-402,0-1 0,1 1 0,1-1 0,0 1-1,1-1 1,0-1 0,1 1 0,0-1 0,1 0 0,1 0 0,0-1 0,0 0-1,16 16 1,3 0 11,1-2-1,2-2 1,57 37-1,-67-47-17,-8-4 1,1-1 1,1 0-1,0-1 0,0 0 0,0-2 0,15 5 0,-23-8 0,-1-1-1,1 1 1,-1 0-1,0 0 1,0 1-1,9 5 0,10 5 11,-23-12-4,0 0 0,1 0 1,-1 0-1,0 0 1,0 0-1,0 0 1,0 0-1,0 0 0,-1 0 1,1 0-1,0 0 1,0 1-1,-1-1 0,2 3 1,0 1-13,0-2 26,-2 17 1789,0-19-1786,0 0-1,0 0 1,-1 0-1,1 0 1,0 0-1,-1 0 1,1 0 0,0 0-1,-1 0 1,1 0-1,-1 0 1,1 0-1,-1-1 1,0 1-1,1 0 1,-1 0-1,0-1 1,0 1 0,1-1-1,-1 1 1,0 0-1,0-1 1,0 1-1,0-1 1,0 0-1,-1 1 1,-33 8 93,19-6-82,-50 16 14,45-12-50,-1 0 0,0-2 0,-1 0 0,-37 2 0,-26-7-440,83 0 301,-1 0 0,0-1 0,0 1 0,0-1 0,1 0 0,-1 0 0,0 0 0,1-1 0,-1 1 0,1-1 0,-1 0 0,1 0 0,0 0 0,0 0 0,0 0 0,0-1 0,0 1 0,1-1 0,-1 0 0,1 0 0,-1 0 0,-1-4 0,-4-7-527,1 0 0,0-1-1,1 0 1,-4-17-1,-4-8-1032,-19-51-2369,11-3-30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86 752,'48'-85'8756,"-1"85"-5730,10 34-1794,0 17 1217,0 1-2224,-19-1-49,-28-17-112,-1-8-64,1-17-1457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7844,'0'0'10004,"190"34"-9940,-114-34-64,-19 0 16,-9 0-32,-10 0-32,10 0-720,-29-26-1137,0-34-1713,-19 1-2064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0 617 9220,'138'-535'3474,"-135"523"-3214,0 0-1,1 1 1,1-1 0,10-20 0,-15 32-250,0 0 0,0 0 1,1 0-1,-1-1 0,0 1 0,0 0 1,0 0-1,0 0 0,0 0 1,0 0-1,0 0 0,1-1 1,-1 1-1,0 0 0,0 0 0,0 0 1,0 0-1,0 0 0,1 0 1,-1 0-1,0 0 0,0 0 0,0 0 1,0 0-1,1 0 0,-1 0 1,0 0-1,0 0 0,0 0 0,0 0 1,1 0-1,-1 0 0,0 0 1,0 0-1,0 0 0,0 0 0,0 0 1,1 0-1,-1 0 0,0 0 1,0 1-1,0-1 0,0 0 0,0 0 1,1 0-1,-1 0 0,0 0 1,0 0-1,0 0 0,0 1 1,4 11 441,28 175 1471,52 439 713,-58-373-1737,-8-100-552,-14-7-177,-6-112-153,3 0 1,0-1-1,10 48 1,-11-80-19,1 1 0,-1-1-1,1 0 1,-1 1 0,1-1 0,0 0 0,0 0-1,0 0 1,0 0 0,-1 0 0,2 0 0,-1 0-1,0 0 1,0 0 0,0 0 0,0 0 0,0-1-1,1 1 1,-1-1 0,0 1 0,1-1-1,-1 1 1,0-1 0,1 0 0,-1 1 0,1-1-1,1 0 1,48 0-139,-29-2 2,-2 3-84,-8 0-429,1-1-1,-1-1 1,21-2-1,-31 2 526,-1 0 0,1 1 0,-1-1 1,1 0-1,-1 0 0,0 1 0,1-1 0,-1 0 1,0 0-1,0-1 0,0 1 0,0 0 0,0 0 1,0-1-1,0 1 0,0 0 0,0-1 0,-1 1 1,1-1-1,0-1 0,5-32-2033,-5 29 1664,0-47-3814,-1-5-1480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96 3682,'0'0'14814,"6"56"-14328,22 173 40,-27-219-457,0-1 0,1 1 1,0-1-1,0 0 0,1 1 1,0-1-1,0 0 1,6 9-1,-6-13-21,-1 0 1,2 0-1,-1 0 0,0 0 1,1-1-1,0 1 1,0-1-1,1 0 0,-1 0 1,1-1-1,-1 1 1,1-1-1,0 0 0,1 0 1,-1-1-1,0 0 0,1 0 1,0 0-1,-1 0 1,1-1-1,11 1 0,-8-1-40,-7 0-16,0-1 1,-1 0-1,1 1 0,0-1 0,0 0 1,0 0-1,0 0 0,0-1 0,0 1 1,0 0-1,-1-1 0,1 1 0,0-1 1,0 0-1,0 1 0,-1-1 0,1 0 1,0 0-1,-1 0 0,1 0 0,1-3 1,3-3-53,-1 0 0,0-1 1,-1 1-1,0-1 1,0-1-1,-1 1 1,0 0-1,0-1 0,-1 1 1,0-1-1,0 0 1,0-14-1,0-24-388,-3-55 0,0 44 94,2 27 212,0 25 122,0 1 1,-1-1-1,0 0 1,0 0-1,0 0 1,-1 0-1,1 1 1,-1-1-1,-1 0 1,1 1-1,-4-7 1,-3 3-56,0 0 0,-1 1 0,0 0 0,-1 0 0,0 1 0,0 0 0,0 1 0,-1 0 0,-11-4 0,5 4-794,0 0 0,-1 2 1,0 0-1,1 1 0,-1 1 0,0 0 1,0 2-1,-19 1 0,18-1-455,-12 0-2086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1 0 3394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1 428 3394,'151'-101'4382,"-128"86"-3244,2 1-1,43-19 1,-65 32-1040,-1 0 0,0 0 0,1 1 0,-1-1 0,1 0 0,-1 1 1,0-1-1,1 1 0,0 0 0,-1 0 0,1 0 0,-1 0 0,1 0 0,-1 1 0,1-1 0,-1 1 0,0-1 0,1 1 0,-1 0 0,1 0 0,-1 0 0,3 2 0,-2 0 14,-1 0-1,0 0 0,0 0 0,0 0 0,0 0 0,0 1 0,-1-1 0,1 0 0,-1 1 0,0-1 0,1 7 0,20 82 1599,-4 2-1,9 142 0,-22 243 814,-7-277-2199,2-11-236,0-189-160,0-18-272,-1-67-354,-19-145 0,9 165 606,3 0-1,0-76 1,8-479-970,0 598 1044,0-1 0,1 0 0,1 1-1,1-1 1,6-23 0,-6 36 20,0 1 0,1-1 0,0 1-1,0 0 1,0 1 0,1-1 0,-1 1 0,2-1-1,-1 2 1,1-1 0,0 0 0,0 1 0,0 0-1,1 1 1,12-7 0,-9 6 2,1-1 0,0 2 0,1 0 0,-1 0 1,1 1-1,0 0 0,16-1 0,89 1 308,-75 3-35,-39 0-247,1 0 0,0 0 0,-1 1 0,1-1 0,0 1 1,-1 0-1,1 0 0,-1 0 0,1 0 0,-1 0 0,5 3 0,-6-2-4,0-1 0,0 1 0,0 0 0,0 0 0,-1 0 0,1 0 0,0 1 0,-1-1 0,0 0 0,1 1-1,-1-1 1,0 0 0,0 1 0,-1 0 0,2 3 0,0 9 185,0 0 1,-1 1-1,-1-1 1,-1 15-1,0-1 109,1-27-308,0-1 0,0 1 0,0 0 0,0-1 0,0 1 0,-1 0 0,1-1-1,-1 1 1,1-1 0,-1 1 0,0-1 0,1 1 0,-1-1 0,0 1 0,0-1 0,0 0 0,0 0 0,0 1 0,0-1 0,0 0 0,-1 0 0,1 0 0,0 0 0,-1 0 0,1 0 0,-1-1 0,1 1 0,-1 0 0,1-1 0,-3 1 0,-4 1 8,-1 0-1,0-1 0,1 0 0,-17-2 1,13 1 2,-17 1-7,-83-5-25,99 3-42,0-1 0,0 0 0,0-1 0,0-1 0,0 0-1,-18-9 1,15 3-148,0 0 0,1-1 0,1-1 0,0 0 0,-22-25 0,-63-85-4428,71 86 1564,-2-7-3179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3329 1088,'0'0'9269,"10"5"-8818,31 12-211,-40-17-194,-1 1 0,1-1 0,0 0 0,0 1 0,0-1 0,-1 0 0,1 0 1,0 0-1,0 0 0,0 0 0,0 1 0,0-1 0,-1-1 0,1 1 0,0 0 0,0 0 1,0 0-1,0 0 0,-1-1 0,1 1 0,0 0 0,0-1 0,0 1 0,-1 0 0,1-1 1,0 1-1,-1-1 0,1 1 0,0-1 0,-1 0 0,1 1 0,-1-1 0,1 0 0,-1 1 0,1-2 1,5-28 1649,-6 21-1547,3-117 2260,7-393-1403,1-28-880,-1 401-60,4-62 236,-6-30 249,4-230-192,-2-16 1,-12 386-97,4-97 2835,-3 198-3070,1-1-1,-1 0 1,0 0-1,1 0 0,-1 0 1,0 0-1,-1 0 1,1 0-1,0 0 1,0 0-1,-3 2 1,-4 8 5,-8 14-5,-10 18 162,-34 43 0,23-38 28,22-27-109,-26 28-1,-64 67-36,99-109-68,-1 0-1,-1-1 0,1 1 1,-1-1-1,0-1 1,-1 0-1,1 0 0,-1 0 1,0-1-1,-16 6 1,8-9 15,11-2-146,8 0-459,239 0 570,-214 2 27,0 1 1,-1 1 0,50 15-1,-43-9 2,1-2 0,44 4 0,-49-10-10,-9-1 7,0 0-1,23 6 1,-36-5-9,18 5 0,0-2 1,0 0 0,36 1 0,-59-6 126,0 0-62,-1 0-63,-1 0 1,0 0-1,0 0 1,0 0-1,0 0 1,1 0-1,-1 0 1,0 0 0,0 0-1,0 0 1,0 0-1,1 0 1,-1 0-1,0 0 1,0 0-1,0 0 1,1 0-1,-1 0 1,0 0 0,0 0-1,0 0 1,0 0-1,1 0 1,-1 0-1,0 0 1,0 0-1,0 0 1,0 0 0,1-1-1,-1 1 1,0 0-1,0 0 1,0 0-1,0 0 1,0 0-1,0 0 1,0-1 0,1 1-1,-1 0 1,0 0-1,0 0 1,0 0-1,0-1 1,0 1-1,0 0 1,0 0-1,0 0 1,0-1 0,0 1-1,0 0 1,0 0-1,0-1 1,0-18 27,1 12-27,-1 0-1,0 0 1,-1 0 0,1 0-1,-1 0 1,-1 0-1,1 1 1,-4-11 0,-26-37 17,14 27-8,-200-365-2,194 345-45,-23-71 0,31 76-7,12 34 21,1 0 0,0 0 0,-1-16 1,3 19-66,0-1 1,-1 1-1,0 0 1,0 0-1,-1 0 1,1 0-1,-4-5 1,4 7-583,-1 2-446,1 0 828,-1 0-1,0 0 1,1 0-1,-1 0 1,0 0-1,0 1 1,1-1-1,-1 0 1,0 1-1,0 0 0,0-1 1,0 1-1,0 0 1,0 0-1,1 0 1,-1 0-1,-3 1 1,-3 0-1350,-14-1-5450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1 464,'0'0'14484,"16"108"-13059,55 354-462,-30-258-446,-30-154-340,11 70 629,9 197 0,-24 127 1258,-7-388-1840,0-55-208,0-18-1262,-1-104 1061,4-179-195,-2 284 284,0 0 0,2 0 0,0 1 0,0-1 0,2 0 0,10-25 0,-13 36 76,0 0 0,1 0 1,-1 1-1,1 0 0,0-1 0,0 1 1,1 0-1,-1 0 0,1 1 1,0-1-1,0 1 0,0 0 0,0 0 1,1 0-1,-1 0 0,1 1 1,-1 0-1,1 0 0,0 0 0,0 1 1,0-1-1,0 1 0,0 0 0,0 1 1,7-1-1,113 1 36,-120 0-4,-1 0-1,1 1 1,-1 0-1,1 0 1,-1 0-1,1 0 1,-1 1-1,0-1 1,0 1-1,1 0 1,-1 1-1,-1-1 1,1 1-1,0-1 1,-1 1-1,1 0 1,-1 0-1,0 1 1,0-1-1,0 1 1,0 0-1,-1-1 1,1 1-1,-1 0 1,0 1-1,-1-1 1,1 0-1,2 9 1,-2 8 201,0 1 0,-1 0-1,-3 31 1,0-10 48,3-33-198,-1 0 1,0-1-1,-1 1 1,0 0-1,-1 0 1,-4 14-1,4-20-43,0-1-1,0 1 0,0-1 1,-1 0-1,1 0 0,-1 0 1,0 0-1,0 0 0,0 0 1,0-1-1,-1 1 0,1-1 1,-1 0-1,1 0 0,-1 0 1,0-1-1,-5 2 0,-27 10 119,-1-3 0,-70 12-1,78-17-109,-45-3-5003,61-2 2733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4226,'0'0'14871,"427"51"-14695,-332-42-80,-19 8 48,1-17-80,-20 0-48,0 0-16,-10 0-1024,-18-52-1314,-29-42-2640,0 17-1857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1 816,'0'0'15589,"30"104"-15162,96 345 10,-68-187-133,-46-72 205,-12-175-457,3 591 2160,-4-356-2021,1-36-730,0-211 527,-1-2 10,1 0-1,0 0 1,0 0-1,0 0 0,0 0 1,0 0-1,0 0 0,0 0 1,0 0-1,0 0 1,0 0-1,1 0 0,-1 0 1,0 0-1,1 0 0,-1 0 1,0 0-1,1 0 1,0-1-1,-1 1 0,1 0 1,-1 0-1,1-1 0,0 1 1,-1 0-1,1-1 1,0 1-1,0 0 0,0-1 1,-1 1-1,1-1 0,2 1 1,14 5-12,1-1-1,0 0 1,0-2 0,0 0 0,31 1-1,-23-4-128,-9 1-132,0-1 1,0-1-1,-1 0 1,23-6-1,-35 6 125,0 0-1,0 0 1,1-1 0,-1 0-1,0 0 1,0 0 0,-1-1-1,1 1 1,0-1-1,-1 0 1,0 0 0,1 0-1,-1 0 1,-1 0 0,1-1-1,0 1 1,-1-1-1,1 0 1,-1 0 0,2-7-1,0-3-721,0-1 0,-1-1 0,-1 1-1,0 0 1,-2-1 0,0-21 0,0 19-271,0-47-4844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1 624,'0'0'18089,"21"70"-17647,63 229 135,-74-260-278,-1 0 0,-3 0-1,4 77 1,-9-78-22,2 181 1133,-4-136-1158,0-209-840,4-175-85,0 272 597,1 0 0,1 1 0,2 0 1,15-41-1,-21 65 68,6-18-40,0 1 1,2 1 0,0-1 0,1 2-1,1-1 1,16-20 0,-27 39 44,1-1-1,0 1 1,0 0 0,0 0 0,0-1 0,0 1-1,0 0 1,0 0 0,1 0 0,-1 0 0,0 0-1,0 0 1,1 0 0,-1 1 0,1-1 0,-1 0-1,1 1 1,-1-1 0,4 0 0,-4 1-13,12 0-99,-12 0 113,1 0-1,-1 0 1,1 0 0,0 1-1,-1-1 1,1 0 0,-1 1-1,1-1 1,-1 0 0,0 1-1,1 0 1,-1-1-1,1 1 1,-1 0 0,0 0-1,2 1 1,18 29 31,-3 0 104,-1 1-1,-2 1 1,-1 0-1,-1 1 0,-3 1 1,0-1-1,4 39 1,-2 12 218,-4-34-115,1 60 1,0-37-136,-1-72-582,-6-8-3952,-2-27-729,0-23-2514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0 784,'0'0'17614,"35"9"-17209,0 0-174,-3 0 100,0-1 0,1-2 0,-1-1 0,61 1 0,266-6 710,-351 0-1717,5-2 535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0 784,'0'0'15714,"-30"19"-15009,-98 63-185,117-74-441,1-1 0,0 2 0,0-1 0,1 2 0,0-1 0,0 1 0,1 0 0,1 1 0,-10 17 0,0-1 123,4-8-46,-43 74 493,50-80-584,0 0 0,1 0 0,1 1 0,0-1 0,-4 27 0,5 9 54,2 58-1,2-45-13,-1-57-102,1-1 1,-1 1-1,1-1 0,0 1 1,0-1-1,0 1 0,1-1 1,-1 0-1,1 0 1,0 0-1,0 0 0,1 0 1,3 4-1,-1-1-1,1-1 0,0 0 0,1 0 0,-1 0 1,1-1-1,10 6 0,9 3 1,0-1 0,1-2-1,29 9 1,-52-19-1,24 7-105,1-1 0,-1-2 0,2 0 0,-1-2 0,0-2 0,34-1 0,-41 0-265,-20 0 307,-1 0 0,1 0 0,0 0 0,-1 0 0,1 0-1,-1 0 1,1-1 0,0 1 0,-1-1 0,1 1 0,-1-1 0,1 1-1,-1-1 1,1 0 0,-1 0 0,1 1 0,-1-1 0,0 0 0,1-1 0,-1 1-1,0 0 1,0 0 0,0 0 0,0-1 0,0 1 0,1-3 0,0-3-172,0 1 1,-1-1-1,1 1 1,-2-1-1,1 1 1,-1-9-1,0 4-99,2-109-3280,-2-8-913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1489,'0'0'14505,"33"103"-14193,108 344 8,-113-350-48,-4 2 0,15 134-1,-27-143 56,-5-40-122,16 127 575,-7 412 1742,-16-486-2331,0 206-466,0-305-331,0-21-12215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2129,'0'0'12771,"62"26"-12645,188 76-54,-189-79-61,-43-20-12,6-3-17,-23 0 17,-1 0 0,0 0 0,1 0 0,-1 0 0,0 0 0,1 0 0,-1 0 0,0 0 0,1 0 0,-1 0 0,1 0 0,-1 0 0,0 0 0,1 0 0,-1 0 0,0 0 0,1 0 0,-1-1 0,0 1 0,1 0 0,-1 0 0,0 0 0,0-1 0,1 1 0,-1 0 0,0 0 0,0-1 0,1 1 0,-1 0 0,0-1 0,0 1 0,0 0 0,1-1 0,-1 1 0,0 0 0,0-1 0,0 1 0,0 0 0,0-1 0,3-22-67,-1 0 1,-1 0-1,-3-36 1,0-1-552,2 42 479,1 13 93,-1-1 0,0 1 0,0 0 0,-1 0 0,-1-10 0,1 13 42,0 1 0,0-1 0,1 0 0,-1 1 0,0-1 0,0 1 0,0-1 0,-1 1 0,1 0 0,0-1 0,0 1 0,-1 0-1,1 0 1,-1 0 0,1 0 0,-1 0 0,0 0 0,1 0 0,-1 1 0,-3-2 0,-21-4 241,0 1 1,-1 1-1,1 1 1,-1 1-1,-35 3 0,31-1-29,25 0-111,0 0 0,-1 0 1,1 1-1,0 0 0,-1 0 1,1 0-1,0 1 0,0 0 1,-10 4-1,13-4-35,-1 1 1,0 0-1,1 0 0,0 0 1,0 0-1,0 0 0,0 1 1,0-1-1,1 1 0,-1 0 1,1 0-1,0 0 0,-2 5 1,-1 2 118,0 1 1,1 0-1,0 0 1,1 0-1,1 0 1,0 0 0,0 1-1,1 24 1,1 228 1006,-1-264-1183,1 1 0,0 0-1,0-1 1,0 1 0,0 0 0,1-1 0,-1 1 0,0-1 0,1 1 0,-1-1 0,1 1 0,-1-1-1,1 1 1,0-1 0,0 1 0,0-1 0,-1 0 0,3 2 0,-1-2-4,0 1 0,1-1 0,-1 0 0,0 0 0,1 0 0,-1-1 0,1 1 1,-1 0-1,4-1 0,16 5-19,-1 0-338,1-1 0,-1-2 0,36 1 0,41-3-2911,-97 1 3087,1-1 0,0 0 0,-1 0-1,1 0 1,-1 0 0,1 0 0,-1 0 0,1-1-1,0 1 1,-1-1 0,1 1 0,-1-1 0,1 1-1,-1-1 1,0 0 0,1 1 0,-1-1-1,0 0 1,1 0 0,-1 0 0,0 0 0,0 0-1,0-1 1,0 1 0,0 0 0,0 0-1,0-1 1,0 1 0,-1 0 0,1-1 0,0 1-1,-1-1 1,1-2 0,3-5-816,15-39-4760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0 1 7443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7443,'526'-224'3936,"-444"194"-2263,-76 30-922,-11 7-60,4-7-634,-14 17 1071,1 0 0,1 1 1,-22 37-1,23-31-869,0 0 0,2 1 0,1 0 0,1 1 1,1 0-1,2 0 0,0 1 0,2 0 0,-1 37 0,4 268 1521,0-331-1778,0 0 0,0 0 0,0 0 0,0 1-1,1-1 1,-1 0 0,0 0 0,0 0 0,1 0 0,-1 0 0,0 0 0,1 0 0,-1 0 0,1 0 0,-1 0 0,1 0 0,0-1 0,-1 1 0,1 0 0,0 0 0,0 0-1,0-1 1,-1 1 0,1 0 0,0-1 0,0 1 0,0-1 0,0 1 0,0-1 0,0 1 0,2-1 0,3 1-27,0 0 1,0-1 0,1 1-1,-1-2 1,6 0-1,11 0-232,-22 1 238,0 0-1,0 0 1,0 0 0,0 0-1,0 0 1,0 0-1,0-1 1,0 1-1,0 0 1,0-1 0,0 1-1,0-1 1,0 1-1,-1-1 1,1 1-1,0-1 1,0 0 0,0 1-1,-1-1 1,1 0-1,0 0 1,-1 0 0,1 1-1,0-3 1,4-4-67,-1 0 0,0 0 0,-1-1 0,0 0 0,0 1 1,0-1-1,1-9 0,10-68-534,-9 48 337,-1 11 76,5-32-966,3-84-1,-12 48-160,0 54 3226,8 42-862,-3 18-699,1-1-192,1-1 1,1 0-1,11 16 1,15 36 99,3 28-124,-36-94-151,0-1 0,0 1 1,0-1-1,1 1 0,0-1 0,0 0 1,0 0-1,0 0 0,0 0 0,0 0 0,5 4 1,-4-4-1041,-3-35-4355,0-60-409,0-32-2407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9348,'0'0'9370,"25"104"-7991,79 331-432,-85-360-470,8 85 0,-22-118-262,-3-30-140,1 1-1,8 20 1,-8-26-60,-1 0 1,0 0 0,0 0-1,-1 0 1,2 12-1,-3-14-87,0-31-1168,0-379 1080,-1 394 213,2 1 0,-1-1 1,1 0-1,1 0 0,4-15 0,-5 22-33,1 1-1,-1 0 1,1 0-1,-1 0 0,1 0 1,0 0-1,0 0 1,1 0-1,-1 1 0,1-1 1,-1 1-1,1-1 1,0 1-1,-1 0 0,1 0 1,0 0-1,1 1 1,4-3-1,7-1 78,0 0 1,1 1-1,-1 1 1,1 1-1,21-1 0,83 3-237,-54 2-1232,-61-2 592,8 0-5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7491,'0'0'11744,"6"11"-10274,19 41 30,-24-51-1453,0 1 0,0-1 0,-1 1 0,1-1 0,-1 1 0,0 0 1,1-1-1,-1 1 0,0 0 0,0-1 0,0 1 0,0 0 0,0-1 0,-1 1 0,1 0 0,0-1 1,-1 1-1,1-1 0,-1 1 0,0 0 0,1-1 0,-1 1 0,0-1 0,0 0 0,-1 2 0,-15 15 280,-1-2-1,0-1 0,-1 0 0,-28 16 1,-29 24 229,50-32-497,1 2 1,2 0-1,0 2 0,-24 37 0,33-39-86,-6 9-143,-1-13-723,20-21 765,1 1 0,0-1 1,0 0-1,-1 0 0,1 1 0,0-1 0,-1 0 0,1 0 0,0 0 1,-1 1-1,1-1 0,0 0 0,-1 0 0,1 0 0,-1 0 0,1 0 0,0 0 1,-1 0-1,1 0 0,0 0 0,-1 0 0,1 0 0,-1 0 0,1 0 1,0 0-1,-1 0 0,1 0 0,-1 0 0,0-3-517,0 0 0,0 0 0,1 1 0,-1-1-1,1 0 1,0 0 0,0 0 0,0 1 0,0-1 0,0 0 0,1-3 0,0-23 469,-1-58-5677,0-5-1428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11701,'47'0'3138,"-9"34"-2306,10-25-79,-1 16-449,-18 1-160,9-26-64,-29 9 96,1-9-176,-10-26-8356,0 9 1393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8068,'0'0'8537,"28"120"-8110,89 388 472,-72-242 171,-18 348 1319,-24-419-2049,13 727 500,-13-217 116,-5-383-698,2-321-276,2-31-6543,-3-1 4285,0-5 118,1-64-4322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0 784,'0'0'15133,"23"117"-12916,80 391-817,15 72 361,-67-194-987,-41-290-593,-5-55-95,17 242 703,-22-125-215,-19-397-1413,0 0 611,19 23 180,0 212 48,0 1-1,1-1 1,-1 1 0,1-1 0,-1 1 0,1-1 0,0 1 0,1 0 0,-1-1 0,0 1 0,1 0-1,0 0 1,-1 0 0,1 0 0,1 0 0,-1 1 0,0-1 0,1 1 0,-1-1 0,1 1 0,-1 0-1,1 0 1,0 0 0,0 0 0,0 0 0,1 1 0,-1 0 0,0-1 0,0 1 0,1 0 0,4 0 0,13-3 1,0 1 1,0 2-1,0 0 1,28 2-1,-11 0 16,-31-1-6,0-1-1,0 2 1,0-1 0,0 1-1,0 0 1,0 0 0,-1 1-1,1 0 1,0 0 0,-1 0-1,1 1 1,-1 0 0,0 1-1,1-1 1,-2 1 0,11 8-1,-3 1 80,1 1 0,-2 1 0,0 0 0,0 1-1,15 29 1,-20-32-44,-1 0 0,0 0 0,-1 1 0,0 0 0,-1 0 0,-1 0 0,-1 0-1,0 1 1,1 14 0,-3 95 69,0-122-112,0 1 0,0-1 0,-1 0-1,1 1 1,0-1 0,-1 0 0,0 0 0,1 1 0,-1-1 0,0 0-1,0 0 1,0 0 0,0 0 0,-1 0 0,1 0 0,0 0 0,-3 2 0,-1 0 0,0-1 0,1 0 0,-1 0 0,0 0 1,-8 3-1,-1 1 3,-9 4 36,-1-1 1,0-1-1,-1-1 0,0-2 0,-43 7 0,6-6-2040,-77-3 0,139-9-293,0-91-6201,0 35 3540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7075,'0'0'13206,"513"51"-12886,-418-51 161,-28 0-161,0 0-176,-20 0-144,10 0-96,-9 0-1217,-48-86-1520,0 18-3282,0 0-5074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8308,'0'0'8452,"19"103"-7292,62 331-418,-42-205-92,-27-92 9,-11-119-586,18 460 2365,-19-457-2385,1 0 0,1 0 0,8 37-1,-9-52-58,1 0-1,0 1 0,0-1 0,0 0 0,1 0 0,0-1 0,0 1 1,1 0-1,-1-1 0,1 0 0,0 0 0,1 0 0,-1-1 0,1 1 1,9 6-1,2-8-375,15-2-436,42 1-1020,-69-2 1632,1 0 0,0 0 0,-1-1 0,1 0 0,0 1 0,-1-1 0,1-1 0,-1 1 0,1-1 0,4-2 0,-7 1-86,1 0 1,-1 0-1,0-1 1,0 1-1,0-1 1,0 1-1,0-1 1,-1 0-1,0 0 1,0 1-1,0-1 1,1-5-1,7-59-4114,-8 62 3881,2-100-6673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8164,'0'0'10762,"20"99"-10012,64 316-145,-58-264-178,-23-85 26,-3-39-284,0 64-585,0-893-1497,0 795 1920,-1-8-4,2-1 0,0 0 0,3-15 0,-3 28 10,-1 0-1,1 0 1,0 0 0,0 0-1,0 0 1,0 0 0,1 1-1,-1-1 1,1 0 0,0 1-1,0-1 1,0 1 0,0-1-1,0 1 1,0 0 0,1 0-1,-1 0 1,1 0 0,-1 0-1,4-1 1,-2 2 107,-1 0 0,1 0 0,0 0 0,-1 1-1,1-1 1,0 1 0,0 0 0,0 0 0,0 0 0,5 2-1,3-1 247,-11-2-329,0 1 1,0 0-1,1 1 1,-1-1-1,0 0 0,0 0 1,1 1-1,-1-1 1,0 0-1,0 1 1,0-1-1,0 1 1,1-1-1,-1 1 1,0 0-1,0 0 1,0-1-1,0 1 1,0 0-1,1 2 1,10 12 176,0 0 0,-1 1 0,-1 1 0,0-1 1,-2 2-1,12 28 0,32 122 360,-44-127-556,-2 0 0,-1 1 0,-2 72 0,-3-110-595,-18-5-11852,-31-6 3102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7940,'0'0'12549,"219"25"-11620,-134-25-97,-18 0-288,-10 9-287,28 8-209,-28-17-48,0 0-385,0 0-911,-38 0-1618,-19-26-14101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7555,'0'0'12350,"26"62"-11699,80 204 0,-96-239-489,-1-1 0,-1 2 0,-1-1 1,-1 1-1,-2 0 0,-1 0 0,0 35 0,-2-23 62,7 344 1366,-8-381-1473,-2-18-272,1 1 0,0 0 0,3-22 0,0-11 26,-12-433 67,10 203 38,0 274 45,0-18 212,1 21-211,0-1-1,1 1 1,-1 0 0,0 0 0,0 0 0,0 0 0,0 0 0,1 0 0,-1 0 0,0 0 0,0 0 0,0 1 0,1-1 0,-1 0 0,0 1 0,0-1-1,0 1 1,0-1 0,0 1 0,0 0 0,0-1 0,0 1 0,0 0 0,0 0 0,-1 0 0,2 1 0,12 20 83,-2 1 0,0 0 0,-2 0 0,12 37 0,37 122 229,-39-123-283,-10-16-22,-9-35-21,2-13-101,-3 5 93,3-5-47,-1 0 1,0-1 0,0 1 0,0 0 0,-1 0 0,2-7 0,28-208-381,-16 138 296,-8 37 57,2 0 0,1 1 0,24-59 0,-24 77 74,-6 15 2,0 1 0,1-1 0,11-18 0,-14 27 10,0 0 1,0 0-1,0 1 1,1-1-1,-1 0 1,0 1-1,1 0 0,-1 0 1,1-1-1,-1 1 1,1 1-1,-1-1 1,1 0-1,0 1 0,-1-1 1,1 1-1,0 0 1,-1 0-1,1 0 0,0 0 1,0 0-1,-1 1 1,1-1-1,0 1 1,-1 0-1,1 0 0,-1 0 1,1 0-1,-1 0 1,1 0-1,3 4 1,3 4 5,-1 1 1,0 0-1,0 0 1,-1 1 0,-1 0-1,8 16 1,31 83 15,-34-83-30,28 52-141,-27-58-291,-1 0 0,9 27 0,-17-40-364,-1 1 0,0-1 1,0 1-1,-1 0 0,0 13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51 214 13510,'0'0'8300,"26"73"-8188,82 225 69,-73-220-83,-17-53-6,-15-23-77,0 0 0,0-1 0,0 1 0,0 0 1,0-1-1,0 0 0,0 0 0,0 1 0,0-2 0,1 1 0,-1 0 0,0-1 1,6 1-1,41-4-42,-41 1 10,-7 2 8,-1 0 0,1 0 0,0 0 0,-1-1 0,1 1 0,-1 0 0,1-1 1,0 0-1,-1 1 0,1-1 0,-1 0 0,0 0 0,1 0 0,-1 0 0,0 0 0,1 0 0,-1 0 0,0 0 0,0-1 0,0 1 0,0 0 1,0-1-1,0 1 0,-1 0 0,2-3 0,3-10-53,0 0-1,-1-1 1,-1 0 0,0 0-1,-1 0 1,0-21 0,-2-114-313,-2 78 313,1-122-159,0 190 223,1-1 0,0 1-1,-1 0 1,0 0 0,0 0 0,0 0-1,0 0 1,-1 0 0,0 0 0,0 0-1,0 0 1,0 1 0,0-1 0,-1 1-1,0-1 1,1 1 0,-1 0 0,0 0-1,-1 1 1,-5-6 0,-3 2 33,1 1 1,-1 0 0,1 1-1,-2 0 1,-17-3-1,4 0 51,-7 1-3,0 1 0,0 2 0,-57 1-1,82 2-117,6 0-2,1 0-1,-1 0 0,0 1 1,0-1-1,1 0 0,-1 1 0,0-1 1,1 1-1,-1 0 0,0-1 1,1 1-1,-1 0 0,1 0 1,-1 0-1,1 0 0,-1 0 0,1 0 1,0 0-1,0 1 0,0-1 1,-1 0-1,1 1 0,0-1 1,1 1-1,-1-1 0,0 1 0,0 0 1,1-1-1,-1 1 0,1 0 1,-1-1-1,0 4 0,0 5-262,0 1 0,1-1-1,0 1 1,2 14 0,-1-3-394,-1 89-5831,0-65 1285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566 223 8980,'0'0'9178,"-59"-4"-8743,-186-13 506,131 12 284,108 5-1176,0 0 1,0 1-1,0-1 1,1 1-1,-1 0 1,0 1-1,1-1 1,-1 1-1,1 0 1,-1 1-1,1-1 1,0 1-1,0 0 1,0 0-1,0 1 1,1-1-1,-1 1 1,1 0-1,0 0 1,0 1-1,1-1 1,-1 1-1,1 0 0,0 0 1,0 0-1,0 0 1,1 0-1,0 1 1,0-1-1,-2 12 1,0 4-46,1 1 0,2-1 1,0 1-1,3 38 0,0-12-1,-2-42-1,0 0 0,1 0 0,-1-1 0,1 1 0,1 0 0,-1 0-1,1-1 1,0 1 0,0-1 0,0 1 0,1-1 0,0 0 0,0 0 0,0 0 0,1-1 0,0 1 0,-1-1 0,2 0 0,-1 0 0,7 5 0,-3-4 0,0 0 1,0-1 0,0 0 0,1 0 0,0-1-1,-1 0 1,1-1 0,0 1 0,0-2 0,1 0 0,-1 0-1,12 0 1,23 1-106,-29-1-44,1 0 0,-1-1 0,1-1 0,18-2 0,-29 2 90,0-1 0,0 1 0,-1-1 1,1 1-1,-1-1 0,1-1 0,-1 1 0,0-1 0,0 1 1,0-1-1,0 0 0,0-1 0,-1 1 0,1-1 0,-1 1 1,0-1-1,0 0 0,2-5 0,3-6-289,-1-1 0,0 0 1,-1 0-1,-1-1 0,-1 1 0,0-1 0,2-33 1,-4-135-4056,-3 101 1558,1-78-3909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11157,'0'0'9332,"142"787"-8867,-94-522-65,-29 1 0,0-18 288,-10-51 1,-9-52-545,10-51-144,-1-34-224,1-51-1073,-20-52-15239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77 439 9236,'0'0'7318,"84"3"-7166,253-5 200,-330 2-329,-1-1-1,0 1 0,0-1 0,0-1 0,0 1 0,-1-1 0,1 0 0,0 0 0,-1-1 0,1 0 0,6-4 0,-10 5-4,-1 0 0,1 1 0,-1-1 1,0 0-1,0 0 0,0 0 0,0 0 0,0 0 0,0 0 0,0 0 0,0 0 0,-1 0 0,0 0 0,1 0 0,-1-5 0,0 7-17,7-69 309,-4-74 0,-3 126-313,0 9-23,0 1 0,-1 0 0,1 0 1,-2 0-1,1-1 0,-1 1 1,0 0-1,0 1 0,-1-1 0,0 0 1,-3-6-1,2 8 2,1 1-1,0 0 1,-1 0 0,0 0 0,0 0-1,0 1 1,0 0 0,-1-1 0,1 1 0,-1 1-1,0-1 1,0 1 0,0 0 0,-9-3-1,2 3 69,-1-1-1,1 2 0,-1 0 1,0 0-1,-18 3 0,1-2 226,20 0-98,-1 1 0,1 0 0,-1 0 1,1 1-1,-1 0 0,1 0 0,0 1 1,0 1-1,0 0 0,1 0 0,-17 11 1,12-5 39,1 1 0,0 1 0,1 0 0,0 0 0,1 1 0,-10 15 0,-2 3 196,2 1 0,1 1 0,-19 44 0,31-57-211,0 0 0,1 1 1,2 0-1,0 0 1,1 0-1,1 0 0,0 31 1,3-2 19,2 94 205,-2-139-413,1 0-1,0 1 0,0-1 1,1 0-1,-1 0 1,1 0-1,0 0 0,1 0 1,-1 0-1,1 0 0,0-1 1,0 1-1,0-1 0,1 0 1,0 0-1,0 0 1,0-1-1,0 1 0,0-1 1,1 0-1,6 4 0,6 1 35,1 0 0,0-1 0,0-1-1,35 8 1,13-2 35,123 8-1,70-15-266,-225-5 118,1 0-78,87-4-743,-110 3 649,-1-1-1,1 0 1,0-1-1,-1 0 1,1-1-1,-1 0 1,21-12-1,-24 11-87,-1-1 1,1 0-1,-1 0 0,0-1 1,0 0-1,-1 0 0,0 0 0,-1-1 1,1 0-1,-1 0 0,4-10 1,-3 1-1053,0 0 1,-1-1 0,0 1 0,2-29-1,-6 45 1265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8707 6483,'0'0'6675,"27"-101"-5936,85-327-184,-37 91 567,-72 319-1033,53-612 3471,-33 267-2547,39-208-117,6-31-207,56-226 82,-51 235-225,0 2-183,-2 65-165,-30 218-94,14-247 120,-48 428-181,26-795 146,-33 819-175,8-562 23,-6 360 119,-2 188-69,0 116-66,0 1 0,0 0 1,0 0-1,0 0 1,1 0-1,-1-1 1,0 1-1,0 0 0,0 0 1,1 0-1,-1 0 1,0 0-1,0 0 1,0 0-1,1 0 0,-1 0 1,0-1-1,0 1 1,1 0-1,-1 0 1,0 0-1,0 0 1,1 0-1,-1 1 0,0-1 1,0 0-1,0 0 1,1 0-1,-1 0 1,0 0-1,0 0 0,1 0 1,-1 0-1,0 0 1,0 1-1,0-1 1,0 0-1,1 0 0,-1 0 1,0 0-1,0 1 1,0-1-1,0 0 1,0 0-1,1 0 0,-1 1 1,0-1-1,0 0 1,0 0-1,0 0 1,0 1-1,0-1 1,0 0-1,0 0 0,0 1 1,0-1-1,0 0 1,0 0-1,0 1 0,1 40 53,1-23-64,-1 0 0,-1 0-1,-1 0 1,0 0 0,-2-1-1,-7 32 1,8-45-5,-1 0-1,1 1 1,-1-1 0,0 0-1,0 0 1,-7 6 0,-12 17 13,14-15-4,-2-1 0,0 0 1,0 0-1,-1-1 1,0-1-1,-16 11 1,13-10-20,-11 8 13,-44 23 0,11-7 5,22-13 6,-57 24 0,-15 8-43,95-44 11,-1-1 0,2 2 0,-1 0 0,2 0 0,-20 22 0,3 6-205,23-30 137,-1 0 0,0 0-1,0-1 1,0 0 0,-1 0 0,0 0 0,-9 6 0,16-13 43,-7 4 124,7-1-250,8-2-686,914-1 799,-915 0 97,-7-12 20,1-57-14,1 34-50,-2-1 0,-1 0 0,-2 1 0,-1-1 0,-10-38 0,-1 33 9,-2 1-1,-30-52 1,7 14-5,-20-36-31,45 88-17,14 23-110,0 0 0,0-1-1,0 1 1,0-1 0,0 1 0,1-1-1,-1 1 1,1-1 0,0 0-1,1-5 1,-1 2-1030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1 5410,'0'0'9810,"-3"7"-8964,-4 3-198,0 0-1,-1 0 1,0 0-1,0-1 1,-1-1-1,0 0 0,-1 0 1,0 0-1,-16 8 1,6-2-284,0 1 0,1 1 0,0 1 0,-27 32-1,-57 84-278,101-129-73,-66 87-10,26-38 12,2 2 1,-53 98-1,87-141-13,0 0 0,-1-1 0,0 0 0,-13 15 0,20-25-22,-1 0 0,0 0-1,1 0 1,-1 0 0,0 1-1,1-1 1,0 0-1,-1 0 1,1 1 0,0-1-1,0 0 1,-1 1 0,1-1-1,0 0 1,0 1 0,0-1-1,1 0 1,-1 1 0,0-1-1,1 0 1,-1 0 0,0 1-1,1-1 1,-1 0 0,1 0-1,0 0 1,-1 1 0,1-1-1,0 0 1,1 2 0,8 4 5,1 1 0,-1-2 0,1 1 0,0-1 0,0-1 0,1 0 0,-1-1 0,1 0 0,14 3 0,-5-1 16,213 59 10,-89-27-4,131 20 56,-224-49-52,-49-8-6,-3-1-3,0 0 0,1 0 0,-1 0 0,0 0 0,0 1-1,1-1 1,-1 0 0,0 0 0,0 0 0,1 0-1,-1 0 1,0 0 0,1 0 0,-1 0 0,0 0 0,1 0-1,-1 0 1,0 0 0,0 0 0,1 0 0,-1 0-1,0 0 1,1 0 0,-1 0 0,0 0 0,0 0 0,1 0-1,-1-1 1,0 1 0,0 0 0,1 0 0,-1 0-1,0 0 1,0-1 0,1 1 0,-1 0 0,0 0 0,0-1-1,0 1 1,0 0 0,1 0 0,-1-1 0,0 1-1,0 0 1,0-1 0,0 1 0,0 0 0,0 0 0,0-1-1,0 1 1,0 0 0,0-1 0,0 1 0,0 0-1,0-1 1,1-127-15,-3-189-118,-1 298 136,0 0 0,-1 1 0,-1-1 0,0 1 1,-2 0-1,0 0 0,-1 1 0,0 0 1,-2 0-1,0 1 0,-14-17 0,13 16-59,11 15 9,-1 0-1,0 1 0,0-1 1,0 0-1,0 1 1,0-1-1,0 1 1,0-1-1,0 1 0,0 0 1,-1-1-1,1 1 1,-1 0-1,1 0 1,-1 0-1,1 0 1,-1 0-1,1 1 0,-1-1 1,0 0-1,0 1 1,1-1-1,-1 1 1,-2-1-1,3-16-1797,1 1 543,1 13 897,-1 0 1,1 0-1,-1 0 1,0 0 0,0 0-1,0 0 1,0 0 0,-1 0-1,1 0 1,-1 0 0,0 0-1,0 1 1,0-1 0,0 0-1,-2-3 1,0 5-248,0-1-1,0 0 1,0 1 0,0 0-1,0 0 1,-1 0 0,-6-1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2673,'0'0'14572,"-3"60"-14078,-31 419 520,4 464 1812,13-220-1872,4-344-593,-7 134 286,-121 840 741,126-1256-1323,-26 201 94,11-91-101,23-174-40,-2 1-1,-1-1 0,-26 57 1,25-60-26,10-24-366,2-58-2587,-2 14 1659,1 38 1302,6-148-5170,26-42-2052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875 591 9364,'0'0'10544,"-24"45"-10131,-82 151 46,90-169-265,0-1 0,-2-1 0,-2-1 1,-43 44-1,30-34-10,-83 75 471,-130 96-1,234-196-661,-17 14 12,2 0-1,1 2 0,0 1 0,-29 40 1,45-53-11,9-10 1,-1 0 0,0-1 0,0 1-1,0 0 1,0-1 0,0 0 0,0 0 0,-1 1 0,0-1 0,-4 3 0,4-4-59,14-1-1008,85 1 935,6 1 143,0-4-1,109-17 1,-70-3 11,0 6 1,151 4 0,-291 12-20,0 0 0,0 0 0,0 0 0,0 0 0,-1 0 0,1 0 1,0 0-1,0 0 0,0 0 0,0-1 0,0 1 0,0 0 0,0-1 0,0 1 0,-1 0 0,1-1 0,0 1 0,0-1 0,-1 1 0,1-1 0,0 0 0,0 1 1,-1-1-1,1 0 0,-1 1 0,2-2 0,0-30-185,-2 18 162,1-69 26,-2-94 157,-1 149-138,-1 1 1,-1 0-1,-1 0 1,-12-35-1,-2 7-12,-3 1 0,-1 1 0,-32-51 0,34 71-193,1-1-1,3 0 1,0-1-1,2-1 1,2-1-1,1 0 0,2 0 1,-9-74-1,9-73-3071,10 169 2519,-1 0 0,0 0 1,-1 1-1,-1-1 0,0 0 1,-1 1-1,-7-17 0,-2-1-3381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0 7187,'0'0'9306,"0"82"-7897,0 263 87,0-202-548,-2 30 567,-4-96-721,-29 134 0,10-81-411,-69 811 858,67-685-1007,5-71 167,20-166-365,-50 429 699,19-163-455,16-125-150,-10 65-41,-22 125 206,23-153-70,13-9-100,-5 26 203,-2-126-209,12-53-50,-9 64 0,6 190-11,11-287-76,2-15-3800,-2 1 1684,0-26 0,-2 5-78,2-42-4133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10821,'0'0'11381,"-161"565"-11365,142-497 64,-19-8-48,28-26 48,1-8-80,9-86-10469,0-17 4035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5859,'-63'186'5386,"61"-180"-5018,-1 0 0,2 0 1,-1 1-1,1-1 0,0 0 0,0 1 0,1-1 0,0 9 1,0-14-295,0 0 1,1 0-1,-1 0 1,0 0-1,1 0 0,-1 0 1,0 0-1,1-1 1,-1 1-1,1 0 1,0 0-1,-1-1 1,1 1-1,0 0 1,-1-1-1,1 1 1,0 0-1,0-1 1,0 1-1,-1-1 1,1 1-1,1-1 0,40 21 421,1-3-1,0-1 0,67 16 0,-90-28-279,1 0-1,0-1 1,1-1-1,28 0 1,-48 17 441,0 87 633,-2 84-426,-2-159-797,-1 0 0,-2 0-1,-17 58 1,16-71-75,-61 218-927,64-220 600,0 1-1080,-1 0 0,-1-1 0,-12 30 0,-10 17-5547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8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18097,'-266'771'0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5779,'0'0'13547,"0"14"-12274,0 53 396,0-28 3110,0-37-4761,0-1 1,1 1-1,-1 0 1,0-1-1,1 1 0,0 0 1,-1-1-1,1 1 0,0-1 1,0 1-1,0-1 0,0 0 1,0 1-1,0-1 1,0 0-1,0 0 0,1 1 1,-1-1-1,1 0 0,-1 0 1,0-1-1,1 1 0,0 0 1,-1 0-1,3 0 1,12 6 69,0-1 0,29 8 1,22 6 118,-49-13-153,237 75 372,-156-62-316,152 10 1,112-14 273,-176-10-263,470 9 84,3607-15 574,-4262-1-773,0 1 0,0 0 0,0 0 0,0-1 0,0 1 0,0-1 0,1 0 0,-1 0 0,-1 1 0,5-3 0,-4 1 3,0 1 1,1 0-1,-1 0 0,1 0 0,-1 0 1,1 0-1,-1 1 0,1-1 1,-1 1-1,6-1 0,198 1 42,-204 1-66,1-1 1,-1 0-1,0 0 1,0 0-1,1 0 0,-1-1 1,0 1-1,0-1 1,1 1-1,-1-1 0,4-2 1,9 0-699,-13 3 320,-2-187-13277,0 117 5546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5827,'0'0'18189,"46"59"-17919,-46-59-270,195 239 125,-182-223-115,2-1-1,0 0 1,23 16-1,-32-27-6,0 0 0,0-1 0,1 0 0,-1 0 0,12 3 0,13 7 11,28 21 247,-59-34-251,1 1 1,-1-1-1,0 0 1,1 1-1,-1-1 0,0 0 1,1 1-1,-1-1 0,0 0 1,0 1-1,1-1 1,-1 0-1,0 1 0,0-1 1,0 1-1,1-1 1,-1 1-1,0-1 0,0 0 1,0 1-1,0-1 0,0 1 1,0-1-1,0 1 1,0-1-1,0 1 0,0 0 1,1 88 751,2-34-654,-4 0 0,-7 59 0,5-99-95,0-1 0,-1 0 0,-1 0 0,0 0 0,-1 0 1,-1-1-1,0 0 0,0-1 0,-1 1 0,-18 19 0,-6 3 36,-73 59 0,46-43-6,27-22-167,14-11 226,-2-1 1,-36 25-1,48-37-281,0 0-1,-1-1 0,0 0 1,0-1-1,0 0 0,0 0 1,-1-1-1,1 0 1,-1-1-1,-18 1 0,28-2 180,-2 0-124,1 0-1,-1 0 0,1 0 0,0 0 1,-1 0-1,1 0 0,-1-1 0,1 1 1,-1 0-1,1-1 0,0 1 1,-1-1-1,1 1 0,0-1 0,0 0 1,-1 0-1,1 0 0,0 1 1,0-1-1,0 0 0,0 0 0,0-1 1,-1 0-1,-3-8-984,1-1-1,1 1 1,-1-1 0,-2-19-1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55 7587,'0'0'14116,"-16"84"-13449,-52 275 134,47-251-404,-15 111 1006,31-174-932,-1-1-1,-21 72 1,5-10 62,19-101-499,0-8-124,-2-21-95,5 21 186,-32-324-679,29-14 288,3 264 324,0 65 56,0 0 0,1 0 0,4-18-1,-4 26 10,0-1-1,1 1 0,-1 0 0,1 0 1,0 0-1,0 0 0,0 0 1,1 1-1,0-1 0,-1 1 1,7-7-1,3 4-10,-12 6 13,1 1 1,-1-1 0,1 0 0,-1 0 0,1 0-1,-1 0 1,1 1 0,-1-1 0,1 0-1,-1 1 1,0-1 0,1 0 0,-1 1 0,1-1-1,-1 1 1,0-1 0,1 0 0,-1 1-1,0-1 1,0 1 0,1-1 0,-1 1 0,0-1-1,0 1 1,0-1 0,1 1 0,-1-1-1,0 1 1,0-1 0,0 1 0,0 0-1,0-1 1,0 1 0,0-1 0,0 1 0,0-1-1,-1 1 1,1-1 0,0 2 0,26 298 424,-6-134-313,-20-141-98,0-23-13,-1 1 0,1 0 0,0 0 0,0-1 0,1 1-1,-1 0 1,1-1 0,-1 1 0,2 2 0,6-2 17,-3-3-26,-4 0 3,0 1 0,0-1 0,-1 0 1,1 0-1,0 0 0,0 0 0,0 0 0,0 0 0,-1-1 0,1 1 0,0 0 0,0 0 0,0 0 0,-1-1 0,1 1 0,0-1 1,0 1-1,-1 0 0,1-1 0,0 1 0,-1-1 0,1 1 0,-1-1 0,1 0 0,0 1 0,-1-1 0,0 0 0,1 1 0,-1-1 0,1 0 1,-1 0-1,0 1 0,1-1 0,-1-1 0,16-44-187,13-60 0,-18 64 133,-7 23 39,69-222-53,15 42-11,-43 100 67,-44 98 18,0 0 1,-1 0-1,1 0 0,-1 0 0,1 0 0,0 0 0,0 1 0,0-1 1,-1 0-1,1 0 0,0 1 0,0-1 0,0 0 0,0 1 0,0-1 0,0 1 1,1-1-1,-1 1 0,0 0 0,0-1 0,0 1 0,0 0 0,0 0 1,1 0-1,-1 0 0,0 0 0,0 0 0,0 0 0,0 0 0,1 0 1,0 1-1,0 0 5,1-1 0,-1 1 1,0 0-1,0 0 0,0 0 1,0 0-1,0 1 1,0-1-1,0 1 0,0-1 1,-1 1-1,1-1 0,0 1 1,-1 0-1,0 0 0,1 0 1,-1 0-1,2 3 0,11 31 97,-2 0 0,10 49 0,12 86 22,-28-118-137,-1 98 0,-5-127-90,0-18-459,2-6 376,0 0 0,0-1 0,0 1 0,-1 0 0,1-1 0,0 1 0,0-1 0,0 1 0,-1-1 0,1 0 0,0 0 0,-1 0 0,1 0 0,-1 0 0,1 0 0,-1 0 0,1 0 0,-1-1 0,0 1 0,1-1 0,-1 1 0,0-1 0,0 1 0,0-1 0,0 0 0,-1 1 1,1-1-1,0 0 0,-1 0 0,1 1 0,0-4 0,0-5-504,1-1 0,-1 0 0,-1 0 0,0-14 1,0 10-525,0-87-5984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0 7940,'0'0'12010,"-25"86"-11948,-77 264-35,96-331-23,1 0 1,0 1 0,1-1 0,-1 33 0,4-19 23,0-10 183,4 40 0,-2-60-196,0-1-1,-1 0 0,1 1 0,0-1 0,0 0 1,0 0-1,0 0 0,0 0 0,1 0 1,-1 0-1,1 0 0,-1-1 0,1 1 0,0 0 1,0-1-1,-1 1 0,1-1 0,0 0 0,0 1 1,4 0-1,7 4 7,-1-1 0,24 5 0,-12-4-9,193 44 127,-184-42-120,3 1-14,-35-9-3,0 1-1,1-1 1,-1 1 0,1 0 0,-1-1 0,0 1 0,0 0 0,0 0 0,1 0 0,-1 0 0,0 0 0,0 0 0,0 0 0,-1 1 0,1-1-1,0 0 1,1 3 0,0 4 77,-1 0 1,0 0-1,0 0 0,-1 0 0,0 0 0,-2 16 0,1-2 160,0-19-211,1 1 0,0-1 0,-1 0 0,0 0 0,1 0 0,-1 0 1,-1 0-1,1 0 0,0 0 0,-1 0 0,1 0 0,-1 0 0,0-1 0,-3 5 1,0-2 14,-1 0 1,1 0 0,-1 0 0,0-1 0,0 0 0,-8 5 0,1-3-3,1-1 1,-1 0 0,1 0 0,-1-1 0,-1-1 0,-20 3-1,-152-4 24,104-3-300,71 1 106,1 0 0,-1 0 0,1-2 0,-19-3 0,24 3 23,0 0 0,0 0 1,-1-1-1,2 1 0,-1-1 1,0 0-1,1-1 0,-1 1 1,1-1-1,0 0 0,-5-5 1,-2-5-398,0-1 0,1-1 1,0 1-1,1-1 0,1-1 0,-7-21 1,-27-106-4694,33 111 3383,-19-73-5769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0 976,'-171'128'9973,"190"-119"-6611,38 8-2274,0-17-896,19 0-192,-19 0-32,-29 0-96,20 0-784,-19 0-1329,-20 0-1121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77 241 9252,'0'0'6091,"39"4"-5931,5 1-141,75-1-1,-116-4-16,0 0-1,0-1 1,0 1-1,0-1 1,0 1-1,0-1 1,0 0-1,0 0 0,0 0 1,0 0-1,-1-1 1,1 1-1,0-1 1,-1 0-1,0 0 1,1 0-1,-1 0 0,0 0 1,0 0-1,3-5 1,-3 2 8,0 1 1,0-1 0,0 0-1,-1 0 1,0 0 0,0 0-1,-1 0 1,1-8 0,0 5 15,1-99 290,-3 65-198,1 42-114,0-1 0,0 1-1,0-1 1,0 1 0,0-1-1,0 1 1,0-1 0,0 1-1,-1-1 1,1 1 0,0-1-1,0 1 1,-1-1 0,1 1-1,0-1 1,-1 1 0,1-1-1,0 1 1,-1 0 0,1-1-1,-1 1 1,1 0 0,0-1-1,-1 1 1,1 0 0,-1-1-1,1 1 1,-1 0 0,1 0-1,-1 0 1,1 0 0,-2-1-1,-19 1 24,14 1 4,-16-2 37,4 1 367,-1 0 0,-33 6 0,47-5-342,0 0 0,0 1 0,0 0 0,1 0 0,-1 1 0,0-1 0,1 1 0,0 0 0,-1 1 0,1-1 0,1 1 1,-9 8-1,0 4 302,1 1 1,1 0-1,0 1 1,-10 24 0,10-21 19,5-7-127,0 0 0,0 0 0,1 1 1,1 0-1,1 0 0,-3 21 0,2 89 624,5-92-827,-2-24-42,1 1 0,1 0 0,0 0 0,0-1 0,1 1 0,0-1 0,1 1 0,5 11 0,-5-15-29,0-1 0,1 1-1,-1-1 1,1 0 0,1 0-1,-1-1 1,1 1 0,-1-1 0,1 0-1,0 0 1,1-1 0,-1 0 0,7 4-1,0-2-11,1 1 0,-1-2 0,1 1 1,0-2-1,0 0 0,19 2 0,80-1-196,-96-4 125,-6 1-45,-1-1 1,1-1-1,-1 0 0,1 0 0,-1-1 0,1 0 0,-1 0 0,0-1 0,0 0 0,0-1 1,0 0-1,8-6 0,-8 3-90,0-1 0,-1 0-1,0 0 1,0-1 0,-1 0 0,0-1 0,0 1 0,-1-1 0,5-12 0,5-11-945,-1-1 1,-3 0-1,0-1 1,-2 0-1,9-67 1,-6-23-5015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1 318 7764,'514'-274'4418,"-491"263"-3878,-1 0 0,28-8 0,-50 19-500,0-1-1,1 1 0,-1 0 0,0 0 0,0 0 0,1 0 0,-1-1 0,0 1 0,1 0 0,-1 0 0,0 0 0,0 0 0,1 0 0,-1 0 0,0 0 0,1 0 0,-1 0 0,0 0 0,0 0 0,1 0 0,-1 0 0,0 0 0,1 0 0,-1 0 0,0 1 0,1-1 1,-1 0-1,0 0 0,0 0 0,1 0 0,-1 0 0,0 1 0,0-1 0,0 0 0,1 0 0,-1 0 0,0 1 0,0-1 0,0 0 0,1 0 0,-1 1 0,0-1 0,0 0 0,0 1 0,0-1 0,0 0 0,0 0 0,0 1 0,0-1 0,0 0 0,0 1 0,0-1 0,0 0 1,0 1-1,0-1 0,0 0 0,0 0 0,0 1 0,0-1 0,0 0 0,0 1 0,0-1 0,0 0 0,-1 0 0,1 1 0,0-1 0,0 0 0,-2 8 2945,2 49-1293,0-56-1641,0 1-1,-1-1 0,1 0 0,-1 0 1,0 1-1,1-1 0,-1 0 0,0 0 0,0 0 1,1 0-1,-1 0 0,0 0 0,0 0 1,0 0-1,0-1 0,-3 2 0,-23 16 237,14-11-107,-90 63 920,100-67-1055,0-1 1,1 1-1,-1 0 0,1 0 0,0 0 0,0 0 0,0 0 0,0 0 0,0 1 0,1-1 0,-1 1 0,1-1 0,0 1 0,0-1 0,-1 8 0,1 4 88,0 0 1,2 24-1,-1-15-142,0 9 34,-1-11 23,4 36-1,-2-55-45,-1 0 0,1-1 0,1 1-1,-1 0 1,0 0 0,0-1 0,1 1 0,0-1 0,-1 1 0,1-1-1,0 0 1,0 0 0,0 0 0,1 0 0,-1 0 0,0 0 0,1-1-1,-1 1 1,1-1 0,0 1 0,-1-1 0,1 0 0,0 0 0,0 0-1,0-1 1,5 2 0,9 1-5,0-1-1,0-1 1,23 0-1,-33-1 3,130 0-153,-137 0 154,1 0 0,0 0 0,0 0-1,0 0 1,0 0 0,0 0 0,0 0 0,-1 0 0,1 0 0,0 0 0,0 1-1,0-1 1,0 0 0,-1 1 0,1-1 0,0 0 0,0 1 0,-1-1 0,1 1-1,1 0 1,-2 9 32,-1-7 13,1 12 35,1-11-58,-1 0 0,0 0 0,0 1 0,-1-1 0,1 0 0,-1 0 1,-2 7-1,2-10-19,1 1 0,-1-1 0,0 1 0,0-1 0,-1 0 0,1 0 0,0 0 1,0 0-1,0 0 0,-1 0 0,1 0 0,-1 0 0,1 0 0,0-1 0,-1 1 0,1 0 1,-1-1-1,0 0 0,1 1 0,-1-1 0,1 0 0,-1 0 0,-2 1 0,-32 1 16,-1-1 0,-40-4 0,74 2-23,0 1-1,0-1 1,0 0 0,0 1 0,0-1 0,0-1 0,1 1 0,-1 0 0,0-1-1,1 1 1,-1-1 0,1 0 0,0 0 0,-1 0 0,1 0 0,0 0-1,0 0 1,0 0 0,1-1 0,-1 1 0,1-1 0,-1 0 0,1 1-1,-2-4 1,-1-7-33,0 0 0,1 0 0,1 0 0,-2-16-1,0 3-39,-6-57-65,4-1-1,5-89 1,1 101 98,0 71 45,1 0-1,-1 0 1,1 0-1,-1 0 1,1 0-1,-1 0 1,1 0-1,0 1 1,-1-1-1,1 0 1,0 0-1,0 1 1,0-1-1,0 0 1,0 1-1,-1-1 1,1 1-1,0-1 1,0 1-1,0-1 1,0 1-1,1 0 1,-1 0-1,0-1 1,0 1-1,0 0 1,0 0-1,0 0 1,0 0-1,2 1 1,52-2 14,-30 2 19,-20-1-26,0 1 1,-1 0-1,1-1 0,0 2 0,0-1 0,0 0 0,-1 1 0,1 0 0,0 0 0,6 5 0,42 33 73,-18-12-59,0-2-1460,73 39-1,-72-43-2236,-33-18 2624,1-1-1,-1 1 1,0 1-1,0-1 1,3 7-1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9396,'0'0'9391,"9"-7"-9164,28-19 325,-28 19 3482,-9 14-3548,0 50-338,13 328 27,7-69-109,-20-268-52,-1-42-13,1-5-1,0-1 0,0 1-1,0 0 1,0-1 0,0 1 0,0 0 0,0 0 0,0-1 0,0 1 0,0 0-1,0-1 1,1 1 0,-1 0 0,0-1 0,1 1 0,-1 0 0,0-1-1,1 1 1,-1-1 0,1 1 0,-1 0 0,1-1 0,-1 1 0,1-1 0,-1 1-1,1-1 1,0 0 0,-1 1 0,2 0 0,0 0-37,-2-12-390,-1-161 175,13-375-409,45 229 481,-50 285 189,-7 29-5,1-3 3,14 4-4,-13 3-7,0 0 0,0 0 0,0 0 1,0 0-1,0 1 0,0-1 0,0 1 0,0-1 1,0 1-1,0 0 0,0 0 0,0 0 0,-1 0 1,1 0-1,0 0 0,-1 0 0,3 3 0,1 2 8,-1-1-1,0 1 1,-1 0-1,1 0 0,4 13 1,186 513 343,-181-491-459,-13-84 43,7-52 0,-5 81 63,0 0 0,2 0 0,-1 0 1,2 0-1,0 1 0,0 0 0,13-22 1,-4 9 2,-12 22 3,0 0-1,0 0 0,0 0 0,0 1 0,1-1 0,-1 1 0,1-1 0,0 1 1,0 0-1,1 0 0,-1 0 0,5-3 0,-1 2-5,0-1 0,1 1 0,-1 0 0,1 1 0,0 0 0,0 0 1,0 0-1,0 1 0,0 0 0,1 1 0,-1 0 0,15 0 0,34 0-75,-16 0-41,64 5-1,-103-4 123,-1 0 0,1 1 0,-1-1 0,1 1 0,-1-1 0,1 1 0,0-1 0,-1 1 0,0 0 0,1 0 0,-1 0 0,0 0 0,1 0 0,-1 0 0,0 0 0,0 0 0,0 1 0,1 0 0,13 18-115,-1 0-1,-1 0 1,0 1-1,-2 1 1,-1 0-1,11 33 1,-17-41-794,11 46 426,-13-38-2897,-1 2-4022,-1-6 3433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6371,'0'0'10058,"41"51"-9647,125 157 122,-156-196-414,1 1-1,0-1 0,17 13 1,-27-24-97,0-1-1,0 1 1,0 0 0,1-1 0,-1 1 0,0 0-1,0-1 1,0 0 0,1 1 0,-1-1-1,0 0 1,1 1 0,-1-1 0,0 0 0,1 0-1,-1 0 1,0 0 0,0 0 0,3-1 0,6 0 109,46 1 37,-54 0-168,-1 0-1,1 0 1,-1 0 0,1 0 0,-1-1-1,0 1 1,1 0 0,-1-1 0,0 1-1,1-1 1,-1 0 0,0 1-1,1-1 1,-1 0 0,0 0 0,0 1-1,0-1 1,0 0 0,0 0 0,0 0-1,1-2 1,11-28 21,-7 13-7,0 1 14,0 0 0,-1-1-1,-2 0 1,4-28 0,-3-83 79,-3 101-108,1 19 4,-2-1 0,1 1 0,-1 0 0,-1-1 0,1 1 0,-2 0 0,1-1 0,-4-10 0,3 17 2,-1 0 0,1 0 0,-1 0 1,1 0-1,-1 1 0,0-1 0,0 1 0,0 0 0,0 0 0,0 0 0,0 0 0,-1 0 0,1 1 0,-1-1 0,1 1 0,-1 0 0,0 0 0,-5 0 0,-8-2 34,0 2 0,-31 1 0,25 0 47,21 0-79,0 0 0,-1 0 0,1 0 0,0 0 0,-1 1 0,1-1 0,0 1 0,0-1 0,-1 1 1,1 0-1,0 0 0,0 0 0,0 0 0,0 0 0,0 1 0,0-1 0,0 0 0,0 1 0,1 0 0,-1-1 0,1 1 0,-1 0 0,1 0 0,-1 0 0,1 0 0,-2 3 0,1 3-3,-1 0 0,1 0 0,1 0 0,0 0-1,-1 17 1,2-21-1,-3 292 265,4-171-162,24-124-474,7 1-338,-18-1 197,-1 0-1,1-1 0,15-2 0,-26 1 236,-1 1 1,1-1-1,0 1 0,-1-1 1,1 0-1,-1 0 1,1 0-1,-1 0 0,1 0 1,-1 0-1,0-1 1,0 0-1,1 1 0,-1-1 1,0 0-1,0 0 1,-1 0-1,1 0 0,0 0 1,-1 0-1,2-3 1,17-33-4508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19 3089,'0'0'12454,"-18"-4"-12118,-59-9 46,74 13-348,0-1-1,1 1 1,-1 0 0,0 0-1,0 0 1,1 0 0,-1 0 0,0 1-1,1-1 1,-1 1 0,0 0 0,1-1-1,-1 1 1,1 0 0,-1 1 0,1-1-1,-1 0 1,1 1 0,0 0 0,0-1-1,0 1 1,0 0 0,-3 3-1,2 0 8,0 0-1,0 0 0,0 0 0,1 0 0,-1 1 1,1-1-1,-1 7 0,2-8-8,-2 7 48,1 0-1,1 1 1,0-1 0,0 0-1,1 0 1,1 13 0,0 5 66,-2 13 55,-1 31 86,2-68-267,0 1-1,1 0 0,-1 0 1,1 0-1,1 0 1,-1-1-1,5 11 0,-4-13-15,0 0-1,0-1 1,0 0-1,0 0 1,1 1-1,-1-1 1,1 0-1,0-1 1,-1 1-1,1-1 1,0 1-1,5 1 1,39 12 14,-40-13-18,15 2-129,-1 0-1,1-2 0,0 0 0,27-3 1,-30 1-42,-17 1 114,0-1-1,-1 0 0,1 0 1,-1 0-1,1-1 1,-1 1-1,1 0 0,-1 0 1,1-1-1,-1 1 1,1-1-1,-1 0 0,1 1 1,-1-1-1,0 0 1,1 0-1,1-1 0,-1-1-36,-1 0 0,1 1 0,-1-1 0,0 0 0,0 0 0,0 0 0,0 0 0,-1 1 0,1-1 0,-1 0 0,1 0 0,-1-4 0,2-20-782,0-1 1,-2 1 0,-1-1 0,-1 1 0,-7-28 0,-1 19-1281,-25-52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8052,'0'0'8358,"44"145"-7227,138 470-157,-107-324-231,-67-257-605,108 393 1670,-95-354-1600,-20-69-196,11 39 81,31 73 0,-27-79-350,-13-28 61,0 1 0,1-1 0,0 0-1,1-1 1,0 1 0,0-1 0,1 0 0,9 11 0,22 21-3062,-35-39 2965,1 1 1,-1 0-1,0 0 0,0-1 0,0 1 1,0 1-1,0-1 0,0 0 0,-1 0 0,1 1 1,-1-1-1,0 1 0,1-1 0,-1 1 1,0 0-1,-1 0 0,1-1 0,0 1 0,-1 0 1,1 0-1,-1 0 0,0 4 0,0 24-5253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78 633 8276,'0'0'7665,"71"3"-7412,222 10-23,-216-11-123,-75-2-102,-1 0 0,1 0 1,0 0-1,-1 0 0,1 0 1,-1 0-1,1-1 0,-1 1 1,1-1-1,-1 1 0,1-1 0,-1 1 1,1-1-1,1-2 0,0 1-1,-1-1-1,0-1 1,0 1 0,-1 0-1,1 0 1,0-1-1,-1 1 1,0-1 0,0 1-1,0-1 1,0 0-1,0-3 1,4-55 10,-4 48-5,1-137 122,-2 96-38,0 40-66,0-10 39,-5-45 0,3 61-61,1 0 0,-1 1 0,-1 0 0,0-1-1,0 1 1,0 0 0,-1 0 0,-1 1 0,-6-11 0,3 9-4,0 1 0,0-1 0,0 2 1,-1-1-1,0 1 0,-1 0 0,1 1 0,-1 0 1,-1 1-1,1 0 0,-22-7 0,10 6 52,-1 1 0,0 0-1,0 2 1,0 1 0,-27 0 0,45 2 19,0-1 0,0 1 1,1 1-1,-1-1 1,0 1-1,1-1 1,-1 1-1,1 0 0,-1 1 1,1-1-1,-1 1 1,1 0-1,0 0 0,0 1 1,0-1-1,0 1 1,0 0-1,1 0 1,-1 0-1,1 0 0,-1 0 1,1 1-1,1 0 1,-1-1-1,0 1 0,1 0 1,-3 6-1,-12 23 326,1 1 0,2 0 0,-18 68 0,20-51-5,1 1 1,-4 68-1,11 129 865,4-175-934,0-40-14,7 59 0,-5-82-254,0-1-1,1 1 1,0-1 0,1 0-1,0 0 1,0-1 0,1 1-1,0-1 1,9 12 0,-1-6-12,1 0 0,0-1 1,0-1-1,1 0 0,1-2 0,0 1 1,1-2-1,0 0 0,1-1 0,31 11 1,-16-8-9,1-2 0,0-2 0,0-1 1,1-1-1,44 0 0,162-4-4,-227-2-54,-1 0 0,1 0-1,-1-2 1,1 0 0,-1 0-1,0-1 1,0-1 0,0 0 0,0-1-1,-1 0 1,1-1 0,-1 0-1,-1-1 1,1-1 0,-1 1 0,16-16-1,-11 9-206,-1 0 0,0-1 0,-1 0-1,-1-1 1,0-1 0,-1 0 0,-1-1-1,0 0 1,-2-1 0,9-23 0,-11 21-716,-1 0 0,-1-1 0,-1 1 0,-1-1 1,0-43-1,-3-47-8107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9780,'0'0'7089,"0"5"-6593,0 16 5067,-1-20-5363,1 1 0,0-1 0,0 0 0,0 1 0,0-1 0,0 0 0,1 1 0,-1-1 0,0 0 0,1 1 0,-1-1 0,1 0 0,-1 0 0,1 1 0,0 1 0,18 0 121,-14-3-323,143 0 394,705-29 1363,-685 9-1693,274-17 79,70 37 465,-367 13-497,-28-2-82,-104-10-18,81 3 61,92 17 0,-154-16-20,45 1 0,-49-5 9,45 8 1,449 73 156,-97-23-42,-421-58-169,65 6 100,77 0 0,-47-4-14,75 1 27,-125 1-90,98 4 24,23 0 25,-83-2-45,-30-1 32,76 18-1,-73-11 11,62 4 0,-13-4-44,-63-7-7,50 2 1,634-8 248,-625 8-162,-14-8 175,-90 0-283,-1 0-1,0 1 1,1-1-1,-1 0 1,0 0-1,0 0 1,1 0-1,-1 0 1,0 0-1,0 0 1,1 1-1,-1-1 1,0 0-1,0 0 1,1 0-1,-1 1 1,0-1-1,0 0 1,0 0-1,1 1 1,-1-1-1,0 0 0,0 0 1,0 1-1,0-1 1,0 0-1,0 1 1,0-1-1,0 0 1,1 0-1,-1 1 1,0-1-1,0 0 1,0 1-1,-1-1 1,1 1-1,0-1-1,0 0 1,0 1 0,0-1-1,1 0 1,-1 1 0,0-1 0,0 0-1,0 1 1,0-1 0,0 0-1,0 1 1,0-1 0,1 0 0,-1 1-1,0-1 1,0 0 0,0 1-1,1-1 1,-1 0 0,0 0 0,1 1-1,-1-1 1,0 0 0,0 0-1,1 0 1,-1 1 0,0-1 0,1 0-1,-1 0 1,0 0 0,1 0-1,-1 0 1,0 0 0,1 0 0,0 0-1,17 1-374,-13-1-48,-1 1 1,0-1-1,0 0 1,1-1 0,-1 1-1,0-1 1,5-1 0,-8 2 257,0-1 1,0 0-1,0 1 1,0-1 0,0 0-1,0 0 1,0 0-1,0 1 1,0-1-1,-1 0 1,1 0 0,0 0-1,-1-1 1,1 1-1,0 0 1,-1 0 0,0 0-1,1 0 1,-1 0-1,0-1 1,1 1 0,-1 0-1,0 0 1,0-1-1,0 1 1,0 0 0,0-2-1,0-23-7450,0 7-6699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8692,'0'0'14703,"74"75"-14623,238 227-14,-285-279-51,41 30-1,-17-26 18,-46-25-24,0 0 0,0 1 0,0 0 0,0 0 0,0 0 1,6 6-1,-8-6 40,-1 0 0,1-1-1,-1 1 1,0 1 0,0-1 0,0 0 0,0 0 0,0 1 0,-1-1-1,0 1 1,1-1 0,-1 1 0,-1 0 0,1-1 0,0 6-1,0 6 382,-1 0-1,-4 24 0,4-33-376,-2 4 8,0 0 0,-1 1-1,0-1 1,0-1 0,-1 1 0,0 0-1,-1-1 1,0 0 0,-9 11 0,-8 11 15,-33 32 0,36-41-39,-32 36 43,17-17-70,-1-2-1,-61 51 1,87-84-179,0 1 1,-1-2 0,0 1-1,0-1 1,0-1 0,-1 0-1,1 0 1,-19 3 0,23-6-196,0 0 0,0 0 0,0-1 0,0 1 0,0-1 0,1-1 0,-1 1 0,0-1 1,0 0-1,0-1 0,1 1 0,-1-1 0,0 0 0,1 0 0,0-1 0,-1 0 0,1 0 0,-5-4 0,-3-6-1336,1-1-1,1 0 1,0-1-1,-9-16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0 3185,'0'0'15114,"-52"70"-14546,-158 215-240,165-212-139,44-71-172,0 0 0,0 0 0,0 0-1,0 0 1,1 0 0,-1 0 0,1 0 0,0 1-1,-1-1 1,1 2 0,0 113 658,0-111-657,1-1 0,-1 1 0,1-1 1,0 0-1,0 1 0,1-1 0,0 0 0,-1 0 0,2 0 1,-1 0-1,1 0 0,-1-1 0,1 1 0,1-1 0,-1 0 1,1 1-1,-1-2 0,8 7 0,4 2 1,2-1 1,0-1-1,32 16 0,6 3 12,0 3-11,9 6 17,66 50 0,-26-4 30,-90-74-23,-12-9-9,-1 0 1,1 0-1,-1 0 1,1 0-1,-1 0 1,1 0-1,-1 0 1,0 1 0,0-1-1,0 1 1,1-1-1,-1 1 1,-1-1-1,1 1 1,0-1-1,0 1 1,-1 0-1,1 0 1,-1-1-1,1 1 1,-1 0-1,0 0 1,1-1-1,-1 1 1,0 0-1,0 0 1,-1 0-1,1 0 1,0 1-1,0 13 158,1-11-174,-1 0 0,0 0-1,0 0 1,0 0-1,0 0 1,-1 0 0,0-1-1,0 1 1,0 0 0,-1 0-1,0-1 1,1 1-1,-2-1 1,-4 9 0,-27 33 27,-41 43 1,2-26-39,30-23-3,27-23-3,0-1 0,-2-1-1,0 0 1,-1-1 0,0-1-1,-1-1 1,-38 17 0,47-25-122,0 0 0,-1 0 1,1-1-1,-1-1 1,0 0-1,0-1 0,0 0 1,0-1-1,0 0 1,0-1-1,-12-2 0,22 3 45,-1-1 0,1 0 0,0 1 0,0-1-1,1 0 1,-1 0 0,0 0 0,0 0 0,0-1-1,0 1 1,1 0 0,-1-1 0,1 1 0,-1-1 0,1 0-1,0 1 1,-1-1 0,1 0 0,0 0 0,0 0-1,-1-2 1,-7-22-775,0-1 0,-4-30 0,-60-228-7610,43 149 2337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1 0 3538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3538,'-238'411'6050,"267"-411"-3056,28 0-1474,9 0 561,20 0-1088,-10 0-305,-19 0-384,19 17-256,-19 0-48,-19-9-432,0 1-1569,-19-9-1296,-19 17-1473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5667,'0'0'10191,"67"47"-9143,210 144-530,-257-177-430,2-1 0,37 16 0,-55-27-65,0-1 0,1 0 0,-1 0 0,0 0 1,1-1-1,-1 1 0,0-1 0,1 0 1,4-1-1,8 0 44,12 1 21,-29 1-88,0-1 1,1 0-1,-1 0 0,1 0 1,-1 0-1,0 0 0,1 0 1,-1 0-1,1 0 1,-1 0-1,0-1 0,1 1 1,-1 0-1,0 0 0,1 0 1,-1 0-1,0 0 0,1-1 1,-1 1-1,0 0 1,1 0-1,-1-1 0,0 1 1,1 0-1,-1 0 0,0-1 1,0 1-1,1 0 0,-1-1 1,0 1-1,0 0 1,0-1-1,0 1 0,1 0 1,-1-1-1,0 1 0,0-1 1,0 1-1,0 0 0,0-1 1,0 1-1,0-1 1,0 0-1,3-37 2,-3-69 0,-2 41-62,3 58 32,-1-1-1,-1 0 1,0 1 0,0-1 0,-1 0-1,0 1 1,0 0 0,-1-1 0,0 1 0,-5-8-1,5 11 18,0 1 0,0-1 0,-1 1 0,0 0 0,0 0 0,0 0 0,-1 0 0,1 1 0,-1-1 0,0 1-1,0 1 1,0-1 0,0 1 0,0-1 0,-1 1 0,-9-2 0,-23-1 542,1 0 1,-1 3-1,-48 3 0,45-1 682,40 0-1175,0 0 1,-1 0 0,1 1 0,-1-1 0,1 1-1,0-1 1,-1 1 0,1-1 0,0 1 0,0 0-1,-1-1 1,1 1 0,0 0 0,0 0 0,0 0-1,0 0 1,0 0 0,0 0 0,0 0 0,1 0-1,-1 1 1,0-1 0,0 0 0,1 0 0,-1 1-1,1-1 1,-1 0 0,1 1 0,0-1 0,-1 3-1,-2 4 118,-3 11-68,0 0-1,1-1 1,1 2 0,1-1 0,0 21 0,1 104 86,3-85-64,-2 42 155,3 122 462,-1-214-692,-1 0 1,2 0-1,-1 0 0,1 0 0,5 14 1,-5-20-27,-1 1 1,1-1 0,0 1-1,0-1 1,0 0-1,1 0 1,-1 0 0,1 0-1,-1 0 1,1-1-1,0 1 1,0-1 0,1 0-1,-1 0 1,4 2 0,12 3-27,-1-1 0,1 0 0,0-2 1,1 0-1,-1-2 0,1 0 1,35-1-1,-29-1-26,-6 1-109,-1-2 0,1 0 0,32-6 0,-42 4 20,0 0 0,0-1 0,-1 0 0,1 0 0,-1-1 0,0-1 0,-1 1 0,1-2 0,12-11 0,40-40-2452,-2-2 1,84-113-1,-72 77-3272,-10 2-2833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0 9060,'0'0'11907,"-45"21"-10888,-150 72 128,170-81-882,1 2 0,-27 18 0,39-22-83,1 1 0,-18 19 0,11-11-37,10-10-88,-7 7 76,-1 0 1,2 1-1,1 1 0,0 1 0,1-1 1,-16 35-1,21-31-90,1 0-1,0 1 1,2 0 0,0 0-1,1 25 1,1 128-5,3-113-38,-2-42 2,2-1 0,0 0 0,2 0 0,0 0 0,9 32 1,-8-42-4,0-1 1,1 1 0,0-1 0,0 0 0,1 0-1,0-1 1,0 0 0,1 0 0,0 0 0,1-1-1,13 11 1,-12-10-6,0-1 0,1 1 0,1-2 0,-1 1 0,1-2 0,0 1 0,0-1 0,0-1 0,1 0 0,0-1 0,0 0 0,0-1 0,0 0 0,17 0-1,145-2-961,-169 1 869,1-1 0,-1-1 0,0 1 0,1-1 1,-1 0-1,0 0 0,0 0 0,0-1 0,0 1 0,0-1 0,0-1 0,4-2 0,-4 1-68,-1 0-1,1 0 0,-1 0 0,-1 0 0,1-1 0,0 0 0,-1 0 0,0 0 1,0 0-1,-1 0 0,4-12 0,24-85-3539,-30 99 3567,21-81-6010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2561,'0'0'16480,"0"52"-15845,0 335 832,0 337 2596,0-1106-5229,0 351 1139,1 0 0,1 1 0,2-1 0,2 1 0,0 0-1,2 0 1,2 0 0,0 1 0,2 1 0,20-37 0,-19 40 93,5-5-173,-17 29 160,0 0 1,1 0 0,-1 0-1,1 0 1,-1 0 0,1 0 0,0 1-1,-1-1 1,1 0 0,0 1-1,-1-1 1,1 1 0,0 0-1,0-1 1,0 1 0,-1 0 0,3 0-1,-3 0-40,-1 1 0,1-1 0,-1 0-1,1 0 1,-1 0 0,1 0 0,-1 1-1,0-1 1,1 0 0,-1 1 0,1-1 0,-1 0-1,0 1 1,1-1 0,-1 0 0,0 1-1,1-1 1,-1 1 0,0-1 0,1 0-1,-1 1 1,0-1 0,0 1 0,0-1 0,0 1-1,1-1 1,-1 1 0,12 32 193,0 0 0,-2 1 0,-2 0 0,6 47 0,6 27 66,-13-81-240,-4-19-21,-1 0-1,0 0 0,-1-1 0,0 1 0,0 10 0,-1-16-4,0-2-6,0 0 1,0 1-1,0-1 1,-1 0 0,1 0-1,0 1 1,0-1-1,0 0 1,0 1 0,0-1-1,0 0 1,0 0-1,0 1 1,0-1 0,0 0-1,1 1 1,-1-1 0,0 0-1,0 0 1,0 1-1,0-1 1,0 0 0,0 0-1,1 1 1,-1-1-1,0 0 1,0 0 0,0 1-1,1-1 1,-1 0 0,0 0-1,0 0 1,1 0-1,-1 1 1,0-1 0,0 0-1,1 0 1,-1 0-1,0 0 1,0 0 0,1 0-1,-1 0 1,0 0 0,1 0-1,-1 0 1,0 0-1,1 0 1,-1 0 0,0 0-1,0 0 1,1 0-1,1 0-58,-1 0 43,0 0 1,-1 0-1,1 0 1,0 0-1,0 0 1,0 0-1,0 0 1,0-1-1,-1 1 1,1 0-1,0 0 0,0-1 1,0 1-1,-1-1 1,1 1-1,0-1 1,0 1-1,-1-1 1,1 1-1,0-1 1,-1 0-1,1 1 1,-1-1-1,1 0 1,-1 1-1,1-2 1,8-14-46,-2 0 1,0 0 0,9-30-1,4-11 17,-9 30 24,2 1-1,1 1 1,1 0-1,1 1 1,1 1-1,1 0 0,0 1 1,34-29-1,-27 30 25,-20 20 5,-2 3 2,5-2 23,-6 0-25,0-1 1,0 1 0,1 0-1,-1 0 1,0 0-1,0 0 1,0 1 0,0-1-1,0 0 1,0 1-1,1-1 1,-1 1-1,0 0 1,0 0 0,-1 0-1,1 0 1,0 0-1,0 0 1,0 0-1,-1 1 1,1-1 0,0 1-1,-1-1 1,0 1-1,1-1 1,-1 1-1,0 0 1,0 0 0,2 3-1,5 17 39,-2 1 0,0 0 0,3 27 0,3 13 19,-3-25-35,-1-8-12,-1 0 0,4 46 0,-9 38-450,-2-80-321,4-25-1279,-3-9 1908,-1-1 1,1 1-1,-1 0 0,0-1 0,1 1 1,-1 0-1,0-1 0,1 1 1,-1 0-1,0-1 0,0 1 1,1-1-1,-1 1 0,0-1 1,0 1-1,0-1 0,1 1 0,-1-1 1,0 1-1,0-1 0,0 1 1,0-1-1,0 1 0,0-1 1,0 1-1,0-1 0,0 1 1,0-1-1,-1 1 0,1-2 1,0-72-4341,0-53-2126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7347,'0'0'11446,"390"163"-11382,-381-163-64,1 0-593,-10-77-4977,0 8-1201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10821,'371'428'4194,"-371"-351"-2321,0 9-849,0-9-367,28 25-497,-9 18 32,-19-17 32,0-9-64,0-51-160,0-18-368,-9-25-4499,-39 0-607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4130,'0'0'14809,"11"80"-14219,34 247-99,-40-291-302,1 45 1,-6-24 170,0-56-387,0-12-1304,0-5 1180,1 1 0,1-1 0,0 1 0,1 0 0,0 0 0,8-19 0,58-102 145,-67 132 7,4-6 33,0 0-1,0 1 1,1-1 0,0 1-1,1 0 1,0 1 0,0 0-1,1 0 1,0 1 0,0 0-1,0 1 1,15-8 0,-21 13 277,0 1 0,0-1 0,0 1 0,1-1 0,-1 1 0,0 0 0,6 1 0,-4 0-182,-4-2-111,-1 1-1,0 0 1,1 0 0,-1 0 0,1 0 0,-1 1-1,0-1 1,1 0 0,-1 0 0,0 0 0,1 0-1,-1 0 1,0 0 0,1 0 0,-1 1 0,0-1 0,1 0-1,-1 0 1,0 0 0,0 1 0,1-1 0,-1 0-1,0 0 1,0 1 0,1-1 0,-1 0 0,0 1-1,0-1 1,0 0 0,1 1 0,-1-1 0,0 0-1,0 1 1,0-1 0,0 0 0,0 1 0,0-1-1,0 0 1,0 1 0,0-1 0,0 1 0,0 0-1,3 22 420,11 57 526,-13-72-913,1 0-1,1-1 1,-1 0 0,1 1 0,0-1 0,1 0 0,8 13 0,-10-19-123,-1 0 0,1 1 0,-1-1 0,1 0 0,-1 0 0,1 0 0,0 0 0,0-1 1,-1 1-1,1 0 0,0-1 0,0 1 0,0-1 0,0 0 0,-1 0 0,1 1 0,0-1 0,0 0 1,0-1-1,3 1 0,0-1-288,-5 1 324,0 0-1,0 1 1,0-1-1,0 0 1,1 0-1,-1 0 1,0 0-1,0 0 1,0 0-1,0 0 1,0 0-1,1 0 1,-1 0-1,0 0 1,0 0-1,0 0 1,0 0-1,0 0 1,1 0-1,-1 0 1,0 0-1,0-1 1,0 1-1,0 0 1,0 0-1,1 0 1,-1 0-1,0 0 1,0 0-1,0 0 1,0 0-1,0 0 1,0-1-1,0 1 1,0 0-1,0 0 1,1 0-1,-1 0 1,0 0-1,0 0 1,0-1-1,0 1 1,0 0-1,0 0 1,0 0 0,0 0-1,0 0 1,0-1-1,0 1 1,0 0-1,0 0 1,0 0-1,0 0 1,0 0-1,0-1 1,0 1-1,0-67-9993,0 10 949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4594,'0'0'17272,"61"11"-16557,-23-3-596,56 10 260,0-4 0,169 3 1,2825-17 3445,-2678-24-3569,-329 16-247,-19 2 13,60-14 1,-38 9 11,-84 11-33,1 0-1,0-1 1,-1 1-1,1 0 1,-1 0-1,1 0 1,-1 0-1,1 0 1,-1-1-1,1 1 1,-1 0-1,1-1 0,-1 1 1,1 0-1,-1-1 1,1 1-1,-1 0 1,1-1-1,-1 1 1,0-1-1,1 1 1,-1-1-1,0 1 1,0-1-1,1 1 0,-1-1 1,0 1-1,1-1 1,0-55-689,-1 55 74,2 1 468,-1-1 1,1 1-1,0 0 0,-1 0 1,1-1-1,-1 1 1,1-1-1,-1 1 0,1-1 1,-1 0-1,1 1 0,-1-1 1,0 0-1,1 0 0,-1 0 1,0 0-1,0 0 1,1-1-1,-1 1 0,0 0 1,0 0-1,-1-1 0,1 1 1,0-1-1,0 1 1,-1-1-1,1 1 0,0-1 1,0-2-1,1-6-565,0-1 0,0 0 0,0-19 0,-1 13-539,1-61-3251,-2 42-383,0-6-2882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11893,'0'0'12345,"70"55"-11638,223 179-232,-230-184-393,-42-35-17,-1 1 1,0 1-1,-2 0 0,25 31 0,-38-42 16,-1 0 1,0 0-1,-1 0 0,0 1 1,0 0-1,0 0 1,-1 0-1,0 0 0,0 0 1,1 13-1,-2-5 153,0 1-1,-1 0 0,-1 0 1,-3 20-1,3-33-232,0 0 0,0 0 0,-1 0-1,1 0 1,-1 0 0,1 0 0,-1 0 0,0 0-1,0-1 1,0 1 0,0-1 0,-1 1 0,1-1-1,-1 0 1,1 0 0,-1 0 0,0 0 0,0-1-1,0 1 1,0-1 0,-4 2 0,-12 4-109,-1-1 1,-30 6-1,4-1-299,29-7-182,0 0 0,0-1-1,-19 1 1,-51-2-5387,65-2 3960,-51 0-6105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3938,'0'0'16527,"0"107"-15561,0 355-133,0 27 431,10 227 203,-10-711-1451,0-15-616,0-228 200,0 215 399,2 0 1,1 0-1,1 1 0,1-1 1,14-40-1,-5 27-3,1 1 0,37-59 0,-41 76-3,1-1 1,2 2-1,-1 0 0,22-19 1,-30 30 4,2 1 0,-1 0 0,1 0 0,-1 0 0,1 1 0,1 0 0,-1 0 0,0 1 0,1 0 1,0 0-1,0 1 0,0 0 0,0 0 0,0 1 0,9 0 0,-2-1-6,-14 2 11,1-1-1,0 1 1,0 0 0,-1-1-1,1 1 1,0 0 0,0 0-1,0 0 1,-1 0 0,1 1-1,0-1 1,0 0 0,0 1-1,-1-1 1,1 1 0,0 0-1,-1-1 1,1 1 0,-1 0-1,1 0 1,-1 0 0,1 0-1,-1 0 1,1 0 0,-1 1-1,0-1 1,0 0 0,0 1-1,0-1 1,0 1 0,0-1-1,0 1 1,0 0 0,0-1-1,-1 1 1,1 2 0,15 52 102,-4 1 0,-2 1 1,5 82-1,-15-111-186,1 12-275,-1-40 328,1 0-1,-1 1 1,0-1 0,0 0 0,1 1 0,-1-1-1,1 0 1,-1 1 0,1-1 0,0 0-1,-1 0 1,1 0 0,0 0 0,0 1 0,0-1-1,0 0 1,0-1 0,0 1 0,0 0 0,2 2-1,-2-3-105,-1 0 0,0 1 0,1-1 0,-1 0 0,1 0 0,-1 1 0,1-1 0,-1 0 0,1 0 0,0 0 0,-1 1 0,1-1 0,-1 0 0,1 0-1,-1 0 1,1 0 0,-1 0 0,1 0 0,0 0 0,-1 0 0,1 0 0,-1 0 0,1-1 0,-1 1 0,1 0 0,-1 0 0,1 0 0,-1-1 0,1 1 0,-1 0 0,1-1-1,-1 1 1,1 0 0,-1-1 0,0 1 0,1-1 0,-1 1 0,0-1 0,1 1 0,-1 0 0,1-2 0,1-23-5160,-3 17 4552,1-47-6059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4194,'0'0'17389,"-5"86"-16791,-14 273-179,14-150 174,5-164-389,0-33-153,0 0-1,1 1 1,0-1-1,1 0 1,6 19-1,-7-28-45,0 1 1,0-1-1,1 0 0,-1 0 0,1 0 0,0-1 0,0 1 1,0 0-1,0-1 0,0 1 0,1-1 0,-1 0 1,1 1-1,-1-1 0,1-1 0,0 1 0,0 0 0,0-1 1,0 1-1,0-1 0,0 0 0,0 0 0,1 0 1,-1 0-1,4 0 0,-4-1-6,10 2-61,0-1 0,0 0 0,15-2 1,-25 1 42,0 0 0,0 0 1,0-1-1,0 1 0,0-1 1,-1 0-1,1 0 0,0 0 1,0 0-1,0 0 0,-1-1 1,1 1-1,-1-1 0,1 0 1,-1 0-1,0 0 0,1 0 1,-1 0-1,0 0 0,0 0 1,1-4-1,3-8-58,-1 0 0,0-1 1,-1 0-1,-1 1 0,-1-1 0,2-22 1,-1-105-340,-3 117 334,0-146-222,0 170 309,0-1 0,0 1 0,0-1 0,0 1 0,0 0 0,-1-1 0,1 1 0,-1-1 0,1 1 0,-1 0 0,1-1 0,-1 1 0,0 0 0,0-1 0,1 1 0,-1 0 0,0 0 1,0 0-1,0 0 0,0 0 0,0 0 0,-1 0 0,1 0 0,0 0 0,0 1 0,-1-1 0,1 0 0,0 1 0,-1-1 0,-1 0 0,-4 0-42,0 0 1,0 0-1,0 0 0,0 1 0,-8 1 0,4-1-208,-14 0-2620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1 0 7107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7107,'151'77'3610,"-125"-63"-2582,-1 2 0,39 30 0,-57-40-798,0 1 0,0 1 0,-1-1 0,0 1 1,0 0-1,-1 0 0,0 1 0,0-1 0,-1 1 0,0 0 0,-1 1 0,0-1 0,0 0 0,-1 1 1,1 15-1,108 447 5606,-87-378-5555,-21-82-171,-2-6-84,1 0-1,0 0 0,1 0 1,0 0-1,-1-1 1,7 9-1,-9-14-33,0 0-1,1 1 1,-1-1 0,0 0-1,0 0 1,0 0 0,1 0-1,-1 0 1,0 1-1,0-1 1,0 0 0,1 0-1,-1 0 1,0 0-1,0 0 1,1 0 0,-1 0-1,0 0 1,0 0-1,0 0 1,1 0 0,-1 0-1,0 0 1,0 0-1,1 0 1,-1 0 0,0 0-1,0 0 1,1 0-1,-1 0 1,0 0 0,0 0-1,1 0 1,-1 0-1,0-1 1,0 1 0,0 0-1,0 0 1,1 0-1,-1 0 1,0-1 0,0 1-1,0 0 1,0 0-1,1 0 1,-1-1 0,0 1-1,0 0 1,0 0-1,0 0 1,0-1 0,0 1-1,0 0 1,0 0-1,0-1 1,0 1 0,0 0-1,0 0 1,0-1 0,0 1-1,0 0 1,0 0-1,0-1 1,0 1 0,0 0-1,0 0 1,0-1-1,3-56-722,1-132-76,3-55-339,10 30-147,-10 164 1031,-7 49 264,0 0 0,0 0 1,0 0-1,0 0 0,1 0 0,-1 0 1,0 0-1,1 0 0,-1 0 0,1 0 0,-1 0 1,1 0-1,-1 0 0,1 1 0,0-1 1,1-1-1,-1 2 19,-1 0 0,1 0 0,0 0 0,-1 0 1,1 0-1,0 0 0,-1 1 0,1-1 0,0 0 0,-1 1 1,1-1-1,-1 0 0,1 1 0,0-1 0,-1 1 0,1-1 1,-1 0-1,1 1 0,-1 0 0,0-1 0,1 1 0,-1-1 1,1 1-1,-1-1 0,0 1 0,0 0 0,1-1 0,-1 1 1,0 0-1,0-1 0,1 2 0,8 23 287,-1 0 0,-1 1 0,6 44 0,-3-19 5,91 395 1133,-99-440-1506,0 1 86,0 0 0,0 0 0,1 0 0,5 10 0,-7-16-92,0 1 1,0-1-1,0 1 0,0-1 1,0 0-1,1 1 1,-1-1-1,0 0 1,1 0-1,-1 0 1,1 0-1,-1 0 0,1 0 1,0-1-1,-1 1 1,1 0-1,0-1 1,-1 0-1,1 1 0,0-1 1,0 0-1,3 0 1,-4-27-4620,-1-75 222,0-25-1540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4226,'0'0'12267,"14"98"-9917,50 324-840,-22-183-579,6 49-144,-35-104-1437,-13-184 272,0-80-691,0-101-181,0-239 2500,0 417-657,4 3-236,22 0-120,-17-1-199,-1 0-1,1 1 0,-1 0 1,1 1-1,-1-1 1,0 2-1,1-1 0,-1 1 1,0 1-1,0-1 1,12 7-1,-6 1-18,0 1 1,0 1 0,-2 0-1,12 15 1,-11-12-454,1-1 0,30 24 1,-29-30-511,-1-1-955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10181,'0'0'9636,"104"15"-8339,354 48 82,-333-51-377,172-6 0,-147-7-223,368 11 444,471 4-224,-529-15-674,531 4 534,-668 13-348,70 1-349,49-17-2059,-440-1 1764,-1 1-1,1 0 1,-1 0 0,1-1-1,-1 1 1,0-1 0,1 1-1,-1-1 1,1 0 0,-1 1-1,0-1 1,0 0-1,1 0 1,-1 0 0,0 0-1,0 0 1,0 0 0,0 0-1,0 0 1,0-1 0,0 1-1,-1 0 1,1 0 0,0-1-1,-1 1 1,1-1 0,-1 1-1,1-1 1,-1 1 0,0 0-1,1-4 1,0-6-1317,0 0-1,0 0 1,-2-16 0,1 12-730,0-22-5907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17496,'0'0'8292,"59"94"-8247,183 292-21,-157-262 4,-81-120-22,0 1 1,-1 0-1,0 0 0,0 0 1,0 1-1,0-1 1,-1 1-1,2 6 1,-2-2 52,0 0 1,-1 0 0,0 1-1,-1-1 1,-2 17 0,2-2 51,-1-21-110,1 0 0,0-1 0,-1 1 0,0 0-1,0 0 1,0 0 0,0-1 0,-1 1 0,1-1 0,-1 1 0,0-1 0,0 1-1,0-1 1,-1 0 0,1 0 0,-1 0 0,1 0 0,-6 4 0,-3 0-58,0 1 0,0-1 0,-23 10 0,29-15 33,-17 8-245,-1-2 0,-1 0-1,1-2 1,-1 0 0,-48 4-1,-125-5-5156,139-5 2338,-39 0-4043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0 1761,'0'0'10589,"18"0"-8279,51 3-72,-68-3-2155,0 0 0,0 0 0,0 0 0,-1 0 0,1 0 0,0 0 0,0 0 0,-1 0 0,1 1 0,0-1 0,0 0 0,-1 0 0,1 1 0,0-1 0,-1 1 0,1-1 0,-1 0 0,1 1 0,0-1 0,-1 1 0,1-1 0,-1 1 0,1 0 0,-1-1 0,1 1 0,-1 0 0,0-1 0,1 1 0,-1 0 0,0-1 0,1 1 0,-1 0 0,0 0 0,0-1 0,0 1 0,0 0 0,0 0 0,0-1 0,0 1 0,0 0 0,0 0 0,0-1 0,0 1 0,0 0 0,0 0 0,-1 1 0,0 11 1646,1 6-1008,1-10-514,0 0 0,-1 1-1,-1-1 1,0 1 0,0-1 0,-1 0 0,0 0-1,-6 17 1,-10 6 112,-2 0 0,-2-1 0,-35 40 0,17-22-130,-140 163 499,142-171-684,2 1-1,-47 71 1,77-103-442,3-6-1569,4-9-503,4-21 267,14-64-4043,16-13-2382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7956,'0'0'12942,"-26"64"-12313,-81 206-141,12-58 474,77-178-832,12-24-312,1 1 1,0-1 0,0 1 0,1 0 0,1 0 0,-1 1 0,2-1-1,0 1 1,-1 16 0,3-25-1473,0-37-17987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7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1585,'0'0'15489,"-11"37"-13749,7-23-1590,-8 27 159,-2-1 1,-1-1-1,-2 0 1,-2-1-1,-24 36 0,7-13 180,3 1-1,2 1 1,3 2-1,3 1 1,3 1 0,3 1-1,-18 120 1,32-136-368,4 86 1,2-67-112,-1-69-11,0-1 0,0 0 0,0 1 0,0-1 0,0 1 0,0-1 0,0 1 0,1-1 0,-1 1 0,0-1 0,1 1 0,-1-1 0,1 0 0,0 1 0,-1-1 0,1 0 0,0 1 0,1 1 0,0-2-8,1 0 0,-1-1-1,0 1 1,1 0 0,-1 0-1,1-1 1,-1 0 0,0 1-1,1-1 1,-1 0 0,6-1-1,11 2-91,-6-1-72,-1 0 0,1-1 0,21-3 0,-29 3 104,1-1 0,-1 0 1,1 0-1,-1-1 1,1 1-1,-1-1 1,0 0-1,0-1 0,-1 1 1,1-1-1,7-7 1,19-26-495,-1-1 1,-2-2-1,-2-1 1,22-44 0,-45 78 453,0-1 1,-1 1-1,0-1 0,0 0 1,0 0-1,-1 0 1,0 0-1,-1 0 0,0-10 1,0 11 124,0 2 91,-24 5 313,18-1-398,0 0 0,-1 1-1,1 0 1,-1 1-1,1-1 1,0 1 0,-1 0-1,1 1 1,0 0-1,0 0 1,0 0 0,-9 5-1,-18 17-137,-34 32 0,60-50-50,0 1 0,1 1-1,0-1 1,0 1 0,1 0 0,-8 15-1,-21 32-3861,-3-6-1062,-9 9-2380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0 5763,'0'0'13913,"-34"83"-13228,-114 263-188,77-190 3,59-136-285,-26 34 1,28-40-163,-77 84 334,64-75-360,1 1 1,-32 46 0,32-20-653,21-47-231,1-40-11040,0-11 5634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1 144,'0'0'14601,"0"10"-11231,0-9-3255,0 0 0,-1 1 0,1-1 0,-1 0 1,1 0-1,-1 1 0,1-1 0,-1 0 0,1 0 0,-1 0 0,0 0 0,0 0 0,0 0 1,0 0-1,0 0 0,0 0 0,0 0 0,0 0 0,-1 0 0,-31 18 912,-1 3-282,-1 22-44,27-35-582,-12 12 101,1 2 0,-18 29 1,30-41-173,-17 26 128,-35 78 0,-60 147 488,40-82-200,58-129-333,10-22-87,1 1-1,2 0 1,1 0-1,1 1 1,1 0-1,2 0 1,2 0 0,1 31-1,0 171 21,0-231-63,0 1 1,0-1-1,1 0 1,-1 1-1,1-1 0,-1 1 1,1-1-1,0 0 0,0 1 1,0-1-1,0 0 0,0 0 1,0 0-1,1 0 1,-1 0-1,1 0 0,3 4 1,-1-4-4,-1 1 0,1 0 1,0-1-1,0 0 1,0 0-1,0 0 0,1-1 1,-1 1-1,6 0 1,8 2-20,1-2 1,0 0 0,32-2 0,-34-1 4,6 2-27,-11-1-10,1 0 1,0 0 0,0-2 0,18-3 0,-26 4-1,1-1 1,-1-1 0,1 1-1,-1-1 1,0 0 0,0 0-1,0 0 1,-1-1 0,1 0 0,-1 0-1,0 0 1,8-9 0,8-11-157,-11 14 119,0 0 0,-1 0 0,0-1 0,-1 0 0,0 0 0,-1 0 0,0-1 0,7-22 0,-7 5 32,-1 0 1,-2 0 0,0 0 0,-3-32 0,1 49 69,-4-32 80,3 42-87,-1 0-1,1 0 1,-1 0-1,0 0 1,1 0-1,-1 0 1,0 0-1,0 0 1,-1 0 0,1 0-1,0 0 1,-1 1-1,1-1 1,-1 0-1,1 1 1,-4-3-1,-1 1 5,1 1 0,-1 0-1,1 0 1,-1 0 0,0 1-1,-6-1 1,-23-7 80,18 5-2,1 0 1,-1 1 0,0 1-1,0 0 1,-34 2-1,47 0-87,0 0 0,0 0 0,0 1-1,0 0 1,0 0 0,0 0 0,0 0 0,0 0-1,0 1 1,0 0 0,1 0 0,-1 0-1,1 0 1,-1 1 0,1-1 0,0 1-1,0 0 1,0 0 0,0 0 0,1 0-1,-1 0 1,-3 7 0,-2 5-50,1 1-1,1-1 1,0 1 0,-5 22-1,3-11-52,2 1-460,0 0-1,2 0 1,1 0-1,2 0 1,1 35-1,-2 40-6833,-6-29 226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1189 0 8148,'0'0'12686,"-64"100"-11702,-203 321-2,130-216 16,-120 109 634,129-164-1146,41-48-414,-138 125 0,204-203-317,20-21 191,-1 0-327,12-12-3205,27-23 2521,56-51-1125,-14-14-977,-23 28-250,2 0-1335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2097,'0'0'16989,"0"70"-16423,0 219-305,0-112-85,0-126-66,0-35-4246,0-20 4084,1-1-1,0 1 1,0 0-1,0 0 1,0 0 0,1-1-1,0 2 1,0-1-1,0 0 1,0 0-1,1 0 1,-1 1-1,1 0 1,4-5-1,53-47 14,-35 33 12,-3 3 34,1 0 1,40-25 0,-53 38 7,0 1 0,0 0-1,0 1 1,1 0 0,-1 0 0,1 1 0,0 0 0,0 1 0,0 1 0,14-1-1,54 2 528,-75 0-476,-1 0-1,1 0 1,-1 1 0,1-1 0,-1 1-1,1 0 1,-1 0 0,0 0-1,1 0 1,-1 1 0,0-1 0,0 1-1,0 0 1,0 0 0,0 0-1,-1 0 1,1 0 0,0 1 0,4 5-1,-1 1 34,0 0-1,-1 1 0,0 0 1,7 20-1,-4-9 28,-1-5-26,-1 1 0,0 0 1,-1 0-1,-1 0 0,0 0 1,-2 1-1,2 24 1,-4 34 667,-1-73-740,1 0 0,-1 0 0,1 0 0,-1 0-1,0 0 1,0 0 0,0 0 0,0 0 0,-1 0 0,1 0 0,-1 0 0,0-1 0,0 1 0,0-1 0,0 0-1,0 1 1,0-1 0,-5 4 0,-6 3 65,0-1 0,-25 13 0,1-1 122,-46 30 425,-121 54-1,168-87-549,15-7 5,1-1 1,-2-1-1,1 0 1,-1-2-1,0-1 1,0 0-1,-1-2 1,-32 2-1,-34-5-815,89-1 692,-1 1 0,1 0 0,0 0 0,-1 0 0,1 0 0,-1 0 0,1 0 1,0-1-1,-1 1 0,1 0 0,0 0 0,-1-1 0,1 1 0,0 0 0,0 0 0,-1-1 1,1 1-1,0 0 0,0-1 0,-1 1 0,1 0 0,0-1 0,0 1 0,0 0 0,0-1 1,0 1-1,0-1 0,-1 1 0,1 0 0,0-1 0,0 1 0,0-1 0,0-20-415,0 12 142,0-438-9442,0 309 4540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1985,'0'0'20233,"552"137"-19737,-457-120-127,-19-17-273,-19 0-32,-19 0-64,-19 0-32,9 0-657,-18 0-863,-10-34-1330,0-43-3152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69 15911,'0'0'10661,"-85"26"-11013,85-78-7652,0 10 65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24575,'0'-6'0,"0"-6"0,5-3 0,13 3 0,9 2 0,6 4 0,7 2 0,3 2 0,-1 2 0,-1 0 0,-3 0 0,-2 1 0,3 0 0,1-1 0,-6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 24575,'-44'-1'0,"27"-1"0,-1 2 0,0 0 0,1 1 0,-1 1 0,-18 4 0,32-4 0,0-1 0,1 1 0,-1 0 0,1 0 0,-1 0 0,1 1 0,0-1 0,0 1 0,0 0 0,0 0 0,1 0 0,-1 0 0,1 0 0,-1 0 0,1 1 0,0-1 0,1 1 0,-1-1 0,0 1 0,1 0 0,0 0 0,0 0 0,0 0 0,0 6 0,-2 11 0,2 0 0,0 1 0,3 29 0,0-31 0,0 106 0,3 35 0,-5-150-170,1 0-1,1 0 0,0 0 1,1-1-1,0 1 0,0-1 1,7 13-1,2-2-6655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24575,'5'0'0,"8"0"0,7 0 0,10 0 0,7 0 0,1 0 0,1 0 0,-1 0 0,-2 0 0,4 0 0,1 0 0,-2 0 0,4 0 0,1 0 0,-3 0 0,-2 0 0,-8 0-8191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24575,'11'0'0,"9"5"0,12 13 0,1 9 0,-6 6 0,-7 7 0,-18 8 0,-9-4-8191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24575,'5'11'0,"8"4"0,6-1 0,12-3 0,6-3 0,1-3 0,6-3 0,-4-1-8191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24575,'-3'0'0,"0"0"0,0 0 0,0 1 0,0-1 0,0 1 0,0 0 0,0-1 0,0 2 0,0-1 0,0 0 0,0 1 0,0-1 0,1 1 0,-1 0 0,1-1 0,-5 5 0,4-2 0,-1 0 0,1 1 0,0-1 0,0 1 0,0 0 0,1 0 0,0 0 0,-4 10 0,1 6 0,1 0 0,1 1 0,-2 39 0,5-53 0,-2 27 0,5 61 0,-1-83 0,0-1 0,0 1 0,2 0 0,-1-1 0,2 0 0,0 1 0,0-2 0,7 13 0,3-2-227,0-1-1,1-1 1,1 0-1,1-1 1,25 21-1,-7-10-6598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6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24575,'0'5'0,"5"8"0,8 1 0,7-2 0,10-2 0,7-4 0,2-2 0,-6 4 0,8-1 0,2 0 0,0 4 0,-2-1 0,-3-1 0,-2-2 0,4-3 0,0-2 0,-1-1 0,-7-1-8191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24575,'6'-5'0,"6"-2"0,14 0 0,12 1 0,16 2 0,5 2 0,3 0 0,-4 2 0,-6 0 0,-1 0 0,-3 0 0,-5 1 0,-4-1 0,-4 0 0,-1 0 0,4 0 0,-5 0-8191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24575,'0'5'0,"0"8"0,0 7 0,6 10 0,18 1 0,26 6 0,17-3 0,-4-3 0,4-5 0,7 2 0,-4 3 0,-8-4 0,-14 5 0,-17 1 0,-6 2 0,-9-6-8191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5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24575,'0'-6'0,"5"-7"0,8-6 0,7-12 0,5 0 0,4 0 0,-2-7 0,4 5 0,8 1 0,9-4 0,-5 3-8191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5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166 448 10389,'0'0'10343,"4"0"-8691,10 0-89,-10 0 574,25 0-2236,-22-1 104,-1 0 1,0 0-1,0-1 0,0 1 0,0-1 0,0-1 0,0 1 0,0-1 0,-1 0 1,1 0-1,5-5 0,58-48-30,-62 49 10,-2 2-46,0 0 1,-1 0-1,0-1 0,0 0 1,0 1-1,0-2 1,-1 1-1,0 0 1,0-1-1,-1 1 1,0-1-1,0 0 1,2-12-1,-2-7-183,0 0 1,-3-37-1,-1 17-122,2 44 364,0-1 0,0 1 0,-1 0 0,1 0 0,-1 0 0,0-1 0,1 1 0,-1 0 0,0 0 0,0 0 0,0 0 0,-1 0 0,1 1 0,0-1 0,-1 0 0,-2-2 0,-1 0-4,0 0-1,0 0 1,0 0 0,0 1 0,-11-5-1,0 2-4,0 0 1,0 1-1,-28-5 0,22 7 44,0 1-1,0 2 1,0 0-1,-36 5 1,53-4-15,0 0 1,0 1-1,1 0 1,-1-1-1,1 2 0,-1-1 1,1 0-1,0 1 1,0 0-1,0 0 1,0 0-1,0 0 1,1 1-1,0 0 0,-1-1 1,-2 6-1,-2 4 67,1-1 1,0 1-1,0 1 0,-4 15 0,8-16-1,0 1 0,1-1 0,1 1 0,0-1 0,1 1 0,0 0 0,3 19 0,-2-30-81,0 0 0,0 0 0,0 0-1,0 0 1,0 0 0,0 0 0,1 0 0,0-1 0,-1 1-1,1 0 1,0-1 0,0 1 0,0-1 0,1 0 0,-1 0-1,0 0 1,1 0 0,0 0 0,5 2 0,6 3 15,0 0-1,28 8 1,-15-6-11,-3-1-921,-1-2 1,1-1-1,-1 0 0,1-2 0,1-1 0,-1-1 0,27-2 0,-35 1 432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11333,'0'0'6998,"0"6"-6859,0 152 4759,0 227-3022,1-380-1865,-1 0 1,1-1-1,0 1 1,0 0 0,0-1-1,1 1 1,0-1 0,0 1-1,0-1 1,0 0 0,0 0-1,1 0 1,4 5-1,6 6-2,30 27 0,4 6 35,-42-41-37,0-1 0,0 1 1,0-1-1,1-1 0,0 1 0,0-1 1,0 0-1,1 0 0,0-1 1,0 0-1,0 0 0,0 0 0,1-1 1,14 4-1,-5-3 0,0 1-1,25 10 1,6 2 24,-27-10-411,-1-2 0,1 0 0,1-1 0,38 2 0,-58-6-922,-2-30-5085,0-8-816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0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0,'0'0'18139,"6"7"-17368,-5-7-755,2 3 53,-1-1-1,1 1 1,0 0 0,-1 0 0,0 1 0,0-1-1,0 0 1,0 1 0,0-1 0,-1 1-1,1-1 1,-1 1 0,0 0 0,0 0 0,0-1-1,-1 1 1,1 6 0,-1 132 1688,-22 176 0,15-270-1695,3-8-8,-2 0 0,-2-1-1,-1 1 1,-22 55-1,26-128-12720,5-10 8113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7876,'0'0'8580,"8"39"-6780,2 3-1236,0-2-15,-3-1 0,0 1 0,-3 0 0,-1 47 0,-3 427 1782,0-514-2372,0 0 0,0 0 0,1 0 0,-1 1 0,0-1 1,0 0-1,0 0 0,1 0 0,-1 0 0,0 1 0,0-1 0,1 0 0,-1 0 0,0 0 0,0 0 0,1 0 0,-1 0 0,0 0 0,0 0 0,1 0 0,-1 0 0,0 1 0,0-1 0,1-1 0,-1 1 0,0 0 0,0 0 0,1 0 0,-1 0 0,0 0 1,0 0-1,1 0 0,-1 0 0,0 0 0,0 0 0,1-1 0,-1 1 0,0 0 0,0 0 0,1 0 0,-1 0 0,0-1 0,0 1 0,0 0 0,0 0 0,1 0 0,-1-1 0,0 1 0,0 0 0,0 0 0,0-1 0,0 1 0,0 0 0,0 0 0,0-1 1,0 1-1,0 0 0,0 0 0,0-1 0,0 1 0,0 0 0,0-1 0,0 1 0,0 0 0,0 0 0,0-1 0,0 1 0,4-30-2238,-1 0 1,-2 0-1,-2-43 0,-1 12-1759,2-34-3440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10101,'54'54'8580,"-32"-54"-7188,16 9-880,0 1-143,11 0 63,-11 0-16,-11-10 0,0 9-176,-16-9-176,5 0-64,0 0-48,6 0-1360,-6 0-1234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12374,'0'0'8772,"108"19"-8676,-59-9-96,-6-10-416,11 15-945,-5-15-1152,-11 9-2353,10 6-4307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1262 0 7491,'0'0'11272,"-6"1"-10578,-55 3 1438,45-4-1730,0 0-1,0 2 0,0 0 1,0 0-1,-22 8 1,4 2-200,1 1 0,1 2 0,1 2 0,0 1 0,1 1 0,-40 33 0,43-30-135,-10 9 119,0 1-1,-39 47 1,38-33 141,-124 168 408,137-175-666,-108 159 988,119-177-1013,1 0 1,1 1-1,-16 39 1,17-35-17,-1 0-1,-22 32 1,18-34-8,8-10 13,-1-1 0,0-1 0,-1 1-1,-13 10 1,13-18-1887,-22-6-9205,24 0 10550,-24 1-5790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7299,'0'0'14145,"6"0"-13259,-5 1-841,0-1 0,0 0-1,0 1 1,0-1 0,0 1-1,0-1 1,0 1-1,0-1 1,0 1 0,0 0-1,0-1 1,0 1 0,0 0-1,0 0 1,-1 0 0,1 0-1,0 0 1,-1 0 0,1 0-1,0 1 1,8 32 725,-8-8-205,-2 37-1,0-27-167,1 222-277,0-258-326,94 1-531,114-2-1476,-202 1 1553,1-1 1,-1 1-1,0-1 1,1 0-1,-1-1 1,0 1-1,0-1 1,0 0 0,0-1-1,10-5 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14471,'0'0'6883,"330"-5"-6723,-265-10 16,-11 10 32,0-5-160,-5 1-48,-11-1-16,-6-10-992,-5 6-1442,-27-11-1487,0 6-2850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4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1008,'0'0'12801,"-15"10"-12001,-2 1-483,9-7-136,0 1 1,0 0-1,1 1 1,0 0-1,0 0 1,0 0-1,1 1 1,0 0-1,0 0 1,-5 10-1,2-5 122,1 0 0,1 0-1,0 0 1,1 1-1,1 0 1,0 1-1,0-1 1,1 1 0,1 0-1,0 0 1,0 22-1,3 93 752,-5 256 1310,-5-190-1734,5-116-349,4-45-146,-2 0 0,-1 0 0,-12 46 0,-15 59 47,26-122-144,1-1 1,1 1-1,0 0 0,0 27 1,-8-15-2,7-25-50,3-3-17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12390,'0'0'12384,"7"0"-11570,34 0 1269,-31 3-923,-9-2-1148,1 0 0,-1 0-1,1-1 1,0 1-1,-1 0 1,1-1 0,-1 0-1,1 1 1,0-1-1,-1 0 1,3 0 0,376 0 148,-286-9-448,-93 9 253,0 0 0,-1 0 0,1 0 0,0 0 0,0 0 0,0 0 0,-1 0 0,1 0 0,0 0 0,0-1 0,0 1 0,-1 0 1,1-1-1,0 1 0,0 0 0,-1-1 0,1 1 0,0-1 0,-1 1 0,1-1 0,0 1 0,-1-1 0,1 1 0,-1-1 0,1 0 1,-1 1-1,1-1 0,-1 0 0,0 1 0,1-1 0,-1 0 0,1 0 0,1-1 17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6195,'9'0'18870,"-152"0"-16933,142 0-1919,-1 0-4,-5 0-4,5 0 246,-14 2 796,16-1-1052,0-1 0,-1 1 0,1-1 0,0 1 0,0-1 0,0 1 0,0-1 0,-1 1 1,1-1-1,0 0 0,0 1 0,-1-1 0,1 1 0,0-1 0,-1 0 0,1 1 0,0-1 0,-1 1 1,1-1-1,-1 0 0,1 0 0,-1 1 0,0-1 0,0 1 0,0 0 1,0-1-1,0 1 1,0 0-1,0 0 1,0-1-1,1 1 0,-1 0 1,0 0-1,0 0 1,1 0-1,-1 0 0,1 0 1,-1 0-1,1 1 1,-1-1-1,1 0 1,0 0-1,-1 0 0,1 0 1,0 1-1,0-1 1,0 0-1,0 0 1,0 2-1,0 15 13,0-17 1,0 0-54,-5 80 165,-1-28-90,-5-13-17,11 581-39,11-550 34,-11-18-7,0-52 7,0 0 0,0 104-175,0 27 308,0-131-154,0 32 86,-1 9-50,0-21-91,3 39-1,0-60-915,5-1-103,-5-18-9924,-2 0 1183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4034,'0'0'24608,"17"9"-24498,113 55 773,-114-64-5254,-16 0 4229,1 0 1,-1 1-1,0-1 0,1 0 1,-1 0-1,1 0 1,-1 0-1,1 1 1,-1-1-1,1 0 0,-1 0 1,0 0-1,1 0 1,-1 0-1,1 0 1,-1 0-1,1 0 0,-1-1 1,1 1-1,-1 0 1,1 0-1,-1 0 1,0 0-1,1-1 0,-1 1 1,1 0-1,-1 0 1,0-1-1,1 1 1,-1 0-1,0-1 0,1 1 1,-1 0-1,0-1 1,1 1-1,-1-1 0,0 1 1,0 0-1,1-1 1,-1 1-1,0-1 1,0 1-1,0-1 0,0 1 1,0 0-1,0-1 1,0 1-1,0-1 1,0 1-1,0-1 0,0 1 1,0-1-1,0 0 1,0-17-5526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10341,'125'385'13222,"-125"-365"-10245,22-1-1264,10 1-977,1-1-768,-23-4-16,1-10 0,-5-5-1729,4 0-480,-10 14-8003,0 6 751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14 406 8628,'0'0'13657,"6"0"-12329,328 0 1471,-319-1-2826,-1-1-1,1 0 0,0-1 1,-1-1-1,0 0 1,1-1-1,-2 0 1,1-1-1,-1-1 0,0 0 1,0-1-1,0 0 1,-1-1-1,18-17 1,-28 23-17,0 1 1,-1-1 0,1 0 0,0 1 0,-1-1 0,1 0 0,-1 0 0,0 0 0,0 0-1,0 0 1,-1-1 0,1 1 0,0-3 0,-1-47-269,-1 29 262,1 16 35,-1 1 1,1 0-1,-2-1 1,1 1-1,-1 0 1,0 0-1,0 0 1,-1 0-1,1 0 1,-2 0-1,1 1 1,-1-1-1,0 1 1,0 0-1,-1 0 1,0 1-1,0-1 1,0 1-1,-9-7 1,5 6-4,0 0-1,0 1 1,0 0 0,-1 0-1,1 1 1,-1 1 0,-1-1-1,1 1 1,0 1 0,-1 0-1,1 1 1,-21-1 0,-4 0 74,-33 2 90,63 0-139,0 1 0,1 0 0,-1 0 0,0 0 0,1 0 0,-1 1-1,1 0 1,0 0 0,-1 0 0,1 0 0,-6 5 0,-9 12 68,1 0-1,1 1 1,1 1 0,1 1 0,1 0-1,1 0 1,1 2 0,-16 40-1,16-35 45,2 1 0,0 0-1,2 0 1,2 1 0,0 0 0,2 0-1,1 35 1,1-32-83,1-23-12,0 0-1,1 1 1,0-1-1,1 0 1,0 1-1,1-1 1,3 11-1,0-13-4,0 0-1,1-1 1,0 0-1,1 0 1,-1 0-1,2 0 1,-1-1-1,1-1 1,0 1 0,0-1-1,1 0 1,-1-1-1,2 0 1,-1-1-1,0 0 1,1 0-1,0-1 1,19 5-1,21-3 56,-1-2-1,77-4 0,-36-1 73,-70 3-575,-11 0 562,1-1-1,0 0 1,0 0-1,15-4 1,-23 4-270,0-1 1,0 1 0,0-1-1,0 0 1,0 0 0,0 0-1,0 0 1,0 0 0,-1-1-1,1 1 1,1-2 0,-2 2-181,0-1 1,0 1 0,0 0-1,0-1 1,0 1-1,0-1 1,-1 0 0,1 1-1,-1-1 1,1 0-1,-1 1 1,1-1 0,-1 0-1,0 1 1,0-4 0,0-26-4359,0 8-2304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2337,'0'0'22170,"54"14"-22474,-49-14-224,11 0 48,-10 0-721,-1 0-512,-10 20-14310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1 1 2785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2785,'43'443'14919,"-43"-438"-10677,16 5-2465,11-5-1953,0 0-368,-5 4-529,-17 6-208,-5-10-719,0 9-2274,-5 16-4322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127 304,'0'0'16170,"0"3"-14862,-10-1-652,-28-3 1040,-60-9 1,37-2-1274,-84-26 0,121 31-434,0 2 0,0 0 0,-46-2 0,-76 8-2,62 0 22,-79-1 506,162 0-291,-27 0 360,25 0-576,1 0-1,0 0 0,0 0 1,0 1-1,0-1 0,-1 1 0,1-1 1,0 1-1,0-1 0,0 1 1,0 0-1,0 0 0,0 0 1,0 0-1,-3 3 0,3-1-9,0 0 0,-1 0-1,1 0 1,0 0-1,1 0 1,-1 1 0,0-1-1,1 1 1,-2 7 0,-12 41 28,2 2 1,3-1 0,2 1-1,-1 95 1,9-83 5,1 85 104,-28 222 0,17-215-4,-2 5-37,1-83-30,-1 133 1,12-212-66,0-1 0,0 0 0,0 1 0,0-1 0,0 0 0,0 0 1,0 1-1,0-1 0,0 0 0,0 1 0,0-1 0,0 0 0,0 1 1,-1-1-1,1 0 0,0 0 0,0 1 0,0-1 0,-1 0 0,1 0 0,0 1 1,0-1-1,-1 0 0,1 0 0,0 0 0,0 1 0,-1-1 0,1 0 0,-1 0 1,1 0-2,0 1 0,-1-1 1,1 0-1,-1 0 1,1 0-1,0 1 1,-1-1-1,1 0 0,0 1 1,0-1-1,-1 0 1,1 1-1,0-1 1,0 0-1,-1 1 0,1-1 1,0 0-1,0 1 1,0-1-1,0 1 1,0-1-1,-1 0 0,1 1 1,0-1-1,0 1 1,0-1-1,0 0 1,0 1-1,0 0 0,0 0-15,4 2-5,0 0 18,0 0 0,1 0 0,-1-1 0,0 0 0,1 1 0,-1-2 0,1 1 0,6 1 0,50 10 96,-25-7-15,94 29 31,65 12-4,-135-37-97,166 19 130,-106-21 141,233 9 443,2385-17 838,-2730 0-1567,-1 1-1,1 1 0,0-1 0,9 5 0,-9-4 1,0 0-1,-1 0 0,1-1 1,10 1-1,5-2 83,-23-7-139,-2-187 39,4-219-30,3 365 56,19-81-1,0 5-9,-13-2-16,-9-186 1,-3 162 17,1-42 44,0 191 288,-32-1-299,0-3-1,-38-9 1,-28-4-28,-827-34 21,398 10 101,446 28-94,46 7-2,-54-3 1,-268 4 12,139-9-8,-37 1 70,191 14-107,63 0-29,-3 0-220,-1 0-3064,-16 2-542,-19 10-3170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2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49 791 6019,'0'0'8668,"5"11"-8388,8 18 83,-3 1-1,0 0 1,-2 0 0,8 60 0,3 142 1734,-15-164-1684,0 357 1081,-6-231-752,2-193-742,0-1 0,0 0 0,0 1 0,0-1 0,0 0 0,0 1 0,0-1 0,0 0 0,0 1-1,0-1 1,0 0 0,0 1 0,0-1 0,0 0 0,0 1 0,-1-1 0,1 0 0,0 0 0,0 1 0,0-1 0,0 0 0,-1 1 0,1-1-1,0 0 1,0 0 0,0 1 0,-1-1 0,1 0 0,0 0 0,-1 1 0,-4 4 8,3 20 224,15-24 325,142 23 1295,-116-18-1279,79 0-1,-64-5-431,77 1 97,129 11 220,64 36-258,-89-29-69,-167-17-51,388 1 461,-247-6-421,1626 2 726,-1834 0-715,0-64-136,-3 0-1,-12-68 1,0 44-20,-5-173-1,19-1045 93,-27 1305 109,-110-21-125,78 13 107,0 2 0,-101 3 0,-33-3 35,16-11-132,-418-30 83,398 43-155,-307-16 89,-272-18-140,-226 39-79,995 0 141,1 0-16,-1 0 0,0 0 1,0 1-1,0 0 1,0 0-1,-7 2 1,10 0 7,3-2-8,-9 107-345,-2 64 311,12 687 95,11-779-93,-10-70-2600,-1-8 1862,0 0-1,1 0 1,-1 0 0,0 1-1,-1-1 1,1 0-1,0 0 1,-1 0-1,1 0 1,-2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14391,'0'0'2849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1181 73 5843,'0'0'8820,"4"4"-7840,-7-3 2260,-27-3-2981,1-2 0,0-1 0,0-1-1,-35-13 1,35 10-65,-1 1 0,-1 1-1,1 1 1,-42-1 0,-56 4-219,-68 2-28,180 3 54,1 2-1,-1 0 0,1 0 1,0 2-1,0 0 0,0 0 1,-22 16-1,27-17-8,-23 13-23,18-8 24,0-2 0,-1 0 0,-23 8 0,27-13 17,8-2-6,1 0 1,-1 0 0,0 0-1,0 1 1,1-1 0,-1 1-1,1 0 1,-1 0 0,-2 2-1,3-1-9,-1 0 0,1-1 0,-1 0 0,1 0 0,-1 0-1,0 0 1,0-1 0,-7 3 0,-3 1-7,-26 20-18,21-10 43,18-14-11,0 0 0,0 1 0,0-1 0,0 0 1,-1 0-1,1 0 0,0-1 0,0 1 0,-1 0 1,1 0-1,-1-1 0,1 1 0,-1-1 0,-1 1 1,2 0 10,0 29-7,-2 0 1,-7 33-1,5-35 16,1 0 0,0 31 0,4 442 453,6-373-405,5-24-44,-10-77-4,2 1 0,1-1 0,14 51 0,-2 13 69,-1 29-62,-7-50-24,-6-45 9,7 38-1,-3-26 2,-2 0-1,-1 0 1,-4 70-1,-1-34-5,2 183 20,1-242-31,1 1 0,1-1 0,0 0 0,0 0 0,10 23 0,-7-21 5,-1 0 0,0 1 0,2 18 0,-1 0 8,0 16-3,-7 57 10,6 206 135,-2-28 341,-5-156-479,2 24 28,0-153-19,2-1-165,68-1 195,-18-1-29,-1 3 1,56 7-1,67 16 11,61 11 19,-177-19-79,-44-11 34,0-1 0,27 5-1,106 7 33,88 13-22,-189-25-15,-37-3-6,1-1-1,-1 1 1,16 4 0,-18-1 144,-7-5 52,-1-13-184,1-2166 296,16 1744-136,-10-191 64,-6 627 31,0-1-253,0 1 0,0-1-1,0 1 1,0 0-1,0-1 1,0 1 0,0 0-1,1-1 1,-1 1-1,0-1 1,-1 1-1,1 0 1,0-1 0,0 1-1,0 0 1,0-1-1,0 1 1,0-1 0,0 1-1,-1 0 1,1-1-1,0 1 1,0 0 0,0 0-1,-1-1 1,1 1-1,0 0 1,0-1-1,-1 1 1,1 0 0,0 0-1,-1-1 1,1 1-1,0 0 1,-1 0 0,1 0-1,0 0 1,-1 0-1,1-1 1,0 1 0,-1 0-1,1 0 1,-1 0-1,1 0 1,0 0-1,-1 0 1,-25-7 87,22 5-82,-30-6-228,-1 1 0,1 1 1,-1 2-1,-1 1 0,-53 4 0,57-1-740,28 0 705,1 0-1,0 0 1,-1 1-1,1-1 1,-1 1-1,1 0 1,0 0-1,0 0 1,-1 0-1,1 1 1,0-1-1,0 1 1,-5 3-1,2 1-406,0-1-1,1 1 1,0 0 0,-6 9-1,9-12 416,-39 67-6708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6851,'0'0'14204,"0"2"-13561,-1 95-113,3 120-238,1-192-162,0-1-1,2 1 1,0-1 0,2 0 0,1 0 0,19 41 0,-4-21-55,1-1 0,43 58-1,-56-88-70,0 0-1,0-1 0,1 0 0,1 0 0,0-1 0,0-1 0,22 13 0,-9-10 25,1 0 1,0-2 0,41 12-1,-24-9-18,-11-3-1,0-2 0,45 7 1,89-3 37,192-10 0,-183-5-5,-148 1-23,0-2 0,0-1 0,27-8 1,-29 6 55,0 1 1,54-3 0,-78 8-2,-38-31-14179,-15 14 6939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7411,'0'0'14874,"-6"0"-14298,-8 1-520,15 3-46,29 7-37,-8-3 41,43 12 36,-44-15-22,1 2-1,-1 0 1,26 14 0,-45-19-13,0 0 0,0 0 0,0 1 0,-1-1 0,1 0 0,-1 1 0,1 0 0,-1-1 0,0 1 0,0 0 1,0 0-1,0-1 0,0 1 0,-1 0 0,0 0 0,1 0 0,-1 0 0,0 0 0,0 0 0,0 0 0,-1 0 0,1-1 1,-1 1-1,0 0 0,0 0 0,0 0 0,0-1 0,-2 6 0,-9 5 35,-1-1 0,0 0 1,-1-1-1,0 0 0,-17 9 0,-1 2 9,-180 124 339,208-143-423,-1 0 0,-1 0 0,1 0-1,0-1 1,-1 1 0,1-1 0,-1-1 0,0 1 0,-10 1 0,15-3-546,-9 0-7606,-22 0 2919,-1 0-1986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56 672,'0'0'11470,"-5"1"-11262,-15 1 395,-10 0 4948,4 39-4817,18-21-702,2 0-1,0 1 0,1 0 1,1 1-1,1-1 1,0 28-1,6 129 270,-3-176-296,1 3 1,-1 0 1,0 0-1,1 0 1,0-1-1,0 1 0,1-1 1,-1 1-1,1-1 1,0 1-1,0-1 1,1 0-1,-1 0 1,1 0-1,0 0 1,0 0-1,0-1 1,0 1-1,1-1 0,0 0 1,-1 0-1,1 0 1,0 0-1,0-1 1,1 0-1,-1 0 1,5 2-1,2 0-2,0-1-1,1-1 1,-1 1 0,1-2-1,0 0 1,-1 0 0,1-1-1,0 0 1,13-3-1,-21 2-2,-1 0 0,1 0-1,-1 0 1,1 0-1,-1 0 1,0-1-1,0 0 1,0 1-1,0-1 1,0 0-1,0-1 1,0 1-1,-1 0 1,1-1-1,-1 0 1,0 1-1,0-1 1,0 0-1,0 0 1,2-4-1,2-6-26,-1 0-1,0 1 0,5-24 0,-2-8-122,-2 1-1,-2-1 0,-1 0 1,-5-51-1,1 28 138,1 63 26,0 0 1,0 0-1,0 1 0,-1-1 0,0 0 1,1 0-1,-1 1 0,-1-1 1,1 1-1,0-1 0,-1 1 0,0-1 1,0 1-1,0 0 0,0 0 0,0 0 1,-1 0-1,-4-5 0,-1 3 40,0 0-1,1 0 1,-2 1-1,1 0 1,0 0-1,-12-3 1,7 4 10,0 1 1,-1 0-1,1 1 0,0 0 1,-1 1-1,-21 3 1,30-2-65,0 1 0,0-1 0,0 1 0,0 0 0,1 0 0,-1 1 0,1-1 1,-1 1-1,1 0 0,0 0 0,0 1 0,0-1 0,1 1 0,-6 6 0,-8 11-5,-22 36-1,22-31 0,15-24-226,1 0 0,0 0 0,0 0 1,-1 0-1,1 0 0,1 0 1,-1 0-1,0 0 0,0 0 0,1 1 1,0-1-1,-1 0 0,1 4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7267,'0'0'8073,"0"0"-8067,0 0 0,1 0 0,-1 0-1,0 0 1,1 1 0,-1-1 0,0 0-1,1 0 1,-1 0 0,1 0-1,-1 0 1,0 0 0,1 0 0,-1 0-1,0 0 1,1-1 0,-1 1 0,0 0-1,1 0 1,-1 0 0,0 0 0,1 0-1,-1-1 1,0 1 0,1 0 0,-1 0-1,0-1 1,0 1 0,1 0 0,-1 0-1,0-1 1,1 1 0,6-10 319,0 1-1,-1-1 1,0 0 0,0 0 0,-1-1 0,7-21-1,3-5 212,18-20-62,-31 55-469,0-1 0,-1 0 1,1 1-1,0 0 0,0-1 0,1 1 1,-1 0-1,0 0 0,1 0 0,-1 0 1,1 1-1,0-1 0,-1 1 0,1-1 1,0 1-1,0 0 0,0 0 0,4 0 1,56 1 271,-60 0-227,-1 1-1,1 0 1,0 0-1,-1 1 1,1-1 0,-1 0-1,1 1 1,-1 0-1,1-1 1,-1 1-1,0 0 1,0 0 0,0 0-1,0 1 1,0-1-1,-1 0 1,1 1-1,1 2 1,27 51 357,-29-55-387,17 43 93,14 25 86,-29-64-189,1 1 0,-1-1 0,1 0 0,0 0-1,1 0 1,-1-1 0,1 0 0,0 1 0,8 4 0,-2-6 0,0-1 1,0-1 0,0 1-1,0-2 1,0 0 0,0 0-1,1-1 1,-1 0 0,12-3-1,-15 1-2,0 0 1,-1-1-1,1 0 0,-1 0 0,0 0 0,-1-1 0,7-6 0,-9 8-254,0 0 0,0-1-1,0 0 1,-1 0-1,0 0 1,0 0-1,0-1 1,0 1-1,-1-1 1,1 1-1,-1-1 1,0 0-1,1-7 1,-1-53-5496,-2 42 2824,0-26-4608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5122,'0'0'6014,"1"0"-5788,-1 0-1,1 0 1,-1 0 0,1 0 0,-1 0-1,0 0 1,1 0 0,-1 0 0,1 0-1,-1 1 1,1-1 0,-1 0 0,0 0-1,1 0 1,-1 1 0,1-1 0,-1 0-1,0 0 1,1 1 0,-1-1 0,0 0-1,0 1 1,1-1 0,-1 0 0,0 1-1,0-1 1,1 1 0,-1-1 0,0 23 1396,1-7-1432,-1 1 0,0-1 1,-1 0-1,-1 0 0,-1 1 1,0-1-1,-1-1 0,-8 23 1,-106 237-74,117-271-122,-1 1 0,1-1 0,-1 0-1,-1 0 1,1 0 0,0 0 0,-1 0 0,0-1 0,0 1 0,0-1-1,0 0 1,-1 1 0,-3 1 0,4-1-67,3-3 24,3 1-366,2 0 416,1 1-1,0-1 1,0 0-1,0 0 1,0-1-1,0 0 1,0 0-1,10 0 0,60-2 53,-32 0-14,334 1-555,-377 0 476,0 0-1,0 0 0,0 0 1,-1-1-1,1 1 0,0 0 1,0 0-1,0-1 0,0 1 1,-1 0-1,1-1 0,0 1 1,0-1-1,-1 1 0,1-1 1,0 1-1,-1-1 0,1 1 1,-1-1-1,1 0 0,0 1 1,-1-1-1,1 0 0,-1 0 1,0 1-1,1-1 0,-1 0 1,1-1-1,0-1-220,-1 0-1,1-1 1,-1 1 0,1 0 0,-1 0-1,0-1 1,0 1 0,-1-4 0,0 2-283,1 0 1,-1 0 0,0 0 0,-1 1 0,1-1-1,-1 0 1,0 1 0,0 0 0,0-1-1,0 1 1,-5-5 0,3 6-219,-1 0 1,0 0-1,0 1 0,0 0 1,0 0-1,-9-2 0,14 4 718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9989,'0'0'7355,"0"62"-7230,0 206-45,-1 129 582,-3-324-601,-26 134 1,27-161-1538,3-22-5417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4946,'0'0'10112,"-9"0"-8786,-35 1-537,40 0-763,1-1 0,-1 1 0,0 1 0,1-1 0,-1 0 0,1 1 0,-1 0 0,1 0-1,0 0 1,0 0 0,0 0 0,0 0 0,0 1 0,0 0 0,0 0 0,1-1 0,0 1 0,-1 1 0,1-1-1,0 0 1,1 0 0,-3 7 0,-4 2 29,-3 7-23,1 1-1,1 0 1,0 1-1,1 0 0,2 0 1,-6 31-1,5-10 148,2 1-1,1 61 0,4-103-176,1 0-1,-1 0 1,0 0-1,1 0 1,-1 0-1,0-1 1,1 1-1,-1 0 1,1 0-1,0 0 1,-1-1-1,1 1 1,0 0-1,-1-1 1,1 1-1,0 0 1,-1-1-1,1 1 1,0-1-1,0 1 1,0-1 0,0 1-1,0-1 1,0 0-1,-1 0 1,1 1-1,0-1 1,0 0-1,0 0 1,0 0-1,0 0 1,0 0-1,2 0 1,5 0-9,-1 0 0,1-1-1,-1 0 1,11-2 0,-12 1 0,0-1-1,0 0 1,-1 0 0,1 0-1,-1-1 1,0 0 0,0 0-1,0 0 1,-1 0 0,1-1-1,-1 0 1,0 0 0,-1 0-1,1 0 1,-1-1 0,0 1-1,3-8 1,9-19-182,19-62 1,-28 75 94,0-2-36,0 0 0,-2 0-1,0 0 1,-2 0 0,1-38 0,-3 187 663,-1 177 566,-17-145-805,9-90-236,3-36 11,-16 53 0,17-69-65,-7-96-9921,-2 12 4419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16 5923,'0'0'9415,"0"56"-8671,0 175-5,0-90 376,0 4-112,-3-120-936,3-24-65,0 0 0,0 0 0,-1-1 0,1 1 1,0 0-1,0 0 0,-1-1 0,1 1 0,0 0 0,-1-1 1,1 1-1,0 0 0,-1-1 0,1 1 0,-1-1 0,1 1 1,-1-1-1,0 1 0,1-1 0,-1 1 0,1-1 0,-1 1 1,0-1-1,0 0 0,0 1 0,0-23-178,1-375-808,0 383 977,0 1 0,1-1 1,1 1-1,0 0 1,0 0-1,1 0 0,1 0 1,1 0-1,0 1 1,0-1-1,1 1 1,0 1-1,1-1 0,10-11 1,-17 22 13,0 1 0,1-1 0,-1 1 0,0-1 0,0 1 0,0-1 0,1 1 0,-1 0 0,0-1 0,1 1 0,-1 0 0,0-1 0,1 1 0,-1 0 0,0-1 0,1 1 0,-1 0 0,0 0 0,1-1 0,-1 1 0,1 0 0,-1 0 0,1 0 0,-1 0 0,1 0 0,-1 0 0,1-1 0,-1 1 0,0 0 0,1 0 0,-1 0 0,1 0 0,-1 1 0,1-1 0,-1 0 0,1 0 0,-1 0 0,1 0 0,-1 0 1,0 1-1,1-1 0,-1 0 0,1 0 0,-1 1 0,0-1 0,1 0 0,-1 1 0,0-1 0,1 0 0,-1 1 0,0-1 0,1 0 0,-1 1 0,0-1 0,0 1 0,0-1 0,1 0 0,-1 1 0,0-1 0,0 1 0,6 35 223,-5-28-147,6 74 445,-3 114-1,-5-117-349,2-96-237,1-1 1,0 1-1,1 1 0,1-1 0,1 0 0,0 1 1,13-26-1,-6 16 7,2 1 0,0 1 0,35-43 0,-49 67 48,1-1-1,-1 0 1,1 1 0,0-1-1,-1 0 1,1 1-1,-1-1 1,1 1-1,0-1 1,-1 1-1,1-1 1,0 1-1,0 0 1,-1-1-1,1 1 1,0 0 0,0 0-1,0-1 1,0 1-1,1 0 1,-1 0 3,0 1 0,0-1 1,-1 1-1,1 0 0,0-1 1,0 1-1,-1 0 0,1-1 1,0 1-1,-1 0 0,1 0 0,-1 0 1,1-1-1,-1 1 0,1 0 1,-1 0-1,1 0 0,-1 0 1,0 0-1,0 0 0,1 0 1,-1 2-1,9 34 128,-1-1 0,2 43 1,-6 81-140,-4-127-4126,0 1-4324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450 110 96,'0'0'8014,"0"-14"-7520,0-43 229,0 56-612,0-1 1,0 1-1,0 0 1,-1-1-1,1 1 0,0 0 1,-1-1-1,1 1 1,0 0-1,-1 0 1,0-1-1,1 1 0,-1 0 1,0 0-1,1 0 1,-1 0-1,0 0 1,0 0-1,0 0 0,0 0 1,0 0-1,0 0 1,0 0-1,0 1 1,0-1-1,-1 0 0,1 1 1,0-1-1,-2 0 1,-3 0 254,1 0 1,-1 0 0,1 1-1,-1-1 1,-7 1-1,1 0 185,-39-3 951,-88 6 0,135-2-1490,0 0-1,0 1 0,1-1 0,-1 1 0,0 0 0,0 0 0,1 0 0,-1 0 0,1 1 0,0-1 0,0 1 0,0 0 0,0 0 1,0 0-1,0 0 0,1 0 0,0 1 0,-1-1 0,1 1 0,1 0 0,-1 0 0,0-1 0,-1 8 0,-1 2-2,0 1 0,0 0-1,1 0 1,1 0-1,-1 26 1,3-35-7,0 0-1,0 0 1,1 0-1,-1 0 1,1 0-1,0 0 1,1 0 0,-1 0-1,1 0 1,0-1-1,0 1 1,5 6 0,-3-5 0,1-1 1,0 0 0,0 0 0,1-1-1,-1 1 1,1-1 0,0 0 0,10 4-1,128 59 33,-111-59-70,-32-8 36,-1 1-1,1-1 1,-1 1-1,1-1 1,-1 1-1,1-1 1,-1 1-1,1-1 1,-1 1-1,1 0 1,-1-1-1,0 1 0,1 0 1,-1 0-1,0-1 1,0 1-1,1 0 1,-1 0-1,0-1 1,0 1-1,0 0 1,0 0-1,0-1 1,0 1-1,0 0 1,0 0-1,0-1 1,-1 1-1,1 0 1,0 1-1,-1 0-9,1 0 16,0-1 0,0 1 0,-1 0 0,1-1 0,0 1 0,-1-1 1,0 1-1,1-1 0,-1 1 0,0-1 0,0 1 0,0-1 0,1 1 0,-2-1 1,1 0-1,0 0 0,0 0 0,-2 2 0,-1 0 13,0 0 1,-1 0-1,1-1 0,-1 1 0,-9 3 1,-2-1 73,-1 0 0,-29 3 0,22-4-21,-4 1 6,-50 1 1,30-6-1580,47-6 166,-4-12-501,0 1-1,-11-27 1,-1 2-3082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5218,'0'0'8708,"151"-24"-8452,-124 24 193,-5 9 111,-6 26 80,1-1-240,-12 5-400,0-5 0,1-5-32,-6 0-448,0-4-736,0-6-1746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7812,'0'0'8134,"0"3"-7278,5 162 3981,-4-136-4504,-2 0 0,-1 0-1,-1 0 1,-2 0 0,0 0 0,-17 47-1,-9 32 120,26-85-239,-1 0 0,-1 0 0,-1 0 0,-1-1-1,-13 24 1,-1 2 265,0-1-364,19-35 933,0-75-20769,4 30 13773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0 192,'0'0'17654,"5"20"-16611,0 0-802,0-2 9,-1 1 0,-1 1 0,0-1 0,-1 33 0,-2-33 6,1 0 56,-1 1 1,0-1-1,-2 0 1,0 0-1,-2 0 1,0 0-1,-8 22 1,-89 180 1389,32-75-1267,57-112-376,12-32-81,20-21-6738,-11 7 5641,-1 1 1,0-1 0,-1 0-1,0-1 1,-1 0 0,0 0-1,-1 0 1,-1 0-1,5-22 1,-1-18-5944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64,'0'0'15829,"4"19"-14890,0 1-702,0-4-25,-1 1 1,0 0 0,-1 0 0,-1-1-1,-1 1 1,-2 22 0,-1-17 220,-2 0 1,-1 0-1,0 0 1,-12 25-1,-46 84 965,40-85-925,-35 92 0,48-100-401,8-22-58,-2-1 0,0 1 0,-10 20 0,11-32-710,3-8-1879,6-12 438,12-4 1076,-11 14 575,-1 0 0,1-1 0,-2 1 0,1-1 0,-1 0 0,5-12 0,7-34-3145,4 6-397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3618,'0'0'12339,"7"14"-10827,-3-5-1186,1 0-4,-1 0 0,-1 0 0,1 0 0,-1 1 0,-1-1 0,0 1 0,0 0 0,-1 0 0,0 10 0,-1-6 42,0 1 1,-1-1-1,-1 0 1,0 0-1,-1 0 1,0 0-1,-1-1 0,-1 1 1,-12 23-1,-80 134 1242,-50 102-1115,143-265-445,1 0 39,0 0-1,-1-1 0,0 1 0,0-1 1,-1 0-1,0-1 0,-7 9 1380,12-32-8222,-2-4 2255,-12 5-2383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30 6099,'0'0'6963,"0"-5"-5389,0-20 5384,-3 29-6694,-11 11-215,1 1 1,1 1-1,0 1 1,1-1-1,1 2 0,-8 20 1,-15 25 68,-175 269 42,206-328-187,-1-1-1,0 1 1,0-1-1,-1 0 0,0 0 1,1 0-1,-1-1 1,-7 5-1,9-6-770,4-17-9852,7-19 6155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8068,'0'0'9508,"0"3"-8972,-5 16-29,-16 22-166,-2-2-1,-41 53 1,-4 7 62,-64 110-120,125-199-799,-4 6 1566,12-13-3893,8-6-5092,-7 2 7677,-1 0 0,1 0 0,-1 0 1,1 0-1,-1 0 0,1 0 0,-1-1 0,0 1 1,2-3-1,10-27-3629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6643,'0'0'10277,"-12"33"-9792,-44 112-61,30-86 60,-3-2-1,-66 102 1,10-22-432,78-119-663,3 10-7049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0 222 272,'0'0'15741,"3"12"-15453,-2-7-272,2 10 25,1 0 1,0 0-1,1 0 1,1-1-1,0 0 1,12 19 0,-9-18 30,1-1-1,1 0 1,0-1 0,15 14 0,-21-23-67,1 1-1,0-1 0,0 0 0,0-1 0,0 1 1,0-1-1,1-1 0,-1 1 0,1-1 1,0 0-1,0 0 0,0-1 0,11 1 0,115-1-206,-129-2 163,1 1-1,-1-1 1,0 0 0,0 0 0,0-1 0,0 1 0,0-1 0,0 0 0,-1 0-1,1 0 1,0-1 0,-1 1 0,0-1 0,0 0 0,0 0 0,0 0 0,0 0-1,0 0 1,-1-1 0,1 1 0,-1-1 0,0 0 0,2-6 0,4-7-104,0-1 0,-2 0 0,8-36 1,-8 19 118,-2-1 0,-2 1 0,-1-1 0,-6-55 0,4 87 30,0 1-1,0 0 1,0 0 0,0-1 0,0 1 0,-1 0 0,1 0 0,-1 0 0,0 0 0,0 0-1,0 1 1,0-1 0,-1 0 0,1 1 0,-1 0 0,0-1 0,1 1 0,-1 0 0,0 1 0,0-1-1,-3-1 1,-1-1 50,0 1-1,0 1 1,0-1 0,-1 1-1,1 0 1,0 1-1,-1 0 1,-11-1-1,-11 1 441,-30 1-31,56 0-440,0 0 1,1 1-1,-1 0 0,0 0 1,1 0-1,-1 0 1,0 1-1,1-1 1,-1 1-1,1 0 1,0 0-1,-5 3 1,-7 12 165,2 0 0,-1 1 0,2 0 0,-18 35 0,26-42-132,1 0 0,0 0 1,1 0-1,0 0 0,0 1 1,2-1-1,-1 1 0,1-1 1,3 17-1,-2 8-73,-1-34-8,0-1 1,0 1 0,0 0 0,1 0 0,-1 0 0,1 0-1,-1-1 1,1 1 0,0 0 0,-1-1 0,1 1 0,0 0-1,0-1 1,0 1 0,1-1 0,-1 1 0,0-1-1,0 0 1,1 0 0,-1 1 0,3 0 0,39 18-1080,-5-3-585,-36-15 1336,1 0 0,-1 0 0,0 0-1,0 0 1,0 0 0,0 1-1,0-1 1,-1 1 0,1-1 0,-1 1-1,0 0 1,1-1 0,-1 1-1,0 0 1,-1 0 0,2 3 0,-1 14-4226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3233,'0'0'17224,"16"19"-17544,-5-19-160,0 0-464,5 0-881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9989,'0'0'6459,"29"0"-6358,91 0 203,-90 0 715,37-5 1,-8 1 1295,1174 4 1623,-1222-1-3926,0-1-1,0 0 1,0 0 0,-1-1 0,1 0 0,18-10 0,-17 8-3,0 0 1,1 1-1,-1 0 1,18-2 0,-18 4 38,1-1 1,-1 0-1,18-8 1,-17 6 21,0 1 1,24-5-1,-32 8-540,13-3 1593,-14-3-2457,-7-6-3595,2 11 4505,0 0 0,-1 0 0,1 0 1,-1 0-1,1 0 0,-1 0 1,0 0-1,1 0 0,-1 0 0,-3-1 1,-43-18-6375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5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11765,'0'0'7655,"28"15"-7295,93 52-275,-27-11 4,-70-41 74,0-1 1,36 15-1,-58-29-140,0 1 1,0 0-1,-1 0 0,1 0 1,0 0-1,0 0 0,-1 1 1,1-1-1,0 0 0,-1 1 0,0-1 1,1 1-1,-1 0 0,0-1 1,0 1-1,0 0 0,0 0 1,0-1-1,1 4 0,-1 1 74,0 0-1,0 0 1,0 0-1,-1 0 0,-1 8 1,1-1-16,0-8-34,0 0 0,-1 0 1,0-1-1,0 1 0,0-1 0,-1 1 0,1-1 1,-1 1-1,0-1 0,-1 0 0,1 0 1,-1 0-1,1 0 0,-1 0 0,0-1 0,-1 1 1,-6 5-1,-6 4 177,-1-2 1,0 0-1,-18 10 1,-1-1 148,-142 90 587,156-96-1013,-30 26 0,50-33 45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10325,'0'0'8676,"60"29"-8852,-49-19-113,-55-1-16294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2593,'-49'472'14951,"66"-472"-15127,-12 0-1089,6 15 193,0 0-865,-11 9-1056,0-9-97,-17 4-3265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1 624,'0'0'753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4530,'0'0'12454,"2"0"-11587,613 0 4055,310 0-5205,-923 0-994,-2 0 1195,0 0 0,0 1-1,0-1 1,0 0 0,0 0 0,0 0 0,1 0 0,-1 0 0,0 0 0,0 0 0,0 0 0,0 0 0,0 0-1,1 0 1,-1 0 0,0 0 0,0 0 0,0 0 0,0 0 0,0 0 0,1-1 0,-1 1 0,0 0-1,0 0 1,0 0 0,0 0 0,0 0 0,0 0 0,1 0 0,-1 0 0,0 0 0,0-1 0,0 1 0,0 0-1,0 0 1,0 0 0,0 0 0,0 0 0,0 0 0,0-1 0,0 1 0,0 0 0,0 0 0,0 0-1,0 0 1,0 0 0,0-1 0,0 1 0,0 0 0,0 0 0,0 0 0,-3-21-3232,-15-18-2280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1024,'0'0'19217,"1"11"-18430,-1-6-759,1 1-1,-1-1 0,2 0 1,-1 0-1,0 1 0,1-1 0,0 0 1,0 0-1,1-1 0,-1 1 1,1 0-1,0-1 0,0 0 1,1 1-1,-1-1 0,8 6 1,67 58 426,146 100 1,-211-160-446,-11-8-4,0 1-1,0 0 0,0 0 1,0 1-1,0-1 1,0 0-1,0 1 1,0-1-1,0 1 1,-1 0-1,1-1 0,-1 1 1,1 0-1,-1 0 1,0 0-1,1 0 1,-1 0-1,0 0 1,0 0-1,-1 1 0,1-1 1,0 0-1,-1 0 1,0 1-1,1-1 1,-1 0-1,0 3 1,1-2 3,-1 0 0,0-1 1,0 1-1,0 0 1,0 0-1,0-1 0,0 1 1,-1 0-1,1 0 1,-1-1-1,0 1 0,0 0 1,0-1-1,0 1 1,0-1-1,0 1 0,-1-1 1,1 0-1,-1 1 1,0-1-1,0 0 0,0 0 1,0 0-1,0 0 1,0-1-1,-4 3 0,-137 78 411,99-54-308,25-17-119,0 0 1,0 2-1,1 0 1,1 1-1,0 1 1,1 1-1,-20 24 1,5-2-1346,28-36-31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0 176,'0'0'22026,"0"11"-21396,5 368-1420,-4-379 750,1 0-1,-1 0 1,1 0-1,-1 0 1,0 0-1,1 0 0,-1-1 1,0 1-1,1 0 1,-1-1-1,0 1 1,1-1-1,-1 0 1,0 1-1,2-3 1,9-7-92,-1-1 1,2 1-1,-1 1 1,1 0-1,0 1 0,1 1 1,0 0-1,0 0 1,1 2-1,0 0 1,0 0-1,0 1 1,0 1-1,1 1 0,20-1 1,-35 3 136,1 1 1,-1-1-1,0 1 1,0 0 0,1-1-1,-1 1 1,0 0-1,0 0 1,0 0-1,0-1 1,0 1-1,0 0 1,0 1-1,0-1 1,-1 0-1,1 0 1,0 0 0,-1 0-1,1 1 1,-1-1-1,1 0 1,-1 0-1,1 1 1,-1-1-1,0 1 1,0-1-1,0 0 1,0 2-1,4 43 155,-4 43 566,0-85-683,-1-1 1,0 1 0,0-1-1,-1 0 1,1 1 0,-1-1 0,0 0-1,1 0 1,-1 0 0,-1 0-1,1-1 1,0 1 0,-1 0-1,1-1 1,-1 0 0,0 1 0,0-1-1,0 0 1,0-1 0,-5 4-1,-3 0 77,1 1-1,-2-1 0,1-1 0,0 0 0,-15 3 0,-18 1-392,0-2 0,-66 0 0,107-6-1234,2-87-10413,-3 42 5816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0 352,'0'0'18008,"14"0"-17253,257 0 1632,-209 0-5566,-3 0-3739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8756,'0'0'10882,"0"23"-10711,11 172-30,-10-184-46,1 0-1,0 0 1,1-1-1,0 1 1,0-1-1,6 11 1,-6-16-70,-1-1 0,1 1-1,1-1 1,-1 0 0,0 0 0,1 0 0,0 0 0,0 0 0,0-1 0,0 0 0,1 0 0,-1 0 0,1 0 0,7 2 0,-7-3-24,5 3 1,1-1 0,-1 0-1,1 0 1,0-1 0,0-1 0,0 0 0,16 1 0,11-2 8,-26 0 0,1 0 0,-1-1 0,0 0-1,1-1 1,17-4 0,-28 4-4,0 0 0,1-1 0,-1 1 0,0-1 1,0 0-1,0 0 0,0 1 0,0-1 0,0-1 0,0 1 0,-1 0 0,1 0 1,-1-1-1,0 1 0,1-1 0,-1 1 0,0-1 0,-1 1 0,2-4 0,10-55 48,-12 60-54,4-43 120,-3-77-1,-3 50-19,2 66-91,0 0 0,-1 0 0,1 0 0,-1 0-1,0 1 1,-1-1 0,1 0 0,-1 1 0,0-1 0,0 1 0,0 0 0,-1-1 0,1 1 0,-1 0 0,0 0 0,0 1-1,-1-1 1,1 1 0,-1 0 0,1-1 0,-1 2 0,0-1 0,-1 0 0,1 1 0,0 0 0,-1 0 0,1 0 0,-1 0-1,1 1 1,-1 0 0,0 0 0,0 0 0,1 0 0,-10 1 0,3 0 49,2-1-32,-1 1 0,1 1 0,-15 2 0,20-2-26,0 0 1,1 1-1,-1-1 1,1 1 0,-1 0-1,1 0 1,0 0-1,-1 0 1,1 1-1,0-1 1,-4 6-1,-8 11 14,0 1 0,1 0 0,1 1 0,1 1 0,-12 29 0,5-12 49,18-37-41,0 1 1,0-1-1,1 1 1,-1-1-1,1 1 1,-1-1-1,1 1 1,0 0-1,0 3 1,-2 15-2431,11-21-721,13 0 19,-4 0-1866,-2 0-1646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5843,'0'0'10687,"11"-5"-10329,5-4-199,-5 2 109,0 1 1,1 0-1,-1 1 1,21-6 0,-30 10-233,23-4 426,0 0 0,0 1 0,38-1-1,-62 6-460,0-1-1,0 1 1,0-1-1,0 1 0,-1-1 1,1 1-1,0-1 1,0 1-1,-1 0 1,1 0-1,-1-1 1,1 1-1,0 0 0,-1 0 1,1 0-1,-1-1 1,0 1-1,1 0 1,-1 0-1,0 0 1,1 0-1,-1 0 0,0 0 1,0 1-1,1 0 16,3 16 156,9 21 130,-12-38-297,0 0 0,0 1-1,0-1 1,0 0 0,0 0-1,0 0 1,0 0 0,0 0-1,0 0 1,1 0 0,-1 0 0,0 0-1,1 0 1,-1 0 0,0-1-1,1 1 1,-1-1 0,1 1-1,-1-1 1,1 0 0,-1 1 0,1-1-1,2 0 1,21 0 4,-5 1 57,0-2 0,37-5 0,-50 5-58,1-1 0,0-1 0,-1 0 0,0 0 0,0 0 0,0-1 1,0 0-1,0 0 0,-1 0 0,10-9 0,-2-2-466,-1-1 0,0 0-1,-1-1 1,0 0 0,-2 0 0,0-1 0,9-23-1,-18 37-329,0 1 0,0-1 0,0 0 0,0 1 0,0-1 0,-1 0 0,1-5 0,-1 2-3414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31 0,'0'0'15674,"4"0"-15509,15 0-29,-15 0 251,-8 0 398,1 0-627,-2-1 22,0 1-1,0 0 1,0 0 0,0 0-1,0 1 1,-1-1 0,1 1-1,0 1 1,0-1 0,1 1-1,-1 0 1,0 0 0,0 0-1,1 0 1,-1 1 0,1 0-1,0 0 1,-5 4 0,6-4-170,0 0 0,-1 0 0,1 0 0,1 0 0,-1 1 0,0-1 0,1 1 0,0 0 0,0 0 0,0 0 0,0 0 0,1 0 0,-1 0 0,1 0 0,0 0 0,0 1 0,1-1 0,-1 0 0,1 7 0,0-9-19,0-1 0,0 1 0,0 0 0,0-1 0,0 1 0,0 0 0,0-1 0,0 1 0,1 0 0,-1-1 0,1 1 0,-1 0 0,1-1 0,0 1 0,-1-1 0,3 3 0,-1-3-2,0 0 1,0 0-1,0-1 0,0 1 1,0-1-1,0 0 0,0 1 1,0-1-1,0 0 0,1 0 1,3-1-1,2 1 20,-4 0-69,0 0-1,0 0 1,0 0 0,0-1 0,0 1 0,0-1 0,0 0-1,-1 0 1,1-1 0,0 1 0,-1-1 0,1 1-1,-1-1 1,1 0 0,-1-1 0,0 1 0,0-1 0,0 1-1,0-1 1,-1 0 0,1 0 0,-1 0 0,1 0 0,-1 0-1,0-1 1,2-4 0,2-3-141,-1 2 29,-1 0 0,1 1 1,-1-2-1,-1 1 0,0 0 0,0-1 0,-1 1 0,3-19 1,-3 17 202,0 12 99,-1 9 74,0 110 333,-3 164 313,-1-243-645,-3-1 1,-20 78-1,12-59 30,-2 8 6,4-23-71,-8 66 1,15-66-121,0 28-135,5-72-454,3 1-1725,-2-1 2089,0 0 0,0 0 0,0 0 0,0-1 0,0 1 0,0 0 0,0 0 0,0-1 0,0 1 1,0 0-1,0-1 0,-1 1 0,1-1 0,0 1 0,0-1 0,0 0 0,0 1 0,-1-1 0,1 0 0,0 0 0,-1 1 0,2-3 0,1-25-1805,-3 19 1111,0-40-3893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44 5891,'0'0'10263,"-6"-5"-9988,4 2-232,0 0 1,-1 1-1,0-1 1,0 1-1,0 0 1,0 0 0,0 0-1,0 1 1,-6-3-1,7 3-15,0 1 0,1 0 0,-1 0 0,0 0 0,0 0 0,0 0 0,0 0 0,0 0 1,0 0-1,0 1 0,1-1 0,-1 1 0,0 0 0,0-1 0,0 1 0,1 0 0,-1 0 0,0 0 0,1 0 0,-1 0 0,1 1 0,0-1 0,-1 0 0,1 1 0,0-1 0,-2 3 0,-4 5 61,1 1 1,-1 1-1,2-1 0,-1 1 0,2 0 0,-1 0 0,2 1 0,-1-1 0,-1 16 0,-1 5 86,3-1 1,-1 46-1,4-64-140,0-11-54,3-2-42,7 1 21,-8-1 18,1 0 0,0 1 1,-1-1-1,1 0 0,0 0 0,0 0 0,-1-1 0,1 1 0,0-1 0,-1 0 0,1 1 0,-1-1 0,1 0 0,-1 0 0,1-1 0,-1 1 0,0 0 0,4-4 0,8-15-356,-2 0-1,0-1 0,-2 0 0,15-42 1,-18 45 12,0 3 44,-1 1 0,-1-1 0,-1-1 0,0 1 0,-1-1-1,2-27 1,-5 41 920,0 10-430,0 475 3682,-2-451-3686,0 0 0,-3 0 0,0-1 0,-2 1 0,-14 36 0,11-31 79,-1 14 20,8-34-209,0 0-1,-2 0 1,-7 21 0,11-36-244,1-135-9748,0 81 4269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10789,'0'0'8567,"0"48"-8527,0 146 42,0-13 543,0-151-423,0-29-276,0-5-513,3-18 586,0 1-1,1 0 1,1 0 0,1 0 0,0 0 0,18-33 0,-6 9-21,-10 24 16,1 0 0,0 1 1,2 0-1,1 1 0,0 0 0,1 1 0,1 0 0,29-28 0,-43 46 18,0 0-1,1-1 1,-1 1-1,1-1 1,-1 1 0,0 0-1,1-1 1,-1 1-1,1 0 1,-1 0 0,1-1-1,-1 1 1,1 0 0,-1 0-1,1 0 1,-1-1-1,1 1 1,-1 0 0,1 0-1,-1 0 1,1 0-1,-1 0 1,1 0 0,-1 0-1,1 0 1,-1 0-1,1 1 1,-1-1 0,1 0-1,-1 0 1,1 0 0,-1 1-1,1-1 1,-1 0-1,1 0 1,-1 1 0,1-1-1,-1 0 1,0 1-1,1-1 1,-1 0 0,0 1-1,1-1 1,-1 1-1,0-1 1,0 1 0,1-1-1,-1 1 1,0-1 0,0 1-1,0-1 1,1 1-1,-1-1 1,0 1 0,0-1-1,0 1 1,5 31 276,-5-32-283,6 196 897,-6-194-852,2-2-52,1-1 0,-1 1 0,0 0-1,0-1 1,0 0 0,0 1 0,1-1-1,-1 0 1,0 0 0,0 0-1,-1 0 1,1 0 0,0-1 0,0 1-1,0 0 1,-1-1 0,1 0 0,1-1-1,23-39 20,-14 22-1,-2 3-31,1 1 0,1 1-1,1 0 1,0 0 0,0 2 0,2-1 0,-1 2 0,18-12 0,-30 22 10,0 2 0,16 1 7,-16-1 11,-1 0 0,0 0 1,1 1-1,-1-1 0,1 1 1,-1-1-1,0 1 0,0 0 0,1-1 1,-1 1-1,0 0 0,0 0 1,0 0-1,0 0 0,0 0 0,0 0 1,0 0-1,0 0 0,0 0 1,0 1-1,0-1 0,-1 0 1,1 0-1,-1 1 0,1-1 0,-1 1 1,1-1-1,-1 3 0,8 49 204,-6-37-174,3 26-53,-3-16-901,12 50 0,-13-72 413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21 704,'0'0'16627,"0"-4"-16361,0 4-249,0-1-1,0 1 1,0-1-1,0 0 0,0 1 1,0-1-1,0 1 1,0-1-1,-1 0 0,1 1 1,0-1-1,0 1 0,-1-1 1,1 1-1,0-1 1,-1 1-1,1-1 0,0 1 1,-1-1-1,1 1 1,-1-1-1,1 1 0,-1 0 1,1-1-1,-1 1 1,1 0-1,-1-1 0,1 1 1,-1 0-1,1 0 0,-2-1 1,-24 0 826,14 1-517,11 0-257,-1 0 0,0 0-1,0 1 1,0-1 0,0 0-1,1 1 1,-1-1 0,0 1-1,0 0 1,1 0 0,-1 0-1,0-1 1,1 1 0,-1 1-1,1-1 1,-1 0-1,1 0 1,-2 3 0,0-1 31,1 1 1,0-1 0,0 1-1,0 0 1,0 0-1,1-1 1,-1 1 0,0 5-1,-1 7 35,0 0 1,2 1-1,0 22 0,1 57-135,0-94 0,0 0 0,0 0 0,1 0-1,-1-1 1,1 1 0,-1 0 0,1 0 0,0 0 0,0-1 0,0 1-1,0 0 1,0-1 0,0 1 0,0-1 0,0 1 0,0-1 0,1 0-1,-1 1 1,1-1 0,-1 0 0,1 0 0,-1 0 0,1 0-1,0 0 1,2 0 0,7 3-8,-1 0 0,1-1-1,16 3 1,-6-2 13,-7 0 6,0 0-1,-1 0 1,22 11 0,-10-5 30,-23-10-32,1 1 0,0 0 0,-1 0 1,1 0-1,-1 0 0,1 0 0,-1 1 1,0-1-1,1 1 0,-1-1 0,0 1 0,0 0 1,0 0-1,0 0 0,0 0 0,-1 0 0,1 0 1,1 4-1,2 3 75,-2 0-1,1 1 1,-1-1 0,-1 0-1,1 1 1,-2 0 0,1 0-1,-1-1 1,-1 1 0,-1 19-1,1-23 80,-1-4-147,1 0 1,-1 0-1,0 0 0,1 0 1,-1 0-1,0 0 0,0-1 1,-1 1-1,1 0 0,0-1 1,0 1-1,-1-1 0,1 1 1,-1-1-1,0 0 0,1 0 1,-1 1-1,0-1 0,-2 1 1,-39 18 179,27-17-194,1 0-1,-1-1 1,1 0 0,-1-2 0,0 0 0,-19-2-1,-16 0-1656,50-1 1280,0 0 1,0 0 0,0 0 0,0 1 0,1-1 0,-1 0 0,1 0 0,0 0 0,0-6 0,-2-11-928,-6-4-2712,-21-43 0,26 61 3150,-18-32-6120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9012,'0'0'10632,"14"-7"-10419,48-22-53,-56 27 6,-1 0-1,1 0 0,0 0 1,0 1-1,0 0 1,0 1-1,0-1 0,1 1 1,-1 0-1,9 2 1,8-1 1093,-21 0-1247,-1 0 0,1-1 0,0 1 0,-1 0 0,0 0 0,1 0-1,-1 0 1,1 0 0,-1 0 0,0 0 0,0 0 0,0 0 0,1 1 0,-1-1 0,0 1 0,-1-1 0,1 0 0,0 1 0,0 0 0,-1-1 0,1 1 0,-1-1-1,1 1 1,0 2 0,9 47-89,-3-27 70,-5-20-16,-1-1 0,0 1 1,1 0-1,-2 0 0,1-1 0,0 1 1,-1 5-1,1-7-119,-1 1 0,1 0 1,-1-1-1,1 1 0,0 0 0,0-1 1,0 1-1,2 3 0,5 18-6060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3346,'0'0'14854,"17"14"-21513,-39-14 2145,-32 0-2433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7956,'0'0'10738,"-3"9"-9658,1-1-775,2-6-189,0 1 0,-1 0-1,1-1 1,-1 1-1,0-1 1,0 1 0,0-1-1,0 1 1,0-1-1,0 0 1,-1 1 0,1-1-1,-4 4 1,5-6-66,-1 0-1,1 0 1,0 1 0,-1-1 0,1 0 0,0 1-1,-1-1 1,1 0 0,0 1 0,0-1 0,0 1-1,0-1 1,-1 0 0,1 1 0,0-1-1,0 0 1,0 1 0,0-1 0,0 1 0,0-1-1,0 1 1,0-1 0,0 0 0,0 1-1,0-1 1,0 1 0,0-1 0,0 0 0,0 1-1,1-1 1,-1 1 0,0-1 0,0 0-1,0 1 1,1-1 0,-1 0 0,0 1 0,0-1-1,1 0 1,-1 1 0,0-1 0,1 0-1,-1 0 1,0 1 0,1-1 0,-1 0 0,0 0-1,1 0 1,-1 1 0,1-1 0,-1 0-1,0 0 1,1 0 0,-1 0 0,1 0 0,-1 0-1,0 0 1,1 0 0,27 6-279,-28-6 269,44 9 66,0 2 0,84 33 1,-50-15-63,-36-14-17,70 36 1,-92-40-22,0 1 1,-1 1 0,-1 0 0,0 2 0,20 21 0,-27-23 7,-1 2 1,0-1-1,-1 1 1,8 20-1,-3-8 7,5 10 26,-1 2 1,-2 0-1,-2 1 1,-2 0-1,-1 1 0,-2 0 1,6 73-1,-10 318 801,-7-412-798,0-1-1,-1 0 0,-1 0 0,-11 32 0,-35 66 7,34-81-37,-2-3 3,-2 0 0,-1-1 1,-1-2-1,-27 30 1,-13 16 11,28-29-27,-2-2 0,-3-2-1,-1-2 1,-2-1 0,-83 60-1,-45 6 53,48-34-345,102-65 6,1 1-995,17-6 983,-1-10-3172,3-31-1563,0-17-3505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8804,'0'0'10263,"1"7"-10127,4 41 594,16 105 854,-20-149-1563,-1-1-16,0 0-1,0 0 0,1 0 1,0 0-1,-1 0 0,1 0 0,0 0 1,0-1-1,1 1 0,-1 0 1,0 0-1,1-1 0,0 1 1,0-1-1,3 4 0,1-2-42,-4-3 27,-1 0 0,1 0 0,0 0 0,0 0 0,0 0 0,0 0 0,-1-1 0,1 1 0,0-1 0,0 1 0,0-1 1,0 0-1,0 0 0,0 0 0,3 0 0,299 0-1659,-303-2 1519,-1 1 1,1-1-1,0 0 1,-1 1-1,1-1 0,-1 0 1,1 0-1,-1 0 1,0 1-1,0-1 1,0 0-1,0 0 1,0 0-1,0 0 1,-1-2-1,1-1-282,-2-85-5204,-7 45 1371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1 0 3986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11 254 3986,'-11'-161'9348,"38"171"-6355,22-10-1072,10 0-304,6 0-1553,-16 0-16,-11 0-96,-5 0-576,-12-20-513,1-14-960,-11 5-1440,-11 10-2066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5811,'0'0'12341,"141"39"-11284,-66-39-529,7 0 256,-17-10-319,-6-9-225,-10-5-176,-27 4-64,5 1-80,-17-1-913,-4 1-1104,-6-11-1344,0 16-2322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8884,'235'131'3375,"-228"-127"-3106,-1 0 0,1 0 0,0-1 1,0 0-1,0 0 0,0-1 0,1 0 0,12 2 0,25-5 1838,-33 0-1714,0 0 1,1 1-1,-1 1 1,25 4-1,-35-5-357,0 1 0,-1 0 1,1 0-1,0 0 0,-1 0 0,1 0 0,0 0 0,-1 1 0,0-1 0,1 0 1,-1 1-1,0-1 0,0 1 0,1 0 0,-1-1 0,-1 1 0,1 0 0,0 0 0,0-1 1,-1 1-1,1 0 0,-1 0 0,1 0 0,-1 3 0,2 6 91,-2 0 0,0 1 0,-1 13 0,0-3-177,1-14-15,1 0 0,-2 0 0,1 0-1,-1 0 1,0-1 0,-1 1 0,0 0 0,0 0 0,-1-1 0,0 0 0,0 1 0,-1-1 0,1 0 0,-2 0-1,1-1 1,-1 1 0,0-1 0,0 0 0,-7 5 0,10-9 4,1-1 0,-1 0 0,-1 1 0,1-1 0,0 0-1,0 0 1,0-1 0,-1 1 0,1 0 0,0-1 0,-1 1 0,-4 0 0,-13 2-1039,15 1 604,4-4 605,14 0 811,152 0 268,-158 0-1217,-1 0 1,0-1-1,0 0 1,0-1-1,0 1 1,0-1-1,0 0 1,0-1 0,0 1-1,-1-1 1,1 0-1,-1-1 1,8-6-1,23-24-2146,-5-2-3399,-20 23 1244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42 229 4354,'0'0'13001,"-7"31"-12668,-18 97-5,22-113-110,0 1 1,2-1-1,-1 0 0,2 1 0,1 17 0,1 5 648,-2-37-864,1 0 1,-1-1 0,1 1 0,-1 0 0,1 0 0,-1-1 0,1 1 0,0 0 0,-1-1 0,1 1-1,0-1 1,-1 1 0,1-1 0,0 1 0,0-1 0,0 1 0,0-1 0,-1 0 0,1 1 0,0-1-1,0 0 1,0 0 0,0 0 0,0 0 0,0 0 0,0 0 0,0 0 0,-1 0 0,1 0 0,2 0-1,-2 0-45,0 0-1,1 0 1,-1-1-1,0 1 0,0 0 1,1 0-1,-1-1 1,0 1-1,0 0 0,0-1 1,1 1-1,-1-1 1,0 0-1,0 1 0,0-1 1,0 0-1,0 0 0,0 0 1,0 0-1,-1 1 1,1-1-1,0 0 0,0-1 1,-1 1-1,1 0 1,0 0-1,0-2 0,3-23-556,-1 0-1,-1-1 0,-1 1 1,-2-1-1,-4-26 0,5 52 652,0-1-1,-1 1 1,1 0 0,-1 0-1,1 0 1,-1 0 0,0 0 0,1 0-1,-1 0 1,0 0 0,0 0-1,0 0 1,0 0 0,0 0-1,0 1 1,0-1 0,0 0-1,0 1 1,0-1 0,0 0-1,0 1 1,0 0 0,-1-1-1,1 1 1,0 0 0,-2-1 310,15 2 284,-4-2-639,0 0-1,0-1 1,0 1 0,0-1 0,0-1 0,0 0 0,-1 0 0,1 0-1,-1-1 1,9-6 0,9-7-114,31-27 0,-46 35-163,-1 0 1,1 0-1,-2-1 1,1-1-1,-2 0 1,1 0 0,-1 0-1,6-16 1,-8 17-786,-1-1 0,-1 0 0,0 0 0,0 0 0,2-21 0,-4-2-2695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8756,'0'0'6374,"14"60"-5390,47 203-325,-48-200-172,-3 1 1,3 82-1,-11-112-300,6 225 981,4 54-623,-10-188-1810,-2-121-109,0-33-7561,0-16 3864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9812,'0'0'9037,"0"42"-8824,0 132 46,0-93 352,1-80-598,-1-1 0,0 1 0,0-1 1,1 1-1,-1 0 0,0-1 0,1 1 0,-1-1 0,1 1 1,-1-1-1,1 1 0,-1-1 0,1 0 0,-1 1 0,1-1 1,-1 1-1,1-1 0,0 0 0,-1 0 0,1 1 1,-1-1-1,1 0 0,0 0 0,-1 0 0,1 0 0,0 0 1,-1 1-1,1-1 0,0 0 0,1-1 0,29 1-48,-21 0 19,-8-1-2,0 1 0,0 0-1,0-1 1,0 1-1,0-1 1,0 0 0,0 0-1,0 0 1,-1 0-1,1 0 1,0 0 0,-1 0-1,1 0 1,0-1-1,-1 1 1,0-1 0,1 1-1,-1-1 1,0 0-1,0 1 1,0-1 0,0 0-1,0 0 1,1-3 0,3-7-262,-1 0 0,6-24 0,-9 33 211,6-42-1150,-2 1 1,0-55 0,-5 142 2341,-2 72 751,0-102-1755,1-1 0,-2 1 1,0-1-1,0 0 0,-1 0 0,-1 0 1,-7 13-1,-2 2-80,-2 0 0,-1-2 0,-2 0 0,0 0 0,-1-2 1,-1-1-1,-2 0 0,0-2 0,-1 0 0,-1-2 0,-41 24 0,56-38-113,9-4 57,1 0 1,0 0 0,-1 0 0,1 0 0,-1 0 0,1 1-1,-1-1 1,1 0 0,0 0 0,-1 0 0,1 1 0,-1-1 0,1 0-1,0 1 1,-1-1 0,1 0 0,0 1 0,0-1 0,-1 0-1,1 1 1,0-1 0,0 0 0,-1 1 0,1-1 0,0 1 0,0-1-1,0 1 1,0-1 0,0 0 0,0 1 0,-1-1 0,1 1-1,0-1 1,0 1 0,1 0 0,22-1 69,11 0 130,24 1 100,-1-3 1,75-12-1,55-33-473,-181 45 14,0 1-1,0-2 0,0 1 1,0-1-1,-1 0 0,1 0 0,-1-1 1,9-7-1,-11 9-209,-1-1 1,0 0-1,0 0 1,0 0-1,0 0 1,-1 0-1,1 0 0,-1-1 1,0 1-1,1 0 1,-2-1-1,1 1 1,0-1-1,-1 1 1,1-1-1,-1-5 0,0-13-4848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5138,'0'0'14041,"8"18"-14001,24 59-8,-29-68-19,0 0 0,-1 1-1,0-1 1,-1 0-1,0 1 1,0-1-1,-1 1 1,-1-1-1,-1 10 1,0 19 40,3-18-220,0 1-1,1-1 1,6 23 0,-7-42 150,-1 0 1,1 1-1,0-1 1,0 0-1,-1 0 1,1 0-1,0 1 1,0-1-1,0 0 1,0 0-1,1-1 1,-1 1-1,0 0 1,0 0-1,0 0 1,1-1-1,-1 1 1,0-1-1,1 1 1,-1-1-1,1 1 1,-1-1-1,0 0 1,3 1-1,40-1 29,-31 0-22,129 0 405,-140 0-445,-1 0 1,0 0 0,1 0 0,-1 0 0,0 0-1,1-1 1,-1 1 0,0 0 0,0-1-1,1 1 1,-1 0 0,0-1 0,0 0 0,0 1-1,0-1 1,1 0 0,-1 0 0,0 1 0,0-1-1,0 0 1,-1 0 0,1 0 0,0 0 0,0 0-1,0 0 1,-1-1 0,1 1 0,-1 0 0,2-2-1,-1-2-514,0 0 0,-1 1 1,1-1-1,-1 0 0,0 0 0,0-6 0,0 0-1341,0-5-2292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9140,'0'0'8820,"363"-78"-8820,-309 39-240,-21 0-464,-17 5-657,-11 5-624,-5 19-1408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5971,'239'34'4466,"-239"-10"-2817,0 20 367,0-5-671,21 5-400,17 10-65,-5-6 160,10-4-367,-16-10-273,5-9-96,6-6-224,0-9-48,6-10-32,-1 0-432,6 0-1089,5-39-1120,-16-10-2305,-6 5-1713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9380,'0'0'13321,"-27"49"-12523,-94 158-78,112-190-600,-1 0 1,-1-1-1,-1 0 1,0-1-1,-2 0 0,-15 14 1,4-6 74,5-4-161,4 0-138,-2-2-1,0 0 0,-1-2 0,0 0 0,-30 17 0,51-55-7747,5 14 7781,1 0-1,0 1 0,0 1 1,1-1-1,0 2 0,0-1 1,18-8-1,79-34 525,-87 42-333,-7 3-216,-1 1 0,1 0 0,0 1-1,0 0 1,0 1 0,0 0 0,18 2-1,-13-1-1288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4562,'0'0'14914,"6"72"-14298,21 243 187,-16 5 625,-12-262-1189,1 283 1398,0 41-899,0-130-7267,0-345-821,-5 20 2423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5 8484,'0'0'9215,"41"-1"-9117,121-2-60,-121 2 1186,-41 7-1054,0 17 378,-5 45 1,4-60-546,-1 0 1,0 0 0,-1 0 0,0 0 0,0-1 0,0 1-1,-1-1 1,0 0 0,-6 7 0,-16 22 91,-2 0 0,-2-2 0,-1-1 1,-1-1-1,-44 31 0,59-49-176,14-11-10,-1 0 0,1 0 1,-1-1-1,0 1 0,0-1 0,0 0 0,0 1 0,0-2 1,-1 1-1,1-1 0,0 1 0,-1-1 0,1 0 1,-1-1-1,-5 1 0,9-28-3780,1-103-3810,0 53 1321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0 0 5987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5987,'277'-272'6379,"-273"268"-6216,-1 1 1,1 0 0,0 0-1,-1 0 1,1 1 0,0-1-1,1 1 1,-1 0-1,0 0 1,9-3 0,-12 6-123,0-1 0,-1 0 0,1 0 0,0 1 1,0-1-1,-1 0 0,1 1 0,0-1 0,-1 0 0,1 1 1,0-1-1,-1 1 0,1-1 0,0 1 0,-1 0 1,1-1-1,-1 1 0,1 0 0,-1-1 0,0 1 0,1 0 1,-1-1-1,0 1 0,1 0 0,-1 0 0,0-1 0,0 1 1,0 1-1,1 0 33,32 77 2745,16 43-974,-43-104-1777,-1 0 0,-1 1 0,-1-1 0,-1 1-1,1 21 1,-1 17-89,0 22-1076,-7-29-9377,5-49 10398,0-1 0,0 1 0,0-1 0,0 1 0,0-1 0,0 1 0,-1 0 0,1-1-1,0 1 1,0-1 0,0 1 0,-1-1 0,1 1 0,0-1 0,-1 1 0,1-1 0,0 1-1,-1-1 1,1 1 0,-1-1 0,1 1 0,-1-1 0,1 0 0,-1 1 0,1-1 0,-1 0-1,1 0 1,-1 1 0,1-1 0,-1 0 0,1 0 0,-1 0 0,0 0 0,1 0 0,-2 1-1,1-1 865,17 0 308,-6-1-846,1-1 0,-1 1 1,1-2-1,-1 1 0,17-8 0,26-6 928,66-13 1348,-117 29-2512,0-1-1,0 0 1,0 0-1,-1 0 1,1 0 0,0 0-1,0 0 1,-1 0-1,1-1 1,-1 1 0,1 0-1,-1-1 1,1 0-1,-1 1 1,0-1-1,0 0 1,0 1 0,0-1-1,0 0 1,0 0-1,1-3 1,1-25-4710,-3 20 825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3650,'0'0'13232,"4"40"-12405,17 123-480,-20-154-318,1-1 0,0 1-1,0-1 1,7 16-1,-8-23-15,0 1-1,0 0 1,0-1-1,0 1 1,0-1-1,0 0 1,1 1-1,-1-1 1,0 0-1,1 0 0,2 2 1,7 6 108,-7-6-74,-1 0 0,0 0 0,1 0 1,-1-1-1,1 1 0,0-1 0,0 0 1,0 0-1,0 0 0,7 2 0,-2-2-33,1-1-1,-1 0 1,20 0-1,-23-1-21,5 0-83,0 0 0,0-1 0,1 0 0,13-3 0,-20 2 1,0 0-1,0 0 0,0 0 0,0-1 0,0 0 1,-1 0-1,0 0 0,1 0 0,-1-1 0,0 0 0,4-6 1,74-98-3793,-31 37-1905,-17 29-1872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15639,'0'0'6750,"34"0"-6689,154 0 222,-188 5-128,0 0-154,0 1 1,0-1 0,-1 1-1,1-1 1,-1 1 0,0-1-1,-1 0 1,0 0 0,1 0-1,-2 0 1,1 0 0,0 0-1,-1 0 1,0-1 0,-7 9-1,-35 39-315,-2-2-1,-2-2 0,-92 69 0,134-113 8,1 1 1,-1-1-1,0 0 0,0-1 0,0 1 0,0-2 1,-1 1-1,1-1 0,-1 0 0,1 0 0,-16 1 1,22-4 180,0 1 1,1 0 0,-1 0 0,1-1-1,-1 1 1,1 0 0,-1-1 0,1 1-1,-1-1 1,1 1 0,-1-1 0,1 1-1,-1-1 1,1 1 0,0-1 0,-1 0-1,1 1 1,0-1 0,-1 1 0,1-1 0,0 0-1,0 1 1,0-1 0,0 0 0,0 1-1,0-1 1,-1 0 0,2 1 0,-1-1-1,0 0 1,0 1 0,0-1 0,0 0-1,0 1 1,0-1 0,1 1 0,-1-2-1,1-5-933,-1-41-3530,0-21-1248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11989,'0'0'9872,"14"66"-9819,44 217-2,-52-252-34,-1 1-1,-2 0 1,-1 1 0,-3 32 0,0-20 0,1 110-89,0-89-2430,0-72-1834,-2-62-874,-1-18 5327,3 85-11,0-1-1,1 1 1,-1 0-1,1 0 1,-1 0-1,1 0 0,0 0 1,-1 0-1,1 0 1,0 0-1,0 0 1,0 0-1,-1 0 1,1 0-1,0 1 1,0-1-1,0 0 1,0 1-1,1-1 0,-1 0 1,0 1-1,0 0 1,0-1-1,2 0 1,6-3 419,135-100 2140,-143 103-2671,0 0 1,1 0-1,-1 0 1,0 0-1,0 0 1,0 0-1,0-1 1,0 1-1,-1 0 1,1 0-1,0-1 1,0 1-1,-1-1 1,1 1-1,0-3 1,-2-10-5379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5539,'0'0'13286,"60"316"-12774,-28-267-48,-5-20-128,-5 1-208,0-16-128,-17-14 0,11 0-832,1 0-1169,-7-53-1297,-4-21-1472,-6-8-1809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9476,'217'-59'3890,"-217"103"-2097,0-10 96,0 0-1473,0 0-416,11-9-368,-11-6-353,0-14-815,-44-5-5107,-4 0-1553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13302,'0'0'3282,"206"-30"-5972,-179 11-239,0 14-1105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12902,'0'0'5520,"-35"14"-5454,-111 49-82,78-30-115,38-9 25,24-19 85,5-4 0,0 0 1,1-1-1,-1 1 1,0 0-1,0 0 1,1 0-1,-1 0 1,1 0 0,-1 0-1,1 0 1,-1 0-1,1 0 1,-1 0-1,1 0 1,0 0-1,-1 0 1,1 0-1,0 0 1,0 0 0,0 0-1,0 0 1,0 1-1,0-1 1,0 0-1,1 0 1,-1 0-1,0 0 1,0 0-1,1 0 1,-1 0 0,1 0-1,-1 0 1,2 1-1,-1 1 35,1-1 0,0 1 0,1-1-1,-1 0 1,0 0 0,1 1 0,-1-1 0,1-1-1,4 4 1,8 1 199,0 0 0,0-1 0,0-1 0,1 0 0,0-1 0,22 1 0,42 9 54,-33-5-906,-16-7-4991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5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0 468 6579,'0'0'9898,"9"7"-9799,28 19 210,-28-20 4082,4-6-3838,-6 0-535,0-1 0,0 0 1,0 0-1,0 0 0,0-1 0,0 0 1,-1 0-1,12-7 0,48-32 35,-2 0-14,-51 35 25,-1 1 0,1 0 0,0 1-1,0 0 1,0 1 0,1 1 0,16-1 0,99 3 588,-59 2-463,-58-2-160,0 2-1,0-1 0,0 2 0,0 0 0,-1 0 0,1 1 0,-1 0 0,0 1 1,0 0-1,0 1 0,12 9 0,14 12 256,57 52 1,-47-37 44,10 9 116,30 25 91,-77-67-506,1-2 0,0 0 0,1 0-1,0-1 1,-1 0 0,16 4 0,-15-7-17,-1-1 1,1 0 0,-1 0-1,1-1 1,-1-1 0,1 0-1,19-3 1,-5-1 19,0-2 0,29-10 0,8-6 2,-43 13-6,1 2 0,1 0 0,-1 1 1,1 1-1,27-2 0,176 4 702,-208 5-636,0 2-1,0 0 0,0 1 1,-1 0-1,0 1 1,19 10-1,-10-4 97,39 11 1,-61-22-185,13 4 38,0-1 1,0-1-1,1 0 1,21 0-1,-1-2-5,26 0 36,0-3 1,104-16 0,-144 14-14,0 2 0,0 1 0,28 2 0,-12-1 162,-28 1-168,0 1-1,-1 0 1,1 0-1,-1 1 0,0 1 1,0-1-1,10 7 1,-7-4-49,1-1-1,0 0 1,20 4 0,-19-7-4,0 0-1,0-1 1,23-2-1,-30 0-2,-1 1 0,0-2 0,1 1 0,-1-1 0,0 0 0,0 0 0,0-1 0,-1 0 0,11-6 0,9-11-15,27-25 1,-39 31 5,1 1 1,0 0 0,1 1 0,0 0-1,1 2 1,1 0 0,27-12 0,-33 20 20,1-1-1,-1 1 1,0 1 0,1 0 0,-1 1 0,16 2-1,7-1 40,-23 1-34,1 0-1,-1 0 0,-1 2 0,1-1 1,0 1-1,-1 1 0,0 0 1,21 13-1,-17-8-4,2-2 0,-1-1 0,26 9 0,-23-12-17,0-2 0,0 0 0,0 0 0,0-2 0,0-1 0,0 0 0,21-5 0,-33 4-5,1-1 0,-1 0 0,0-1 0,-1 1-1,1-2 1,-1 1 0,1-1 0,8-8 0,43-50-111,-35 36 72,3-2-47,131-135-123,-151 159 226,1 0 0,0 0 1,0 1-1,0 0 0,0 1 0,1-1 0,-1 2 0,1-1 0,0 1 0,-1 0 0,1 0 0,0 1 0,13-1 0,-7 2 22,1 0 0,-1 1-1,1 1 1,-1 0-1,1 1 1,20 7 0,-5-2-28,0-1 0,0-2 0,0-1 0,1-1 0,-1-2 0,1 0 0,50-7 0,-71 3-17,-1 1 0,1-1 0,-1 0 1,1-1-1,-1 0 0,0-1 1,-1 0-1,1 0 0,-1-1 0,15-13 1,-15 12 7,1 0 0,0 1 0,0-1 0,0 2 0,1-1 0,0 2 0,0-1 0,19-5 0,3 6 142,0 1 0,0 2 0,39 3-1,-11-1-99,293-1-531,-351 0 454,0 0 0,-1 0 0,1 0 0,0 0 0,-1 0 0,1-1 1,0 1-1,-1-1 0,1 1 0,-1-1 0,1 0 0,-1 1 0,1-1 0,-1 0 0,0 0 1,1 0-1,-1 0 0,0 0 0,0-1 0,0 1 0,0 0 0,0 0 0,0-1 0,0 1 1,0-1-1,1-1 0,0-3-201,0 0 1,-1-1 0,1 1-1,-1 0 1,0-11 0,1-56-3003,-2-17-2464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2210 0 112,'0'0'15415,"0"11"-15017,0 14-11,0 67 4057,0-80-4031,-1-1 1,-1 1-1,0-1 1,0 0 0,-8 22-1,-12 7 77,15-28-367,1-1-1,0 1 0,-6 18 0,6-15-10,-1-1 0,-1 1 0,0-1 0,-1 0 0,0-1 0,-17 17 0,-4 9 68,-20 32 117,-37 47-186,-170 174 385,-127 162-123,266-277-269,102-147-112,1 0 0,1 2 0,2-1 0,-10 42 0,6-15 0,-2 1 0,-3-2-1,-3-1 1,-2-1-1,-41 66 1,34-66 11,16-25 4,-2 0 0,-1-2 1,-38 45-1,31-43 2,1 2 1,-23 37-1,-28 35 16,45-61-19,22-29-3,-1 0 1,-21 22-1,14-2-16,-46 67 21,26-38 16,3-14-5,-64 69 0,20-27 18,61-70-25,0-1 0,-1-1 0,-2 0 1,-37 26-1,49-37-12,7-7-3,2-27-4441,0-94-3646,0 52 2496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10501,'0'0'9578,"0"15"-9122,0 12-177,1 22 508,-2 0-1,-11 77 0,-44 65 667,16-60-1116,36-121-331,1 1-1,-2-1 0,0 0 1,0 0-1,0-1 0,-2 1 1,-11 14-1,16-20 30,2-3 317,27-1-35,14 2-207,-30-1-219,0 0 0,1 0 0,-1-1 0,1-1 0,-1 0 1,0 0-1,1-1 0,-1-1 0,21-7 0,-20 2-271,1 0-1,-2-2 0,1 1 1,-1-1-1,16-20 0,45-63-5418,-42 50-1485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2641,'0'0'13684,"-5"57"-12894,-8 179-601,12-223-186,2-1 0,0 0 0,0 0-1,1 1 1,4 14 0,-4-23-2,0 1 0,0 0 1,0-1-1,1 1 0,0-1 0,6 8 0,6 10 11,5 17 36,-15-28 338,1 1-1,0-1 1,14 19-1,-17-29-404,-1 1-1,0-1 0,1 1 1,-1-1-1,1 0 1,0 0-1,-1 0 0,1 0 1,0-1-1,0 1 0,-1-1 1,1 0-1,0 1 1,0-1-1,3-1 0,45-4-2977,-48 4 2744,-1 0 0,1 0 0,0 0 0,-1-1-1,1 1 1,-1-1 0,1 0 0,-1 0-1,0 0 1,0 0 0,0 0 0,0 0-1,0 0 1,0-1 0,0 1 0,-1-1-1,1 1 1,-1-1 0,0 0 0,0 0-1,0 1 1,0-1 0,-1 0 0,1 0-1,0-3 1,6-35-3949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6515,'216'-141'5298,"-216"214"-2048,0 5-337,0-5-1424,0 10-865,22-10-304,-17-10-96,1-14-112,5-10-63,-11-15-49,0-19-305,-22-5-9139,-27-19-480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7796,'0'0'7027,"319"24"-7235,-275-53-1249,-28-5-1296,0 5-1169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8228,'0'0'10733,"0"78"-9279,0 256-419,6 38 819,4 333 1488,-10-533-3290,-1-141-352,-1 0 1,-2 0 0,0-1-1,-11 35 1,14-62-659,1-28-2590,0-159-6131,0 86 1256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8692,'0'0'10752,"26"2"-10296,3 1-268,132 7 1275,-138-11-1057,-12 0-331,-1 1 1,1 0 0,0 0-1,0 1 1,0 0 0,-1 1-1,1 1 1,-1-1 0,1 2-1,10 4 1,-19-6-63,-1 1 0,0-1-1,0 1 1,0-1 0,0 1-1,0-1 1,-1 1 0,1 0-1,-1-1 1,0 1 0,0 0 0,0-1-1,0 1 1,0 0 0,0-1-1,-2 4 1,2 7 94,0 171-2628,0-182 2420,0 0-1,0-1 1,0 1 0,0-1 0,0 1-1,-1-1 1,1 1 0,0 0 0,-1-1-1,1 1 1,-1-1 0,1 1 0,-1-1-1,0 0 1,0 1 0,-1 1-1,0-2-161,0 0 0,0 1 0,0-1-1,0 0 1,0-1 0,0 1-1,0 0 1,0-1 0,-1 1-1,1-1 1,0 1 0,0-1-1,-3 0 1,-28 1-3611,-8-1-1256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0 1 1777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1777,'-38'351'9908,"38"-298"-6242,22 1-1393,-1 4-592,-4 1-1665,-17-20 80,0-5-80,0 0-16,0-29-144,0-24-10997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4690,'0'0'11669,"11"122"-10692,-6-98-833,6 10-96,-11 1-48,0-1 48,0-15-48,0-9-64,0 0-592,-16-5-705,-17-5-704,1 14-2113,-17-14-3201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0 9716,'-396'453'7620,"456"-453"-5395,16 0-144,10 0-688,7 0-417,-7 0-176,-5-5 1,-10-9-625,-12 14-160,-5-10-16,-10 5-320,-1-9-1041,-10-21-1008,-6 26-1681,-17-1-4274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14711,'0'0'7662,"63"3"-7454,205 6-133,-45-6-347,-219-3 674,-9 0-300,3 0-105,-1 0-1,0 1 1,0 0 0,1-1-1,-1 1 1,0 0 0,1 0-1,-1 0 1,1 1 0,-1-1-1,1 1 1,-4 2 0,-30 29-148,9-7 9,-165 147-1342,191-172 1388,-3 3-49,0 0 0,0-1 0,0 1 0,0-1 0,0 0 0,-1 0 0,-8 4 0,-10-4-2969,23-23-3337,0-23 830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9909,'0'0'8494,"0"69"-7926,0 228 155,0 210 2583,0 656-812,0-1162-2720,0-6-3648,0-221-5635,0 165 3131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5843,'0'0'13392,"-20"26"-12829,-1 0-405,2-4 14,2 1 0,1 1 0,0 1 0,2 0 0,-15 36 0,7-10 358,2 1 0,3 1 0,2 0-1,2 1 1,3 1 0,-5 85 0,14 177 115,5-220-541,-3-89-81,0 1 0,1-1 0,0 1 1,0-1-1,1 0 0,0 0 0,0 0 0,8 12 0,-10-18-45,1 1 0,0-1 0,0 0 0,0-1-1,0 1 1,0 0 0,1-1 0,-1 1-1,1-1 1,-1 1 0,1-1 0,-1 0 0,1 0-1,0 0 1,5 0 0,42 2-1215,-38-3 820,79-1-6146,-47-3-1043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5891,'0'0'14804,"47"11"-14377,148 32-139,-173-38-200,1-1-1,-1-1 1,41 0 0,-8 1 270,-7-4-165,-38 2-193,-8 5 0,-2-1 87,0-1 1,0 1-1,0-1 1,-1 1 0,0-1-1,-2 8 1,1-10-51,1 0 0,-1-1-1,1 1 1,-1-1 0,0 0 0,0 1 0,0-1-1,0 0 1,0 0 0,-1 0 0,1-1-1,0 1 1,-4 1 0,-266 145 513,239-126-454,18-12-92,-1 0 0,0 0 1,0-2-1,-21 8 0,34-15-319,10-3-5973,1-1 5585,0 0-1,-1 0 1,1-1-1,-1 0 1,0-1-1,0 1 1,0-1 0,8-9-1,23-31-3154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1 0 7027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7027,'417'239'3250,"-412"-210"-513,6-19-496,5-10-432,6 10-1489,-17-10-192,1 0-128,-1 0-272,11 0-705,-5 0-831,-6-29-1426,-5 4-1520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 9572,'0'0'10181,"-9"30"-9439,-29 97-217,33-107-448,0-1-1,-2 0 0,0-1 1,-1 0-1,-1 0 1,0 0-1,-2-1 0,0-1 1,0 0-1,-21 21 1,29-34-196,0 0 1,-1 0-1,1-1 1,0 1 0,-1-1-1,1 0 1,-1 0-1,0 0 1,0 0-1,0-1 1,0 0 0,0 0-1,-8 2 1,-3-2-857,1 0 1,-24-1-1,13-1-257,-187 1-7326,212 2 8856,0 0 0,0 0-1,0 0 1,1 0 0,-1 0 0,1 0 0,-1 0 0,1 0 0,0 0 0,-1 0 0,1 0 0,0-1-1,0 1 1,0 0 0,1-1 0,-1 1 0,0 0 0,1-1 0,-1 0 0,1 1 0,-1-1 0,1 0 0,0 0-1,2 2 1,4 0 154,0 0 1,0 0-1,0-1 0,15 3 0,0 0 607,11 4-26,1-1-1,0-2 1,70 4-1,-2-9-288,119-3-1037,-217 2 120,-1-1 1,1 0-1,0 1 0,-1-1 1,1-1-1,-1 1 0,1-1 0,-1 0 1,0 0-1,0 0 0,0 0 1,7-6-1,-4 2-641,-1 0 1,0-1 0,0 0-1,0 0 1,7-13-1,10-19-5389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10261,'303'-137'10324,"-265"137"-9075,6 0-1841,-7 0-305,-15 0-351,-16-29-385,-6 10-1376,0 4-2354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13206,'0'0'7297,"33"2"-6721,109 4-365,2-4-411,-144 18-705,0-18 812,-1 0 0,1 0-1,-1 0 1,0 0 0,0 0-1,0-1 1,0 1 0,0 0-1,0-1 1,0 1 0,0-1-1,-1 1 1,1-1 0,-1 1-1,1-1 1,-1 0 0,1 0-1,-1 0 1,-2 2 0,-46 23-987,23-12 638,1 0 211,15-8 248,1 0-1,-1 0 1,1 1-1,0 0 1,1 0 0,-17 17-1,26-23 40,-1 0 0,0 0 0,0 0 0,1 0 0,-1 0 0,1 0 1,-1 1-1,1-1 0,-1 0 0,1 0 0,-1 0 0,1 0 0,0 1 0,0-1 0,0 0 0,0 2 0,0-2-24,0 0 1,0-1-1,1 1 1,-1 0 0,0-1-1,1 1 1,-1-1-1,1 1 1,-1 0-1,1-1 1,-1 1-1,1-1 1,-1 1 0,1-1-1,-1 0 1,1 1-1,0-1 1,-1 1-1,1-1 1,1 0-1,3 2 81,0-1 0,0 0 0,1 0 0,-1 0 0,9-1 0,-10 1-84,17 0 241,35 2 326,108-9 0,-160 6-631,0-1 1,0 0-1,0 0 0,0 0 1,0-1-1,0 1 1,0-1-1,0 0 1,-1 0-1,1 0 1,-1 0-1,0-1 0,1 1 1,-1-1-1,0 0 1,-1 0-1,1 0 1,0 0-1,-1-1 0,0 1 1,0-1-1,0 1 1,0-1-1,0 0 1,-1 0-1,2-5 1,1-8-626,-1 0 0,-1-1 0,0 1 0,-2-34 0,0 35 75,-3-48-2094,-10-8-1523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12246,'0'0'8972,"12"77"-6641,44 252-1013,14 19-387,-53-195-811,-4 269-1,-14-351-123,1-66-83,-1 20 17,1-24 4,0-1 0,-1 1 0,1 0 0,0-1 0,0 1 0,-1-1 0,1 1-1,0 0 1,0-1 0,-1 1 0,1-1 0,-1 1 0,1-1 0,0 1-1,-1-1 1,1 0 0,-1 1 0,1-1 0,-1 0 0,1 1 0,-1-1 0,0 0-1,1 1 1,-1-1 0,1 0 0,-1 0 0,0 0 0,1 1 0,-1-1-1,1 0 1,-2 0 0,1-1-87,1 0-1,-1 0 1,0 0 0,1 0-1,-1 0 1,1 0 0,-1 0-1,1 0 1,0 0 0,-1 0-1,1 0 1,0 0-1,0-1 1,-1 1 0,1 0-1,0 0 1,0 0 0,0 0-1,1 0 1,-1 0-1,0-1 1,1 0 0,-1-3-434,0-69-2216,0 1 3904,0 70-976,0 0 0,1 1 0,0-1 0,-1 0-1,1 1 1,0-1 0,0 0 0,0 1 0,1 0 0,-1-1-1,1 1 1,-1 0 0,1-1 0,0 1 0,3-3 0,32-25 723,-35 29-780,16-10 392,-1 1 0,35-13 0,-2 0 86,-47 22-581,0 0 0,-1-1 1,1 1-1,-1-1 1,0 1-1,1-1 0,-1 0 1,0 0-1,0 0 0,0-1 1,-1 1-1,1 0 0,0-1 1,-1 1-1,1-1 1,0-3-1,3-28-5787,-9 26 169,-14 6-3642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11493,'0'0'8388,"11"365"-7828,21-297-223,-5-4 191,-10-25-176,-1-20-96,0-19-256,-5 0-240,11 0-1025,-1-53-960,-10-45-752,-11-24-1937,0 10-2194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9060,'265'-5'5907,"-265"63"-3010,0-4-688,0-1-1184,0-4-769,0 0-224,0-10-16,0-20-16,0-14-721,-43-29-11508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11077,'0'0'9957,"325"-20"-11590,-292-28-864,-12 9-2674,-15 14-4465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9364,'0'0'10197,"65"14"-11574,-43-33 225,-17-10-769,-5 4-1297,0 6-1744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 13430,'-244'231'4069,"202"-190"-2675,39-36-858,5-5-81,47 1 853,-3 0-937,-1-2 1,88-13-1,-112 11-103,0 1-1,0 0 1,27 3-1,-20-1-80,13-10-1014,-39 10 499,-2 0 47,0-1 259,0 1-1,0 0 0,0 0 0,0-1 1,0 1-1,0 0 0,0 0 1,0-1-1,0 1 0,0 0 0,0 0 1,0-1-1,-1 1 0,1 0 0,0 0 1,0-1-1,0 1 0,0 0 0,0 0 1,0 0-1,-1-1 0,1 1 1,0 0-1,0 0 0,0 0 0,-1 0 1,1-1-1,0 1 0,0 0 0,-1 0 1,1 0-1,0 0 0,0 0 1,-1 0-1,1 0 0,0 0 0,0 0 1,-1 0-1,1 0 0,0 0 0,-17-3-257,10 2 161,-25-3 137,0 1-1,-42 2 0,63 1 51,10 0-67,-1 0-1,1 0 1,-1 0-1,1 0 1,0 0-1,-1 0 1,1 1-1,-1-1 1,1 1-1,0-1 1,-1 1-1,1-1 1,0 1-1,0 0 1,-1 0-1,1 0 1,0-1-1,0 1 1,0 0-1,0 0 1,0 1-1,0-1 1,1 0-1,-1 0 1,0 0-1,0 1 1,1-1-1,-1 0 1,1 1-1,-1 1 1,-1 3-14,1 1 0,0 0 0,1 0 0,-1 0 0,2 8 0,-1-3 27,0-11 5,1 1-1,-1 0 1,1-1-1,-1 1 1,1-1-1,-1 1 1,1-1 0,0 0-1,0 1 1,0-1-1,0 0 1,0 1-1,0-1 1,0 0-1,0 0 1,0 0-1,0 0 1,1 0 0,-1 0-1,1 0 1,-1 0-1,0 0 1,1-1-1,-1 1 1,1-1-1,0 1 1,-1-1-1,1 0 1,-1 1 0,4-1-1,7 2 151,1-1 0,23 0 0,-26-2-136,50 1-126,-65 5 45,-81 51-1770,-1-3 1,-172 76-1,166-82 729,87-43 1008,5-3 65,0 0 0,-1 0 0,1 0 0,-1 0 0,1-1-1,-1 1 1,0 0 0,1-1 0,-1 1 0,0-1 0,1 0 0,-1 0 0,0 1 0,-2-1 0,3 0 96,5 0 29,22 0 211,4 1 235,1-2 0,-1 0 0,1-2 0,-1-2 0,33-8 0,142-59 1287,21-6-1486,-217 76-494,-1-1 1,1 0-1,-1-1 1,0 0-1,0 0 1,0-1-1,0 0 1,10-9-1,-14 11-253,-1-1-1,0 1 1,0-1-1,0 0 0,0 0 1,-1 0-1,3-7 1,-3 6-449,0 0 0,0 0 1,-1 0-1,0-1 0,0 1 1,-1-1-1,1-7 0,-1-21-6462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13878,'0'0'5101,"-2"82"-3863,-5 279-677,15 74 383,-7-415-861,12 1047 5033,-15-682-5670,0-337-1479,-1-55-2042,-4-72-1497,3 19 137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3826,'0'0'14620,"28"0"-14215,88 2 230,-111-2-547,0 0-1,0 0 0,0 1 0,0 0 1,-1 0-1,1 0 0,0 0 1,-1 1-1,1 0 0,-1 0 0,6 3 1,-7-3 9,-1 1 0,1 0 1,0-1-1,-1 1 0,0 0 1,0 0-1,0 1 0,0-1 1,2 4-1,3 6 342,-3-5-356,-1 0 0,1 0 0,-2 0 0,1 0 0,-1 0 0,0 1 0,-1-1-1,0 1 1,0-1 0,-1 1 0,-1 11 0,1-17-103,-1-1-1,1 1 1,0-1-1,-1 1 1,0-1-1,1 1 1,-1-1-1,0 0 1,0 1-1,0-1 1,-1 0-1,1 0 1,0 0-1,-1 0 1,0 0-1,1 0 1,-1 0-1,0-1 1,0 1-1,0-1 1,0 1-1,-2 1 1,-7 2-67,0 1 0,0-1-1,-18 5 1,-4 2 32,2 1-26,22-10 67,0 0-1,0 1 1,1 0-1,-1 1 0,1-1 1,0 2-1,-12 9 1,19-14 17,0 1 0,0-1 0,0 0 0,-1 1 0,1-1 0,0 0 0,-1 0 0,1 0 0,-1 0 0,1 0 0,-1-1 0,1 1 0,-3 0 0,1 0 560,8-1-421,314 0 1549,-318 0-1800,-1 28-115,-1-19 207,0-1 0,0 1 0,-1 0 0,0-1 0,0 1 0,-1-1 0,0 0 1,-8 14-1,-43 64-54,31-51 75,0 0-2,-50 55 1,61-77-19,-1 0 1,0 0-1,-1-2 1,0 1-1,-1-2 0,-22 12 1,27-17-161,-1-2 1,0 1-1,0-1 1,0-1-1,0 0 1,0-1-1,-20 1 0,0 0-359,16-3 364,12 0 163,0 1 0,0 0-1,1 0 1,-1 0 0,0 0 0,0 0 0,0 0 0,0 1-1,0 0 1,0-1 0,0 1 0,-5 3 0,8-3 62,-1 0 0,1 0 0,0 0 0,-1 0 0,1 0 0,0 1-1,0-1 1,0 0 0,0 0 0,0 0 0,0 1 0,0-1 0,0 0 0,0 0 0,0 0 0,1 0 0,-1 0 0,1 1 0,-1-1 0,1 0 0,-1 0 0,1 0 0,-1 0 0,1 0 0,0 0 0,1 1-1,90 51 1359,-13-5 111,158 71 1,-207-108-1456,0-3 0,1 0 1,-1-2-1,1-2 0,1 0 1,-1-2-1,57-4 0,-79 2-99,0-1-1,0 0 0,0-1 1,1 0-1,-2 0 1,1-1-1,0 0 0,0-1 1,-1 0-1,0 0 0,0-1 1,0 0-1,14-11 0,-10 4-425,0 0 0,-1-1 1,0-1-1,-1 1 0,-1-1 0,12-23 0,0-13-3638,-18 10-3386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0 16856,'0'0'7825,"35"70"-7046,113 231-550,-65-115-112,-72-153-62,-1 1 1,5 40-1,-3 23 445,-3 1 0,-7 119 0,-2-157-261,-11 168 495,8-199-674,-3-1 0,0 1 0,-2-1 0,0 0 0,-22 44 0,19-50-77,-1-1 1,-1 0-1,-1-1 0,-1-1 0,-1 0 0,-1-1 0,0 0 1,-1-2-1,-24 18 0,25-22-292,0-1 1,-1-1-1,-1-1 1,1 0-1,-1-2 1,-1 0-1,0-1 0,0 0 1,0-2-1,0-1 1,-23 2-1,-127 0-8052,102-4 16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7635,'0'0'8484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16295,'0'0'5699,"92"0"-5779,-43-10 80,5-24-1377,-38 4-1440,-16 16-2769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9764,'0'0'5446,"12"2"-5972,2 1 696,36 2 7013,-51-5-7143,1 0 0,0 0 1,0 0-1,-1 0 0,1 0 0,0 0 1,0 0-1,0 0 0,-1 1 0,1-1 1,0 0-1,0 0 0,0 0 0,-1 0 1,1 0-1,0 0 0,0 1 0,0-1 1,-1 0-1,1 0 0,0 0 0,0 1 1,0-1-1,0 0 0,0 0 0,0 0 1,0 1-1,-1-1 0,1 0 0,0 0 1,0 0-1,0 1 0,0-1 0,0 0 1,0 0-1,0 1 0,0-1 1,0 0-1,0 0 0,0 1 0,0-1 1,0 0-1,1 0 0,-1 0 0,0 1 1,0-1-1,0 0 0,0 0 0,0 0 1,0 1-1,0-1 0,1 0 0,-1 0 1,0 0-1,0 0 0,0 1 0,0-1 1,1 0-1,-1 0 0,0 0 0,0 0 1,0 0-1,1 0 0,-1 0 0,0 1 1,1-1-1,-40 12-9,3-2-33,21-3 7,1 0-1,0 1 0,1 0 1,0 1-1,-17 15 1,-57 59 102,57-52-73,27-28-33,0 1-1,0-1 0,1 1 0,0 0 0,-1 0 1,1 0-1,0 0 0,1 0 0,-1 1 0,1-1 1,0 0-1,-1 9 0,0 5-4,1-1-1,2 19 1,0-7 17,-1 125 219,0-149-209,0 1-1,0-1 1,1 0-1,0 0 1,0 0-1,0 1 1,0-1-1,1 0 1,0 0-1,0 0 1,0-1 0,3 6-1,-3-8-14,0 0 0,1 1 0,-1-1 0,0 0 0,1 0 0,-1 0 0,1 0 0,0 0 0,-1-1 0,1 1 0,0-1 0,0 0 0,0 0 1,0 0-1,0 0 0,1 0 0,-1-1 0,0 1 0,0-1 0,6 0 0,110 0-3,-115-1-16,-1 0 0,1 0 0,-1 0 0,0 0 0,1 0 0,-1-1 0,0 0 0,0 1 0,0-1 0,0 0 0,0-1 0,0 1 0,-1 0 0,1-1 0,-1 0 0,0 1 0,0-1 0,0 0 0,0 0 0,0 0 0,0-1 0,-1 1 0,2-6 0,3-3-35,-2 0 0,0-1 0,0 0 1,-1 1-1,2-24 0,-4-145-704,-1 104 276,0 72 449,0 1 0,0-1 0,0 1 0,-1 0 0,0-1 0,1 1 0,-2 0 0,1-1 0,0 1 0,-3-6 0,4 10 40,-1 0 0,1 1 1,0-1-1,0 0 0,0 0 1,0 0-1,0 1 0,0-1 0,0 0 1,0 0-1,0 0 0,-1 0 0,1 1 1,0-1-1,0 0 0,0 0 1,0 0-1,-1 0 0,1 0 0,0 1 1,0-1-1,0 0 0,0 0 1,-1 0-1,1 0 0,0 0 0,0 0 1,0 0-1,-1 0 0,1 0 1,0 0-1,0 0 0,-1 0 0,1 0 1,0 0-1,0 0 0,0 0 1,-1 0-1,1 0 0,0 0 0,0 0 1,0 0-1,-1 0 0,1-1 1,0 1-1,0 0 0,0 0 0,0 0 1,-1 0-1,1 0 0,0 0 1,0-1-1,0 1 0,0 0 0,0 0 1,0 0-1,-1-1 0,1 1 0,0 0 1,0 0-1,0-1 0,-2 23 220,2-10-211,1-1 1,1 1 0,0 0 0,0-1-1,1 1 1,1-1 0,0 0 0,9 17 0,5 6 157,32 42 0,-9-15 12,-19-28-206,2 0-1,33 35 1,-47-60 70,-1-5-3403,-8-3 3123,-1 0-1,1 0 1,-1-1-1,0 1 1,1 0 0,-1 0-1,1 0 1,-1 0 0,0-1-1,1 1 1,-1 0 0,0-1-1,1 1 1,-1 0 0,0-1-1,1 1 1,-1 0-1,0-1 1,1 1 0,-1 0-1,0-1 1,0 1 0,0-1-1,0 1 1,1 0 0,-1-1-1,0 1 1,0-1 0,0 1-1,0-1 1,0 1-1,0-1 1,0 1 0,0 0-1,0-1 1,0 1 0,0-1-1,0 1 1,-1-1 0,1 1-1,0 0 1,0-1-1,-5-18-7215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1 576,'0'0'19697,"-6"18"-18952,-20 60-100,24-73-570,0-1-1,-1 1 1,1-1-1,-1 0 1,0 0 0,0 0-1,-1 0 1,1-1-1,-1 1 1,0-1-1,1 0 1,-6 3-1,-5 4 187,4-1 39,6-6-169,0 0 1,-1 1-1,1-1 0,1 1 0,-1 0 0,1 0 0,-1 1 0,1-1 0,-3 7 1,6-10-60,3 12-254,-1-7 171,1-1 1,1 0-1,-1 0 0,1 0 0,0-1 0,0 1 1,0-1-1,10 8 0,48 31 11,-13-9 52,11 8-65,-47-34 2,1 0-1,-2 1 1,1 1 0,-1 0-1,-1 0 1,0 2 0,0-1-1,15 24 1,-25-30 29,1 0 0,-2 0 0,1 0 0,-1 1 0,0-1 0,0 0 0,0 0 0,0 0 0,-1 1 0,-3 8 0,2-9-5,0-1 1,0 1 0,-1-1 0,0 0 0,0 0 0,0 0 0,0-1 0,-1 1-1,1-1 1,-5 4 0,-47 32 120,34-26-82,2-1-27,-1 0 0,-1-2-1,-43 15 1,49-21-132,-1-1 1,1-1-1,-1 0 0,0-1 0,-22-2 1,22 1-73,14 0 83,-1 0 1,1 0-1,0 0 1,-1-1-1,1 0 1,0 1-1,-1-1 1,1 0-1,0 0 1,0 0-1,0 0 1,0 0-1,0 0 1,0-1-1,0 1 0,0-1 1,1 0-1,-1 1 1,0-1-1,1 0 1,-1 0-1,1 0 1,0 0-1,0 0 1,-2-3-1,1 1-85,-24-40-3969,-28-69 0,17 26-2629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1 1 7107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20 7107,'-157'-20'8836,"173"20"-5922,33 5-1666,10-5-1056,12 10-176,-1 4 16,-21-4-32,-17 10 0,-5 9 0,-11-5-256,-10 6-544,-6-1-961,0 5-2561,0 0-2433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5346,'0'0'16779,"-2"6"-16358,-2 3-372,0-1-1,-1 1 1,0-1-1,0 0 1,-1-1-1,0 1 1,0-1-1,-9 7 1,-31 39 1147,36-39-919,7-10-185,-1 0 0,1 0 1,0 0-1,1 1 0,-1-1 1,1 1-1,-1 0 1,2 0-1,-1 0 0,0-1 1,1 2-1,0-1 0,0 0 1,0 8-1,1-7-95,0-1-1,0 1 1,0 0 0,1 0-1,0-1 1,0 1 0,1 0-1,-1-1 1,1 1 0,0-1-1,1 0 1,-1 0 0,1 0-1,0 0 1,1 0 0,-1 0-1,1-1 1,0 0 0,8 8-1,113 115-655,-122-125 655,-1 1-1,1 0 1,-1 0-1,0 1 0,0-1 1,-1 0-1,1 1 0,-1-1 1,1 1-1,-1-1 1,0 1-1,0-1 0,-1 1 1,1 6-1,-2 60 103,0-36-118,1-31 18,0 1 1,-1-1-1,1 1 1,-1-1-1,0 1 1,0-1-1,0 1 1,0-1-1,-1 0 1,1 1-1,-1-1 1,0 0-1,0 0 1,-4 4-1,1-2 6,0 0 0,0 0 0,0-1 0,-1 0 0,0 0 0,0 0 0,-7 3 0,-3-1-15,0 1-1,-1-2 1,0 0 0,0-1-1,-22 2 1,28-4-75,-1 0-132,-1-1 0,1 0 0,-14-2 0,21 1 10,1-1 0,0 1-1,0-1 1,0 0 0,0 0 0,0-1-1,1 1 1,-1-1 0,0 0-1,1 0 1,-1 0 0,1 0 0,-1-1-1,-3-3 1,-26-32-4085,-32-48 1,21 19-2071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0 1 13030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13030,'-130'131'4162,"179"-126"-2081,11 24-1329,10-4-240,-11 14-528,-48-39-240,-5 0-672,-23 0-8933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14519,'0'34'3633,"0"0"-1792,0 5-864,16 15-545,0 19-224,6-10-64,-16 11-32,-6-11-16,0-14 96,0 4 0,0-14-144,0 10-48,0-15-112,0-24-752,-17-10-8773,1 0 3363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2737,'0'0'21250,"-15"27"-20967,-48 86 8,22-47 297,32-54-396,1 1 1,0 0 0,0 1 0,1 0-1,1 0 1,0 0 0,2 1 0,-1 0 0,-2 19-1,4-11 58,2-1 0,1 29 0,1-9-117,-1-41-132,0 1-1,0 0 0,1-1 1,-1 1-1,0-1 0,1 1 0,-1-1 1,1 1-1,-1-1 0,1 1 1,0-1-1,0 1 0,-1-1 0,1 0 1,0 1-1,0-1 0,1 0 1,-1 0-1,0 0 0,0 0 0,0 0 1,1 0-1,-1 0 0,0 0 1,1 0-1,-1-1 0,1 1 1,-1-1-1,1 1 0,0-1 0,-1 1 1,3-1-1,7 2-74,0-1 1,0 0-1,22-2 1,-10 0-213,-22 1 247,1 0 1,-1-1 0,0 1 0,1 0 0,-1-1 0,0 1 0,0-1 0,1 1 0,-1-1 0,0 1-1,0-1 1,0 0 0,1 0 0,-1 1 0,0-1 0,0 0 0,0 0 0,0 0 0,-1 0 0,1 0-1,0-1 1,0 1 0,-1 0 0,1 0 0,0 0 0,-1-1 0,1 1 0,-1-2 0,8-42-397,-6 34 328,4-68-746,-5-109 0,-2 65-354,1 121 1610,4 6-355,16 16 119,-2 1 0,31 47 0,-11-16 52,-24-32-64,-1 1 0,-1 0 0,-1 1 0,-1 0-1,-1 0 1,0 1 0,-2 1 0,-1-1 0,6 49 0,-5 9 459,-6 134 0,-3-102-328,3-106-276,-1 0 0,0 0 0,0 0-1,-1 0 1,0 0 0,0 0 0,-1 0 0,1 0 0,-2 0-1,1-1 1,-1 1 0,0-1 0,0 0 0,-1 0 0,-6 10-1,-1-3 4,-5 8 36,-1-2-1,-37 35 1,48-49-76,-1-1-1,1 1 1,-1-1 0,0 0-1,0 0 1,-1-1 0,1 0-1,-1-1 1,1 1 0,-1-1-1,0-1 1,0 0 0,-15 1-1,8-2-83,12 1 74,-1-1-1,1 1 1,-1-1-1,0 0 1,1 0-1,-1-1 1,1 1-1,-1-1 1,0 0-1,1 1 1,-1-2-1,1 1 1,0 0-1,-1-1 1,1 1-1,0-1 0,0 0 1,0 0-1,0-1 1,0 1-1,-3-4 1,-6-12-86,1-1 0,0 0 1,1-1-1,2 0 0,0 0 1,1-1-1,-6-30 0,7 18 29,2 1-1,1-1 1,3-47 0,0 47 44,0 27 51,0 0 0,0 1 0,1-1 0,0 0 0,0 0 0,0 1 0,2-7 0,-1 10 6,-1-1 1,0 1-1,1 0 0,-1 0 1,1-1-1,-1 1 1,1 0-1,0 1 1,0-1-1,0 0 1,0 0-1,0 1 0,1-1 1,-1 1-1,0 0 1,1 0-1,4-2 1,20-6 286,1 1 0,0 1 1,0 1-1,1 1 0,57-1 1,-34 5-96,-31-1-179,1 1-1,-1 1 0,1 2 1,26 4-1,-42-4-36,-1 0-1,0 0 1,0 0 0,0 1-1,-1 0 1,8 6 0,-9-7-229,0 1-1,0-1 1,0 0 0,0 0 0,1 0 0,-1-1 0,1 1-1,-1-1 1,1 1 0,0-1 0,0 0 0,5 0-1,-12-35-23062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11413,'0'0'12128,"3"34"-11207,16 206 781,-9 3-1179,-6-315-531,3 0 1,3 1-1,3 0 1,27-86 0,-33 134 15,-5 11 5,1 0 0,1 0 1,0 1-1,0-1 0,1 1 1,1 0-1,10-15 0,-16 25 0,1 1 0,-1-1 0,1 1 0,-1-1 0,1 1 0,-1-1 0,1 1-1,-1-1 1,1 1 0,-1 0 0,1-1 0,-1 1 0,1 0 0,0 0 0,-1-1 0,1 1 0,0 0-1,-1 0 1,1 0 0,0 0 0,-1 0 0,1 0 0,0 0 0,-1 0 0,1 0 0,0 0 0,-1 0-1,1 0 1,0 0 0,-1 0 0,1 1 0,-1-1 0,1 0 0,0 1 0,-1-1 0,1 0 0,-1 1-1,1-1 1,-1 1 0,1-1 0,-1 1 0,1 0 0,18 28 209,-18-28-220,28 62 703,34 107 0,-32-80-279,-15-41-293,-3 0 1,11 68-1,-19-99 225,0-16-2624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08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50 134 160,'0'0'18702,"1"0"-19156,18 0 8573,-13 0-8119,0 1 0,0 0 0,0 1 0,0-1 0,0 1 0,-1 0 1,9 5-1,-8-4-119,1 0 0,-1-1 0,1 0 0,0 0 1,0 0-1,0-1 0,12 2 0,-10-3-316,-8 1 387,-1-1 1,1 0-1,-1 1 1,1-1-1,0 0 1,-1 0-1,1 0 1,0 0-1,-1 1 1,1-1-1,0 0 0,-1 0 1,1 0-1,0 0 1,-1-1-1,1 1 1,0 0-1,-1 0 1,1 0-1,-1 0 1,1-1-1,0 1 0,-1 0 1,1-1-1,-1 1 1,1 0-1,0-1 1,-1 1-1,1-1 1,-1 1-1,0-1 1,1 1-1,-1-1 1,1 1-1,-1-1 0,0 1 1,1-1-1,-1 0 1,0 1-1,0-1 1,1 1-1,-1-1 1,0 0-1,0-1 1,1-1 43,-1 0 0,0-1 0,0 1 0,0-1 1,0 1-1,-1-1 0,0 1 0,1 0 1,-1-1-1,0 1 0,0 0 0,-1 0 1,1 0-1,-1-1 0,0 1 0,1 1 0,-1-1 1,-1 0-1,1 0 0,0 1 0,-1 0 1,1-1-1,-1 1 0,0 0 0,1 0 1,-1 0-1,0 0 0,0 1 0,0-1 1,-1 1-1,1 0 0,0 0 0,-6-1 0,-5-1 9,-1 1 1,1 0-1,-1 1 0,0 1 0,-15 1 0,-2 0 197,31-1-196,0 0 1,0 0 0,0 0 0,0 0-1,0 0 1,0 1 0,0-1-1,1 0 1,-1 1 0,0-1 0,0 0-1,0 1 1,0-1 0,1 1 0,-1 0-1,0-1 1,1 1 0,-1 0 0,0-1-1,1 1 1,-1 0 0,1 0 0,-1-1-1,1 1 1,-1 0 0,1 0 0,-1 0-1,1 0 1,0 0 0,0 0-1,0 0 1,-1 1 0,0 40 31,2-26-5,-1 96 63,0-111-96,0 1 0,0 0 0,0 0 0,0 0 1,1-1-1,-1 1 0,0 0 0,1 0 0,0-1 0,-1 1 0,1 0 0,0-1 0,0 1 0,0-1 0,0 1 1,0-1-1,0 1 0,0-1 0,0 0 0,0 0 0,1 1 0,-1-1 0,1 0 0,1 1 0,1 0-8,1-1 0,-1 1 0,0-1 0,1 0 1,-1 0-1,1 0 0,-1-1 0,1 0 0,5 0 0,-4 1-182,1-1 0,0-1 0,0 1 0,0-1 0,-1 0 0,1-1-1,0 0 1,6-2 0,-10 2 65,0 0 0,1 0 0,-1 0 0,0-1-1,0 1 1,-1-1 0,1 0 0,-1 0 0,1 0-1,-1 0 1,0 0 0,0 0 0,0-1-1,0 1 1,2-7 0,2-13-161,-1-1 0,-1 1 0,-1-1 1,-1 1-1,-1-1 0,-2-28 0,1 22 371,-1 29-68,1 1 0,0-1-1,0 0 1,-1 0-1,1 1 1,0-1-1,-1 0 1,1 1 0,0-1-1,-1 0 1,1 1-1,-1-1 1,1 1-1,-1-1 1,0 1 0,1-1-1,-1 1 1,1-1-1,-1 1 1,0 0-1,1-1 1,-1 1 0,0 0-1,0 0 1,1-1-1,-1 1 1,0 0-1,0 0 1,1 0 0,-1 0-1,0 0 1,-1 0-1,-32 0 399,24 1-315,8-1-60,0 1 0,0-1-1,1 1 1,-1-1 0,0 1-1,0 0 1,0 0-1,0 0 1,1 0 0,-1 0-1,0 0 1,1 0 0,-1 1-1,1-1 1,0 1 0,-1-1-1,1 1 1,0-1 0,0 1-1,-2 2 1,-16 36 421,13-16-120,0 0 0,1 0 1,2 0-1,0 0 0,2 1 0,2 31 0,-1-35-144,0-20-200,0 0 0,0 0 0,0 0 0,0 0-1,0 0 1,0 0 0,1 0 0,-1 0 0,0 0-1,1 0 1,-1 0 0,1 0 0,-1 0-1,1 0 1,-1-1 0,1 1 0,0 0 0,-1 0-1,1 0 1,0-1 0,0 1 0,0 0 0,-1-1-1,1 1 1,0-1 0,0 1 0,0-1 0,0 1-1,0-1 1,0 0 0,0 1 0,2-1-1,39 1-295,-23-2-67,-17 1 343,0 0-1,-1 0 0,1 0 0,0-1 1,0 1-1,0-1 0,-1 1 0,1-1 1,0 1-1,0-1 0,-1 0 0,1 0 1,-1 0-1,1 0 0,0 0 0,-1 0 1,0 0-1,1-1 0,-1 1 0,0-1 1,0 1-1,0 0 0,0-1 0,0 0 1,0 1-1,0-1 0,0 0 0,0-3 1,2-4-10,-1-1 0,0 0 0,-1 0 1,1-14-1,-1 1-59,5-134-631,-6 154 1689,-4 6-879,0-1 0,1 1-1,-1 0 1,1 0 0,0 0 0,0 1 0,0-1 0,0 1 0,1 0 0,-1 0 0,1 0 0,0 0-1,-1 4 1,-20 59 113,20-57-74,0 4 39,0-1 0,1 1 1,1 0-1,0 0 1,2 21-1,0-6 161,-1-28-356,8-1-509,-7 0 506,1 0-1,-1 0 0,0-1 0,0 1 0,1 0 0,-1-1 0,0 1 0,0-1 0,1 1 0,-1-1 0,0 0 1,0 0-1,0 1 0,0-1 0,0 0 0,0 0 0,0 0 0,0 0 0,0 0 0,0-2 0,2-1-23,0-1 0,-1 0-1,0 1 1,0-1-1,2-8 1,0-1-45,-2 1 1,1-1 0,-1-24-1,-2 31-127,-1-11 958,1 18-695,-1 0 1,1-1 0,0 1-1,-1-1 1,1 1 0,0-1-1,-1 1 1,1 0 0,-1-1-1,1 1 1,-1 0 0,1 0-1,-1-1 1,1 1 0,-1 0-1,1 0 1,-1 0 0,1 0-1,-1-1 1,1 1 0,-1 0-1,1 0 1,-1 0 0,1 0-1,-1 0 1,0 0 0,0 1-12,0-1 1,0 1 0,0-1 0,0 1-1,0-1 1,0 1 0,1 0 0,-1-1-1,0 1 1,0 0 0,1 0 0,-1-1-1,0 1 1,1 0 0,-1 0 0,1 0-1,-1 0 1,1 0 0,0 0 0,-1 0-1,1 0 1,0 0 0,-1 0 0,1 0-1,0 0 1,0 0 0,0 2-1,-2 32 169,2-2-395,12-48-424,-8 8 585,-1 0-1,0 0 1,-1 0-1,0 0 0,0-1 1,0 1-1,-1 0 1,1-11-1,-2-69-323,-1 46 363,-17 40 563,11 0-479,0 1-1,0 1 0,-1-1 1,1 1-1,0 1 0,-14 3 1,18-3-66,0-1 0,0 1 1,0 0-1,0 0 1,0 1-1,0-1 0,1 1 1,-1-1-1,1 1 0,0 0 1,-1 0-1,1 0 1,1 0-1,-1 0 0,-2 6 1,-2 8 78,0 1 1,1-1-1,1 1 1,1 0-1,1 0 0,0 0 1,1 0-1,3 26 1,-2-26 26,0-17-122,1 0 0,-1-1-1,1 1 1,-1 0 0,1-1 0,-1 1 0,1 0 0,-1-1-1,1 1 1,0-1 0,0 1 0,-1-1 0,1 1 0,0-1-1,0 0 1,-1 1 0,1-1 0,0 0 0,0 0 0,0 1-1,0-1 1,-1 0 0,1 0 0,0 0 0,0 0 0,0 0-1,0 0 1,1 0 0,38-1-71,-26 1 52,-12 0 16,0 0-1,0 0 1,0-1-1,0 1 0,-1 0 1,1-1-1,0 1 0,0-1 1,0 0-1,-1 1 1,1-1-1,0 0 0,-1 0 1,1 0-1,-1 0 1,1 0-1,-1-1 0,0 1 1,2-2-1,-1 0-3,0 0-1,0 0 1,0-1 0,0 1-1,-1-1 1,0 1 0,1-1-1,-1 0 1,0-4 0,2-10-35,-2-1 0,0 0 1,-2-23-1,0 16-27,1 25 75,0 0-3,0 1-1,0 0 1,0 0-1,0-1 1,0 1 0,0 0-1,0 0 1,0 0-1,0-1 1,0 1-1,0 0 1,-1 0 0,1-1-1,0 1 1,0 0-1,0 0 1,0 0-1,0-1 1,0 1-1,0 0 1,-1 0 0,1 0-1,0 0 1,0-1-1,0 1 1,0 0-1,-1 0 1,1 0 0,0 0-1,0 0 1,0 0-1,-1 0 1,1 0-1,0-1 1,0 1 0,-1 0-1,1 0 1,0 0-1,0 0 1,0 0-1,-1 0 1,1 0-1,0 0 1,0 0 0,-1 0-1,1 0 1,0 1-1,0-1 1,0 0-1,-1 0 1,1 0 0,0 0-1,0 0 1,0 0-1,-1 1 1,0-1 1,-11 0 4,3-1 23,0 0 1,0 1 0,0 1 0,0 0 0,0 0 0,0 0-1,0 1 1,1 1 0,-1-1 0,1 2 0,-12 5-1,34-25-262,-1 0 0,0-1 0,-1 0 0,10-21 0,-22 38 442,2-4-2656,-37 2-16184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1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1 5122,'0'0'10096,"3"0"-8725,-2 0-1175,-1 0 0,1 0 0,0 0 0,-1 0 0,1 0 0,0 0 0,-1 1 0,1-1 0,-1 0 0,1 0 0,0 1 0,-1-1 0,1 1 1,-1-1-1,1 0 0,-1 1 0,1-1 0,-1 1 0,0-1 0,1 1 0,-1-1 0,1 1 0,-1 0 0,1 0 0,5 23 1422,-7 40-2297,0-40 1282,3 113 656,-5 152 166,1-270-1323,-2 0 1,0 0-1,-1 0 0,-14 35 1,13-38-7,1 2 5,1 0 1,1-1-1,1 2 0,0 28 0,-1 1 17,0-19-77,-15 137 441,10-91-370,8-55-88,-2 0 0,-9 39 0,7-37 5,0 0 1,-1 41-1,2-11 123,-3 126-78,6-162-62,-11 58 79,11 203 13,-4-238-80,4-37-17,0-1 0,-1 1-1,1 0 1,-1 0 0,1 0-1,-1-1 1,0 1 0,0 0 0,0-1-1,0 1 1,0-1 0,0 1-1,0-1 1,0 0 0,-1 1 0,1-1-1,0 0 1,-4 2 0,5-2-6,-1-1 1,0 1 0,0-1-1,1 1 1,-1 0 0,0-1 0,1 1-1,-1 0 1,1-1 0,-1 1-1,1 0 1,-1 0 0,1 0 0,0 0-1,-1-1 1,1 1 0,0 0-1,0 0 1,-1 0 0,1 0 0,0 0-1,0 1 1,1 30 33,0-29-33,-1 1 0,1 0 1,-1 0-1,0-1 0,0 1 0,-1 0 1,1 0-1,-1-1 0,1 1 0,-1 0 1,-3 7-1,3-8-2,0 0 0,0 0 0,0 1 0,1-1-1,-1 1 1,1-1 0,0 1 0,0 4 0,-1 10 28,-6 18 13,7-31-42,-1 0 0,1 0 0,-1 0 0,0 0-1,-4 10 1,2-6-2,1 1 1,0 0-1,0 0 0,1 0 0,0 11 0,-5 36 60,4-47-51,1 0-1,0 0 1,1 19-1,0-20-4,0 0 1,0 0-1,-3 17 0,-3 5-1,-3 59 0,5-35 3,-1-6 1,-7 119 5,6 394 79,6 423-53,0-984-22,0-1-16,0 4 14,0-4 288,20 0-59,-4 0 36,-13-1-226,0 1 0,0 0-1,0 0 1,0 0-1,0 0 1,0 0 0,0 0-1,0 1 1,0 0-1,-1-1 1,1 1 0,0 0-1,0 0 1,-1 1-1,5 1 1,-4-1-27,0-1 1,0 0 0,0 1-1,0-1 1,0-1-1,0 1 1,0 0 0,1-1-1,-1 0 1,0 1-1,5-2 1,16 4-14,-3 1 22,-1-1 0,1-1 0,29 0-1,-28-1-24,1 0 0,29 6-1,8 7-3,-33-7 9,2 0 2,-21-8 10,8 4 13,15 14 44,-10-12 48,-19-5-121,0 0 0,1 0 1,-1 1-1,0-1 1,0 0-1,1 1 1,-1 0-1,0-1 1,0 1-1,0 0 0,0 0 1,0 0-1,0 1 1,0-1-1,0 0 1,1 3-1,-1-2-4,0 0 0,1-1 0,-1 1 1,0 0-1,0-1 0,1 1 0,-1-1 0,1 0 0,-1 0 1,1 0-1,0 0 0,-1 0 0,1 0 0,0-1 0,5 1 1,19 7 42,-20-6-39,0 0 0,-1 0 0,1 0 0,0-1 1,12 1-1,-18-2-8,1 0-1,-1 0 1,1 1 0,-1-1 0,0 1 0,1-1 0,-1 1 0,0 0 0,0-1-1,0 1 1,1 0 0,-1 0 0,0 0 0,0 0 0,0 0 0,0 0-1,1 1 1,-1 0 1,0-1-1,0 0 1,0 0-1,0 0 0,0 0 1,1 0-1,-1 0 1,0 0-1,1 0 1,-1 0-1,0 0 0,1-1 1,-1 1-1,1-1 1,0 1-1,-1-1 1,4 1-1,18 0 3,0 1 1,0 1-1,30 9 0,-44-11-3,0 1 0,0-1 0,17-1 0,11 1 3,118 20 48,-117-14-20,11 0-20,-8-4-23,1 1 0,0 2 0,74 21 0,-63-13 49,82 10 1,-85-16-83,90 26-1,-121-29 57,38 7 53,14 4-91,-20-2 15,78 11 0,36 8 84,195 78-72,-235-83-6,5 3 42,-69-16-46,1-2 0,0-3 1,83 2-1,-100-8 9,291 14 99,-140 7-100,-191-24-1,93 22-22,-60-13 35,64 8 0,177 3 43,-137-6-13,-89-8-18,59 1-1,616-8-8,-727 0-90,-1-5-1148,0-3 708,1-21-1863,-1 27 1864,0 0-1,0 0 1,0 0 0,-1-1-1,1 1 1,-1 0-1,1 0 1,-1 0 0,0 0-1,-2-4 1,-24-18-7087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2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0 2769,'0'0'25505,"15"4"-25315,0 1-169,1 0 1,-1 0 0,0 2 0,-1 0 0,27 17-1,13 8 21,-39-25-20,0 2 1,0 0 0,-1 0-1,25 23 1,-32-27-16,-5-5-3,-1 1 1,1 0-1,0 0 0,0 0 1,-1 1-1,1-1 0,0 0 0,-1 1 1,0-1-1,1 1 0,-1-1 1,0 1-1,0 0 0,1-1 0,-1 1 1,-1 0-1,1 0 0,0 0 1,0 0-1,-1 0 0,1-1 0,-1 1 1,1 0-1,-1 1 0,0-1 1,0 3-1,0 13 96,1-13-45,-1 1-1,1 0 0,-2 0 1,1-1-1,0 1 1,-1 0-1,0-1 0,-1 1 1,1-1-1,-1 1 0,0-1 1,0 0-1,-5 8 1,-10 8 28,0 0 1,-2-1 0,-21 18-1,-19 18-4,-84 80-122,140-133-89,0-1 0,0 1 0,-1-1-1,1 0 1,0 0 0,-1-1-1,1 1 1,-1-1 0,0 1 0,1-1-1,-8 1 1,3-2-1445,0 1 1,0-1-1,0 0 0,-12-3 0,-17-5-9067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3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6467,'0'0'11763,"4"0"-11094,-3 0-634,0 0-1,0 0 1,0 1-1,0-1 1,-1 0-1,1 0 1,0 1-1,0-1 1,-1 0-1,1 1 1,0-1-1,-1 1 1,1-1-1,0 1 1,-1-1-1,1 1 1,-1-1-1,1 1 1,-1 0-1,1-1 0,-1 1 1,1 0-1,-1-1 1,1 1-1,-1 1 1,8 31 860,-9 51 638,0-54-1045,1 310 1529,0-338-1983,3-2-136,-1-11-150,2-73 81,20-116 0,-20 182 136,1 1 0,0-1 0,1 1 1,8-17-1,10-28-34,-24 61 72,1 0 0,-1-1-1,0 1 1,1 0 0,-1-1 0,1 1-1,0 0 1,-1-1 0,1 1-1,0 0 1,0 0 0,0 0-1,0 0 1,0 0 0,0 0 0,0 0-1,0 0 1,0 0 0,0 0-1,1 1 1,-1-1 0,0 0 0,0 1-1,1-1 1,-1 1 0,0-1-1,1 1 1,-1 0 0,1 0 0,-1 0-1,0-1 1,1 1 0,-1 1-1,1-1 1,-1 0 0,3 1 0,3-1 22,-7 0-23,1 0 0,-1 0 0,0 0 0,1 0 0,-1 0 1,0 0-1,0 0 0,1 0 0,-1 0 0,0 0 0,1 0 0,-1 0 1,0 0-1,1 1 0,-1-1 0,0 0 0,0 0 0,1 0 0,-1 0 1,0 1-1,0-1 0,0 0 0,1 0 0,-1 1 0,0-1 0,0 0 1,0 0-1,0 1 0,1-1 0,-1 0 0,0 1 0,0-1 1,0 0-1,0 1 0,0-1 0,8 24 121,-1 0 0,-2 0 0,0 0 0,2 37 0,-2 70-458,-5-150 323,1-1 0,0 1 0,1 0 0,1 1 0,11-35 0,-8 35 17,18-45 9,-22 58-13,0 1 0,1-1-1,0 1 1,-1 0 0,1 0-1,1 0 1,-1 1 0,0-1-1,1 1 1,7-6 0,-10 8 2,0 1 1,-1-1-1,1 1 1,0-1-1,0 1 0,-1 0 1,1-1-1,0 1 1,0 0-1,0 0 1,0-1-1,-1 1 1,1 0-1,0 0 0,0 0 1,0 0-1,0 0 1,0 0-1,-1 0 1,1 0-1,0 1 0,0-1 1,0 0-1,0 0 1,-1 1-1,1-1 1,0 0-1,0 1 1,-1-1-1,1 1 0,1 0 1,9 21 199,-9-18-164,6 19 47,-1 0 0,-1 0 1,-1 1-1,3 43 0,-5 101-876,-3-116-406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4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1 4482,'0'0'15490,"-18"7"-15125,16-5-344,-3 1 235,0 1-1,0-1 1,0 1 0,1 1-1,-1-1 1,1 0 0,0 1-1,1 0 1,-7 10-1,10-13 39,1 6-734,6-1 428,1 0 1,0 0-1,0-1 0,0 1 1,1-2-1,13 8 1,-8-5 14,-1 0 1,19 15 0,-1 7-28,38 45 0,-66-69 77,0 0-1,0 0 0,-1 1 0,1-1 0,-2 1 0,1 0 1,-1-1-1,0 1 0,0 0 0,0 0 0,-1 0 0,0-1 1,-2 11-1,2 3 479,-1-18-493,1-1-1,0 1 0,-1 0 1,1-1-1,-1 1 1,1-1-1,-1 1 0,0-1 1,1 1-1,-1-1 0,0 1 1,0-1-1,0 0 0,0 1 1,-1-1-1,1 0 1,0 0-1,0 0 0,-1 0 1,1 0-1,-1 0 0,1 0 1,-1 0-1,1-1 1,-1 1-1,1-1 0,-1 1 1,0-1-1,1 1 0,-4-1 1,-6 2 36,-1-1 0,1 0 0,-16 0 0,21-1-29,-146 0-344,151-1 262,0 1 1,0 0-1,0 0 0,-1-1 1,1 1-1,0-1 1,0 1-1,0-1 0,0 0 1,0 1-1,0-1 1,0 0-1,0 0 0,0 0 1,1 0-1,-1 0 1,0 0-1,0 0 0,1 0 1,-1 0-1,1 0 1,-1 0-1,1 0 0,-1 0 1,1 0-1,-1 0 1,1-1-1,0 1 0,0 0 1,0 0-1,0-2 1,-3-49-1450,3 43 1099,-1-12-1544,0 0 1,-2 1-1,-1 0 1,-11-40-1,7 24-4434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1 704,'0'0'19532,"19"0"-19033,140 0 2422,-148 0-2608,0 0-1,0 1 1,17 3-1,-23-3-261,0 1-1,0 0 1,0 0-1,-1 0 1,1 1-1,-1 0 1,0 0 0,0 0-1,6 5 1,-7-6-92,0 0 1,-1 0 0,1 1-1,-1-1 1,0 1-1,1-1 1,-1 1 0,0 0-1,0 0 1,-1 0 0,1 0-1,-1 0 1,1 0 0,-1 0-1,0 0 1,0 1-1,-1-1 1,1 0 0,-1 1-1,1-1 1,-1 1 0,-1 5-1,2 7-2179,0-14 1801,-1 1 1,0 0-1,0 0 0,0 0 0,0-1 1,0 1-1,-1 0 0,1 0 0,-3 4 1,3-5-131,-1-1 0,0 0 0,0 1 0,0-1 1,0 0-1,-1 1 0,1-1 0,0 0 0,0 0 0,-1 0 1,1 0-1,-3 1 0,-31 16-10344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7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1 224 48,'0'0'20975,"1"12"-20079,5 492 2946,-8-287-3292,2 351-123,5-568-286,16 0-33,436 13 2374,-289-4-2253,32 2 1,-63-7-127,-35-3-56,337 2 244,-235-5-198,293 2 94,-496 0-89,-1-31-63,0-1370 42,0 1401-21,-2-17-133,0 15 81,0 0 0,0 0-1,-1-1 1,1 1 0,-1 1-1,1-1 1,-1 0 0,0 1-1,0-1 1,1 1 0,-1 0-1,0 0 1,-5-1 0,-46-11 88,48 12-97,-65-8 133,0 3 0,-130 6 0,89 1-21,-625-1 360,705-1-444,-49-10 1,48 6-8,-52-2 1,66 6-14,0-1 0,-22-5 1,22 4-5,1 0 0,-24 0 1,-90 3-1244,91-10-1752,41 9 1653,0 0 1245,0 1 0,0 0 0,0-1 0,0 1 0,0 0 1,0-1-1,0 1 0,0 0 0,0 0 0,0-1 0,0 1 0,0 0 1,0-1-1,0 1 0,0 0 0,-1 0 0,1-1 0,0 1 1,0 0-1,0 0 0,-1-1 0,1 1 0,0 0 0,0 0 0,0 0 1,-1-1-1,1 1 0,0 0 0,-1 0 0,-41-1-9824,7 1 358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8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62 9316,'0'0'6966,"-19"-10"-6571,-57-29 469,72 37-730,0 0-1,0 0 0,-1 1 0,1-1 0,0 1 0,-1 0 1,1 0-1,-1 1 0,1 0 0,-1-1 0,1 1 0,-1 1 1,1-1-1,-1 1 0,-6 1 0,8-1-94,0 1 1,0-1-1,1 1 1,-1 0-1,1-1 1,-1 1-1,1 1 1,0-1-1,0 0 1,0 0-1,0 1 0,0-1 1,0 1-1,1 0 1,-1-1-1,1 1 1,-2 3-1,-1 9-32,0 0 1,1 1-1,1-1 0,0 1 0,1-1 1,1 23-1,0-30 47,-1 12-18,0-15-11,0 0-1,1-1 1,0 1-1,0 0 1,0 0 0,0 0-1,1 0 1,-1-1 0,1 1-1,1 0 1,-1-1-1,1 1 1,-1-1 0,4 6-1,0-5-4,1 0 0,-1-1 0,1 1 0,0-1-1,0 0 1,0-1 0,0 0 0,1 0 0,0 0 0,-1-1-1,12 3 1,-9-3-174,0 0 1,0-1-1,0 0 0,1 0 1,-1-1-1,0-1 0,0 1 0,0-1 1,10-3-1,-17 4 25,0-1 0,-1 0 0,1 1 0,-1-1 0,1 0 0,0 0 0,-1 0 0,1 0 0,-1 0 0,0 0 0,1-1 0,-1 1 0,0 0 0,0-1 0,0 1 0,0-1-1,0 1 1,0-1 0,0 0 0,-1 1 0,1-1 0,0 0 0,-1 1 0,1-3 0,0-5-1072,0 1 0,0-1 0,-1-17 0,0 11-496,0-38-5304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8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0,'0'0'19494,"8"65"-19371,25 216 10,-24-19 613,-10-190-379,1 328 1671,0-314-5127,0 1-3597,-22-87-4759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1713,'0'0'20612,"12"7"-20289,-10-6-319,5 2-1,-1 1-1,0 0 1,0 0 0,0 1-1,0-1 1,-1 1-1,1 0 1,-1 1-1,-1-1 1,1 1-1,-1 0 1,5 7-1,23 34 37,-30-45-48,0 1 0,0-1 0,0 0 0,0 0-1,0 0 1,1-1 0,-1 1 0,1 0-1,-1-1 1,1 0 0,-1 1 0,1-1 0,0 0-1,0 0 1,-1-1 0,5 2 0,-5-2-100,1 0 0,-1 0 0,0 0 0,1 0 0,-1 0 0,0 0 1,1 0-1,-1-1 0,0 1 0,0-1 0,1 0 0,-1 0 0,0 0 1,0 0-1,0 0 0,0 0 0,3-3 0,-4 2 36,1-1 0,-1 0 0,0 0-1,0 0 1,-1 0 0,1 0 0,0 0 0,-1 0 0,0 0-1,0 0 1,0 0 0,0-5 0,2-42-50,-1 33 117,0-1 0,-1 1-1,-1-1 1,-5-31-1,5 47 32,1-1 0,-1 1 0,0 0 0,0-1 0,0 1 0,-1 0 0,1 0 0,0-1 0,-1 1-1,0 0 1,1 1 0,-1-1 0,0 0 0,0 0 0,0 1 0,0-1 0,0 1 0,0 0 0,-1-1 0,1 1 0,0 0 0,-1 0-1,-2 0 1,-6-1 412,1 0 0,0 1 0,-1 0-1,-15 1 1,21 0-249,2 0-129,1 1 1,0-1-1,0 1 1,0 0 0,0 0-1,0 0 1,0 0-1,0 0 1,0 0 0,0 1-1,1-1 1,-1 0-1,0 1 1,1 0 0,-1-1-1,1 1 1,0 0 0,0 0-1,-1 0 1,1 0-1,-1 3 1,-9 24-1689,6-3-8853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0 253 48,'208'-203'12467,"-165"163"-6614,164 40 1804,-104 0-8393,0 0-3447,-139-10-16923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0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12390,'0'0'10140,"5"33"-8870,4 18-961,36 290 1223,-39 131-49,-6-331-1501,-1-140-3,1-1 0,0 1 1,0-1-1,0 0 1,0 1-1,0-1 0,0 1 1,0-1-1,-1 0 1,1 1-1,0-1 0,0 1 1,0-1-1,-1 0 0,1 1 1,0-1-1,-1 0 1,1 0-1,0 1 0,-1-1 1,1 0-1,0 0 0,-1 1 1,1-1-1,0 0 1,-1 0-1,1 0 0,-1 0 1,1 0-1,0 1 0,-1-1 1,1 0-1,-1 0 1,-22 0-752,8-1 201,14 1 619,22 0 531,28-1-27,-17 0-231,0 1 0,-1 1 0,40 7 0,-50-3-337,-11-2-175,0-1 1,0-1 0,0 0-1,0 0 1,18-1 0,-27-15-11946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0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48,'0'0'25340,"151"-10"-25244,-102 10-96,-11 0 48,-11 0-48,-11 0-208,6 0-273,-6 0-383,0 0-977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7 4546,'0'0'16216,"2"-6"-13852,-2 6-2342,0 0 1,0 0-1,0 0 1,0 1-1,0-1 1,0 0-1,0 0 1,-1 0 0,1 0-1,0 0 1,0 0-1,0 0 1,0 0-1,0 0 1,0 0-1,0 0 1,0 0-1,0 0 1,-1 0-1,1 1 1,0-1 0,0 0-1,0 0 1,0 0-1,0 0 1,0 0-1,0 0 1,0 0-1,-1 0 1,1 0-1,0 0 1,0 0 0,0 0-1,0 0 1,0-1-1,0 1 1,0 0-1,0 0 1,-1 0-1,1 0 1,0 0-1,0 0 1,0 0-1,0 0 1,0 0 0,0 0-1,0 0 1,0 0-1,0 0 1,0-1-1,0 1 1,-1 0-1,1 0 1,0 0-1,0 0 1,0 0-1,0 0 1,0 0 0,0 0-1,0-1 1,0 1-1,-7 6 7,1 1 0,0-1-1,0 1 1,0 0 0,1 0-1,0 1 1,0 0 0,-6 13 0,4-5-34,1-1 0,0 1 1,-6 32-1,4 5 127,2 1 0,3 63 0,3-115-123,1 1 0,0-1 1,0 0-1,0 1 0,0-1 0,0 0 1,0 0-1,1 1 0,-1-1 1,1 0-1,0-1 0,-1 1 0,1 0 1,0 0-1,0-1 0,0 1 0,0-1 1,0 1-1,3 0 0,0 1-11,-1-1 0,1 1 1,-1-1-1,1 0 0,0-1 0,0 1 0,0-1 0,0 0 0,7 1 0,-7-2-130,0 1 0,0-1 0,0-1 0,0 1 0,-1-1 0,1 0 0,0 0 0,9-3 0,-13 3-22,0 1-1,0-1 0,0 0 1,0 0-1,0 0 0,0 0 1,-1 0-1,1 0 0,0 0 1,0 0-1,-1 0 0,1 0 1,0 0-1,-1-2 0,5-26-6659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0,'8'315'8393,"-8"-302"-7293,1 0-1,1-1 0,0 1 1,0 0-1,6 13 1,-7-21-397,10 30 2877,-10-25-3295,1-1 0,1 0 0,0 0 1,0-1-1,1 1 0,0-1 0,0 1 1,1-1-1,0-1 0,12 15 0,-15-21-306,0 1-1,1-1 1,-1 0-1,1 0 0,0 0 1,-1 0-1,1-1 1,0 1-1,-1-1 0,1 1 1,0-1-1,0 0 1,-1 0-1,1 0 1,0-1-1,-1 1 0,1-1 1,0 1-1,-1-1 1,1 0-1,0 0 1,-1 0-1,1 0 0,-1 0 1,0-1-1,1 1 1,-1-1-1,0 0 0,0 1 1,0-1-1,0 0 1,0 0-1,2-4 1,5-15-184,-1-1 1,-1 0-1,-1 0 1,-1-1-1,-1 0 1,-1 0 0,0-44 1787,-22 67-1578,-17 1 38,17 0-4526,0-1 0,-36-4 0,40-4-295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2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 4514,'0'0'12302,"4"15"-10499,-1-2-1500,2 4 57,-2 1 0,0 0 0,-1 1 0,0 20-1,-2 260 2269,1-309-2937,-1-1 0,2 1 0,4-20 0,1-2 166,4-37-116,50-233-1726,-61 302 2013,0 0 1,0 0-1,0 0 0,0 0 0,0 0 0,0 1 0,0-1 0,0 0 0,0 0 0,0 0 0,0 0 0,0 0 1,1 0-1,-1 0 0,0 0 0,0 0 0,0 0 0,0 0 0,0 0 0,0 0 0,0 0 0,0 0 0,0 0 1,1 0-1,-1 0 0,0 0 0,0 0 0,0 0 0,0 0 0,0 0 0,0 0 0,0 0 0,0 0 0,1 0 1,-1 0-1,0 0 0,0 0 0,0 0 0,1 15 880,-1 393 2203,0-406-3189,0-3-266,1-17 137,1 0-1,0 0 1,1 0 0,1 1-1,13-34 1,40-79-234,-52 120 333,7-12-51,1 1 0,21-28 0,-34 48 174,0 1 0,0 0-1,1 0 1,-1 0 0,0-1 0,0 1 0,0 0 0,0 0 0,1 0 0,-1 0 0,0-1-1,0 1 1,1 0 0,-1 0 0,0 0 0,0 0 0,1 0 0,-1 0 0,0 0-1,0 0 1,1-1 0,-1 1 0,0 0 0,0 0 0,1 0 0,-1 0 0,0 0 0,0 1-1,1-1 1,-1 0 0,0 0 0,0 0 0,1 0 0,-1 0 0,0 0 0,0 0-1,1 0 1,-1 1 0,0-1 0,0 0 0,1 0 0,-1 0 0,7 14 473,-1 20 84,1 61 0,-2-15-262,9 152-1099,-13-135-6938,-1-89 828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6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0,'0'0'15514,"6"0"-15103,15 0 293,-15 0 3661,-6 4-3562,5 697 3228,-5-699-4004,2-2-686,-2 0 655,0 0-1,0 0 1,0 0 0,0 0-1,0 0 1,1 0 0,-1 0-1,0 0 1,0 0 0,0 0-1,0 0 1,0 0-1,1 0 1,-1 0 0,0 0-1,0 0 1,0 0 0,0 0-1,0 0 1,0 0 0,1 0-1,-1 0 1,0 0 0,0 0-1,0 0 1,0 0-1,0 0 1,0 0 0,1-1-1,-1 1 1,0 0 0,0 0-1,0 0 1,0 0 0,0 0-1,0 0 1,0 0-1,0 0 1,0-1 0,0 1-1,0 0 1,0 0 0,0 0-1,0 0 1,1 0 0,-1-1-1,0 1 1,0 0-1,0 0 1,0 0 0,0 0-1,0 0 1,-1 0 0,1-1-1,0 1 1,0 0 0,0 0-1,0 0 1,0 0 0,0 0-1,0-1 1,0 1-1,0 0 1,0 0 0,1-56-535,12-89 0,-4 85 416,-2 7 63,3 0 1,26-85-1,-25 106 52,18-46-28,-26 72 34,0 0-1,0 0 1,0 1 0,1-1 0,-1 1 0,1 0-1,1 0 1,-1 0 0,7-5 0,-10 9 13,-1 1 1,1-1 0,-1 1-1,1 0 1,-1-1 0,1 1-1,0 0 1,-1-1 0,1 1-1,-1 0 1,1 0 0,0-1-1,-1 1 1,1 0 0,0 0-1,-1 0 1,1 0 0,0 0-1,-1 0 1,1 0 0,0 0-1,-1 0 1,1 0 0,0 0-1,-1 0 1,1 1 0,0-1-1,-1 0 1,1 0 0,-1 1-1,1-1 1,0 0 0,-1 1-1,1-1 1,-1 1 0,1-1-1,-1 0 1,1 1 0,-1-1-1,0 1 1,1 0 0,0 0-1,3 8 85,0-1-1,-1 1 1,0 0-1,0 0 1,-1 1-1,2 17 1,0-6 41,7 59 173,-4 0-1,-4 120 1,-3-128-212,0-71-183,0-2-275,8-208-626,-5 183 964,1 1 0,2-1 0,0 1 0,2 0 0,21-46 0,-18 47 21,-9 17 1,1 1 1,0-1-1,0 1 1,0 0-1,1 0 1,0 0-1,1 0 1,-1 1-1,1-1 1,0 1 0,9-7-1,-12 11 27,0 0 0,-1 0 0,1 1 0,0-1-1,-1 1 1,1 0 0,0-1 0,-1 1 0,1 0 0,0 0 0,0 0 0,-1 0-1,1 0 1,0 1 0,0-1 0,-1 0 0,1 1 0,0-1 0,-1 1 0,1 0-1,-1-1 1,1 1 0,-1 0 0,1 0 0,-1 0 0,3 2 0,1 2 59,0-1-1,0 1 1,-1 0 0,1 0 0,5 9 0,-1 0-28,0 1 0,-1 0 0,0 0 0,-1 1 1,-1-1-1,-1 2 0,0-1 0,-1 0 1,-1 1-1,2 23 0,-3 123-2788,-3-99-2768,-1-39 274,-7 2-1701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8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33 7956,'0'0'12675,"2"-3"-11733,-2 3-866,1-1 0,0 0 0,-1 0 0,1 1 0,-1-1 0,1 0 1,-1 0-1,1 0 0,-1 0 0,0 0 0,1 0 0,-1 0 0,0 0 0,0 0 1,0 0-1,0 0 0,0 0 0,0-2 0,0 3-41,0-1 0,-1 0 0,1 1 0,-1-1 0,1 1 0,0-1 0,-1 1 0,1-1 0,-1 1 0,1-1 1,-1 1-1,0 0 0,1-1 0,-1 1 0,1 0 0,-1 0 0,0-1 0,1 1 0,-1 0 0,0 0 0,0-1 0,-8 1 99,1-1 1,-1 1 0,-16 1-1,4 1 125,-199-2-790,218 16 425,2 180 130,0-193-24,0 0 0,1-1 0,-1 1 1,1 0-1,-1-1 0,1 1 1,0-1-1,0 1 0,0-1 0,0 0 1,1 1-1,-1-1 0,1 0 1,-1 0-1,1 0 0,3 3 0,38 27 7,-14-13 43,27 16-6,-44-28-33,1 0 0,-1 1 0,14 11 0,-16-10 4,-7-8-15,-1 1 0,0 0 1,0 0-1,0 0 0,0 0 0,0 1 0,-1-1 0,1 0 0,1 4 0,-1-1 9,-1 1-1,1-1 0,-1 1 1,-1-1-1,1 1 0,-1-1 0,0 8 1,-23-13-87,-213 0-367,234 0 384,0 0 0,-1 0 0,1-1 0,0 1 0,0-1 0,0 1 0,0-1 0,0 0 0,0 0 0,0 0 0,0 0 0,0 0 0,0-1 0,-3-2 0,-9-5-313,11 7 290,2 2 24,1 0 0,-1 0 1,1 0-1,-1 0 0,1 0 0,0 0 0,-1 0 0,1-1 0,-1 1 0,1 0 0,0 0 0,-1 0 0,1-1 0,0 1 1,-1 0-1,1 0 0,0-1 0,-1 1 0,1 0 0,0-1 0,0 1 0,-1 0 0,1-1 0,0 1 0,0-1 0,0 1 1,-1 0-1,1-1 0,0 1 0,0-1 0,0 1 0,0-1 0,0 1 0,0 0 0,0-1 0,0 1 0,0-1 0,0 1 1,0-1-1,0 0 0,1-5-148,-1 3-139,0 1 0,0 0 1,0-1-1,0 1 0,0 0 0,0-1 0,0 1 0,-1-1 0,1 1 0,-1 0 0,0 0 0,0-1 0,0 1 0,0 0 0,0 0 0,0 0 1,0 0-1,-1 0 0,1 0 0,-1 0 0,0 1 0,1-1 0,-1 0 0,0 1 0,-4-3 0,-16-11-4004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9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0 224,'0'0'18083,"29"0"-17251,152 0-647,-177 1-134,-1-1 1,1 1 0,0 0 0,-1 0 0,1 0 0,-1 1-1,0-1 1,1 1 0,-1 0 0,0 0 0,0 0 0,0 0-1,0 1 1,0-1 0,-1 1 0,1 0 0,-1 0-1,1 0 1,-1 0 0,0 0 0,0 0 0,-1 0 0,1 1-1,2 6 1,4 11 617,-1 1-1,9 42 0,-13-47-698,-1-5 76,-1 1-1,0-1 0,-2 21 1,0-7-318,1-24-441,-11-2-12466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0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0 231 9604,'0'0'12753,"41"0"-12638,127 0-33,-90 1-43,-21-3 45,-54 2-82,0-1-1,0 0 1,0 0-1,-1 0 1,1 0 0,0-1-1,-1 1 1,1-1-1,-1 0 1,1 1 0,-1-1-1,0 0 1,1 0-1,-1-1 1,0 1 0,3-5-1,23-42-204,-25 43 131,-1-1 73,0 0 0,0 0 0,-1-1 0,0 1 0,0 0 0,-1-1 0,1 1 0,-2-1 0,1 1 0,-3-12 0,2 17 5,1 1 0,-1-1 0,0 1 0,0 0 0,0-1 0,0 1 0,0 0 1,0 0-1,0 0 0,0-1 0,-1 1 0,1 1 0,0-1 0,-1 0 1,1 0-1,-1 0 0,1 1 0,-1-1 0,1 1 0,-1-1 0,-2 0 0,-4-2 20,-11-3 6,0 1 1,-1 0-1,0 1 1,0 1-1,0 1 1,0 1-1,-38 3 1,21-2 235,34 0-224,0 0-1,0 0 1,0 1 0,0-1-1,0 1 1,0 0 0,1 0-1,-1 0 1,0 0 0,0 0-1,1 0 1,-1 1 0,1-1-1,-1 1 1,1 0 0,-1 0-1,1 0 1,0 0 0,0 0 0,-3 4-1,0 3 23,0-1 0,0 2 1,1-1-1,-6 15 0,-1 6 9,7-20 37,0 1 0,1 0-1,1 0 1,0 0 0,1 1-1,-1-1 1,2 0 0,0 1 0,2 12-1,-2 12 285,1-29-304,-1 1-1,1 0 1,1 0 0,0-1-1,0 1 1,0-1 0,1 0-1,0 1 1,0-1 0,1 0-1,-1-1 1,2 1 0,-1-1-1,1 1 1,9 8 0,1-1 100,1 0 0,0 0 0,1-2 0,32 18 1,-40-25-180,0-1 0,0 0 1,1-1-1,-1 0 0,1-1 1,0 0-1,18 1 0,74-2-312,-53-2-349,-46 1 535,-1 0 0,1 0 0,0 0 0,-1 0-1,1 0 1,0 0 0,-1-1 0,1 1 0,-1-1-1,1 0 1,0 0 0,-1 0 0,0 0 0,1 0 0,-1 0-1,0-1 1,1 1 0,-1-1 0,0 0 0,2-2-1,5-19-3351,-7-10-5433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0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36 4194,'0'0'13406,"1"-5"-12734,4-24 788,-5 28-468,-50 1 2361,-63 1-1117,108 1-2226,0-1 1,1 1-1,-1 0 0,0 0 0,1 0 0,-1 0 0,1 1 0,-1 0 0,1 0 0,0 0 0,1 1 0,-1-1 0,0 1 1,-4 6-1,-5 6-34,-23 38 0,31-45 28,0 0 0,1 0 0,0 1 0,1-1 0,-5 20-1,7-25 3,0 0-1,1 0 0,0 0 0,-1 0 0,1 0 0,0 0 0,1-1 0,-1 1 1,1 0-1,-1 0 0,1 0 0,1 0 0,-1-1 0,0 1 0,1 0 0,0-1 0,0 1 1,0-1-1,3 4 0,10 7 55,2-1 0,0 0 0,31 17 0,-4-3 39,-36-22-75,0 0 1,0-1-1,0 0 1,0-1 0,1 0-1,-1 0 1,1-1-1,13 2 1,3-1-881,42-2 0,-47-1-537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2737,'0'0'23398,"27"-2"-23148,198-11 380,-222 13-552,0 0-1,-1 0 1,1-1 0,0 0-1,0 1 1,0-1 0,0 0-1,3-2 1,17-5-937,-7 1-476,-11-4-3512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1 0 7652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7652,'-65'229'12693,"119"-229"-8963,16 0-1969,12 0-1121,10 0-992,-44 0-352,-10 0-241,-11 0-303,-16 0-1201,-11 20-9285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3730,'0'0'20625,"8"0"-18333,245-23-504,-239 21-1709,-6 1-206,24-3 294,-1-1 0,44-13-1,-65 15-517,-1-1-1,1-1 0,-1 1 0,12-9 1,-14 9-564,-1-1 1,-1 0-1,1 0 0,-1 0 1,0-1-1,9-11 1,-13 16-343,1-3 577,-4 2-2017,-5 1-4213,-33 1-1345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3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1 1 6499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3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6499,'-82'278'12758,"104"-278"-8404,27 0-2033,16 0-704,16 0-1009,-5 4-160,0-4-320,-17 10-64,-10-5-64,0 5-144,-11 0-608,10 19-993,-48 0-1905,0 0-5058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4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9252,'0'0'12795,"12"57"-12061,36 185-6,-42-211-500,-1 0 0,-2 1 0,-1 46 0,-2-47-27,0 172 671,0-202-898,9-2-325,0-1 302,0 0 0,-1-1-1,1 0 1,-1 0 0,0-1 0,1 0 0,-2 0-1,1-1 1,7-5 0,32-17 70,-31 20-39,-1 2-1,1-1 1,0 2-1,1 0 1,-1 1 0,1 0-1,-1 2 1,29 0 0,-43 1 19,-1 0 1,0 0 0,1 1-1,-1-1 1,0 0 0,1 1-1,-1-1 1,0 1 0,0-1-1,1 1 1,-1 0 0,0-1-1,0 1 1,0 0 0,0 0-1,0 0 1,0 0 0,0 0-1,0 0 1,0 0 0,-1 0-1,1 0 1,0 1 0,-1-1-1,1 0 1,-1 0 0,1 1-1,-1-1 1,1 2 0,5 42 46,-5-36-45,1 39 133,-4 62 0,1-104-116,-1 1 0,1-1 0,-1 1 0,0-1 1,0 0-1,-1 0 0,0 0 0,0 0 0,0-1 0,-1 1 0,0-1 0,0 0 1,0 0-1,0 0 0,-9 7 0,-5 3 66,-1-1 0,0-1 1,-21 12-1,28-19-46,-1-1 0,1 1-1,-1-2 1,0 0 0,0 0 0,-1-2 0,1 1-1,-17 0 1,-4-2-13,0-1 1,-36-5-1,62 4-57,0 0-1,0-1 0,0 1 1,0-2-1,0 1 0,1-1 1,-1 0-1,1-1 0,0 0 1,0 0-1,0 0 0,0-1 1,-6-6-1,8 6-38,1 0 0,0 0 0,0 0 0,0 0 0,0-1 0,1 1 1,0-1-1,0 0 0,1 0 0,0 0 0,0-1 0,0 1 0,1 0 0,0-1 0,0 1 0,0-13 0,1-107-3866,0 4-5794,0 63 1098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3890,'0'0'18776,"244"39"-18760,-185-39-16,-21 0-672,-6 0-512,-4 0-705,-28 9-993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95 7171,'0'0'15941,"2"21"-15469,-1-1-341,3 25 364,10 47 0,-7-57-74,-3-8 145,2 1-1,15 45 1,-15-58-422,0 0-1,1-1 1,1 0-1,17 25 1,-22-34-138,1-1-1,0 0 1,0 0-1,1-1 1,-1 1 0,1-1-1,0 0 1,-1 0-1,1-1 1,1 1 0,-1-1-1,0 0 1,0 0 0,1-1-1,-1 0 1,1 0-1,8 1 1,0-1-36,50 0-268,-61-1 268,1 0 0,0-1 0,0 1 0,-1-1 0,1 0 0,0 0 0,-1 0 0,1-1 0,-1 1-1,0-1 1,1 0 0,-1 0 0,0 0 0,4-4 0,-1-2-18,0 0 0,0 0 0,-1-1 0,0 0 0,-1 0-1,0 0 1,0 0 0,-1-1 0,0 0 0,-1 1 0,2-13 0,0-14-210,1-67-1,-4 42 60,0 17 12,-6-69 0,5 109 190,-1 0 0,1 1 0,-1-1 0,0 1 0,0-1 0,0 1 0,0-1 0,-1 1 0,0 0 0,1-1 0,-1 1 0,0 0 0,0 0 0,-1 1 0,1-1 0,-1 0 0,1 1 0,-1-1 0,0 1 0,0 0 0,0 0 0,0 0 0,0 0 0,-7-2 0,-1 1 57,-1 1-1,1 0 1,-1 1-1,1 0 1,-1 1-1,-14 1 0,-5 0 42,23-1-91,-1 1 0,0 0 1,1 1-1,-1 0 0,1 1 1,0-1-1,-1 1 0,1 1 1,1 0-1,-1 0 0,0 1 1,1-1-1,0 2 0,0-1 0,1 1 1,-1 0-1,1 0 0,-10 14 1,-1 4-407,1 0 1,1 2-1,1-1 0,-15 40 1,26-59-284,0 1 1,0-1-1,0-1 1,-9 11 0,-12 5-4758,-7-9-4508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6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1 368,'0'0'19713,"3"0"-18702,5 0-239,-15 2-303,-1 0-334,0 0 0,0 0 0,1 0 0,-11 6 0,-30 22 417,3 3-1,-61 55 1,31-24-78,55-48-398,1 1 0,1 1 0,0 1 0,2 0 0,0 1 0,1 1 0,1 1-1,1 0 1,1 0 0,1 1 0,0 1 0,2 0 0,1 0 0,1 1 0,2 0 0,-4 28 0,2 32 131,6 107 0,2-100-47,-2-67-128,2 1 0,5 32 0,-4-51-38,-1 1 0,2-1 1,-1 1-1,1-1 1,0 0-1,0 0 1,1 0-1,0 0 1,0 0-1,10 11 0,5-1-345,0 0-1,0-1 0,2-1 1,0-1-1,0-1 0,37 16 0,6 5-1937,-14 4-2335,-7-3-3000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9572,'0'0'12761,"22"0"-12246,75 2 136,-92-2-615,0 1 0,0-1 1,-1 1-1,1 0 0,0 0 0,0 1 1,-1-1-1,1 1 0,-1 0 1,1 0-1,-1 1 0,0-1 0,0 1 1,0 0-1,0 0 0,0 0 1,-1 1-1,6 5 0,-1 0 40,3 4 12,-1 0 1,0 0-1,-1 1 0,-1 0 0,0 0 0,-1 1 0,-1 0 0,0 0 0,6 27 0,0 13 148,8 78 0,-7 251 105,-14-293-308,1-82-19,-1-1 1,0 0 0,-1 1-1,0-1 1,0 0 0,-1 0-1,0 0 1,0-1 0,-1 1-1,0-1 1,0 1 0,-1-1-1,0 0 1,0-1 0,0 0-1,-11 10 1,-8 5-1,-2 0-1,-53 33 0,60-43-41,11-5 11,-27 16-260,-55 46 0,77-59 339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8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2865,'0'0'18323,"34"-10"-17130,109-30-377,-132 35-655,1 2-1,-1 0 1,1 0-1,0 1 0,0 0 1,0 1-1,20 1 1,-3 1 490,-27-1-616,-1 0-1,1 0 1,-1 1 0,0-1 0,1 1 0,-1-1 0,1 1 0,-1-1 0,0 1 0,1 0 0,-1 0 0,0-1 0,1 1 0,-1 0 0,0 0 0,0 0 0,0 0 0,0 1 0,0-1 0,0 0 0,0 0 0,-1 1 0,1-1 0,0 0 0,-1 1 0,1-1 0,-1 1 0,1-1 0,-1 1 0,1 2 0,0 6 21,1 1 0,-1 0 1,-1 14-1,0-20-56,0-4-3,-1 0-1,1-1 0,0 1 1,-1 0-1,1-1 0,-1 1 0,1 0 1,-1-1-1,1 1 0,-1-1 0,0 1 1,1 0-1,-1-1 0,0 0 0,1 1 1,-1-1-1,0 1 0,0-1 1,1 0-1,-1 1 0,0-1 0,0 0 1,1 0-1,-1 0 0,0 0 0,0 0 1,0 0-1,0 0 0,0 0 1,-31 1-126,27-1 89,-128 0-2030,133 0 2045,-1 0 1,1 1-1,-1-1 0,0 0 0,1 0 1,-1 1-1,1-1 0,-1 1 1,0-1-1,1 0 0,-1 1 0,1-1 1,0 1-1,-1-1 0,1 1 1,-1-1-1,1 1 0,0 0 0,-1-1 1,1 1-1,0-1 0,-1 1 1,1 0-1,0-1 0,0 1 1,0 0-1,0-1 0,0 1 0,0 0 1,0-1-1,0 1 0,0 0 0,0 31 108,1-22-137,1 31 314,2 0 1,17 75-1,-17-95-179,1 15 168,-1 0-1,-2 0 1,-5 53 0,2-14 92,1 56 20,0-130-476,-1-13-7012,2 11 6835,-1 1 1,0-1-1,0 0 0,0 0 1,0 1-1,0-1 1,0 0-1,0 0 1,0 1-1,0-1 0,0 0 1,-1 0-1,1 1 1,0-1-1,0 0 0,-1 1 1,1-1-1,-1-1 1,-13 0-6899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28 260 15495,'0'0'9914,"24"6"-9890,75 16-32,-56-15-123,-31-8-69,-11 0 192,0 0 0,-1 1 0,1-1 0,-1 0 0,1 0-1,-1 0 1,1 0 0,-1 0 0,1 0 0,-1 0 0,0 0 0,0 0 0,0 0 0,1-1-1,-1 1 1,0 0 0,0 0 0,0 0 0,-1-2 0,1-31 70,0 28-42,0-20 2269,0 34-1934,0 38-219,0-48-1115,0-20 488,-1-33 115,1 53 375,0-1 0,-1 1 0,1 0 0,-1-1 0,0 1 0,0 0 0,0-1 0,0 1 0,0 0 0,0 0 0,0 0 0,-1 0 0,1 0 0,-1 0 0,0 1 0,1-1 0,-1 0 0,-3-1 0,5 2 36,-1 1-1,0-1 1,1 1-1,-1 0 1,0-1 0,1 1-1,-1 0 1,0-1-1,0 1 1,1 0-1,-1 0 1,0 0-1,0 0 1,1 0 0,-1 0-1,0 0 1,0 0-1,0 0 1,1 0-1,-1 0 1,0 0 0,0 0-1,1 1 1,-1-1-1,0 0 1,1 1-1,-1-1 1,0 0-1,1 1 1,-1-1 0,0 1-1,1-1 1,-1 1-1,1-1 1,-1 1-1,1 0 1,-1-1 0,1 1-1,-1 0 1,1-1-1,0 1 1,-1 0-1,1-1 1,0 1-1,0 0 1,-1 0 0,1-1-1,0 1 1,0 1-1,-5 41 46,5-36 17,-1 19 39,1-24-115,0-6-1173,0-102 426,-1 105 753,-1 1-1,0-1 1,1 1-1,-1 0 0,1-1 1,-1 1-1,0 0 1,1 0-1,-1 0 1,-3 1-1,-7-2 167,-13 3 368,25-2-548,-1 1 1,0-1-1,0 1 1,0-1 0,1 1-1,-1 0 1,0-1-1,1 1 1,-1 0 0,1-1-1,-1 1 1,1 0 0,-1 0-1,1 0 1,-1-1-1,1 1 1,0 0 0,-1 0-1,1 0 1,0 0-1,0 0 1,0 0 0,0-1-1,0 3 1,-2 74 374,3-34-224,-1-43-177,0 0 0,0 0-1,1 1 1,-1-1-1,0 0 1,1 0 0,-1 0-1,0 0 1,1 0 0,-1 0-1,0 0 1,1 0 0,-1 0-1,0 0 1,0 0 0,1 0-1,-1 0 1,0 0 0,1 0-1,-1 0 1,0 0 0,1 0-1,-1 0 1,0 0 0,1 0-1,-1-1 1,0 1 0,0 0-1,1 0 1,-1 0 0,0-1-1,0 1 1,1 0 0,-1 0-1,0-1 1,0 1 0,0 0-1,0 0 1,1-1 0,-1 1-1,0 0 1,0-1 0,0 1-1,0 0 1,0 0 0,0-1-1,0 0 1,5-9-76,-2 0 1,1-1-1,-2 1 1,1-1-1,-1 0 1,0-15-1,-1-73-517,-2 51 210,1 47 395,0 0 0,0 0 0,-1 0 1,1 1-1,0-1 0,-1 0 0,1 0 0,-1 0 1,1 1-1,-1-1 0,1 0 0,-1 1 0,1-1 1,-1 0-1,0 1 0,1-1 0,-1 1 0,0-1 1,0 1-1,1-1 0,-1 1 0,0-1 0,0 1 1,0 0-1,1-1 0,-1 1 0,0 0 0,0 0 1,0 0-1,0 0 0,0 0 0,-1 0 1,-40 0 442,26 1-34,15-1-397,1 0-1,-1 0 0,1 0 1,-1 1-1,1-1 0,0 0 1,-1 1-1,1-1 0,-1 0 1,1 1-1,-1-1 0,1 0 1,0 1-1,-1-1 0,1 1 1,0-1-1,0 0 0,-1 1 1,1-1-1,0 1 0,0-1 1,0 1-1,-1-1 0,1 1 1,0-1-1,0 1 0,0-1 1,0 2-1,-2 16 51,2-14-19,-3 35 367,2 0 0,5 57 0,-4-94-402,0-1 0,0 0 0,1 1 0,-1-1-1,0 0 1,0 0 0,1 0 0,-1 1 0,1-1-1,-1 0 1,1 0 0,0 0 0,-1 0 0,1 0-1,0 0 1,0 0 0,0 0 0,0 0 0,0 0 0,0 0-1,0-1 1,2 2 0,0-1-102,0 0-1,0 0 1,0-1 0,0 1 0,1-1-1,-1 1 1,6-2 0,-8-28-209,-1 5-1775,-5 24 577,-20 4-1918,-16 16-2489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0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1176 86 3217,'0'0'13399,"3"-1"-11916,10-3 1619,-27 4 2985,-17 4-1232,15-1-6731,-69 24 2351,49-15-331,-54 11 0,-20 2 117,-144 53 0,201-60-215,-22 3 22,46-14-43,0 2-1,-43 19 1,69-27-25,-33 16 9,-43 14 1,66-26 3,1 1 0,-1 1 1,1 0-1,-21 16 0,23-15 0,-1-1 0,-1 0 0,1 0 0,-1-1 0,-17 6 0,27-12-8,-2 7 27,3-4-19,-2 2-23,2-4 31,17-2-403,21-6 449,-1 0 0,1-3-1,65-26 1,6-2-11,373-74 102,-325 70-162,-107 26-2,70-13 0,-89 23-23,-21 3 17,-1 2 0,1-1 0,0 1 0,13 0 1,-21 1 115,-25 0-72,-4 0-12,1 1 1,0 1 0,-42 9-1,-67 13 73,36-9-60,-69 12-61,-29 6-24,158-26-33,0-2 0,0-1 1,-41-2-1,80-2 72,4 0-297,50-1 312,0-2-1,1-2 1,-1-3 0,74-21-1,56-24 105,162-43-1,-328 91-108,-11 3 8,-1 0 0,1 1 1,-1-1-1,1 1 1,-1 0-1,1 1 0,7 0 1,-11 0 239,-17 0-82,-6 1-129,0 2 1,1 1-1,-1 0 0,1 2 0,0 0 1,-20 10-1,-15 3 1,-174 54 75,-340 125-55,559-194-65,1-1-1,0-1 1,0 1-1,-1-1 0,1-1 1,-1 0-1,0 0 1,-18-2-1,5 1-217,22 0 194,57 4-316,-40 1 369,-1 0 0,-1 1 1,1 1-1,-1 0 0,14 10 0,70 52 128,-55-37-59,58 38 39,127 96 38,-177-125-143,-1 3 1,53 61 0,77 95 73,-142-164-96,-38-35 0,1-2 0,-3-8 0,-1-2 0,-1-1 0,0 1 0,-1 0 0,0 0 0,0 0 0,-1 1 0,-1 0 0,-10-13 0,-74-80 0,66 78 0,-18-17 0,-2 3 0,-2 2 0,-70-42 0,-47-37 0,-20-14 0,145 108 0,30 18 0,1 0 0,0-1 0,0 0 0,0 0 0,0-1 0,-9-10 0,12 11 0,-1-2 0,11 10 0,23 14 0,86 55 0,179 148 0,-218-160 0,135 101 0,-171-129 0,-10-8 0,-50-48 0,-39-31 0,-4 2 0,-99-65 0,-22-16 0,150 105 0,1 0 0,2-3 0,-29-36 0,54 60 0,-1-4 0,-1 2 0,0-1 0,-1 1 0,0 0 0,-1 1 0,-12-8 0,17 14 0,9 10 0,-1-3 0,16 20 0,0 0 0,1-1 0,1-1 0,1-1 0,35 26 0,-16-12 0,72 66 0,318 294 0,-286-240 0,-71-73 0,-73-82 0,0 0 0,0 0 0,0 0 0,0 1 0,0-1 0,0 0 0,0 0 0,0 0 0,0 0 0,0 0 0,0 0 0,0 1 0,1-1 0,-1 0 0,0 0 0,0 0 0,0 0 0,0 0 0,0 0 0,0 0 0,1 0 0,-1 1 0,0-1 0,0 0 0,0 0 0,0 0 0,0 0 0,1 0 0,-1 0 0,0 0 0,0 0 0,0 0 0,0 0 0,0 0 0,1 0 0,-1 0 0,0 0 0,0 0 0,0 0 0,0 0 0,0 0 0,1 0 0,-1 0 0,0-1 0,0 1 0,0 0 0,0 0 0,0 0 0,0 0 0,1 0 0,-1 0 0,0 0 0,0-12 0,-11-20 0,-29-20 0,-113-162 0,-175-203 0,226 313 0,85 88 0,-2 1 0,1 1 0,-2 0 0,-22-11 0,40 23 0,-1 1 0,1 0 0,-1 0 0,0 0 0,1 0 0,-1 0 0,0 1 0,1-1 0,-1 1 0,-4-1 0,-7 0 0,11-2 0,9-2 0,-6 5 0,83-21 0,93-37 0,304-145 0,-455 192 0,46-14 0,-67 23 0,-7 0 0,-9 2 0,-58 2 0,1 4 0,0 2 0,0 4 0,-109 32 0,81-16 0,-137 46 0,190-60 0,33-11 0,0 0 0,0 1 0,-18 9 0,29-13 0,0 0 0,0 0 0,0 0 0,0 0 0,-1 0 0,1 1 0,0-1 0,0 0 0,0 0 0,0 0 0,0 0 0,0 0 0,0 0 0,0 1 0,0-1 0,-1 0 0,1 0 0,0 0 0,0 0 0,0 0 0,0 1 0,0-1 0,0 0 0,0 0 0,0 0 0,0 0 0,0 0 0,0 1 0,0-1 0,0 0 0,0 0 0,0 0 0,1 0 0,-1 0 0,0 1 0,0-1 0,0 0 0,0 0 0,0 0 0,0 0 0,0 0 0,0 0 0,0 1 0,0-1 0,1 0 0,-1 0 0,0 0 0,0 0 0,0 0 0,0 0 0,0 0 0,0 0 0,1 0 0,-1 0 0,0 0 0,5 2 0,1-1 0,-1-1 0,0 1 0,1-1 0,-1 0 0,0 0 0,11-2 0,-3 0 0,30-4 0,-1-2 0,67-23 0,-53 15 0,289-111 0,-336 124 0,1-2 0,0 1 0,0 0 0,1 1 0,-1 0 0,1 1 0,0 0 0,0 0 0,11 1 0,-17 2 0,-4-1 0,0 0 0,0 0 0,0 0 0,0-1 0,0 1 0,1 0 0,-1 0 0,0-1 0,0 1 0,0 0 0,0-1 0,0 1 0,0-1 0,0 0 0,0 1 0,0-1 0,0 0 0,0 1 0,0-2 0,-25 0 0,-21 5 0,1 2 0,0 3 0,0 1 0,-57 19 0,-13 3 0,66-20 0,-298 78 0,388-92 0,-2-8 0,0-1 0,49-24 0,-7 3 0,-24 11 0,270-87 0,-304 104 0,14-5 0,-12 9 0,-63 2 0,0 2 0,1 1 0,-40 11 0,-109 36 0,1 0 0,71-29 0,112-22 0,0 0 0,-1 1 0,1-1 0,0 1 0,0-1 0,-1 1 0,1-1 0,0 1 0,0 0 0,0 0 0,0 0 0,0-1 0,-1 3 0,1-3 0,1 1 0,-1 0 0,0 0 0,0-1 0,1 1 0,-1-1 0,0 1 0,0-1 0,0 1 0,0-1 0,0 1 0,0-1 0,0 0 0,0 1 0,0-1 0,0 0 0,0 0 0,-1 0 0,51-1 0,-1-3 0,0-2 0,80-21 0,138-55 0,-120 33 0,-9 14 0,-129 31-1157,0-1 0,0 0 1,0 0-1,8-9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0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10869,'0'0'13958,"6"0"-13288,31 0 2918,-13 0-2320,117 0-636,-138 0-381,10 0 333,179 0 104,-191 0-562,16-4-4600,-11 0 3504,-29 3-21194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1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7748,'0'0'21444,"25"0"-20956,163 0 411,405 0 1289,-588-1-2188,-4-2-117,-1 2-526,0-6-1159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2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15 4898,'0'0'16883,"0"0"-16750,0-1 1,0 1 0,1-1-1,-1 1 1,0-1 0,0 1-1,0-1 1,0 1 0,0-1-1,0 0 1,0 1 0,0-1-1,0 1 1,0-1 0,0 1-1,-1-1 1,1 1 0,0-1-1,0 1 1,0-1 0,-1 1-1,1 0 1,0-1 0,-1 1-1,1-1 1,0 1 0,-1-1-1,0 0 1,0 2-54,-1-1 1,1 0-1,-1 0 0,1 1 0,-1-1 1,1 1-1,-1-1 0,1 1 1,-1 0-1,1 0 0,0 0 0,-1-1 1,1 1-1,0 0 0,0 0 1,0 1-1,0-1 0,0 0 0,0 0 1,0 1-1,-1 1 0,-8 9 224,-22 24 156,2 2 0,-33 53 0,44-60-338,2 1 0,1 0 0,2 1 1,1 1-1,-16 68 0,18-40 118,-4 107-1,13 68 87,3-141-178,-2-92-162,1 0 0,0 0 0,1 0 0,-1 0 0,1 0 0,-1 0 0,1 0 0,1 0-1,-1 0 1,0 0 0,1 0 0,0 0 0,0-1 0,0 1 0,0-1 0,5 6 0,-3-6-180,0 0-1,0 0 1,0 0-1,1-1 1,-1 0-1,1 0 1,-1 0-1,1-1 1,-1 0-1,1 1 1,0-1-1,0-1 1,8 1-1,2 0-900,43 7-2317,-55-7 2833,0 0 0,0 0 0,1 0 0,-2 0 1,1 0-1,0 1 0,0 0 0,0-1 0,-1 1 0,1 0 1,-1 0-1,1 1 0,-1-1 0,0 0 0,3 4 0,-2 13-7544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2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3394,'0'0'21794,"8"22"-21042,0 1-618,2 5 6,-1 0 0,-2 0 0,8 50 0,-7 208 679,-8-242-678,0-40-101,2-8-189,3-10 85,-1 1 1,0-1-1,3-27 1,6-23 71,8 3 80,60-116 0,-77 169-71,1 0-1,0 0 1,1 1-1,-1-1 1,2 1-1,-1 0 1,1 1 0,0-1-1,8-4 1,-14 10 3,-1 1 1,0-1-1,1 1 1,-1 0-1,1 0 1,-1-1-1,1 1 1,-1 0-1,1 0 1,-1 0-1,1-1 1,-1 1-1,1 0 1,-1 0-1,1 0 1,-1 0-1,1 0 1,0 0 0,-1 0-1,1 0 1,-1 0-1,1 0 1,-1 1-1,1-1 1,-1 0-1,1 0 1,-1 0-1,1 1 1,-1-1-1,1 0 1,-1 0-1,0 1 1,1-1-1,-1 0 1,1 1-1,-1-1 1,0 1-1,1-1 1,-1 0-1,1 2 1,7 24 250,0 44 33,-3 0 0,-5 86 0,-1-61-189,8-94-213,-6-1 90,-1 0 1,1 0-1,0 0 1,-1 0 0,1 0-1,0 0 1,-1-1-1,1 1 1,-1 0-1,1 0 1,0-1 0,-1 1-1,1 0 1,-1 0-1,1-1 1,-1 1 0,1-1-1,-1 1 1,1-1-1,-1 1 1,1-1 0,-1 1-1,0-1 1,1 1-1,-1-1 1,1 0-1,49-108-466,-13 40 431,-22 38 16,2 1-1,0 1 1,2 0 0,27-30 0,-43 56 29,0 1 0,0 0 1,0 0-1,0 0 0,1 0 0,-1 1 1,1 0-1,-1-1 0,1 1 0,0 0 1,-1 1-1,1-1 0,0 1 1,0-1-1,-1 1 0,1 0 0,0 1 1,0-1-1,0 1 0,-1-1 0,1 1 1,0 0-1,-1 0 0,1 1 0,-1-1 1,0 1-1,1 0 0,-1 0 0,0 0 1,0 0-1,0 0 0,5 6 1,4 8 29,0 2 1,-1-1 0,0 1 0,-2 1-1,0 0 1,-1 0 0,6 23-1,1 18-840,11 73-1,-24-61-7005,-2-54 1507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0 7844,'0'0'17258,"-36"30"-17100,36-30-158,-146 129 56,141-124-56,1 0 1,-1 0 0,1 1 0,0-1 0,1 1 0,-1 0-1,1 0 1,0 0 0,-3 9 0,5-10 2,0 0 0,1 0 1,-1-1-1,1 1 0,0 0 0,0 0 0,2 8 1,0 8 47,-3 13 148,0-17 52,1 0 0,0-1 0,5 26 0,-4-37-227,0-1 0,0 1 0,1-1 0,-1 1 0,1-1 0,0 0 0,1 1 0,-1-1 0,1-1 0,-1 1 0,1 0 0,1 0 0,-1-1 0,0 0 0,1 0 0,-1 0 0,5 3 0,13 5-59,1 0-1,0-2 0,1 0 0,28 7 1,-27-10-11,0 2 1,-1 1 0,37 19-1,-59-27 59,0 1 0,1-1 0,-1 0-1,0 1 1,-1-1 0,1 1 0,0 0-1,0-1 1,-1 1 0,1 0 0,-1-1-1,1 1 1,-1 0 0,0 0 0,1-1 0,-1 1-1,0 0 1,0 0 0,0 0 0,-1-1-1,1 1 1,-1 3 0,0 7 171,1-8-142,-1 0-1,1 0 1,-1 0 0,0 0 0,0 0 0,0-1-1,-1 1 1,1 0 0,-1-1 0,0 1-1,0-1 1,0 1 0,0-1 0,-1 0 0,0 0-1,1 0 1,-1 0 0,-6 4 0,-5 4 41,-2-1-1,1 0 1,-19 7 0,14-6 62,-1-2-283,1 0 1,-1-1 0,-1-2 0,0 0-1,0-1 1,0-1 0,0-1-1,0-1 1,-1-1 0,-26-2 0,45 0-20,1 1 1,0-1-1,0 0 1,0 0-1,0 0 1,0 0 0,1-1-1,-1 1 1,0-1-1,0 0 1,1 0-1,-1 0 1,1 0 0,0 0-1,-1 0 1,1-1-1,0 1 1,1-1-1,-1 1 1,0-1-1,1 0 1,-1 1 0,-1-7-1,-6-6-800,-33-55-4611,-2 1-3270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1 0 2337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2337,'21'44'11061,"6"-44"-6003,11 0-2256,0 0-849,16 0-1953,-21 0-112,-11 24-529,-1 6-143,-15 9-449,-6 19-1120,0 5-2529,0 25-2257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67 313 9796,'0'0'13188,"33"-2"-11707,107-6-644,-107 6-657,39-8 0,-61 7-163,0 0-1,0-1 1,0-1 0,19-10-1,-6 4 7,-22 10-21,0 0 1,0 0-1,0 0 1,0 0 0,0 0-1,0 0 1,0 0-1,0-1 1,-1 1 0,3-3-1,-2 2-3,-1-1-1,0 1 0,0-1 1,-1 1-1,1-1 0,0 0 1,-1 1-1,1-1 0,-1 0 1,0 1-1,0-1 0,0-2 0,1-24-124,0 22 81,0 0 1,0 0-1,-1 0 1,0 0-1,-1-1 1,1 1-1,-1 0 1,-1 0-1,1 0 1,-6-12-1,3 13-2,0 1 1,0 0-1,-1 0 0,0 0 1,0 1-1,0-1 0,0 1 1,-1 0-1,0 1 0,0-1 1,-10-4-1,6 4 24,0 1-1,0-1 1,0 2 0,0-1-1,0 1 1,-1 1 0,-13-1-1,14 2 39,-4 0 147,0 0 1,-27 5-1,36-4-108,0 0-1,0 1 1,0 0-1,0 0 1,0 0-1,0 1 1,1 0 0,-1 0-1,1 0 1,0 0-1,-5 5 1,-6 6 89,1 2 0,0 0 1,1 1-1,1 0 0,0 1 1,2 0-1,0 1 0,-10 26 1,11-20 25,2 1 1,0 0 0,2 0 0,1 0 0,1 1-1,0 37 1,2-21 81,1 45 197,0-78-383,1 0 0,1 0 0,0 0-1,0 0 1,1 0 0,6 14 0,-2-10-43,1-1 0,0 0 0,1 0 1,1-1-1,0 0 0,1-1 0,0 0 1,0 0-1,1-1 0,1-1 0,0 0 0,0-1 1,0 0-1,1-1 0,0-1 0,1 0 1,-1-1-1,1 0 0,0-1 0,24 2 1,52-4-1208,-85-2 994,0 0 0,0 0 1,-1-1-1,1 0 0,0 0 0,0-1 0,-1 1 0,1-1 1,-1 0-1,0-1 0,1 1 0,-1-1 0,0 0 0,0 0 1,-1-1-1,6-4 0,23-31-4211,-10 2-2479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5 6259,'0'0'17885,"-17"-1"-16943,-58-2-190,71 3-697,0 0 0,0 0-1,0 0 1,-1 0 0,1 1-1,0 0 1,0-1 0,0 2-1,0-1 1,1 0 0,-1 1-1,0 0 1,1-1 0,-1 2-1,-6 3 1,5 0 15,0-1 0,0 1 0,1 0 0,0 0 0,0 1 0,-4 8 0,-2 2 57,0 2 41,0 1 1,2 0-1,0 1 1,1-1-1,2 2 1,-7 39-1,6-1 391,2 75 0,4-129-544,0 0 0,0 0 0,0 0 0,1 0 0,0 0 0,1 0 0,-1 0 0,1-1 0,3 7 1,-3-8-16,1 0 1,-1-1-1,1 1 1,0-1-1,0 0 1,0 0-1,0 0 1,1 0-1,0 0 1,-1-1-1,1 0 1,6 3-1,3 1-38,0 0 1,0-2-1,0 1 0,0-2 0,1 0 0,16 2 0,81-1-2028,-82-5 1041,-17 2 242,-8-1 492,-1 0 0,1 1-1,-1-2 1,1 1 0,0 0 0,-1-1 0,6-1 0,-7 1-195,-1 1 1,1-1-1,0 0 0,0 0 1,-1-1-1,1 1 0,-1 0 1,1 0-1,-1-1 0,1 1 1,0-2-1,19-28-8806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10117,'0'0'16810,"20"-1"-16228,-4-1-462,123-4 989,-38 6-202,10 0-915,-39 0-4570,-78 16-7939,-30 7 5594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5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1 2001,'0'0'21658,"8"0"-19972,-7 0-1623,0 0 0,0 0 0,0 0 0,0 0 0,0 0 0,0 0 0,0 0 0,0 0 0,0 1 0,0-1 0,0 0 0,0 1 0,0-1-1,0 0 1,0 1 0,-1-1 0,2 2 0,-2-2-30,0 1-1,1-1 1,-1 1 0,0-1-1,0 0 1,0 1-1,0-1 1,0 1-1,0-1 1,0 1-1,0-1 1,0 1-1,0-1 1,-1 1 0,1-1-1,0 1 1,0-1-1,0 0 1,0 1-1,-1-1 1,1 1-1,0-1 1,0 0-1,-1 1 1,1-1-1,-1 1 1,-43 38 1218,14-15-704,-54 46 115,-3-4 0,-3-3 1,-134 70-1,213-127-722,-1 0 0,0-1 0,0 0 1,0-1-1,-1 0 0,-16 2 0,28-6-15,0 2-176,1-1 266,-1 1 0,1-1 0,0 1 0,0-1 0,0 1 0,0 0 0,0-1 0,0 1 0,0-1 0,0 1 1,1-1-1,-1 1 0,1-1 0,-1 1 0,1-1 0,-1 0 0,1 1 0,0-1 0,0 0 0,0 1 0,1 0 0,68 41 154,-5-5-25,-19-9 46,-1 3 0,68 62 0,136 145 304,-175-174-494,-34-37-29,-40-28-218,1 1 1,-1-1 0,1 1 0,-1-1 0,1 0-1,-1 1 1,1-1 0,0 0 0,-1 0-1,1 1 1,-1-1 0,1 0 0,0 0-1,-1 0 1,1 0 0,0 0 0,-1 0 0,1 0-1,-1 0 1,1 0 0,1 0 0,3 1-4195,-2 12-626,-3 10-3718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0,'0'0'25628,"11"71"-23972,39 226-666,1-20 448,-49-269-1371,-1 0 0,1 0-1,0 0 1,7 14 0,-7-19-25,3-15-1325,-1 1 1279,1 1-1,0 0 1,1 0-1,0 1 1,1 0 0,-1 0-1,2 0 1,-1 1-1,1 0 1,1 0-1,-1 1 1,1 0-1,1 0 1,18-9-1,-11 9 5,1 1-1,-1 1 0,1 1 0,0 1 0,0 0 0,0 1 0,0 1 0,32 2 0,-46-1 12,-1 1-1,1-1 0,0 1 0,0 0 1,0 0-1,-1 0 0,1 1 0,0-1 0,-1 1 1,0 0-1,1 0 0,-1 0 0,0 1 0,0-1 1,0 1-1,0 0 0,0-1 0,-1 1 0,1 0 1,-1 1-1,0-1 0,0 0 0,0 1 0,2 4 1,1 5 4,1 1 1,-2-1 0,0 0 0,-1 1-1,3 22 1,-3 7 85,-2 56 0,-2-48-7,1-41-65,0-1 0,-1 1 0,0-1 1,0 1-1,-1-1 0,0 0 0,-6 14 0,5-17-14,1-1 1,-1 0 0,-1 0-1,1 0 1,-1-1-1,0 1 1,0-1-1,0 0 1,-1 0-1,1 0 1,-1 0-1,-6 2 1,-2 2-5,-1-1 0,-1-1-1,1 0 1,-1-1 0,0 0 0,0-1 0,-1-1-1,-23 2 1,10-3-53,-1-1 0,1-2-1,-43-6 1,59 5-29,1-1 0,1 0 0,-1-1 0,0-1 1,1 0-1,0 0 0,0-1 0,0 0 0,1-1 0,-16-14 0,-5-6-2662,-48-60 1,56 61 117,-16-23-3924,1-3-2951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4930,'0'0'19865,"352"-63"-19865,-292 58 0,-11-5-704,-11 10-833,-33 0-1728,-5 34-15160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30 12406,'0'0'14190,"-6"60"-13405,-18 192-279,23-181-324,2-69-168,-1 1-1,0 0 1,1 0-1,0-1 1,-1 1 0,1-1-1,0 1 1,1-1-1,1 5 1,1-2 1,-1 0 0,1 0 0,1 0 0,-1 0 0,0-1 0,1 1 0,0-1 0,0-1 0,0 1 0,1-1 0,-1 0 0,1 0 0,7 3 0,-2-3-10,1 0 1,0 0-1,0-1 1,0-1-1,0 0 1,15 0-1,-23-1-24,-1 0-1,1 0 1,0-1 0,0 0-1,0 1 1,0-1-1,-1 0 1,1-1 0,0 1-1,-1-1 1,1 1 0,-1-1-1,0 0 1,0-1-1,1 1 1,-1 0 0,0-1-1,-1 0 1,1 1 0,0-1-1,-1 0 1,0-1-1,0 1 1,0 0 0,0-1-1,2-6 1,2-6-130,-1-1 0,0-1 0,-2 1 0,3-31 0,-4 36 67,5-190-1354,-7 159 1114,0 39 304,0 1 1,0-1-1,0 1 0,0-1 1,-1 1-1,1-1 1,-1 1-1,0-1 0,0 1 1,0 0-1,-1 0 0,1-1 1,-1 1-1,1 0 0,-1 0 1,-4-5-1,2 6 23,1-1 1,-1 1-1,0 0 0,0 0 0,0 0 0,0 0 1,0 1-1,0 0 0,-1 0 0,1 0 1,0 0-1,-1 0 0,-4 1 0,-83-2 820,89 2-791,-1 1 0,1-1 0,-1 1 1,1-1-1,-1 1 0,1 0 1,0 0-1,-1 1 0,1-1 1,0 1-1,0-1 0,0 1 1,0 0-1,0 0 0,-3 3 0,1 1 5,0-1-1,0 1 1,0 0-1,1 0 0,0 0 1,-6 13-1,-1 7 17,2 1-1,-13 52 1,21-73-47,-3 14-163,1 0 0,1 0-1,0 25 1,4-44-343,0 0-1,-1-1 1,1 1 0,0-1 0,0 0 0,0 1 0,-1-1-1,1 0 1,0 0 0,0 0 0,3-1 0,0 1-2464,19 0-5269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7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0 13334,'0'0'12881,"35"71"-11966,113 235-360,-130-266-456,-2 0 0,18 70 1,-28-77 10,-1 1 1,0 41 0,-4-60-69,2 229 764,-4-165-564,2-47-166,-3-1 1,0 0-1,-2 0 0,-1 0 0,-2-1 0,0 1 0,-16 37 0,-48 79 114,60-128-201,-1 0 0,0-1 0,-1-1 1,-2 0-1,-18 18 0,25-29-130,1-1-1,-1 0 0,0 0 1,-1 0-1,1-1 1,-1 0-1,1-1 1,-1 0-1,0 0 1,-1-1-1,-11 2 0,13-3-215,0 0-1,0-1 0,1 0 1,-1 0-1,0-1 0,0 0 0,0 0 1,1 0-1,-1-1 0,1-1 0,-1 1 1,1-1-1,0 0 0,-8-5 1,5-1-805,0 0 0,0 0 0,1-1 0,-13-17 0,14 16 70,-66-77-10055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7635,'0'0'20255,"54"-3"-19196,165-7-264,-157 7-501,-57 3-231,1-1 0,-1 1 0,0 0 0,0 0 0,1 1 0,-1-1 0,6 3 0,-9-2-54,0-1 0,0 1 0,0 0 1,0 1-1,0-1 0,-1 0 0,1 1 0,0-1 0,-1 1 0,1-1 0,-1 1 1,1 0-1,-1-1 0,0 1 0,0 0 0,0 0 0,0 0 0,0 0 0,0 0 1,0 0-1,-1 1 0,1-1 0,-1 0 0,1 0 0,-1 0 0,0 0 0,0 1 1,0-1-1,-1 3 0,1 0-8,0 1 0,0-1 0,-1 0 0,0 0 0,0 0 0,0 1 0,-1-1 0,0 0 0,0-1 0,0 1-1,-5 9 1,1-8-30,1 0-1,-1-1 0,0 1 0,0-1 0,-1-1 0,1 1 0,-1-1 0,0 0 0,-10 4 1,-8 2-215,-39 9 0,39-13 156,-41 17-1,64-22 63,2 1-225,0 3 248,1 0 0,0 0 0,0 0 0,0 0 0,0 0 0,1 0 0,0 0 0,0-1 1,0 1-1,0-1 0,1 1 0,-1-1 0,1 0 0,5 5 0,4 8 167,5 7-1,-2 0 0,22 49 1,-31-59-152,-1 0 1,-1 1 0,0 0 0,0 0 0,-2 0 0,0 1-1,0 17 1,-1-8 48,-1 31-1233,0-52 876,-1 0-1,0 0 1,0 0-1,0 0 1,0 0-1,0 0 1,-1 0-1,1-1 1,-1 1-1,0-1 1,-3 5-1,-33 32-4748,33-33 3131,0 1-1,0-1 1,1 1 0,-3 9-1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8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17064,'0'0'9796,"59"107"-24282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3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 1 3217,'0'0'8826,"3"0"-6172,-10 2-1365,-1 0-1008,0 1 1,1 0-1,0 1 1,0 0-1,0 0 0,0 0 1,-10 9-1,-45 45 1074,34-29-732,-13 8 116,-1-2 1,-1-1 0,-79 45-1,80-63-631,36-15-188,1 1 1,0 0-1,-1 0 0,1 0 0,0 0 0,0 1 0,-9 6 0,14-8-763,0-16-14473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4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5779,'0'0'14417,"10"12"-13771,0 1-432,0 1 0,0 0 0,-1 1 0,-1 0 1,-1 1-1,9 25 0,13 54 1423,48 108-1,-69-187-1602,1-1 0,1 0 0,0 0 0,1-1 0,0 0 0,1-1 0,1-1-1,0 0 1,16 12 0,-24-22-35,-1 0-1,1 0 1,0 0 0,-1-1-1,1 1 1,0-1-1,0 0 1,0-1 0,9 1-1,53-3-205,-34 1-17,-21 0-338,10 1-224,-14 5-2583,-5 8-4003,-3 33 52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5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14263,'0'0'12821,"76"0"-12805,-38 0 80,6 0 81,-1 0-161,-5 0-16,0 5-32,5-5-353,-11 9-623,-4-9-849,-18 25-1761,-10-15-2817,0 33-6915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6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30 5891,'0'0'9745,"-6"-5"-8979,5 4-716,-2-1 109,0-1 0,-1 1-1,1 0 1,-1-1 0,1 2 0,-1-1 0,0 0-1,0 1 1,0 0 0,0 0 0,0 0 0,0 0-1,0 0 1,0 1 0,-5 0 0,-5 0 676,8-1-469,0 1 0,0 0 1,1 1-1,-1-1 0,0 1 1,-7 2-1,11-2-327,0 0 1,0 0-1,0 1 1,0-1-1,0 0 1,0 1-1,0-1 0,0 1 1,1 0-1,-1 0 1,1 0-1,-1 0 1,1 0-1,0 0 1,0 0-1,-1 0 0,2 0 1,-3 4-1,-2 18 201,0-1 0,1 1 0,1-1 0,2 1-1,1 42 1,0-37-86,0 61 40,12 662 1488,-4-682-1563,-1 11 36,-6-52-162,1-1 0,11 54 0,-13-82-17,0 0 1,0 0-1,0 1 1,0-1-1,0 0 0,0 1 1,0-1-1,0 0 1,0 0-1,1 1 0,-1-1 1,0 0-1,0 0 0,0 1 1,0-1-1,1 0 1,-1 0-1,0 1 0,0-1 1,0 0-1,1 0 1,-1 0-1,0 0 0,0 1 1,1-1-1,-1 0 1,0 0-1,1 0 0,-1 0 1,0 0-1,0 0 1,1 0-1,-1 0 0,0 0 1,1 0-1,-1 0 1,0 0-45,0 0 0,1 0 1,-1 0-1,0 0 0,0 0 1,0 0-1,0 0 0,1 0 1,-1 0-1,0 0 0,0 0 1,0 0-1,0 0 0,1 0 1,-1 1-1,0-1 0,0 0 1,0 0-1,0 0 0,0 0 1,0 0-1,1 0 0,-1 0 1,0 0-1,0 1 0,0-1 1,0 0-1,0 0 0,0 0 1,0 0-1,0 0 0,0 1 1,1-1-1,-1 0 0,0 0 1,0 0-1,0 0 0,0 1 1,0-1-1,0 0 0,0 0 1,0 0-1,0 0 0,0 1 1,0-1-1,0 7-2622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6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2097,'0'0'23739,"228"10"-23323,-147 4-176,-16-14-96,-6 0-64,-10 0-64,-16 0-16,-1 0-16,1 0-464,-12 0-785,-4 0-944,-17-14-1728,0 4-3267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7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5426,'0'0'19047,"4"39"-18685,16 131 49,-6-29 498,-7 228 1,-9-211-880,2-157-55,0 0 0,0 0-1,0-1 1,1 1 0,-1 0 0,0-1 0,0 1-1,0 0 1,1-1 0,-1 1 0,0 0 0,1-1-1,-1 1 1,0 0 0,1-1 0,-1 1 0,1-1-1,-1 1 1,1-1 0,-1 1 0,1-1 0,0 0-1,-1 1 1,1-1 0,0 0 0,-1 1 0,2-1-1,23 6 109,-10-4-114,30 6 303,1-2 0,67-1 0,-23-4-2987,-47-1-596,-42-10-7867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7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72 110 7267,'0'0'15122,"-7"2"-13847,4-1-1188,1 0 1,-1 0-1,1 0 0,0 1 0,-1-1 0,1 1 1,0-1-1,0 1 0,0 0 0,0 0 0,0 0 0,1 0 1,-1 0-1,0 0 0,-1 4 0,-2 5 331,0 0 0,-6 23 0,8-16-157,0-1-1,1 1 1,1-1-1,2 30 1,0-17-174,-1-27-85,0-1 0,0 1-1,0-1 1,1 0 0,-1 1 0,1-1-1,-1 1 1,1-1 0,0 0 0,0 1-1,0-1 1,0 0 0,0 0-1,1 0 1,-1 0 0,1 0 0,-1 0-1,1 0 1,0-1 0,0 1-1,0 0 1,0-1 0,0 1 0,0-1-1,0 0 1,0 0 0,0 0-1,1 0 1,-1 0 0,0 0 0,5 0-1,6 1-68,1 0 0,0-1 0,-1-1 0,24-1 0,-9 0-253,-27 1 302,1 0-1,0-1 0,0 1 1,-1 0-1,1-1 1,0 1-1,0-1 1,-1 0-1,1 1 0,-1-1 1,1 0-1,-1 0 1,1 0-1,-1 0 1,1 0-1,-1 0 1,0-1-1,2-1 0,0-1-8,0 0-1,-1 0 1,1 0-1,-1-1 0,0 1 1,3-9-1,-2-1-9,1 0 0,-1-1 0,1-25 0,-3-131-334,-1 96 38,0 74 337,0 0 0,0 0 1,0 1-1,0-1 0,0 0 0,0 0 0,0 0 1,0 1-1,0-1 0,0 0 0,0 0 0,0 1 0,0-1 1,-1 0-1,1 1 0,0-1 0,0 0 0,-1 0 0,1 1 1,-1-1-1,1 1 0,0-1 0,-1 0 0,0 1 0,1-1 1,-1 1-1,1-1 0,-1 1 0,1-1 0,-1 1 1,0 0-1,1-1 0,-1 1 0,0 0 0,0-1 0,1 1 1,-1 0-1,0 0 0,0 0 0,1 0 0,-1-1 0,0 1 1,0 0-1,1 1 0,-1-1 0,0 0 0,0 0 1,1 0-1,-1 0 0,0 0 0,-1 1 0,-8-1 131,6 0-106,0 0 0,-1 0 0,1 0 0,0 1-1,0-1 1,-1 1 0,1 0 0,0 0 0,0 1-1,0-1 1,0 1 0,0 0 0,0 0 0,1 0-1,-1 1 1,1-1 0,-1 1 0,1 0 0,0 0 0,0 0-1,0 0 1,0 0 0,1 1 0,-1-1 0,1 1-1,0 0 1,0 0 0,0-1 0,-1 8 0,-6 15-33,1 0 0,2 1 1,1 0-1,1 0 0,1 0 1,2 0-1,1 35 0,0-60-457,21-2-4624,11 0 1676,-12 0-871,5 0-1709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8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1 704,'0'0'26818,"6"0"-26231,287 0-3095,-292 0 2510,0 0 0,-1 1 0,1-1 0,0 0 0,0 1 0,-1-1 0,1 1 0,0 0 0,-1-1 0,1 1 0,0-1 0,-1 1 0,1 0 0,-1 0 0,1-1 0,-1 1 0,1 0 0,-1 0 0,0-1 0,1 1 0,-1 0 0,0 0 0,0 0 0,1 1 0,5 29 75,-4-23-36,6 34 217,1 0 163,5 64-1,8 461 1432,-22-106-633,0-448-1142,0-1 1,-1 1-1,-4 23 1,4-33-54,0 0 1,0-1-1,0 1 0,0 0 1,-1 0-1,1 0 1,-1-1-1,1 1 0,-1-1 1,0 1-1,0-1 1,0 0-1,-1 0 0,1 0 1,0 0-1,-1 0 1,1 0-1,-1-1 0,-4 3 1,2-3 66,0 0 0,0 0 1,-1-1-1,1 1 0,0-1 0,0 0 1,-10-2-1,-1 1-85,-20 1-54,-1-2 0,1-2 0,0-1 0,-69-19 0,91 21-621,-1-1 0,0 2 0,-17-1 1,-47 1-7059,66 2 6059,-45 0-8739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13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4082,'0'0'10727,"0"-8"-10361,0-15-30,0 5 8775,9 18-8786,48 4 0,0 3 1,-1 2-1,0 2 0,55 19 0,-8-3-243,-38-13 25,0-2 1,1-3-1,101 0 0,-34 1 59,-95-6-99,-36-4-123,1 0 0,-1 0 0,1 1 1,-1-1-1,1 1 0,-1 0 0,0-1 1,1 1-1,3 2 0,-10 0-1808,-14-4-322,-21-6-3099,-12 6-2983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14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888 65 7491,'0'0'8113,"0"-6"-7256,1 4-777,-1 1 1,0 0-1,0-1 1,0 1-1,0 0 1,-1-1-1,1 1 1,0 0-1,0-1 1,-1 1-1,1 0 0,-1 0 1,1-1-1,-1 1 1,0 0-1,1 0 1,-1 0-1,0 0 1,0 0-1,0 0 1,0 0-1,-2-2 1,-1 1 152,-1 0 0,0 0 0,-1 0 1,1 1-1,-10-2 0,11 3-242,-57-9 1302,0 3 0,-122 5 0,90 2-895,80-1-304,0 1 0,0 1 0,1 0-1,-1 1 1,1 0 0,0 1 0,0 0 0,0 1 0,0 0 0,1 1 0,0 0 0,0 1-1,0 0 1,1 1 0,-17 16 0,14-12-17,0 0 0,1 0 0,1 2 0,0-1 0,-11 21 0,-9 12-58,21-31 38,-1 0-1,2 1 1,0-1 0,1 2 0,-11 32 0,5 4 84,2 0 1,3 1-1,1 1 0,1 57 1,7 1377 1256,1-1489-1513,-1 0 1,0 0-1,1 0 1,-1 0-1,0 0 1,0 1-1,1-1 1,-1 0-1,0 0 1,1 0-1,-1 0 1,0 0-1,1 0 1,-1 0-1,0 0 1,1 0-1,-1 0 1,0 0-1,1-1 1,-1 1-1,0 0 1,1 0-1,-1 0 1,0 0-1,1 0 1,-1-1-1,0 1 1,0 0-1,1 0 1,-1 0-1,0-1 1,0 1-1,1 0 1,-1-1 0,1-2-380,-1 0 1,1-1 0,0 1-1,0 0 1,1 0 0,-1 0 0,0 0-1,1 0 1,0 0 0,0 1-1,0-1 1,0 1 0,0-1 0,4-3-1,18-24-5769,-3-7-649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23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573 1210 7764,'0'0'12771,"-2"-4"-11419,-2-6-406,6 8 201,14 12 948,16 11-1854,-5-9-73,1-1-1,0-1 1,0-2 0,42 7-1,123 10 53,-175-23-203,47 3 43,-37-4-20,0 2 1,0 0-1,0 2 0,-1 1 0,49 17 1,-70-20 170,4 1 694,-18-3-221,-6-2-683,-166 3 281,-277-8-191,437 3-73,0 0 1,1-1-1,0 0 0,-1-2 0,2 0 1,-31-15-1,33 19 131,14 2 99,14 0-189,194-10 112,219 0 176,-384 10-227,-41 0-42,0 0-68,0-1 0,0 1 1,0 0-1,0-1 1,0 1-1,0-1 0,0 1 1,0 0-1,0-1 0,0 1 1,0-1-1,0 1 0,-1 0 1,1-1-1,0 1 0,0 0 1,0-1-1,-1 1 0,1 0 1,0-1-1,0 1 1,-1 0-1,1-1 0,0 1 1,-1 0-1,1 0 0,0-1 1,-1 1-1,1 0 0,0 0 1,-1 0-1,1-1 0,0 1 1,-1 0-1,-41-16 119,-82-20-1,65 21-129,-31-8-36,0 4 0,-1 4-1,-155-6 1,202 20 47,18-6 15,26 6-29,0 1 0,0 0 1,1 0 0,-1 0 0,0 0 0,0 0 0,0 0 0,0 0 0,0 0 0,1 0 0,-1 0 0,0 0 0,0-1 0,0 1 0,0 0 0,0 0 0,0 0-1,0 0 1,0 0 0,0 0 0,1-1 0,-1 1 0,0 0 0,0 0 0,0 0 0,0 0 0,0 0 0,0-1 0,0 1 0,0 0 0,0 0 0,0 0 0,0 0-1,0-1 1,0 1 0,0 0 0,0 0 0,0 0 0,0 0 0,0 0 0,-1-1 0,1 1 0,0 0 0,0 0 0,1103 0 360,-1102 0-167,-9 0-92,-1001-5-268,1008 5 191,8 0-232,105 0 237,160 20-1,-117 0 114,232-2-1,-383-18 78,-174-1 45,-17-2-319,-48-27 12,-12-2-57,-19 25-66,256 7 98,18 0 40,28 0-3,1 1-1,-1 1 1,61 13 0,21 14 95,304 57 200,-348-77 44,-389-24-183,-262-9-418,575 24 270,28 0-76,0 2 1,0 1-1,49 12 1,-44-8 90,48 10 20,91 20 113,180 16 1,-220-46-79,73 8-22,-198-13 39,-8-1 95,-13 0-26,-109-1-156,-167-23-1,110-1-173,-233-2 0,403 27 199,-7-1-11,19 0 14,-1-1 0,1 1-1,-1 0 1,1 0 0,0 0 0,-1 0-1,1-1 1,0 1 0,-1 0 0,1 0-1,-1-1 1,1 1 0,0 0 0,0 0-1,-1-1 1,1 1 0,0 0 0,-1-1-1,1 1 1,0 0 0,0-1 0,0 1-1,0-1 1,-1 1 0,1 0 0,0-1 0,0 1-1,0-1 1,0 1 0,0-1 0,0 1-1,0-1 1,0 0-3,0 1-1,0 0 1,0-1-1,0 1 1,0 0 0,0-1-1,0 1 1,0 0-1,0-1 1,1 1 0,-1 0-1,0 0 1,0-1-1,0 1 1,0 0 0,1-1-1,-1 1 1,0 0-1,0 0 1,1-1-1,-1 1 1,0 0 0,0 0-1,1 0 1,-1-1-1,0 1 1,1 0 0,-1 0-1,0 0 1,0 0-1,1 0 1,0-1 0,17 1-91,-8 0 57,153-2-44,1 0 277,240 25 0,-125 5-96,-257-27-85,-15 0 87,-23-1 1,-9 0-89,-5 1-15,0-2 0,-33-5 0,-98-34 3,60 13-29,-12 0-85,0 5 1,-2 4 0,-170-3-1,285 21 70,19 0-184,85-1 136,115 1 65,-160 3 80,95 17 0,-46 2 25,183 32 25,-291-54-105,0 0 0,0 0 0,0 0 0,0 0 0,0 0 0,0 0 0,0 0 0,0 0 0,-1 0 0,1 0 0,0 0 0,0 0 0,0 0 0,0 0 0,0 0 0,0 0 0,0 0 0,0 0 0,-1 0 0,1 0 0,0 0 0,0 0 0,0 0 0,0 0 0,0 0 0,0 0 0,0 0 0,0 1 0,0-1 0,0 0 0,0 0 0,0 0 0,-1 0 0,1 0 0,0 0 0,0 0 0,0 0 0,0 0 0,0 0 0,0 1 0,0-1 1,0 0-1,0 0 0,0 0 0,0 0 0,0 0 0,0 0 0,0 0 0,0 0 0,0 1 0,0-1 0,0 0 0,0 0 0,0 0 0,0 0 0,0 0 0,0 0 0,0 0 0,1 0 0,-1 0 0,0 0 0,0 1 0,0-1 0,0 0 0,-17 7-25,-21 5-37,-3-3 53,0-1-1,-1-2 1,-55 1 0,-42 3-44,46-10-40,93 0 67,0-3-80,1-1 94,-1 1-1,0 0 0,1 0 1,-1 0-1,-1-1 1,0-4-1,1-3-5,-2-87 21,0 20-15,12-113-1,-3 152 28,2 0 1,17-43-1,2-13-11,-23 81-12,1 1 0,0 0 0,15-24 0,1-3-4,-5 13 11,0 0 1,2 1-1,2 1 1,0 1 0,38-33-1,-24 22 4,41-50-1,21-27-4,-77 90-24,36-32 56,-44 44-16,-11 10-18,0-1 0,0 1 0,0-1 0,0 1 0,0-1 0,0 0 0,-1 1 0,1-1 0,0 0 0,-1 0 0,1 1 0,0-1 0,-1 0 0,1 0 0,-1 0 0,1 0 0,-1 0 0,0 0 0,1 0 0,-1 0 0,0 0 0,0 0 0,1 0 0,-1 0 0,0 0 0,0 0 0,0-2 0,0 3 13,1-1-1,0 0 1,0 1-1,0-1 1,0 1-1,0-1 1,0 1-1,0-1 1,0 1-1,0 0 1,0 0-1,0-1 1,0 1-1,0 0 1,1 0-1,0 0 1,-3 0 131,-6 0-119,-33 0-2,7-1 21,0 1 0,0 2-1,0 1 1,-55 12 0,74-11-43,-23 6-15,0 2 0,1 1 1,-42 21-1,38-15 19,30-15-2,0 0 0,-1 1 0,2 0 0,-1 1 0,1 0 0,-13 10 1,7 1 9,1 0 0,1 0 0,-21 37 1,-4 6 9,33-50-27,0 0-1,0 1 0,2-1 1,-1 1-1,1 0 0,1 0 1,0 0-1,0 0 0,0 17 1,-5 29-16,-3 3 98,-3 104 1,14 65-5,0-95-43,-9 29 41,0-9-15,8 816-63,0-969-35,0-23-175,8-136 188,49-272 1,-39 317 26,26-95-63,-9 47 4,-23 91 8,-3 15 3,2-1-1,22-62 1,-32 115 83,-1 6-117,-1 65 18,-18 137 0,-13-28 146,-29 191 34,22-5-25,29-279-67,4-46-6,0 44 0,6-81 57,0-7-131,1-210 15,-17-583-245,15 755 214,1 42 27,0 6-189,0 6 197,17 444-67,14-24 411,-19-262-184,-12-167 99,0-10-235,0-1220 83,2 1200-66,2 1-1,1 0 1,1 0 0,1 0 0,2 1 0,21-46-1,-12 28 3,14-27-34,70-116 0,-20 43 61,-74 131-38,2 0 1,0 0 0,1 1 0,0 0 0,21-17-1,-19 18 13,-1-1-1,1 0 0,19-30 0,-20 26-17,0 0-1,28-29 1,-40 46 13,55-45-80,-53 43 76,0 1 0,0 0-1,0 0 1,0 0 0,0 1 0,0-1 0,0 0 0,0 1-1,0-1 1,0 1 0,0 0 0,1 0 0,-1 0 0,4 0-1,-4 0 2,-1 1-1,1-1 0,-1 0 0,1 0 0,-1 0 0,1 0 0,-1-1 0,1 1 0,-1 0 0,0 0 0,1-1 0,-1 1 0,1-1 0,-1 1 0,0-1 0,1 0 0,-1 0 0,0 0 0,1 1 0,-1-1 0,0 0 0,0 0 0,2-3 1,-3 4 0,1-1 0,-1 0 0,1 0 0,-1 1 1,1-1-1,0 0 0,-1 0 0,1 1 1,0-1-1,0 1 0,0-1 0,-1 1 1,1-1-1,0 1 0,0-1 0,0 1 0,0 0 1,0 0-1,0-1 0,0 1 0,0 0 1,1 0-1,1-1 3,12-4-40,-14 1 249,-15 0 171,-285 4-441,291 1 50,0 1 1,0 0-1,0 0 1,0 1-1,0 0 1,0 1 0,1-1-1,0 1 1,0 1-1,0 0 1,-11 9-1,-5 2-13,12-7 31,1 0-1,1 0 0,-1 0 1,2 1-1,-1 1 1,1-1-1,-10 20 0,-2 6 13,-18 45-1,-7 44 41,16-40 77,27-75-137,0-1-1,0 0 0,-1 18 1,-1 13-14,-32 161 23,20-99-11,-3 89 81,11-95-52,4 144-32,6-126-4,-2 767 128,0-2033-97,3 1112-32,1 1 1,3 0-1,1 0 1,20-58-1,2-13 35,-17 55-27,28-73 0,-9 35-45,-23 66 46,-1 0-1,3-28 1,-4 19 4,-3 25 1,-1-1 1,1 1 0,1 0-1,10-19 1,-8 18-1,-1 0 0,-1 0-1,6-19 1,-6 16-25,1-1-1,1 1 0,0 1 0,12-19 1,8-14-17,-16 29 33,0 1 1,1 1-1,1 0 0,21-20 0,4-7 0,-27 33 2,0 0 0,0 1 0,1 0 0,0 1 0,17-10 0,-25 16-5,1 1 0,-1-1-1,0 1 1,1 0 0,-1 0-1,1 1 1,-1-1 0,1 1-1,8 0 1,-13 0 10,1 0-1,0-1 1,-1 1 0,1 0 0,0-1-1,-1 1 1,1-1 0,-1 1-1,1-1 1,0 1 0,-1-1 0,1 0-1,-1 1 1,0-1 0,1 1-1,-1-1 1,1 0 0,-1 1 0,0-1-1,0 0 1,1 0 0,-1 1-1,0-1 1,0 0 0,0 0 0,0-1-1,0 2 2,0-2 265,-2 2-243,-28-1 3,19 0-34,-1 1 1,1 0-1,-1 0 0,1 1 0,0 1 0,-1 0 0,1 0 1,0 1-1,0 1 0,-13 5 0,8 0-4,-13 5-12,0 1 0,1 2 0,1 1 1,-48 43-1,67-52 30,0 0 0,1 1 0,0 0 0,1 0 0,0 1 0,1 0 0,0 0 0,0 0 0,-5 23 1,1 10 19,-6 62 1,7-41-5,-1 31 7,7 166 1,3-136-28,-26 731 176,21-563-142,6-156-26,-2 54-11,0-862-53,1 604 23,4-1 1,2 1 0,27-116-1,-4 52-58,-24 106 26,7-48-1,-6 22 60,-2 30-18,-5 20 24,0-1 1,0 1-1,0 0 1,0-1-1,1 1 1,-1 0-1,0-1 1,0 1-1,0-1 1,0 1-1,0 0 1,0-1-1,0 1 1,0-1-1,0 1 1,0 0-1,0-1 1,0 1-1,-1-1 1,1 1-1,0 0 1,0-1-1,0 1 0,0 0 1,-1-1-1,1 1 1,0 0-1,0-1 1,-1 1-1,1 0 1,0 0-1,-1-1 1,1 1-1,0 0 1,0 0-1,-1 0 1,1-1-1,-1 1 1,-15 0 228,9 0-192,-343 0-40,333 0 0,-1-2 0,1 0 0,0 0 0,-1-2 0,1 0 0,1-1 0,-1-1 0,1 0 0,-20-12 0,35 18 1,0 0-2,1 0 1,0-1 0,-1 1 0,1 0-1,0 0 1,-1 0 0,1-1 0,0 1 0,-1 0-1,1 0 1,0-1 0,0 1 0,-1 0-1,1-1 1,0 1 0,0 0 0,-1-1-1,1 1 1,0-1 0,0 1 0,0 0 0,0-1-1,0 1 1,0 0 0,0-1 0,0 1-1,0-1 1,0 1 0,0 0 0,0-1-1,0 1 1,0-1 0,0 1 0,0 0-1,0-1 1,1 0 0,-1 0-43,17 1-58,17 1 104,0 2 0,0 1 0,45 12 0,106 38 34,-86-23-14,202 46 49,-230-62-63,57 10-10,-96-19 1,-24-4 0,0-1 0,1 1 0,-1-1 0,11 0 0,-1262-1 0,1299 3 0,62 12 0,-43-5 0,100 21 0,-17-2 0,12-3 0,96 12 0,-257-37 0,7 4 0,14 5 0,-107-13 0,35-9 0,-62-26 0,4 0 0,-11 1 0,-166-48 0,252 78 0,-1 0 0,1-2 0,-38-19 0,173 26 0,-14 3 0,117 17 0,201 43 0,-359-57 0,-42-4 0,0 1 0,0 0 0,13 4 0,-24-3 0,-11-2 0,-30 0 0,5 0 0,-3-3 0,-1-1 0,-60-14 0,-28-4 0,-389 5 0,442 17 0,745-9 0,-120 9 0,-722-3 0,-221 8 0,264 12 0,84-9 0,-1-2 0,-45 0 0,223-7 0,235 6 0,-334-5-27,-34 0-122,-2-1-1995,1 0 1952,0 1 0,0 0-1,0-1 1,0 1 0,0-1-1,0 1 1,0 0 0,0-1 0,0 1-1,0 0 1,0-1 0,0 1-1,1 0 1,-1-1 0,0 1-1,0 0 1,0-1 0,0 1-1,1 0 1,-1-1 0,0 1-1,0 0 1,1-1 0,-1 1-1,0 0 1,0 0 0,1 0-1,0-1 1,16-10-5739,0 4-3692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26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12054,'0'0'9679,"23"-2"-9263,-17 2-342,174-8 2272,-22 8-530,-157 0-917,-10 0-466,-169 10-193,62-10 1032,126 0-1264,0 1 0,1 1 0,-1 0 0,15 5 0,-14-4-6,-1 0-1,1-1 1,0 0 0,16 0-1,95-2 90,-121 0 189,-24 0-162,-137 0-54,159 0 56,3 95 69,-6 128 51,-22 132 184,16-242-373,0 33 48,-1 204 40,8-337-132,0-31-191,1-261-7,5-332-170,-1 570 323,1 1 0,2 0 0,2 0-1,2 1 1,13-40 0,4 17-80,-25 60 244,-1 21-17,0 20 20,-12 339 148,-30 334 91,42-712-369,0 0 0,0 0 0,0 0 1,0 0-1,0 0 0,0 0 0,0-1 0,0 1 1,0 0-1,0 0 0,0 0 0,0 0 0,0 0 1,0 0-1,0 0 0,0-1 0,0 1 0,0 0 1,0 0-1,0 0 0,0 0 0,-1 0 0,1 0 1,0 0-1,0 0 0,0-1 0,0 1 0,0 0 1,0 0-1,0 0 0,0 0 0,-1 0 0,1 0 1,0 0-1,0 0 0,0 0 0,0 0 0,0 0 1,0 0-1,0 0 0,-1 0 0,1 0 0,0 0 1,0 0-1,0 0 0,0 0 0,0 0 0,0 0 1,-1 0-1,1 0 0,0 0 0,0 0 0,0 0 1,0 0-1,0 0 0,0 0 0,0 0 0,-1 1 1,1-1-1,0 0 0,0 0 0,0 0 0,0 0 1,0 0-1,0 0 0,0 0 0,0 0 0,0 1 1,0-1-1,0-852-762,2 820 725,1 1 0,2 0 1,1 0-1,16-47 0,-12 40 29,-10 37 10,0 0-1,1 0 1,-1 0-1,0 1 1,0-1-1,0 0 0,0 0 1,1 0-1,-1 1 1,0-1-1,1 0 1,-1 1-1,1-1 0,-1 0 1,1 1-1,-1-1 1,1 0-1,-1 1 1,1-1-1,0 1 1,-1-1-1,1 1 0,0-1 1,-1 1-1,1 0 1,0-1-1,1 1 1,1-2 10,-3 26 21,0 90 92,-4 270 123,-28-4-4,20-281-126,6-79 3,-6-18-280,143-3-21,167 4 320,-287-2-132,0 1 0,-1 1 0,20 6 0,19 3 2,-45-12-7,-4 0 4,1 0 0,0 0 0,0 0-1,0 0 1,0-1 0,0 2 0,0-1-1,-1 0 1,1 0 0,0 0-1,0 0 1,0 0 0,0 1 0,-1-1-1,1 0 1,0 1 0,0-1 0,0 0-1,-1 1 1,1-1 0,0 1 0,-1 0-1,1-1 1,0 1 0,-1-1 0,1 1-1,-1 0 1,1-1 0,-1 1 0,1 0-1,-1 0 1,1 0 0,-1-1 0,0 1-1,0 0 1,1 0 0,-1 0 0,0 0-1,0 1 1,0-1 408,-105 0-188,-114-2-208,161-2-27,-96-17 0,131 16 22,19 4-17,-1 0 1,1-1-1,-1 0 1,1 1-1,0-1 0,-1-1 1,1 1-1,0-1 0,0 0 1,0 0-1,0 0 0,-7-5 1,11 7-2,0 0 1,0 0-1,0 0 0,0 0 1,0-1-1,0 1 1,0 0-1,0 0 0,0 0 1,0 0-1,0-1 1,0 1-1,0 0 0,0 0 1,0 0-1,0 0 1,0-1-1,0 1 0,0 0 1,0 0-1,0 0 1,0 0-1,0 0 0,0-1 1,0 1-1,1 0 1,-1 0-1,0 0 0,0 0 1,0 0-1,0 0 1,0-1-1,0 1 0,0 0 1,1 0-1,-1 0 1,0 0-1,0 0 0,0 0 1,0 0-1,0 0 1,1 0-1,-1 0 0,0 0 1,0 0-1,0 0 1,0 0-1,1 0 0,-1 0 1,0 0-1,0 0 1,0 0-1,0 0 0,1 0 1,-1 0-1,0 0 1,17 0 44,-12 0-56,345 0 216,-349 0 33,-8 0-121,-294 0-256,300 0 109,5 0-85,27 1 135,0 2 0,-1 1 0,1 1 0,49 17 0,-68-18-10,0-1 0,0 1 1,1-2-1,-1 0 0,0 0 1,21-1-1,-32-1 19,-2-3-662,-1-2 468,1 1-1,-1 0 0,-1-1 1,1 1-1,0 0 0,-1 0 1,0 0-1,0 1 0,0-1 1,-1 1-1,1 0 0,-1-1 1,0 2-1,1-1 0,-6-3 1,9 6 152,-4-2-535,-1 0 0,1 0-1,0 0 1,-1 1 0,1 0-1,-1-1 1,1 1 0,-1 1-1,1-1 1,-1 1 0,0 0-1,1 0 1,-7 1 0,-3-1-2092,-30 0-7466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31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1575 10021,'0'0'11722,"-7"0"-10079,5 0-1144,5 0 2322,50-2-2616,-29 1-139,0 0 0,0 1 1,0 2-1,0 0 0,24 6 1,-81-10 855,-42 4 0,7 0-840,-215-2 638,338 0-663,0 3-1,0 2 1,74 17 0,264 65 194,-351-75-276,-27-5 826,-63-7-794,0-3 0,-73-13 0,75 7-6,0 2 0,-1 2-1,-46 1 1,91 4-70,10 0-137,28 1 207,1 1 0,-1 2-1,48 12 1,-36-5 20,1-1 1,89 5-1,-136-15 211,-2-7-244,0 1 16,0-1 0,-1 1-1,0 0 1,-1-1 0,1 1 0,-1 0 0,-5-11 0,-1-5 1,1-1 1,1 0 0,1 0 0,0 0 0,0-42 0,1 27-17,-8-39 0,-55-335-45,62 258 120,3 51-83,-1-12 23,2 61 14,-13-97 0,11 123 11,1 16-34,1 1 1,-1-1 0,-1 1 0,0 0-1,-5-12 1,3 11 11,0-1-1,1 1 1,1-1 0,0 0-1,1 0 1,0 0 0,1-15-1,0 19-7,0 0 0,-1 1 0,0-1-1,0 0 1,0 1 0,-6-11-1,6 12 9,1 1-8,0 0 0,0-1 1,1 1-1,0 0 0,0-9 1,1 1-74,-1 12 69,-1 2 42,-595 0 305,593 0-439,7-2-134,10 0 65,583 2 41,-596 0 354,-5 0-170,-489-13 69,360 10-202,82 4 36,50-1 1,7 0-203,54 0 247,279 10 114,-88-1 132,-469-9-1275,222 0 1019,0 0 0,1-1 0,-1 1 0,0 1 0,1-1 0,-1 1 1,0 0-1,1 0 0,-1 0 0,0 0 0,0 1 0,0-1 0,0 1 0,0 0 0,-1 1 0,1-1 0,0 0 0,-1 1 0,0 0 0,1 0 0,-1 0 0,-1 0 0,1 1 0,0-1 0,-1 1 0,4 7 0,100 201 282,-78-153-230,-19-37 4,-1 0 0,-1 0 0,0 1 0,-2 0-1,4 45 1,-3 123 143,-6-147-164,9 214 69,-5 57 51,-7-173-160,3-8 136,0-131 171,-36-6-163,-62 4 0,32 1-93,49-2-61,-1 1 13,0-1 0,0-1 0,-1 0 0,2-2 0,-1 0-1,-31-10 1,33 7-13,-8-2-15,0-2-1,1-1 1,-24-14-1,43 23 36,0-1 0,0 1 0,0 0 0,0 1 0,0-1 0,-1 1 0,1-1 0,0 1 0,-1 1 0,0-1 0,-7 0 0,11 1 1,4 0-457,297 22 418,1 0 59,-279-22-27,1 1 0,0 1 0,0 1 0,-1 1 0,29 9 0,-51-13 3,1 0 0,-1 0 1,1 0-1,-1 0 0,1 0 0,-1 0 0,0 0 1,1 0-1,-1 0 0,1 0 0,-1 0 0,1 0 0,-1-1 1,0 1-1,1 0 0,-1 0 0,1-1 0,-1 1 0,0 0 1,1 0-1,-1-1 0,0 1 0,1 0 0,-1-1 1,0 1-1,1 0 0,-1-1 0,0 1 0,0-1 0,0 1 1,1 0-1,-1-1 0,0 1 0,0-1 0,0 1 1,0-1-1,0 1 0,0-1 0,0 1 0,0 0 0,0-1 1,0 1-1,0-1 0,0 0 0,0-30-42,0 21 48,-1-85 33,-14-119-1,8 160-60,-6-49-13,-44-170-1,52 250 26,1 1-1,1-1 1,2 0-1,0 1 1,3-33-1,0 0-4,-2-355 381,-19 410-306,-450 0 24,465 0-86,-1-1 1,0 1-1,1-1 1,-1 0-1,1 0 1,-1 0-1,1-1 1,-1 0-1,1 0 1,0 0-1,0 0 1,-8-6 0,10 7-29,-9-2-134,12 3 162,-1 0 0,0 0-1,0 0 1,0 0-1,0 0 1,0 0-1,0-1 1,0 1-1,0 0 1,0 0 0,0 0-1,0 0 1,0 0-1,0 0 1,0 0-1,0 0 1,0 0-1,1 0 1,-1 0 0,0 0-1,0 0 1,0 0-1,0-1 1,0 1-1,0 0 1,0 0 0,0 0-1,0 0 1,0 0-1,0 0 1,0 0-1,0 0 1,0 0-1,34-1-23,1 2 0,-1 1 0,1 2 0,34 9-1,-24-1 36,1-3 0,-1-1 0,2-3 0,52 0 0,-99-4-7,1 0-1,0 0 1,-1 0-1,1-1 0,-1 1 1,0 0-1,1 0 0,-1 0 1,0 0-1,1 0 0,-1 0 1,0 0-1,0 1 1,0-1-1,0 0 0,0 0 1,0 0-1,0 1 0,-1 33-50,1-24 59,20 212 50,-2-47-33,-13-84 80,6 180 60,-11 487 469,0-758-515,-1-1-34,-57 0-52,0-3 1,1-2 0,-1-3-1,-69-18 1,109 19-77,1-1 0,-1-1 0,1 0 0,1-1 1,-26-21-1,-20-12-105,-3 12 65,53 23 79,10 6-18,17 3-446,-1 0 466,1 1 1,-1 1 0,0 0 0,25 9-1,9 3 51,52 9 42,1-5 1,117 6-1,-33-18-5230,-203-5-710,-55 11-6115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3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205 119 3746,'0'0'10951,"-17"-13"-10089,-55-41 5,66 48-590,-1 1-1,1 0 0,-1 1 1,-1 0-1,1 0 1,0 1-1,-1-1 1,0 2-1,0-1 1,0 1-1,-9-2 0,-1 1 1220,33 5 5234,12-3-5969,10-1-955,338 1 680,432 3-167,-644 7-337,15 1 71,-91-1-82,-82-9 41,-1 0 1,1 0-1,-1 1 1,1-1-1,-1 1 1,0 0 0,1 0-1,-1 1 1,5 1-1,-3-1-14,1 0-1,0-1 0,-1 1 1,1-2-1,0 1 0,0-1 1,13-1-1,-11 1 1,-1 0 0,0 0-1,1 0 1,-1 1 0,10 3-1,4 3-160,31 16 0,-42-17 137,0 0-1,0-1 0,1-1 1,-1 0-1,1-1 1,0 0-1,0-1 0,22 2 1,-34-4-81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0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27 369 3009,'0'0'15159,"-4"-6"-14382,-14-17 159,13 18 4331,5 10-4766,1 90 171,22 162 1,-3-77 26,-3 198 1,4 57 46,44 456-226,-57-715-352,54 593 560,7-189-242,-41-197-294,29 255-32,-44-530-104,2 68 27,-13-97-387,4-83 112,20-41 170,1 1 1,3 2 0,38-43-1,164-163 253,353-295 0,-481 460-229,4 4 1,122-67 0,-224 142-4,-3 2-1,-1 1 0,1-1 0,-1 1 0,1 0-1,-1 0 1,1 0 0,0 0 0,0 1 0,-1-1 0,1 1 0,0-1 0,0 1 0,0 0 0,3 0 0,-5 0 498,-1-3-483,3-70-18,21-122 0,-6 72 23,-12 77 3,62-656-44,-42 369 7,-14 83 39,-5 55 4,4-367 11,-13 359-33,2-53-5,2 240-10,-1 0 0,2 0 1,0 0-1,1 0 0,7-18 0,9-40-19,-17 55 47,2-1 0,12-32-1,-13 36-5,-1-1 0,-1 1 0,-1-1 0,0 1 0,-1-1 0,-1 1 0,-3-18 0,4 31-7,-1 1-1,1-1 1,-1 1-1,0-1 1,0 1-1,0 0 1,0-1-1,0 1 1,-1 0-1,1 0 1,-1 0-1,1 0 1,-1 0-1,0 0 1,0 1-1,1-1 1,-4-2-1,-43-22 92,23 14-57,-230-156 201,173 109-229,-175-93 0,167 114-16,-3 5 1,-109-25-1,73 22 0,-195-70-526,314 102 246,1-1-1,-1 1 1,1-2-1,0 0 1,1 0 0,-17-14-1,23 29-5122,2 2 3826,0 83-6672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1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3265,'0'0'23251,"7"-6"-22213,-3 3-932,1 0 1,-1 0-1,1 1 1,-1-1-1,1 1 0,0 0 1,0 0-1,0 1 1,0-1-1,0 1 1,0 0-1,1 0 0,-1 1 1,0 0-1,1 0 1,-1 0-1,7 1 0,177 40 1703,-64-30-1105,189-6-1,-179-6-629,827-4-66,-662-6-8,-59-10 0,49-1 0,-87 12 0,-72 1 0,-43 2 0,24-1 0,-106 7 0,-5-2-83,-9 9-784,-42 39-2806,-44 59-4094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3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8973 128 9925,'0'0'15457,"14"0"-10502,-459-21-3483,115-23-1348,144 16-75,-260-6 0,244 34-44,188 2-12,14 1 7,1-1 12,-1 1710 714,13-1390-726,-5-174 0,-3-65 0,7 257 0,-12 1384 0,-2-1719 0,-15 1 0,11 0 0,3-2 0,-2 2 0,1-1 0,-1 0 0,1 0 0,-1 0 0,-1-1 0,1 0 0,-1 0 0,0 0 0,0-1 0,-10 5 0,-8 2 0,-37 10 0,25-9 0,-39 10 0,-2-2 0,-133 15 0,-161-10 0,307-21 0,-690 4 0,389-36 0,56 1 0,-599 17 0,589 13 0,-367 10 0,76-8 0,338-6 0,53-7 0,-227-40 0,231 20 0,-227-1 0,182 21 0,-321 9-61,581-1-1,0 1 0,0 0-1,-1 0 1,1-1 0,0 1 0,0 0 0,-1 0 0,1-1 0,0 1 0,0 0 0,0-1 0,0 1 0,0 0 0,-1-1 0,1 1 0,0 0 0,0-1 0,0 1-1,0 0 1,0-1 0,0 1 0,0 0 0,0-1 0,0 1 0,0-1 0,0 1 0,0 0 0,1-1 0,-1 1 0,0 0 0,0-1 0,0 1 0,1-2-358,-1 1 155,0-1 0,1 1 0,-1-1 0,1 1 0,-1-1-1,1 1 1,0-1 0,0 1 0,-1 0 0,1-1 0,0 1 0,0 0 0,0 0 0,1 0 0,-1 0 0,2-2 0,57-33-7379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4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0 2513,'0'0'20012,"-2"22"-19310,-12 295 1867,-4 309-77,5-295-1999,10 405 172,-2 54-353,-47 339-19,33-429-201,11-217-67,-5 722 259,9-380-1941,3-826 1434,0 1 0,0 0 0,0 0 0,1 0 0,-1-1 0,0 1 0,0 0 1,0-1-1,1 1 0,-1-1 0,0 1 0,1-1 0,-1 1 0,0-1 1,1 0-1,-1 1 0,1-1 0,-1 0 0,1 1 0,-1-1 0,1 0 1,-1 1-1,1-1 0,0 0 0,-1 0 0,1 0 0,0-1 0,-18-68-5032,-7-48-3416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5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7283,'0'0'13529,"4"0"-12243,0 1-1164,-1 0-1,1-1 1,-1 2 0,0-1-1,1 0 1,-1 1 0,0-1-1,0 1 1,0 0-1,0 0 1,0 0 0,0 0-1,-1 1 1,1-1 0,-1 1-1,0 0 1,0 0-1,0-1 1,3 6 0,8 9 318,407 419 4117,-277-310-4249,110 103 142,-63-57 492,-183-166-888,0-1 0,0 0 0,15 7 1,11 8 5,-32-19-1623,4-1 4894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6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50 1008,'0'0'22077,"-9"-9"-20876,-27-23-334,27 24 11,9 23-626,-1 270 2551,-26 376-2137,14-423-371,7-83-126,-5 75-60,-12 165 44,-4 11-86,14 298 332,14-466-238,19 119 39,-6 62 225,-15-300-332,1 326 54,0-254-4037,4-189 341,18 8-2704,1 8-3685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7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1577 5 1457,'0'0'22885,"-20"-1"-21866,17 1-973,-5-2 67,0 1-1,0 1 1,0 0 0,0 0-1,0 0 1,0 1-1,0 1 1,0-1-1,0 1 1,0 0-1,1 1 1,-1 0 0,1 0-1,0 1 1,-1-1-1,2 2 1,-1-1-1,-7 7 1,-117 100 1863,-177 157 98,25 23-1477,126-94-383,-99 109-81,112-141-76,110-124-92,32-38 36,0 1-1,0-1 1,0 1 0,0 0 0,0 0 0,1 0 0,-2 4 0,-9 19 18,8-19-68,-5 6-3,9-13 44,0-1 0,0 0 0,-1 0 0,1 1 0,0-1 0,0 0 0,0 0 0,0 1 0,-1-1 0,1 0 0,0 0 0,0 0 0,0 1 0,-1-1 0,1 0 0,0 0 0,0 0 0,0 0 0,-1 0 0,1 1 0,0-1 0,0 0 0,-1 0 0,1 0 0,0 0 0,-1 0 0,1 0 0,0 0 0,0 0 0,-1 0 0,1 0 0,0 0 0,0 0 0,-1 0 0,1 0 0,0 0 0,-1 0 0,1-1 0,0 2-59,-1 14 64,-3-12 28,0-1-28,1 5 19,3-2-6,-7-4-36,7-1 24,0 0 0,-1 0 1,1 0-1,0 0 0,0 0 0,-1 0 0,1 0 0,0 0 1,0 0-1,-1 0 0,1 0 0,0 0 0,0 0 0,-1 0 0,1 0 1,0 0-1,0 0 0,0 0 0,-1 0 0,1 0 0,0 0 1,0 1-1,-1-1 0,1 0 0,0 0 0,0 0 0,0 0 1,-1 0-1,1 1 0,0-1 0,0 0 0,0 0 0,0 0 0,0 1 1,-1-1-1,1 0 0,0 0 0,0 1 0,0-1 0,0 0 1,0 0-1,0 1 0,0-1 0,0 0 0,0 0 0,0 1 1,0-1-1,-4 9 153,-2-1-940,5 3-3506,1 48-3066,0-20-26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8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 8804,'0'0'12078,"-6"19"-11257,-19 59 76,18-58 114,7-20-934,1 1 0,-1-1 0,0 1 0,0-1-1,0 1 1,0-1 0,0 1 0,1-1 0,-1 1 0,0-1 0,0 1 0,1-1 0,-1 1 0,0-1 0,1 0 0,-1 1 0,1-1 0,-1 1 0,0-1-1,1 0 1,-1 0 0,1 1 0,-1-1 0,1 0 0,-1 0 0,1 1 0,-1-1 0,1 0 0,-1 0 0,1 0 0,23 3 66,-14-3 189,614 31 3818,7-27-4483,-469-4-739,-162 7-1297,-1 5 1335,-1-1-1,0 1 1,-1-1 0,0 1-1,-1-1 1,0 0 0,-1 0-1,0-1 1,-7 11 0,-44 79-9323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11877,'0'0'15586,"66"0"-13942,458 0 213,55-19-1153,-567 18-702,-3 1 12,1-1 0,0-1-1,-1 0 1,1 0 0,16-6 0,-20-20-2207,0 63-14014,-6 32 8697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11301,'0'0'17518,"84"0"-16193,277 0-465,110 5-65,-284-5-1422,-186 0-430,0 22-6372,-1-13 6235,0-1 0,0 1-1,-1 0 1,0-1 0,0 1 0,-5 14 0,-2-2-1666,-2 0 0,-13 21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5939,'0'0'24011,"428"0"-23499,-320 0-256,-21 0-240,-22-5 64,-22 5-80,-27-9-112,1 4-720,-12 5-449,-5 68-12469,0 34-705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20745,'0'0'10827,"75"0"-10176,248 0-192,81 0-374,-363 1-85,-25 0 0,0-1 0,32-3 0,-47 3-120,0-1 0,-1 1 0,1 0 0,-1-1-1,1 1 1,-1 0 0,1-1 0,-1 1 0,1 0 0,-1-1 0,0 1 0,1-1 0,-1 1 0,1-1-1,-1 1 1,0-1 0,0 0 0,1 1 0,-1-1 0,0 1 0,0-1 0,0 1 0,1-1 0,-1 0 0,0 1-1,0-1 1,0 0 0,0 1 0,0-2 0,-1-10-6116,0 15 5704,1 0 1,0-1-1,0 1 1,-1 0-1,0-1 1,1 1-1,-1-1 1,0 1-1,0-1 1,-1 1-1,1-1 1,-2 3-1,-14 17-4604,-25 27 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8052,'0'0'23562,"411"39"-22681,-205-10-609,-11-5-272,-27 1 0,-22-1 0,-27 10-1056,-32 20-593,-33 24-2737,-43 14-4866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57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4514,'0'0'12619,"0"-4"-11861,0-3-1075,0-27 7616,0 31-7304,1-1-1,0 1 1,0 0 0,0-1 0,1 1 0,-1 0 0,1 0-1,0 0 1,-1 0 0,1 0 0,1 0 0,-1 0 0,0 1 0,1-1-1,-1 1 1,4-3 0,5-3 19,-1 0 0,23-13 0,-25 18-20,0 1-1,0 0 1,0 0-1,0 0 1,0 1-1,1 0 1,-1 1-1,0 0 1,11 1-1,3 0-5,-17-1 12,-1 1 0,1 0 0,0 0 1,-1 0-1,1 0 0,-1 1 0,1 0 0,-1 0 0,0 0 0,0 0 0,0 1 1,0 0-1,0-1 0,0 1 0,-1 1 0,4 3 0,7 8 14,0 2-1,14 23 1,-9-14 15,3 8-1,16 20 19,-35-51-44,0 1 1,1-1 0,-1 0-1,1 0 1,-1 0 0,1 0-1,0-1 1,0 1-1,0-1 1,9 3 0,-12-5-4,0 1 1,0-1-1,1 0 1,-1 0-1,0 0 1,0-1-1,0 1 1,0 0-1,0 0 1,0-1-1,1 1 1,-1 0-1,0-1 1,0 1-1,0-1 1,0 0-1,0 1 1,0-1-1,-1 0 1,1 1-1,0-1 1,0 0-1,0 0 1,-1 0-1,1 0 1,0 0-1,-1 0 1,1 0-1,0-1 1,16-38 13,-12 26-6,-1 6-1,1 0 0,-1 0 0,1 1-1,1-1 1,11-11 0,-15 16-11,1 1 0,0-1 0,0 1 1,0 0-1,1 0 0,-1 0 0,1 0 0,-1 0 0,1 1 0,-1 0 0,1 0 0,0 0 0,0 0 1,-1 0-1,8 0 0,32 0-27,-28 0 37,1 0-1,0 1 0,-1 0 0,1 2 0,-1 0 0,1 0 0,-1 2 1,28 9-1,-31-9 3,0 0 0,0 0 0,0-1 0,1 0 0,0-1 0,-1-1 0,1 0 1,0-1-1,15-1 0,-8 0-262,-1 2 0,0 0 1,23 4-1,-33-2-158,0 1 0,0 0 1,-1 0-1,1 1 0,-1 0 0,0 0 0,0 1 1,-1 0-1,0 1 0,0-1 0,0 1 0,-1 1 1,6 8-1,41 56-5068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59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55 430 3185,'0'0'9186,"-9"-7"-8330,-27-22-18,27 22 9567,9 5-10394,0 1-1,-1 0 1,1-1 0,0 1-1,0 0 1,0-1 0,1 1-1,-1 0 1,0 0 0,0-1-1,1 1 1,-1 0 0,2-3-1,0 1-6,1 1 0,0-1 0,0 0 0,0 1-1,0 0 1,1-1 0,-1 2 0,1-1 0,-1 0 0,7-2-1,4-2 22,172-81 284,-175 83-268,0 0 0,0 0 0,1 1 0,0 1 0,-1 0 0,1 0 0,0 1 0,0 1 0,20 2 0,-5-2 283,-20 1-300,0 0-1,0 0 1,0 1-1,0 0 1,-1 0-1,1 1 1,-1-1-1,1 2 1,-1-1-1,0 1 1,8 6-1,5 2 21,-13-11-42,-1 0 1,0 0 0,0 0-1,1-1 1,-1 0 0,0 0-1,1 0 1,-1-1 0,0 0-1,9-2 1,-8 0 6,0-1 0,0 0 0,-1 0 1,1-1-1,-1 0 0,0 1 0,0-2 0,-1 1 0,5-8 0,13-12-25,-12 15 2,-3 3 15,0 0-1,1 0 1,12-9-1,-16 14-3,0 0 0,0 0-1,0 1 1,0-1 0,0 1 0,0 0-1,1 0 1,-1 0 0,0 1 0,1-1-1,4 1 1,8 0-12,4-1 34,0 1 0,1 1 0,-1 1 0,0 1 0,0 1-1,27 8 1,-32-7-7,1-2 0,-1 0-1,1-1 1,-1 0 0,1-2-1,25-1 1,-4 0-3,-28 1-12,-1-2 1,1 1-1,-1-1 1,0-1-1,0 0 1,0 0-1,0-1 1,13-7-1,-13 7-2,0-1 0,0 1 0,0 1 1,0 0-1,0 0 0,1 1 0,0 0 0,15-1 0,-19 3-10,-3-1 0,1 1 0,-1 0 0,0-1 0,1 1 0,-1 1 0,0-1 0,1 0 0,-1 1 0,0 0 0,1 0 0,-1 0 0,0 0 0,0 0 0,0 1 0,0-1-1,0 1 1,0 0 0,0 0 0,-1 0 0,1 0 0,-1 0 0,1 1 0,3 4 0,98 103-3,-102-109 14,-1 0 1,1 1 0,0-1-1,0 0 1,0 0 0,0 0 0,0 0-1,0 0 1,1 0 0,-1-1 0,0 1-1,0-1 1,1 1 0,-1-1-1,0 0 1,1 0 0,-1 0 0,0 0-1,0-1 1,1 1 0,-1 0 0,0-1-1,0 0 1,1 1 0,-1-1 0,0 0-1,0 0 1,0 0 0,0-1-1,0 1 1,-1 0 0,1-1 0,0 1-1,0-1 1,-1 0 0,1 1 0,-1-1-1,0 0 1,2-2 0,28-46-87,-16 23-6,38-49-1,-49 71 78,5-6-48,1 1 0,0 0 0,16-13 0,-21 20 57,-1 1 0,1-1 0,-1 1 0,1 0 0,0 0 0,0 0 0,0 1 0,0-1 1,0 1-1,0 1 0,0-1 0,9 1 0,-3 0 20,-9-1 9,1 1 0,0 0-1,0 0 1,0 0 0,0 0 0,0 0 0,0 1 0,0-1-1,0 1 1,0 0 0,0 0 0,0 0 0,-1 0 0,1 0-1,0 1 1,-1-1 0,1 1 0,-1 0 0,0-1-1,3 4 1,2 2 6,1 0-1,-1-1 0,1 0 1,0-1-1,1 1 0,-1-1 1,17 6-1,-16-10-13,-1 0 1,1 0-1,0-1 0,0 0 0,9-1 1,8 0 3,114 1 22,-137 0-25,0 0 0,0 1 1,0-1-1,0 1 0,-1 0 0,1 0 0,0 0 1,0 0-1,-1 1 0,1-1 0,-1 1 0,1-1 1,2 4-1,30 29 166,-10-8-39,-11-14-71,-12-10-60,-1-1-1,1 1 0,0-1 0,0 1 1,-1-1-1,1 0 0,0 0 0,0 0 1,0 0-1,0 0 0,0 0 0,1 0 0,-1-1 1,0 1-1,0-1 0,0 1 0,1-1 1,2 0-1,8 0-5,47-3-7,-55 2 5,-1 0-1,0 0 0,1-1 0,-1 0 1,0 1-1,0-1 0,0 0 0,0-1 1,-1 1-1,8-6 0,-1-2 0,1 0-10,0 1 0,0 0 0,15-9 0,-21 15 8,1 0 0,0 1 0,0 0-1,0 0 1,1 0 0,-1 1 0,0-1 0,1 2-1,-1-1 1,8 1 0,-11 0 14,0 1 1,0 0-1,0 0 0,0 0 0,0 0 1,-1 0-1,1 1 0,0-1 0,-1 1 1,1 0-1,-1 0 0,1 0 1,-1 0-1,0 0 0,0 0 0,3 6 1,36 51 338,-29-38-238,-8-16-93,3 6 27,0 0 1,1 0-1,17 17 0,-22-26-52,0 1-1,1 0 1,-1-1-1,1 1 1,0-1 0,0 0-1,0 0 1,0 0-1,0-1 1,0 0-1,0 0 1,1 0-1,-1 0 1,0 0 0,8-1-1,-7 1 5,0-1 1,0 0-1,-1-1 0,1 1 1,0-1-1,0 0 0,-1 0 1,1 0-1,0-1 0,-1 0 1,0 0-1,1 0 0,-1 0 1,0 0-1,8-7 0,-5 3-3,1 0 0,0 0 0,0 0 0,0 1 0,1 1 0,0-1-1,0 1 1,0 1 0,1 0 0,-1 0 0,1 1 0,-1 0 0,11-1-1,3 3-2,-18-1 16,1 0-1,-1 1 1,1 0-1,-1 0 0,1 0 1,-1 1-1,1 0 1,-1 0-1,0 0 0,0 1 1,1 0-1,-1 0 1,0 0-1,0 0 1,-1 1-1,1 0 0,4 3 1,41 49 200,-38-41-163,-1 0 0,2-1 1,0 0-1,23 16 1,-29-26-50,0-1 0,1 0 0,-1 0 1,1-1-1,-1 0 0,1 0 0,0-1 1,-1 0-1,1 0 0,10-2 1,8 1 4,-10 1 29,1 1-14,0-1 1,-1-1-1,1 0 0,-1-1 0,1-1 0,-1 0 0,16-7 1,-17 5-17,1 0-1,-1 2 1,1-1 0,0 2 0,20-1 0,85 3-3,-50 2-4,19-2-174,-87 0-220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0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208 244 3410,'0'0'3617,"-28"-14"-2515,-87-45 413,75 43 531,26 17 5468,7 0-5815,5-22-5,2 10-1631,0 9-48,-1-1 0,1 1 1,0-1-1,0 1 0,0-1 0,0 0 0,0 1 0,0-1 1,1 1-1,-1-1 0,1 1 0,0-1 0,0 1 1,0-1-1,0 1 0,0 0 0,1-1 0,-1 1 1,0 0-1,1 0 0,0 0 0,0 0 0,-1 0 0,1 0 1,0 1-1,0-1 0,3-1 0,10-6-5,0 1 0,0 1 0,1 0 0,0 1 0,0 1 0,0 0 0,1 1 0,0 1 0,0 1 0,0 0 0,18 1 0,-32 1 22,0 1 0,1-1-1,-1 1 1,0 0-1,0 0 1,-1 0 0,1 0-1,0 1 1,0-1-1,-1 1 1,1 0 0,0 0-1,-1 0 1,0 0-1,1 0 1,-1 0 0,2 3-1,37 53 426,-21-27-271,-6-11-140,-8-11-29,1 1 0,0-1 0,8 8-1,-12-14-12,-1-1-1,0 0 0,1 0 1,-1-1-1,1 1 0,0 0 1,-1-1-1,1 0 1,0 1-1,0-1 0,0 0 1,0-1-1,0 1 0,0 0 1,0-1-1,3 1 0,0-2 3,0 1 0,0 0 0,0-1-1,0 0 1,0 0 0,0-1 0,0 0 0,-1 0 0,1 0-1,-1-1 1,1 0 0,-1 0 0,0 0 0,0 0-1,-1-1 1,8-6 0,10-11 9,-20 18-12,0 0 0,1 0 0,-1 0 0,1 1 0,0-1 1,0 1-1,0 0 0,0 0 0,0 0 0,1 0 0,-1 1 1,1-1-1,-1 1 0,1 0 0,-1 0 0,1 0 0,0 0 1,4 0-1,-3 1-2,1 0 1,-1 0 0,0 0-1,0 1 1,0 0 0,0 0 0,0 0-1,7 3 1,-9-2 15,0 0 1,0 0-1,0 0 0,-1 1 0,1-1 1,-1 1-1,1-1 0,-1 1 1,0 0-1,0 0 0,0 0 0,2 5 1,9 17 108,-8-15-48,0 0 0,1 1 0,0-2 0,0 1 0,1-1 0,0 0 0,1 0 0,-1-1 0,2 0 0,15 12 0,-20-19-81,0 0-1,0-1 0,0 1 1,0-1-1,0 0 1,0 0-1,0 0 0,0 0 1,0-1-1,0 0 0,0 1 1,0-2-1,5-1 1,6-6-15,0-1 0,16-13 0,12-9-107,-38 28-5,1 0 1,0 1-1,0 0 1,0 0-1,0 1 1,0-1-1,1 1 1,-1 1 0,1-1-1,-1 1 1,1 0-1,-1 1 1,1 0-1,0 0 1,-1 0-1,10 2 1,-13-2 15,-1 0 0,1 1 1,-1-1-1,0 1 0,1 0 0,-1 0 1,0 0-1,0 0 0,0 0 0,1 0 1,-1 0-1,0 1 0,0-1 0,-1 1 1,1 0-1,0-1 0,-1 1 1,1 0-1,0 0 0,-1 0 0,2 3 1,1 4-568,1 1 0,-1 0 0,5 20 0,-6-19 48,25 98-6242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2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22 367 7331,'0'0'12590,"-4"-4"-11360,-10-13-91,10 13-213,19-3 253,41-26-542,-17 10-446,1 0 0,1 3 0,66-23 0,-46 32-53,-49 10-60,0-1-1,0 0 1,0 0-1,11-5 0,104-28 340,-98 27-390,1 2 1,-1 0 0,1 2 0,0 2 0,0 0 0,58 6-1,-82-2-14,0-1 0,0 1-1,0 0 1,0 0 0,-1 1-1,1 0 1,-1 0 0,0 0 0,1 1-1,-2-1 1,1 1 0,0 1-1,6 7 1,20 15 105,-26-25-109,1 0 0,-1-1 0,0 1 0,1-1 0,-1-1 0,1 1-1,-1 0 1,1-1 0,-1 0 0,1-1 0,7-1 0,8 1 10,5 0 3,-1-2-1,0-1 1,0 0 0,44-16 0,-28 8-16,-19 8 4,-1 1 0,1 1 0,0 1 1,22 2-1,-19-1 8,-21 0 9,0 1 1,0-1-1,0 1 1,1 1-1,-1-1 0,0 0 1,0 1-1,0 0 1,-1 0-1,1 0 0,0 0 1,-1 1-1,1 0 1,-1-1-1,6 8 0,-5-6 7,1 0 0,-1 0-1,1-1 1,0 1 0,0-1 0,0 0-1,1 0 1,7 2 0,-10-4-28,1 0 0,-1 0-1,1-1 1,0 1 0,-1-1 0,1 0 0,0 0 0,-1 0 0,1 0 0,0-1 0,-1 1 0,1-1 0,-1 0 0,7-3 0,-2 0 9,0 0 0,0-1 0,-1 0 0,9-9 0,28-17 42,-28 25-47,-1 0-1,1 1 1,0 1 0,1 0-1,-1 1 1,0 1 0,1 1-1,0 0 1,24 2 0,-21-1 18,178 0 106,-194 0-135,1-1 0,0-1 0,0 1 0,0-1 0,-1 0 0,1 0 0,-1 0 0,0-1 1,1 1-1,-1-1 0,5-5 0,0 2-12,25-22-11,-30 24 22,1 0 0,-1 0 0,1 0-1,0 0 1,0 1 0,0 0 0,0 0 0,1 0-1,-1 1 1,1 0 0,0 0 0,0 0-1,-1 1 1,1-1 0,0 1 0,11 0-1,-6 1 7,4 0 22,0 0 0,0 0 0,-1 1-1,1 1 1,0 1 0,17 5 0,-25-6-22,0 0 0,-1-1 0,1 0 1,0 0-1,0-1 0,0 0 0,0 0 1,7-1-1,-7 0 1,-1 1 1,1 0-1,-1 0 1,1 0 0,0 1-1,-1 0 1,13 3-1,-3 4 26,1 1 0,-2 1 0,1 0-1,-1 1 1,-1 0 0,0 1 0,23 26-1,-24-23 24,1-1-1,0-1 0,1 0 0,1-1 1,0-1-1,27 14 0,-31-21-49,0-1-1,1 0 0,-1-1 1,1 0-1,-1-1 0,1-1 1,0 0-1,15-2 0,13 1-1,-37 1-2,5 0-2,-1 1 1,0-1-1,0-1 0,0 1 0,0-1 0,-1-1 0,1 1 0,0-1 1,0-1-1,-1 0 0,1 0 0,11-7 0,41-31-63,-41 27 67,0 0-1,1 1 1,0 1-1,1 1 1,36-13-1,-45 22-2,0 0 0,0 1 0,0 0 0,0 1 1,20 2-1,0 0-55,34-3 39,-26-1-38,81 9-1,-105-6-164,-15-1 88,-1 0 0,1-1-1,0 1 1,0 0 0,0 0 0,-1 0-1,1 0 1,0 0 0,0 1 0,0-1 0,-1 0-1,1 0 1,0 0 0,0 1 0,-1-1 0,1 0-1,0 1 1,-1-1 0,1 1 0,0-1 0,-1 1-1,1-1 1,0 1 0,-1-1 0,1 1-1,-1-1 1,1 1 0,-1 0 0,1-1 0,-1 1-1,0 0 1,1 0 0,-1-1 0,0 1 0,0 0-1,1 0 1,-1-1 0,0 1 0,0 0-1,0 0 1,0 0 0,0-1 0,0 1 0,0 0-1,0 1 1,1 29-6177,-1 3-4256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7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82 183 3906,'0'0'18307,"0"-6"-17814,0-17 60,0 18 4118,-3 11-3188,-6 7-1418,1 0 0,0 0 0,0 1 0,1 0 0,1 0 0,0 1-1,2 0 1,-1 0 0,2 0 0,-4 27 0,2 19-17,2 87 1,4-93 85,-1 124 85,0-173-213,0 0 1,1-1 0,0 1-1,0 0 1,0-1 0,1 1-1,-1-1 1,1 0 0,1 0 0,-1 1-1,1-1 1,0-1 0,0 1-1,0 0 1,1-1 0,4 6-1,3 0-16,1-1 0,-1 0 0,2 0 0,-1-1 0,15 7 0,-18-11 1,0-1 1,0 0-1,1-1 0,-1 0 0,0 0 1,1-1-1,-1 0 0,1 0 1,16-2-1,-16 1 3,-6 0-12,1 0 1,-1 0 0,1 0-1,0-1 1,-1 0 0,7-2-1,-9 3 7,0-1 0,-1 0 0,1-1-1,0 1 1,0 0 0,-1-1 0,1 1-1,-1 0 1,1-1 0,-1 0-1,0 1 1,0-1 0,1 0 0,-1 0-1,1-2 1,9-21-51,0-1 1,-1 0-1,-2 0 0,-1-1 0,-1 0 0,4-44 0,-5-167-195,-7 139 43,3 33 137,-3-94-238,0 147 311,0 0 0,-1 0 0,0 1 1,-6-14-1,9 23 10,-1 0 1,0 0-1,0 0 1,0 0-1,-1 0 1,1 1-1,-1-1 1,0 0-1,0 1 1,1 0-1,-2-1 1,1 1-1,0 0 1,0 0-1,-1 0 1,1 0-1,-1 0 1,1 1-1,-1-1 0,-5-2 1,-3 3 125,0 0 0,1 1 1,-21 1-1,28-1-119,-1 1 1,1 0-1,-1 0 1,1 0-1,-1 0 1,1 1-1,0-1 1,0 1-1,0 0 1,0 0-1,0 0 1,0 0-1,0 1 0,-4 4 1,-21 27 164,1 1-1,-24 40 1,38-53-119,1 1 1,1 0-1,1 1 0,-13 47 1,21-60-74,0 1 1,1-1 0,1 0 0,0 0 0,1 12-1,0 11-2251,4-29 368,56 48-5744,-19-8 528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7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14935,'0'0'11109,"10"0"-11173,7 0-384,-6 0-2866,5 0-1280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8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18440,'10'361'8004,"-4"-366"-8180,16-10-752,-1 1-673,6 14-1713,-10 0-1360,-17 19-2689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0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217 132 3265,'0'0'15437,"-7"-5"-13996,-22-18-17,22 17 1786,7 7-2445,-1 18-312,-1 0 0,-5 20-1,-1 12-217,-5 85 15,-16 126 170,18-192-259,-55 426 774,64-474-986,0-27-207,2-39 55,0-703 107,0 687 100,4 1 0,2 1 1,2-1-1,28-99 0,-36 157 2,0 1-1,0-1 0,0 1 1,0-1-1,0 1 0,0 0 1,0-1-1,0 1 0,0-1 1,0 1-1,1-1 0,-1 1 1,0 0-1,0-1 0,0 1 1,1-1-1,-1 1 0,0 0 1,0-1-1,1 1 1,-1 0-1,0-1 0,1 1 1,-1 0-1,0 0 0,1-1 1,-1 1-1,1 0 0,-1 0 1,0-1-1,1 1 0,-1 0 1,1 0-1,-1 0 0,1 0 1,-1 0-1,1 0 0,0 1 10,0 0 0,0 0 0,-1 0 1,1 1-1,0-1 0,-1 0 0,1 1 0,-1-1 0,1 0 0,-1 1 0,0-1 0,1 1 0,-1 2 0,10 92 465,-4 185-1,-8-166-248,2 500 252,0-613-491,0-8-459,-1-173 180,4-236 51,16 268 4,-1 4 120,-10 102 105,0-2 16,-8 42 327,0 3-258,0 49 126,-2 0 1,-15 96-1,-112 376 239,126-509-406,-1-1 0,-1 1-1,-7 15 1,12-29-37,-2 4 21,2-83-379,4-186 1,0 202 270,3 1 0,16-70 0,88-255-999,-109 381 1061,-2 5 28,0 0-1,0 0 1,0 0 0,0 0 0,1 0 0,-1 1 0,0-1-1,0 0 1,1 0 0,-1 0 0,0 0 0,1 1 0,-1-1-1,1 0 1,-1 0 0,1 1 0,0-1 0,-1 0-1,1 1 1,0-1 0,-1 1 0,1-1 0,0 1 0,1-1-1,-2 10 129,0 2-98,0 90 129,-16 131 1,-38 87-201,37-154-2741,12-4-6199,5-77 598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16215,'0'0'9317,"11"0"-9445,-6 0 176,-5-5-48,6-5-673,15 10-5233,-15 20-1602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1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385 0 5362,'0'0'22611,"3"18"-22264,-1-8-349,10 98 492,-11-93-344,0 0-1,-2 0 1,0 0-1,0 0 1,-2 0-1,-4 19 1,-1-17-128,-1 1 0,0-2 0,-2 0 0,1 0 0,-2 0 0,0-2 0,-1 1 0,-1-2 0,0 0 0,0 0 0,-1-1 0,-1-1 0,0-1-1,-23 12 1,7-12-590,25-8-8,-1 1 1,0-1 0,-14 8 0,-40 33-11314,23-20-3325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3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2466 17512,'0'0'11557,"-9"-13"-10948,3 4-494,0 0 0,1 0 1,0-1-1,1 1 0,0-1 1,0 0-1,1-1 0,1 1 1,-1 0-1,2-1 0,0 1 1,-1-19-1,4-13 22,2 0 0,2 1 0,1 0 0,2 0 0,2 1 0,31-74 0,-2 25 179,97-155-1,-28 82-315,7 4 0,181-190 0,-212 262 0,3 4 0,4 3 0,3 5 0,4 4 0,206-110 0,-130 98 0,275-87 0,-433 164 0,42-14 0,93-44 0,-145 60-78,-5 2-49,0 0 0,0 1 0,0-1-1,0 0 1,0 0 0,0 0-1,-1 0 1,1 0 0,0-1 0,-1 1-1,1 0 1,-1-1 0,0 1-1,1-1 1,-1 1 0,0-1 0,0 0-1,0 0 1,0 1 0,1-4-1,6 3-5590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3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15943,'0'0'12974,"52"5"-12723,164 17-123,-127-10-76,-80-9-35,-1 0 0,0 0 0,15 7 0,-21-9-11,0 0 0,0 0-1,0 0 1,-1 0 0,1 0-1,0 0 1,-1 0 0,1 0-1,-1 1 1,1-1 0,-1 1-1,0-1 1,1 1 0,0 2 0,1 27 120,-3-26-119,2 80 32,0-33-282,-2 0 0,-3 0-1,-9 60 1,-23 5-1040,22-79 202,-9 42 1,7 22-2524,6-34-2351,6-40-2716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4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437 36 1953,'0'0'23661,"-48"-5"-22807,-148-6-438,192 11-405,1 0 0,0 0 1,-1 0-1,1 1 0,0-1 0,-1 1 0,1 0 0,0 0 0,0 0 0,0 0 0,0 1 0,0-1 0,0 1 1,0-1-1,0 1 0,0 0 0,1 1 0,-1-1 0,-3 4 0,4-2-2,1-1 0,-1 1 0,1-1 0,0 1 0,0-1 0,0 1 0,0 0 0,1-1 0,0 1-1,0 0 1,0 4 0,-1 6 9,-1 10 35,-1-6-6,0 0-1,2 1 0,1-1 1,0 0-1,1 1 1,1-1-1,8 35 0,-4-39-21,0-1-1,2 1 1,0-1-1,0-1 1,1 0-1,0 0 0,22 20 1,5 2 52,45 32 0,32 11 1,-67-47-38,63 53-1,-107-81-28,1 0 0,-1 0 0,0 0-1,1 0 1,-1 0 0,0 1 0,0-1 0,-1 1-1,1 0 1,-1 0 0,1-1 0,-1 1-1,0 0 1,0 0 0,0 0 0,0 0 0,0 0-1,-1 0 1,0 1 0,1-1 0,-1 0-1,0 0 1,-1 6 0,1-8-5,0-1-1,0 1 1,0-1 0,0 1-1,0-1 1,0 1 0,-1-1-1,1 1 1,0-1 0,0 1-1,0-1 1,0 1 0,0-1 0,-1 0-1,1 1 1,0-1 0,-1 1-1,1-1 1,0 0 0,0 1-1,-1-1 1,1 0 0,-1 1-1,1-1 1,0 0 0,-1 1-1,1-1 1,-1 0 0,1 0-1,-1 1 1,-21 0 101,12-1-81,-55 1-12,-131-5-295,171 1 233,-1 0 0,1-2 0,0 0 1,0-2-1,-38-16 0,48 16 32,-50-25-12,61 30 22,1-1 0,-1 1 0,1-1 1,-1 0-1,1 1 0,0-2 0,0 1 0,0 0 0,1-1 1,-1 1-1,1-1 0,0 0 0,-3-6 0,3-2-54,0-1 0,0 0 0,2 1-1,-1-1 1,2 0 0,0 1 0,0-1 0,4-14 0,-4 24 53,1-1 1,-1 0-1,1 0 1,0 1-1,0-1 1,1 1-1,-1 0 1,1 0-1,-1-1 1,1 2 0,0-1-1,6-4 1,43-24-13,-49 30 18,50-23-4,0 3 1,105-28-1,-108 35 8,-1-2 0,0-3-1,58-31 1,-101 48-4,0-1 0,-1-1 1,1 1-1,-1-1 0,1 0 1,-1 0-1,-1 0 0,1-1 0,0 0 1,-1 0-1,0 0 0,0 0 1,-1-1-1,0 1 0,1-1 0,-2 0 1,1 0-1,-1 0 0,0 0 1,0-1-1,-1 1 0,1 0 0,-2-1 1,1 1-1,-1-13 0,0 5 18,1 6-3,-1 1-1,0-1 0,-1 0 1,0 1-1,-3-14 0,3 18-13,0 1 0,0 0 1,-1-1-1,1 1 0,0 0 0,-1 0 0,1 0 0,-1 0 0,0 0 0,0 0 0,0 0 0,0 1 0,0-1 0,0 1 0,0-1 0,-1 1 1,1 0-1,0 0 0,-1 0 0,1 0 0,-3 0 0,-22-5-136,1 2 1,0 0-1,-1 2 1,0 1-1,-27 3 1,9-2-810,37 0 641,6-1 180,1 1 1,-1 0-1,0-1 0,0 1 1,1 0-1,-1 0 1,0 0-1,0 0 1,1 0-1,-1 1 1,0-1-1,0 1 0,1-1 1,-1 1-1,0-1 1,1 1-1,-1 0 1,1 0-1,-1 0 1,1 0-1,-1 0 0,1 0 1,0 0-1,-1 0 1,1 0-1,0 1 1,0-1-1,0 1 0,0-1 1,0 1-1,-1 2 1,-2 51-4351,4 8-2962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5 17416,'0'0'8060,"54"-1"-7951,165-2-56,-139 3-13,-79 0-34,0 0-1,0 0 1,0 1-1,0-1 0,0 0 1,0 1-1,-1-1 1,1 1-1,0-1 1,0 1-1,-1 0 0,1-1 1,0 1-1,0 0 1,-1-1-1,1 1 0,-1 0 1,1 0-1,-1-1 1,1 1-1,-1 0 0,0 0 1,1 0-1,-1 0 1,0 0-1,0 0 1,1 0-1,-1 0 0,0 0 1,0 0-1,0-1 1,0 3-1,0 0 54,0 0 1,-1 0-1,1 1 0,0-1 0,-1 0 0,0 0 1,0 0-1,0 0 0,-2 4 0,-2 0 39,-1-1-1,0 1 0,0-1 0,-1 0 0,1 0 0,-1-1 0,-1 0 1,1 0-1,-10 4 0,-2 2-28,-194 107 392,173-100-446,0-2 1,-1-2-1,-69 15 1,63-26-56,34-3 10,10 0-108,3-1-409,5-10-390,-1 4 816,0-1 1,1 1-1,0 1 0,1-1 0,-1 1 0,1 0 0,0 0 0,1 0 0,-1 1 0,9-5 0,0 1 8,0 1-1,0 1 0,0 0 0,28-7 0,-9 5 75,0 2 0,1 1 0,1 2 0,45 0 0,-47 4 28,-10-1 20,0 1-1,1 2 0,29 5 0,-47-6-23,-1 1-1,1 0 0,0 0 0,-1 1 0,0 0 0,1 0 0,-1 0 0,0 1 0,-1 0 0,1 0 1,-1 1-1,1-1 0,-1 1 0,-1 0 0,7 9 0,2 4-1024,-2 0-1,15 30 1,-22-39-1128,-1 0 1,0 0-1,4 19 0,-6-19-3904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3682,'0'0'20441,"65"375"-19096,-55-234-705,7 5-224,-17-14-352,0-35 64,0-9-112,0-29-16,0-15-656,-27 19-1217,-6-19-1617,-10-10-5185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4626,'0'0'21066,"222"239"-20730,-157-205 16,6-24-288,-1 0-64,-10-10-112,-1 0-752,12 0-2242,-12 0-2608,-5-30-6132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515 12 2561,'0'0'19534,"-54"-4"-17951,-20-2-911,-77 5 0,145 1-611,1 0-1,0 1 1,-1-1-1,1 1 1,0 0-1,0 1 1,-1-1 0,1 1-1,0 0 1,1 0-1,-1 1 1,0-1-1,1 1 1,-1 0 0,1 0-1,0 1 1,0-1-1,0 1 1,-5 6-1,-13 16 492,1 2-1,-20 32 0,33-47-396,1 0-1,1 0 1,0 0-1,1 1 0,1 0 1,0 0-1,-4 28 1,6-30-142,2 0 1,-1 1 0,2-1 0,2 21-1,-1-27-17,-1 0-1,1 0 1,0-1-1,0 1 1,1-1-1,0 1 1,0-1-1,0 0 0,0 0 1,9 9-1,1 0 33,1-1-1,0 0 1,31 21-1,-37-29-228,0-1 0,-1 0 0,2 0 0,-1 0 0,0-1-1,1-1 1,-1 1 0,1-1 0,0-1 0,17 1 0,75-2-9017,-62 0 1914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16440,'0'0'10802,"-8"49"-10591,-14 153-110,21-196-98,1 0 1,0-1-1,1 1 1,-1-1-1,1 1 0,0-1 1,0 1-1,1-1 0,0 0 1,0 0-1,0 1 1,0-1-1,4 4 0,-3-5 3,0-1 0,0 0 0,0 0-1,1 0 1,-1 0 0,1 0-1,0-1 1,0 0 0,6 3-1,2 1 14,-2-1-57,0 0 0,0-1-1,1 0 1,-1-1 0,1-1 0,0 1 0,0-2 0,0 1 0,0-2 0,0 1 0,0-1 0,0-1 0,0 0 0,11-3 0,-19 3-18,0 0 0,-1 0 0,1 0 0,0-1 0,-1 1 0,0-1 0,1 1 0,-1-1 0,0 0 0,0 0 0,0 0 0,0 0 0,0 0 0,0-1 0,-1 1 0,1 0 0,-1-1 0,0 1 0,1-1 0,-1 0 0,0 1 0,1-6 0,1-5-192,-1 0 0,0 0 0,0-21 0,-2 28 148,1-102-631,-1 104 736,0 0-1,-1 1 1,1-1-1,-1 1 1,0-1-1,0 0 1,0 1-1,-1 0 1,1-1 0,-1 1-1,0 0 1,0 0-1,0 0 1,0 0-1,0 0 1,-1 0-1,1 0 1,-1 1-1,0-1 1,0 1 0,0 0-1,-4-2 1,-7-4 18,0 1 1,-1 1-1,-28-9 1,13 4-148,-13 0-287,42 11 304,0-1 1,1 1 0,-1 0-1,0-1 1,0 1 0,0 0-1,0 0 1,0 0 0,0 0-1,0 0 1,0 0 0,0 0-1,1 0 1,-1 0 0,0 1-1,0-1 1,0 0 0,0 1-1,0-1 1,1 0 0,-1 1-1,0-1 1,0 1 0,0-1-1,1 1 1,-1-1 0,0 1-1,1 0 1,-1-1 0,1 1-1,-1 0 1,1 0 0,-1-1-1,1 1 1,-1 0 0,1 0-1,0 0 1,-1 0 0,1-1-1,0 1 1,-1 1 0,1 35-4547,0-1-1931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1 0 4194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4194,'93'9'6273,"129"28"1,-218-36-6044,0 0 1,0 0-1,0 0 1,0 1-1,-1 0 0,1-1 1,0 2-1,-1-1 1,0 0-1,0 0 1,1 1-1,-1 0 0,-1 0 1,5 4-1,-6-4-64,0 0 0,1 0 0,-1 0 0,0 0 0,-1 0 0,1 0 0,-1 1 0,1-1 0,-1 0 0,0 0 0,0 4 0,0 21 704,-2 26 93,4 0 0,1 0 0,16 79 0,-10-98-875,-6-17-29,1 1 1,1-1 0,1 0 0,1 0-1,0 0 1,1-1 0,13 19 0,-21-35-61,0-1 0,0 0 0,1 1 0,-1-1 0,0 0 0,0 0 0,1 1 0,-1-1 1,0 0-1,1 0 0,-1 1 0,0-1 0,1 0 0,-1 0 0,0 0 0,1 0 1,-1 0-1,1 0 0,-1 1 0,0-1 0,1 0 0,-1 0 0,0 0 0,1 0 0,-1 0 1,1 0-1,-1-1 0,0 1 0,1 0 0,-1 0 0,1 0 0,-1 0 0,0 0 0,1 0 1,-1-1-1,0 1 0,1 0 0,-1 0 0,0-1 0,0 1 0,1 0 0,-1 0 0,0-1 1,1 1-1,-1 0 0,0-1 0,0 1 0,1-1 0,10-24-177,0-41-719,7-118 1,-14 112-1060,20-108 1,-23 176 2136,2-6-699,-3 9 592,1 1 0,-1 0 0,0 0 1,0 0-1,1 0 0,-1 0 0,0 1 0,1-1 0,-1 0 0,0 0 0,0 0 1,1 0-1,-1 0 0,0 0 0,0 0 0,1 0 0,-1 1 0,0-1 0,0 0 1,1 0-1,-1 0 0,0 1 0,0-1 0,0 0 0,0 0 0,1 0 1,-1 1-1,0-1 0,0 0 0,0 1 0,0-1 0,0 0 0,0 0 0,0 1 1,1-1-1,-1 0 0,0 0 0,0 1 0,0-1 0,0 0 0,0 1 0,0-1 1,0 0-1,-1 1 0,57 185 2858,-38-139-2707,1 0 1,3-2-1,38 60 1,-60-104-500,1 0 1,0-1-1,0 1 1,0-1 0,0 1-1,1-1 1,-1 0-1,0 1 1,0-1 0,0 0-1,0 0 1,0 1-1,0-1 1,0 0-1,1 0 1,-1-1 0,0 1-1,0 0 1,0 0-1,0 0 1,0-1 0,0 1-1,1-1 1,-1 1-1,0 0 1,0-1-1,0 0 1,-1 1 0,1-1-1,2-1 1,18-31-7549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3650,'0'0'22530,"7"60"-21796,23 186-377,-13-130-424,-18-190-1746,3-97 601,-2 169 1227,0 0 1,1-1-1,-1 1 0,1 0 0,-1 0 0,1 0 1,0-1-1,0 1 0,0 0 0,0 0 0,1 0 1,-1 1-1,0-1 0,1 0 0,-1 0 1,1 1-1,0-1 0,-1 1 0,1-1 0,0 1 1,0 0-1,0 0 0,0 0 0,0 0 1,0 0-1,1 0 0,-1 0 0,0 1 0,3-1 1,7-1 150,0 1 0,1 0 1,-1 0-1,18 3 0,-5-1 29,-19-1-152,0 0 0,0 1-1,-1-1 1,1 1 0,0 1-1,-1-1 1,1 1 0,-1 0-1,1 0 1,-1 1 0,0-1-1,0 1 1,0 0 0,0 1-1,-1-1 1,1 1 0,-1 0-1,0 0 1,0 0 0,0 1-1,3 6 1,4 7-13,-1 0 1,-1 1-1,-1 0 1,10 31-1,-9-22-5,-4-16-190,-1 0 0,0 0 1,-1 1-1,-1 0 0,0 0 1,1 14-1,3-2-3524,-1-7-2827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16664,'0'0'10532,"266"-5"-10339,-202 5-177,-4 0 16,-11 0-32,-17 0-32,-5-10-1153,-10 10-1488,4-5-2386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1489,'0'0'23173,"18"64"-22221,61 217-391,-44-159-272,10 46 225,-17 44 283,-24-153-580,3 0 0,3 0 0,24 82-1,-32-133-224,1-1 0,0 1-1,1-1 1,-1 0 0,1 0-1,10 12 1,-12-17-21,0 0 0,1 0-1,-1 0 1,1 0 0,0 0 0,0 0-1,-1-1 1,1 1 0,0-1 0,0 0 0,0 0-1,1 0 1,-1 0 0,0 0 0,0-1 0,1 1-1,-1-1 1,4 0 0,8 0-308,7 0-1168,0 0 0,33-6-1,-48 5 819,0-1 0,0 0 0,-1-1 0,1 1 0,0-1 0,-1 0 0,0-1 0,0 0 0,0 0 0,0 0 0,8-8 0,20-26-7010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8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12 372 3089,'0'0'22083,"35"-3"-21406,115-10-442,-108 11-180,-33 2-40,0-1-1,0 1 0,0-2 0,0 1 0,9-3 0,-16 2-14,0 1 0,0 0-1,0 0 1,0-1 0,0 1 0,0-1 0,0 0 0,0 0 0,-1 1 0,1-1 0,0 0 0,-1 0 0,0-1 0,1 1 0,-1 0 0,0 0 0,0-1 0,0-3 0,3-8-91,-1 0 1,-1 0 0,0-1-1,-1 1 1,-1-1 0,-2-21 0,2 0-487,0 21 323,0 5-71,0 1 0,0-1 0,-1 1 1,-3-16-1,2 21 251,1 1 0,0 0 0,-1 0-1,1 0 1,-1 0 0,0 0 0,0 0 0,0 1 0,0-1 0,-1 1 0,1-1 0,-1 1 0,1 0 0,-1 0 0,0 0 0,-4-2 0,-2 0 11,-1 0 1,0 0-1,0 1 1,0 1-1,0 0 1,0 0-1,-1 1 1,1 0-1,0 1 0,-13 1 1,14-1 96,3 0 56,0 1 0,0 0 0,0 0 0,0 1 0,0 0 0,1 0-1,-1 0 1,1 0 0,-1 1 0,1 0 0,0 0 0,0 1 0,0-1 0,1 1 0,-1 0 0,1 0 0,0 1-1,0-1 1,0 1 0,1 0 0,0 0 0,-5 8 0,1 2 173,0-1 0,0 1 0,2 0 0,0 1 0,0-1 0,2 1 1,-3 20-1,2 146 1863,5-114-1608,-1-48-383,1 1 0,0-1 0,2 0 0,0 0 0,11 33 1,-12-47-125,0 0 1,0 0 0,1 0 0,0 0 0,0 0 0,1-1 0,0 1 0,0-1 0,0 0 0,1 0 0,-1 0 0,1-1 0,0 0 0,0 0 0,1 0 0,-1-1 0,1 1-1,0-1 1,0-1 0,12 5 0,-3-3-215,-1-1 0,1-1 0,0 0 0,0-1-1,0-1 1,0 0 0,21-3 0,-24 1-927,-1-1 1,1 0 0,20-8-1,-23 7-562,-1 0 0,0 0 0,0-1 0,-1 0 0,11-9 0,10-18-9321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8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6435,'0'0'14964,"5"76"-12584,20 254-713,11 47 484,-15-25-780,-18-311-1334,-3-39-204,1-9-67,0-66-507,-1 13 464,-2-32-117,5 0 0,19-123 0,-20 205 389,0 1-1,0-1 1,1 1-1,0 0 1,1 0-1,0 0 1,0 1 0,1-1-1,0 1 1,8-10-1,-9 14 48,0 0-1,0 0 1,1 0-1,-1 1 1,1 0-1,0 0 1,0 0-1,0 0 1,0 1-1,1 0 1,-1 0-1,0 0 1,1 1-1,0 0 1,-1 0-1,1 0 0,0 1 1,6 0-1,16-1 103,47 4 291,-68-3-411,0 2 1,-1-1 0,1 1-1,-1 0 1,1 0 0,-1 1-1,0-1 1,11 8 0,-2 2-454,0 1 1,-1 0-1,25 31 1,-2-4-1631,3 2-3466,-15-3-4162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69 10917,'0'0'16053,"-33"16"-15381,33-16-672,-134 71 331,131-69-321,0 0 1,0 0 0,0 1-1,0-1 1,1 1-1,-1-1 1,1 1-1,-1 0 1,1 0-1,0 0 1,-2 4 0,4-6-8,-1 1-1,0 0 1,1 0 0,-1 0 0,1 0 0,0 0 0,-1 0 0,1 0 0,0 0 0,0 1 0,0-1 0,1 0 0,-1 0 0,1 2 0,0 0-1,1-1 0,0 1 0,-1 0 1,1-1-1,1 1 0,-1-1 0,0 0 0,1 0 1,0 0-1,0 0 0,4 3 0,0 0-12,0-1 0,1-1 0,0 0 0,0 0 0,0 0 0,0-1 0,1 0 0,-1-1 0,1 0 0,0 0 0,-1-1 0,1 0 0,0 0 0,0-1 0,0 0 0,13-3-1,-19 2-37,-1 0 0,1 0-1,0-1 1,-1 1-1,1-1 1,-1 0-1,0 1 1,1-1-1,-1-1 1,0 1-1,0 0 1,0 0-1,-1-1 1,1 1-1,0-1 1,-1 1-1,0-1 1,1 0-1,-1 1 1,0-1-1,-1 0 1,2-4-1,1-8-339,0 0 0,-2 0 0,1-16 0,-2 30 369,1-117-6353,-1 86 2240,0 8-2865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15447,'0'0'8404,"11"385"-6275,11-215-929,-1 15-543,-10-4-193,-11-11 48,0-24-336,0-34-176,0-34-16,0-24-16,0-34-784,0-1-801,-5-19-1584,-6 0-2610,-16-15-4450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0 442 15127,'0'0'9257,"8"36"-9315,25 107-537,-28-131-586,-4-25 594,-3-32-348,-15-41-571,10 54 1195,1 0 0,1 0 0,0-36 0,5 15 167,-1 12 336,4-46 0,-1 81-51,0-1-1,0 0 1,0 1 0,1-1 0,0 1 0,1 0 0,-1 0-1,1 0 1,0 0 0,1 1 0,-1-1 0,1 1 0,0 0-1,0 1 1,1-1 0,-1 1 0,1 0 0,0 0 0,0 1-1,10-4 1,-7 2 98,1 0 0,0 2-1,0-1 1,0 1 0,0 1-1,1-1 1,-1 2 0,1 0-1,-1 0 1,1 1 0,-1 0-1,1 0 1,14 4 0,-25-4-223,1 0 1,0 0 0,0 1-1,-1-1 1,1 1-1,0-1 1,0 1 0,-1-1-1,1 1 1,-1-1 0,1 1-1,0-1 1,-1 1-1,1 0 1,-1-1 0,1 1-1,-1 0 1,0-1 0,1 1-1,-1 0 1,0 0-1,1-1 1,-1 1 0,0 0-1,0 1 1,5 20 168,-2 1 0,0-1-1,-2 1 1,-2 39 0,1-22-114,0-26-95,0 1 0,-1 0 0,-5 25 0,4-34-59,0 1 0,-1-1 0,1 0 0,-1 0 0,-1 0 0,1 0 0,-1 0 0,0-1 0,0 1 0,-8 6 1,2-1-449,-1-1 0,0 0 0,-1-1 0,0 0 0,-1-1 0,-17 8 0,22-12-832,0-1 0,0 0-1,0-1 1,-1 0 0,1 0-1,-1-1 1,-15 1 0,22-23 18,2 6 1358,-1 11 579,1 1 0,0-1 0,0 0 0,0 1 0,0-1 0,1 0 0,1-4 0,-1 6-391,-1 1 1,1-1 0,0 1 0,0-1 0,0 1-1,0 0 1,0 0 0,0 0 0,1-1 0,-1 1-1,0 0 1,1 0 0,-1 1 0,0-1 0,1 0 0,-1 0-1,1 1 1,-1-1 0,1 1 0,0-1 0,2 1-1,46-11 1067,1 3-1,0 2 0,56 1 0,-105 10-1856,-2 12-230,0 6-752,0 0 0,-1 0 0,-1 0 0,-2 0 0,-6 25 0,2-27-2806,-22 41 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0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1 142 10373,'0'0'14054,"379"-107"-13590,-260 87-384,-11 6-80,-32 14-96,-22 0-720,-11 0-1137,1 48-1104,-17-4-3474,-17-10-5987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0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 3121,'0'0'23075,"38"6"-22048,117 23-563,-151-28-444,1 0 1,-1 0-1,1 0 0,-1 1 0,0-1 0,0 1 0,0 0 0,0 0 0,0 0 0,7 6 1,-10-7-11,0 0 1,-1 0-1,1 0 0,-1 1 1,1-1-1,-1 0 1,1 0-1,-1 0 1,0 1-1,0-1 1,1 0-1,-1 0 1,0 1-1,0-1 1,0 0-1,0 0 1,-1 1-1,1-1 1,-1 2-1,0 12 10,1-13-25,0-1 0,0 1 0,-1 0 0,1-1 0,0 1-1,-1 0 1,1 0 0,-1-1 0,0 1 0,0-1 0,1 1 0,-1 0 0,0-1 0,0 0-1,0 1 1,-1-1 0,-1 2 0,-27 17-174,17-13 82,-29 18-308,-144 89-1293,150-89 1544,1 1-1,-60 60 1,91-83 188,0 1 1,1 0 0,0 0 0,0 1-1,0-1 1,-2 7 0,4-10 2,1 1 0,-1-1-1,1 1 1,-1 0 0,1-1 0,0 1 0,-1 0-1,1-1 1,0 1 0,0 0 0,0-1 0,0 1-1,1 0 1,-1-1 0,0 1 0,1 0 0,-1-1 0,1 1-1,0-1 1,-1 1 0,1-1 0,0 1 0,0-1-1,0 1 1,2 1 0,3 3 40,1 0 0,0-1 0,0 0 0,0 0 0,1 0 0,13 6 0,60 21 462,-59-24-395,159 49 547,-180-57-691,1 1 0,-1-1 0,1 0 0,-1 1-1,1-1 1,-1 1 0,0-1 0,1 1 0,-1 0 0,0-1 0,1 1 0,-1 0-1,0 0 1,0 0 0,0 0 0,0 0 0,0 0 0,0 0 0,0 0 0,0 1 0,0-1-1,-1 0 1,1 1 0,0-1 0,-1 0 0,1 1 0,-1-1 0,1 1 0,-1-1 0,0 0-1,0 1 1,0-1 0,0 1 0,0-1 0,0 1 0,0-1 0,0 1 0,0-1-1,-1 2 1,1 10-67,-1-9 16,1 0 1,-1 0-1,0 0 0,0 0 0,0-1 1,-1 1-1,1 0 0,-1-1 1,0 1-1,0-1 0,0 1 1,-1-1-1,1 0 0,-1 0 0,1 0 1,-5 2-1,-7 8-182,-2 0 0,-16 10 1,12-10-36,-130 83-1267,56-39 869,57-34 521,21-15 116,0 2 1,0 0-1,2 0 1,-1 1-1,1 1 1,1 1-1,-13 14 1,25-26 195,0 1 0,0-1-1,0 0 1,0 1 0,0-1 0,0 1 0,1-1-1,-1 1 1,0-1 0,1 1 0,0-1 0,-1 1 0,1-1-1,0 1 1,0 0 0,0 1 0,10-2 401,166 22 796,93 6 212,41-28-1604,-176-1-3743,-59 0-1984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94 715 8580,'0'0'2553,"-9"59"-811,-27 187-859,31-214-820,2-1-1,1 41 1,3-46-99,-1 18-657,0-42 567,-12-22 170,12 19-45,-6-17-47,1 1 1,0-2-1,2 1 0,0 0 0,-1-20 1,3-102-253,2 77 288,0-287 239,1 317-27,1 1-1,2 0 1,1 0 0,2 1-1,1 0 1,1 0 0,2 1-1,1 0 1,1 1 0,1 1-1,22-30 1,-24 41 845,1 1 0,25-23 0,-17 18-85,-17 17-796,0 0 0,0 0 0,1 1-1,0 0 1,-1 0 0,1 1 0,0-1-1,1 1 1,-1 1 0,0-1 0,0 1 0,1 0-1,-1 0 1,1 1 0,-1 0 0,1 0 0,-1 0-1,1 1 1,-1 0 0,0 0 0,1 1-1,-1 0 1,0 0 0,0 0 0,0 1 0,0 0-1,8 6 1,-2 2-24,0 1 0,-1 0 0,-1 1-1,0 0 1,-1 0 0,-1 1 0,0 1-1,0-1 1,-2 1 0,0 0 0,0 1-1,-1 0 1,-1 0 0,-1 0 0,-1 0 0,0 0-1,0 24 1,-2-37-136,0-1 0,1 0 0,-1 1 0,-1-1 0,1 0 0,0 1 0,0-1-1,-1 0 1,0 1 0,1-1 0,-1 0 0,0 0 0,0 1 0,0-1 0,0 0 0,-1 0 0,1 0 0,-1 0 0,-2 2 0,0-1-36,0-1 0,-1 0 0,1-1 0,0 1 0,-1-1 1,1 0-1,-1 0 0,-8 1 0,-52 5-1042,-103-2-1,153-5 831,13 0-34,20 0 105,14 0 412,-15-1-159,1 0 0,-1 2-1,1 0 1,-1 1 0,0 1 0,1 0 0,17 7 0,-20-4-25,0 1 0,0 1 1,-1 0-1,0 1 0,0 0 0,-1 1 1,0 1-1,-1 0 0,13 15 1,-18-17-15,0 0 1,0 0-1,-1 1 1,0-1-1,-1 2 1,0-1 0,-1 0-1,0 1 1,0 0-1,-1 0 1,-1 0 0,0 0-1,0 0 1,-1 16-1,-2 123 421,1-147-454,0 0 1,-1 1-1,1-1 0,-1 0 1,0 1-1,0-1 0,0 0 1,-1 0-1,1 0 0,-1 0 1,0 0-1,1 0 0,-1-1 1,0 1-1,-1-1 0,-2 4 1,0-2-1,0-1 1,0 0 0,0 1 0,0-2-1,0 1 1,-1-1 0,1 0-1,-11 3 1,-7-1-7,0 0-1,-1-2 1,-40-1 0,53-1-10,-15 0-28,9 1-17,1-1-1,-1 0 0,1-1 1,-1-2-1,-28-6 0,27 1-200,0 0-1,-22-15 0,-13-7-776,-7 1-2112,81 27-4717,31 2 1588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 96 9140,'0'0'14513,"-62"9"-13421,-192 34-340,244-41-707,1 0 0,0 1 0,1 0-1,-1 0 1,-12 8 0,19-10-27,0 0 0,0 1 0,1-1 0,-1 1 1,0-1-1,1 1 0,-1 0 0,1 0 0,0 0 0,0-1 0,0 1 0,-2 4 0,-3 12 91,2 1 0,0 0 1,1-1-1,1 1 0,0 0 0,2 0 0,1 26 0,0-6 27,-1-20-71,-1-6-3,1-1 0,0 0 0,1 1-1,0-1 1,1 0 0,0 0 0,1 0 0,7 19-1,-4-21-23,0 0 0,1 0-1,1-1 1,-1 0 0,1-1-1,1 0 1,16 13 0,-9-10-14,-1 0 1,1-1-1,1-1 1,19 7 0,-15-9-31,-1-1 1,2-1 0,-1-1 0,0-1-1,1-1 1,-1-1 0,35-2 0,-27 1-44,-28 0 585,-8 0-453,-7 1-79,0-1 1,-1-1 0,1 0 0,0-1-1,-1 0 1,1-1 0,0-1 0,-24-10-1,20 7-12,0-1-1,0-1 1,1 0-1,0-2 0,0 0 1,2-1-1,-1 0 1,-19-21-1,21 15-43,1-1 1,1 0-1,0-1 0,2 0 0,0 0 1,1-2-1,1 1 0,-8-38 1,9 28-50,2-1 1,2 0 0,1 0-1,1 0 1,5-51 0,-3 78 97,-1 0-1,1 1 1,0-1 0,1 1 0,-1-1-1,1 1 1,0 0 0,0 0 0,0-1 0,1 1-1,-1 1 1,1-1 0,0 0 0,5-4-1,-2 3-1,0 0-1,0 0 1,1 1-1,0 0 1,-1 0-1,1 1 1,1 0-1,6-3 1,8 0-4,-1 2 0,1 0 0,0 0 0,0 2 0,26 1 0,-11 0 20,-24 0 6,1 1-1,-1-1 0,1 2 0,0 0 0,-1 1 1,0 0-1,1 1 0,25 9 0,-26-5 8,0 1 0,0 0 0,-1 1-1,19 17 1,-26-22-67,-1 0 0,0 0 0,0 1 0,0 0 0,0 0 0,-1 0 0,0 0 0,0 0 0,0 1 0,-1 0 1,1-1-1,-1 1 0,-1 0 0,2 10 0,0 6-1190,1 1 0,1 0 0,1-1 0,1 0 0,1-1 0,11 23 0,-16-36 534,25 49-7105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94 5170,'0'0'17480,"-2"65"-16415,-8 214-67,10-79 30,2-119-594,-2 290 1535,0-368-1929,-8-20-350,-5-23 124,1 0 0,2-1-1,-7-65 1,6-133 120,9 168 49,2-52-88,1 107 79,0 1 1,1 0-1,1 1 1,1-1 0,10-27-1,12-13 54,2 2-1,53-76 1,-78 124-15,1 0-1,-1 1 1,1 0 0,0 0 0,0 0 0,0 0-1,1 0 1,-1 1 0,1 0 0,0 0-1,0 0 1,0 0 0,0 1 0,0 0-1,1 0 1,-1 0 0,1 1 0,0 0-1,-1 0 1,1 0 0,0 1 0,7 0-1,-3 0 25,-1 0 1,0 0-1,0 1 0,0 1 0,0-1 0,13 5 0,-17-4-16,-1 1 0,1-1 1,-1 1-1,1 0 0,-1 0 1,0 0-1,0 0 0,0 1 1,-1 0-1,1 0 0,-1 0 0,0 0 1,3 5-1,3 6 17,-1 0 0,-1 1 0,0 0-1,-1 0 1,-1 0 0,0 1 0,-1 0 0,2 25 0,-2 14 126,-4 72 1,-1-55-32,1-53-88,-3 89 143,1-96-164,0 0 1,-1 0-1,0 0 0,-1 0 1,-10 24-1,5-22-22,0 1 0,0-1 1,-1-1-1,-1 0 0,-1 0 0,0-1 0,-1-1 1,0 0-1,0-1 0,-1 0 0,-1-1 1,0-1-1,-1 0 0,1-1 0,-1 0 0,-1-2 1,-25 8-1,41-14-259,0 0 1,0 1-1,0-1 1,0 0-1,0 1 1,0-1-1,0 1 1,0-1-1,1 1 1,-1-1-1,0 1 0,0 0 1,0-1-1,1 1 1,-1 0-1,0 0 1,1 0-1,-1-1 1,1 1-1,-1 0 1,1 0-1,-1 0 0,1 0 1,0 0-1,-1 1 1,1 0-178,0 0 0,-1 0 0,1 0 0,1 0 0,-1 0 0,0 0 0,0 0 0,1 0 0,-1 0 0,1 0 0,-1 0 0,1-1 0,0 1 1,1 2-1,16 16-7183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11461,'0'0'13793,"6"-3"-13241,0 0-539,0 0-1,1 1 0,-1 0 0,1 0 0,-1 0 0,1 1 0,0 0 0,9 0 0,64 1 4,-41 1 52,-25-1-52,1 2 1,20 4 0,21 0-177,-56-5 87,1-1 1,0 1-1,-1-1 0,1 1 0,0-1 1,-1 1-1,1-1 0,-1 1 0,1 0 1,-1-1-1,1 1 0,-1 0 0,0 0 1,1-1-1,-1 1 0,0 0 0,1 0 1,-1-1-1,0 1 0,0 0 0,0 0 1,0 0-1,0-1 0,0 1 0,0 0 1,0 0-1,0 0 0,0-1 0,0 1 1,0 0-1,-1 0 0,0 1 0,1 5-260,-1 2 99,0 1 0,-1-1 1,1 0-1,-2 0 0,0 0 1,0-1-1,0 1 0,-1-1 1,0 1-1,-1-1 0,0-1 1,0 1-1,-11 11 0,-16 29-651,-11 38-1202,29-54-130,-22 36 1,-16 3-2771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7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1713,'0'0'15847,"336"-151"-15111,-228 126-560,-16 6-176,-16 19-592,0 0-2241,-38 0-2257,-16 0-3154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12486,'0'0'9428,"298"-49"-9956,-266 49-1681,-10 0-1697,-22 10-1985,0 9-3233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2913,'27'312'10565,"49"-312"-8116,27 0-656,0-10-1649,16 5-144,-6-19-2913,-42-20-2930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0 13046,'0'0'7043,"-22"512"-5458,22-273-593,0 9-431,0 10-145,0 1-48,-11-21 32,-21-38-256,-12-54-144,17-48-48,-5-35-976,21-19-929,11-34-1409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1 4146,'0'0'20028,"32"4"-19860,98 14-134,-102-9-31,-24 0 2,-3 2 8,-1-8-2,0 0 0,1 0-1,-1 0 1,0 0 0,-1 0-1,1 0 1,-1 0 0,1 0 0,-1-1-1,0 1 1,0 0 0,0 0-1,0 0 1,-3 3 0,-10 9 32,-1-1-1,-1 0 1,0-1 0,-20 11 0,20-12-33,-30 18-192,0-2 0,-2-2 0,-1-1 0,-92 30 0,139-54 143,-13 4-289,-1-1 1,1 0-1,-25 3 0,275 5 1516,-195-7-926,0 2-1,-1 2 0,73 26 0,-105-33-267,-1 1-1,0-1 0,0 1 0,0 0 1,-1 1-1,11 7 0,-14-8-159,0-1-1,0 0 0,-1 1 1,1 0-1,-1-1 1,1 1-1,-1 0 1,0-1-1,0 1 1,-1 0-1,1 0 0,0 0 1,-1 0-1,0 0 1,0 0-1,0 6 1,0 19-2643,0-9-1980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13222,'0'0'9540,"92"438"-8339,-70-233-561,-17 14-176,-5 6-143,0-11-33,0-19-48,0-39-240,-33-15-128,1-29-1297,27-19-1632,-17-20-2994,11-49-3009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11365,'0'0'9909,"12"39"-9418,34 125-139,-42-151-277,0 1 0,-2 0 0,1 0 0,-2 0 0,0 0 0,-1 0 0,-1 15 0,-1 6-72,2-34-275,18-1-740,350 0 1578,-364 0-1145,-2 5-4971,-2-5 5288,1 1 0,-1 0 0,0-1 0,1 1 0,-1-1 0,0 1 0,1 0 0,-1-1 0,0 1 0,0 0 0,0-1-1,0 1 1,0 0 0,0 0 0,0-1 0,0 1 0,0 0 0,0-1 0,0 1 0,0 0 0,0-1 0,-1 1 0,1 0 0,0-1-1,0 1 1,-1-1 0,1 1 0,-1 1 0,-17 12-5946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14215,'0'0'6915,"363"-15"-6499,-277 1-416,-15 9-592,-6 5-1729,-11-5-2674,-22 5-1888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7764,'0'0'17335,"292"161"-17286,-216-151-49,0-10-449,-11 0-911,0 0-817,11 0-1569,-28-10-4242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1 2161,'0'0'20383,"42"2"-19081,125 7-459,-163-9-797,0 1 0,0-1 0,0 1 0,0 0 1,0 0-1,0 0 0,0 0 0,-1 1 0,5 1 1,-8-2-28,1-1 1,-1 1-1,1-1 0,-1 1 1,0-1-1,1 1 1,-1-1-1,0 1 0,1 0 1,-1-1-1,0 1 1,0-1-1,0 1 1,0 0-1,1-1 0,-1 1 1,0 0-1,0-1 1,0 1-1,0 0 0,0-1 1,-1 1-1,1-1 1,0 1-1,0 1 0,-1 7 255,1-3-175,1 1 0,-1 0-1,0-1 1,-1 1 0,0 0-1,0-1 1,0 1 0,-1-1 0,1 1-1,-2-1 1,1 0 0,-1 0-1,0 0 1,0 0 0,0 0 0,-1-1-1,0 1 1,-9 8 0,-6 4-46,-1-2 1,0-1-1,-1 0 1,-1-2-1,0 0 1,-37 14-1,-150 46-2415,206-73 1535,9 0-536,22 0 1059,279-13 1576,-114 2-1394,-191 11-1223,-5 12-5800,-10 3 4045,8-11 1361,-34 28-7772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13894,'0'0'6889,"65"-7"-6217,211-22-474,-235 24-187,23-3 33,109-2-1,-171 10-23,0 0 0,0 0 0,-1 0 0,1 0 0,0 0 0,0 1-1,-1-1 1,1 1 0,0-1 0,0 1 0,-1-1 0,1 1 0,-1 0 0,1 0 0,-1 0-1,1 0 1,-1 0 0,1 0 0,-1 0 0,0 1 0,0-1 0,0 0 0,1 1-1,-1-1 1,0 1 0,-1-1 0,1 1 0,0-1 0,0 1 0,0 2 0,1 3 121,-1 1 0,0 0-1,-1 0 1,1-1 0,-2 14 0,0-1 94,2 48 450,-4 109-231,2-161-561,-1-1 0,-1 1 0,0-1-1,-1 0 1,-1 0 0,0-1 0,-14 27-1,2-12-1776,-2 0-1,-32 37 0,49-63 1251,0 0 0,-1-1 0,0 1 0,0-1 0,0 1 0,0-1-1,0 0 1,-4 2 0,-17 0-7444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13606,'0'0'9773,"56"0"-9755,168 3-36,-175 2-6,-49-5 23,1 0 0,-1 1 1,0-1-1,1 0 0,-1 0 1,0 0-1,1 0 0,-1 0 1,0 1-1,1-1 0,-1 0 0,0 0 1,0 1-1,1-1 0,-1 0 1,0 0-1,0 1 0,1-1 1,-1 0-1,0 1 0,0-1 1,0 0-1,0 1 0,1-1 1,-1 0-1,0 1 0,0-1 1,0 0-1,0 1 0,0-1 0,0 1 1,0-1-1,0 0 0,0 1 1,0 19-17,1-11-27,-1 1 0,0-1 1,0 0-1,-1 1 0,0-1 1,-1 0-1,0 0 0,-1 0 1,-6 17-1,-3-6-242,-1 0-1,-1-1 1,0-1-1,-2-1 1,-26 25-1,-100 74-2510,60-51-469,80-63 2833,0 0 0,0 0 0,0 0 0,0 0 0,-1 0 0,1-1 0,-1 1 0,1-1 0,-1 1 0,1-1 0,-1 0 0,0 0 0,0-1 0,1 1 0,-1 0 0,-4 0 0,-1-1-5828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13238,'0'0'7780,"16"385"-5427,-5-200-560,0 15-945,-6 14-208,-5 0-288,0-24 97,0-19-65,0-39-192,0-50-192,0-38 0,-5-34-336,-12-10-1041,17-10-7475,-10-68-1697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40 672,'0'0'21095,"58"-7"-19518,187-19-867,-207 22-628,58 1 1,-66 4-56,-26-1 141,-23 6 1051,-44 35-1000,-76 62-1,66-47-175,42-32-10,-62 47 128,-151 88 0,239-157-304,1 1-1,-1-1 1,0 0-1,-1 0 0,1 0 1,0-1-1,0 0 1,-1 0-1,-7 0 1,8-1-2146,5-5-2009,0 1 3461,0 1 1,1-1-1,-1 1 1,1 0-1,0-1 1,0 1-1,0 0 1,3-7-1,41-65-9584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13798,'0'0'8828,"0"78"-3873,0 496-1167,0 180-3137,-6-781-1881,0-215-1197,7 162 2349,-1 73 77,0 0 9,0 0 0,0-1-1,1 1 1,0 0 0,2-8-1,-3 13 12,1 0 0,0 0 0,0 0 0,0 0-1,0 0 1,0 1 0,1-1 0,-1 0-1,0 1 1,1-1 0,-1 1 0,1-1 0,-1 1-1,1 0 1,0 0 0,0 0 0,0 0 0,-1 0-1,1 0 1,0 0 0,4 0 0,11-3 194,0 2 1,0 0-1,0 1 0,0 0 1,18 3-1,4-1-103,-34-1-113,3 0 6,-1 0 0,0 0 0,0 1 1,13 2-1,-18-2-42,1 0-1,-1 0 1,0 0 0,0 0 0,0 1 0,0-1-1,0 1 1,0-1 0,0 1 0,0 0-1,0 0 1,-1-1 0,1 1 0,-1 0 0,1 1-1,1 2 1,3 5-817,0-1-1,1 0 1,9 9 0,-10-11-1698,1 1 1,-1 0 0,9 15 0,-3 7-11368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542 1 6787,'0'0'20479,"44"48"-19647,133 153-205,-169-192-575,-2 0 0,1 1 0,-1 0 0,6 13 0,-11-20-23,0 0 0,0 0 1,0 0-1,-1 1 0,1-1 0,-1 0 0,0 7 1,1 1 59,-1-6-54,1 0 0,-1 1 1,0-1-1,-1 0 0,1 1 0,-1-1 1,0 0-1,0 1 0,0-1 0,-1 0 1,0 0-1,0 0 0,0-1 0,-1 1 1,1 0-1,-7 7 0,-3-2-9,0 0 0,0-1-1,-1-1 1,0 0 0,-1 0 0,0-1-1,0-1 1,-1 0 0,0-1 0,0-1 0,0 0-1,-21 2 1,-26 1-153,-111-1 1,170-6 119,-130-4-412,111 2 212,-1-1-1,1-1 1,-41-12-1,34 3-50,24 11 227,0-1 1,0 1-1,0 0 0,0 0 0,0 0 0,0 1 1,-10-2-1,14 3 154,17 0 237,795 0 1587,-810 0-2067,-6 0-2566,-100 0-9042,47 0 3879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7187,'0'0'16056,"422"0"-13159,-221 0-1424,-1 0-641,-27 0-592,-26 0-240,-34 0-64,-32 0-352,-37 0-577,-17 0-495,-11 0-833,-5 0-1201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18280,'0'0'6611,"0"473"-5442,0-293-641,0-4-528,0-10-112,0-11-1184,0-13-1362,0-35-2592,0-49-4707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17592,'0'0'7670,"25"65"-7598,76 207 11,-49-117 442,-41-119-218,-8-26-173,0-1 0,0 0 0,1-1 0,0 1 0,1-1 0,10 15 0,-13-20-135,1 0 0,0 0 0,0 0 0,0-1 1,0 1-1,1-1 0,-1 0 0,1 0 0,-1 0 0,1 0 0,0-1 1,-1 1-1,1-1 0,0 0 0,0 0 0,0-1 0,0 1 0,0-1 1,5 0-1,6 0 58,-1 1-1070,0-2 0,0 1 0,19-5 0,-29 4 608,0 0-1,0 0 1,0 0 0,-1-1 0,1 1 0,-1-1 0,1 0 0,-1 0 0,0-1-1,1 1 1,-1-1 0,0 1 0,-1-1 0,1 0 0,0 0 0,3-5-1,-4 3-373,0 1-1,0-1 0,0 0 1,0 0-1,-1 1 0,0-1 1,1-7-1,5-44-8486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1489,'22'14'8628,"-33"-28"-593,22 14-7635,49 0-400,32 0-1120,-11 0-2978,-21 29-2737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518 1 9444,'0'0'11966,"-64"40"-11814,-200 129-163,263-169 11,-96 62-89,59-43 43,24-13 50,0 1 37,13-6 94,-1 1 0,0-1 1,0-1-1,0 1 1,0 0-1,0 0 0,0-1 1,0 1-1,0-1 0,0 0 1,-3 1-1,120-4-159,0-4 0,-1-5 0,0-6 0,-1-4 0,128-43 0,-183 49-2676,91-14-1,-113 24 227,8-2-3836,-24-5-2446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15207,'0'0'10325,"65"468"-10085,-65-327-176,0-9 0,0-15-64,-16-5-416,-39-5-1073,7-14-1841,4-15-3329,-15-25-5938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89 304,'0'0'20964,"0"43"-20278,0 103-1085,0-115-3198,0-62 3522,-1 6-7,5-48 0,-3 65 70,1 1 0,-1 0 0,1 0 0,0 0 0,1 0 1,0 0-1,0 0 0,0 1 0,1-1 0,0 1 0,6-7 0,-3 5 139,1 0 0,0 0 0,1 1 0,-1 0 0,1 0 0,1 1 0,-1 0 0,1 1-1,0 0 1,0 1 0,1 0 0,-1 0 0,1 1 0,0 1 0,0-1 0,0 2 0,0 0 0,12 0 0,144 1 5718,-166 0-5841,0 1-1,0-1 0,0 1 1,0-1-1,0 1 0,-1 0 1,1-1-1,0 1 0,0 0 1,-1-1-1,1 1 1,0 0-1,-1 0 0,1 0 1,-1 0-1,1 0 0,-1 0 1,0 0-1,1 0 0,-1-1 1,0 1-1,0 0 1,0 0-1,1 0 0,-1 1 1,0-1-1,0 0 0,0 0 1,-1 0-1,1 0 0,0 1 1,-5 39-245,2-35 169,1 0-1,-1 0 1,0-1 0,0 1 0,-1-1 0,0 1 0,0-1-1,0 0 1,0-1 0,-10 9 0,-7 4-320,-32 18-1,2 0-85,-44 39 3172,322-74-1775,-3 0-3710,-189 0 49,56 7 1,-61-1-2896,55 20 1,-83-26 5514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13734,'0'0'15351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5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1 357 624,'0'0'24089,"17"-31"-23510,60-99-16,-70 120-442,0 0 1,1 0-1,0 1 1,0 0-1,1 0 1,1 1-1,-1 0 1,1 1 0,20-12-1,7-4 384,-23 13-282,2-2 147,1 0 1,19-8 0,-29 16-292,0 1 0,0 1 1,1-1-1,-1 1 1,1 0-1,0 1 0,-1 0 1,14 0-1,-12 1-32,-1 0-1,0 0 1,0 1 0,0 0-1,13 4 1,-17-4-16,-1 1 1,1 0-1,-1 0 1,1 0-1,-1 0 1,0 1-1,0-1 1,0 1-1,0 0 1,0 0-1,-1 0 1,1 0-1,2 4 1,27 43 324,-2 2 1,38 87-1,-67-138-352,0 1-1,0-1 0,0 0 0,0 0 1,0 1-1,0-1 0,1 0 1,-1 0-1,0 0 0,1 0 0,-1 0 1,1-1-1,-1 1 0,1 0 1,-1-1-1,1 1 0,0-1 0,-1 1 1,1-1-1,0 0 0,-1 0 0,4 0 1,-3 0-13,1 1 0,-1-1 0,1-1 0,-1 1 0,1 0 0,-1-1 0,0 1 0,1-1 0,-1 0 0,1 0 0,-1 1 0,0-2 0,0 1 0,0 0 0,0 0 0,3-3 0,10-14 6,1-1 1,14-26-1,1 0 24,-19 29-6,0 1 0,1 0 0,0 1 0,21-17 0,-28 26-6,1 0 0,0 0 0,0 1 0,0 0 1,0 1-1,1-1 0,-1 1 0,1 1 0,0-1 0,0 2 1,0-1-1,0 1 0,13-1 0,-17 3 2,1-1 0,-1 1 0,1 0 0,-1 0 0,0 0-1,0 1 1,1 0 0,-1 0 0,0 0 0,-1 0 0,1 0 0,0 1 0,-1 0 0,1 0 0,-1 0-1,0 0 1,0 0 0,0 1 0,0-1 0,2 6 0,7 10 99,0 0 0,15 39-1,-19-39-64,1 2 48,-1-1-33,1-1-1,0 0 1,1 0 0,1-1-1,19 23 1,-26-38-63,-1 0 0,0-1 0,1 1 0,0-1 0,-1 0 0,1 0 0,0 0-1,0-1 1,0 1 0,0-1 0,0 0 0,1 0 0,-1 0 0,0-1 0,0 0 0,6 0 0,-4 0-5,1 0-1,-1-1 1,0 1-1,1-1 1,-1-1 0,0 1-1,0-1 1,0 0 0,0-1-1,7-3 1,-3 0 18,0 1 0,1 0 0,-1 1 0,1 0 0,0 0 0,1 1 0,-1 1 0,16-2 0,13 2 65,44 2 1,-34 1-37,286-1-15,-310-1-24,1-1 0,-1-2 0,45-10 0,75-32 0,-97 28 0,0 3 0,79-15 0,-81 25 0,0 2 0,0 1 0,48 6 0,-54 7 0,-34-9 0,0 1 0,0-1 0,0 0 0,12 1 0,-9-2 2,48 1-69,-55-2 42,-1 0 0,1-1 0,-1 1 0,1 0 0,-1-1 0,1 1 0,-1-1 0,1 0 0,-1 0 1,0 0-1,1 0 0,-1 0 0,0-1 0,0 1 0,0 0 0,0-1 0,0 0 0,3-3 0,6-16-784,-10 18 361,0 0 0,0 0 1,0 0-1,1 0 0,-1 0 1,1 1-1,0-1 0,0 0 1,0 1-1,0 0 0,0-1 1,0 1-1,1 0 0,-1 0 1,1 0-1,-1 1 0,1-1 1,0 1-1,0-1 0,0 1 1,5-2-1,24 1-9181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1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24575,'14'0'0,"20"-14"0,3-6-8191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3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1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24575,'14'0'0,"20"-14"0,3-6-8191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3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24249,'0'17432'0,"11052"-17432"0,-11052-17432 0,-11052 17432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15572 5955 24575,'-186'-1'0,"-626"7"-48,-1 40-836,588-26 884,-583 71 0,30 11-153,338-48 89,244-30 64,-244 36 0,-484 51-208,-533-97-791,1048-17 685,199 2 134,-1583-27-1011,723-54 1191,-130-123 41,1055 178-40,-888-246-1,870 215 10,2-7 0,3-7-1,-186-116 1,163 73 3,5-9 0,-192-175 0,262 198-13,4-3 0,-96-131 0,-138-254 0,301 432 190,2-1 0,3-2 0,2-1 1,-37-126-1,25-4 857,-20-250 0,54 386-1179,-36-662 628,44-3 173,2 254-826,-5 371 157,4-136 0,-1 208 0,1 0 0,1 0 0,1 1 0,1-1 0,0 1 0,2 1 0,1-1 0,1 2 0,0-1 0,2 1 0,0 1 0,23-28 0,-6 14 0,2 1 0,1 1 0,1 2 0,1 1 0,64-38 0,78-42-1365,-103 67-5461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24575,'13'1'0,"0"1"0,-1 0 0,1 1 0,0 0 0,-1 1 0,0 1 0,22 11 0,-22-11 0,101 48 0,199 78 0,-285-122 0,5 1 0,56 26 0,-79-31 0,0 0 0,0 0 0,0 1 0,0 0 0,-1 1 0,0 0 0,-1 1 0,0-1 0,0 1 0,7 11 0,-5-3 0,-1 0 0,0 1 0,-2 0 0,0 0 0,-1 1 0,0 0 0,-1 0 0,-2 0 0,0 0 0,0 25 0,-2 10 0,-3 0 0,-13 69 0,-33 112 0,-5 40 0,40-160-1365,6-19-5461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24575,'11'1'0,"4"21"0,-1 18 0,-3 14 0,-3 31 0,-3 11 0,-2 24 0,-2 24 0,-1-2 0,-1-13 0,1-18 0,-1-16 0,1-14 0,10-21 0,5-20-8191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994 2096 24575,'0'1'0,"1"0"0,-1 1 0,0-1 0,1 0 0,-1 0 0,1 0 0,-1 0 0,1 1 0,-1-1 0,1 0 0,0 0 0,0 0 0,0 0 0,-1 0 0,1-1 0,0 1 0,0 0 0,0 0 0,0-1 0,1 1 0,-1 0 0,0-1 0,0 1 0,0-1 0,0 1 0,1-1 0,-1 0 0,0 1 0,0-1 0,1 0 0,1 0 0,44 1 0,-27-4 0,0 0 0,0-2 0,0 0 0,0-1 0,-1-1 0,0-1 0,0 0 0,0-2 0,-2 0 0,1-1 0,-1-1 0,-1 0 0,0-1 0,23-25 0,-23 19 0,0 0 0,0-2 0,-2 0 0,-1 0 0,0-1 0,-2-1 0,-1 0 0,0-1 0,-2 1 0,-1-2 0,7-39 0,43-547 0,-54 542 0,4-166 0,-9 191 0,-1-1 0,-2 1 0,-12-53 0,7 61 0,-1 0 0,-2 0 0,-1 1 0,-33-57 0,34 70 0,-2 2 0,0 0 0,0 0 0,-2 2 0,-1 0 0,0 1 0,-1 0 0,-24-15 0,20 18 0,-1 1 0,0 1 0,0 1 0,-2 1 0,1 1 0,-1 1 0,0 2 0,0 0 0,-31-1 0,-28 1 0,-134 10 0,114 0 0,59-3 0,-1 2 0,1 2 0,-82 20 0,112-20 0,-1 0 0,1 1 0,0 0 0,1 2 0,-1 0 0,1 0 0,1 2 0,0 0 0,0 0 0,1 1 0,0 1 0,1 0 0,-18 24 0,15-12 0,1 1 0,1 0 0,1 1 0,1 0 0,2 1 0,1 0 0,0 1 0,2 0 0,-3 47 0,3 25 0,9 139 0,-1-175 0,1 62 0,5 95 0,-4-175 0,3 0 0,22 81 0,-8-56 0,3-2 0,4-1 0,64 116 0,-75-156 0,1-1 0,1-1 0,1 0 0,1-2 0,1 0 0,2-2 0,0 0 0,1-2 0,1 0 0,1-2 0,33 16 0,0-7 0,1-2 0,1-4 0,68 15 0,192 21 0,7-25-45,-256-30-154,0-3 1,114-16 0,55-38-1167,-17-16-4821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1206 1 24575,'-14'24'0,"-2"0"0,0-1 0,-2 0 0,-39 37 0,-2 4 0,-99 129 0,-156 249 0,248-339 0,-4-4 0,-141 156 0,169-212 0,2 2 0,-57 84 0,93-123 12,1-1 0,-1 1 0,1 0 0,1 0-1,-1 0 1,1 1 0,0-1 0,0 1 0,0 7-1,2-11-81,0 1-1,0-1 1,0 0-1,0 0 0,1 0 1,0 0-1,-1 1 0,1-1 1,0 0-1,1 0 0,-1 0 1,0-1-1,1 1 0,0 0 1,0 0-1,-1-1 1,2 1-1,-1-1 0,0 0 1,5 4-1,29 18-6755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2177 0 24575,'-55'11'0,"-41"26"0,-48 40 0,-55 73 0,-27 44 0,3 23-2220,6-4 2220,18-15 0,9-9 0,38-25-42,33-8 42,25-18 0,19-23 0,10-8 0,16-11 0,6-11 0,21-20 1637,14-21-9203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2292 1 24575,'-455'405'-111,"177"-168"-1069,-158 171 899,30 31 303,142-94-28,197-245 75,-86 173 1,101-166-44,-102 230-26,149-324 0,0-1 0,1 1 0,0 0 0,1 0 0,-2 22 0,5-33 8,0 0 0,0 0-1,0 1 1,0-1 0,1 0-1,-1-1 1,0 1 0,1 0-1,0 0 1,-1 0-1,1 0 1,0 0 0,0 0-1,0-1 1,0 1 0,0 0-1,0-1 1,1 1 0,-1-1-1,1 1 1,-1-1 0,1 0-1,-1 1 1,1-1-1,0 0 1,-1 0 0,1 0-1,0-1 1,0 1 0,0 0-1,0-1 1,0 1 0,0-1-1,0 1 1,0-1 0,2 0-1,7 0-216,0 0 0,0 0 0,0-2 0,0 1-1,12-4 1,-19 4 48,113-32-5506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2111 0 24575,'-33'34'0,"-67"76"0,-49 54 0,-43 54 0,-46 34-3792,-36 63 3792,6 11-2005,14-28 2005,52-53 0,59-58 676,44-49-676,15-26 0,35-32 0,24-29-3070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1491 0 24575,'-33'22'0,"-56"52"0,-78 68 0,-67 55 0,-4 16-3306,15 4 3306,36-22 0,37-35 0,46-32 1038,39-39-6961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995 0 24575,'-22'33'0,"-52"56"0,-35 45 0,-32 23 0,-15 17 0,-3 12-1786,15-2 1786,32-23 0,34-38-6405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1269 0 24575,'-11'11'0,"-26"15"0,-51 36 0,-43 41 0,-44 36 0,-15 5-1027,3 1 1027,23-25 0,39-21 0,29-17 252,31-22-7668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1081 0 24575,'-11'23'0,"-26"6"0,-51 21 0,-32 24 0,-30 22 0,0 6 0,-7 18 0,11-11 0,20-13 0,31-23-8191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758 0 24575,'-22'11'0,"-41"37"0,-54 55 0,-28 31 0,-2-6 0,2-4 0,27-22-8191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24575,'14'-35'0,"2"0"0,1 2 0,1 0 0,2 1 0,44-53 0,-54 72 0,1 1 0,1 1 0,0-1 0,1 2 0,0 0 0,1 0 0,0 2 0,0-1 0,1 2 0,23-9 0,-12 8 0,0 1 0,0 1 0,1 1 0,0 2 0,50 0 0,-14 2 0,-1 3 0,1 2 0,84 17 0,-127-16 0,1 1 0,-1 1 0,0 1 0,-1 0 0,35 22 0,-42-22 0,-1 0 0,0 1 0,0 0 0,-1 1 0,-1 0 0,1 1 0,-2 0 0,1 0 0,12 26 0,-9-11 0,-2 2 0,-1 0 0,-1 0 0,-2 0 0,0 1 0,-2 0 0,-1 0 0,-2 44 0,-1-62 0,0-1 0,-1 1 0,0-1 0,-1 0 0,0 0 0,-1 0 0,0 0 0,0 0 0,-1 0 0,0-1 0,-1 0 0,-11 17 0,10-19 0,0 0 0,-1 0 0,0-1 0,0 0 0,-1 0 0,0 0 0,0-1 0,0-1 0,0 1 0,-1-1 0,0-1 0,1 1 0,-2-2 0,-12 4 0,-7 0 0,-1-2 0,0 0 0,0-2 0,-1-1 0,1-2 0,0-1 0,0-1 0,-55-13 0,80 14 0,-1 0 0,1 0 0,0 0 0,0 0 0,-9-7 0,14 9 0,-1 0 0,1 0 0,-1 0 0,1-1 0,-1 1 0,1 0 0,0 0 0,-1-1 0,1 1 0,-1 0 0,1-1 0,0 1 0,0-1 0,-1 1 0,1 0 0,0-1 0,-1 1 0,1-1 0,0 1 0,0-1 0,0 1 0,0-1 0,0 1 0,-1 0 0,1-1 0,0 1 0,0-1 0,0 1 0,0-1 0,0 1 0,0-1 0,0 1 0,1-1 0,-1 1 0,0-1 0,0 1 0,0-1 0,0 1 0,1-1 0,-1 1 0,0 0 0,0-1 0,1 1 0,-1-1 0,0 1 0,1 0 0,-1-1 0,0 1 0,1 0 0,-1-1 0,1 1 0,-1 0 0,0 0 0,1-1 0,-1 1 0,1 0 0,-1 0 0,1 0 0,0 0 0,37-10 0,38-1 0,97 0 0,90 11 0,-160 1 0,67 1-1365,-98-1-5461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1703 1902 24575,'0'-9'0,"1"1"0,0 0 0,0 0 0,1 0 0,0 0 0,0 0 0,1 0 0,0 1 0,5-12 0,5-1 0,28-37 0,-25 37 0,29-34 0,3 3 0,69-58 0,8-7 0,-114 103 0,-1 1 0,0-2 0,-1 1 0,-1-1 0,0 0 0,0-1 0,-2 0 0,0 0 0,0-1 0,-1 0 0,-1 0 0,3-30 0,-2-13 0,-2 0 0,-7-73 0,1 63 0,2 14 0,1-3 0,-4 1 0,-11-69 0,11 107 0,-1 1 0,0-1 0,-1 1 0,-1 1 0,-1-1 0,-1 1 0,0 1 0,-1-1 0,-1 2 0,-21-26 0,11 20 0,-1 1 0,-1 1 0,-41-27 0,-78-37 0,141 83 0,-42-23 0,-2 2 0,-1 2 0,0 3 0,-77-18 0,58 22 0,0 2 0,-130-1 0,-515 24 0,685-13 0,1 2 0,-1 0 0,0 1 0,1 2 0,0 0 0,-34 14 0,42-13 0,2 1 0,-1 0 0,1 1 0,0 1 0,1 0 0,0 1 0,0 0 0,1 1 0,0 1 0,1 0 0,-9 13 0,4-1 0,2 0 0,0 1 0,2 0 0,1 1 0,0 0 0,3 1 0,0 0 0,1 1 0,-5 55 0,5 16 0,8 149 0,2-178 0,-3-48 0,1-1 0,1 1 0,1-1 0,1 1 0,0-1 0,2 0 0,1-1 0,0 0 0,1 0 0,2 0 0,21 35 0,-3-19 0,0-1 0,2-1 0,2-1 0,1-2 0,1-1 0,2-2 0,1-2 0,1-1 0,1-1 0,1-3 0,1-1 0,51 17 0,82 27 0,78 27 0,-169-69 0,129 18 0,-114-24 0,2-1 60,110 1 0,99-14-1545,-252-2-5341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1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24096,'0'18903'0,"18902"-18903"0,-18902-18903 0,-18902 18903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1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2 24575,'-119'-2'0,"-139"6"0,238-2 0,1 2 0,0 0 0,1 1 0,-1 1 0,1 0 0,0 2 0,1 0 0,-1 1 0,2 0 0,-1 2 0,-27 23 0,11-5 0,1 1 0,1 3 0,2 0 0,-27 39 0,31-35 0,2 0 0,1 2 0,2 1 0,2 0 0,2 1 0,1 1 0,2 0 0,2 1 0,2 0 0,2 1 0,-2 65 0,9 406-4,4-318-145,5 2532-2586,-10-1763 3788,-23-514-137,-27-5-409,49-438-507,-49 666 206,46 1 0,8-259-206,-3-403 0,-1 10 0,7 45 0,-5-62 0,0 0 0,1 0 0,0-1 0,0 1 0,0-1 0,1 0 0,0 0 0,0 0 0,1 0 0,0 0 0,7 8 0,-4-8 0,0 1 0,1-1 0,0-1 0,1 1 0,-1-1 0,1-1 0,0 0 0,0 0 0,0-1 0,16 4 0,8 1 0,61 4 0,409-9 0,-325-8 0,-37 4 0,204-8 0,-254 2 0,165-35 0,-160 20 0,0-5 0,-2-3 0,137-66 0,-228 94 0,73-38 0,2 3 0,119-38 0,-183 71 0,0-1 0,0 0 0,-1-2 0,1 1 0,-1-2 0,-1 1 0,0-2 0,0 0 0,0 0 0,-1-1 0,-1 0 0,1-1 0,-2-1 0,0 1 0,0-1 0,-1-1 0,0 0 0,-1 0 0,-1 0 0,0-1 0,7-25 0,9-41 0,-4-1 0,12-123 0,-8-171 0,-47-365 0,6 431 0,-2-1395 0,24 1109 0,-3-1637 0,-1 2192 0,-2 1 0,-13-64 0,-30-76 0,42 162 0,-72-207 0,59 184 0,-2 1 0,-2 1 0,-37-52 0,49 79 0,-1 0 0,0 1 0,0 0 0,-1 1 0,-1 0 0,1 0 0,-1 1 0,-1 1 0,0 0 0,0 1 0,0 0 0,-1 1 0,1 1 0,-27-6 0,-12 2 0,-1 2 0,-90 2 0,94 3 0,-929 6 131,284 3-1627,613-8-5330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63 24575,'0'-2'0,"0"0"0,0 0 0,1 1 0,-1-1 0,1 0 0,0 1 0,-1-1 0,1 0 0,0 1 0,0-1 0,0 1 0,0-1 0,0 1 0,0-1 0,0 1 0,1 0 0,-1 0 0,0 0 0,1 0 0,-1 0 0,1 0 0,-1 0 0,1 0 0,0 0 0,1 0 0,6-3 0,1 1 0,-1 0 0,15-2 0,1 1 0,0 0 0,0 2 0,0 1 0,0 1 0,0 1 0,0 1 0,0 1 0,29 7 0,-37-5 0,1 1 0,0 1 0,-1 0 0,-1 1 0,1 1 0,-1 0 0,-1 2 0,1-1 0,-2 2 0,0 0 0,23 25 0,-24-20 0,0 0 0,-1 1 0,-1 1 0,0-1 0,-2 2 0,0-1 0,-1 1 0,-1 1 0,-1-1 0,-1 1 0,3 22 0,-5-19 0,-1 0 0,-1 0 0,-1 0 0,-1 0 0,-1 0 0,-1-1 0,-1 1 0,-2-1 0,-12 38 0,13-51 0,0 0 0,0 0 0,0 0 0,-2 0 0,1-1 0,-1 0 0,0-1 0,-1 0 0,-10 10 0,3-7 0,1 0 0,-1-1 0,-1 0 0,0-1 0,-19 7 0,-4-2 0,0-1 0,-1-2 0,0-2 0,-52 6 0,84-14 0,-140 12 0,128-12 0,-1-1 0,1-2 0,0 0 0,0-1 0,-22-6 0,36 8 0,1-1 0,0 0 0,0 0 0,0-1 0,0 1 0,0-1 0,0 0 0,1 0 0,-1-1 0,1 1 0,0-1 0,0 0 0,0 0 0,1-1 0,-1 1 0,1-1 0,0 0 0,0 0 0,1 0 0,-1 0 0,1 0 0,1 0 0,-4-11 0,5 11 0,-1 0 0,1 0 0,0 0 0,0 0 0,0 0 0,1-1 0,0 1 0,0 0 0,0 0 0,1 0 0,-1 0 0,1 1 0,0-1 0,1 0 0,-1 1 0,1-1 0,0 1 0,0 0 0,0 0 0,0 0 0,1 0 0,0 1 0,0-1 0,0 1 0,7-4 0,1 0 0,0 1 0,0 0 0,1 1 0,0 1 0,0 0 0,0 0 0,0 1 0,15-1 0,111-2 0,-125 6 0,17 0 0,0 1 0,0 2 0,-1 1 0,1 1 0,-1 1 0,0 2 0,48 20 0,-64-22 0,0 1 0,0 1 0,-1 0 0,0 0 0,-1 2 0,0-1 0,0 2 0,-1-1 0,-1 2 0,0-1 0,0 2 0,-1-1 0,-1 1 0,0 0 0,0 1 0,-2 0 0,7 18 0,-9-21 0,0 1 0,-2-1 0,1 1 0,-1 0 0,0 12 0,-2-19 0,0-1 0,0 0 0,0 1 0,-1-1 0,0 0 0,1 0 0,-2 1 0,1-1 0,0 0 0,-1 0 0,0 0 0,0-1 0,0 1 0,0 0 0,-1-1 0,1 1 0,-6 5 0,1-4 0,0 0 0,0-1 0,0 1 0,0-1 0,-1-1 0,1 1 0,-1-1 0,0-1 0,0 0 0,-16 3 0,-9-1 0,-47 0 0,51-3 0,-204 0-1365,136-3-5461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1117 1969 24575,'3'-1'0,"1"0"0,0 0 0,-1 0 0,1-1 0,-1 1 0,1-1 0,-1 0 0,0 1 0,0-2 0,0 1 0,0 0 0,3-4 0,12-7 0,290-183 0,-275 174 0,0-1 0,42-38 0,-62 48 0,0 0 0,-1-1 0,-1-1 0,0 1 0,-1-2 0,0 0 0,12-28 0,-9 6 0,-2-1 0,-1-1 0,5-46 0,-4 24 0,7-46 0,4-153 0,-19-108 0,-4 312 0,1 32 0,-1 0 0,-2 0 0,0 0 0,-1 1 0,-14-41 0,14 53 0,-1 1 0,0 0 0,-1 0 0,0 0 0,0 0 0,-1 1 0,-1 0 0,0 1 0,0 0 0,-1 0 0,0 0 0,-1 1 0,-14-9 0,1 4 0,0 2 0,-1 0 0,0 1 0,0 2 0,-1 0 0,-1 2 0,1 1 0,-42-4 0,-27 4 0,-94 6 0,146 0 0,-145 2 0,-168 8 0,333-9 0,0 2 0,0 0 0,0 1 0,0 2 0,1 0 0,0 1 0,1 1 0,-1 1 0,2 1 0,-1 0 0,2 2 0,0 0 0,0 1 0,1 1 0,1 1 0,0 0 0,1 1 0,1 0 0,1 1 0,-22 39 0,13-12 0,1 1 0,2 1 0,2 1 0,2 0 0,-13 78 0,15-30 0,-2 188 0,15-257 0,1 1 0,1 0 0,1-1 0,2 1 0,1-1 0,1 0 0,1-1 0,1 0 0,2 0 0,0-1 0,2 0 0,0-1 0,33 43 0,-19-36 0,2-2 0,1-1 0,54 40 0,111 60 0,-99-68 0,-1 0 0,228 161 0,-165-112 90,-102-74-817,78 67-1,-82-53-6098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7.7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24210,'0'6941'0,"6940"-6941"0,-6940-6941 0,-6940 6941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37.7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3136 24575,'23'-26'0,"-19"21"0,1-1 0,-1 1 0,1 0 0,0 1 0,1-1 0,7-4 0,22-11 0,1 3 0,1 1 0,1 1 0,0 3 0,0 0 0,1 3 0,65-7 0,284-3 0,-362 19 0,737 6 0,-714-8 0,-1-2 0,65-12 0,93-33 0,-73 16 0,-37 10 0,201-37 0,-81 30 0,174-15 0,-60 45 0,-1319 2 0,562-3 0,1407 1 0,-447 39 0,2-11 0,-621-33 0,-128-24 0,97 10 0,-758-55-591,-14 67 609,186 9 555,668-2-573,1 2 0,-1 1 0,0 2 0,-46 12 0,75-15 0,0 0 0,0 0 0,0 0 0,1 1 0,-9 5 0,14-8 0,-1 0 0,1 1 0,-1-1 0,1 0 0,0 1 0,-1-1 0,1 1 0,-1-1 0,1 0 0,0 1 0,-1-1 0,1 1 0,0-1 0,0 1 0,0-1 0,-1 1 0,1-1 0,0 1 0,0-1 0,0 1 0,0-1 0,0 1 0,0-1 0,0 1 0,0 0 0,0-1 0,0 1 0,0 0 0,1 0 0,0 1 0,0-1 0,0 0 0,0 0 0,1 0 0,-1 1 0,0-1 0,0 0 0,1-1 0,-1 1 0,1 0 0,-1 0 0,1-1 0,-1 1 0,3 0 0,15 5 0,0-1 0,1-1 0,23 3 0,585 25-883,-520-31 450,1455 1 149,-685-5 568,-852 2-96,-1 0 0,1-2 0,-1 0 0,0-2 0,0-1 0,34-12 0,-54 16-188,-1 0 0,1 1 0,-1-2 0,0 1 0,0 0 0,0-1 0,0 0 0,0 0 0,5-5 0,-8 7 0,0 0 0,-1-1 0,1 1 0,-1-1 0,1 1 0,-1-1 0,1 1 0,-1-1 0,0 1 0,1-1 0,-1 1 0,0-1 0,0 1 0,0-1 0,0 1 0,-1-1 0,1 0 0,0 1 0,-1-1 0,1 1 0,-1-1 0,1 1 0,-1 0 0,0-1 0,0 1 0,1 0 0,-1-1 0,0 1 0,0 0 0,0 0 0,0 0 0,-2-1 0,-4-6 0,0 1 0,-1 0 0,0 0 0,-1 1 0,1 0 0,-1 1 0,0 0 0,-11-4 0,-86-31 0,106 40 0,-109-31 0,-2 4 0,0 6 0,-218-15 0,-352 33 0,668 3 0,-769 6 0,720-6 0,-39 1 0,66 4 0,35-5 0,0 0 0,-1 0 0,1 0 0,0 0 0,-1 0 0,1 0 0,0 0 0,0 0 0,-1 1 0,1-1 0,0 0 0,-1 0 0,1 0 0,0 0 0,0 0 0,-1 1 0,1-1 0,0 0 0,0 0 0,-1 0 0,1 1 0,0-1 0,0 0 0,0 0 0,-1 1 0,1-1 0,0 0 0,0 0 0,0 1 0,0-1 0,0 0 0,0 1 0,-1-1 0,1 0 0,0 0 0,0 1 0,0-1 0,0 0 0,0 1 0,0-1 0,4 3 0,0 0 0,1 0 0,-1-1 0,1 0 0,-1 0 0,1 0 0,-1 0 0,1-1 0,9 2 0,99 22-3,163 14 0,-108-18-151,-116-14-1,656 85-547,9-46 746,-114-50 599,-203 1-313,-2796 3-1324,2305 0 1315,1 5 0,-177 31 0,258-34-316,0 0 1,0 1-1,1-1 0,-1 2 0,-12 6 0,20-10-5,0 1 0,0-1 0,1 0 0,-1 1 0,0-1 0,0 1 0,1-1 0,-1 1 0,0-1 0,0 1 0,1-1 0,-1 1 0,1 0 0,-1 0 0,1-1 0,-1 1 0,1 0 0,-1 0 0,1-1 0,-1 1 0,1 0 0,0 0 0,0 0 0,-1 0 0,1 0 0,0 0 0,0-1 0,0 1 0,0 0 0,0 0 0,0 0 0,0 0 0,0 0 0,1 0 0,-1 0 0,0-1 0,0 1 0,1 0 0,-1 0 0,0 0 0,1 0 0,-1-1 0,1 1 0,-1 0 0,1-1 0,0 1 0,-1 0 0,1-1 0,0 1 0,-1 0 0,1-1 0,0 1 0,0-1 0,-1 0 0,1 1 0,1 0 0,7 4 0,1-1 0,-1 0 0,1 0 0,16 4 0,63 10 0,0-5 0,104 4 0,610 10-1370,15-31 1068,-303-1 439,-481 5 708,-63 0-460,-227 0-80,-2725 0-1976,3188 0 1671,2205 0 304,-3853 0 1063,1450 0-1367,147 0 0,210 26 0,-206-5 0,242 0 0,-54-36 0,-310 10 0,-1-2 0,1-1 0,-1-2 0,-1-2 0,0-1 0,67-35 0,18-27 0,21-11 0,-103 63 0,-1-3 0,-1 0 0,-2-3 0,0-1 0,-2-1 0,-2-2 0,0-2 0,-3 0 0,-1-2 0,-1-1 0,-3-1 0,-1-1 0,21-52 0,-23 36 0,-4 0 0,-2 0 0,11-84 0,-7 33 0,96-387 0,-57 232 0,-44 196 0,-11 60 0,8-41 0,-2 0 0,3-84 0,-11 117 0,0 0 0,-1 0 0,-1-1 0,0 2 0,-1-1 0,-1 0 0,0 0 0,-1 1 0,0 0 0,-1 0 0,0 0 0,-1 1 0,-17-22 0,-2 5 0,-1 1 0,-1 1 0,-2 1 0,-62-41 0,32 30 0,-118-53 0,92 57 0,-1 3 0,-2 4 0,-116-18 0,100 28 0,-158-2 0,-109 21 0,156 1 0,86-3 0,-521 27 0,-8 87 0,578-95 0,2 4 0,-89 38 0,-144 84 0,227-105 0,36-16 0,1 2 0,2 2 0,0 2 0,-56 50 0,86-64 0,1-1 0,1 2 0,0 0 0,1 1 0,1 0 0,1 1 0,0 0 0,2 1 0,0 0 0,2 0 0,0 1 0,1 0 0,-3 25 0,-1 31 0,3 0 0,5 110 0,2-177 0,0 42 0,-1 8 0,3-1 0,2 0 0,16 80 0,-16-124 0,0 0 0,0 0 0,2-1 0,0 0 0,1 0 0,0-1 0,1 1 0,1-1 0,0-1 0,1 0 0,0 0 0,1-1 0,1-1 0,0 0 0,0 0 0,1-1 0,18 11 0,3-4 0,1-2 0,0-1 0,1-2 0,39 8 0,-25-7 0,57 24 0,74 44 0,53 23 0,133 36 0,-284-109 0,86 28 0,-139-51 0,1-1 0,0-1 0,54 2 0,108-10-65,-128 1-1235,4-1-5526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39.6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1 407 24575,'52'-23'0,"2"2"0,102-24 0,-111 33 0,74-19 0,151-18 0,-269 49 0,99-11 0,141-36 0,-153 22 0,1 3 0,182-19 0,28 13 0,-53 4 0,43-3 0,-260 26 0,-47 4 0,-798 121 0,444-30 0,-8 2 0,327-86 0,-167 39 0,217-48 0,-28 10 0,31-11 0,-1 0 0,1 0 0,0 0 0,0 0 0,0 1 0,-1-1 0,1 0 0,0 0 0,0 0 0,0 0 0,-1 0 0,1 0 0,0 1 0,0-1 0,0 0 0,0 0 0,0 0 0,-1 0 0,1 1 0,0-1 0,0 0 0,0 0 0,0 0 0,0 1 0,0-1 0,0 0 0,0 0 0,0 0 0,0 1 0,0-1 0,0 0 0,0 0 0,0 0 0,0 1 0,0-1 0,0 0 0,0 0 0,0 0 0,0 1 0,17 5 0,25-3 0,0-2 0,76-6 0,-102 3 0,765-96 0,-653 70 0,200-70 0,-259 75-227,1 2-1,0 4 1,2 2-1,-1 4 1,138-3-1,-151 15-6598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0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4832 1,'-436'22,"193"-5,-418 6,131-7,-538 57,366-25,665-46,0 0,0 3,-46 11,-106 38,89-23,-303 90,383-114,0 0,0 1,1 1,0 1,-25 17,33-19,1 0,0 1,1 0,0 1,0 0,1 0,0 1,1-1,-10 22,5-3,1 1,1 0,2 1,1 0,-5 61,7 162,5-237,10 429,-7-390,1 1,4-2,1 1,34 103,-31-120,81 272,-27 6,-39-109,55 346,-61-420,6 203,-26 135,-4-265,5-105,5 0,35 181,-33-245,2 0,29 65,43 63,4 8,-23-12,-32-78,65 126,-69-160,-3 2,-2 0,27 92,-15-19,-5 1,18 178,-46-270,2 0,1-1,2 1,19 57,-22-81,0-1,0 0,1 0,0 0,0-1,1 1,0-1,1-1,0 1,0-1,0 0,1-1,0 0,0 0,1-1,0 0,0 0,0-1,0 0,16 4,19-1,0-2,1-1,-1-3,68-6,-32 2,-29 0,-19 1,-1 1,1 1,54 9,-78-8,1 1,-1 0,-1 0,1 1,0 0,-1 1,1-1,-1 2,0-1,0 1,-1 0,1 0,-1 1,0-1,-1 1,1 1,-1-1,-1 1,6 10,-2 0,-1 0,0 0,-2 1,0 0,-1 0,2 23,2 117,-8-140,-7 695,-1-238,7-372,2 289,24-4,-24-380,31 301,-25 0,-8-283,-1 0,-1 0,-1 0,-14 47,14-63,0 0,0 0,-1-1,-1 1,1-1,-2 0,1-1,-1 0,0 0,-1 0,0-1,0 0,0 0,-1-1,-11 6,-58 25,-1-4,-99 29,-53 19,191-64,1 2,1 1,-55 39,-75 75,148-115,2 0,1 1,0 0,1 2,2 0,-14 27,-128 337,116-275,-30 91,-45 218,94-327,-116 568,104-453,-8 254,38-249,9 0,47 306,86 482,-110-808,4 30,-28-173,3 1,19 67,-19-94,0 0,2-1,1 0,0-1,2 0,29 38,-31-45,1-1,0-1,1 1,1-2,0 0,0 0,2-2,-1 0,1 0,0-2,33 13,45 3,2-4,192 14,643-16,-656-21,160 0,917 6,-507 25,-34 1,669-22,-1448-8,-1 1,0 2,0 1,0 1,0 2,54 17,-31-3,0-1,1-3,1-3,97 11,-92-19,202 20,-106-2,-93-16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1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0,'101'0,"355"5,-8 28,666 60,-939-91,96 4,-197-1,123 26,-188-29,0 1,0 0,0 1,0 0,0 0,-1 1,0 0,0 1,-1-1,1 2,-1-1,0 1,-1 0,1 0,-2 1,8 10,3 11,0 1,-2 1,12 40,-9-25,19 47,7 23,107 204,89 43,-6-13,-97-113,-102-170,42 118,-31-38,42 263,-17 157,35 295,-64-433,-31-1,0 6,32-2,-26-344,4-1,4-1,4 0,3-2,4-2,3-1,58 89,-67-127,2 0,2-2,1-1,3-2,41 34,-49-48,1-2,0-1,2-2,0-1,1-1,1-2,64 20,-50-24,1-1,67 3,102-6,-108-5,133 22,-60-3,-28-14,184-15,-317 6,6 0,-1 1,46 3,-65-1,-1 0,0 1,0-1,0 1,0 0,-1 1,1 0,0 0,-1 0,0 1,0 0,0 0,0 1,-1-1,7 8,-5-3,-1 0,0 1,-1-1,0 1,0 0,-1 0,4 15,13 78,-17-80,43 278,13 477,-32-429,29-8,-42-258,1 10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4.6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1305 0,'-11'0,"-37"11,-21 4,-33 32,-53 31,-24 24,-13 28,-9 2,9 2,37-22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4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975 0,'-44'45,"-48"58,-19 34,-47 50,-7 25,14-1,9-2,30-38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776 1,'-44'66,"-26"56,-12 40,-26 25,-4 4,4 2,11-32,10-32,19-37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1232 1,'-44'55,"-37"85,-49 85,-25 49,-18 10,8-20,10-33,21-45,22-43,30-46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8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691 1,'-11'44,"-37"59,-43 57,-18 33,-1 18,7 18,21-20,25-23,10-21,14-39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6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1136 0,'-44'67,"-26"88,-34 61,-22 29,-22 27,2-11,5-27,3-42,15-32,28-43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994 1,'-22'33,"-63"77,-27 32,-40 24,-27 7,-5 6,28-16,53-35,120-62,58-42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5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1115 0,'-66'66,"-56"56,-40 62,-36 66,4 13,34-27,35-32,37-51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8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1797 1,'-67'66,"-99"89,-54 73,-35 42,-29 42,23 12,22-16,52-49,69-69,132-89,63-61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8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1099 0,'-33'34,"-45"43,-52 54,-27 37,-20 24,9 12,22-18,25-29,33-41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8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634 1,'0'22,"-22"29,-30 29,-27 22,-24 17,-4 9,4-16,9-28,21-28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0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0,'763'44,"-360"-11,1340 25,10-58,-1082-3,-279 2,-332 0,-46 1,-21 0,-51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0.6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77,'55'0,"74"0,148 0,115 0,69 0,55 0,-4 0,-68 0,-64 0,-86 0,-82 0,-77-11,-95-4,-120-10,-47-1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1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0 142,'33'0,"67"0,49 0,55 0,47 0,38 0,24 0,25 0,12 0,-22 0,-22 0,-40 0,-66-11,-56-4,-53-10,-74-1,-96-7,-34 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1.6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0,'55'0,"97"0,98 0,97 0,88 0,48 0,8 0,-1 0,-30 12,-47 2,-73 0,-83-2,-96-4,-120-3,-66-3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2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0,'22'0,"52"0,80 0,90 11,83 15,62 3,42 7,-18-2,-57-7,-79-8,-63-7,-58-6,-44-4,-41-2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4:14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3 24575,'120'-2'0,"140"5"0,-252-2 0,0 0 0,0 0 0,0 1 0,-1 0 0,1 0 0,-1 1 0,1 0 0,-1 0 0,0 0 0,0 1 0,8 7 0,-12-9 0,0 1 0,0 0 0,0 0 0,0 0 0,0 0 0,-1 1 0,0-1 0,0 1 0,0 0 0,0-1 0,0 1 0,-1 0 0,1 0 0,-1 0 0,0 0 0,-1 0 0,1 0 0,-1 1 0,1-1 0,-1 0 0,0 0 0,-2 8 0,0-1 0,-1 1 0,-1 0 0,0-1 0,-1 0 0,0 0 0,0-1 0,-1 1 0,0-1 0,-1 0 0,-1-1 0,1 1 0,-1-2 0,-1 1 0,-15 12 0,-2-1 0,0-1 0,-1-2 0,-1 0 0,-39 16 0,35-20 0,-1-2 0,-1 0 0,0-3 0,0 0 0,-65 4 0,20-8 0,-111-10 0,175 6 0,26 4 0,9 1 0,142 44 0,-71-23 0,166 70 0,-236-85 0,0 1 0,0 1 0,-1 1 0,0 1 0,-2 1 0,0 0 0,0 1 0,-2 1 0,0 1 0,14 21 0,-20-24 0,0 0 0,-2 0 0,0 1 0,0 0 0,-2 0 0,0 1 0,-1-1 0,-1 1 0,0 1 0,-2-1 0,0 0 0,-1 1 0,-2 32 0,0-39 0,-1 0 0,-1 0 0,0-1 0,0 1 0,-1-1 0,0 0 0,-1 0 0,-1 0 0,1 0 0,-2-1 0,1 0 0,-2 0 0,1-1 0,-1 0 0,0 0 0,-1-1 0,0 0 0,-1 0 0,1-1 0,-1-1 0,-1 1 0,1-2 0,-14 6 0,-213 85 0,158-67 0,5-1-682,-134 30-1,139-46-6143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4:15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1315 2154 24575,'173'2'0,"197"-5"0,-354 2 0,-1-1 0,1 0 0,-1-1 0,0-1 0,0-1 0,0 0 0,0 0 0,-1-1 0,0-1 0,25-17 0,-19 9 0,0-2 0,-2 0 0,0-1 0,-1-1 0,27-38 0,-24 26 0,-1-1 0,-2 0 0,-1-2 0,-1 0 0,-2 0 0,-2-2 0,9-43 0,-3-10 0,8-158 0,-20-387 0,-8 423 0,3 179 0,-1 0 0,-2 1 0,-10-54 0,10 75 0,0 0 0,0 1 0,-1-1 0,-1 1 0,1-1 0,-1 1 0,-1 1 0,0-1 0,0 1 0,-1 0 0,0 0 0,0 1 0,0 0 0,-1 0 0,-12-8 0,4 6 0,-1 0 0,1 1 0,-2 0 0,1 1 0,-26-6 0,-97-14 0,121 24 0,-153-19 0,-183-1 0,-179 24 0,262 3 0,177-6 0,38 0 0,-103 10 0,147-6 0,0 0 0,1 1 0,-1 1 0,1 0 0,0 1 0,0 0 0,1 0 0,-1 2 0,1-1 0,1 1 0,-16 14 0,14-10 0,1 1 0,0 0 0,1 1 0,0 0 0,1 0 0,1 1 0,0 0 0,-7 19 0,2 6 0,1 0 0,2 0 0,2 1 0,1 0 0,3 1 0,0 63 0,15 477 0,-8-560 0,0 1 0,1-1 0,1 0 0,1 0 0,1-1 0,1 0 0,1 0 0,1-1 0,0 0 0,1 0 0,16 18 0,18 18 0,1-3 0,59 50 0,-27-27 0,-30-26 0,172 154 0,-195-183 0,2-1 0,1-1 0,0-1 0,1-2 0,1-1 0,0-1 0,36 10 0,-1-9 0,1-4 0,1-2 0,85-1 0,-19 0 0,337 25-1365,-389-29-5461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48.0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15524 9830,'-1'0'28,"0"0"0,-1 0 1,1 0-1,0-1 0,0 1 0,0 0 0,-1-1 1,1 1-1,0 0 0,0-1 0,0 0 0,0 1 1,0-1-1,0 0 0,0 1 0,-1-2 0,2 2-14,-1-1 0,1 1 0,0-1 0,0 1 0,0-1 0,-1 1 0,1-1 0,0 1 0,0-1 0,0 1 0,0-1 0,0 1 0,0-1-1,0 1 1,0-1 0,0 1 0,0-1 0,0 1 0,0-1 0,1 1 0,-1-1 0,0 1 0,0-1 0,1 1 0,-1-1 0,0 1 0,0 0-1,1-1 1,-1 1 0,0-1 0,1 1 0,-1 0 0,0-1 0,1 1 0,-1 0 0,1 0 0,-1-1 0,1 1 0,-1 0 0,1 0 0,-1 0-1,1-1 1,0 1 0,9-4 128,0 0-1,0 1 0,0 0 0,1 0 0,-1 1 0,1 0 0,17 0 1,-8 0 3,592-16 3073,-466 19-2523,615 2 3166,856-5 2291,-373-88-6061,-965 52-91,181-17 0,600 40 0,-623 20 0,118-6 0,-413-5 0,0-7 0,141-32 0,-198 31 0,110-14 0,224-1 0,198 29 0,-342 3 0,1766-1 0,-2018-2-4,-4 1 6,1-1 0,0-2 0,26-4 0,-40 5-5,-1-1 0,1 1 0,-1-1-1,1 0 1,-1-1 0,0 0 0,0 1 0,0-1 0,0-1 0,-1 1 0,1-1 0,-1 0-1,0 0 1,0 0 0,6-9 0,-3 2-77,-1 0 0,-1 0-1,0-1 1,0 0 0,-1 0 0,-1 0 0,0 0-1,0 0 1,1-25 0,-3-2-320,-7-70 1,-8-16-333,-6 1-1,-42-145 1,-65-274-1691,65 258 1532,-177-602-3566,204 774 3450,-27-153 1,1-120-353,56 346 1307,-18-145-366,7 49-45,-35-145-1,-30 9 464,5 22 0,58 177 0,-14-112 0,9-12 0,-19-259 0,39-468 0,6 442 0,-3-3216 0,3 3627 0,24-131 0,-6 71 0,32-146 0,-19 123 0,8-133 0,-28 173 0,-11 92 34,1 0 0,1 0 0,2 0 1,0 1-1,19-41 0,-21 51 10,1 2 0,0-1 0,0 0-1,1 1 1,1 0 0,-1 1 0,1 0 0,1 0 0,-1 1 0,2 0 0,-1 0 0,0 1-1,21-10 1,5 3 169,1 2 0,0 1 0,1 2 0,0 2 0,42-3 0,199 3 721,-266 6-870,947 11 3895,-852-16-3231,127-22-1,9 0 386,481 17 1909,-436 13-1949,-146-1-617,178-6 1000,-309 4-1393,0-2-1,0 1 1,0-2-1,0 1 1,20-8 0,-27 7-75,1 1 0,-1 0 0,1-1 0,-1 0 1,0 0-1,0 0 0,0-1 0,0 0 0,-1 1 1,1-1-1,-1 0 0,0-1 0,0 1 0,0 0 0,2-7 1,2-8-139,-1-1 0,-1 1 1,0-1-1,-2 0 0,0 0 1,-1-1-1,-2-24 0,-2-17-288,-11-67-1,4 76 179,-2 1 1,-21-60-1,-45-95-554,-12-37-317,-21-85-245,85 258 1309,13 32-82,2-1 0,2 0-1,1 0 1,-1-56 0,8-168-582,4 135 396,-3-652-1116,-1 820 1612,-2-1-1,-2 0 1,-2-1 0,-1 1 0,-2-1 0,-1-1 0,-28 65 0,5-29 137,-2 0 1,-4-3-1,-93 128 0,4-44 326,101-124-446,-2-1-1,-61 46 1,34-36 57,55-38-213,0 1 0,-1 0 0,1 0 1,0 0-1,-1 0 0,1 0 1,0 0-1,0 0 0,0 0 1,0 0-1,0 1 0,0-1 1,0 0-1,1 1 0,-1-1 0,0 0 1,1 1-1,-1 2 0,1-3-6,1 0 0,0 0 0,-1 0 0,1 0 0,0-1-1,0 1 1,-1 0 0,1 0 0,0 0 0,0-1 0,0 1-1,0 0 1,0-1 0,0 1 0,0-1 0,1 1 0,-1-1 0,0 0-1,0 1 1,0-1 0,0 0 0,1 0 0,-1 0 0,1 0-1,45 6 166,0-2 0,0-2-1,70-6 1,-39 0 4,-15 3 2,29-3 277,142 14 0,577 45 1627,-618-56-1564,-193 1-506,-50 0 219,0-1 0,-77-13 0,84 3-383,2-2 1,0-1-1,1-3 1,0-1-1,-57-36 1,36 14-346,1-4 1,-81-75 0,-205-194-781,305 277 1278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3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2 263 9830,'-2'119'1052,"6"148"99,-3-253-1069,1-1-1,1 1 1,0 0-1,0-1 1,1 0-1,1 0 1,1 0-1,-1-1 1,12 18-1,-11-22-9,0 0 0,0 0 0,1 0 0,0-1 0,1 0 0,-1 0 1,1-1-1,1 0 0,-1-1 0,1 1 0,0-2 0,0 1 0,19 5 0,120 27 897,-12-5-411,-46-8-81,2-3 0,0-4 0,1-5 0,143 2 1,-146-14-145,267-7 1518,-338 6-1775,1-1 0,0 0-1,-1-2 1,0 0 0,29-11-1,-40 12-87,-1 0 0,-1-1 0,1 0 0,0 0-1,-1 0 1,0-1 0,0 0 0,0 0-1,-1 0 1,1-1 0,-1 0 0,-1 0 0,1 0-1,-1 0 1,0-1 0,0 0 0,2-7-1,-1-2-41,0 0-1,-1 0 1,-1 0-1,-1-1 1,0 1-1,-1-18 1,-8-105-343,2 73 134,1-62-49,-4-58-133,7 175 412,-1 0 0,1 0 0,-2 0 0,1 0 0,-2 1-1,1-1 1,-2 1 0,1 0 0,-9-14 0,9 18 53,-1 0 0,0 1 1,0-1-1,0 1 0,-1 0 1,0 0-1,0 0 0,0 1 0,0 0 1,-1 0-1,1 1 0,-1 0 1,0 0-1,0 0 0,-9-1 0,-54-11 384,-126-11 0,142 21-319,-436-22 894,-4 27-197,302 1-414,137-1-345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3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9830,'0'11'273,"0"26"273,0 17-273,0 12 0,0 4 0,0 13 274,0 4-274,0-13-273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4.6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9830,'135'-1'1410,"167"4"-135,-284-2-1162,0 1 0,0 1 0,0 0 0,0 1 0,-1 1 0,0 1 0,0 0 0,0 1 0,29 18 0,-35-18-49,0 2 0,0 0-1,-1 0 1,0 1 0,-1 0-1,0 1 1,0 0 0,-1 0-1,0 1 1,-1 0 0,-1 0-1,0 1 1,5 15 0,-8-21-16,0 1 1,-1 0 0,0 0-1,-1 0 1,0 0 0,0 0-1,0 0 1,-1 1 0,0-1-1,-1 0 1,0 0 0,0 0-1,-5 15 1,3-17-10,1 0 0,-1 0-1,-1-1 1,1 0 0,-1 1 0,0-1-1,0-1 1,0 1 0,-1 0-1,1-1 1,-1 0 0,0 0 0,0-1-1,-1 1 1,1-1 0,-1 0 0,0-1-1,0 1 1,-7 1 0,-17 5 189,0-3-1,0 0 1,0-2 0,-50 1 0,36-5 61,1-1 0,-66-12 0,100 11-158,0 0 0,0 0 0,0-1 0,-12-5 1,9-3 128,14 3-106,0 6-120,1 0 1,-1 1 0,1 0 0,-1 0 0,1-1 0,-1 1 0,1 1 0,5-2 0,43-7 276,1 3 1,0 2-1,1 2 1,-1 2-1,71 11 1,-26 2-248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5.3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9830,'0'-11'0,"11"-3"273,15 0 0,25 2 273,26 4 0,33 3 274,9 3-547,17 1 546,-3 0-546,-13 2 0,-27 0-273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5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9830,'0'22'546,"0"52"546,0 24-818,0 29 545,0 15-273,0-6-273,0-4 273,0-2 0,0-12-273,0-15 0,0-3 273,0-7-273,0-20-273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8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1034 1 9830,'-53'0'968,"-96"13"1,126-9-870,1 1 1,0 1 0,0 0 0,1 2 0,0 1-1,-33 18 1,46-22-44,1 0 0,0 1 1,0 0-1,0 0 0,1 0 0,0 0 0,0 1 0,0 0 0,1 1 0,0-1 0,1 1 1,-1 0-1,1 0 0,1 1 0,0-1 0,0 1 0,1-1 0,0 1 0,0 0 1,1 0-1,0 14 0,1-11-7,0-1 0,1 1 0,1 0 0,0-1 0,0 0 0,1 1 0,1-1 0,0 0 0,0-1 0,1 1 1,1-1-1,-1 0 0,2 0 0,-1 0 0,2-1 0,9 11 0,2-3 137,41 28 0,-40-31-31,-1 0 0,23 23 0,-36-31-111,-1 0 0,0 0 0,-1 0 0,1 0 0,-1 1 0,0-1 0,-1 1 0,0 0 0,0 0 0,0 1 0,2 10 0,-5-15-19,1 0 0,0 1 0,-1-1-1,0 0 1,0 1 0,0-1-1,0 0 1,0 0 0,-1 1 0,0-1-1,1 0 1,-1 0 0,0 0 0,-1 0-1,1 0 1,0 0 0,-1 0 0,0 0-1,1 0 1,-1-1 0,0 1-1,-1-1 1,1 1 0,0-1 0,-1 0-1,1 0 1,-1 0 0,0 0 0,-3 1-1,-5 3 78,0-1 0,-1-1 0,1 0 1,-1-1-1,0 0 0,-24 2 0,-34 3 335,-1-4 1,-1-2-1,1-4 1,-109-16-1,166 16-436,-1-1 1,1-1-1,0 0 0,1 0 0,-1-2 0,1 0 0,0 0 1,0-1-1,1-1 0,0 0 0,-15-13 0,-23-35-56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8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9830,'22'11'611,"19"4"-338,1-1-273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9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9830,'11'12'189,"0"0"1,-1 0-1,-1 1 0,0 0 0,-1 0 0,0 1 1,-1 0-1,0 0 0,7 26 0,43 112 779,37 102-21,-69-175-550,19 101 0,-42-165-351,36 165 685,-29-149-504,1 0 0,1-1 0,25 47 0,-20-49-24,20 27-1,-30-47-148,0 0 0,1-1 0,-1 1 1,2-1-1,-1-1 0,1 1 0,12 7 0,-18-13-31,0 0-1,0 0 0,0 0 0,0 0 0,1 0 0,-1 0 1,0-1-1,0 1 0,0-1 0,1 1 0,-1-1 0,0 0 0,0 0 1,1 0-1,-1 0 0,0 0 0,4-1 0,-4 0 7,0 0 0,1-1-1,-1 1 1,0-1 0,0 1 0,0-1-1,0 0 1,-1 1 0,1-1 0,0 0-1,-1 0 1,1 0 0,-1-1-1,0 1 1,0 0 0,2-5 0,13-38-157,-2 0 0,-3-1-1,11-78 1,-16 86 81,10-94-202,4-19-51,-15 124 242,1 0 0,1 1 0,15-36 0,-18 53 77,0-1 1,1 1-1,0 1 0,1-1 0,-1 1 0,2 0 1,-1 0-1,9-8 0,-12 14 4,0-1 0,0 1 1,1 0-1,-1 0 0,0 0 1,1 0-1,-1 1 0,1 0 0,-1-1 1,1 1-1,0 1 0,0-1 0,-1 0 1,1 1-1,0 0 0,0 0 1,0 0-1,-1 0 0,1 1 0,0-1 1,0 1-1,-1 0 0,7 2 1,-1 1 20,0 1 0,0 0 0,0 0 0,-1 1 0,0 0 0,0 0 0,0 1 0,-1 0 0,0 0 0,0 1 0,-1 0 0,0 0 0,0 0 0,8 17 0,4 12 141,-2 1-1,16 54 1,-21-58-60,10 34 63,4-2 1,3 0-1,39 67 0,-31-83 40,-35-48-221,0-1 0,1 1 0,-1 0-1,0-1 1,1 0 0,-1 1 0,1-1-1,0 0 1,0 0 0,-1 0 0,1 0-1,0 0 1,0 0 0,0-1 0,0 1-1,0 0 1,0-1 0,0 0-1,0 1 1,0-1 0,0 0 0,0 0-1,4-1 1,-4 0-22,0 0 1,-1 0-1,1 0 0,0-1 0,0 1 1,0-1-1,-1 1 0,1-1 1,-1 0-1,1 0 0,-1 1 0,0-1 1,0 0-1,0 0 0,0 0 0,0-1 1,0 1-1,0 0 0,0-4 1,9-51-243,-9 50 226,6-61-195,-2 14 66,3 1 0,19-72 1,-1 48 131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0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3 9830,'170'-2'1439,"196"6"126,-354-4-1512,0 1 1,0 1 0,0 0 0,0 1-1,0 1 1,-1-1 0,0 2 0,14 6-1,-20-8-22,0 0-1,-1 0 1,1 1-1,-1-1 0,0 1 1,0 0-1,0 0 1,0 0-1,0 1 1,-1 0-1,0-1 1,0 1-1,-1 0 0,1 0 1,-1 1-1,0-1 1,0 0-1,-1 1 1,2 5-1,-3-7 0,0 0-1,1-1 1,-1 1 0,0 0 0,-1 0-1,1 0 1,-1-1 0,0 1 0,0 0-1,0-1 1,0 1 0,0-1-1,-1 1 1,0-1 0,0 1 0,0-1-1,0 0 1,0 0 0,0 0-1,-1 0 1,0-1 0,1 1 0,-1 0-1,0-1 1,0 0 0,-1 0 0,-5 3-1,-5 2 68,1-1-1,-1 0 1,-1-2-1,1 1 0,-30 4 1,-25-1 343,0-4 0,-110-5 0,155-1-177,40 0 293,26 0-247,-1 1 1,1 2-1,-1 3 1,0 0-1,0 3 0,64 19 1,-65-12-86,-1 2-1,-1 1 1,0 2 0,-1 2-1,-1 1 1,-1 2 0,-1 1-1,51 50 1,-74-63-160,-1-1 0,-1 1 0,1 0 0,-2 1 0,0 0 0,7 16 0,-14-26-40,1 1 1,-1 0-1,1-1 1,-1 1 0,0 0-1,-1 0 1,1 0 0,-1 0-1,0 0 1,1 0 0,-2 0-1,1 0 1,0 0 0,-1-1-1,0 1 1,0 0 0,0 0-1,0 0 1,-1-1 0,1 1-1,-1 0 1,0-1 0,0 0-1,0 1 1,-1-1-1,1 0 1,-6 5 0,3-4 20,-1 0 1,1 0-1,-1 0 1,0-1 0,0 1-1,0-2 1,0 1-1,-1-1 1,-9 3-1,-62 7 501,-36-5 243,-164-11-1,193 0-636,49 3-111,0-1 0,-1-2 0,1-2 0,0-1 0,1-2 0,0-2 0,1 0 0,-49-25 0,11-5-106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16138,'2280'130'0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8.6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242 0 9830,'11'0'273,"15"0"0,25 0 273,15 0-273,18 22 500,7 8-500,-2 9 113,-16 21 160,-31-1-273,-34 2 113,-41-11 160,-58-1 580,-26-10-853,-3-12 0,-4-10 273,8-8-272,13 6 112,24 0-386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0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9830,'-2'256'2019,"5"305"577,9-424-1657,36 166-1,5 37 621,-30 135 211,-26 2-40,-1-113-179,4 1127 1731,5-1400-3282,3-1 0,31 135 0,-36-211 0,0-1 0,1 0 0,0 0 0,1 0 0,12 23 0,-13-29 0,0-1 0,1 0 0,0-1 0,0 1 0,0-1 0,0 0 0,1 0 0,0 0 0,0-1 0,0 0 0,1 0 0,11 4 0,8 2 0,1-2 0,0 0 0,0-2 0,0-1 0,38 2 0,143-4 0,-169-3 0,409-7 0,212-1 0,-36 58 0,-596-47 0,167 28 0,-108-15 0,155 9 0,-235-25-1,-1 0 0,1 0 0,-1 0 0,1-1 0,-1-1 1,0 1-1,0-1 0,1 0 0,-1 0 0,0 0 1,-1-1-1,1 0 0,0 0 0,7-7 0,-7 5-20,0-1-1,-1 0 0,0-1 0,0 1 1,0-1-1,-1 0 0,0 0 0,-1 0 1,1 0-1,-1-1 0,2-8 1,3-13-137,-2 1 1,-1-1 0,-1 0 0,0-42-1,-10-124-620,2 109 249,-3-127-415,-24-392-1934,27 554 2589,-55-560-2171,14-143-1037,46-6 880,2 360 1312,-2 360 1288,0 6 15,-1 0 1,-1 0-1,-2 0 0,-1 1 1,-14-54-1,-9 19 2,-66-120 0,84 170 7,-1 0 0,-1 0 0,-1 1 0,0 1 0,-2 0 0,1 0 0,-2 2 0,0 0 0,-1 0 0,0 2 0,-1 0 0,-19-10 0,-10 0 316,0 3-1,-2 2 1,0 2-1,-95-16 1,-205-4 1269,-488 31 1075,403 8-920,232-4-746,132 0-910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1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9830,'11'0'273,"14"0"0,15 0 0,11 0 0,9 0 0,4 0 0,3 0 1,1 0-1,0 0 0,-12-11 0,-15-4-273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2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9830,'0'11'273,"0"37"546,0 22-546,0 9 0,0 14 274,0 13-1,0 0-273,0-8 0,0-8 0,0-10 0,0-17-273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2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9830,'0'11'273,"0"15"0,0 14 0,0 11 0,0-3-273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3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 9830,'5'0'94,"1"-1"0,0 0 0,-1 0 0,1-1 1,0 0-1,-1 0 0,8-4 0,13-4 85,-9 4-67,0 1 0,0 1 0,0 1 0,24-2 0,-34 5-61,-1 0 0,0 0 0,0 1-1,1 0 1,-1 0 0,0 0 0,0 1 0,0 0 0,0 0 0,0 1 0,-1-1-1,1 1 1,-1 0 0,1 1 0,7 6 0,-3 1 29,0-1 1,-1 1-1,-1 0 1,0 1-1,0 0 1,-1 1-1,-1-1 1,0 1-1,-1 0 1,0 1-1,-1-1 1,3 20-1,-2-10 52,-2-1-1,-1 1 1,-1 0 0,0-1-1,-2 1 1,-7 43 0,7-58-89,-1 0 1,-1 0 0,1-1 0,-1 1 0,-1-1 0,1 0 0,-1 0 0,-1 0 0,1 0 0,-1-1 0,0 0 0,0 0 0,-1 0 0,0 0 0,0-1 0,0 0 0,-1 0 0,0-1-1,0 0 1,0 0 0,-9 3 0,-5 1 91,0-2 0,-1 0 0,1-1 0,-1-1 0,0-1 0,-29-1 0,19-1 213,54-5 533,58 3-263,0 2 1,87 15 0,-59-6-383,293 15 811,-337-23-1002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4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9830,'2022'0'8966,"-1963"0"-8921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4.9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9830,'0'-1'16,"1"-1"0,-1 1 0,1 0 0,-1-1 0,1 1 0,-1 0-1,1 0 1,0-1 0,0 1 0,-1 0 0,1 0 0,0 0 0,0 0 0,0 0 0,0 0 0,1 0-1,-1 1 1,0-1 0,0 0 0,0 0 0,1 1 0,-1-1 0,0 1 0,1-1 0,-1 1 0,0 0-1,1-1 1,-1 1 0,1 0 0,-1 0 0,3 0 0,49 0 805,-19 5-588,-1 2 0,1 1 1,-1 2-1,-1 1 0,0 1 0,32 18 0,-13-8-85,513 284 2554,-510-273-2596,-40-25-64,22 13 119,42 33-1,-70-47-113,0-1-1,0 1 1,-1 1 0,0-1-1,-1 1 1,1 0-1,-1 1 1,-1 0 0,0 0-1,6 14 1,-9-19-10,-1-1 1,0 1-1,0 0 1,-1 0 0,1 0-1,-1-1 1,0 1-1,0 0 1,0 0-1,-1 0 1,1 0 0,-1-1-1,0 1 1,0 0-1,-2 5 1,0-3 34,-1 0 0,1 0 0,-1 0 1,0-1-1,-1 1 0,1-1 0,-1 0 0,-8 6 1,-27 18 475,-1-2 0,-85 42 0,104-58-463,-229 107 905,58-30-117,59-21-744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6.3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340 0 9830,'-1'1'30,"0"-1"0,-1 0 0,1 1 0,0 0 0,0-1 0,-1 1 0,1 0-1,0-1 1,0 1 0,0 0 0,0 0 0,0 0 0,0 0 0,0 0 0,1 0 0,-1 0 0,0 0 0,0 0 0,1 1-1,-1-1 1,1 0 0,-1 0 0,1 1 0,0-1 0,-1 0 0,1 1 0,0-1 0,0 2 0,-3 4 103,-1 8 4,-23 68 773,-39 82 0,-86 211 720,142-343-1470,8-25-105,0-1 0,0 0 1,0 1-1,-1-1 0,0 0 1,-1-1-1,1 1 0,-1-1 1,-9 12-1,13-18-55,-1 0-1,1 0 1,0 1-1,0-1 1,0 0-1,-1 0 0,1 0 1,0 0-1,-1 0 1,1 0-1,0 0 1,0 0-1,-1 0 1,1 0-1,0 0 1,0 0-1,-1 0 1,1 0-1,0 0 1,0 0-1,-1 0 1,1 0-1,0 0 1,0 0-1,-1 0 1,1-1-1,0 1 1,0 0-1,-1 0 1,1 0-1,0 0 1,0 0-1,0-1 1,-1 1-1,1 0 1,0 0-1,0-1 1,0 1-1,0 0 1,0 0-1,-1 0 1,1-1-1,0 1 1,0 0-1,0 0 1,0-1-1,0 1 1,0 0-1,0-1 1,0 1-1,0 0 1,0 0-1,0-1 1,0 1-1,0 0 1,0-1-1,-3-16-34,1 1-1,1-1 1,1 0-1,0 0 1,2-18 0,1-9-36,-3-7-23,0 20 54,1-1 0,1 1-1,2 0 1,9-38 0,-11 62 69,1 0 0,0 0 0,0 1 1,0-1-1,1 1 0,0 0 0,1 0 0,-1 1 0,1-1 0,0 1 1,0 0-1,1 0 0,-1 1 0,1-1 0,0 1 0,0 0 0,1 1 0,-1 0 1,1 0-1,0 0 0,11-2 0,7-1 61,0 1 1,0 1 0,1 1-1,43 2 1,-4 2-59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6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306 0 9830,'0'11'273,"0"15"0,-22 47 948,-8 22-948,2 18 274,-6 0-161,4 14 433,-6-3-433,-17-12 225,10-25-338,14-27-273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7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11 202 9830,'0'11'273,"11"3"0,15 0 0,14-2 0,11-15 113,-3-18-112,-10-16-304,-11-13 1,-21 2 0,-23 9 274,-20 11 1,-14 11-1,-10 7 0,6 18 1,23 6-1,28 2 0,15-3-245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7.7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9830,'0'22'546,"22"19"65,7 24-65,10 12-160,10 15 225,-4 3-338,1-14 0,16-22 273,-4-42 0,-10-35-273,-15-27-350,-1-4 0,16-6-94,0 7 171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8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9830,'22'22'772,"8"41"48,9 42 43,-2 15-590,5 9 338,-6 16 208,-9-6-546,-8-4 273,-9-47 0,-5-61 0,8-47-689,23-29-83,6-19 125,18 2-101,9 13 385,-6 16-183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8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9830,'22'0'546,"40"0"273,33 0-272,43 0 545,33 0-273,19 0 0,11 0 0,-6 0-273,-4 0 274,11 0 272,4 0-273,-23 0-546,3 0 819,-19 0-819,-6 0 546,-29 0-819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9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0 9830,'11'0'273,"26"0"273,17 0-273,12 11 113,15 4 161,6 10-161,-12 12-113,-30 22 337,-45 12 1,-44-6-65,-26-14-273,-23-16 273,-7-3-160,2-6-112,19-8-274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3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9830,'8'4'93,"-1"1"1,1 1-1,-1-1 0,0 1 1,-1 0-1,0 0 1,1 1-1,-2 0 0,1 0 1,-1 0-1,0 1 0,-1 0 1,0 0-1,0 0 0,-1 0 1,4 13-1,1 11 128,0 1-1,5 66 1,-6 327 1465,-10-280-960,2-124-604,0 27 117,1-46-179,0 0 1,1 0-1,-1 0 0,1 1 0,-1-1 0,1 0 1,0-1-1,0 1 0,1 0 0,-1 0 0,3 4 1,-4-7-55,1 0 0,-1 1 1,0-1-1,0 0 0,1 0 1,-1 1-1,0-1 0,1 0 0,-1 0 1,0 0-1,1 0 0,-1 0 1,0 0-1,1 1 0,-1-1 1,0 0-1,1 0 0,-1 0 0,0 0 1,1 0-1,-1 0 0,0 0 1,1 0-1,-1-1 0,0 1 1,1 0-1,-1 0 0,0 0 1,1 0-1,-1 0 0,0 0 0,1-1 1,-1 1-1,0 0 0,0 0 1,1 0-1,-1-1 0,0 1 1,0 0-1,1-1 0,-1 1 1,0 0-1,0 0 0,0-1 0,0 1 1,1 0-1,-1-1 0,0 1 1,4-9-30,0 1 1,-1 0-1,0-1 0,-1 0 1,1 0-1,-2 0 1,1 0-1,-1-10 1,1 8-2,10-197-262,-1 6-38,-8 173 264,2-1 0,1 1 0,1 0 0,18-44 0,-22 65 68,1 0 0,0 1-1,0 0 1,1 0 0,-1 1-1,1-1 1,1 1 0,-1 0-1,1 0 1,7-5 0,-9 8 15,-1 1 1,1 0-1,0 0 0,0 0 1,0 0-1,0 0 1,0 1-1,0 0 0,0 0 1,0 0-1,1 0 1,-1 1-1,0-1 0,1 1 1,-1 0-1,0 1 1,1-1-1,-1 1 0,0 0 1,0 0-1,6 2 1,-3 0 42,1 1 0,-1-1 0,0 2 0,0-1 0,0 1 1,-1 0-1,1 0 0,-1 1 0,9 10 0,-2 1 89,-1 0 0,19 33 0,-10-5 31,-2 0-1,-2 2 1,19 81 0,-7-21 239,-26-100-450,0-12-75,21-101-371,-17 65 343,17-53 0,-20 83 138,0-1 0,1 1 0,1 0-1,-1 0 1,2 1 0,-1-1-1,2 1 1,-1 1 0,10-10-1,-16 18 8,1-1-1,-1 0 0,1 1 1,0 0-1,0-1 0,-1 1 1,1 0-1,0 0 0,0 0 1,0 0-1,1 0 0,-1 0 1,0 1-1,0-1 0,0 1 1,0-1-1,5 1 0,-5 0 2,0 1 1,-1-1-1,1 1 0,0-1 0,0 1 0,0 0 0,-1 0 0,1 0 0,-1 0 0,1 0 1,-1 0-1,1 0 0,-1 1 0,1-1 0,-1 0 0,2 4 0,3 4 28,-1 0 0,0 0 1,-1 0-1,0 1 0,-1 0 0,4 14 0,3 23 60,-2-1 1,-2 1-1,0 48 0,-11 142 394,3-204-474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4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9830,'22'0'546,"7"0"-546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4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9830,'0'11'273,"0"26"273,0 17-273,0 12 0,0 4 0,0 2 1,0 0-1,0-1 0,0-2 0,0-2 0,0 0 0,0 10 273,0 2-273,0-11-273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5.6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9830,'11'0'273,"4"0"-273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6.6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0 9830,'1'103'1108,"0"1"-270,-15 135 0,12-222-732,-16 124 1000,-46 178-1,58-298-1030,-8 32 211,-27 63 1,41-114-260,-1 0 0,0 0 0,0 0 0,-1 1 0,1-1 0,0 0 0,-1-1 0,1 1-1,-1 0 1,0 0 0,-1 1 0,2-3-24,1 0-1,0 1 0,-1-1 0,1 0 0,0 0 0,-1 0 1,1 0-1,-1 0 0,1 0 0,0 0 0,-1 0 0,1 0 1,0 0-1,-1 0 0,1 0 0,-1 0 0,1 0 0,0 0 1,-1-1-1,1 1 0,0 0 0,-1 0 0,1 0 1,0 0-1,-1-1 0,1 1 0,0 0 0,0 0 0,-1-1 1,1 1-1,0 0 0,0-1 0,-1 1 0,1 0 0,0-1 1,0 1-1,-1-1 0,-1-4-17,1 1 0,-1-1 0,1 0 0,0 0 0,0 0 0,0 0 0,1 0 0,0-7 0,4-46-113,2 1 0,2-1 1,3 1-1,20-59 0,-14 69 33,2 1 0,3 0-1,1 2 1,1 0-1,3 2 1,37-45 0,-52 71 109,1 0 1,1 1-1,1 1 1,0 0-1,18-13 1,-26 22 33,1 0-1,-1 1 1,1 0 0,0 0 0,0 1 0,0 0-1,1 1 1,-1-1 0,1 1 0,0 1 0,-1 0-1,1 0 1,0 1 0,9 0 0,-6 2-3,0 0 0,0 1 1,0 0-1,0 0 0,-1 1 1,1 1-1,-1 0 0,-1 1 1,1 0-1,-1 0 0,0 1 1,0 1-1,-1 0 0,0 0 0,0 0 1,-1 1-1,0 1 0,9 12 1,-4-2 26,-1 1-1,0 0 1,-2 1 0,0 1 0,-2-1 0,0 1 0,-2 1 0,6 36-1,43 493 1483,-51-471-1390,-1-15-131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6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9830,'11'0'273,"4"11"0,-1 15 0,-3 3-273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1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6129 1636 8192,'0'-76'12122,"0"-1"-6585,0-14-3571,0-47-3847,0-43 2159,-2 120-278,-2 1 0,-2-1 0,-24-95 0,26 140-359,-2 0 0,0 0 0,-1 1 0,0 0 1,-1 0-1,-1 1 0,0 0 0,-1 0 0,-1 1 0,0 0 1,-22-18-1,13 14-1233,-1 1 0,0 2 0,-1 0 0,-1 1-1,0 1 1,-43-15 0,-180-74-1006,90 35 2625,106 49-27,-1 2 0,-1 3 0,-90-10 0,83 15 0,0-3 0,-82-25 0,94 19 0,-28-11 0,-2 3 0,0 4 0,-81-11 0,-268 5 0,-10 28 0,190 1 0,-639 52 0,798-42 0,0 3 0,1 4 0,2 3 0,0 5 0,1 3 0,2 3 0,-117 70 0,13 19 0,-18 10 0,187-124 0,-237 148 0,201-120 0,2 2 0,-77 76 0,94-80 0,1 1 0,3 1 0,0 2 0,3 0 0,-32 64 0,-7 41 0,6 3 0,-45 176 0,-4 90 0,31 8 0,51-104 292,28 426 7676,9-592-10854,42 205 0,64 143 398,-88-395 3950,72 169 0,-10-96 2922,-58-123-303,47 57 0,162 162-1568,18-23-6456,304 211-9895,-313-249 16026,85 62-4257,140 20 1748,-15-40 321,-415-227 112,2-2-1,0-2 1,2-3 0,85 24 0,2-10 2669,176 55 11383,-202-55-13848,-14-2-110,124 37-210,-179-55 14,-2 2 0,0 1 1,-1 2-1,51 35 0,77 37-621,-70-53-1487,110 27 0,-49-18-1499,314 132-3898,-11 28 5321,26-6 2174,-205-103 0,373 118 0,-432-163 0,346 37 0,68-45 0,19 2 0,-225 23 0,-192-29 0,-81-14 0,243 31 0,-175-37 0,152 11 0,478-6 0,11-28 0,-412 0 0,-4 25 0,1108 89 0,-1237-112-514,158-3 13001,-123 1-5123,-117 1-8679,1433 1-530,0 0-11761,-122 0 11530,-1342-13 5693,-121 1 1341,22-1 1866,1 11-4561,112 16-2756,-171-10 851,324 31-358,330 18 0,-110-46-1897,301-11 3206,-119 0-721,-690 0-588,-1-5 0,153-34 0,2-2 0,-46 15-17,220-25-2442,-307 44-658,-1-5 0,0-5 0,145-48-1,12-28 883,61-19 1342,-254 95 910,2 3 0,124-14 0,-59 20-17,212-24 0,-308 29 0,531-87 0,-481 76 0,139-8 0,227-31 0,-283 30 0,75-14 0,-74 10 0,189-8 0,302 34 0,-608 6 0,-13-1-59,0-1-1,50-9 1,-75 6 578,0-1-1,-1-1 0,0-1 0,0-1 1,0-1-1,33-19 0,-25 9 2079,-1-1-1,-1-1 1,41-42-1,66-87 2160,-86 93-5326,8-8 101,63-100 0,-92 121 703,-2-1 1,-2-1-1,27-78 1,0-4-596,-32 85-2197,-1 0-1,-2-1 0,11-58 1,-11-25-4239,-14 101 6559,-1 0 0,-6-50-1,5 63 680,-2 1-1,1-1 1,-2 0-1,0 1 1,0 0-1,-1 0 1,-1 0-1,0 1 1,0-1-1,-1 1 1,-1 1-1,0-1 1,0 1 0,-1 1-1,0 0 1,-1 0-1,-16-12 1,-36-16-1595,-125-55 0,122 62 491,-178-67-4258,120 59 4937,-3 5-1,-220-28 1,-63 1-16,-202-22 0,-56 52 0,2 32 0,436 0 0,-494 27 0,11 67 0,452-45 0,-364 66 0,-9-40 0,-213-45 0,-8-34 0,481-1 0,-655 0-3693,0 1 4843,-2063 2 14856,2040 1-11937,-1 0-3579,588-14-715,-2-20-4179,-462-69-6866,461 48 9456,-454-83 1527,658 93 265,-538-64 22,423 61 0,-233-66-206,11-49 2888,521 138-3162,0-2 1,2-5 0,-88-47 0,9-6 2975,-5 6-4671,-185-105 7449,263 135-1447,22 12-318,-90-70 1,86 51-2772,-58-61 0,36 21-965,-146-211 0,139 166 227,-89-128 0,-114-168 0,154 221 0,-184-336 0,190 308 0,-129-264 0,252 473 0,2-2 0,2 0 0,1 0 0,-5-43 0,7 35 0,-2 1 0,-18-52 0,9 50 33,-3 1 0,-1 1 1,-3 1-1,-1 1 0,-2 2 1,-1 0-1,-64-62 0,-3 11-2064,-174-124 0,-103-35-7313,264 187 6903,-184-77 0,162 87 2441,-660-234 0,720 267 0,-1 4 0,0 2 0,-1 4 0,-114-1 0,-119 15 126,-122 0 1611,285-4 3215,1-1 3801,-256 0-6299,300-6-4624,1-4 1,-152-35 0,28 3-1918,-142-10-2947,-189 8 6641,238 41 393,-454 51 0,721-40 0,1 1 0,1 3 0,-54 21 0,-123 63 0,66-26 0,114-52 46,1 2 1,0 2 0,2 2-1,1 2 1,1 1-1,1 1 1,1 2 0,2 2-1,1 1 1,1 2-1,-31 46 1,48-58 991,2-1 0,0 1 0,-15 47 0,-13 79 4846,24-61-643,6 2-3516,3-30-1495,-14 63 1,-62 286-2889,65-227 4820,10 20-3998,10 275 3574,0-244-3941,18 167-2622,-11-328 2863,3-1 0,3-1 0,36 103 0,-13-79 1194,5 0 0,78 125 0,131 160 503,-208-316 282,476 604-17,-380-504 0,223 247 0,-236-279 0,145 116 0,-78-98 0,5-8 0,231 121 0,473 167 0,-495-254 247,113 44 1982,-278-120-4415,326 148 5122,-324-139-5282,173 56 4490,-78-34-4224,201 84 6494,-399-159-1542,197 71 2926,6-6-4468,341 105-9687,-425-138 2641,115 59 4431,-78-36 1285,-237-92 0,1-4 0,119 14 0,105-21-150,14 1 3096,-230-2-2703,257 29 12449,-188-11-11410,103 20-1319,414 20 0,248-52-260,-778-12 1181,654-3-10374,-2 1 3284,-4 1 3467,-1 0 3648,-416 10-909,444 67 0,-202-28 1291,-4-45-1098,-398-4-1677,1538-3 16899,-867 4-11887,-4 0-3935,-595 0-667,270 0 1902,-4 0-3951,537 0-12044,-627-31 15167,-5-38 0,-28 4 0,86-16 0,-271 42 0,330-25 0,-321 42 0,1-4 0,391-30 0,-509 49 0,0-4 0,176-41 0,-87-2 0,225-49 0,231 6 0,-316 48 0,-226 30-101,228-69 1,-78 15 375,-202 58 1086,141-11 0,-141 24-431,-45 3 777,0-1 0,-1-2 0,1 0-1,-1-2 1,0 0 0,32-11 0,-22-1-1087,-1-1 1,0-2-1,48-36 0,-45 28-664,2 3-1,67-34 1,328-97-2180,-84 36 2467,-283 88-1035,-1-2 1,111-76-1,-155 94-2952,30-26 0,-32 23 2146,23-29 0,-25 25 1845,26-43 0,-27 36 1812,-2-2 0,20-54 0,-22 41 723,-1-1 1,-2 1-1,6-88 0,-13 42-2512,-6 2-3300,1 70 2890,0 0 1,-1 1-1,-1 0 1,-1 0-1,0 0 1,-1 0-1,-1 1 1,0 0-1,-1 1 1,-1 0-1,-1 0 1,0 1-1,0 1 1,-2 0-1,-15-14 1,-3 0-138,0 2 0,-59-36 0,-15 3 2459,56 35-2832,-1 3-1,-2 1 0,1 3 0,-70-12 0,-214-14-5765,210 35 2028,-76-6 2006,-202-76 1679,157 28 705,-620-83-2,777 132 0,-819-61 0,1 66 0,715 8 0,-4580 5 0,3995 31 0,359 27-74,-221 20 2624,330-67 1167,-102 8 5034,332-19-7884,-308 40 1344,-326 88-2211,-7-47 0,171-60 0,37-3 0,-593 15-1033,-6-40-8665,471-2 2609,531 4 6942,-36 0 119,-250-28 1,233-8 27,-259-89 0,204 55 0,-237-81 2796,350 119-3648,-127-20 0,-74-21 2941,110 6 261,-241-116 10130,286 103-12469,-179-78-11,-17-9 0,13-27 0,235 129 0,-128-111 0,136 103 0,28 19 0,3-2 0,-95-115 0,133 141-99,1 0 0,2-1 0,1-1 0,-19-49 0,-11-20-1882,-67-115-3948,-52-99-2615,58 104 7471,35 70 1073,-7 3 0,-157-207 0,158 241 0,-52-63 0,-164-187 0,41 49 0,199 243 82,-4 2 1,-2 3-1,-2 3 1,-3 3-1,-129-76 1,-462-201 1293,426 219-2926,-112-42 1226,-69-34 327,298 127-3,-260-125 0,-13 29 0,-58 23 0,176 55 0,142 37 0,-1146-315 0,877 269 0,-627-50 0,711 116 0,187 15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5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4760 200 8192,'-14'-1'11209,"1"-1"-5749,-3-2-2947,-8-4-3449,-15-3 712,-31-2 224,-120-7 0,-74 14 0,-128-10 0,97-35 0,-52-5 0,-190 44 0,430 13 0,-114 10-2891,-298 68-11219,390-47 13770,2 6-1,-228 102 1,281-106 340,3 3 0,-101 69 0,124-71 0,2 2 0,1 3 0,1 1 0,-41 51 0,-13 50 438,45-60 1920,40-63-2146,-159 241 13780,146-210-13788,2 0 1,3 2-1,2 1 0,-17 73 1,19-53-459,3 1 1,3 1-1,-1 75 1,13 229 609,3-203 302,-4-143-658,1 1 0,11 55 0,-9-75 0,1 0 0,1 0 0,0 0 0,0-1 0,2 1 0,-1-1 0,2-1 0,16 22 0,260 280-991,-72-136-6043,-152-131 4913,74 50-4162,-64-53 5486,79 37 1,-39-21 796,107 78 0,76 42 0,-5-52 0,-112-53 0,-92-39 104,151 40 1,-17-26 3956,-152-40 728,107 3 1,68-14-4664,-112-2-5150,747-1-3848,445 5 9088,-407 0-16,-831 3 428,139 24 0,-95-9 1311,2-6 4517,140-6 1417,135-10-10736,-112 0-2197,217 3-4207,257 0 8909,-234 0 382,-380 7 2196,-116-2-2960,0 1 0,40 13 0,7 5 756,1-3 0,1-5 0,112 8 0,208-8 1861,212-18-4856,-296-2 3522,1635 2-543,-1609-3 0,348-52 0,-624 47-103,-1-3 1,121-38-1,-163 41 505,0-1 0,-1-1 0,0-2 0,-1 0-1,0-2 1,-1-1 0,-1-1 0,-1-1-1,24-25 1,-37 32 639,0 0 0,-1-1 0,-1 0 0,0 0 0,-1-1 0,0 0 0,-1 0 0,-1 0 0,0-1 0,-1 0-1,4-28 1,-4-5-427,-1-1-1,-5-66 0,2 113-632,-1-22 19,1 4 0,-1 0 0,0 1 0,-2-1 0,0 1 0,-1 0 0,-13-37 0,6 35 0,-1 0 0,-1 1 0,0 0 0,-2 1 0,-19-20 0,-94-82 0,-141-89-1386,35 28 1891,165 125-687,-222-175-2381,82 93-3792,-15 13 249,-324-127 8178,418 201-2839,3-6 0,-136-85 0,79 31 2956,-247-141-5396,336 202 3069,-1 4 1,-3 5-1,-2 5 0,-198-48 1,-540-99 137,323 92 0,-591-76 0,844 134 0,184 24 0,-796-81 0,58 23-22,239 16 39,-6 27 483,373 25-603,0 2 3625,-95 1 10586,224-2-14108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9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3170 0 8192,'-34'2'10753,"4"3"-4887,21-2-5174,-1-1 1,1 2 0,-17 7 0,14-4-1247,1 0 1,0 1-1,0 1 0,-10 10 1,-8 9 1953,-331 371-1400,302-336 0,3 2 0,-62 95 0,56-74 0,-3-3 0,-4-2 0,-105 95 0,134-134 0,2 1 0,-54 81 0,35-44 0,-95 156 0,101-151 0,-113 145 0,70-126 0,-4-5 0,-4-4 0,-137 98 0,42-45 0,-129 92 0,194-132 0,27-21 0,62-56 0,-30 24 0,71-54 0,0 0 0,0 0 0,-1 0 0,1 0 0,0 0 0,0 0 0,0 0 0,0 1 0,1-1 0,-1 0 0,0 1 0,1-1 0,-1 1 0,0-1 0,1 1 0,-1 2 0,1-4 0,0 1 0,1 0 0,-1-1 0,0 1 0,0 0 0,1-1 0,-1 1 0,0 0 0,1-1 0,-1 1 0,0 0 0,1-1 0,-1 1 0,1-1 0,-1 1 0,1-1 0,0 1 0,-1-1 0,1 0 0,-1 1 0,1-1 0,0 1 0,-1-1 0,2 0 0,5 3 0,0-1 0,1 0 0,-1-1 0,1 0 0,8 0 0,313-1-6971,-178-5 3776,81 5-3035,1 7 4562,-85 3 1689,164 32 0,-200-20-21,528 78 0,-639-100 1,753 56-794,-298-36 3104,-154-17 5200,-106-4-14489,0 0 5667,715 0 19818,-732 1-19733,-91-5 1226,0-3 0,-1-5 0,93-25 0,4-1 0,-97 26 0,114-3 0,87 14 0,-285 2 0,31-2 0,0-2 0,0-1 0,-1-1 0,1-2 0,56-22 0,52-12 0,12 20 0,-104 17 0,60-14 0,-105 18 0,0 0 0,-1-1 0,1 1 0,0-1 0,8-5 0,-13 7 0,0-1 0,1 1 0,-1 0 0,0 0 0,0 0 0,1-1 0,-1 1 0,0 0 0,0 0 0,1-1 0,-1 1 0,0 0 0,0 0 0,0-1 0,1 1 0,-1 0 0,0-1 0,0 1 0,0 0 0,0-1 0,0 1 0,0 0 0,0-1 0,0 1 0,0 0 0,0-1 0,0 1 0,0 0 0,0-1 0,0 1 0,0 0 0,0-1 0,0 1 0,0 0 0,0-1 0,-1 1 0,1 0 0,0 0 0,0-1 0,0 1 0,-1 0 0,1-1 0,0 1 0,0 0 0,-1 0 0,1 0 0,0-1 0,0 1 0,-1 0 0,1 0 0,0 0 0,-1-1 0,1 1 0,0 0 0,-1 0 0,-14-7 0,0 0 0,-1 1 0,0 1 0,0 0 0,0 1 0,-19-1 0,28 3 0,-115-17-1018,-177-7 0,-130 23 1233,326 4 661,33-4-1722,1-2-1,-1-3 0,-94-25 1,31 5-5268,-151-13 0,101 30 4794,-659 10 1175,367 5 147,-562-5-2,651-31 0,70 0 0,53 27 464,2 7 6600,85 0 858,174-2-7839,-19 1 297,1-1 0,-1-1 1,0-1-1,1-1 0,-30-7 0,47 9-373,0 0 0,0 0 0,0 0-1,1 0 1,-1-1 0,0 1 0,1-1 0,-1 0 0,1 1-1,0-1 1,-1 0 0,1 0 0,0-1 0,0 1 0,0 0-1,1-1 1,-1 1 0,1-1 0,-1 0 0,1 1 0,0-1-1,0 0 1,0 0 0,0 0 0,0 0 0,1 0 0,-1 0 0,1 0-1,0 0 1,0 0 0,0 0 0,1-5 0,2-2-9,-1 1 0,1-1 0,1 1 0,0 0 1,0 0-1,1 0 0,0 0 0,1 1 0,10-13 1,67-72-1125,139-118 0,-200 192 581,578-549-13659,-428 376 13172,-89 96 1043,-26 30 28,-23 24 52,2 1 0,2 3 1,1 0-1,59-41 0,-4 22 1949,-64 42-1718,-2-3-1,52-39 0,-78 55 345,0 1 0,-1-1 0,1 1 1,0-1-1,-1 0 0,1 0 1,-1 0-1,1 0 0,-1 0 1,0 0-1,0 0 0,0 0 1,0 0-1,0 0 0,0-4 0,-1 6-562,0 0-1,0-1 1,0 1-1,-1 0 0,1-1 1,0 1-1,0 0 0,-1 0 1,1-1-1,0 1 0,0 0 1,-1 0-1,1-1 1,0 1-1,0 0 0,-1 0 1,1 0-1,0 0 0,-1-1 1,1 1-1,0 0 1,-1 0-1,1 0 0,0 0 1,-1 0-1,1 0 0,0 0 1,-1 0-1,1 0 0,-1 0 1,1 0-1,0 0 1,-1 0-1,-29 9-251,2 5-574,0 1-1,-50 37 0,-55 53-559,-441 423-8401,29 39 4557,220-225 5859,130-123-784,120-120 3105,65-87-340,2-2-1151,1 0 0,0 0 1,0 1-1,1 0 0,-9 23 0,14-32-1501,1 1 0,-1 0 0,1 0 0,-1-1 0,1 1 0,0 0 0,0 0 0,0-1 0,1 1 0,-1 0 0,1 0 0,-1-1 0,1 1 0,0 0 0,0-1 0,0 1 0,1-1 0,-1 1 0,0-1 0,1 0 0,0 0 0,-1 1 0,1-1 0,0 0 0,0 0 0,0-1-1,0 1 1,1 0 0,-1-1 0,0 1 0,1-1 0,3 2 0,12 6 44,1-1-1,0 0 0,1-1 0,0-1 0,0-1 0,20 2 1,139 11 22,-123-14-112,373 23-418,266 22-3142,1130 85-9579,-608-88 12170,-294-44 4134,-857-4-2621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43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5159 264 8192,'-5'-26'13739,"1"19"-12212,-12-14 2319,-6 3-3500,-28-8-3086,18 15 4044,-8 2-1249,0 2 0,0 2 0,-1 1 1,-71 4-1,4 0-2372,74-2-1248,-38-7 0,-22-8-4367,-48-10 7061,135 25 823,-105-23 48,54 11 0,-100-12 0,-409 18 0,340 11 0,-2062-3 0,2260 2 0,-1 0 0,1 2 0,0 1 0,0 1 0,-30 12 0,-138 60 0,145-53 789,2 2 0,0 3 0,2 1 0,-46 39 0,80-56 1417,0 0-1,0 0 1,2 1-1,-19 29 1,-15 31 1814,18-28-4991,-6 8 971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8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203 421 8192,'-2'0'673,"-1"0"1,0 1-1,1-1 1,-1 1-1,0 0 1,1 0-1,-1 0 1,1 0-1,-1 0 1,1 0 0,-1 1-1,1-1 1,0 1-1,0-1 1,-4 5-1,-25 33 4744,29-35-5033,-15 22-210,2 1 1,1 1 0,2 1-1,0 0 1,2 0-1,1 1 1,1 0 0,-3 35-1,1 22-237,1 144 0,9-200 63,1 1 0,2-1 0,1 0 0,13 51 0,-12-67 0,0-1 0,1 0 0,0 0 0,1 0 0,1-1 0,0 0 0,1 0 0,0-1 0,1-1 0,0 1 0,16 12 0,-5-8 0,1 0 0,0-2 0,2 0 0,0-2 0,0 0 0,1-2 0,0-1 0,0-1 0,1-1 0,45 7 0,-25-9 0,1-1 0,0-2 0,0-2 0,-1-3 0,65-11 0,-88 10 0,-1-2 0,1 0 0,-2-2 0,1 0 0,-1-1 0,0-1 0,-1-2 0,0 0 0,-1-1 0,0 0 0,-1-2 0,0 0 0,-2-1 0,0-1 0,0 0 0,20-32 0,-12 13-169,-2-2 0,-2 0 1,-1-1-1,-2-1 0,-2-1 1,-1 0-1,13-74 0,-11 17-2165,-5-2 0,-1-125-1,-10 207 2365,-4-179-4535,1 172 3808,0 1-1,-1 0 0,-2 0 1,0 0-1,-19-44 1,20 59 643,-1-1 0,0 0 0,-1 1 0,0 1 1,0-1-1,-1 1 0,0 0 0,0 0 0,-1 1 1,0 1-1,0-1 0,-1 1 0,1 1 0,-1 0 1,-1 0-1,1 1 0,-1 0 0,1 1 0,-21-4 1,-13 1 69,1 1 1,-1 2 0,-71 5 0,46 0-17,-17-1 0,0 5 0,-118 21 0,190-24-6,0 1 1,0 0-1,1 1 1,-1 1-1,1 0 1,1 1 0,-1 0-1,-14 11 1,20-12 48,0 0 1,1 0-1,0 1 1,0 0-1,0 0 0,1 1 1,0-1-1,0 1 1,1 0-1,0 0 1,0 1-1,1-1 1,-4 18-1,2 6 1384,2 0 1,1 0-1,2 0 1,4 39-1,-4-62-771,5 63 344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9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8192,'281'0'11601,"1"0"-5677,57 0-3722,169 0-4091,180 0 2073,-638-1-184,1-1 0,-1-3 0,1-2 0,-2-2 0,59-19 0,124-28-2257,-156 44-2513,1 4-3781,13 2 6107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9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0 8192,'21'20'6625,"28"21"0,57 28-2378,-26-18-3722,232 166-525,-299-208 0,0 2 0,-1-1 0,0 2 0,-1-1 0,-1 2 0,0-1 0,0 1 0,-1 1 0,-1 0 0,0 0 0,6 16 0,-7-12 0,-1 2 0,-1-1 0,-1 0 0,0 1 0,-1 0 0,-2 0 0,0 0 0,-2 23 0,-2-10 0,-1-1 0,-2-1 0,-2 1 0,0-1 0,-2 0 0,-2-1 0,0 0 0,-2-1 0,-2 0 0,-36 52 0,28-52-316,-1-1 0,-1-1 1,-2-1-1,0-2 0,-2-1 1,0-1-1,-2-1 0,-47 23 1,33-22-1779,-91 31 0,85-39-2176,-85 14 1,28-16 3025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0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 2 8192,'-75'-1'10703,"4"0"-5540,-35 5-3215,96-3-1931,-1 0 1,1 1-1,-1 0 0,1 1 1,0 0-1,0 1 1,0 0-1,0 1 0,1-1 1,-1 2-1,1-1 0,-9 9 1,12-9-19,0 1 0,0 0 0,1 1 0,-1-1-1,1 1 1,1 0 0,0 0 0,0 1 0,0-1 0,1 1 0,0 0 0,0 0 0,1 0 0,0 0 0,0 0 0,0 12 0,2-4-100,0 0 0,2-1 0,0 1 0,0-1 0,1 1 0,1-1 0,1 0 0,0 0 0,1-1 0,1 1 0,12 20 0,1-3-582,1 0-1,2-2 1,46 49-1,-35-47-562,1-1 0,2-2 1,50 31-1,129 64-3395,-163-95 2760,562 325-690,-613-352 2611,30 17-94,41 33-1,-64-44 819,0 0-1,15 19 1,-19-21 448,-1 1 1,0-1 0,0 1-1,0 0 1,3 11 0,-6-16-1225,0 1 0,-1-1 0,1 0 1,0 1-1,-1-1 0,0 1 0,1-1 1,-1 1-1,0-1 0,-1 1 0,1-1 1,0 1-1,-1-1 0,1 1 0,-1-1 1,0 0-1,1 1 0,-1-1 0,0 0 1,-1 0-1,0 3 0,-1-2 104,0 1 0,-1-1 0,1 0 0,0-1 0,-1 1 0,0 0 0,1-1 0,-1 0 0,0 0 0,0 0 0,-5 1 0,-12 3-199,-1 0 0,1-2 1,-42 3-1,58-7-229,-509 3 8225,304-8-7336,192 4-553,1 0 0,-1 0 0,0-2 0,1 0 0,-1-1 0,1-1 0,0-1 0,-21-9 0,25 8 0,0-1 0,1 0 0,0-1 0,0 0 0,0-1 0,1 0 0,1-1 0,0 0 0,-17-25 0,13 14 0,-21-43 0,1-18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1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8192,'11'0'3356,"15"0"-3356,25 0 5483,37 0-5483,15 0 7957,11 0-7957,-1 0 1226,-10 0-1226,11 0 0,-3 0 0,-20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1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8192,'2'60'4655,"17"107"0,27 56 1380,-21-112-4367,-20-86-1466,9 45 67,3-1 0,38 102 0,-49-158-269,1 0 0,0-1 0,1 1 0,0-1 0,1-1 0,0 0 0,15 15 0,-21-23 0,1-1 0,-1 1 0,1-1 0,-1 1 0,1-1 0,0 0 0,0 0 0,0-1 0,0 1 0,0-1 0,0 0 0,7 1 0,-8-2 0,0 0 0,0 0 0,0-1 0,0 1 0,1-1 0,-1 0 0,0 0 0,-1 0 0,1 0 0,0 0 0,0-1 0,0 1 0,-1-1 0,1 0 0,-1 0 0,1 0 0,-1 0 0,0 0 0,3-4 0,6-8-287,-1-2 0,-1 1 0,-1-1 0,0 0 1,11-35-1,-4 12-468,48-103-1440,-15 55-2513,-41 76 3228,1 1 0,0-1 0,13-12 0,-19 21 1350,0 0 1,0 0-1,0 0 0,0 1 1,1-1-1,-1 1 0,0-1 1,1 1-1,-1 0 0,1 0 1,0 0-1,-1 0 0,1 0 1,0 1-1,-1-1 0,1 1 0,0 0 1,0 0-1,-1 0 0,4 0 1,-4 1 129,0-1 0,0 1 0,0 0 0,0 0 0,0 0 0,0 0 0,0 0 0,-1 1 0,1-1 0,0 0 0,-1 1 0,1 0 0,-1-1 0,0 1 0,1 0 0,-1-1 0,0 1 0,0 0 0,0 0 0,1 3 0,13 49 0,-13-40 0,11 49 43,19 83-132,-27-129 175,0-1 1,1-1-1,1 1 1,0-1-1,1 0 1,13 17-1,-19-27 59,1-1-1,0-1 1,0 1-1,1 0 1,-1-1 0,1 0-1,0 0 1,-1 0-1,1 0 1,1 0 0,-1-1-1,0 0 1,1 0-1,-1 0 1,1 0 0,-1-1-1,1 1 1,0-1-1,0-1 1,0 1-1,-1-1 1,1 0 0,0 0-1,0 0 1,0 0-1,0-1 1,0 0 0,-1 0-1,1 0 1,0-1-1,-1 1 1,1-1 0,-1 0-1,0-1 1,5-2-1,5-4 165,-1-1 1,0-1-1,0 0 0,-1 0 0,-1-1 1,0-1-1,-1 0 0,0 0 0,10-19 0,0-6-1121,-1-1 0,17-54 0,21-92-3056,-13 36 4763,-8 45 13680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2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208 539 8192,'2'0'498,"-1"0"0,1 1 0,0-1 1,-1 0-1,1 1 0,-1-1 0,1 1 1,-1 0-1,1-1 0,-1 1 0,1 0 1,-1 0-1,0 0 0,0 0 0,1 0 1,-1 0-1,2 2 0,17 27 4662,-15-21-4344,79 161 2020,-18-30-2560,-53-115-285,2-1 1,0-1-1,27 31 1,-33-45 19,1 0 0,0-1 0,0-1 0,0 0 1,1 0-1,0-1 0,0 0 0,1-1 0,0 0 0,0-1 1,0 0-1,0-1 0,1 0 0,-1-1 0,1-1 1,-1 0-1,1 0 0,24-3 0,-16 0-262,-1-1 1,0 0-1,-1-2 0,1 0 0,-1-1 1,0-1-1,0-1 0,-1 0 0,0-1 1,0-2-1,19-14 0,-21 12-422,-1-1 0,0-1 0,-1-1 0,-1 0 1,0 0-1,-1-2 0,-1 1 0,-1-1 0,13-31 0,-10 15-822,-1-2 0,-2 0 0,-1 0 0,6-53 0,-13 67 1421,-1 0 0,-1 0 0,-1 0 0,-1 0 0,-1 0 0,-1 0 0,0 1 0,-2-1 0,0 1 0,-2 0 0,0 1-1,-2 0 1,0 1 0,-17-27 0,13 27 81,-1 0 0,0 1 0,-1 0 0,-1 1 0,-1 1 0,0 1-1,-1 0 1,-1 1 0,0 1 0,-1 2 0,0 0 0,-46-17 0,35 18-7,-1 1 0,-1 2 0,0 1 0,0 2 0,-55-1 0,70 6 0,0 0 0,0 0 0,0 2 0,0 1 0,1 0 0,0 1 0,0 1 0,0 1 0,0 0 0,1 1 0,-26 17 0,21-7 0,-1 1 0,2 1 0,1 0 0,0 2 0,2 0 0,0 2 0,-27 46 0,24-30 0,1 1 0,2 1 0,2 0 0,-14 58 0,21-56 0,2 0 0,-4 76 0,14 86 0,0-136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5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8192,'0'102'6268,"1"161"3496,21 125-6849,-13-306-3069,4-2 0,3 0-1,4-1 1,3 0 0,64 142 0,-49-140 154,43 131 0,-68-169 0,38 108 0,-43-133 0,0 0 0,2 0 0,0-1 0,1 0 0,20 24 0,-30-39 0,0-1 0,0 1 0,0-1 0,1 1 0,-1-1 0,1 0 0,-1 0 0,1 0 0,-1 0 0,1 0 0,0 0 0,-1 0 0,1 0 0,0-1 0,0 1 0,0-1 0,1 1 0,-1-1 0,-1 0 0,0 0 0,0-1 0,0 1 0,0 0 0,0-1 0,0 1 0,0-1 0,-1 1 0,1-1 0,0 1 0,0-1 0,0 0 0,0 1 0,-1-1 0,1 0 0,0 0 0,-1 0 0,1 1 0,0-1 0,0-2 0,2-5 0,1 0 0,-2 0 0,1 0 0,-1 0 0,2-17 0,5-82 0,-8-187 0,-4 183 0,2 64-36,2-222 120,2 205-265,3 0-1,17-71 1,-23 134 182,29-121-916,17-58-4689,-24 108 2281,2 2-1,39-75 1,-23 72 5496,-38 71-1490,-1 0-1,0 0 1,0 1 0,4-4 1365,-4 3-1365,1 1 0,0 0-1,-1 0 1,5-2 0,-6 2-551,1 1-1,-1 0 1,1 0 0,-1 0-1,1 0 1,0 0 0,-1 0 0,1 0-1,-1 0 1,1 0 0,-1 0 0,1 1-1,-1-1 1,1 0 0,-1 0 0,1 0-1,-1 1 1,1-1 0,-1 0-1,1 1 1,-1-1 0,1 0 0,-1 1-1,0-1 1,1 0 0,-1 1 0,1-1-1,-1 1 1,0 0 0,4 6-101,-1 0 1,0 1 0,-1-1-1,1 1 1,1 12 0,63 404-5751,-1-2-1537,87 195 4685,-100-453 2571,-45-143 0,1-1 0,1-1 0,1 0 0,0-1 0,24 29 0,-31-42 0,1 0 0,-1 1 0,1-2 0,0 1 0,1-1 0,-1 1 0,1-2 0,0 1 0,0-1 0,0 1 0,1-2 0,-1 1 0,1-1 0,-1 0 0,1 0 0,0-1 0,0 1 0,0-2 0,-1 1 0,1-1 0,0 0 0,0 0 0,0-1 0,0 0 0,0 0 0,0-1 0,-1 0 0,1 0 0,-1-1 0,1 1 0,-1-1 0,8-5 0,-3 0 0,0-1 0,0 0 0,0-1 0,-1 0 0,-1 0 0,1-1 0,-2-1 0,0 1 0,0-1 0,-1-1 0,0 0 0,7-21 0,3-14 0,-3 0 0,10-61 0,46-422 0,-42 256 0,34-48 0,-31 209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5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459 1 8192,'-8'0'835,"1"0"1,-1 1-1,1 0 0,-1 1 1,1-1-1,-1 2 1,1-1-1,0 1 1,-12 6-1,9-3-4,1 0 0,-1 1 0,1 1-1,1-1 1,-15 16 0,1 6 68,0 1 0,2 1 0,-17 36 0,31-56-821,-28 58 66,3 2 0,3 0 0,3 3 0,3 0 0,4 1 0,-13 110 1,28-163-145,0 1 0,2-1 0,1 1 0,1 0 0,1-1 0,0 1 0,8 29 0,-7-42 0,1-1 0,-1 1 0,1-1 0,1 0 0,0 0 0,0-1 0,0 1 0,1-1 0,1 0 0,-1 0 0,1-1 0,1 0 0,-1 0 0,1-1 0,0 0 0,1-1 0,-1 1 0,18 7 0,-17-9 0,1-1 0,-1 0 0,0 0 0,1-1 0,-1 0 0,1-1 0,0 0 0,0 0 0,-1-1 0,1-1 0,0 1 0,0-2 0,-1 1 0,1-1 0,-1-1 0,1 1 0,-1-2 0,12-5 0,-7 1 0,0 0 0,-1-1 0,0 0 0,-1-1 0,0-1 0,0 0 0,-1 0 0,-1-1 0,0 0 0,16-27 0,-9 9 0,-2-2 0,-1 1 0,-1-2 0,-2 0 0,-2-1 0,-1 0 0,6-45 0,-5-15 0,-2-134 0,-10 149 0,2 59 0,0 13 0,3 13 0,6 17 0,238 527-4270,-234-527 2375,5 11 2054,43 62-1,-52-86-605,0 0-1,1 0 0,0-1 0,19 14 0,-20-18-1121,0 0 0,0 0 0,0 0 0,12 3 0,35 6-521,-4-9 2090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6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8192,'11'0'11332,"15"0"-11332,47 0 6690,22 0-6690,7 0 0,-4 0 0,-7 0 0,3 0 0,19 0 0,1 0 0,3 0 0,-17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6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8192,'-2'495'11107,"0"36"-6485,8-3-7810,20-106-624,-17-345 5711,4-2 0,3 0-1,39 110 1,-5-57-634,43 119-832,-85-220-433,0-3 0,0 0 0,22 43 0,-26-60 0,0 0 0,0-1 0,1 0 0,0 0 0,0 0 0,0-1 0,1 1 0,0-1 0,0 0 0,0-1 0,0 0 0,1 0 0,0 0 0,8 3 0,3-1 0,1-1 0,-1-1 0,1-1 0,28 2 0,82-3 0,-103-2 0,297-9 0,-242 6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7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770 2 8192,'-30'0'1081,"-39"-1"3065,0 3-1,-86 14 0,130-11-3093,1 1-1,0 1 0,-40 18 1,47-17-1003,0 1 1,0 1 0,1 1 0,0 0 0,-22 23 0,15-12-50,2 1 0,1 1 0,1 1 0,1 1 0,1 0 0,1 1 0,-18 46 0,29-62 0,2 1 0,-1-1 0,1 1 0,1 0 0,0 0 0,1 0 0,1 0 0,-1 0 0,2 1 0,0-1 0,0 0 0,1 0 0,0 0 0,1-1 0,8 20 0,-3-12 0,1-1 0,2 0 0,-1 0 0,2-1 0,1 0 0,0-1 0,0 0 0,25 20 0,15 9 0,1-3 0,3-2 0,1-2 0,109 52 0,-95-58 0,1-3 0,1-3 0,154 31 0,-134-43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7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8192,'2'2'201,"1"0"1,-1 1-1,0 0 1,0-1 0,-1 1-1,1 0 1,-1 0-1,1 0 1,-1 0 0,0 0-1,0 0 1,0 0-1,0 1 1,-1-1-1,1 5 1,2 9 518,19 186 4534,-17-137-4307,28 380 6089,12 614-6196,-44 114-840,-2-754 0,0-394 0,0-15 0,1 0 0,0-1 0,0 1 0,1 0 0,0 0 0,1-1 0,0 1 0,7 17 0,-9-27 0,1 0 0,-1 0 0,0-1 0,1 1 0,-1 0 0,1 0 0,0 0 0,-1-1 0,1 1 0,0 0 0,-1 0 0,1-1 0,0 1 0,0-1 0,0 1 0,-1-1 0,1 1 0,0-1 0,0 1 0,0-1 0,0 0 0,0 1 0,0-1 0,0 0 0,0 0 0,0 0 0,0 0 0,0 0 0,0 0 0,0 0 0,0 0 0,0 0 0,0 0 0,0-1 0,0 1 0,1-1 0,2-1 0,0-1 0,0 1 0,0-1 0,0 0 0,-1 0 0,1 0 0,3-4 0,11-15 0,-2-1 0,0-1 0,-1 0 0,22-52 0,-30 61 0,101-217 0,132-255 0,-192 408 39,-33 58-1091,0 0 0,1 2 0,26-26-1,-32 36 697,1 0-1,0 0 1,1 1-1,0 1 1,0 0-1,1 0 1,19-7-1,-19 10 766,0 1 0,0 0-1,0 1 1,0 0 0,17 0-1,-19 2 88,-1 1 0,1 0 0,-1 0-1,1 1 1,-1 1 0,0-1 0,16 8 0,-11-3-540,0 0 0,-1 2 1,0-1-1,17 15 0,-5 0-581,-1 1 1,-1 1-1,-2 1 0,23 32 0,5 22-2216,-30-41 3006,17 50 0,33 135-1648,-49-158-2905,45 95 0,-24-63 3082,-16-34 1306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8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8192,'-1'14'12195,"-2"1"-6734,-1 2-3652,-6 10-3740,-1 6 2419,-33 112-488,-48 287 0,52 158 0,44 6 0,1-272 0,-2-259 0,-2-38 0,0 0 0,-2-1 0,-4 31 0,5-56 0,0 0 0,0 0 0,0 0 0,0 0 0,0-1 0,-1 1 0,1 0 0,0 0 0,-1-1 0,1 1 0,0 0 0,-1 0 0,1-1 0,-1 1 0,1-1 0,-1 1 0,1 0 0,-1-1 0,1 1 0,-1-1 0,0 1 0,-1 0 0,-12-3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9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8192,'0'11'0,"0"15"2971,22 25-2971,19 15 5848,13 7 2109,8-9-6711,5-14-1246,25-17 0,7-14 0,20-21 0,12-32 0,-5-10 0,-24-21 0,-29-9 0,-28-15 0,-21 8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818 4 8192,'-140'-2'7150,"-46"1"1337,63 6-6307,112-4-2152,0 0-1,0 0 1,1 1 0,-1 1-1,0 0 1,1 0-1,-15 8 1,19-8-29,0 1 0,1 0 0,0 0-1,0 0 1,0 0 0,0 1 0,0 0 0,1 0-1,0 0 1,0 1 0,1-1 0,-1 1 0,-4 11 0,-1 6 1,2 0 0,0 0 0,1 0 0,1 1 0,2 0 0,0 0 0,1 0 0,2 1 0,0-1 0,2 0 0,1 0 0,0 0 0,2 0 0,1 0 0,1-1 0,1 0 0,0-1 0,2 1 0,1-2 0,26 41 0,-14-35 0,0-1 0,1-2 0,2 0 0,1-1 0,0-2 0,2-1 0,0-1 0,1-1 0,41 17 0,-7-7 0,1 0 0,100 59 0,-148-76 0,0 1 0,0 0 0,-2 1 0,1 1 0,-2 0 0,0 1 0,-1 1 0,0 0 0,-1 0 0,11 23 0,-18-30 0,-1 0 0,0 0 0,-1 1 0,0-1 0,-1 1 0,0 0 0,0 0 0,0 16 0,-2-21 0,0 0 0,0 1 0,-1-1 0,0 0 0,0 0 0,0 0 0,-1 0 0,1 0 0,-1-1 0,0 1 0,-1 0 0,1-1 0,-1 1 0,0-1 0,0 0 0,0 0 0,-1 0 0,-5 5 0,-1-2 0,0-1 0,0 0 0,-1 0 0,0-1 0,0 0 0,0-1 0,-1 0 0,1-1 0,-1 0 0,-22 2 0,-17-1 0,-63-2 0,82-2 0,-19-1-102,0-1 0,0-3 0,1-2 0,-53-14 0,82 16-79,1-1 0,1-2 0,-1 0 0,1 0 0,0-2 1,1-1-1,0 0 0,1-1 0,0-1 0,1 0 0,1-1 1,-25-29-1,23 20 841,2-1 0,-17-32 0,-16-50-164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8192,'11'0'0,"26"0"3356,17 0-3356,11 0 5483,6 0-5483,1 0 7957,11 0-6731,-9 12-1226,-16 13 0,-8 26 0,-12 15 0,-13 7 0,12 3 0,11-1 0,-3-2 0,-10-14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0 383 8192,'0'-12'11332,"11"-2"-11332,15 0 6690,36-9-6690,30 1 0,21-9 0,14 3 0,18-7 0,-4 4 0,-15-4 0,-18-8 0,-28-7 0,-26 5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2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1 8192,'-14'35'0,"3"0"0,1 0 0,-7 44 0,-39 402 0,36 5 0,20-470 0,-2 68 16,-6 279 2598,12-122 4211,-3-195-3231,11 57 0,-9-87-3249,1 1 0,0-1-1,11 24 1,-10-31-345,-1-1 0,2 0 0,-1 0 0,1-1 0,1 1 0,-1-1 0,1 0 0,0-1 0,1 0 0,-1 0 0,1-1 0,1 1 0,-1-2 0,1 1 0,-1-1 0,1-1 0,0 0 0,1 0 0,13 2 0,15 2 0,2-1 0,-1-2 0,51-2 0,-74-2 0,216-2 0,-165-1 0,92-17 0,-85 4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2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0 8192,'-3'0'566,"0"1"1,0-1-1,0 0 1,0 1 0,0 0-1,0-1 1,1 1-1,-1 1 1,0-1-1,0 0 1,1 1-1,-1-1 1,1 1-1,-4 2 1,2 0 54,0 0 0,0 0 0,0 0-1,1 1 1,0 0 0,0-1 0,-3 7 0,-1 4 250,0 2 0,1-1 0,1 1 0,-3 17 0,-3 26-821,4 0 1,1 1-1,6 112 1,0-159-51,2 0 0,0 0 0,0 0 0,1-1 0,9 24 0,-10-31 0,1 0 0,0 0 0,1 0 0,0 0 0,-1-1 0,2 0 0,-1 0 0,1 0 0,-1 0 0,1 0 0,0-1 0,1 0 0,11 6 0,-7-4 0,1-1 0,0 0 0,1-1 0,-1 0 0,1-1 0,0-1 0,0 1 0,0-2 0,18 1 0,-24-2 0,0 0 0,0-1 0,0 1 0,0-1 0,0-1 0,0 1 0,-1-1 0,1 0 0,0 0 0,-1-1 0,0 0 0,1 0 0,-1 0 0,0 0 0,-1-1 0,1 0 0,-1 0 0,1 0 0,-1 0 0,6-9 0,-3 1 0,0 0 0,0-1 0,-1 1 0,-1-1 0,0-1 0,-1 1 0,0 0 0,-1-1 0,1-23 0,-3 26 0,0 0 0,-1 0 0,-1 0 0,0 0 0,-1 1 0,0-1 0,0 0 0,-1 0 0,-1 1 0,1 0 0,-2 0 0,-8-16 0,-30-30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3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0 154 8192,'5'1'0,"1"1"0,-1 0 0,-1 1 0,1-1 0,0 1 0,0 0 0,-1 0 0,8 8 0,-3-2 0,-2 0 0,1 1 0,8 15 0,6 15 0,-1 1 0,-2 1 0,-2 0 0,15 57 0,34 194 0,24 296-137,-32-183 3724,-57-400-3461,24 132 4514,-18-103-504,20 54 0,-14-62-2791,-12-27-1338,-1 0 0,0 1 1,0-1-1,0 0 0,0 0 1,0 1-1,1-1 0,-1 0 1,0 0-1,0 1 0,1-1 1,-1 0-1,0 0 0,0 0 1,1 0-1,-1 1 0,0-1 1,0 0-1,1 0 0,-1 0 1,0 0-1,1 0 0,-1 0 1,0 0-1,0 0 0,1 0 0,-1 0 1,0 0-1,1 0 0,-1 0 1,0 0-1,1 0 0,-1 0 1,0 0-1,0 0 0,1 0 1,-1-1-1,3-2-15,-2-1 0,1 0 0,0 1 0,-1-1-1,0 0 1,0 0 0,0 0 0,0 0 0,-1 0 0,1-6 0,10-129-1555,-6-151 1,-5 79 417,25-300-4851,48 1-739,-66 472 6880,2 1-1,2 0 1,1 1-1,2 0 1,29-53-1,-39 81 566,2 0-1,-1 0 0,1 1 0,0-1 1,0 1-1,1 1 0,0-1 0,0 1 1,1 1-1,0-1 0,0 1 0,10-5 1,-10 7-296,0 1 0,0-1 0,0 1 0,1 1 0,-1 0 1,0 0-1,1 0 0,-1 1 0,1 1 0,-1-1 0,1 1 0,-1 1 0,13 3 1,-5-1-122,0 2 1,-1 0 0,1 0 0,-1 2 0,20 13-1,-14-7-1365,-1 2 0,0 1-1,-1 0 1,-1 1 0,26 34 0,-21-21-282,-1 2 1,-2 0 0,18 41-1,-21-36 3143,11 41 0,-23-65-1123,-1 0 0,-1 1 1,0 0-1,-1-1 0,0 1 0,-1 21 0,-1-30-545,-1-1 0,0 1 0,0-1 0,0 0 1,-1 0-1,1 1 0,-1-1 0,-1 0 0,1-1 0,-1 1 0,1 0 0,-1-1 0,-1 1 0,1-1 1,-1 0-1,1 0 0,-1 0 0,0-1 0,-1 1 0,-7 4 0,-1-1-60,-1 0 1,0-1-1,0 0 1,-1-1-1,1-1 0,-1 0 1,-25 2-1,-112 2-556,134-8 355,-40 0 220,0-3 0,-1-3 0,1-2 0,1-3 0,0-2 0,-94-36 0,45 6-80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52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8192,'11'11'18022,"37"4"-18022,32-1 0,14-3 0,13 19 0,0 5 0,3-4 0,5-8 0,17-6 0,-4 3 0,-1 0 0,-11-5 0,-14-4 0,-2-4 0,-8-4 0,-8-1 0,-7-2 0,-16-1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3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8192,'11'-11'3356,"15"-4"-3356,25 1 5483,26 2 3700,11 4-9183,2 3 0,18 14 0,14 5 0,-4 0 0,-10-3 0,-13-2 0,-22-3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8192,'33'0'18022,"22"0"-18022,13 0 0,6 0 0,-10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8192,'11'0'3356,"14"0"2640,15 0 1463,11 0-6248,9-11-1211,15-4 0,7 1 0,-12 3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8192,'22'0'11332,"18"0"-4642,14 0-6690,-2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8192,'11'0'18022,"15"0"-18022,2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8192,'33'0'11332,"22"22"-4642,24 7-6690,21 11 0,-7 19 0,-19 12 0,-34 15 0,-45 16 0,-33-10 0,-21-10 0,-23-7 0,-19-5 0,-4-4 0,16-13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3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0 463 8192,'8'21'13374,"-7"-19"-12538,22 13 3372,-12-12-4389,0 0 0,0 0 0,14 0 0,-21-2 509,76 8-328,137-4 0,-201-5 0,-1 0 0,1-2 0,-1 0 0,1 0 0,-1-1 0,0-1 0,0-1 0,25-11 0,-38 15 0,-1 1 0,0-1 0,1 0 0,-1 1 0,0-1 0,1 0 0,-1 0 0,0 0 0,0 0 0,0 0 0,0 0 0,0-1 0,0 1 0,0 0 0,0 0 0,-1-1 0,1 1 0,0-1 0,-1 1 0,1 0 0,-1-1 0,1-1 0,-1 2 0,-1-1 0,1 1 0,-1 0 0,1 0 0,-1-1 0,1 1 0,-1 0 0,0 0 0,0 0 0,1 0 0,-1 0 0,0 0 0,0 0 0,0 0 0,0 0 0,0 1 0,0-1 0,-1 0 0,-1-1 0,-7-3 0,-1 0 0,0 1 0,-1 0 0,-16-3 0,10 3 8,0 1 0,-1 0 0,1 2 0,-1 0 0,-31 3 1,44-2-36,0 1 1,0 0-1,1 0 1,-1 0-1,0 1 1,0 0-1,1 0 1,-1 1 0,1-1-1,0 1 1,0 0-1,0 1 1,0-1-1,0 1 1,1 0-1,0 0 1,0 0 0,0 1-1,0 0 1,0-1-1,1 1 1,-3 7-1,3-6-189,0 1-1,1-1 0,0 1 1,0-1-1,0 1 0,1 0 1,0 0-1,0 0 0,1 0 1,0 0-1,0 0 1,1 0-1,0 0 0,0-1 1,0 1-1,1 0 0,0 0 1,1-1-1,-1 1 0,1-1 1,0 0-1,1 0 0,0 0 1,-1 0-1,2-1 0,-1 1 1,1-1-1,0 0 1,0-1-1,0 1 0,1-1 1,-1 0-1,12 6 0,4 0-364,0 0 1,0-1-1,1-1 0,38 8 0,96 8-4263,-107-20 4487,0-1 1,1-3-1,-1-2 1,0-2-1,0-2 1,50-13-1,-77 14 367,0-2-1,-1 0 0,0-1 0,0-1 0,-1-1 1,0-1-1,-1-1 0,0-1 0,-1 0 1,0-1-1,-1-1 0,-1-1 0,-1 0 0,0-1 1,18-26-1,-20 20 102,0-1 0,-2 1 0,-1-2 0,0 0 0,9-43 1,-14 47 114,-2 0 0,0 0 0,-1 0 0,-1-1 0,-1 1 0,-1-1 0,-5-28 1,5 43-488,-1 0 1,-1 0 0,1 0-1,-1 0 1,0 0 0,0 1 0,-8-12-1,6 11 366,-1 1-1,1 0 1,-1 0-1,-1 0 0,1 1 1,-1 0-1,1 0 1,-2 0-1,1 1 0,-12-5 1,10 5 18,0 1 0,0 0 0,-1 1 0,1 0 0,-1 0 0,0 1 0,1 0 0,-19 1 0,19 1-430,1 0-1,-1 1 0,0 0 0,1 0 0,0 1 1,-9 3-1,3 2 339,0 1 0,0 0 0,1 1 1,1 0-1,0 1 0,0 0 0,1 1 0,0 0 0,1 1 1,0 0-1,1 1 0,1 0 0,0 0 0,1 1 1,1 0-1,0 0 0,1 1 0,0 0 0,-3 27 0,7-38-17,1 1 0,0-1-1,0 0 1,1 1 0,-1-1 0,1 1-1,0-1 1,1 0 0,-1 1-1,1-1 1,0 0 0,1 0-1,-1 0 1,1-1 0,0 1 0,0-1-1,0 1 1,0-1 0,1 0-1,0 0 1,0 0 0,0-1-1,0 1 1,1-1 0,-1 0 0,1-1-1,8 5 1,0-2 222,-1 0-1,1-1 1,-1 0 0,1-1 0,0-1-1,0 0 1,1 0 0,-1-1 0,0-1 0,17-2-1,-16 0 638,-1 0-1,1-1 1,-1-1 0,0 0-1,0-1 1,-1 0-1,1-1 1,-1 0-1,0-1 1,-1 0 0,18-15-1,-21 15-665,0 0 1,-1-1-1,1 0 0,-2 0 0,1-1 0,-1 0 1,0 0-1,-1 0 0,0-1 0,-1 1 0,0-1 1,0-1-1,-1 1 0,0 0 0,1-12 0,-3 16-195,-1 0 0,0 0-1,0-1 1,-1 1-1,1 0 1,-1 1 0,-1-1-1,1 0 1,-1 0-1,0 0 1,0 1 0,-4-8-1,4 10-11,1 1-1,0 0 1,-1 0 0,1 0-1,-1 0 1,0 0 0,0 0-1,1 1 1,-1-1 0,0 1-1,-1-1 1,1 1 0,0 0-1,0-1 1,-1 1 0,1 0-1,0 1 1,-1-1 0,1 0-1,-1 1 1,1-1 0,-1 1-1,1 0 1,-1 0 0,1 0-1,-1 0 1,0 0 0,1 1-1,-1-1 1,-2 1 0,0 1-71,0 0 0,1 0 1,-1 1-1,0-1 0,1 1 1,0 0-1,-1 0 0,1 0 1,0 1-1,1 0 0,-1-1 1,-5 9-1,-2 3-555,2 0 0,-14 29 0,2 7-602,2 1 0,2 1 0,3 1 0,2 0-1,-6 67 1,16-104 170,1 0-1,0 0 1,1 1 0,1-1-1,5 29 1,-4-40 978,-1 0 1,1-1 0,1 1 0,-1 0-1,1-1 1,-1 0 0,2 1 0,-1-1-1,1 0 1,-1-1 0,1 1 0,0-1-1,1 0 1,-1 0 0,1 0 0,0 0-1,0-1 1,10 6 0,0-2 79,1-1 0,0-1 0,0 0 0,0-1 0,0-1 0,26 2 0,100-2 0,-113-4 0,67-2 2336,-7-4 10346,-58 2-9678,-31 5-3004,1 0 0,-1 0 0,0 0 0,0 0 0,0 0 0,0 0 0,0 0 0,0 0 0,0 0 0,1 0 0,-1 0 0,0-1 0,0 1 0,0 0 0,0 0 0,0 0 0,0 0 0,0 0 0,0 0 0,1 0 0,-1 0 0,0 0 0,0 0 0,0 0 0,0-1 0,0 1 0,0 0 0,0 0 0,0 0 0,0 0 0,0 0 0,0 0 0,0-1 0,0 1 0,0 0 0,0 0 0,0 0 0,0 0 0,0 0 0,0 0 0,0 0 0,0-1 0,0 1 0,0 0 0,0 0 0,0 0 0,0 0 0,0 0 0,0 0 0,0 0 0,0-1 0,0 1 0,0 0 0,-1 0 0,1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3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654 0 8192,'-24'18'0,"0"1"0,1 1 0,1 0 0,-36 44 0,-63 107 0,77-100 0,2 1 0,3 3 0,4 1 0,3 2 0,4 1 0,3 1 0,-18 102 0,-15 363 0,47-398 0,-10 261 4130,17-1 7210,5-343-10198,13 98 0,-8-129-1089,1 1 1,2-1-1,1-1 1,24 52 0,-6-30-54,52 77 0,-26-56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8192,'34'0'3356,"43"0"2127,31 0-5483,9 0 7957,6 0-7957,5 0 1226,-9 0-1226,-36 0 0,-53 11 0,-33 15 0,-48 36 0,-27 8 0,-1 2 0,3-10 0,3-5 0,3-12 0,13-3 0,16-8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8192,'11'0'3356,"15"11"-3356,3 15 5996,-4 14-5996,6 0 7459,8 27-7459,-3-43 1211,-7-25-1211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0 281 8192,'11'0'3356,"15"0"2640,36 0 1463,19 0-7459,6 0 1211,11 0-1211,0 0 0,5-11 0,-4-15 0,-7-14 0,-9-22 0,-18-12 0,-20 7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0 8192,'0'11'0,"0"37"2971,0 55-2971,0 53 5848,0 35 2109,-11 6-7957,-4 14 1246,1 4-1246,3-23 0,3-33 0,3-33 0,-9-26 0,-2-31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34 414 8192,'-1'93'5073,"0"29"4856,5-42-7947,-4-72-1917,1-1 1,0 0-1,0 0 1,1 0-1,0 0 1,0-1-1,1 1 1,0 0-1,0-1 1,0 0-1,1 1 0,0-1 1,0-1-1,0 1 1,10 9-1,-6-9-65,0 0-1,0-1 0,1 1 0,0-2 0,-1 1 0,2-1 1,-1 0-1,0-1 0,1 0 0,0-1 0,9 1 1,3 2 0,0-2 0,0-1 0,0-1 0,1-1 0,-1 0 0,30-6 0,-42 4 0,-1 0 0,0-1 0,0 0 0,0 0 0,-1-1 0,1 0 0,-1-1 0,1 0 0,-2 0 0,1-1 0,0 1 0,-1-2 0,0 1 0,-1-1 0,0 0 0,0-1 0,7-10 0,0-5 0,-1 1 0,-2-2 0,0 1 0,-1-2 0,7-36 0,-8 24 0,-2 1 0,-2-1 0,0-47 0,-5 64 0,0 1 0,-1 0 0,-1-1 0,-1 1 0,-1 1 0,0-1 0,-2 1 0,0-1 0,-14-24 0,13 29 0,0 1 0,-1 1 0,0 0 0,-1 0 0,0 0 0,-1 2 0,-1-1 0,0 1 0,0 1 0,0 0 0,-1 1 0,-24-11 0,17 11 0,1 0 0,-1 2 0,0 1 0,0 0 0,-1 1 0,-34-1 0,41 5 0,1 0 0,-1 0 0,0 1 0,1 1 0,-1 1 0,1 0 0,-1 0 0,1 2 0,1-1 0,-1 2 0,-12 6 0,20-10 0,1 0 0,0 1 0,1-1 0,-1 1 0,0 0 0,1 0 0,-1 0 0,1 0 0,0 1 0,0-1 0,0 1 0,1 0 0,-1-1 0,1 1 0,0 1 0,0-1 0,0 0 0,1 0 0,-1 1 0,1-1 0,0 1 0,0 6 0,9 28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0 8192,'22'0'0,"18"0"3356,14 0 2127,9 0 2474,4 12-7957,2 2 1226,-21 11-1226,-42 13 0,-32 9 0,-35 10 0,-28 4 0,-11 16 0,1-7 0,6-14 0,19-17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6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8192,'22'0'3356,"19"0"-3356,35 0 14666,5-12-14666,-12-2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6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8192,'11'33'0,"26"55"0,7 58 0,-5 47 0,3 25 0,-6 8 0,-10 10 0,3-2 0,-4-18 3356,-6-35 2127,-7-38-5483,-5-31 7957,-3-13-6731,-3-23-1226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9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611 0 8192,'6'53'1834,"0"-24"-872,36 255 4710,42 216 2873,-58-383-7934,48 238-173,-62-272-451,-3 0-1,-3 112 1,-9-142-3,-3 0 0,-2 0 0,-24 85 0,-65 146-2717,28-122-1683,-117 199 1,40-86-958,54-92 4095,-11 21 4392,6-3 6476,60-121-4015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6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1 468 8192,'4'-6'640,"1"0"1,-1 0 0,0 0-1,0-1 1,0 1-1,3-11 1,13-22 4470,-11 27-3614,-1 1-1,2 0 0,12-12 0,38-25 803,75-31-2560,-75 47 665,-15 7-404,1 3 0,1 2 0,1 2 0,0 1 0,1 3 0,1 3 0,0 1 0,74-5 0,8 8 0,207 16 0,-308-6 0,54 12 0,-73-12 0,0 0 0,-1 2 0,1-1 0,-1 1 0,0 1 0,0 0 0,14 11 0,-1 2 0,-2 2 0,0 1 0,-1 0 0,-1 1 0,-1 2 0,-1 0 0,-2 1 0,0 0 0,-2 1 0,12 32 0,-17-37 0,-1 0 0,-2 0 0,0 1 0,-1 0 0,-2 0 0,0 1 0,-2-1 0,0 0 0,-1 1 0,-2-1 0,0 0 0,-2 1 0,-10 36 0,3-26-181,-1-1 0,-30 57 0,33-75 69,-1 0 0,0-1 0,-1 0-1,0-1 1,-2 0 0,1 0 0,-26 18 0,7-8 272,-2-2 0,0-1 0,-1-1 0,-1-2 0,0-1 0,-2-2 0,0-2 0,-55 12 0,29-15-160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7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921 208 8192,'-8'-21'16929,"-12"6"-14386,-16 4-5415,22 8 4066,13 2-966,-13-1-228,-1 1 0,0 0 0,0 1 0,0 0 0,0 1 0,0 1 0,1 0 0,-1 1 0,0 1 0,1 0 0,0 1 0,0 1 0,0 0 0,1 1 0,0 0 0,-20 15 0,4 0 0,0 1 0,1 2 0,1 1 0,1 1 0,-34 47 0,-6 15 0,3 3 0,5 3 0,-68 146 0,112-203 0,1 1 0,3 0 0,1 0 0,1 1 0,-2 56 0,8 203 0,4-204 0,-2-63 0,2-1 0,0 1 0,3-1 0,13 56 0,-14-76 0,0-1 0,0 0 0,0 0 0,2 0 0,-1 0 0,1-1 0,0 0 0,1 0 0,0-1 0,1 1 0,0-2 0,0 1 0,0-1 0,1 0 0,0-1 0,0 0 0,17 7 0,-1-3 0,1-1 0,0-1 0,0-1 0,1-1 0,47 3 0,141-4 0,-190-5 0,44-1 0,114-17 0,-155 13 0,0-1 0,0-1 0,0-2 0,-1 0 0,-1-2 0,40-23 0,-33 12-519,0-2 0,-2-2 0,0 0 0,-2-3 0,-1 0 0,-2-1 0,-1-2 0,-1-1 0,-2 0 0,22-45 0,2-16-2767,-4-2-1,50-172 1,-61 156 2877,-5-2 0,-4 0 0,-6-2 0,-5 0 0,-5-186 0,-7 283 825,0 1 0,-1 0 0,0 0 0,-11-33 0,11 45-395,0 0 0,-1 0-1,1 1 1,-2-1 0,1 1 0,0 0 0,-1 0-1,0 0 1,0 0 0,-1 1 0,1-1 0,-1 1 0,0 0-1,0 1 1,0-1 0,-1 1 0,1 0 0,-8-2 0,-9-3-160,0 1 0,0 1 0,-1 2 0,-35-4 0,-98 2 1734,119 6-2110,-532 8-2346,529-5 2861,1 2 0,0 1 0,-66 20 0,26 3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7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1 248 8192,'11'-11'2971,"26"-4"2877,17 1 2109,45 3-7957,49 3 1246,32 3-1246,31 2 0,45 2 0,13 1 0,16 1 0,-8-1 0,5 1 0,-23-1 0,-34 1-2971,-33-12 2971,-49-26 2971,-49-29-2971,-40-2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8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461 0 8192,'22'22'11332,"30"41"-4642,16 31-6690,-2 12 0,-13-2 0,-16-8 0,-25 25 0,-47 3 0,-30-9 0,-47-2-2971,-38-9 2971,-5 0-5849,13-6-3353,31-21 9202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1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8192,'1'30'3316,"6"37"1,5-2-254,29 87-1,-23-93-350,54 186-826,122 440-1220,-166-572-666,-15-51 0,2 0 0,4-2 0,46 105 0,-61-157 0,1 0 0,0 0 0,0-1 0,0 1 0,12 10 0,-16-17 0,0 0 0,0 0 0,0 0 0,0 0 0,0 0 0,1 0 0,-1 0 0,0 0 0,1-1 0,-1 1 0,1-1 0,-1 1 0,1-1 0,-1 0 0,1 1 0,-1-1 0,1 0 0,-1 0 0,1 0 0,-1 0 0,1 0 0,-1 0 0,1-1 0,-1 1 0,1 0 0,-1-1 0,1 1 0,-1-1 0,0 0 0,1 1 0,-1-1 0,0 0 0,1 0 0,-1 0 0,0 0 0,0 0 0,0 0 0,0 0 0,2-2 0,2-4 0,0 0 0,-1 0 0,1 0 0,-1-1 0,-1 0 0,1 0 0,-1 0 0,3-14 0,13-77 0,-5-48-373,-8-246 0,5-76-8052,-7 436 6783,14-57 0,-15 80 2653,0 0 0,0 0 0,1 1 0,1-1 0,-1 1 0,1 0 0,1 0 0,11-13 0,-16 20-994,0 1 0,1-1 0,-1 1-1,1-1 1,0 1 0,0 0 0,-1-1 0,1 1 0,0 0-1,0 0 1,0 0 0,0 0 0,0 1 0,0-1-1,1 1 1,-1-1 0,0 1 0,0 0 0,0 0-1,0-1 1,1 2 0,-1-1 0,0 0 0,0 0 0,0 1-1,0-1 1,0 1 0,1 0 0,-1-1 0,0 1-1,-1 0 1,3 1 0,5 4-16,-1 0-1,-1 0 1,0 1 0,1 0-1,10 14 1,4 8 618,0 1 0,-2 1 1,22 46-1,41 109-2494,-35-73 1594,-44-102 531,1-1-1,0 1 1,1-1 0,0 0-1,0 0 1,1-1 0,1 0-1,13 14 1,-19-21-232,1-1-1,-1 1 1,1-1 0,-1 1-1,1-1 1,0 0-1,-1 0 1,1 0 0,0 0-1,0-1 1,0 1-1,0-1 1,-1 1 0,1-1-1,5 0 1,-4-1-65,1 0 0,-1 0-1,1-1 1,-1 0 0,0 1 0,0-1 0,0 0 0,0-1 0,0 1 0,0-1-1,0 0 1,5-5 0,16-20-670,0-1-1,-2-1 0,-1-1 1,30-58-1,-44 76 510,160-311-6233,-97 167-784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1 8192,'0'5'244,"-1"0"-1,1 1 1,-1-1 0,0 0 0,0 0-1,-1 0 1,1 0 0,-1 0 0,0 0 0,-6 8-1,0 5 786,0-3-562,-115 251 7592,86-176-5677,-26 101 0,39-97-2127,4 0 1,5 1-1,-6 144 1,21-237-256,-1 13 0,0 1 0,1-1 0,1 0 0,1 1 0,0-1 0,0 0 0,8 20 0,-10-32 0,1-1 0,0 0 0,0 0 0,0 0 0,0 1 0,0-1 0,0 0 0,1 0 0,-1-1 0,1 1 0,-1 0 0,1 0 0,0-1 0,-1 1 0,1-1 0,0 0 0,0 1 0,0-1 0,0 0 0,0 0 0,1 0 0,-1 0 0,0-1 0,0 1 0,1 0 0,-1-1 0,0 0 0,1 0 0,-1 1 0,0-1 0,1-1 0,-1 1 0,0 0 0,1 0 0,-1-1 0,3 0 0,2-3 0,1 1 0,-1-1 0,0 0 0,0 0 0,-1 0 0,1-1 0,-1-1 0,0 1 0,0-1 0,6-7 0,9-15-301,-1 0 0,-1-1 1,-1-1-1,25-60 1,39-138 1068,-65 175-33,5-3-735,-22 55-18,0 0 1,1 1 0,-1-1 0,0 1 0,0-1 0,1 1 0,-1-1 0,0 1 0,1-1-1,-1 1 1,1-1 0,-1 1 0,1-1 0,-1 1 0,1 0 0,-1-1 0,1 1 0,-1 0-1,1-1 1,-1 1 0,1 0 0,0 0 0,-1-1 0,1 1 0,-1 0 0,1 0 0,0 0-1,-1 0 1,1 0 0,0 0 0,-1 0 0,1 0 0,0 0 0,-1 0 0,1 0 0,-1 1-1,1-1 1,0 0 0,-1 0 0,1 1 0,-1-1 0,1 0 0,-1 1 0,1-1 0,-1 0-1,1 1 1,-1-1 0,1 1 0,-1-1 0,1 1 0,20 33-1965,-18-27 1386,21 36-3316,3-1 1,39 50-1,25 16 2816,-62-75 1509,68 59-1,-84-81-327,1-1 1,-1-1 0,2 0-1,-1-1 1,1 0 0,1-1 0,-1-1-1,19 5 1,-28-10-182,0 0 0,-1 0 0,1-1 0,0 1 0,0-1 1,0-1-1,-1 1 0,1-1 0,0 0 0,-1 0 0,1-1 0,0 0 0,-1 0 0,0 0 0,1 0 1,-1-1-1,0 0 0,0 0 0,-1 0 0,1-1 0,-1 0 0,1 0 0,3-5 0,31-43-463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8192,'11'0'11332,"15"0"-11332,25 11 6690,26 15-6690,33 3 0,9-4 0,17-6 0,-2-6 0,-26-27 0,-30-12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8192,'0'865'14425,"0"-291"-10828,0-518-3597,3 103 0,-1-138 0,1 1 0,1-2 0,1 1 0,1 0 0,11 26 0,-14-40 0,0 0 0,1 0 0,0 0 0,1-1 0,-1 0 0,1 0 0,1 0 0,-1 0 0,1-1 0,0 0 0,0 0 0,0 0 0,1-1 0,0 0 0,0 0 0,0-1 0,0 0 0,0 0 0,1 0 0,-1-1 0,15 2 0,8-1 0,1-1 0,-1-1 0,1-2 0,38-5 0,-18 2 0,702-17 0,-638 21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3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470 1 8192,'-22'0'2971,"-18"0"-2971,-25 11 5848,-13 3-5848,-3 11 7957,12 13-6711,17 20-1246,18 13 0,14 5 0,11 1 0,18 9 0,41-10 0,23-18 0,9-18 0,3-17 0,-13-12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3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8192,'22'130'4738,"6"149"0,-15 130 2269,-12-334-6490,2 869 505,-3-913-1022,-1 1 0,2 1 0,7 51 0,-7-76 0,0 0 0,1-1 0,1 1 0,-1 0 0,1-1 0,0 0 0,1 1 0,0-1 0,0-1 0,0 1 0,1 0 0,0-1 0,1 0 0,-1 0 0,10 7 0,-12-11 0,0 0 0,0 0 0,0 0 0,0 0 0,1-1 0,-1 0 0,0 1 0,1-1 0,-1 0 0,1-1 0,-1 1 0,1-1 0,-1 1 0,1-1 0,-1 0 0,1 0 0,-1-1 0,1 1 0,-1-1 0,1 0 0,-1 0 0,1 0 0,5-2 0,4-4 0,-1-1 0,0 0 0,0 0 0,-1-1 0,12-12 0,49-46 5,35-40-4915,97-90-6292,-55 79 12997,-126 102-1157,1 1 0,0 0-1,33-13 1,-51 25-622,0 1 0,0 0 1,0 0-1,0 0 0,0 1 0,1 0 0,-1 0 1,0 1-1,1 0 0,-1 0 0,0 0 1,1 1-1,-1-1 0,0 2 0,1-1 0,-1 1 1,0 0-1,0 0 0,0 0 0,5 4 1,0 3 727,-1 0 1,0 0-1,-1 1 1,0 0-1,0 0 1,-1 1 0,11 19-1,-10-15 106,33 51 64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223 0 8192,'-16'0'3821,"0"1"0,-24 5 0,28-3-2852,1-1 1,0 2 0,1 0-1,-15 6 1,19-7-892,1 0 0,0 0-1,0 0 1,0 1 0,0 0 0,1 0-1,-1 0 1,1 0 0,0 1 0,0-1-1,1 1 1,-1 0 0,1 0 0,0 1-1,0-1 1,1 1 0,0-1 0,0 1-1,0 0 1,0 0 0,0 7 0,1 0-78,1-1 0,0 1 0,1 0 0,0-1 0,1 1 0,0-1 0,1 0 0,0 1 0,1-1 0,1-1 0,7 17 0,-4-13 0,0-1 0,1-1 0,1 1 0,0-1 0,1-1 0,0 0 0,0 0 0,18 12 0,-13-13 0,0-1 0,1 0 0,0-2 0,1 1 0,0-2 0,0-1 0,22 6 0,-9-6 0,1 0 0,0-2 0,45 0 0,-61-4 0,0-1 0,-1 0 0,0-2 0,1 1 0,-1-2 0,0 0 0,0-1 0,15-7 0,-25 10 0,-1 0 0,1 0 0,-1-1 0,0 1 0,0-1 0,0 0 0,0 0 0,0-1 0,-1 1 0,1-1 0,-1 1 0,0-1 0,0 0 0,0 0 0,-1-1 0,1 1 0,-1 0 0,0-1 0,-1 0 0,1 1 0,-1-1 0,0 0 0,0 0 0,0 0 0,0 0 0,-1 0 0,0 0 0,-1-8 0,0 7 0,-1-1 0,0 1 0,-1 0 0,1 0 0,-1 0 0,0 0 0,-1 0 0,1 1 0,-1 0 0,0-1 0,-1 1 0,1 1 0,-1-1 0,0 1 0,0-1 0,0 2 0,-1-1 0,1 0 0,-8-2 0,-8-5 0,0 1 0,-1 2 0,0 0 0,-24-5 0,3 4 0,-1 1 0,-46-1 0,4 5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8192,'11'0'0,"26"0"2971,29 0-2971,58 0 5848,42 0-5848,25 0 7957,25 0-7957,-13 0 1246,2 0-1246,-21 0 0,-21 0 0,-26 0 0,-37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8192,'0'11'0,"0"48"3356,0 47 2640,11 17-5996,4-2 7459,-1-10-7459,-3-13 1211,8-23-1211,23-24 0,4-21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8192,'11'11'3356,"4"15"2127,-1 25 2474,8 26-7957,1 22 1226,-4 16-1226,-5 0 0,17-8 0,26-23 0,3-26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660 0 8192,'11'0'2971,"15"0"2877,13 0-5848,24 0 9203,-23 0-9203,-28 0 0,-71 22 0,-49 19 0,-28 13 0,-12 19 0,-4-2 0,13-2 0,31-14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8192,'11'0'3356,"15"0"2127,13 11-5483,2 26 7957,3 17-6731,6 12-1226,17-7 0,-4-12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6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8192,'0'22'0,"11"29"2971,4 29-2971,-1 22 5848,-3 28-5848,8 2 7350,1 23-7350,-3 30 1853,-5-6-1853,-4 11 0,-3-4 0,-3-12 0,-2-14 0,0 0 0,-1 5 0,0-47 0,0-43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7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2351 0 8192,'-6'0'189,"0"0"1,1 1 0,-1-1 0,0 1-1,1 0 1,-1 1 0,1-1 0,-1 1-1,1 0 1,0 1 0,-9 4 0,-9 4 329,-305 160 4775,1 24-5059,-306 220-6873,617-404 6458,-184 121-714,-350 254 2169,380-256 13744,168-128-14936,-1-1 0,1 1 0,0 0 0,0 0 0,0 0 0,0 0 1,0 0-1,0 1 0,0-1 0,1 0 0,-1 1 0,1-1 0,-2 6 0,3-6-84,0 0-1,0-1 0,0 1 0,1-1 0,-1 1 0,0-1 0,1 1 0,0 0 0,-1-1 0,1 0 0,0 1 0,0-1 0,0 1 0,-1-1 0,2 0 0,-1 0 0,0 1 0,0-1 0,0 0 0,0 0 0,1 0 0,-1 0 1,0 0-1,3 0 0,5 5 2,2 0 0,-1-1 0,1 0 0,-1 0 0,1-2 0,19 5 0,80 11 0,-103-18 0,139 14 0,293-7 0,-381-10 33,0-3 0,0-3 0,-1-2 0,0-3 0,55-20 0,-86 23-97,0-1-1,-1-1 1,-1-1 0,0-2-1,27-21 1,-35 23-222,-1-1 0,0 0 0,-1-1 0,0-1 0,-2 0 0,0-1 0,19-35 0,-22 32 423,0 0 1,-2-1-1,0 0 1,-1 0 0,-2 0-1,0-1 1,-1 1-1,-1-1 1,-1 0-1,-1 0 1,-1 0-1,-1 0 1,-1 1-1,0-1 1,-2 1 0,-1 0-1,-15-39 1,4 23-138,-1 1 0,-2 1 0,-1 0 0,-2 2 0,-32-37 0,19 30 0,-1 1 0,-3 2 0,-63-46 0,69 59-42,-1 2 1,-1 2 0,-1 1 0,-1 2-1,0 1 1,-1 3 0,-1 0 0,0 3-1,-1 1 1,1 3 0,-51-3-1,69 9-239,1 0 0,0 2 0,0 1 0,0 0 0,0 2 0,0 0 0,1 1 0,0 1 0,0 1 0,1 1-1,0 1 1,1 1 0,0 0 0,0 1 0,1 1 0,1 0 0,0 2 0,-24 27 0,17-13-612,1 1 0,2 0 0,1 2 0,1 0 0,2 1 0,1 1 0,2 0 0,1 1 1,2 0-1,-7 40 0,13-51 627,0 0-1,2 1 1,1-1 0,1 0 0,1 1 0,1-1 0,1 0 0,8 34-1,-6-41 270,1-1-1,0 0 1,2 0-1,-1 0 0,2-1 1,0 0-1,1 0 1,0-1-1,1-1 1,1 0-1,0 0 0,22 18 1,-11-15-3,0-1 0,0-1 0,1-1 0,1-1 0,0-2 0,0 0 0,1-1 0,1-2 0,50 8 0,-10-7 0,-1-4 0,131-7 0,-124-2 0,0-4 0,0-3 0,-1-3 0,-1-4 0,-1-2 0,0-3 0,74-38 0,-103 40 0,0-1 0,-2-2 0,-1-2 0,-2-1 0,40-40 0,-52 44 0,-1-2 0,-2 0 0,0-2 0,-2 0 0,-1-1 0,-1-1 0,21-53 0,-33 70 0,0-1 0,-1 0 0,-1 0 0,0 0 0,-1 0 0,-1 0 0,0 0 0,-1-16 0,0 25 0,-1 0 0,1 1 0,-1-1 0,0 0 0,0 1 0,-1-1 0,1 1 0,-1-1 0,0 1 0,0 0 0,0 0 0,-1 0 0,1 0 0,-1 0 0,0 0 0,0 1 0,-1-1 0,1 1 0,-1 0 0,1 0 0,-1 0 0,0 1 0,0-1 0,0 1 0,-1 0 0,-7-3 0,7 4 0,-1 0 0,0 0 0,0 0 0,0 1 0,0 0 0,1 0 0,-1 1 0,0-1 0,0 1 0,0 0 0,0 1 0,1-1 0,-1 1 0,1 0 0,-7 4 0,-3 2 0,1 0 0,0 1 0,1 1 0,-21 18 0,2 3-12,2 2 1,1 1-1,-47 72 1,33-36 313,-43 98 1,31-31 3808,49-118-2293,1 0 0,0 0 0,2 0 0,0 0-1,0 26 1,3-37-1653,1-1-1,-1 1 1,2-1-1,-1 1 0,1-1 1,0 1-1,1-1 1,-1 0-1,1 0 1,1 0-1,0 0 1,0-1-1,0 0 0,0 1 1,6 4-1,-6-7-171,-1 0-1,1-1 0,0 0 0,0 0 0,0 0 1,1-1-1,-1 1 0,1-1 0,-1 0 0,1 0 1,0-1-1,-1 1 0,1-1 0,0 0 1,0 0-1,0-1 0,0 1 0,0-1 0,0 0 1,0-1-1,0 1 0,0-1 0,5-1 1,0-2 7,0 1 0,-1-1 0,1-1 0,-1 0 0,0 0 0,0-1 0,-1 0 0,0 0 0,9-10 0,7-8 0,32-41 0,-27 25 0,-1-1 0,-2-2 0,-2 0 0,-2-2 0,-2 0 0,-2-1 0,-2-1 0,-2-1 0,9-54 0,-20 87 5,0-1 1,-1 0 0,-1 0 0,-1 0 0,0 0 0,-5-28 0,4 37-34,-1 0-1,0 0 1,-1 1 0,1-1 0,-1 1-1,0 0 1,-1 0 0,0 0 0,0 0 0,0 0-1,-1 1 1,1 0 0,-1 0 0,-1 0-1,1 1 1,-1-1 0,1 1 0,-8-3-1,0 0-216,-1 0-1,1 1 0,-2 1 1,1 0-1,-1 1 1,1 0-1,-1 1 0,0 1 1,0 1-1,-27 0 0,29 1-86,0 1 0,0 1 0,0 0 0,1 1 0,-1 1 0,1 0 1,0 0-1,0 1 0,0 0 0,1 1 0,-1 1 0,2 0 0,-16 12 0,9-2-215,1-1-1,1 2 1,1 0 0,1 1 0,0 0 0,1 1 0,1 0 0,1 1 0,-10 30-1,4-1-951,1 1 0,-14 104-1,24-125 1456,2 1 0,2-1 0,0 1-1,7 47 1,-5-68 45,1 0 0,0 0-1,0 0 1,1 0 0,1 0 0,0-1-1,0 0 1,1 0 0,0 0 0,0 0-1,1-1 1,0 1 0,1-2 0,0 1-1,0-1 1,0 0 0,11 7 0,-8-7 146,2-1-1,-1-1 1,1 0 0,-1-1 0,1 0-1,1 0 1,-1-2 0,0 1 0,1-2-1,-1 1 1,21-2 0,-10 0 36,1-2 0,-1-1 1,0-1-1,0 0 0,32-12 1,-43 11-343,0 0 1,-1 0 0,1-1 0,-1-1 0,0 0 0,-1 0-1,0-1 1,0 0 0,0-1 0,9-12 0,-7 6 293,-1 0 0,-1-1 0,0 0 0,-1 0 0,-1-1 0,9-26 0,-6 8-283,-2 1 0,-2-1-1,-1-1 1,-2 0 0,-2 1-1,0-1 1,-5-36 0,2 57 494,-1-1 0,0 1 1,-1 0-1,-1 0 0,-1 0 0,-8-21 0,8 27 65,1 1-1,-1-1 1,0 1-1,-1 1 1,0-1 0,0 1-1,-1 0 1,0 0-1,0 1 1,0 0-1,-17-10 1,11 9 128,0 0 0,0 1 0,-1 0 0,0 1 0,0 1 0,0 0 1,0 1-1,-1 1 0,1 0 0,-1 1 0,-26 1 0,30 1-358,0 1 0,0 0 0,0 0 0,0 1 1,1 0-1,-1 1 0,1 0 0,0 1 0,0 0 0,1 1 0,-1 0 0,1 0 0,0 1 0,1 0 0,0 0 0,-11 14 0,6-5-366,1 2 1,1 0-1,1 0 0,0 1 0,2 0 1,0 0-1,-8 32 0,3 0-1088,-10 97-1,18-113-511,2-1 0,2 1 0,1 0 0,5 37 0,-3-62 1282,0 0-1,1 0 1,0 0 0,0 0-1,1-1 1,0 1 0,11 16 0,-11-20 457,0 0 0,1-1 0,0 0 0,0 0 0,0 0 0,1 0 0,-1-1 0,1 0 1,0 0-1,1-1 0,-1 0 0,12 5 0,-3-4 24,0 0 0,0-1 0,0-1-1,0 0 1,0-1 0,0-1 0,0 0 0,1-1 0,14-3-1,-3-1 27,-1-1-1,0-1 1,-1-1-1,34-15 1,-43 15-4,0 0 0,-1-1 0,-1-1 0,0 0 0,0-1 0,-1-1 0,0 0 0,-1 0 0,0-1 0,-1-1 0,-1 0 0,0-1 0,-1 1 0,0-2 0,-2 1 0,1-1 0,-2-1 0,0 1 0,-1-1 0,-1 0 0,-1 0 0,0 0 0,-1-1 0,-1 1 0,-1-24 0,-1 22 0,-1 0 0,-1 0 0,0 0 0,-2 1 0,0-1 0,-1 1 0,-1 1 0,-1-1 0,0 1 0,-1 0 0,-1 1 0,0 0 0,-2 1 0,-21-24 0,11 20 0,-1 0 0,-1 2 0,-1 0 0,0 2 0,-1 1 0,0 1 0,-1 1 0,-1 1 0,0 2 0,0 0 0,-1 2 0,0 2 0,0 0 0,-48-1 0,65 7 0,1-1 0,-1 2 0,0-1 0,0 2 0,1 0 0,-1 0 0,1 1 0,0 0 0,0 1 0,0 0 0,1 1 0,0 0 0,0 0 0,0 1 0,1 1 0,0 0 0,1 0 0,-1 0 0,1 1 0,1 1 0,0-1 0,0 1 0,1 0 0,-9 21 0,6-12 0,2 0 0,0 1 0,1 0 0,0 0 0,2 0 0,1 1 0,0 0 0,1-1 0,2 29 0,1-35 0,0 0 0,1 0 0,0 0 0,1 0 0,1-1 0,0 1 0,1-1 0,1 0 0,-1 0 0,2-1 0,0 0 0,0 0 0,2-1 0,17 21 0,-7-16 0,0 0 0,2-2 0,0 0 0,0-1 0,2-1 0,-1-1 0,1-1 0,1-1 0,0-1 0,40 7 0,18 1 0,154 7 0,-192-21 0,132 5 0,-147-8 0,1-1 0,-1-2 0,53-12 0,-75 14 132,1 0 1,-2-1-1,1 0 1,0 0-1,0-1 1,-1 1-1,0-1 1,0-1-1,0 1 0,0-1 1,-1 0-1,0-1 1,0 1-1,0-1 1,7-10-1,-10 11 155,1-1-1,-1 1 0,1-1 0,-2 1 1,1-1-1,-1 0 0,1 0 0,-1 1 1,-1-1-1,1 0 0,-1 0 0,0 0 1,-1 0-1,1 0 0,-1 0 1,-1 0-1,1 1 0,-1-1 0,-3-8 1,1 5 74,0 1 0,-1 0 1,1 1-1,-2-1 1,1 1-1,-1 0 0,0 0 1,0 1-1,-1 0 1,-8-6-1,1 2 289,0 1 1,-1 0-1,0 2 1,-30-12-1,0 5 230,-2 2 1,-86-11-1,100 18-803,0 2 0,0 1-1,0 2 1,-65 8 0,86-6-112,0 0 0,0 1-1,0 0 1,1 1 0,0 1 0,0-1-1,0 2 1,0 0 0,1 0-1,0 0 1,0 2 0,1-1 0,-1 1-1,2 0 1,-1 1 0,1 0 0,-7 10-1,6-4-332,1 1-1,0 0 1,1 0-1,1 0 1,1 1-1,0 0 1,-3 19-1,4-9-1153,1 0 0,1 1 0,3 51 0,1-60 817,1-1-1,0 1 1,1-1 0,1 0 0,1 0 0,1 0-1,0-1 1,1 0 0,15 23 0,-10-21 463,2 0-1,0 0 1,1-1 0,1-1-1,1-1 1,34 25 0,-20-20 274,1-2 0,0-1 0,1-2 0,1-1 1,0-2-1,1-1 0,1-2 0,-1-2 1,51 5-1,2-6-32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24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1 785 8192,'9'0'2666,"1"-1"-1,-1 0 1,1-1 0,9-2 0,35-16 2281,-24 3-5463,38-27 1,-26 15 1292,191-110-777,280-123 0,-365 199 0,3 6 0,188-43 0,-290 87 0,2 2 0,-1 3 0,88-5 0,-131 13 0,-1 0 0,1 0 0,-1 0 0,0 1 0,1 0 0,-1 0 0,1 0 0,-1 1 0,0 0 0,0 0 0,0 1 0,0 0 0,0 0 0,-1 0 0,1 1 0,-1 0 0,0 0 0,0 0 0,0 0 0,-1 1 0,0 0 0,0 0 0,0 0 0,0 0 0,-1 1 0,1-1 0,-1 1 0,3 10 0,13 39 0,11 27 0,-3-23-2360,37 57 1,-54-100 1165,1 0-1,0-1 0,1-1 1,1 0-1,0 0 1,1-1-1,0-1 0,23 15 1,-23-20 897,1 0 0,0 0 0,0-2-1,0 0 1,1 0 0,0-2 0,30 4 0,121-3 133,-117-5 153,-37 1 11,406-8 0,-2-33 0,-294 19 0,208-32 0,3 29 0,-116 25 2423,291 3 10267,-196-1-9590,-156-1-5487,1-1-3728,-84 1 3876,-1 3 1,1 4-1,72 16 0,-95-11 1987,1 1 0,83 37 0,-117-42 252,270 112 0,-230-101 0,0-2 0,1-3 0,69 9 0,39-11 0,243-12 0,-248-4 0,33 0 0,671 0 0,-724 9 0,187 31 0,-242-21 0,-1 4 0,-1 4 0,110 45 0,-151-50 0,2-3 0,-1-2 0,2-1 0,0-3 0,0-2 0,94 5 0,60-16 762,209-29 1,27-3 893,-162 28-3472,1 13 8681,-25 20 219,-31-1-4621,822-7-2233,-693-21-215,-255 4-1032,0 4 1,99 20 0,-69 2-3527,-4 10-3523,-92-27 7152,21 10 624,1-3 0,1-2 0,1-2 0,60 7 0,493-9 290,-443-13 0,120 0-2617,0 1 4236,644-1 14311,-530 3-13644,30-1-9835,-362 2 3246,107 17-1,60 27 2822,-123-22 1692,177 16 0,-125-36-210,-76-5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28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21316,'0'5579'0,"26640"-5579"0,-26640-5579 0,-26640 5579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9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8192,'0'34'2971,"0"54"-2971,0 46 5848,0 45-5848,0 25 7957,0 10-7957,0-8 1246,0-28-1246,0-23 0,0-26 0,0-13 0,0-15 0,0-14 0,0-10 0,0-8 0,0-15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0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1 288 8192,'5'-17'10887,"9"7"-7399,27-1-1739,-35 10-856,233-25 105,-112 16-991,3-3-7,554-62 0,-274 23-248,618 1 0,-968 51-2474,-37-1-3426,38-7 0,-8-5 3640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0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8192,'0'7'710,"1"-1"0,0 0 0,0 0 1,0 0-1,1 0 0,0 0 0,0 0 0,0 0 1,1-1-1,-1 1 0,2-1 0,-1 0 0,6 8 1,5 3 480,1-1 0,27 22 0,-18-16 861,119 96-158,16 14-1305,-128-103-599,-2 1 0,48 62 1,-66-76 9,-1 1 0,-1 0 0,0 0 0,-1 1 0,-1 0 0,5 19 0,-9-25 0,0 1 0,-1 0 0,0 0 0,-1 0 0,-1 0 0,0 1 0,0-1 0,-1 0 0,-1 0 0,-4 15 0,1-9 0,-2 0 0,-1 0 0,0 0 0,-1-1 0,-1 0 0,0-1 0,-1 0 0,-1-1 0,-21 21 0,-7 3 0,-2-2 0,-47 32 0,60-48 0,-1-2 0,0-1 0,-35 15 0,3-8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36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201 540 8192,'-15'6'15794,"5"10"-12372,-3 22-5556,12-33 3074,-10 48-940,3 1 0,3 1 0,2 104 0,2-84 0,1-36 0,3 864 0,30-461 0,-16-260 0,-9-93 0,-5-65 0,-3-24 0,0 0 0,0 0 0,0 0 0,0 0 0,0 0 0,1 0 0,-1 0 0,0 0 0,0 0 0,0 0 0,0 0 0,0 0 0,0 0 0,0 0 0,0 0 0,0 0 0,0 0 0,0 0 0,0 0 0,0 0 0,1 0 0,-1 0 0,0 0 0,0 0 0,0 0 0,0 0 0,0 0 0,0 0 0,0 0 0,0 0 0,0 0 0,0 0 0,0 0 0,0 0 0,0 0 0,0 0 0,0 0 0,3-41 0,-1-212 0,7-189 0,-1 302 0,26-330 0,-17 354 0,56-199 0,-70 304-140,1-1 0,0 1 0,9-18 0,-13 29 108,0 0-1,0-1 1,0 1 0,1 0-1,-1-1 1,0 1-1,0 0 1,0 0-1,1-1 1,-1 1 0,0 0-1,0 0 1,1-1-1,-1 1 1,0 0-1,1 0 1,-1-1 0,0 1-1,1 0 1,-1 0-1,0 0 1,1 0 0,-1 0-1,0 0 1,1 0-1,-1 0 1,1 0-1,-1-1 1,0 2 0,1-1-1,-1 0 1,0 0-1,1 0 1,-1 0-1,0 0 1,1 0 0,-1 0-1,0 0 1,1 0-1,-1 1 1,0-1-1,1 0 1,-1 0 0,0 0-1,1 1 1,-1-1-1,0 0 1,0 0-1,1 1 1,-1-1 0,0 0-1,0 1 1,0-1-1,1 0 1,-1 1-1,0-1 1,0 0 0,0 1-1,0-1 1,0 0-1,0 1 1,0-1 0,0 1-1,0-1 1,0 0-1,0 1 1,0-1-1,0 1 1,4 15-600,-2 1 0,0 0-1,0-1 1,-2 1 0,0 0 0,-5 32 0,3-24-72,-17 137-4571,-56 215 0,41-220 5729,9-34-315,-16 68 1841,26-130 2709,-3-2 3521,18-57-7993,-1 0 0,1 0 0,-1-1 0,1 1 0,-1 0 0,0-1 0,0 1 0,0 0-1,0-1 1,0 1 0,0-1 0,-2 3 0,2-4-204,1 0 0,0 0 0,-1-1 1,1 1-1,-1 0 0,1 0 0,0 0 0,-1 0 0,1-1 0,0 1 0,-1 0 0,1 0 0,0-1 0,-1 1 0,1 0 1,0-1-1,0 1 0,-1 0 0,1 0 0,0-1 0,0 1 0,0-1 0,-1 1 0,1 0 0,0-1 0,0 1 0,0 0 0,0-1 1,0 1-1,0-1 0,0 1 0,0 0 0,0-1 0,-8-58-274,2-535 221,8 401-416,2-534-5106,-2 252-4038,-4 376 7443,-2 84 1976,-2 23 155,-1 22 26,1 1 0,1-1 0,2 1 0,0 32 0,0-10 0,-26 763 1166,28-402 2522,2-8 4692,0-326-5940,-1-30-728,1-42-1278,-1-11-225,0-75-776,1-158-79,-1-330-11753,0 307 13300,0 133 3633,0 2 3636,0 357-10646,0 1196-12761,0-1418 15181,-1 56-70,13 105-1,0-127 127,-12-44 0,0-1 0,0 0 0,0 0 0,0 1 0,0-1 0,0 0 0,0 0 0,0 0 0,0 1 0,0-1 0,0 0 0,0 0 0,1 0 0,-1 1 0,0-1 0,0 0 0,0 0 0,0 0 0,1 0 0,-1 1 0,0-1 0,0 0 0,0 0 0,1 0 0,-1 0 0,0 0 0,0 0 0,0 0 0,1 0 0,-1 0 0,0 0 0,0 0 0,1 1 0,-1-1 0,0 0 0,0 0 0,1-1 0,-1 1 0,0 0 0,0 0 0,0 0 0,1 0 0,-1 0 0,0 0 0,9-22 0,9-73 0,8-140 0,-20 156 0,32-705 1113,-35 619 3502,0 6 4157,-3 113-5250,-3 1085-9814,3-644 2438,0-373 3394,13 401-6749,-11-404 7168,0 0-1,2 0 1,0-1-1,10 28 1,-13-44 41,-1 0 0,1-1 0,0 1 0,0 0 0,0-1 0,0 1 0,0-1 0,1 1 0,-1-1 0,0 0 0,1 0 0,-1 1 0,3 0 0,-3-1 0,-1-1 0,1 0 0,0 0 0,0 0 0,-1 1 0,1-1 0,0 0 0,0 0 0,-1 0 0,1 0 0,0 0 0,0-1 0,0 1 0,-1 0 0,1 0 0,0 0 0,-1-1 0,1 1 0,0 0 0,0-1 0,-1 1 0,1-1 0,-1 1 0,1 0 0,1-2 0,3-4 0,0-1 0,-1 0 0,1 0 0,-1 0 0,-1-1 0,0 1 0,0-1 0,4-13 0,10-47 0,-2-1 0,10-137 0,8-559-15,-40-3 3521,4 602 8391,3 176-9243,-1 43-2674,1 401-2620,0 244-6994,0-101 3886,0-1002 9433,0-562-6980,0 635 7166,0 7 6950,0 350-8600,-1 126-1502,-27 460-687,-7 224-4010,33-686-717,0-16-4686,4-306 9381,-1-660 0,-26 0 0,19 735 0,-17-203 0,20 275 0,-2 0 0,0 0 0,-12-29 0,16 51 7,-1-1 0,0 1 0,0 0 0,0 0-1,-1 0 1,1 1 0,-6-7 0,7 9 17,0 1 0,1-1 0,-1 0 0,0 1 0,0-1 0,1 1 0,-1-1 0,0 1 0,0-1 0,0 1 0,0 0 0,0 0 0,0-1 0,0 1 0,1 0 0,-1 0 0,0 0 0,0 0 0,0 0 0,0 0 0,0 0 0,0 0 0,0 0 0,-1 1 0,-2 1 90,1 1 0,0-1-1,0 1 1,0 0 0,0 0 0,0 0-1,0 1 1,1-1 0,-1 1 0,1-1 0,0 1-1,1 0 1,-1 0 0,0 0 0,-1 7 0,-9 28-114,2 0 0,-5 41 0,-41 525-2483,45-413 2490,-8 99 1187,-5 147-3705,12-7 6354,13-151 8649,-1-335-10833,1-8-3111,2-1067 4906,-3 648-5611,0 196-3483,0 14-4683,0 429 12560,0 111-2237,0 1316-2753,0-835 2710,0-719 43,-1 24 0,2 0 0,10 59 0,-10-110 47,-1 1 0,1-1 1,-1 0-1,1 0 0,0 0 0,1 0 1,-1 0-1,0 0 0,4 5 0,-5-8-25,0 0-1,1 0 1,-1 0 0,0 0-1,0 0 1,0 0-1,1 1 1,-1-1-1,0 0 1,0 0-1,0 0 1,1 0-1,-1 0 1,0 0-1,0 0 1,1 0 0,-1-1-1,0 1 1,0 0-1,0 0 1,1 0-1,-1 0 1,0 0-1,0 0 1,0 0-1,0 0 1,1 0 0,-1-1-1,0 1 1,0 0-1,0 0 1,0 0-1,1 0 1,-1-1-1,0 1 1,0 0-1,0 0 1,0 0-1,0 0 1,0-1 0,0 1-1,0 0 1,1-1-1,6-24 1355,5-65 785,-4 0 0,-4-103-1,-4 90-1273,10-223 6150,15-167-11423,0-13 585,-19 339 6587,-2 3 3435,-7 466-6221,3-206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7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7656 1372 23664,'-3'54'0,"-6"0"0,-6 0 0,-5-1 0,-7 0 0,-5 0 0,-6-1 0,-5-1 0,-7 0 0,-4-1 0,-7 0 0,-4-2 0,-6 0 0,-5-2 0,-5-1 0,-5 0 0,-5-2 0,-4-2 0,-5-1 0,-4-1 0,-5-1 0,-3-3 0,-4 0 0,-4-3 0,-3-1 0,-4-2 0,-3-2 0,-2-1 0,-3-3 0,-3-1 0,-2-3 0,-2-1 0,-2-2 0,-1-3 0,-2-1 0,-1-3 0,-1-2 0,-1-1 0,0-3 0,0-2 0,0-2 0,0-2 0,0-3 0,1-1 0,1-2 0,1-3 0,2-1 0,1-3 0,2-2 0,2-1 0,2-3 0,3-1 0,3-3 0,2-1 0,3-2 0,4-2 0,3-1 0,4-3 0,4 0 0,3-3 0,5-1 0,4-1 0,5-1 0,4-2 0,5-2 0,5 0 0,5-1 0,5-2 0,6 0 0,4-2 0,7 0 0,4-1 0,7 0 0,5-1 0,6-1 0,5 0 0,7 0 0,5-1 0,6 0 0,6 0 0,6 1 0,6-1 0,6 0 0,5 1 0,7 0 0,5 0 0,6 1 0,5 1 0,7 0 0,4 1 0,7 0 0,4 2 0,6 0 0,5 2 0,5 0 0,5 2 0,5 1 0,4 2 0,5 0 0,4 3 0,5 0 0,3 2 0,4 2 0,4 2 0,3 1 0,4 2 0,3 2 0,2 1 0,3 3 0,3 1 0,2 3 0,2 1 0,2 2 0,1 3 0,2 1 0,1 3 0,1 1 0,1 3 0,0 2 0,0 2 0,0 2 0,0 2 0,0 2 0,-1 3 0,-1 1 0,-1 3 0,-2 1 0,-1 3 0,-2 2 0,-2 1 0,-2 3 0,-3 1 0,-3 3 0,-2 1 0,-3 2 0,-4 2 0,-3 1 0,-4 2 0,-4 2 0,-3 2 0,-5 0 0,-4 3 0,-5 0 0,-4 2 0,-5 1 0,-5 2 0,-5 0 0,-5 2 0,-6 0 0,-4 2 0,-7 0 0,-4 1 0,-7 0 0,-5 1 0,-6 1 0,-5 0 0,-7 0 0,-5 1 0,-6 0 0,-6-1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1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8192,'11'0'18022,"4"0"-18022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4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0 326 24309,'6252'-325'0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9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287 765 8192,'0'585'13629,"0"1"-8108,0 0-5312,0 1-4152,0 567-11473,-4-1067 15416,-23 130 0,-1 6 0,25-68 0,-6 56 0,1-167 0,-2-1 0,-24 69 0,-10 36 0,7 106 0,15-74 0,-11-33 2151,22-104 2469,1 0 3627,8-34-7496,0 0 0,1 1 0,0 16 0,1-25-751,-1 0 0,1-1 0,0 1 0,0 0 0,0-1 0,0 1 0,0-1 0,0 1 0,0 0 0,0-1 0,1 1 0,-1-1 0,0 1 0,0 0 0,0-1 0,1 1 0,-1-1 0,0 1 0,1-1 0,-1 1 0,0 0 0,1-1 0,-1 0 0,0 1 0,1-1 0,-1 1 0,1-1 0,-1 1 0,1-1 0,-1 0 0,1 0 0,0 1 0,-1-1 0,1 0 0,-1 0 0,1 1 0,0-1 0,-1 0 0,1 0 0,-1 0 0,1 0 0,0 0 0,-1 0 0,1 0 0,0 0 0,-1 0 0,1 0 0,-1 0 0,1-1 0,0 1 0,0-1 0,33-21 0,-32 20 0,31-27 0,-1-2 0,53-65 0,48-86 0,-31 40 0,-51 76-518,198-252-5061,-70 122-3794,-110 135 8520,3 3-1,124-78 1,-67 49 861,-32 20-8,219-159 0,-268 191-902,-16 13 5481,50-47 0,-73 59-3777,1-1 0,-1 0 1,-1 0-1,8-14 1,-10 15-1249,-1-1 1,0 0-1,3-11 1,7-48 5837,-9-2-3296,-9-73-2296,1 87 448,-8-342 973,10-534-8791,1 679 8545,0-1 3485,-1-461-3546,-1 673-914,-1-1 0,-2 1 0,-17-76 0,18 110 0,0 0 0,-1 1 0,-1-1 0,0 1 0,0 0 0,0 0 0,-1 0 0,-1 1 0,1 0 0,-1 0 0,-1 0 0,-8-6 0,-11-7 0,-2 0 0,-40-20 0,-4-3 0,-110-94 0,4 3 0,114 91-1625,-187-144-13767,86 60 16319,108 91 3906,-4 3 3979,-27-7-6325,41 22-2501,0 2 0,-74-16 0,17 2 14,62 18 0,40 11 0,0 1 0,0 0 0,-1 0 0,1 0 0,-1 1 0,1-1 0,0 1 0,-1 0 0,1 0 0,-1 0 0,1 0 0,-1 1 0,1-1 0,0 1 0,-1 0 0,1 0 0,0 0 0,-1 0 0,-3 3 0,3-1 0,1 0 0,1 0 0,-1 1 0,0-1 0,1 1 0,0-1 0,0 1 0,0 0 0,0 0 0,1 0 0,-1 0 0,1 0 0,0 0 0,0 0 0,0 5 0,-6 43-822,2 1 0,3-1 0,5 60 0,-1-40 164,-2-45 522,15 1234-11567,-17-1197 14472,-8 29 7243,-5-28-7008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8:47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1586 3070 8192,'62'-1'12772,"-11"1"-7674,-2 0-3300,111 6-4933,-91 0 4624,528 72-1489,-475-60 0,142 24 0,411 82 0,6-67 0,123-58 0,-297-3 0,-493 4 0,0 0 0,0-1 0,0-1 0,23-5 0,-32 6 0,0-1 0,0 0 0,0 0 0,0-1 0,0 0 0,-1 1 0,1-1 0,-1-1 0,0 1 0,0-1 0,0 1 0,-1-1 0,1 0 0,-1 0 0,5-9 0,-1-2 0,-1 0 0,-1 0 0,0-1 0,-1 0 0,-1 0 0,0 0 0,-1 0 0,0-21 0,-1-474-367,-7 304-1742,4 4 439,-4-184-5379,-29 5 1260,-52-123 4751,24 189 1533,56 287 2358,-1-1 0,-2 2 1,0-1-1,-2 1 0,-22-38 1,22 47-2773,0 1 0,-1 0 1,-1 1-1,-27-26 1,27 32-82,0 1 0,-1 0 0,1 1 0,-2 1 0,0 0 0,0 1 0,0 1 0,0 0 0,-19-3 0,-11-5 0,-121-41-1973,-271-51 0,-280 41-8234,-6 59 6205,689 7 4135,-822 6 362,643 8-103,-99 38 9923,43-7-2652,88-28-8506,169-17 843,-3-1 0,0 1 0,1 1 0,-1 0 0,-22 7 0,32-7 0,0 0 0,1 1 0,-1 0 0,1 0 0,0 0 0,0 1 0,0-1 0,0 1 0,1 1 0,-1-1 0,1 1 0,0-1 0,0 1 0,1 0 0,-4 7 0,-8 17-256,1 1 1,2 0 0,1 1 0,1 0-1,-10 63 1,-8 172-1373,25-232 1991,-18 510 1705,57 267-9184,-24-687 6683,55 454-7767,-48-478 7335,43 132 0,9-19 4501,-21-43 8572,-47-155-11650,0-1 0,1 0 0,8 17 0,-8-25-545,-1 0 1,1 0-1,-1 0 0,2-1 0,-1 1 0,1-1 0,-1 0 0,1-1 0,9 7 1,4 1-14,1-1 0,0 0 0,1-2 0,0 0 0,1-1 0,-1-1 0,42 7 0,160 14 0,-222-28 0,846 16-3043,-681-17 3225,-155 1-22,440-5 2051,607-1-12272,-575 20 3639,237 62 5373,-496-42 1103,60 9-45,-102-18 2931,-142-16 11608,-74-8-14637,-323 0-1699,-478-48 3277,533 11-3812,-1722-243-9730,795 108 9266,913 125 2787,-83-10-52,236 34 3107,121 16 8696,105 14-10959,106 16-792,97 7 1980,81 6-2044,1382 97-1597,-857-102-930,4-30-5635,-812-2 15762,-4 4-3291,-43-3-4036,-1 2 1,1 0-1,-1 1 1,0 0-1,24 11 1,231 86-210,-183-72 0,126 65 0,-165-69 0,1-2 0,1-3 0,1-1 0,75 16 0,-101-30 0,1-1 0,0-1 0,0-1 0,0-2 0,0 0 0,-1-2 0,38-7 0,-55 7 0,0-1 0,0 0 0,0 0 0,-1-1 0,0 0 0,1 0 0,-1-1 0,-1 0 0,1 0 0,-1-1 0,0 0 0,0 0 0,0 0 0,-1 0 0,0-1 0,-1 0 0,1 0 0,-1-1 0,-1 1 0,1-1 0,4-15 0,1-12 0,-1 0 0,-1-1 0,3-64 0,-9 89 0,5-116-187,-6 0 1,-27-216-1,7 215-909,-56-199 0,-68-121 3226,47 154-4690,-88-261 4861,100 272-3628,72 221 2063,1-2 0,-3-100 0,14 122-736,-2 1 0,-2 0 0,-1 1 0,-12-43 0,14 70 0,-1 0 0,0-1 0,0 2 0,-1-1 0,-1 1 0,0 0 0,-1 0 0,0 1 0,0 0 0,-2 0 0,1 1 0,-1 0 0,-1 1 0,1 0 0,-2 1 0,-12-8 0,-9 0 0,-1 1 0,-1 1 0,-62-15 0,-120-14 0,-508-26-855,-6 61-4318,573 9 3275,-192 0-6482,86 0 8615,-1 0 3472,-329 2 7434,201-2-9918,359-1-1223,0 1 0,0 2 0,0 2 0,-55 14 0,70-13 0,1 1 0,0 0 0,0 1 0,1 1 0,0 1 0,0 0 0,1 1 0,1 1 0,-25 24 0,21-15-198,2 1 0,0 1 0,2 0 1,0 1-1,2 1 0,1 0 0,0 1 1,2 0-1,1 0 0,-10 55 0,7-15-168,-5 90-1,11-11 2716,1 209-3220,45 474-7844,-3-549 3093,19-7 3666,88 268 1843,-127-478-72,53 152 97,-41-133 1225,-3 0 1,28 163-1,-54-242-787,12 83 10816,-8-67-10247,0-1 0,10 28 0,-10-37-895,-1 0-1,1 0 1,0-1-1,1 1 1,0-1-1,0 0 1,0 0 0,1 0-1,0-1 1,0 0-1,1 0 1,0-1 0,0 1-1,0-2 1,1 1-1,-1-1 1,10 4 0,4 0-61,0-1 0,1-1 1,0-1-1,38 4 1,93-2-1573,-108-7 925,316 2 2549,192-8-3836,-21 0 3672,16 0-3143,-1-16-4546,-541 22 5916,639-35-9872,-371 29 10249,-264 6-562,80-1 2393,-52-1 4434,54-8-1,-82 8-6054,0 0-1,0-1 1,0 0-1,-1-1 1,12-5-1,-15 5-556,0 0-1,0 0 0,-1 0 0,0-1 0,1 1 0,-2-1 0,1-1 0,-1 1 1,1 0-1,-1-1 0,-1 0 0,1 0 0,-1-1 0,2-6 0,4-11-420,-1 0-1,-1-1 1,-1 0-1,4-35 1,2-115-932,-11 167 1311,5-167-2719,-7-1 0,-7 1 0,-37-200 0,-102-299 615,-29-181 1922,147 627 241,-20-117 2351,32 260-949,10 55 1702,-1 1 0,-18-42 0,20 58-2172,-1 1 0,1-1 0,-2 1 0,0 0-1,0 1 1,-1 0 0,-13-12 0,15 17-1176,0 0 1,-1 0-1,0 1 1,0 0-1,0 0 1,0 1-1,-11-4 1,-1 2 268,1 0 0,-1 2 0,1 0 0,-28-1 0,-86 3 0,93 2 0,-551 6-1298,-1174 6 120,1159-11 3885,-293-2-10331,580 1 7139,0 0 3678,286-1-4567,-1 2 1,1 1-1,-65 13 1,87-12 1476,1 1-1,0-1 1,-1 2 0,1-1-1,1 1 1,-1 1 0,1 0 0,0 0-1,0 1 1,1 0 0,0 1-1,0-1 1,0 2 0,1-1 0,-10 16-1,6-5-141,1 0 0,1 0 0,1 0-1,0 1 1,2 1 0,-6 27 0,-12 139-1924,13 788-4281,57-355 5249,-23-461 990,81 286 0,158 268 564,-258-702-631,12 29 2170,2 0-1,35 60 0,-46-90-1294,1 1 0,-1-1 0,1 0 0,1-1 0,0 0 0,0 0 0,1-1 0,0 0 0,1-1 0,-1 0 0,1-1 0,1 0 1,19 7-1,0-5-803,1-2 0,0-1 0,0-1 0,0-2 0,0-1 0,36-4 0,-3 2 0,896-7-2852,1284-1-12108,-1448 9 14750,-534 0 474,-7 0-967,-86 0 2976,-28 0 2945,-1 0 4218,-125 1-8694,-6-1-596,1 0 1,-1 0-1,1-1 0,-1-1 1,12-2-1,-19 3-150,1 0-1,-1-1 1,0 1 0,1-1-1,-1 0 1,0 0 0,0 0-1,0 0 1,0 0 0,-1-1-1,1 1 1,-1-1 0,1 0-1,-1 0 1,0 0 0,0 0 0,0 0-1,-1 0 1,3-6 0,2-8 4,-1 0 0,-1 0 0,0-1 0,1-19 0,3-84 0,-8 106 0,2-162 0,-37-316 0,-83-173 0,-179-424-1644,226 853 427,23 36 2245,6 23-2945,32 143-92,-2 1 0,-31-63 0,37 85 987,-1 1 1,0 0-1,-1 0 1,0 1-1,-1 0 1,-14-13-1,13 15 923,-1 0-1,0 1 1,0 0-1,0 1 1,-1 1-1,0-1 1,0 2-1,0 0 1,-1 0-1,-22-3 1,-37-1 1209,0 2 0,-141 9 0,116 0-1644,-87 3-1109,-476 6 330,5-42 1473,143-30-160,-53-5 0,-6 26 0,-293 41 1888,799 2 4855,-125 23-1,157-19-5224,-58 22-1,71-21-1613,0 1-1,1 0 0,-32 23 1,41-25 96,1 1 0,-1 0 0,2 1 0,-1 0 0,1 0 0,1 0 0,0 1 0,0 0 0,1 1 0,0 0 0,1-1 0,1 2 0,0-1 0,0 0 0,1 1 0,-2 21 0,2 15 0,1 0 0,3 0 0,7 55 0,-3-35 0,4 124 18,9 109-596,66 233-1085,-14-118 1561,-35 3-370,-35-406 935,0 14 615,6 49 0,-4-68-1060,0-1 0,0 0-1,0 1 1,1-1 0,1 0 0,-1 0-1,1-1 1,1 1 0,8 12 0,28 22-18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9:48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8192,'0'0'0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3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8192,'-6'6'982,"1"1"0,1-1-1,-1 1 1,1 0 0,0 0 0,1 0 0,0 0 0,0 1 0,0 0 0,-2 14-1,-5 42 5285,7-23-5018,2-26-1748,-9 649 697,13-425-186,-2 1241-11,32-1101 0,-3-74 0,-28-138 0,1 44 0,-2-203 0,-1 0 0,1-1 0,1 1 0,-1-1 0,1 1 0,1-1 0,3 8 0,-5-13 0,0 0 0,0 0 0,0-1 0,0 1 0,0-1 0,1 1 0,-1-1 0,1 1 0,-1-1 0,1 0 0,0 0 0,-1 0 0,1 0 0,0 0 0,0 0 0,0 0 0,0-1 0,-1 1 0,1 0 0,0-1 0,0 0 0,0 1 0,0-1 0,0 0 0,0 0 0,0 0 0,0-1 0,0 1 0,0 0 0,0-1 0,0 1 0,0-1 0,3-1 0,8-3 0,-1 0 0,0 0 0,-1-1 0,1-1 0,-1 0 0,13-11 0,58-58 0,-48 43 0,34-30 0,91-92 0,12-38-2778,-98 108 4501,2 4-8749,24-28 6534,-88 94 1717,-1 1-1,-1-1 1,0-1 0,-1 0-1,0 0 1,6-22 0,0-14-1539,-3-1 0,-2 0 0,3-78 1,-10-170-5238,-3 223 2761,-1-36-2148,-1-53 2382,1 40 1826,2 91 704,1 1 1,2 0 0,2 0 0,1 0-1,1 0 1,3 1 0,18-47 0,56-157-130,-69 186 974,-3-1 0,11-90-1,-23 136-1076,5-54 1081,0-86 8586,-7 121-10317,-6-35 1,5 49 1424,-1-1 0,-1 1 1,0 0-1,-1 0 0,0 0 0,0 1 0,-1 0 0,-1 0 1,0 1-1,-1 0 0,0 0 0,0 1 0,-16-12 0,-16-10-406,-1 1-1,-47-23 1,83 49-121,-25-13-710,-1 1 0,-48-17 0,31 18-3956,-1 4-3507,-26-1 5180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1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1946 2422 8192,'28'1'1174,"-1"1"1,52 12-1,-26-4-427,593 72 11770,-206-60-11282,175-18-1235,-505-7-106,0-4 1,0-5 0,176-42 0,-195 29-1481,-2-4-1,-1-4 1,-1-4 0,129-75-1,-142 67 1634,127-102 0,-166 117 428,-1-2 1,-2-2-1,-1-1 1,-2-1-1,32-51 1,-36 43 298,-2-1 1,-1-2-1,-3 0 1,-2-1-1,-2 0 1,15-90-1,-20 65-777,-3-1 0,-3 0 0,-4 0 0,-9-79 0,7 130 3,-1-1 0,-1 1 0,-1 0 0,-1 0 0,-1 0 0,-1 1 0,-1 0 0,-1 1 0,-1 0 0,0 0 0,-2 1 0,0 1 0,-2 0 0,-27-28 0,12 21-308,-1 0 0,-2 3 0,0 0 1,-2 2-1,0 2 0,-1 1 1,-1 2-1,0 1 0,-50-12 0,-22 1-1450,0 4 0,-131-8-1,-357-3-3413,-10 28 1657,601 5 3542,-1377 75-1036,1230-55 1009,2 7 0,0 6 0,-205 75 0,271-75 0,2 3 0,2 5 0,2 2 0,1 4 0,3 4 0,2 2 0,-76 73 0,80-58 603,3 3 0,2 2 1,-70 110-1,92-117-1242,3 3-1,-42 100 1,67-136 1792,2 0 1,2 1-1,1 0 0,1 1 1,2 0-1,1 0 1,2 0-1,3 58 0,2-73-750,0 1-1,2-1 0,0 1 0,2-1 0,0-1 1,1 1-1,1-1 0,1 0 0,0-1 0,2 0 1,0-1-1,1 0 0,0 0 0,1-1 0,1-1 1,21 17-1,-6-8-321,2-1 1,0-2-1,39 19 1,114 44-99,-60-40-152,2-5 1,2-6 0,1-6 0,140 12 0,532 6-1788,243-46-5413,-900-5 3968,229-39 0,-289 28 3138,0-4-1,-2-3 0,156-69 1,-166 57 263,-2-2 0,-1-3 0,-3-3 0,99-85 0,-148 112-7,-1 0-1,0 0 1,-2-1 0,0-1 0,-1-1 0,0 0 0,9-23 0,-9 13 204,-1-1 0,-2 0 1,-1 0-1,7-47 0,-7-7 1659,-4 1 0,-4-1 0,-10-89-1,4 118-959,-2 0 0,-3 0-1,-3 1 1,-1 1 0,-3 0-1,-3 1 1,-2 1-1,-2 1 1,-33-52 0,24 53-1092,-1 1 0,-2 2 0,-3 2 0,-1 1 0,-2 2 0,-3 2 1,0 2-1,-82-51 0,34 36 856,-2 5 0,-199-70 0,151 72-1322,-1 6 0,-224-30-1,-302 18-4780,534 49 3647,1 6 0,0 6 0,-193 38 0,256-30 800,1 3 0,-135 57 1,157-53 1010,0 2 0,2 2 0,0 3 0,-69 59 0,64-42-15,-83 103 0,-28 66 0,95-122 0,44-63 25,-49 68-61,-73 129 0,127-195 96,2 1 0,2 0 1,1 2-1,2-1 0,1 2 0,2-1 0,2 1 1,-4 45-1,9-14 3615,13 128 0,-9-184-3211,0 0 0,1 0 0,0 0 0,1-1 0,1 1 0,0-1 0,0 0 0,1 0 0,1-1 0,0 1 0,1-1 0,0-1 0,14 15 0,0-5 65,1 0-1,0-2 1,2-1-1,51 27 1,144 56 301,25-5-2184,5-11 0,307 62 0,547 15-6932,14-103 3024,-686-58 5070,2-36 162,-344 22 40,-2-5 0,149-51 0,-179 48-13,-1-3 1,-1-3 0,-1-2-1,92-67 1,-115 71 108,-2-1 1,0-2-1,-2-1 0,-1-1 1,-2-1-1,-1-1 1,-1-2-1,-2 0 1,-2-1-1,-1-1 1,-2-1-1,-1 0 0,12-54 1,-16 44-18,-2 0 1,-2-1 0,-2 0-1,-2 0 1,-3 0-1,-1 0 1,-3 0 0,-2 0-1,-2 0 1,-25-82 0,18 88-628,-2 1 0,-2 0 0,-43-70 0,20 49 1774,-75-85 0,76 105-1399,-1 2-1,-2 2 0,-2 1 1,-1 3-1,-2 2 0,-1 2 0,-1 2 1,-81-32-1,24 19 2018,-2 6-1,-1 4 1,-155-23-1,78 27-393,-196-4 0,253 30 616,-1 5-1,-181 28 1,242-19-2046,2 4 0,0 2 0,1 4 0,-123 57 0,137-51-32,1 2 0,1 3 0,2 2 1,2 2-1,1 2 0,-44 48 1,76-70 1,0 0 0,0 2 0,2-1 0,0 2 0,2 0 0,0 0 0,1 1 0,-9 27 0,15-37 0,1 1 0,0 0 0,1 0 0,0 0 0,1 0 0,0 0 0,1 0 0,0 0 0,1 0 0,1 1 0,0-1 0,0-1 0,1 1 0,1 0 0,0-1 0,10 21 0,33 40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1 399 8192,'44'-1'1517,"-1"-3"1,1-2 0,73-19 0,-41 8 1662,164-38 3378,4-5-3925,204-47-3157,-2 26 628,42 39-104,-469 41 0,0 2 0,0 0 0,1 1 0,-2 0 0,1 2 0,0 0 0,-1 1 0,26 11 0,-30-9 0,0 0 0,-1 1 0,1 1 0,-2 0 0,1 1 0,-1 0 0,-1 0 0,0 2 0,0-1 0,12 20 0,-5-6 0,11 17 0,1 0 0,2-2 0,71 66 0,-76-85 0,1-2 0,1 0 0,0-2 0,2-1 0,0-2 0,0-1 0,1-1 0,1-2 0,55 10 0,-22-10 0,1-2 0,0-3 0,124-8 0,-106-5-780,-1-4 0,154-42 1,149-76-4368,-235 75 2263,-128 46 1214,2 1 1,-1 2-1,42-7 0,-56 12 1582,0 1-1,1 0 1,-1 1-1,0 0 1,0 0-1,0 1 1,0 1-1,-1 0 1,1 0-1,18 9 1,-12-2 258,1 1-1,-2 1 1,1 0 0,-2 1 0,0 1 0,20 23 0,-22-22 600,1-1 0,0 0 0,1-1 0,0-1 0,1 0 0,0-1 0,30 15 0,-23-17-511,41 10 0,-26-10-2019,65 4 1,138-9-3004,-214-4 5178,70-2-415,-11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8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427 4 8192,'-14'26'0,"1"0"0,1 1 0,1 0 0,1 0 0,-8 40 0,-29 124 0,-34 304 0,29 217 0,42-386 0,-27 387 0,36-710 19,-41 344 52,7-131 5080,31-196-1706,0 0 1,-14 37-1,18-57-3393,0 1 1,0-1-1,0 1 0,0-1 0,0 0 0,-1 1 0,1-1 1,0 0-1,0 1 0,0-1 0,0 0 0,-1 1 0,1-1 1,0 0-1,0 0 0,0 1 0,-1-1 0,1 0 0,0 0 1,0 1-1,-1-1 0,1 0 0,0 0 0,-1 0 0,1 1 1,0-1-1,-1 0 0,1 0 0,0 0 0,-1 0 0,1 0 1,-1 0-1,1 0 0,0 0 0,-1 0 0,1 0 0,0 0 1,-1 0-1,1 0 0,-1 0 0,0-2-28,0 1-1,1-1 1,-1 1-1,0-1 1,1 0-1,-1 1 1,1-1-1,-1 0 1,1 0-1,0 1 1,0-1-1,0-2 1,-1-25-164,3-1 0,0 1 0,7-32 0,57-226-2097,57-111 2237,296-611 2225,82 40-10824,-387 762 2112,-107 195 6249,0 0 1,0 1 0,1-1-1,0 1 1,1 1 0,18-18-1,-26 27 259,-1 1 0,1 0 0,-1-1-1,1 1 1,-1 0 0,1 0 0,-1-1-1,1 1 1,-1 0 0,1 0 0,0 0-1,-1 0 1,1 0 0,-1 0 0,1 0-1,-1 0 1,1 0 0,0 0-1,-1 0 1,1 0 0,-1 0 0,1 0-1,-1 1 1,1-1 0,-1 0 0,1 0-1,-1 1 1,1-1 0,-1 0 0,1 1-1,-1-1 1,1 0 0,-1 1-1,1-1 1,-1 1 0,0-1 0,1 0-1,-1 2 1,2 1 76,-1 0-1,0 0 0,0 0 1,0 1-1,-1-1 1,1 0-1,-1 1 1,0-1-1,0 7 1,-3 28-97,-2 1 0,-17 63 0,-61 202-1981,-25 63 1531,-223 848 405,260-889 45,24-67 0,43-232 0,1 1 0,1-1 0,2 0 0,3 32 0,-3-56 0,0 0 0,1 0 0,0 0 0,0-1 0,0 1 0,0 0 0,0 0 0,0 0 0,1-1 0,-1 1 0,5 4 0,-5-6 0,0 0 0,0 0 0,0-1 0,0 1 0,0 0 0,0-1 0,0 1 0,0-1 0,0 1 0,1-1 0,-1 0 0,0 1 0,0-1 0,1 0 0,-1 0 0,0 0 0,0 0 0,1 0 0,-1 0 0,0 0 0,0-1 0,1 1 0,0-1 0,3 0 0,0-1 0,0-1 0,0 1 0,-1-1 0,1 0 0,-1 0 0,6-5 0,48-52 0,106-156 0,52-106 0,198-357 0,-22-15 0,-315 555 0,82-140 0,-139 243 0,2 1 0,49-57 0,-70 90 0,0 0 0,1 1 0,-1 0 0,1-1 0,-1 1 0,1 0 0,-1 0 0,1-1 0,0 1 0,0 1 0,0-1 0,-1 0 0,1 0 0,0 1 0,0-1 0,0 1 0,4-1 0,-5 2 0,0-1 0,0 1 0,0-1 0,0 1 0,0-1 0,0 1 0,0 0 0,0 0 0,0 0 0,0 0 0,0-1 0,-1 1 0,1 0 0,0 0 0,-1 0 0,1 0 0,0 1 0,-1-1 0,0 0 0,1 0 0,-1 0 0,0 0 0,1 1 0,-1-1 0,0 2 0,2 22 0,-1 0 0,-2 0 0,0 0 0,-2 0 0,-6 28 0,-61 280 0,-40 104 0,70-281 0,-398 1621 0,367-1448 0,28-92 0,40-222 0,1 0 0,0 0 0,1 0 0,0 0 0,2 0 0,1 17 0,-2-32 0,0 1 0,0-1 0,1 0 0,-1 1 0,0-1 0,0 1 0,1-1 0,-1 0 0,0 1 0,0-1 0,1 0 0,-1 1 0,0-1 0,1 0 0,-1 0 0,0 1 0,1-1 0,-1 0 0,1 0 0,-1 1 0,0-1 0,1 0 0,-1 0 0,1 0 0,-1 0 0,1 0 0,-1 0 0,1 0 0,-1 0 0,0 0 0,1 0 0,-1 0 0,1 0 0,-1 0 0,1 0 0,-1 0 0,0 0 0,1 0 0,-1-1 0,1 1 0,-1 0 0,1 0 0,-1 0 0,0-1 0,1 1 0,4-4 0,-1 1 0,0-1 0,0 0 0,0 0 0,6-8 0,90-145 0,64-132 0,49-128 0,416-968 0,-221 472 0,-271 623 0,-29 79 1888,-97 190-1078,45-81 7050,-56 102-7735,0-1 1,0 0-1,1 1 0,-1-1 0,0 0 0,1 1 1,-1-1-1,1 1 0,-1-1 0,0 1 1,1-1-1,-1 1 0,1-1 0,-1 1 1,1 0-1,0-1 0,-1 1 0,1 0 1,-1-1-1,1 1 0,0 0 0,-1 0 1,1-1-1,0 1 0,-1 0 0,1 0 1,0 0-1,-1 0 0,1 0 0,0 0 1,0 2 38,0-1 0,0 1 1,-1-1-1,1 1 1,-1 0-1,1 0 0,-1-1 1,0 1-1,0 0 1,0 0-1,0-1 0,0 1 1,0 0-1,-1 3 1,-33 178 950,-47 156-1115,-37 141 0,-18 92 0,-159 761 0,63 18 0,202-1086 0,26-218 0,4 72 0,9-72 0,-9-45 0,1 0 0,-1 0 0,1-1 0,0 1 0,0 0 0,0 0 0,0-1 0,0 1 0,0-1 0,0 1 0,0-1 0,1 1 0,-1-1 0,2 2 0,-2-3 0,0 1 0,0-1 0,1 0 0,-1 0 0,0 1 0,0-1 0,0 0 0,0 0 0,0 0 0,0 0 0,0 0 0,1 0 0,-1 0 0,0 0 0,0-1 0,0 1 0,0 0 0,0-1 0,0 1 0,0-1 0,0 1 0,0-1 0,1 0 0,4-4 0,-1 1 0,1 0 0,-1-1 0,0 0 0,7-11 0,18-27 0,-2-2 0,23-53 0,100-236 0,24-122 0,14-104 0,142-430 45,32 11-650,-123 404-1632,-36 120 2173,-50 138 156,-96 220-3568,-54 91 2814,0 0 0,1 0 0,0 0 0,0 0 0,1 1 0,10-8-1,-15 12 542,0 0 0,0 1 0,0-1 0,0 0 0,0 1 0,0 0 0,0-1 0,0 1 0,0-1-1,0 1 1,0 0 0,0 0 0,0 0 0,0 0 0,1 0 0,-1 0 0,0 0 0,0 0 0,0 0-1,0 0 1,0 1 0,0-1 0,0 0 0,0 1 0,0-1 0,0 1 0,0-1 0,0 1-1,0-1 1,2 2 0,-1 1-74,0 1 1,1-1-1,-1 0 0,-1 1 0,1-1 0,0 1 1,-1 0-1,0-1 0,0 1 0,0 0 0,1 7 1,1 35-69,-1-1 0,-3 1 0,-9 61 1,-48 313 262,-40 124 0,-327 1282 0,286-1303 0,19-91 0,87-313 0,-53 164 0,107-358 0,53-188 0,53-141 0,357-1053 559,-355 1093 4123,-104 297 486,42-76 0,-65 139-4900,1 0-1,-1 0 0,1 0 1,-1 1-1,1-1 0,0 1 1,6-6-1,-9 9-260,0 0 0,1 0 0,-1 0-1,0 0 1,0 0 0,0 0 0,0-1 0,1 1 0,-1 0 0,0 0-1,0 0 1,0 0 0,1 0 0,-1 0 0,0 0 0,0 0 0,0 0-1,1 0 1,-1 0 0,0 0 0,0 0 0,0 0 0,1 0 0,-1 0-1,0 1 1,0-1 0,0 0 0,0 0 0,1 0 0,-1 0 0,0 0-1,0 0 1,0 0 0,0 1 0,0-1 0,1 0 0,-1 0 0,0 0-1,2 14 33,-11 30-319,-24 79 0,-65 185-1957,-44 127 678,-429 1458-11098,493-1592 11850,35-87 605,40-198 202,1 0 0,1 0 0,0 1 0,2-1 0,0 0 0,3 17 0,-4-31 0,0 0 0,1-1 0,-1 1 0,1 0 0,0-1 0,-1 1 0,1-1 0,0 1 0,0-1 0,0 1 0,0-1 0,0 0 0,0 1 0,0-1 0,1 0 0,1 2 0,-2-3 0,1 0 0,-1 1 0,0-1 0,0 0 0,0 0 0,1 0 0,-1 1 0,0-1 0,0-1 0,0 1 0,1 0 0,-1 0 0,0 0 0,0-1 0,0 1 0,0 0 0,0-1 0,1 1 0,-1-1 0,0 0 0,0 1 0,0-1 0,1-1 0,12-11 0,-1 0 0,0-2 0,0 1 0,-2-2 0,16-25 0,109-186 0,51-99 0,491-860 0,-538 954 0,-138 228 0,1-1 0,0 1 0,0 0 0,0 1 0,1-1 0,0 1 0,7-7 0,-11 10 0,0 0 0,0 0 0,0 0 0,1 0 0,-1 0 0,0 0 0,0 0 0,0 0 0,1 0 0,-1 0 0,0 0 0,0 0 0,0 0 0,1 0 0,-1 0 0,0 0 0,0 0 0,0 0 0,1 0 0,-1 0 0,0 0 0,0 0 0,0 0 0,0 1 0,1-1 0,-1 0 0,0 0 0,0 0 0,0 0 0,0 0 0,0 0 0,1 1 0,-1-1 0,0 0 0,0 0 0,0 0 0,0 0 0,0 1 0,0-1 0,0 0 0,0 0 0,0 1 0,1 16 0,-14 36 0,-32 85 0,-77 193 0,-237 710-264,84 31 3531,266-1017 3899,11-43-3559,22-71-2344,-3 7-1141,38-88 810,6 3 0,102-157 0,-132 244-899,46-53-1,-72 92-32,0 0 0,1 1 0,0 1 0,1 0 0,22-15 0,-33 24 0,1-1 0,0 1 0,-1-1 0,1 1 0,0-1 0,0 1 0,-1 0 0,1 0 0,0-1 0,0 1 0,0 0 0,-1 0 0,1 0 0,0 0 0,0 0 0,0 0 0,0 0 0,-1 0 0,1 0 0,0 0 0,0 0 0,0 0 0,0 1 0,-1-1 0,1 0 0,0 1 0,0-1 0,-1 1 0,1-1 0,0 1 0,-1-1 0,1 1 0,0-1 0,-1 1 0,1-1 0,-1 1 0,1 0 0,-1-1 0,1 1 0,-1 0 0,0 0 0,1-1 0,-1 1 0,0 0 0,1 0 0,-1 0 0,0-1 0,0 1 0,0 0 0,0 0 0,0 0 0,0 0 0,0-1 0,0 1 0,0 0 0,0 1 0,-1 13 0,-1 0 0,0 1 0,-1-1 0,-9 27 0,-60 157 0,-15 55 0,82-237 0,1 0 0,1-1 0,1 2 0,0-1 0,1 20 0,1-33 0,0-1 0,0 1 0,1-1 0,-1 1 0,1-1 0,0 0 0,0 1 0,0-1 0,0 0 0,0 1 0,1-1 0,0 0 0,-1 0 0,1 0 0,0 0 0,0-1 0,1 1 0,-1-1 0,1 1 0,-1-1 0,1 0 0,0 0 0,0 0 0,-1 0 0,2 0 0,-1 0 0,0-1 0,0 0 0,0 0 0,7 2 0,-4-2 0,-1-1 0,1 0 0,-1 0 0,1 0 0,-1 0 0,0-1 0,1 0 0,-1 0 0,0 0 0,1-1 0,-1 0 0,0 0 0,0 0 0,8-6 0,3-2 0,-1-1 0,25-24 0,-27 23 0,-12 11 0,1-1 0,-1 1 0,1 0 0,0-1 0,-1 1 0,1 0 0,0 0 0,0 0 0,0 0 0,-1 1 0,1-1 0,0 0 0,0 1 0,0-1 0,1 1 0,2-1 0,-4 2 0,0-1 0,0 0 0,0 1 0,0-1 0,0 0 0,0 1 0,1 0 0,-1-1 0,0 1 0,0 0 0,-1-1 0,1 1 0,0 0 0,0 0 0,0 0 0,0 0 0,-1-1 0,1 1 0,0 0 0,0 3 0,3 4 0,-1 1 0,-1 0 0,1 0 0,-1 0 0,1 18 0,2 129 0,-5-146 0,2 20 0,-2-29 0,0-1 0,0 1 0,0-1 0,1 0 0,-1 1 0,0-1 0,0 1 0,1-1 0,-1 0 0,0 1 0,1-1 0,-1 0 0,0 1 0,1-1 0,-1 0 0,0 0 0,1 1 0,-1-1 0,1 0 0,-1 0 0,1 0 0,-1 0 0,0 1 0,1-1 0,-1 0 0,1 0 0,-1 0 0,1 0 0,-1 0 0,1 0 0,-1 0 0,1 0 0,-1 0 0,1-1 0,-1 1 0,0 0 0,1 0 0,-1 0 0,1 0 0,-1-1 0,0 1 0,1 0 0,-1 0 0,1-1 0,-1 1 0,0 0 0,1-1 0,-1 1 0,0 0 0,0-1 0,1 1 0,-1-1 0,15-13-93,0 0 0,-2 0 1,0-2-1,0 0 1,-1 0-1,17-34 0,-13 24-78,33-44 0,-47 68 61,0-1 0,1 1 0,-1-1 0,1 1 0,0 0 0,-1 0 0,1 0 0,4-2 0,-7 4 139,1 0 0,-1 0 0,0-1 1,0 1-1,0 0 0,0 0 0,1 0 0,-1 0 0,0 0 0,0 0 0,0 0 1,1 0-1,-1-1 0,0 1 0,0 0 0,0 0 0,1 0 0,-1 0 0,0 0 1,0 0-1,1 0 0,-1 0 0,0 0 0,0 1 0,0-1 0,1 0 0,-1 0 1,0 0-1,0 0 0,0 0 0,1 0 0,-1 0 0,0 0 0,0 0 0,0 1 1,0-1-1,1 0 0,-1 0 0,0 0 0,0 0 0,0 1 0,0-1 0,0 0 1,0 0-1,1 0 0,-1 1 0,0-1 0,0 0 0,0 0 0,0 1 0,-3 13 467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0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985 2680 8192,'221'0'12552,"0"0"-6778,808 0-6078,-998 0 304,15 1 0,1-2 0,-1-2 0,54-11 0,-89 12 0,1-1 0,-1 0 0,1-1 0,-1 0 0,0 0 0,-1-1 0,1-1 0,-1 0 0,0 0 0,0-1 0,-1 0 0,0-1 0,0 0 0,-1-1 0,0 1 0,-1-1 0,13-20 0,6-23 0,-3-1 1,-2 0 0,-2-2-1,-3-1 1,-2 0 0,-3-1 0,5-65-1,-2-415-6026,-15 466 4121,0-15-1236,-4 1-1,-29-155 0,27 208 3081,-1 2 0,-1-1 0,-2 1 0,-2 0 0,0 1 0,-2 1 0,-1 0 0,-1 1 0,-2 1 0,-39-45 0,12 30 61,-2 2 0,-2 2 0,-104-59 0,125 79 0,-33-20 0,-3 3 0,0 3 0,-2 2 0,-75-20 0,-101-12 0,35 11 0,62 12 0,-1 7 0,-1 7 0,-254-10 0,380 34 29,-43-1-70,-76 8 0,120-4 117,-1 0 1,1 2-1,0 0 1,1 2 0,-1 0-1,1 1 1,-30 17-1,27-10 731,0 0 0,1 2 0,0 0 0,2 2 0,0 0 0,1 1 0,-22 30 0,23-24-122,1 1 1,-13 29-1,14-21-1783,-16 50 1,-24 138-3931,26 3 3307,18 234 1594,12-432 127,8 172 0,-5-173 0,2 0 0,0 0 0,2 0 0,1-1 0,16 37 0,-4-26 0,1 0 0,2-2 0,1-1 0,2-1 0,1-1 0,2-1 0,0-1 0,59 44 0,-6-15 0,3-4 0,137 69 0,-128-81 0,1-4 0,2-3 0,1-5 0,2-5 0,1-4 0,0-4 0,178 8 0,393-30 2252,-418-4-3945,-217 6 2349,0-1-1,-1-2 1,51-13-1,-35 4-95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7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8192,'97'5'9232,"-3"11"-3603,-64-8-4896,-1 0 0,0 2 0,-1 1 0,32 17 0,-41-17-767,1 1 1,-2 0-1,0 1 0,0 1 1,-1 1-1,-1 1 1,0 0-1,-2 1 0,0 0 1,0 1-1,-2 1 0,0 0 1,-1 1-1,13 34 1,-15-31 33,-1 1 0,-1 0 0,-1 0 0,-2 0 0,0 1 0,-1-1 0,-2 1 0,-1 0 0,-3 32 0,1-43 0,0 0 0,-2-1 0,0 1 0,0 0 0,-1-1 0,-1 0 0,0-1 0,0 1 0,-2-1 0,1 0 0,-2-1 0,1 1 0,-2-2 0,1 1 0,-1-2 0,-1 1 0,-17 12 0,13-13 0,0 0 0,0-1 0,0-1 0,-1 0 0,-1-1 0,1-1 0,-25 5 0,12-5 0,0-2 0,0-1 0,-41-2 0,42-3 0,63-2 0,527-11-575,-315 17-3992,-34-1-5869,-77 0 7992,-30 0 2444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7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1387 1589 8192,'5'0'425,"1"0"0,-1-1 0,0 0 0,1 0 0,-1 0 0,1 0 0,-1-1 0,0 0 0,0 0-1,0 0 1,0-1 0,6-4 0,-1-1 500,0 0-1,-1-1 0,1 0 0,9-15 1,-5 6 188,-1 0 1,-1-1 0,0-1 0,-2 0 0,11-27 0,-11 18-727,-1 0 0,-1 0 1,6-49-1,-11 41-431,0 0-1,-3 0 0,-1 0 1,-2 0-1,-1 0 1,-2 1-1,-14-46 1,1 24 44,-3 1 0,-3 0 0,-2 2 0,-42-65 0,17 43 0,-4 2 0,-72-77 0,109 132 0,0 2 0,-1 0 0,-1 1 0,0 1 0,-2 1 0,1 1 0,-2 2 0,-41-18 0,32 19 0,0 1 0,-2 1 0,1 3 0,-1 0 0,1 2 0,-40 1 0,52 3 0,-122 3 0,127-1 0,1 0 0,-1 2 0,1 0 0,0 0 0,0 2 0,-25 11 0,16-2-41,1 0 1,1 1 0,0 2 0,1 0 0,1 2-1,1 0 1,1 1 0,1 1 0,-30 47-1,26-33-465,2 2 0,1 0 0,3 1 0,0 0-1,3 2 1,-9 46 0,11-25-2226,3 1 0,-1 75 0,16 125-2941,-6-243 5648,1-1 0,0 0 0,2 1 0,0-2 0,2 1 0,0 0 0,1-1 0,17 32 0,-16-36 26,2 1 1,0-2 0,1 1-1,0-2 1,1 1-1,1-2 1,0 1 0,0-2-1,1 0 1,21 12 0,-3-6-2,1 0 0,1-2 0,0-2 0,1-1 0,69 13 0,184 3 0,-187-21 0,112 20 0,-95-2 0,250 39 0,-242-53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4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0 195 8192,'6'-32'10872,"8"7"-5332,-10 21-5221,0 0 1,0 1-1,0-1 1,0 1-1,1 0 1,-1 0 0,1 1-1,0-1 1,6-1-1,10-3-868,0 2-1,1 0 0,0 1 1,24 0-1,-26 2 1713,619-17-1301,-505 19-284,816 3-7945,-117 0-565,-272-3 8769,-113-33 3657,-187 7 3809,-177 21-78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5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0 8192,'4'22'16475,"8"-5"-13755,-7-12-2916,0-1 1,0 0-1,0 0 1,1 0-1,8 3 1,37 15 195,0-2 0,1-3 0,89 18 0,-87-22 0,-17-4 0,114 26 0,243 91 0,-377-118 0,-1-1 0,1 2 0,-2 0 0,1 1 0,23 20 0,-33-25 0,0 0 0,-1 1 0,0 0 0,0 0 0,0 0 0,-1 1 0,0-1 0,0 1 0,-1 0 0,0 0 0,0 1 0,-1-1 0,0 1 0,0-1 0,0 1 0,0 8 0,-2-8 1,0 1-1,-1-1 1,0 0 0,0 1 0,0-1 0,-1 0 0,-1 0 0,1 0 0,-1 0 0,-5 9 0,-3 2-144,0-1 1,-1 0 0,-16 17-1,-14 12-1073,-2-2 0,-92 74 0,-116 63-3035,95-73 2115,-177 153-4742,190-146 6329,81-65 549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3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588 23 8192,'97'5'15064,"-26"7"-10955,-2 4-3733,65 28-3290,-48-8 4301,201 83-1387,148 70 0,-402-172 0,59 39 0,-84-50 0,1 1 0,-1 0 0,-1 0 0,1 0 0,-1 1 0,0 0 0,-1 1 0,0 0 0,0 0 0,-1 0 0,6 15 0,-8-13-123,0-1 1,-1 1 0,0-1-1,-1 1 1,0-1 0,-1 1-1,0 0 1,-1-1 0,0 1 0,0 0-1,-1-1 1,-1 1 0,0-1-1,-5 12 1,-2 2-365,-1-1 0,-2 1 0,0-2 0,-29 38 0,6-18-1121,-1-2 1,-2-1 0,-2-1 0,-1-3-1,-77 49 1,-249 123-2508,336-190 4326,-236 126-313,-301 215 0,529-330 314,-104 76-488,58-35 3343,76-60-203,0 0 0,1 1 0,-16 20 0,24-30-2841,0 1 1,1 0-1,-1 0 1,0 0 0,1 0-1,-1 0 1,0 0 0,1 0-1,-1-1 1,1 2-1,0-1 1,-1 0 0,1 0-1,0 0 1,0 0-1,0 0 1,-1 0 0,1 0-1,0 0 1,0 0-1,1 0 1,-1 0 0,0 0-1,0 1 1,0-1 0,1 0-1,-1 0 1,1 0-1,-1 0 1,1 0 0,-1 0-1,1-1 1,-1 1-1,2 2 1,1-2-30,0 1 0,0 0 0,1-1 0,-1 0 0,0 0 0,0 0 0,1 0 0,-1 0 0,5 0 0,15 1 286,0-1 1,0-1-1,0-1 0,0-1 0,0-1 1,44-12-1,139-53-937,-168 53 1653,584-262-1866,-29-67-561,-335 189-842,206-142-8127,-305 166 9334,-114 84 5277,-4-3 5110,-39 48-9167,1-1 0,-1 0-1,0 0 1,0 0 0,0 0 0,0-1 0,-1 1 0,1-1-1,-1 1 1,0-1 0,0 1 0,0-1 0,0 1 0,-1-1-1,1 0 1,-1 0 0,0 1 0,0-1 0,0 0 0,-2-4-1,0 4-165,0 1-1,0-1 1,-1 1-1,1-1 0,-1 1 1,0 0-1,0 0 1,0 0-1,-1 0 0,1 0 1,-1 1-1,1 0 1,-1-1-1,0 2 0,0-1 1,0 0-1,-7-1 1,-163-50 12,115 38 0,-181-49-35,-502-159-490,480 121-1801,-312-117 5212,497 188-2886,64 21 0,13 10 0,-1 0 0,1 0 0,0 0 0,0 0 0,0-1 0,0 1 0,0 0 0,0 0 0,0 0 0,0 0 0,0-1 0,0 1 0,0 0 0,0 0 0,0 0 0,0-1 0,0 1 0,0 0 0,0 0 0,0 0 0,0 0 0,0-1 0,1 1 0,-1 0 0,0 0 0,0 0 0,0 0 0,0 0 0,0-1 0,0 1 0,0 0 0,1 0 0,-1 0 0,0 0 0,0 0 0,0 0 0,0 0 0,1-1 0,-1 1 0,0 0 0,0 0 0,0 0 0,0 0 0,1 0 0,-1 0 0,7-2-111,0 1 0,0-1 1,0 1-1,0 0 0,0 1 0,0 0 1,0 0-1,11 2 0,69 13-1628,-83-14 1678,60 14-2043,-1 4 0,-1 2 0,91 44 0,173 111-3172,-98-49 7814,-172-98-5515,9 4 3459,30 22 4970,-80-46-4078,0 2 0,-1 0 1,0 1-1,-1 0 0,-1 1 0,0 1 0,17 24 1,-25-32-1375,0 1 0,0 0 0,-1 0 0,0 0 0,-1 1 0,0-1 0,0 1 0,0-1 0,-1 1 0,0 0 0,0-1 0,-1 1 0,0 0 0,-1-1 0,-1 10 0,1-11 0,-1 0 0,0 0 0,0 0 0,0 0 0,-1-1 0,1 1 0,-1-1 0,-1 0 0,1 1 0,-1-1 0,0-1 0,0 1 0,-1-1 0,1 1 0,-1-1 0,0 0 0,0-1 0,0 1 0,-10 3 0,-25 10 0,0-2 0,-49 11 0,-21 7 0,56-15 0,-89 19 0,87-28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55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7630 796 8192,'-20'-25'14372,"17"24"-13773,-38-11 2675,39 11-3497,-67-10 223,0 2 0,0 4 0,-79 3 0,75 2 0,-1291-1 0,614 3 0,406-3 0,-430 4 0,537 8-245,-115 21-4498,3 14 1116,117-11 5366,125-14 857,-146 46 1,-95 55-999,306-107-2073,-115 42-806,-186 73 3122,-41 59-1841,264-123 0,-230 140 0,316-182 0,2 2 0,2 1 0,0 1 0,-42 52 0,23-16 0,-54 95 0,55-69 0,-64 167 0,102-230 0,-14 36-737,4 1 1,-16 82 0,24-76 1840,-5 139 1,21 383-894,1-223-3219,-4 483-11261,-1-594 13313,3-144 956,6 0 0,30 146 0,71 215 0,-82-366 0,-12-42 0,77 264 0,-74-277 0,2 0 0,3-2 0,61 98 0,192 222 0,-145-201 0,144 173 0,-40-53 0,-77-104 6,-3-4-93,-122-138 939,-1 2 0,32 63 1,-34-46 1924,-3 2 0,26 91 0,23 146 861,-10-35-2474,-46-191-1292,-3 1 0,9 93 0,-12-29-1675,31 180-10045,-24-204 11283,12 47-167,122 672 455,-156-835 277,95 503 0,-30-255 0,67 234 0,-101-386 0,115 416 0,-30 229 0,-104-621 0,23 256 0,30 112 0,-8-96 0,1 275 0,-36-389 0,6 51 0,-16-236 0,36 132 0,-17-113 0,113 440 0,-109-394 1267,55 219-2039,-64-307 1018,2 0-1,60 106 1,-27-58 754,-7 4 4693,20 38 2940,-4-9-7169,-57-121-1464,71 159 0,-44-113 0,31 91 0,17 86 0,-78-223 0,6 14 0,2-1 0,2-1 0,2-1 0,41 61 0,-41-69 2383,1 0-6581,18 29-7772,-11-22 10736,-19-27 3373,-1 0-1,0 1 1,-1 0-1,0 1 1,8 24-1,-9-15-1230,0 0 0,-2 0 1,3 31-1,-4 19-2285,-7 132 0,-2-102 2686,3-60-1078,2 0 1,2-1-1,17 84 1,-15-108-683,1 0 1,2-1 0,0 0-1,1 0 1,15 24 0,-14-28-1746,1-1 1,1 0-1,25 24 0,-25-28 747,0-1 0,0-1 0,19 11 0,-11-9 368,36 14 0,112 23 1932,-49-16-1207,64 38 356,5 3 0,-112-53 0,0-3 0,1-3 0,133 6 0,243-20 0,-254-4 0,1424 0 0,-1005 5 0,-538-1 0,0-4 0,0-3 0,94-21 0,-38-6 96,240-94 1,-281 86-22,-2-4 1,-1-4-1,97-72 1,24-40 2674,-9-8 9475,-150 121-11800,-2-2 0,-3-2 1,-2-3-1,-3-1 0,45-76 1,-5 5-1564,3 5-3624,31-44-4789,-19 27 7552,81-129 1427,-139 187 563,-3-1 0,43-143 1,-31 51 2510,10-28 11666,-37 126-11001,0 0-4956,7-64 1789,-23 100 0,1 0 0,29-80 0,75-116 0,-53 109-2006,46-81-11107,-57 122 10414,-22 42 3069,2 2 0,40-47-1,32-17 6163,-64 73-5325,124-111 7944,-84 90-9332,-52 39 187,41-30-2549,3 4 0,1 2 0,97-40 0,-67 47-3125,42-18 3684,-59 16 1955,1 4 0,2 3 0,0 4-1,2 4 1,0 3 0,95-4 0,-128 17 29,65-14 0,-94 12 0,0-1 0,-1-1 0,0-1 0,39-20 0,48-28 537,-56 31 2875,0-3 0,76-55-1,-40 6-4044,-53 39 2893,-2-1 0,-1-2-1,28-47 1,-10 6-3416,26-45 1156,43-77 0,11-58-4626,-51 81-5693,-49 114 8823,64-100 0,-31 59 1411,75-97 85,-25 43 0,-97 132 0,-2 0 0,-1-1 0,19-56 0,-16 27-28,-10 29 969,2 0 1,25-54-1,-22 61-898,-2 0 0,0-1 0,-2-1 0,-1 0-1,-1 0 1,-1-1 0,-1 1 0,2-35-1,-7-369-2019,-5 215 3249,-1 113-2403,1 73 1862,-1 0 0,-2 0 0,-10-30 1,-29-62 3500,-33-55-7136,42 96 1875,-69-190-3591,54 129 4671,14 41-51,-87-216 0,-23 9 0,143 299 0,0 0 0,0 0 0,-1 1 0,0-1 0,-1 1 0,0 1 0,0-1 0,0 1 0,-1 0 0,0 1 0,0 0 0,-1 0 0,0 1 0,0 0 0,-18-7 0,-126-50-123,-54-20 2970,168 70-3769,-67-12 0,79 20 1102,-448-58 17576,373 55-16490,-1 3-3326,-23 6 1206,58 0 478,0-3 1,-84-11-1,126 8 1233,-283-39-2870,231 38 3710,31 4-2741,3 0 1305,0-1 0,0-3 0,-60-13 0,-222-101 18,173 58 386,-129-60-3338,161 66 4402,61 32-2091,-72-18 0,-33-13 1897,140 44-3259,0-2 0,-28-17 0,-5-7-7257,-17-10 9354,4-5 11591,36 22-10720,-42-45-1,52 47-1248,2 0-1,1-2 1,1-1 0,1 0 0,2-1-1,1-1 1,-24-66 0,12 3 5,4-1 0,4-1 0,4 0 0,5-2 0,0-159 0,12 127 0,7-173 0,-5 282-92,1 0 0,10-36 0,40-90-10532,-15 49 4507,-26 70 5869,1 0 1,2 1-1,20-31 1,6-9 232,21-49 15,-21 36 0,4 2 0,68-91 0,-34 64 1217,-29 28 6450,-5 5-12621,2 2 4402,80-137 8970,-111 175-7865,15-47 0,-22 52-2955,-2 0-1,6-40 1,1-130-3310,-20-105 5994,0 115-547,2-782 249,6 557 1022,-3 378 4992,-7-42 0,-11-33-1295,10 71-4637,2-1 1,2 0-1,1-1 1,4-78 0,2 100-271,1 0 1,1 1-1,1-1 1,0 1 0,1 0-1,1 0 1,1 1-1,0-1 1,2 2 0,16-25-1,12-7-1374,1 2-1,2 1 1,3 3-1,59-46 1,-12 20-2368,134-73 0,-193 123 3946,0 2 0,2 1 0,0 2 0,0 1 0,1 2 0,1 1 0,0 2 0,0 2 0,0 1 0,57 1 0,749 13 0,778-11 0,-1011-40 0,-6-63 0,-534 90 0,-1-4 0,-1-3 0,-1-3 0,101-50 0,113-84-36,-200 107 1484,102-87 1,-52 26-3567,77-65 4556,-160 137-3145,73-81-1,27-57 63,-138 167 642,11-15-31,-1-1 0,-1-1 0,-1 0 0,-2-1 0,-1-1 0,15-47 0,12-28 589,68-128 1,-6 15 460,-60 116-1200,47-170 0,-79 229 447,-2-1 0,-2 0 0,-2 0 0,-2 0 0,-2-1 0,-9-87 0,4 115 416,0 0-1,-1 0 0,0 1 1,-2-1-1,0 1 0,0 1 1,-2-1-1,0 1 1,0 1-1,-2 0 0,0 0 1,-20-19-1,0 4 63,-1 2 1,-1 1-1,-1 1 1,-47-24-1,-64-28-2903,-4 6-1,-3 6 0,-2 8 0,-187-45 0,-262-15-3792,199 72 5718,-263 18 188,-2 34 225,207-1 2493,-757-5-2604,1121-1 2619,-182 25 1,-119 55 4371,27-5-4320,-502 47-5945,464-69-1427,-456 31-4520,290-62 8135,370-20 1021,-291 8 0,5 27 0,15 19 3065,244-29-5250,-280 62 3636,151-21-2310,-7-30 7617,116-15 1821,86 2-7366,112-16-1213,0 3 0,1 2 0,1 2 0,-95 42 0,115-41 0,-2-1 0,1-2 0,-2-1 0,0-2 0,0-2 0,-1-1 0,0-2 0,-69 3 0,-386-11 0,169-2 0,-1529 4 0,1794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58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5508 4174 8192,'8'0'2220,"-1"-1"1,1 0 0,0 0-1,-1-1 1,1 0-1,13-5 1,-9 1-1211,0 0 0,-1 0 0,16-12 1,5-7-2497,48-50 0,-40 35 2895,101-108-1409,-100 101 0,1 2 0,2 3 0,58-44 0,-72 67 0,1 3 0,1 0 0,0 2 0,1 2 0,56-15 0,19-7 0,63-29 0,287-93 0,-383 136 0,1 3 0,1 3 0,0 4 0,97 0 0,337 14 206,76 1-3209,-453-4 1739,264-7-5174,-289 0 5276,180-36 0,-60-14-3868,-122 23 4946,121-54-1,-134 40 776,129-86 0,-84 46-1019,124-65 9318,-158 87-3241,44-44-3603,-141 102-2063,40-31-83,-2-3 0,-1-2 0,-3-2 0,58-77 0,-75 84-138,-1 0 1,-3-2 0,32-76-1,-29 48-27,26-113-1,-38 116-3435,-3-1-1,1-86 1,-14-134-4205,0 102 13071,4 97 2955,1-5-2611,-5 3-5212,4 81-535,0 0 0,-1 0 0,-1 0 0,1 1-1,-1-1 1,0 0 0,-1 1 0,0-1 0,0 1 0,0 0 0,-1 0 0,0 0 0,-1 0 0,1 1 0,-1 0 0,-1 0 0,1 0 0,-1 1 0,0-1 0,0 1 0,-1 1 0,1-1 0,-1 1 0,-13-6 0,-40-16-3085,0 3 0,-78-19 0,-48-17-1472,113 31 4532,-25-12 141,-128-32 0,53 33 22,-1 8 0,-2 7 0,-266-1 0,-2231 31 0,-2830-6 1439,5342 6-1093,0 7-1,-310 68 1,419-69-793,0 3 0,-57 26 0,20-1 4553,22-9 4216,-1-4-4549,12-8-3430,-100 20 0,72-21-343,10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1990 0 8192,'0'3'199,"0"-1"0,-1 1-1,1-1 1,-1 1 0,1-1 0,-1 1 0,0-1 0,0 0 0,0 1 0,0-1 0,-1 0-1,1 0 1,0 0 0,-1 0 0,-3 4 0,-4 6 564,-52 63 5216,-120 116 0,99-109-4898,-215 200 49,20-19-1718,-275 302-6761,348-345 7811,122-123 3229,-103 161 1,144-191-3692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1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2662 0 8192,'-11'11'2971,"-37"37"2877,-32 55-5848,-25 31 7957,-39 38-7957,-50 56-2971,-37 45 2971,-23 30-5849,-35 43 5849,-1-6-7956,37-37 7956,40-49 0,45-45 0,28-36 0,28-37 0,32-30 2971,31-32-2971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3844 0 8192,'-47'47'2867,"-48"49"-1464,-65 65 2252,-57 68-3300,-48 62-2593,-403 446-2527,-355 373 3384,549-596 1485,-19 57 65,195-171 3932,235-304-446,22-24-2741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5768 1 8192,'-45'44'3356,"-80"82"2127,-86 107-5483,-96 103-3356,-83 82 3356,-76 38-5483,-81 62 5483,-46 32 0,-11 0 0,8-27 0,39-47 0,71-72 0,94-81 0,127-97 0,129-108 0,88-75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4655 1 8192,'-22'22'0,"-74"74"0,-87 87 0,-101 78 0,-102 74 0,-73 45 0,-59 46 0,-30 30 0,1 2 0,60-42 0,91-71 0,68-82 0,90-76 18022,108-68-20993,97-67 5942,56-41-2971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2346 0 8192,'-34'34'3356,"-76"76"-3356,-54 54 5483,-65 65-5483,-38 38-3356,-40 29 3356,0-14-5483,6-11 5483,44-39 0,55-50 0,73-54 18022,91-50-18022,52-38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2242 1 8192,'-22'11'3356,"-52"37"-3356,-46 43 5996,-48 51-5996,-49 56-2971,-45 62 2971,12 8-5849,-17 14 5849,2-19-532,14-32 532,49-44 0,59-54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1253 1 8192,'-11'33'2971,"-48"56"2877,-36 34-5848,-35 30 7957,-40 10-7957,-24 1 1246,10-6-1246,25-30 0,17-15 0,33-25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3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8192,'64'3'5818,"27"8"-2982,3 1-1325,230 9 5906,77 8-6977,-368-27-440,-1 3 0,0 0 0,0 2 0,48 17 0,-71-20 0,-1 0 0,1 0 0,-1 0 0,0 1 0,-1 1 0,1-1 0,-1 1 0,0 0 0,-1 1 0,1 0 0,-1 0 0,-1 0 0,1 1 0,-1-1 0,0 1 0,-1 1 0,0-1 0,0 1 0,-1-1 0,4 17 0,1 17-43,-2-1 0,3 74 0,-14 90-1473,2-110 364,-4 156-836,-14 612-10240,21-831 12216,-2 25 346,3 1 0,12 77-1,-12-126 822,1 0 0,0 0-1,1 0 1,-1 0 0,2-1-1,-1 1 1,2-1-1,-1 0 1,9 13 0,-9-17-633,-1-1 0,1 1 1,0 0-1,0-1 0,1 0 0,-1 0 1,6 3-1,-4-3-472,1 0-1,-1-1 1,1 1 0,0-1 0,12 1 0,26 2-50,1-3 0,-1-2 0,68-7 0,-29 1 0,586-20-2544,-506 24 4272,-88 0-977,-74 2-747,0 0 0,-1 0 0,1 0 0,0 0-1,-1 0 1,1-1 0,-1 1 0,1-1-1,0 1 1,-1-1 0,1 0 0,-1 0 0,1 1-1,-1-1 1,0 0 0,2-1 0,-3 1-4,0 0 0,0 1 0,1-1 0,-1 1 0,0-1 0,0 1 0,0-1 0,0 0 0,0 1 0,0-1 0,0 1 0,-1-1 0,1 0 0,0 1 0,0-1 0,0 1 0,0-1 0,-1 1 0,1-1 0,0 1 0,-1-1 0,0 0 0,1 1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3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469 40 8192,'7'-16'16389,"11"5"-13623,22 0-3899,-29 10 1133,1 1 0,-1 0 0,1 1 0,-1 0 0,0 0 0,1 2 0,-1-1 0,0 1 0,0 1 0,16 7 0,-6-1 0,0 1 0,-1 1 0,0 0 0,20 18 0,-27-18 15,0-1 0,-2 2 1,1-1-1,-2 2 0,0-1 1,0 1-1,-1 1 0,-1 0 1,12 31-1,-15-33-226,-1 0 1,0 0-1,-1 0 0,-1 1 0,0-1 1,-1 1-1,0-1 0,-1 1 1,-1 0-1,0-1 0,0 1 0,-2-1 1,-3 15-1,-2-9-360,0 1 0,-1-2 0,-1 1 0,-1-1 0,0-1 0,-2 0 0,0 0 0,-28 27 0,8-13-1337,-1-2 0,-2-1 0,-45 27 0,35-29 1557,0-3 1,-1-1-1,-1-2 0,-1-2 1,-1-3-1,-79 15 1,-29 5 350,118-21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5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584 207 8192,'140'2'15079,"-35"5"-10971,0 7-3739,-67-6-1100,-1 0-1,0 3 0,50 21 1,-61-20 1195,-1 0 0,45 33 0,-54-33-464,0 1 0,-2 0 0,1 2 0,-1-1 0,-1 2 0,-1 0 0,0 0 0,9 20 0,-16-29 0,-1 1 0,-1-1 0,0 1 0,0-1 0,0 1 0,-1 0 0,0 0 0,-1 0 0,1 1 0,-2-1 0,1 0 0,-1 0 0,0 1 0,-1-1 0,0 0 0,0 0 0,-1 0 0,0 0 0,0 0 0,-1 0 0,0 0 0,-6 10 0,0-5 0,0-1 0,-1-1 0,0 0 0,-1 0 0,0-1 0,-22 16 0,-88 48 0,-433 167 0,457-204 0,-2-4 0,-150 29 0,198-54 0,29-6 0,0 2 0,0 1 0,-25 8 0,33-4 0,20-5 0,28-3 0,27-8-57,-1-3 1,0-2-1,90-31 1,-96 27-278,323-105-3543,-171 54-39,258-114-5299,-430 167 8963,-22 9-104,53-24 1903,-43 19 1357,-1-1-1,27-19 1,-39 24-1805,0-1-1,0-1 1,-1 0 0,0 0-1,-1-1 1,12-16-1,-13 16-1142,-2 1-1,0-1 0,0 0 1,0 0-1,2-12 0,-1 4 67,-2 1-1,0 0 1,-1-1 0,-1 0-1,0 0 1,-1 1-1,-1-1 1,-1 0-1,0 1 1,-1-1-1,-1 1 1,0 0-1,-1 0 1,-1 0-1,-1 0 1,0 1-1,-1 1 1,0-1-1,-1 1 1,-1 0 0,0 1-1,-15-15 1,-3 4-139,0 1 1,-1 1-1,-1 2 1,-1 1-1,0 1 1,-2 2-1,0 1 1,-1 2-1,0 1 1,-1 2-1,0 1 1,-1 2-1,1 1 1,-2 2-1,1 1 1,-53 3-1,81 1 173,-1 0-1,1 0 1,-1 0 0,1 1-1,0 0 1,0 1 0,-11 5 0,17-7-81,0 0 0,1 0 0,-1 0 1,0 0-1,1 0 0,0 0 0,-1 1 1,1-1-1,0 0 0,-1 1 0,1 0 1,0-1-1,0 1 0,0-1 0,0 1 0,1 0 1,-1 0-1,0-1 0,1 1 0,-1 0 1,1 0-1,0 0 0,0 0 0,-1 0 1,1 0-1,0 0 0,1-1 0,-1 1 1,0 0-1,0 0 0,1 0 0,-1 0 1,1 0-1,0-1 0,0 1 0,-1 0 1,3 3-1,4 6 201,-1-1-1,2 1 1,-1-1-1,2 0 1,-1-1 0,1 0-1,0 0 1,1-1 0,11 8-1,108 63-2778,-85-55 3065,132 72 39,105 64 1538,-254-142-1923,53 37 74,-74-49-188,1 0-1,-1 0 1,1 0 0,-2 1-1,1 0 1,-1 0-1,0 0 1,5 10 0,-9-15-2,-1 0 0,1-1 0,0 1 0,0 0 0,-1 1 0,1-1 0,-1 0 0,0 0 0,0 0 0,0 0 0,0 0 0,0 0 0,0 0 0,0 0 0,-1 0 0,1 1 0,-1-1 0,1 0 0,-1 0 0,0-1 0,0 1 0,0 0 0,0 0 0,0 0 0,0 0 0,-1-1 0,1 1 0,-1-1 0,1 1 0,-1-1 0,1 1 0,-1-1 0,0 0 0,-3 2 0,-4 2 0,-1 0 0,0-1 0,0 0 0,0-1 0,-16 4 0,-29 2 0,0-2 0,0-3 0,-96-4 0,111-1 0,5 1 0,0-1 0,-1-3 0,1 0 0,1-3 0,-37-11 0,60 15 0,0-1 0,1 0 0,-1-1 0,1 0 0,0 0 0,1-2 0,-1 1 0,1-1 0,0 0 0,1-1 0,0 0 0,0 0 0,1-1 0,0 0 0,0 0 0,1 0 0,0-1 0,1 0 0,-8-21 0,6 10 0,0-1 0,2 0 0,1 0 0,-2-28 0,6 48 0,0 1 0,0 0 0,-1 0 0,1-1 0,1 1 0,-1 0 0,0 0 0,0 0 0,0-1 0,1 1 0,-1 0 0,0 0 0,1 0 0,-1 0 0,1-1 0,0 1 0,-1 0 0,1 0 0,0 0 0,0 0 0,-1 0 0,1 1 0,0-1 0,0 0 0,0 0 0,0 1 0,0-1 0,0 0 0,0 1 0,0-1 0,1 1 0,-1-1 0,0 1 0,0 0 0,2-1 0,2 1 0,-1 0 0,1 1 0,-1-1 0,0 1 0,1 0 0,-1 0 0,0 1 0,9 3 0,37 20 0,72 49 0,-53-31 0,91 68-547,-10 16-4707,-143-120 4049,0-1-1,-1 1 1,1 0-1,-2 0 1,1 0-1,-1 1 1,0 0-1,5 11 1,-9-16 1154,0 0 0,0 1 0,-1-1 1,1 0-1,-1 0 0,0 1 0,1-1 0,-1 0 0,-1 1 1,1-1-1,0 0 0,-1 0 0,0 1 0,0-1 1,0 0-1,0 0 0,0 0 0,0 0 0,-1 0 0,0 0 1,0 0-1,1 0 0,-2-1 0,1 1 0,0-1 1,-4 4-1,-5 3 51,1 0 0,-1-1 0,-1 0 0,0-1 0,0 0 0,0-1 0,-1 0 0,-15 5 0,-19 2 0,-49 9 0,63-15 0,-482 73 0,459-74 0,1 2 0,1 2 0,-87 28 0,62-10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7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4001 1 8192,'-66'33'0,"-145"133"0,-123 160 0,-84 113 0,-114 92 0,-67 46 0,3-44 0,69-78 0,113-105 0,171-157 18022,182-167-18022,180-154-3356,68-55 3356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1585 0 8192,'-22'44'3356,"-74"104"2127,-75 114-5483,-65 80-3356,-25 26 3356,-13-5-5483,41-32 5483,48-49 0,78-107 18022,124-159-18022,181-183-3356,156-152 3356,139-109-5484,-13 17 5484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3303 1 8192,'-55'100'0,"-108"121"0,-102 112 0,-96 98 0,-96 66 0,-38 13 0,-12-23 0,70-84 0,97-111 0,129-127 11332,200-180-14688,102-87 3356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2954 1 8192,'-77'110'0,"-126"137"0,-116 115 0,-105 95 0,-67 25 0,-18-2 0,56-61 0,127-102 0,175-116 0,178-147 3356,230-171-3356,181-155-2971,161-131 2971,-23 4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2755 0 8192,'-78'78'0,"-91"91"0,-95 106 0,-92 84 0,-50 36 0,-24 7 0,39-55 0,65-75 0,98-94 0,121-112 0,135-121 0,194-119 0,61-29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3117 0 8192,'-55'66'0,"-107"122"0,-93 118 0,-91 128 0,-97 79 0,-41 19 0,8-4 0,73-69 0,105-102 0,136-122 11332,130-135-11332,136-151-3356,94-121 3356,15-33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1652 1 8192,'1'22'2971,"-24"63"-2971,-61 83 5848,-74 79-5848,-63 87-3356,-62 53 3356,-5-18-5463,25-26 5463,57-62 0,107-121 18022,72-90-18022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1649 1 8192,'-33'33'0,"-45"45"0,-41 30 0,-57 53 0,-64 54 0,-3 13 0,7-22 0,22-34 0,35-35 3356,49-42-3356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3944 0 8192,'-11'12'0,"-37"35"3356,-77 78-3356,-61 61 5483,-88 55-5483,-107 63-3356,-112 36 3356,-49 4-5483,1-34 5483,49-59 0,96-60 0,116-75 0,105-56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0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5655 8192,'0'-2'106,"1"-1"-1,-1 1 1,1 0 0,0-1 0,0 1-1,0 0 1,0-1 0,0 1 0,0 0-1,1 0 1,-1 0 0,1 0 0,-1 0 0,1 1-1,0-1 1,0 0 0,0 1 0,4-3-1,5-6 362,214-189 5148,25 5-7683,-1 22 598,56-41-2173,48-34 2733,58-46 910,59-44 0,54-39 0,73-34 0,102-21 0,93 4 0,90 15 0,929-324 0,31 84 0,-1200 447 0,-159 62 0,-145 54 0,-122 43 3003,-84 25 12016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0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8192,'7'7'1772,"1"-1"0,-1 0 0,13 8 1,52 20 311,-41-20-1092,377 136 6700,19-27-7767,-146-43 315,-212-61-240,-2 4 0,85 40 0,-141-57 0,0 0 0,0 0 0,-1 1 0,0 0 0,0 1 0,-1 0 0,1 1 0,-2 0 0,0 0 0,11 15 0,-16-17 0,0-1 0,0 1 0,0-1 0,-1 1 0,1 0 0,-2 0 0,1 0 0,-1 0 0,0 0 0,0 0 0,-1 0 0,0 1 0,-1-1 0,1 0 0,-1 0 0,-1 0 0,1 0 0,-1 0 0,-3 7 0,-1 1 0,-1 1 0,-1-1 0,0-1 0,-1 0 0,0 0 0,-1 0 0,-18 17 0,-91 78 0,15-30-933,-3-5 1,-184 96 0,145-93 373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751 0 8192,'11'0'2971,"48"0"-2971,37 0 5848,12 0-5848,10 0 7957,7 0-6711,-50 0-1246,-61 12 0,-77 13 0,-71 48 0,-58 12 0,-41-10-3356,-2-5 3356,27-16-5996,38-16-2674,49-15 8670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8192,'0'11'3356,"11"4"-3356,26 21 5996,28 16 1463,4-1-7459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8192,'33'0'11332,"34"0"-4642,15 0-6690,6 0 0,-1 0 0,6 0 0,-12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1243 1 8192,'-38'35'2731,"-1"-1"0,-1-1 1,-2-3-1,-77 42 0,-36 1 1148,-8-15-3597,82-37-248,-2-3 0,0-4 0,0-4 0,-1-3 1,-149-8-1,357-5-34,1221-2 0,-1284 8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 8192,'22'0'3356,"30"0"2127,27 11 2474,1 26-6731,-13 17-1226,-18 11 0,-18 17 0,-35 16 0,-51 3 0,-72 6-2971,-24-4-2878,12-20 5849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8192,'11'0'3356,"4"22"-3356,-1 41 5996,-2 64-5996,-4 56 7459,-14 18-7459,-7 20 1211,0 16-1211,-9-10 0,-1-21 0,3-24 0,6-20 0,4-61 0,5-46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3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8192,'0'-11'11991,"22"-4"-5960,19 1-6031,24 2 0,12 4 0,15 3 0,-7 3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3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0 8192,'11'1'581,"1"0"0,-1 1-1,0 0 1,19 7 0,11 2 460,178 18 8716,-113-18-6475,-105-11-3273,58 10 680,-55-9-663,0 0 1,-1 1-1,1-1 0,-1 0 0,1 1 0,-1 0 0,1 0 0,-1 0 0,0 0 0,0 1 0,0-1 1,5 6-1,-8-7-26,1 0 0,-1-1 0,1 1 0,-1 0 0,1 0 0,-1 0 0,1-1 0,-1 1 0,0 0 0,0 0 0,1 0 0,-1 0 0,0 0 0,0 0 0,0 0 0,0 0 0,0 0 0,0-1 0,0 1 0,0 0 0,0 0 0,-1 0 0,1 0 0,0 0 0,0 0 0,-1 0 0,1-1 0,-1 1 0,1 0 0,-1 0 0,1 0 0,-1-1 0,1 1 0,-1 0 0,0-1 0,1 1 0,-2 0 0,-3 3 0,-1-1 0,1 1 0,0-2 0,-11 5 0,11-5 0,-69 26 0,-83 20 0,95-32 0,2 2 0,0 3 0,-60 32 0,112-49 0,0 1 0,0 0 0,1 0 0,0 1 0,0 0 0,0 0 0,1 1 0,-1 0 0,2 0 0,-1 0 0,-4 9 0,7-10 0,0 0 0,0 0 0,1 1 0,0-1 0,0 0 0,0 1 0,1-1 0,0 1 0,0 0 0,1-1 0,0 1 0,0 0 0,1-1 0,-1 1 0,4 9 0,-3-12 0,0 1 0,1-1 0,0 1 0,0-1 0,0 0 0,0 0 0,1 0 0,0 0 0,0-1 0,0 1 0,0-1 0,0 1 0,5 2 0,-1 0 0,1-1 0,0 0 0,0-1 0,0 0 0,0 0 0,12 3 0,9 1 0,1-2 0,61 6 0,-87-12 0,19 2 0,0-1 0,0-1 0,0-1 0,0-1 0,0-1 0,0-1 0,25-8 0,-31 7 0,0-2 0,-1 0 0,0-1 0,0 0 0,0-1 0,-1-1 0,-1-1 0,0 0 0,21-21 0,9-19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4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1 8192,'-11'567'8338,"-16"-195"-10332,-52 348-3439,47-481 9725,-4-7 8527,26-194-12819,9-41 0,0 0 0,0 1 0,1-1 0,-1 0 0,1 0 0,-1 1 0,1-1 0,0 0 0,0 0 0,0-3 0,-29-356 0,2 41 0,26 299 0,-1 5 0,1 1 0,1-1 0,3-27 0,-2 39 0,-1 1 0,1 0 0,1-1 0,-1 1 0,1 0 0,-1 0 0,1 0 0,0 0 0,1 0 0,-1 0 0,1 1 0,-1-1 0,1 1 0,0-1 0,1 1 0,-1 0 0,0 0 0,7-3 0,2-1 0,0 2 0,1 0 0,0 0 0,0 1 0,0 1 0,0 0 0,21-1 0,100-1 0,-116 5 0,328 9 0,-66-1 0,136 26-3045,-353-26 2734,44 3 311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4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8192,'0'22'0,"0"29"18022,0 29-18022,-11 44 0,-4 2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5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0 315 8192,'15'-23'8717,"5"4"-4783,-7 9-2983,0 1 0,29-14 1,-29 16 560,26-11-1239,1 1 0,1 1 0,68-15 1,133-14-362,353-3 88,-177 22 0,-342 16 0,-49 5 0,1 2 0,0 0 0,0 2 0,1 1 0,-1 1 0,48 8 0,-56-3 0,0 0 0,-1 2 0,0 1 0,0 0 0,-1 1 0,0 1 0,0 1 0,-1 0 0,27 27 0,2 9 0,70 93 0,-100-120 0,-2-2 0,2 0 0,0-2 0,26 22 0,-31-30 0,0-1 0,0 0 0,1-1 0,1-1 0,-1 0 0,1 0 0,15 4 0,16 0-79,1-2-1,-1-2 1,1-2 0,86-3 0,-119-1-21,60-3-1657,-1-2-1,0-4 0,136-36 0,199-91-6641,-313 103 15437,-1 10-5751,-75 20-1475,-1 1-1,1 0 0,0 2 1,-1 0-1,1 0 0,0 2 1,-1 0-1,1 1 1,24 7-1,198 90 1725,-37-13-1009,-116-60-607,1-3-1,1-4 1,1-4 0,113 6-1,358-14 130,-459-9 158,62-2 288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2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3729 1 8192,'-44'44'0,"-70"48"0,-83 53 0,-73 45 0,-113 91 0,-69 31 0,-2-5 0,21-10 0,62-34 0,72-50 0,64-50 2971,62-53-2971,60-34 5848,37-31 2109,11-21-6711,16-17-1246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2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8192,'23'44'3356,"72"82"-3356,88 85 5996,79 84-5996,94 59-2971,98 24 2971,115 26-5849,105 21 5849,16-17-532,-10-33 532,-66-70 0,-114-76 0,-132-76 0,-117-65 0,-90-47 18022,-72-30-18022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1106 0 8192,'-77'56'0,"-93"73"0,-49 37 0,0 23 0,27 14 0,45-18 0,71-62 18022,70-85-18022,58-71 0,43-64 0,5-14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8192,'100'55'0,"176"107"0,142 93 0,43 24 0,-12-12 0,-60-41 0,-85-59 18022,-95-102-18022,-82-106-3356,-63-47 3356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2302 0 8192,'-56'0'2971,"-95"33"-2971,-111 34 5848,-55 26-5848,-29 21-3356,11 12 3356,30-14-5463,43-16 5463,68-36 18022,121-82-18022,173-93 0,136-61 0,28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2097 0 8192,'-56'45'0,"-84"47"0,-63 41 0,-30 21 0,3-5 0,-16-6 3356,24-27-6327,38-33 2971,39-31 3356,34-25-6712,13-16 3356,-21-32 2971,10-13-2971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8192,'232'56'0,"310"84"0,328 96 0,204 19 0,53-1 0,-110-43 0,-217-47 0,-233-51 0,-191-44 2971,-149-35 2877,-112-23-5848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4351 0 8192,'-56'11'0,"-106"26"0,-137 51 0,-117 32 0,-87 30 0,-47 11 0,3 0 0,40-27 0,84-14 0,80-28 0,88-29 0,76-26 11991,68-18-11991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8192,'88'22'0,"130"63"0,126 83 0,83 68 0,13 17 0,-13-2 0,-57-32 3356,-58-54-3356,-60-55-2971,-50-45 6327,-50-35-6712,-49-22 3356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3097 0 8192,'-67'45'0,"-88"58"0,-73 67 0,-64 61 0,-60 57 0,-37 23 0,4-7 0,1-22 0,32-37 0,65-61 0,81-61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2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 8192,'0'359'11625,"0"0"-5912,0 71-3198,0 216-4295,0 238-2627,-1-841 2363,-2 1 0,-13 65 0,-31 81-3654,35-147 4871,-27 153-1381,22 3 3397,18 205 8575,3-178-1701,-4 1285-7858,0-1444-205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3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8192,'35'6'6533,"13"15"-3991,-27-11-1452,68 28 5014,-43-20-5520,-1 2 0,65 40 1,333 282-585,-230-183 0,-131-102 0,85 76 0,78 107 0,-115-110 0,16 38 0,-105-116 0,2-2 0,79 71 0,-113-113 0,14 10 0,0 1 0,-1 1 0,-1 2 0,33 42 0,-27-17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4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1855 1 8192,'17'10'17837,"-10"14"-18463,-5-18 1437,8 42-811,-1-1 0,1 53 0,-2 106 0,-7-164 0,3 987 0,-7-576 0,4-432 0,-2 0 0,-1 0 0,-1 0 0,-6 29 0,5-37 0,-1-1 0,0 0 0,-1 1 0,0-1 0,-1-1 0,0 0 0,0 0 0,-14 14 0,-20 17-16,-2-2 1,-57 41-1,32-28-497,-268 192-5176,13-12-3532,-64 90 6669,78-41 5207,233-210-4430,28-24 2283,-18 27 7932,25-20-6551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2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709 1 8192,'1'345'7276,"0"111"1466,-5-150-6943,-28 86-1576,18-303-229,-4-1 0,-41 119 0,13-79 6,-5-3 0,-6-2 0,-5-3 0,-5-3 0,-86 114 0,122-189 0,1 0 0,-23 48 0,19-18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22.0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8192,'0'38'3075,"-1"-1"23,1-1 0,2 1 0,13 68 0,-12-95-2964,-1 0 1,2 0-1,-1-1 1,1 0-1,1 1 1,-1-2-1,2 1 1,-1 0-1,1-1 0,1 0 1,-1 0-1,1-1 1,1 0-1,-1 0 1,1-1-1,0 0 1,1 0-1,16 8 1,-5-5-135,0-1 0,0-1 0,0-1 0,1-1 0,35 4 0,111-1 0,-118-7 0,755-3 0,-545-1 0,-210 2 0,359-12 0,-325 6 0,1-4 0,150-40 0,-164 28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6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8192,'7'-4'299,"-1"-1"1,1 1-1,0 0 0,1 1 1,-1 0-1,0 0 0,1 0 1,0 1-1,0 0 1,0 1-1,0 0 0,13-1 1,-1 0 78,86-10 3438,2 4 0,162 10 1,-129 10-2666,195 42 1,235 93-1152,214 60 0,-451-123 0,409 162 0,-732-242 0,0 1 0,0-1 0,-1 2 0,0-1 0,0 1 0,-1 1 0,1 0 0,12 13 0,5 13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6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715 1 8192,'13'1'8512,"-3"1"-4184,17 14-1720,-14-8-1039,34 25-1076,79 71 0,-47-35-474,-40-38-19,65 59 0,-93-79 0,0 0 0,-1 1 0,0 1 0,-1 0 0,0 0 0,8 19 0,-14-27-17,-1 1 0,0 0 0,-1 0 0,0 0 0,1 0 0,-2 0 0,1 1 1,-1-1-1,0 0 0,0 0 0,-1 0 0,0 1 0,0-1 0,0 0 0,-1 0 1,0 0-1,0-1 0,-1 1 0,1 0 0,-1-1 0,0 0 0,-1 1 0,1-1 0,-7 6 1,-7 9-459,-1-1 0,-2-1 0,1-1 0,-33 21 0,1-4-697,-1-3 0,-2-2 1,0-2-1,-2-2 0,-1-3 0,-93 22 1,67-25-1791,-149 14 1,22-26 1861,112-9 1100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8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6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896 1 8192,'-80'58'3713,"2"3"-1,3 4 1,-80 87 0,-175 235-441,314-367-3373,-14 17 101,3-7 0,3 2 0,0 0 0,-21 41 0,43-70 0,0 1 0,1-1 0,0 1 0,-1-1 0,1 1 0,1 0 0,-1 0 0,0 0 0,1-1 0,0 1 0,0 0 0,0 0 0,0 0 0,1 0 0,-1-1 0,1 1 0,0 0 0,0 0 0,0-1 0,1 1 0,-1-1 0,1 1 0,0-1 0,0 0 0,0 0 0,1 0 0,-1 0 0,1 0 0,-1 0 0,7 4 0,5 4 0,1-1 0,0 0 0,0-1 0,1-1 0,19 7 0,-32-14 0,62 24 0,2-4 0,0-2 0,83 11 0,25 6 0,-138-26 0,0 2 0,-1 1 0,66 34 0,-11 6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8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594 1045 8192,'50'0'9997,"0"0"-6203,79-4-678,95-15-2561,69-11-2792,174-30-458,238-72-7283,-654 120 9702,1256-282-1796,-912 207 1874,635-129 192,-636 149 6,-68 14 0,-76 16 3003,-107 12 9012,-120 18-9387,-24 5-2299,-8 2-282,-96 14-47,48-5 0,-328 58 0,60 11 0,-1152 242-842,-10-55-8911,1038-184 4250,-205 65 3579,589-127 2208,-96 39 0,92-25 2946,0 3 3970,-1 3-1752,-1-5-3792,48-25-1672,1-1 0,-1 0 0,-1-2 0,-37 6 0,-107-4 16,165-7 0,0-1 0,-1 0 0,1 0 0,0 0 0,-1 0 0,1-1 0,0 1 0,0-1 0,-4-1 0,11 0 0,0 0 0,0 1 0,0-1 0,0 1 0,1 0 0,-1 0 0,7 0 0,297-66 0,-31 10 0,72-6-496,-343 62 457,1183-226 252,-685 116-2688,-252 52 2307,629-138-7854,6 69 1191,-668 115 7672,-17 13 3914,-159 5 4496,-54-3-6280,-189 3-3119,133-4-200,-285 9-1881,-193 32 4458,-113 32-3249,-890 125-7630,1461-188 7539,-470 64-4149,1-11 3310,-1-19 3369,0-31 3427,479-16 4550,75 2-8188,5-1-353,16 0 11,138-3-969,149 3 103,822-32 0,-397-50-1942,-612 68 1408,1244-217 2110,-791 99-3537,-313 58 2842,-218 60-542,0-2 0,-1-1 0,67-44 0,-102 60-281,-1 0 1,1 0-1,-1 0 0,0-1 1,0 0-1,0 0 0,0 0 0,0 0 1,0 0-1,3-5 0,-6 7-59,0 1 0,0-1 1,0 1-1,0-1 0,0 1 0,0 0 0,0-1 0,0 1 0,0-1 0,0 1 0,-1-1 0,1 1 0,0 0 0,0-1 1,0 1-1,0-1 0,-1 1 0,1 0 0,0-1 0,0 1 0,-1 0 0,1-1 0,0 1 0,-1 0 0,1-1 0,0 1 1,-1 0-1,1 0 0,0 0 0,-1-1 0,1 1 0,-1 0 0,-32-7 14,-31 8-13,1 2 0,-94 17 0,-449 103 0,149-24 0,-391 28-1869,752-114 941,-627 101 1249,560-81-321,153-31 283,1 0 0,-1 1 0,1 0 0,0 0 0,0 1 0,-14 8-1,23-12-273,0 0 0,-1 0-1,1 0 1,0 1 0,0-1-1,0 0 1,-1 0 0,1 1-1,0-1 1,0 0 0,0 0-1,0 1 1,0-1 0,0 0-1,0 0 1,-1 1 0,1-1-1,0 0 1,0 1 0,0-1-1,0 0 1,0 0 0,0 1-1,0-1 1,0 0 0,0 1-1,1-1 1,-1 0 0,0 0-1,0 1 1,0-1 0,0 0-1,0 0 1,0 1 0,1-1-1,-1 0 1,0 0 0,0 1-1,0-1 1,0 0 0,1 0-1,-1 0 1,0 1 0,0-1-1,1 0 1,-1 0 0,0 0-1,0 0 1,1 0 0,31 10 53,124 5-62,101-7 0,104-4-496,1089-80-7509,-979 14 3348,493-133 0,-903 180 4737,136-35-388,-79 19 3332,-39 6 8991,-69 16-9387,-14 4-2252,-29-2-376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0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1666 1 8192,'-16'15'2765,"-38"26"1,7-5 954,0 2 279,-30 24-1715,-72 76-1,18 2-2077,-193 193-207,-128 42 1,397-336 0,-158 122 0,201-152 0,1 0 0,1 1 0,-1 1 0,-11 15 0,22-25 0,-1 0 0,0 0 0,0 0 0,0 0 0,0 1 0,1-1 0,-1 0 0,1 0 0,-1 0 0,1 1 0,-1-1 0,1 0 0,0 1 0,0-1 0,-1 0 0,1 1 0,0-1 0,0 0 0,0 1 0,0-1 0,1 0 0,-1 1 0,0-1 0,1 0 0,-1 1 0,1-1 0,-1 0 0,1 0 0,-1 0 0,1 1 0,0-1 0,-1 0 0,1 0 0,0 0 0,0 0 0,0 0 0,2 1 0,2 1 0,0 0 0,1-1 0,0 0 0,-1 0 0,1 0 0,0 0 0,12 1 0,58 4-1098,125-3 0,-172-4 818,704-11-8868,-240 3 3479,-166 4 4940,-157 7 1459,-66 6 3781,-87-7-1066,0 1 1,21 6-1,-27-2-1306,-13 0-1833,-7-4-306,-1 1 0,1-1 0,0-1 0,-1 0 0,1 0 0,-1-1 0,-17 0 0,13 0 0,-663 10 0,426-14 0,-812 2 0,1046 1 0,0 0 0,0-1 0,0-1 0,0 0 0,-16-5 0,28 5 0,0 0 0,0 0 0,0 0 0,1 0 0,-1-1 0,1 0 0,0 1 0,0-2 0,0 1 0,0 0 0,0-1 0,1 0 0,-1 0 0,1 0 0,0 0 0,0-1 0,1 1 0,-1-1 0,1 1 0,-3-10 0,2 3-3,0 0-1,1-1 1,0 1 0,1-1 0,0 1 0,1-1 0,0 1 0,3-22 0,1 12 17,1 1-1,1-1 1,0 1 0,13-25-1,6-4-191,2 1-1,64-83 0,48-40-2328,90-66 4471,15 13-2099,-76 79-6103,-140 121 4479,-5 4-272,41-33 909,-31 31 4201,1 8 3370,-32 13-6286,0 0 0,1 0 0,-1 1 0,0-1 1,0 1-1,1 0 0,-1 0 0,0 0 1,0 0-1,1 0 0,-1 0 0,0 1 0,0-1 1,5 2-1,-7-1-226,1-1 1,0 1-1,0 0 1,-1 0-1,1 0 0,0-1 1,-1 1-1,1 0 1,-1 0-1,1 0 0,-1 0 1,0 0-1,1 0 1,-1 0-1,0 0 0,0 0 1,1 0-1,-1 0 1,0 1-1,0-1 1,0 0-1,-1 0 0,1 0 1,0 0-1,0 0 1,0 0-1,-1 0 0,1 0 1,0 0-1,-1 0 1,1 0-1,-1 0 0,-1 1 1,-9 21 362,-2-2 0,0 1 0,-24 27 1,8-11 478,-65 90-308,-171 256-446,3 24-25,241-377 0,-19 24 0,3 2 0,-54 111 0,89-162 0,0-1 0,0 0 0,0 1 0,1-1 0,0 1 0,0-1 0,0 1 0,0 0 0,1-1 0,0 1 0,1 0 0,-1 0 0,1-1 0,0 1 0,0-1 0,1 1 0,-1-1 0,5 8 0,-3-7 0,1-1 0,0 0 0,1 0 0,-1 0 0,1 0 0,0-1 0,0 0 0,1 0 0,-1 0 0,1-1 0,0 1 0,-1-1 0,1-1 0,1 1 0,-1-1 0,8 2 0,34 6-578,1-2-1,1-1 1,92-2 0,-124-4 415,697-9-9415,-280-1 4201,-146 11 4786,79 31 1065,-247-18 162,0-4 1,135-7 0,-174-14 6422,-10-4-5170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1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1354 1372 8192,'-106'-3'11739,"1"-6"-6161,-19-6-3280,-61-15-3815,-90-11 945,188 33-651,-81-13-1009,88 3-1680,59 11 87,-34-15-1,43 16 3267,1 0 0,0-1 0,-19-16 0,22 16 836,0-1 0,0 0 1,1 0-1,-11-16 1,13 16 168,1 0 0,0 0 0,0 0 1,0 0-1,1-1 0,1 1 0,0-1 1,0 0-1,0 0 0,1 0 0,0 0 0,1 0 1,0 1-1,2-17 0,4-1 304,0-1 0,2 2-1,1-1 1,1 1 0,1 0 0,2 1-1,0 0 1,1 1 0,1 1 0,34-38-1,-3 10-393,3 2-1,1 3 1,68-48 0,74-28-870,-77 52-2683,-56 31 228,122-72-7237,-148 93 9638,60-22 0,-29 20 568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38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5047 32381 8192,'46'-1'8736,"-3"-1"-3558,-28 0-4621,1 0 0,-1-1 1,0-1-1,0 0 0,-1-1 0,20-10 0,-5-1-518,0-2 0,-1-1 0,0-2 0,46-45-1,-17 15-24,202-197-14,-213 195 0,-2-1 0,58-96 0,-79 112 0,-3-1 0,-1-1 0,-2-1 0,-2 0 0,13-53 0,32-197 239,-3 11-2965,14 3-5382,-23 71 1113,-6-110 6756,-17 108 46,13-305 193,-39 0 0,-2 217 0,1-4230 0,3 2369 0,-38 1516 0,-118-538 0,149 1132 0,-87-605 0,63 499 0,-65-390 0,60 307 0,-68-567 0,3 119 0,-13 79 0,66 336 0,-1-27 0,-13-67 0,13 87 0,-60-264 0,-3 176 0,12 44 0,-136-422 0,-35-64 0,-39-288 0,172 598 0,-131-351 0,100 335 0,103 304 0,-155-503 0,82 138 440,43-5 1916,66 403-4809,-87-302 4809,55 274-4560,-45-250 5968,106 451-3753,-44-176 6411,-71-180 1,51 168-5516,-171-415-907,211 549 0,-44-112 0,-60-133 0,-11 41 0,-34-76 0,167 323 0,-37-87 0,-70-114 0,98 190 0,-95-164 0,90 150 0,2-1 0,2-1 0,-12-46 0,-9-90 0,28 120 0,-2 0 0,-37-104 0,-2 48 0,23 53 0,2-1 0,-24-89 0,9-78 0,7 31 0,30 182 0,0 1 0,-1-1 0,-1 1 0,-11-21 0,13 28 0,0 1 0,0 0 0,-1 0 0,0 0 0,0 1 0,0-1 0,0 1 0,-1 0 0,1 0 0,-1 1 0,0-1 0,-10-4 0,13 7 0,0 0 0,0 0 0,0 1 0,0-1 0,0 0 0,0 1 0,-1 0 0,1-1 0,0 1 0,0 0 0,-1 0 0,1 0 0,0 0 0,0 1 0,-1-1 0,1 1 0,0-1 0,0 1 0,0 0 0,-3 1 0,0 1 0,0 1 0,0 0 0,0 0 0,1 0 0,-1 0 0,1 1 0,-4 5 0,-17 25-250,1 1 0,2 1-1,1 1 1,-19 48 0,-50 171-1296,67-168 2426,-17 130 0,15-11-9222,23-157 1990,2-48 6175,0 0 1,1 0 0,-1 0 0,1-1 0,0 1-1,-1 0 1,1 0 0,0 0 0,1-1-1,-1 1 1,0 0 0,4 3 0,-5-5 176,0-1 0,1 0 0,-1 1 0,1-1 0,-1 1 0,1-1 0,-1 0 0,1 0 0,-1 1 0,1-1 0,-1 0 0,1 0 0,-1 1 0,1-1 0,0 0 0,-1 0 0,1 0 0,-1 0 0,1 0 0,-1 0 0,1 0 0,0 0 0,-1 0 0,1 0 0,-1-1 0,1 1 0,-1 0 0,1 0 0,0 0 0,-1-1 0,1 1 0,-1 0 0,1-1 0,-1 1 0,0 0 0,1-1 0,-1 1 0,1-1 0,13-12 0,24-29 0,-4 3 0,60-65 0,82-86 0,-124 138 0,92-68 0,154-76 0,-214 144 0,70-36 0,167-68 0,39-19 0,-354 172-400,44-25 342,25-20 7778,-62 38-5511,0-1-1,-1 0 1,13-15 0,7-21-284,-30 44-1925,0 0 0,0-1 0,-1 1 0,0-1 0,1 1 0,-1-1 0,-1 0 0,1 1 0,-1-1 0,1 0 0,-1 0 0,0 1 0,0-1 0,0 0 0,-1 0 0,0 1 0,1-1 0,-1 0 0,-1 1 0,1-1 0,0 1 0,-1-1 0,0 1 0,1 0 0,-1 0 0,-1-1 0,1 1 0,-5-4 0,-6-5 0,0 0 0,-1 1 0,-1 1 0,0 0 0,-16-7 0,24 13 0,-66-35-519,-2 4 0,-111-37 0,-172-34 998,-29-10-2198,255 66 1789,-107-35-10735,118 58 10573,91 23 3467,0 2 0,-33 0 0,58 2-3276,0 0 0,0 0-1,0 0 1,0 1 0,0 0 0,0 0-1,0 0 1,0 0 0,0 1 0,1 0 0,-1 0-1,1 0 1,-1 0 0,1 1 0,0 0 0,0 0-1,0 0 1,0 0 0,0 1 0,1-1-1,0 1 1,-1 0 0,2 0 0,-1 0 0,0 1-1,1-1 1,0 1 0,0-1 0,0 1-1,0 0 1,1-1 0,0 1 0,-1 8 0,-14 72-2015,-6 145 0,17-162 1392,-36 371-11066,-21-4 9514,3-53 2076,56-369 0,-1 4 0,1 1 0,0 0 0,1 0 0,1 0 0,0 0 0,2 1 0,4 29 0,-5-45 0,1 0 0,0 0 0,-1 0 0,1 0 0,0-1 0,1 1 0,-1 0 0,0 0 0,1-1 0,0 1 0,-1-1 0,1 1 0,0-1 0,0 0 0,0 1 0,1-1 0,-1 0 0,0-1 0,1 1 0,0 0 0,-1-1 0,1 1 0,0-1 0,-1 0 0,1 0 0,0 0 0,0 0 0,0-1 0,4 1 0,3-1 0,0-1 0,-1 0 0,0-1 0,1 0 0,-1-1 0,0 0 0,0 0 0,15-9 0,550-305 0,-192 97 0,293-105-125,-357 178 3253,-289 133 812,27-19-1,-44 26-3302,-2-1 0,1 0-1,-1 0 1,0-1 0,9-12-1,-16 17-562,1 0-1,-1-1 0,-1 1 0,1-1 1,-1 1-1,1-1 0,-1 0 1,0 0-1,-1 0 0,0 0 1,1 0-1,-2-1 0,2-8 0,-3 7-106,1 1-1,-1 0 1,-1-1-1,1 1 1,-1 0-1,0 0 0,-1 0 1,1 1-1,-1-1 1,0 1-1,0-1 1,-1 1-1,0 0 1,-5-5-1,-6-6 407,-1 0 0,0 2 0,-1 0 0,-1 1-1,-25-14 1,-160-78-309,-651-241-6337,272 152-2409,355 127 6889,82 30 4226,134 35-1519,-19-5 3063,-37-4 0,21 11-3516,39 1-1363,1 0 0,-1 0-1,0 1 1,-9 4 0,11-4 905,1 0 0,0 0 1,0 1-1,0 0 1,0-1-1,1 2 0,-1-1 1,1 0-1,0 1 1,0-1-1,0 1 0,0 0 1,0 0-1,1 0 1,0 0-1,0 1 0,0-1 1,0 0-1,1 1 1,-1 5-1,-2 10 1370,1-1 1,1 0-1,2 33 1,0-42-1093,16 480 3864,-2-107-4143,-10-252-13,-5 365-2454,-9-395 2585,-24 101 0,33-193-122,-3 9 73,-1 5 542,-2 35 0,7-53-541,-1 0 0,2 0 1,-1 0-1,0 0 0,1 0 1,0 0-1,0-1 1,0 1-1,1 0 0,0-1 1,0 1-1,4 7 1,-4-10-73,0 0 0,-1 0 0,1 0 0,1 0 0,-1 0 0,0 0 0,0-1 0,1 1 0,-1-1 0,1 1 0,-1-1 0,1 0 0,-1 0 0,1 0 0,0-1 0,0 1 0,-1-1 0,1 1 0,0-1 0,0 0 0,0 0 0,-1 0 0,6-1 0,6-1 0,1-1 0,-1-1 0,22-9 0,26-12 7,-2-3 0,-1-3 1,79-54-1,161-136-242,-220 160-55,487-332-5765,-426 310 2746,3 6 0,183-69 0,-160 96 2994,4-12 14899,-170 61-14480,-3-1 107,0 1-1,0 0 1,0-1-1,0 1 0,-1 0 1,1 1-1,0-1 1,-1 0-1,-5 1 1,-471-76-211,108-11 0,-377-143 0,740 227 0,-295-110 0,12-24 0,251 113-158,13 7 227,0 1 0,-2 1 0,-41-14-1,65 26-200,-1 1-1,1 0 1,-1 1-1,1 0 1,-1 0 0,0 0-1,1 1 1,-1-1-1,0 2 1,0-1-1,1 1 1,-1 0-1,0 0 1,1 1-1,-1 0 1,1 0-1,0 1 1,0 0-1,0 0 1,0 0-1,-10 7 1,8-3 152,1 1-1,0 0 1,0 0 0,1 0-1,0 0 1,1 1-1,-1 0 1,-5 15 0,-1 6 850,-12 51-1,-8 73-693,4 86-4069,13 164-2485,15-401 6374,-1 81-1551,-2 113-3712,3-65 4775,3-24 4728,4-3 6259,-7-99-10369,1 1 0,-1-1 0,1 1 0,1-1 1,-1 1-1,1-1 0,1 0 0,-1 0 1,1 0-1,0 0 0,0 0 0,0 0 0,1-1 1,0 0-1,0 0 0,7 6 0,-6-7-57,1 0-1,0 0 1,0-1-1,0 0 1,1 0-1,-1-1 1,1 0-1,-1 0 1,1 0 0,0-1-1,-1 0 1,1 0-1,0-1 1,0 0-1,14-2 1,3 0-1,1-2-1,-1-1 1,45-14 0,72-37-330,-106 40 14,938-426-9358,-659 303 4091,166-40 3378,-363 141 2284,89-33-4,-107 28 4249,-2-9 5740,-85 46-9730,-1-1-1,1-1 1,-1 0 0,-1-1 0,1 0-1,-2 0 1,14-17 0,-21 23-409,0-1 1,0 1-1,0 0 1,-1-1-1,1 1 0,-1-1 1,0 1-1,0-1 1,0 1-1,-1-1 1,1 0-1,-1 0 0,0 1 1,0-1-1,0 0 1,-1 1-1,1-1 1,-1 0-1,0 1 0,0-1 1,0 0-1,-1 1 1,1 0-1,-1-1 1,1 1-1,-1 0 0,0 0 1,-1 0-1,1 0 1,0 0-1,-5-4 1,-9-8 6,0 0 0,-1 1 0,0 1 0,-32-18 0,-71-32-1399,-211-80 1,-94-10-6112,-671-149-1,1059 294 6635,-211-44 6330,102 32-3413,48 14-6416,87 6 4384,1 0 1,0 0-1,0 1 0,-1 0 1,1 1-1,0 0 1,-10 4-1,15-4 113,0 0 0,0 1 0,0-1 1,1 1-1,-1 1 0,1-1 0,0 0 0,0 1 0,0 0 0,1 0 0,-1 0 1,1 1-1,0-1 0,-4 7 0,0 5 534,0-1 0,0 1 1,2 1-1,0-1 0,1 1 0,0 0 0,-1 26 1,2 130 4066,4-148-3483,12 290-1460,-5 301 2894,-18-496-2674,-4-1 0,-33 126 0,43-234 0,1 0 0,1 1 0,0-1 0,1 1 0,0-1 0,0 1 0,2 12 0,-1-21 0,1 0 0,0 0 0,0 0 0,0 0 0,0 0 0,0-1 0,1 1 0,-1 0 0,1-1 0,0 0 0,-1 1 0,1-1 0,4 3 0,-3-2 0,1 0 0,0 0 0,1-1 0,-1 1 0,0-1 0,1 0 0,-1-1 0,1 1 0,0-1 0,7 2 0,14-1 0,0 0 0,0-1 0,31-4 0,21-4-562,-1-3-1,107-29 1,140-60-1739,-246 73 2019,-31 11-485,684-246-9666,13-39 7881,-697 283 2685,41-16-150,-36 7 2904,-44 22-1055,-1 0-1,-1-1 1,1 0 0,6-6-1,-11 9-1548,0 0 1,0-1-1,0 1 1,0-1-1,0 0 0,0 0 1,-1 0-1,1 1 0,-1-1 1,1-4-1,-1 5-282,-1 0 1,1-1-1,-1 1 0,0 0 0,0 0 1,0-1-1,0 1 0,0 0 1,-1 0-1,1-1 0,-1 1 0,1 0 1,-1 0-1,-2-3 0,1 0-16,-1 1 0,0-1 0,0 1 0,0 0-1,0 0 1,-1 1 0,0-1 0,-4-3 0,-30-19 523,-1 1 0,-1 3 0,-1 1 0,-75-27 0,-677-197-908,555 180-1355,-87-28-706,-243-66-8053,423 123 8981,36 11 495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0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3548 7194 8192,'12'1'998,"-1"1"0,0 0 1,1 0-1,-1 1 0,0 1 1,10 4-1,-7-2 366,137 62 7335,-71-28-7728,2-2-971,3 2 0,120 40 0,136 2 0,10-26 0,-296-48 0,1188 124 40,-707-110-2556,-440-22 785,1-3 1,180-32-1,-216 22 434,-1-3 0,-1-2 0,0-3 0,-2-3-1,85-47 1,-59 20 461,116-94 1,61-86 142,-134 110 618,-6-6 0,114-155 0,-182 210 77,-3-3 1,-3-2-1,-4-2 1,-3-1 0,-4-2-1,28-96 1,-35 69-3,-4-2 0,13-170 0,-25-226 0,-16 364 0,-6 0 0,-7 1 0,-5 0 0,-7 2 0,-6 1 0,-6 2 0,-6 1 0,-83-167 0,57 165 0,-91-129 0,-157-161 0,-90-30 0,-100-15 0,260 268 0,-420-260 0,424 320 0,-6 12 0,-276-104 0,181 110 0,-671-148 0,580 194 0,-532-29 0,412 99 0,434 17 0,-1 6 0,-123 28 0,175-24 0,1 4 0,0 4 0,2 2 0,1 3 0,1 4 0,-90 57 0,109-56 0,1 2 0,3 2 0,1 2 0,1 3 0,3 0 0,1 3 0,3 2 0,-50 81 0,36-36 0,4 2 0,-53 152 0,-33 226 0,4 348 0,82 14 0,63-30 0,-2-647 0,7-1 0,7-1 0,49 157 0,-34-180 0,5-2 0,6-2 0,6-3 0,125 195 0,-126-235 0,4-3 0,3-2 0,4-4 0,3-2 0,3-4 0,4-3 0,87 57 0,-50-52 0,194 91 0,220 44 0,106-38 0,100-45 0,103-45 0,105-35 0,91-26 0,1197-21 0,-1149-13 0,-86-25 0,-95-25 0,-107-25 0,-137-6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0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4613 10395 8192,'38'-12'0,"-1"-3"0,-1-1 0,49-29 0,-30 14 0,221-130 0,97-92 0,48-89 0,10-99 0,-8-95 0,-274 312 0,-10-8 0,-11-5 0,-10-5 0,-10-5 0,-12-5 0,99-402 0,-122 328 0,-13-2 0,30-646 0,-89 783 0,-8 0 0,-9 1 0,-8 1 0,-8 1 0,-9 1 0,-110-310 0,73 305 0,-9 4 0,-8 4 0,-8 5 0,-7 3 0,-9 6 0,-148-165 0,96 148 0,-8 7 0,-8 8 0,-6 9 0,-339-219 0,-45 59 0,72 117 0,366 163 0,-150-25 0,188 50 0,-143-8 0,185 25 0,1 2 0,0 2 0,-113 23 0,103-8 0,0 2 0,2 4 0,-75 37 0,37-8 0,-165 113 0,-157 167 0,-21 93 0,9 91 0,253-265 0,-220 394 0,285-417 0,9 5 0,-95 294 0,34 112 0,127-412 0,10 2 0,9 1 0,6 240 0,23-339 0,5 0 0,6-1 0,6 0 0,6-1 0,5-2 0,48 126 0,-22-112 0,6-2 0,7-3 0,5-4 0,6-2 0,5-5 0,6-3 0,5-4 0,6-5 0,4-4 0,5-5 0,4-5 0,193 127 0,-162-136 0,261 119 0,249 31 0,88-46 0,73-52 0,1281 20 0,17-156 0,-1388-16 0,-96-2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1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3587 15649 8192,'70'0'0,"-7"1"0,103-13 0,205-60 0,183-103 0,170-144 0,103-144 0,46-142 0,-526 326 0,570-593 0,-686 614 0,-12-11 0,-12-9 0,171-305 0,-208 270 0,-14-7 0,-14-6 0,-14-7 0,132-544 0,-186 551 0,49-520 0,-105 517 0,-13 0 0,-15-1 0,-86-533 0,23 476 0,-17 4 0,-239-638 0,-165-43 0,-75 148 0,-33 169 0,424 561 0,-265-214 0,261 259 0,-265-155 0,271 196 0,-4 7 0,-3 9 0,-5 7 0,-2 9 0,-219-48 0,-336-12 0,-5 70 0,496 51 0,0 10 0,-359 51 0,473-31 0,1 6 0,2 7 0,2 5 0,1 6 0,-239 121 0,261-104 0,3 5 0,3 5 0,-185 167 0,182-133 0,5 5 0,4 4 0,-111 173 0,106-122 0,8 5 0,-119 288 0,114-187 0,-96 412 0,116-303 0,16 3 0,17 2 0,16 3 0,27 563 0,30-610 0,112 564 0,-66-609 0,13-3 0,132 312 0,148 151 0,42-109 0,17-117 0,-284-388 0,164 133 0,119 34 0,-293-234 136,4-6 1,3-5-1,3-6 1,2-7-1,3-5 1,240 48-1,-146-57-251,0-11 0,2-10 0,325-15 0,-213-18 7465,-190 8-6376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8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8192,'5'5'557,"1"-1"1,-1 0 0,1-1-1,0 0 1,0 0 0,1 0-1,-1-1 1,1 1 0,-1-1-1,14 1 1,6 4 1153,153 48 5985,-99-23-6759,654 252 507,-672-262-1344,96 29-100,2-7 0,3-7 0,0-7 0,207 11 0,665-24 0,-852-19 0,-117 1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8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0 8192,'-2'0'366,"1"0"0,0 0-1,-1 1 1,1-1 0,0 0 0,0 1 0,-1-1 0,1 1 0,0-1 0,0 1 0,0 0 0,-1-1-1,1 1 1,0 0 0,0 0 0,0 0 0,0 0 0,0 0 0,1 0 0,-1 0 0,0 0-1,0 0 1,1 0 0,-1 0 0,0 1 0,1-1 0,-1 1 0,-1 3 417,1 0 0,0 0 0,0 1 1,0-1-1,0 10 0,2-5-618,0 0 1,1-1 0,0 1-1,0 0 1,1 0 0,0-1-1,1 0 1,0 0-1,0 0 1,1 0 0,1 0-1,-1-1 1,1 0-1,1 0 1,-1-1 0,9 8-1,19 16-69,1 0-1,46 29 0,-66-49-118,69 45 23,3-3 0,1-4 0,103 39 0,-176-81 0,19 7 0,0 1 0,39 26 0,-64-36 0,0 1 0,-1 1 0,0 0 0,0 0 0,0 1 0,-1-1 0,0 2 0,-1-1 0,0 1 0,0 0 0,-1 0 0,7 16 0,-7-9-140,0 0 0,-2 0 0,0 1 0,0-1 0,-2 0 1,0 1-1,-1 0 0,0-1 0,-1 1 0,-1-1 0,-1 0 1,-1 1-1,0-1 0,-1 0 0,0-1 0,-1 1 0,-1-1 1,-1-1-1,-11 19 0,-6 3-1141,-41 47 1,36-51-500,0-2 0,-2-2 0,-1-1 0,-1-1 0,-1-2 0,-48 26 0,-22 2 1576,4-6 204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8192,'34'0'18022,"54"0"-18022,35 0 0,30 0 0,22 0 0,-8 11 0,-21 3 0,-13 0 0,-29-2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0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 8192,'-8'17'590,"2"1"0,0 0 1,1 1-1,1-1 0,0 1 1,-1 32-1,3-39-452,-25 443 9378,25 9-4708,3-290-5380,-2 5 572,6 243 0,-5-410 0,1-1 0,0 1 0,1-1 0,0 0 0,1 0 0,0 0 0,1 0 0,9 19 0,-10-26 0,1 1 0,-1-1 0,0 0 0,1 0 0,0 0 0,0-1 0,0 1 0,0-1 0,1 0 0,0 0 0,-1 0 0,1-1 0,0 0 0,0 0 0,0 0 0,0 0 0,0-1 0,1 0 0,-1 0 0,8 0 0,4 0 0,1-1 0,-1 0 0,0-1 0,0-1 0,0-1 0,0 0 0,19-7 0,6-5 0,66-32 0,-92 38 0,1 0 0,-1-1 0,0-1 0,-1 0 0,0-1 0,25-26 0,6-21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0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761 0 8192,'-3'68'9316,"-8"12"-7307,1-22-887,-44 333 4211,-21 208-5073,8-62-278,27-198 18,40-339 0,0 0 0,-1-1 0,1 1 0,0 0 0,0 0 0,0 0 0,0 0 0,0 0 0,0 0 0,0 0 0,0 0 0,0 0 0,0 0 0,0 0 0,0 0 0,0 0 0,0 0 0,0 0 0,0 0 0,0 0 0,0 0 0,0 0 0,0 0 0,0 0 0,0 0 0,0 0 0,-1 0 0,1 0 0,0 0 0,0 0 0,0 0 0,0 0 0,0 0 0,0 1 0,-1-12 0,0-25 0,6-9 0,2-1 0,23-84 0,49-89 0,-55 163 0,31-53 0,-44 89 0,1 2 0,1-1 0,0 2 0,1 0 0,1 0 0,19-15 0,-28 27 0,1 0 0,-1 1 0,1 0 0,0 0 0,0 0 0,0 1 0,0 0 0,1 1 0,-1-1 0,1 2 0,-1-1 0,1 1 0,0 0 0,0 0 0,0 1 0,-1 0 0,1 1 0,0 0 0,0 0 0,0 0 0,-1 1 0,1 0 0,12 6 0,-9-3 0,-2 0 0,1 1 0,-1 0 0,0 0 0,0 1 0,0 0 0,-1 1 0,0 0 0,-1 0 0,0 1 0,0 0 0,-1 0 0,0 0 0,0 1 0,-1 0 0,5 14 0,-1 6 0,-2 0 0,-1 0 0,-1 1 0,-2 0 0,-1 0 0,-3 54 0,1-73 0,-1-1 0,-1 0 0,0 0 0,0 0 0,-1 0 0,-1 0 0,0-1 0,-10 20 0,10-23 0,-1 0 0,0-1 0,0 1 0,-1-1 0,0 0 0,0-1 0,0 1 0,-1-1 0,0 0 0,0-1 0,0 0 0,-14 6 0,-1-1 0,-1-2 0,0 0 0,0-2 0,-46 5 0,-98-4 0,155-5 0,-369-11 0,224 4 0,136 6 0,-1-1 0,0-2 0,-38-8 0,20-3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1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8192,'11'0'18022,"14"0"-18022,26 0 0,26 0 0,11 0 0,2 0 0,-4 0 0,6 0 0,-1 0 0,-6 0 0,-17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2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587 0 8192,'11'0'18022,"15"11"-18022,14 15 0,11 14 0,-3 22 0,-10 12 0,-33 4 0,-39 1 0,-48-3 0,-43 8 0,-23 1 0,4-3 0,15-16 0,39-18 0,37-18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2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8192,'0'22'3356,"0"19"2127,0 13-5483,0 8 7957,0 6-6731,11 1-1226,15-11 0,25-15 0,15-14 0,7-13 0,13-9 0,-7-17 0,-18-6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8192,'33'0'11332,"45"0"-4642,41 0-6690,35 0 0,12 0 0,1 0 0,-17 0 0,-23 0 0,-34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1 8192,'-11'33'3356,"-4"45"-3356,1 30 5996,-8 20-5996,-1 9 7459,4 16-7459,5-8 1211,5-17-1211,4-20 0,2-16 0,3-47 0,1-30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 8192,'11'-11'18022,"26"-4"-18022,6 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8192,'0'22'0,"0"19"3356,0 13 2640,0 19 1463,0 9-6248,0-9-1211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4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8192,'0'532'12739,"0"-198"-8465,0-322-4126,1 15 468,3-30-404,4-16-179,146-353-33,-119 302 0,3 1 0,2 3 0,62-77 0,-93 132 0,0 1 0,0 0 0,1 1 0,0 0 0,1 0 0,17-10 0,-26 17 0,0 1 0,0 0 0,0 0 0,1-1 0,-1 2 0,0-1 0,1 0 0,-1 0 0,1 1 0,-1-1 0,1 1 0,-1 0 0,1 0 0,-1 0 0,1 0 0,-1 0 0,1 1 0,-1-1 0,1 1 0,-1-1 0,0 1 0,1 0 0,-1 0 0,0 0 0,1 0 0,-1 1 0,0-1 0,0 1 0,0-1 0,0 1 0,0-1 0,-1 1 0,1 0 0,0 0 0,-1 0 0,1 0 0,-1 0 0,0 1 0,0-1 0,0 0 0,2 5 0,4 12 0,-1 2 0,-1-1 0,0 1 0,-2-1 0,2 30 0,-2-22 0,0-5-9,23 150-99,-22-155-187,0 0 0,2 0 0,0-1 0,1 0 1,0 0-1,2-1 0,13 21 0,-19-33 339,-1-1 0,1 1 0,0 0 0,0-1 0,0 0 0,1 0 0,-1 0 0,1 0 0,0 0 0,0-1 0,0 1 0,0-1 0,0 0 0,0 0 0,1-1 1,-1 1-1,0-1 0,1 0 0,0 0 0,-1-1 0,1 1 0,-1-1 0,1 0 0,4-1 0,-1-1 19,1 0-1,-2-1 1,1 0 0,0 0-1,-1-1 1,1 0 0,-1 0 0,0 0-1,0-1 1,-1-1 0,1 1 0,8-11-1,19-22-871,15-26-4792,26-29-3272,-63 81 8972,0 0 0,20-15 0,-29 25-83,1-1 0,-1 1 0,1-1 0,0 1 0,0 1 0,0-1 1,0 0-1,0 1 0,0 0 0,5-1 0,-7 2-91,0 0-1,0 0 0,0 0 1,0 0-1,0 0 1,0 1-1,0-1 1,0 1-1,0-1 0,0 1 1,0 0-1,0 0 1,0 0-1,-1 0 1,1 0-1,2 1 0,1 4-48,0 0 0,0 1-1,0-1 1,-1 1-1,0 0 1,0 0-1,-1 0 1,1 0 0,-2 0-1,3 9 1,87 324-708,-76-266 4185,0 0 4162,-9-42-2533,1 3-1978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4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8192,'11'-14'18022,"3"14"-18022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5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8192,'0'11'0,"0"15"3356,0 25-3356,0 15 5996,0 7-5996,0 14 7459,0 2-7459,0-2 1211,0-5-1211,0-5 0,0-16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5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8192,'6'1'539,"0"-1"0,0 1 0,0 0 1,0 1-1,0-1 0,-1 1 0,1 0 1,0 0-1,-1 1 0,1 0 0,-1 0 0,0 0 1,0 1-1,0-1 0,-1 1 0,1 0 0,-1 1 1,0-1-1,0 1 0,6 9 0,4 9 744,-1 0 0,-1 1 0,13 39-1,-8-20-736,22 57-35,31 134 0,-46-157-511,-21-69 0,0-1 0,0 0 0,1 0 0,0 0 0,1 0 0,-1-1 0,8 8 0,-11-12 0,0-1 0,1 0 0,-1 0 0,0 0 0,1 0 0,-1 0 0,1 0 0,-1 0 0,1-1 0,-1 1 0,1 0 0,-1-1 0,1 0 0,0 1 0,-1-1 0,1 0 0,0 1 0,0-1 0,-1 0 0,1 0 0,0-1 0,-1 1 0,1 0 0,0 0 0,-1-1 0,3 0 0,2-2 0,0 0 0,-1 0 0,1-1 0,-1 1 0,8-8 0,-4 4 0,28-26-892,-1 0 0,37-46 0,-46 47 47,1 1-1,2 2 1,0 1-1,39-26 0,-61 49 603,1 0 1,-1 0-1,1 0 0,0 1 0,0 1 0,1 0 0,10-3 0,-16 5 383,-1 1-1,1 0 1,0-1 0,-1 1-1,1 1 1,-1-1 0,1 0-1,-1 1 1,1 0 0,0 0 0,-1 0-1,0 0 1,1 1 0,-1-1-1,0 1 1,0 0 0,0-1-1,0 2 1,0-1 0,0 0-1,0 1 1,-1-1 0,3 4-1,3 4 495,-1 0 0,0 1 0,-1 0-1,0 0 1,-1 1 0,0-1 0,4 20-1,18 94-259,-21-93-323,13 64-51,0-13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6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450 40 8192,'0'-1'443,"0"-1"0,0 1 0,0 0 0,0-1 0,-1 1 0,1 0 0,0-1 0,-1 1-1,1 0 1,-1 0 0,1 0 0,-1 0 0,0-1 0,-1 0 0,1 0-156,-1 1 0,0-1-1,0 1 1,0-1-1,1 1 1,-2 0 0,1 0-1,0 0 1,0 0 0,0 0-1,0 0 1,-3 0-1,0 0 254,0 0 0,1 0 0,-1 1 0,0 0 0,1 0 0,-1 0 0,0 0 0,1 1 0,-9 2 0,7-1-391,1 1 0,0 0 1,1 0-1,-1 0 1,0 1-1,1-1 0,0 1 1,0 1-1,0-1 1,1 0-1,-1 1 0,1 0 1,0-1-1,0 1 1,-4 11-1,6-14-153,-1 1-1,1 0 1,0 0-1,0 0 1,0 0-1,1 0 1,-1 0-1,1 0 1,-1 0-1,1 1 1,0-1 0,0 0-1,1 0 1,-1 0-1,1 0 1,-1 0-1,1 0 1,0 0-1,0 0 1,0 0-1,1 0 1,-1 0-1,1-1 1,-1 1-1,1 0 1,0-1-1,0 1 1,0-1 0,0 0-1,5 4 1,2-2 4,0 0 0,0 0 0,0 0 0,1-2 0,0 1 0,-1-1 0,1 0 0,13 0 0,35 8 0,-45-6 2,0 1 0,0 0 0,0 1 0,-1 0 0,0 1 1,0 0-1,0 1 0,-1 1 0,-1-1 0,1 2 0,-1-1 0,-1 2 1,0-1-1,0 1 0,-1 0 0,-1 1 0,0 0 0,8 19 1,3 10-111,-3 0 1,-1 1 0,-2 1 0,10 73-1,-1 45-2341,-8 2-1,-10 255 0,-11-281 11,-6 0 1,-33 138-1,21-166 613,-41 105 1,-18-12 2615,78-186-734,-1 0 0,0-1 0,-1 0-1,-1 0 1,-1-1 0,0 0 0,0-1 0,-1 0 0,-15 11 0,24-22 88,0 1 0,0-1 0,0 0 0,-1 0 0,1 0 0,-1-1-1,0 1 1,1-1 0,-1 0 0,0 0 0,0 0 0,0 0 0,1-1 0,-1 0 0,-8 0 0,6-1-145,1 0 1,0-1 0,0 0 0,-1 0 0,1 0 0,0-1 0,1 0 0,-1 0 0,0 0 0,1 0 0,-8-8 0,-7-7-314,1-2 1,1-1 0,0 0-1,1-1 1,2 0 0,0-2 0,-12-27-1,1-9 169,-35-121 0,36 91 110,-13-105 1,31 154 35,3 0 0,1 0 0,2 0 0,11-81 0,-8 105-1,1 0 0,1 1 0,0-1 0,1 1 0,1 0 0,1 1 0,0 0 0,1 0 0,20-26 0,-15 25 0,1 0 0,1 1 0,0 1 0,1 1 0,1 0 0,0 1 0,21-10 0,6 1 0,0 3 0,2 1 0,0 3 0,1 2 0,0 1 0,58-4 0,14 4 0,193 7 0,114 42 0,-285-19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6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8192,'227'0'0,"17"0"0,87 0 0,79 0 0,79 0 0,2856 0-138,-1901 0 8201,-1341 0-6022,-9 0 3463,-33 0-4178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7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365 0 8192,'-11'11'0,"-15"26"2971,-14 29-2971,-11 14 5848,-19 16-5848,2 2 7957,2-4-6711,34-18-1246,67-22 0,27-21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7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1251 1 8192,'11'0'2971,"4"11"-2971,-12 26 5848,-18 29-5848,-28 25 7957,-28 19-7957,-15 13 1246,-24 20-1246,-84 39 0,-29 12 0,-56 17 0,21-27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1.9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6286 435 24575,'-39'1'0,"1"2"0,0 1 0,-52 14 0,-107 40 0,187-55 0,-628 253-352,534-210 49,-43 18 215,-290 135 38,335-146 52,3 4 0,-110 83 1,-120 129-3,257-201 0,4 2 0,-83 109 0,85-91 0,5 2 0,3 3 0,-65 142 0,-86 356 0,129-256 0,67-252 0,3-1 0,2 95 0,9-147 0,0 0 0,2-1 0,2 1 0,0-1 0,2 0 0,1 0 0,1-1 0,2 0 0,1-1 0,0 0 0,3 0 0,0-2 0,27 36 0,-8-23-6,1-1 1,2-1-1,2-2 1,83 56-1,-24-29-140,128 59-1,-111-70-26,2-4 0,1-6-1,158 32 1,379 39-1551,-607-104 1666,1802 134-2467,36-88 454,18 60 733,-1522-83 1338,60-6 0,27-8-222,540 36-474,-566 0 730,-59 2 104,269 29 1114,-1-45 442,150-40-1441,-662 0-265,161-10 12,373-62 0,-553 53 54,-1-5 0,-1-5 0,-1-6 0,-3-4 0,-1-6 0,-2-4 0,-3-5 0,200-138 1,-279 172 521,-1-2 1,-1 0 0,-1-2 0,44-54 0,-53 55-283,-2-1 1,0 0-1,-2-1 0,0-1 0,-2 0 1,12-41-1,-1-15 35,-4-1 0,-4 0 0,-3-1-1,1-172 1,-16 217-327,-1 1 0,-2 0 0,-1 1-1,-3 0 1,-1 0 0,-1 0 0,-3 2-1,-1 0 1,-30-50 0,15 36-39,-3 2 1,-2 1-1,-2 2 1,-1 2-1,-81-69 1,-250-163-916,-33 29 495,-620-279-1550,405 266 1185,-27 71 0,-365 9 822,110 101-823,-7 53-208,731 23 989,-249-11-100,-441-71 0,72-57-1201,11 3 1014,-487-33-747,678 97 877,-2521-146-294,2328 228 1701,714-6-901,0 3 1,1 4-1,-1 2 0,2 4 0,-131 43 1,110-21 38,2 4-1,2 4 1,2 3 0,-80 60 0,-292 264 1383,-2 83-1729,393-387 0,-244 281 0,238-256 0,-115 200 0,158-237 321,3 1 0,1 2 0,4 0 0,-25 113 0,30-84 293,4 0 0,1 163 0,20 34-373,-4-172-112,-6-104-99,0 21 35,2 0 1,0 0-1,2-1 1,2 1 0,0-1-1,2 0 1,13 32-1,-7-29-63,3-2 0,0 0 0,2 0-1,1-2 1,26 28 0,-11-19-135,1-1 1,77 55-1,-20-29-166,3-4 1,146 63-1,488 178-605,28-77 417,511-10 487,-1023-181-257,777 81-1980,381-51 2237,-596-24 0,-56 37-419,805 53-855,-384-102 1279,8-28-23,-262-1-41,3808 5-203,-4101-22 851,-543 13-415,-1-3 0,0-4-1,-1-3 1,-1-4 0,102-44 0,-159 57 57,0-2 1,-1 0-1,0-2 1,0 0-1,36-33 1,-47 36-155,-1-1 1,0 0-1,0 0 1,-1-1-1,-1 0 1,0 0 0,-1-1-1,-1 0 1,0 0-1,7-25 1,-5 3 212,-1-1 0,-2 1 0,0-53 0,-10-110 891,3 151-1308,-4-104 127,-20-280 0,19 369 28,-3-1-1,-2 1 0,-4 1 0,-2 1 1,-3 0-1,-2 1 0,-3 1 0,-2 2 0,-40-60 1,2 23-166,-5 3 0,-3 3 1,-4 4-1,-125-106 0,25 46-206,-244-150 0,222 174 22,-5 8 0,-283-109 0,-466-102-645,-95-8 967,-287-109 0,1277 423 0,-564-170 0,227 56-461,-72-5-1386,-1351-229-1459,-28 175 1775,-15 121 873,1 67-30,571 55 1169,984-22-319,2 14-1,-345 98 0,-133 117 1918,605-186-1385,3 7-1,-203 131 0,280-147 46,3 4-1,-141 134 1,174-138-58,2 2-1,4 3 1,-62 103 0,85-121-503,3 0 0,2 2 0,2 2 0,3 0 1,-27 108-1,31-77 198,4 1 0,4 0-1,2 124 1,8-200-376,16 670 0,0-555-1365,4-34-5461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1.4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454 1 24575,'0'43'0,"0"29"0,0 59 0,-15 51 0,-4 38 0,-14 10-942,0-5 942,4 16 0,-21-3 0,-17-14 0,4-2 0,12-9 0,0 1 0,9-34-7249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9.3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1 954 24575,'35'-34'0,"2"2"0,1 2 0,2 1 0,1 2 0,0 2 0,2 2 0,1 2 0,82-28 0,-53 28 0,2 2 0,0 4 0,0 4 0,143-5 0,-138 16 0,0 2 0,143 24 0,-174-16 0,0 3 0,0 1 0,-1 3 0,-1 2 0,70 38 0,-18 1 0,-40-21 0,3-3 0,104 43 0,-104-58 0,0-2 0,2-3 0,91 9 0,-50-16 0,136-7 0,-207-1 0,0-3 0,0-1 0,-1-1 0,1-2 0,-2-1 0,1-2 0,-1-1 0,-1-1 0,0-2 0,-1-1 0,-1-2 0,48-36 0,-3-1 0,159-90 0,-182 119 0,2 3 0,0 2 0,1 2 0,80-16 0,-66 22 0,0 3 0,123-2 0,-150 13 0,-1 1 0,1 2 0,-1 2 0,0 2 0,-1 1 0,40 16 0,-8 4 0,-2 4 0,-2 3 0,-1 3 0,-2 2 0,90 77 0,-37-6 0,9 7 0,-108-105 0,1-1 0,0 0 0,1-1 0,0-1 0,34 14 0,-37-19 0,0-1 0,1 0 0,-1-2 0,1 0 0,0 0 0,-1-2 0,1 0 0,0-1 0,30-4 0,-24-1 0,1-1 0,-1-1 0,0 0 0,-1-2 0,0-1 0,35-21 0,201-145 0,-188 122 0,3 4 0,1 2 0,83-37 0,-113 65 0,1 3 0,0 2 0,1 1 0,1 3 0,0 2 0,0 2 0,0 2 0,1 2 0,0 3 0,0 1 0,-1 3 0,79 15 0,-60-1 0,-2 2 0,76 35 0,121 70 0,-139-63 0,-94-49 0,0-1 0,1-1 0,0-1 0,0-2 0,61 9 0,-72-15 0,0-1 0,1 0 0,-1-2 0,0 0 0,1-2 0,-1 0 0,0-1 0,-1 0 0,1-2 0,34-15 0,-23 5 0,-1-1 0,-1-2 0,0-1 0,47-44 0,90-113 0,-46 36 0,49-55 0,-119 143 0,85-69 0,-111 104-227,0 2-1,0 0 1,2 2-1,-1 1 1,46-17-1,6 7-6598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7.8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24575,'14'0'0,"20"0"0,32 0 0,49 0 0,18 0 0,31 0 0,1 0 0,1 0 0,-12 14 0,-33 5-8191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7.5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232 0 24575,'1'120'0,"-5"153"0,3-253 0,-2 0 0,0 0 0,-2 0 0,-9 28 0,11-39 0,-1 0 0,-1 0 0,1 0 0,-1 0 0,-1 0 0,0-1 0,0 0 0,0-1 0,-1 1 0,-12 9 0,16-14 0,1-1 0,-1 0 0,1 0 0,-1-1 0,0 1 0,0 0 0,0-1 0,0 0 0,0 0 0,0 0 0,0 0 0,0 0 0,0 0 0,-1-1 0,1 0 0,0 1 0,0-1 0,-1-1 0,1 1 0,0 0 0,0-1 0,-1 1 0,-2-2 0,2 0 0,1 0 0,0-1 0,-1 1 0,1 0 0,0-1 0,1 0 0,-1 1 0,0-1 0,1-1 0,0 1 0,-1 0 0,1 0 0,1-1 0,-1 1 0,0-1 0,1 0 0,0 1 0,-2-8 0,0 0 0,1 1 0,1-1 0,0 0 0,0 0 0,1 0 0,0 0 0,1 1 0,0-1 0,1 0 0,0 0 0,1 1 0,0-1 0,1 1 0,0 0 0,0 0 0,9-13 0,-4 9 0,0 1 0,1 0 0,0 0 0,1 1 0,1 1 0,0 0 0,0 0 0,1 1 0,1 1 0,20-11 0,0 3 0,0 3 0,1 1 0,1 1 0,0 2 0,1 2 0,-1 1 0,46-2 0,266 6 0,-326 4 0,-9-1 0,21 1 0,0 1 0,0 1 0,48 12 0,-72-12 0,-2-1 0,1 1 0,0 1 0,-1 0 0,1 0 0,-1 0 0,0 1 0,0 0 0,-1 1 0,0 0 0,0 0 0,0 1 0,-1-1 0,0 1 0,0 1 0,0-1 0,7 15 0,-9-14-80,0 0 0,-1 1-1,0-1 1,0 1 0,-1-1-1,0 1 1,-1 0 0,0 0-1,0 0 1,-1-1 0,0 1 0,-1 0-1,1 0 1,-2 0 0,1 0-1,-6 15 1,-25 43-6746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9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24575,'0'14'0,"14"20"0,6 46 0,-2 39 0,11 57 0,1 27 0,-6 8 0,-6-3 0,-6 6 0,-5-4 0,-4-24 0,-3 0 0,-1-18 0,0-22 0,0-8 0,-15-27 0,-3-32-8191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6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24575,'-1'83'0,"0"-4"0,12 117 0,-8-171 0,2-1 0,0 0 0,2 0 0,0-1 0,2 0 0,0 0 0,2-1 0,0 0 0,15 20 0,-17-30 0,1 0 0,1-1 0,0 0 0,1-1 0,0 0 0,0 0 0,1-2 0,0 1 0,0-2 0,1 0 0,0 0 0,1-1 0,27 7 0,5-2 0,1-2 0,0-2 0,57 0 0,53-2 0,1-7 0,295-41 0,-410 36 0,-1-2 0,0-2 0,46-18 0,-73 23 0,0-2 0,0 1 0,-1-2 0,-1 0 0,1-1 0,-2 0 0,1-1 0,-1 0 0,-1-1 0,0-1 0,11-16 0,-13 14 8,-1 0 0,0-2 0,-1 1 0,-1-1 0,8-29 0,-5 9-714,7-61-1,-6-41-6119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2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24575,'29'0'0,"23"0"0,33 0 0,15 0 0,6 0 0,-16 15 0,-22 33 0,-24 23 0,-19 13 0,-13 8 0,5-12 0,14-20 0,17-20 0,-1-17-8191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9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0 24575,'0'29'0,"0"23"0,0 62 0,0 53 0,0 28 0,0 9 0,0-15 0,0-26 0,0-12 0,0-2 0,0 2 0,0-11 0,0 1 0,-15-10 0,-18-28 0,-5-30-8191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6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0 485 24575,'0'14'0,"15"6"0,18-2 0,5-18 0,9-9 0,26-17 0,1-19 0,-13-15 0,-16-42 0,-17-46 0,-12 2-8191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4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24575,'6'5'0,"0"0"0,1 0 0,0 0 0,-1 0 0,2-1 0,-1-1 0,0 1 0,1-1 0,15 4 0,5 0 0,45 3 0,-53-8 0,123 11 0,81 10 0,-214-21 0,2 0 0,-1 1 0,1 0 0,13 5 0,-23-7 0,0 0 0,-1-1 0,1 1 0,0 0 0,-1 0 0,1 0 0,-1 0 0,1 0 0,-1 0 0,1 1 0,-1-1 0,0 0 0,1 1 0,-1-1 0,0 1 0,0-1 0,0 1 0,0 0 0,-1-1 0,1 1 0,0 0 0,-1 0 0,1-1 0,-1 1 0,0 0 0,1 3 0,-4 5 0,1 1 0,-2-1 0,0-1 0,0 1 0,0 0 0,-1-1 0,-1 0 0,0 0 0,-7 8 0,-12 21 0,4-3 0,1 1 0,2 0 0,-14 43 0,27-66 0,2 0 0,0 0 0,0 1 0,1-1 0,0 22 0,3-27 0,-1-1 0,1 1 0,0 0 0,1-1 0,0 1 0,0-1 0,0 0 0,1 0 0,0 0 0,8 13 0,-10-17 0,1-1 0,-1 0 0,1 1 0,0-1 0,0 0 0,-1 0 0,2 0 0,-1 0 0,0 0 0,0 0 0,1 0 0,-1-1 0,1 0 0,-1 1 0,1-1 0,-1 0 0,1 0 0,0 0 0,0 0 0,-1-1 0,1 1 0,0-1 0,3 0 0,-2 0 0,-1-1 0,0 0 0,0 0 0,0 0 0,0 0 0,0-1 0,0 1 0,0-1 0,-1 0 0,1 1 0,0-1 0,-1-1 0,0 1 0,1 0 0,-1 0 0,0-1 0,0 0 0,0 1 0,0-1 0,1-3 0,5-11 0,0 1 0,-2-1 0,0 0 0,-1-1 0,0 0 0,3-33 0,-4 12 0,-2-1 0,-3-45 0,-2 60 0,-1 1 0,-1 0 0,-1 0 0,-12-30 0,13 39 0,3 10 0,0 0 0,1 1 0,0-1 0,0 0 0,0 0 0,1 0 0,-1 0 0,1 1 0,1-7 0,-1 9 0,1-1 0,0 1 0,-1 0 0,1-1 0,0 1 0,1 0 0,-1 0 0,0 0 0,1 0 0,-1 0 0,1 0 0,-1 1 0,1-1 0,0 0 0,0 1 0,0-1 0,0 1 0,0 0 0,0-1 0,3 0 0,11-4 0,1 0 0,0 1 0,0 1 0,1 1 0,-1 0 0,22 0 0,-6 0 0,153-19 39,112-12-1443,-203 27-5422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4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24575,'43'0'0,"29"0"0,30 0 0,13 0 0,30 0 0,19 0 0,-4 0 0,-14 0 0,-19 0 0,-15 0 0,1 0 0,-4 0 0,-6 0 0,-6 0 0,-5 0 0,-19 0-8191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4.2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4 181 24575,'-2'92'0,"1"-26"0,8 92 0,-5-145 0,0 0 0,0 0 0,1-1 0,0 0 0,1 1 0,1-1 0,0-1 0,1 1 0,0-1 0,0 0 0,1 0 0,1 0 0,0-1 0,0 0 0,1-1 0,0 0 0,1-1 0,0 1 0,0-2 0,1 1 0,19 9 0,-12-9 0,0 0 0,0-1 0,0-1 0,1-1 0,37 5 0,-48-9 0,1 0 0,-1-1 0,1 0 0,-1-1 0,0 0 0,1 0 0,-1-1 0,0 1 0,1-2 0,-1 1 0,0-2 0,-1 1 0,1-1 0,-1 0 0,14-9 0,-9 1 0,0 0 0,-1 0 0,0-1 0,-1 0 0,-1-1 0,0 0 0,-1-1 0,0 0 0,-2 0 0,1 0 0,-2-1 0,7-30 0,-6 16 0,-1 0 0,-1 0 0,-1 0 0,-2 0 0,-1 0 0,-5-36 0,2 49 0,0 1 0,-1-1 0,0 1 0,-2 0 0,0 1 0,0-1 0,-1 1 0,-1 0 0,-17-24 0,18 31 0,0-1 0,-1 1 0,0 0 0,0 0 0,-1 1 0,1 0 0,-2 1 0,1 0 0,-1 0 0,0 1 0,0 1 0,0-1 0,-1 1 0,1 1 0,-17-3 0,18 4-105,1 1 0,-1 0 0,0 0 0,0 1 0,1 0 0,-1 1 0,0-1 0,0 2 0,1-1 0,-1 1 0,1 1 0,-17 6 0,2 12-6721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8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24575,'29'0'0,"67"0"0,74 0 0,24 0 0,35 0 0,37 0-2131,2 0 2131,-1 0 0,-3 0 0,-33 0 0,-25 0 261,-35 0-261,-31 0 451,-25 0-451,-33 0-6772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5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846 0 24575,'0'14'0,"0"34"0,-14 52 0,-34 52 0,-9 29 0,6-2 0,-3-17 0,7-22 0,-2-20 0,-8-30 0,-22-31 0,-27-25 0,-39-19 0,6-11-8191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2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24575,'29'0'0,"24"14"0,31 20 0,60 47 0,33 23 0,31 10 0,8-1-1263,-4 9 1263,-23-1 0,-30-22 0,-41-28-6928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0 418 24575,'19'-9'0,"1"1"0,0 1 0,1 1 0,29-6 0,83-5 0,-27 6 0,160-36-371,-2-11 0,262-95-1,-453 128 435,-31 9-29,0 2-1,2 1 0,47-6 0,-85 18-33,1 0 0,0 1 0,-1 0 0,1 0 0,0 0 0,-1 1 0,1 0 0,-1 0 0,1 1 0,8 3 0,-12-3 0,0-1 0,0 1 0,-1 0 0,1 0 0,-1 0 0,1 0 0,-1 0 0,0 1 0,0-1 0,0 0 0,0 1 0,0 0 0,-1 0 0,1-1 0,-1 1 0,1 0 0,-1 0 0,0 0 0,0 0 0,-1 1 0,1-1 0,-1 0 0,1 4 0,-1 6 0,-1 0 0,0-1 0,0 1 0,-2-1 0,1 0 0,-2 0 0,-8 22 0,-10 20-27,-3-2 0,-2 0-1,-3-2 1,-47 62 0,-165 180-227,-629 633-153,739-806 341,121-110 66,1-1 0,-2 0 0,1-1 0,-1 0 0,0-1 0,-19 7 0,30-12-32,0-1-1,-1 1 1,1-1-1,-1 1 1,0-1 0,1 0-1,-1 0 1,1 0 0,-1 0-1,1 0 1,-1 0-1,1 0 1,-1 0 0,0-1-1,1 1 1,-1-1 0,1 1-1,0-1 1,-1 1-1,1-1 1,-1 0 0,1 0-1,0 0 1,0 0 0,-1 0-1,1 0 1,0 0-1,0 0 1,0 0 0,0 0-1,0-1 1,-1-1 0,0-3-732,0 0 1,0 0 0,1 0 0,0-1 0,0 1 0,0-13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0.7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9411 6275 24575,'137'1'0,"269"-8"0,-326 2 0,-1-4 0,0-4 0,78-23 0,-113 21 0,-1-1 0,0-3 0,-2-1 0,0-2 0,-1-2 0,-1-2 0,40-34 0,1-10 0,138-157 0,-170 170 0,76-116 0,-101 133 0,-1 0 0,-3-1 0,-1-1 0,14-50 0,-12 11 0,-3 0 0,-4 0 0,4-94 0,-13-248 0,-5 397 0,-24-515 0,15 455 0,-3 1 0,-5 1 0,-3 1 0,-41-105 0,-77-103-172,-25 9-135,25 46 179,-268-476 128,352 619 0,-5 3 0,-4 3 0,-3 3 0,-4 2 0,-130-114 0,117 128-163,-2 4 0,-2 4 0,-144-72 0,-304-108-490,-44 31 653,398 156 0,-233-34 0,-396-43 0,120 55 71,4 59-1,158 48-70,389-12 0,-234 65 0,-250 128 0,426-141 0,-395 161 0,451-166 0,3 7 0,3 6 0,-153 119 0,-387 297 0,127-127 0,435-300 0,-138 111 0,204-140 0,2 1 0,2 3 0,2 1 0,2 2 0,-36 57 0,2 10 280,-107 229 0,152-275-78,3 1 0,4 1 0,2 1 0,4 1-1,-8 76 1,3 243-202,26-1 0,0-155 0,-5-209 0,8 157 0,-4-156 0,0 0 0,2 1 0,1-2 0,20 48 0,-7-33 0,1-2 0,2-1 0,2-1 0,2 0 0,1-2 0,1-2 0,46 40 0,256 190 0,-320-255 0,81 55 2,175 90-1,112 14-493,-190-99 460,4-9-1,292 51 0,-469-107 33,437 96 0,-199-29 0,639 156 0,-660-181 0,318 23 0,707-54-1690,-922-17 1470,-139 3 326,436-20-1161,-480 1-3690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2.2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903 0 24575,'12'1'0,"0"0"0,1 0 0,-1 2 0,0-1 0,0 1 0,0 1 0,-1 0 0,1 1 0,-1 0 0,0 1 0,0 0 0,-1 1 0,0 0 0,0 0 0,0 1 0,-1 0 0,0 1 0,9 12 0,10 16 0,-1 1 0,-2 1 0,31 64 0,129 281-161,-90-180-314,-48-109 395,109 247 3,-130-276 84,-3 2 1,-3 0-1,14 90 1,-32-147-8,-1 0 0,1-1 0,-2 1 0,0 0 0,0 0 0,-1 0 0,0 0 0,-1-1 0,0 1 0,-4 12 0,3-17 0,0-1 0,0 1 0,-1-1 0,1 0 0,-1-1 0,0 1 0,0-1 0,-1 1 0,1-1 0,-1-1 0,0 1 0,0-1 0,0 1 0,-1-2 0,1 1 0,-1 0 0,0-1 0,1 0 0,-1 0 0,-9 1 0,-14 2-1,0 0 1,-1-2-1,1-1 1,-1-2-1,0 0 1,0-2-1,-35-7 1,-14-7 10,-117-39 0,43 1 17,-252-124 0,291 117-17,3-6-1,-169-133 1,267 190-10,2 0 0,-1-1 0,1 0 0,1 0 0,0-2 0,0 1 0,1-1 0,-13-26 0,20 34 0,0 0 0,1 0 0,-1 0 0,1 0 0,0 0 0,0 0 0,1 0 0,-1-1 0,1 1 0,0 0 0,1 0 0,-1-1 0,1 1 0,0 0 0,1 0 0,-1 0 0,1 0 0,0 0 0,0 1 0,0-1 0,1 0 0,-1 1 0,1-1 0,1 1 0,-1 0 0,0 0 0,1 1 0,0-1 0,6-4 0,1-1 34,0 1 0,1 0-1,0 1 1,0 1 0,1 0 0,0 0 0,0 2 0,20-6-1,123-16 321,-137 23-348,770-67-161,-319 27-623,-365 30 723,0-4 0,202-63 1,-177 40 54,-118 37 0,-1 0 0,1 0 0,0 1 0,17-1 0,-28 3 0,-1 0 0,0 0 0,1 0 0,-1 0 0,0 0 0,1 0 0,-1 0 0,0 0 0,1 0 0,-1 0 0,0 1 0,1-1 0,-1 0 0,0 0 0,1 0 0,-1 0 0,0 1 0,0-1 0,1 0 0,-1 0 0,0 1 0,0-1 0,1 0 0,-1 0 0,0 1 0,0-1 0,0 0 0,1 1 0,-1-1 0,0 0 0,0 1 0,0-1 0,0 0 0,0 1 0,0-1 0,0 1 0,-8 18 0,-4-3 0,0-1 0,-1 0 0,-28 26 0,-61 41 0,85-69 0,-181 131-591,-238 130 0,224-158-5321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2.4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24575,'15'0'0,"18"0"0,48 0 0,96 0 0,46 14 0,-14 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09.5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24575,'3951'0'0,"-3865"4"0,1 4 0,85 20 0,83 8 0,74-24-1365,-238-12-5461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5.7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9923 516 24575,'-158'0'0,"-221"0"0,52 0-546,-105 0-1756,-4248 0-1370,3714 22 3172,2 76-428,647-35 551,245-45 239,2 3 0,1 4 0,-76 37 1,104-41 438,1 2-1,1 2 1,1 1 0,1 2 0,-63 62 0,87-75 37,0 0 0,0 1 0,2 1 0,0 0 0,1 0 0,0 1 0,2 0 0,0 1 1,1 0-1,1 0 0,1 1 0,0 0 0,2 0 0,0 0 0,1 0 0,2 25 0,13 299 986,0-72-1324,-13-254 0,0 26 0,2-1 0,2 0 0,12 58 0,-4-61 0,1 0 0,2 0 0,2-2 0,2 0 0,1-1 0,45 63 0,-22-46 0,2-1 0,2-3 0,74 62 0,-14-25 0,208 132 0,-215-160 0,2-4 0,198 76 0,29-22-529,562 111 0,-351-148 529,6-25 0,-270-24 0,662 21 0,2-43 0,-609-3 0,489-54 0,0-92 0,-66-55-766,183-40-275,296 7 919,0 47-486,-842 138-151,709-189 1,-976 204 802,464-137 112,-388 108-156,565-171 0,-432 137 466,-258 71-177,-1-2-1,93-53 0,-143 69-115,-2 0 0,0-1 0,0-1 0,-2-1-1,0-1 1,-1-1 0,-1-1 0,-1 0-1,0-1 1,-2-1 0,0-1 0,-2 0-1,0 0 1,-2-1 0,0-1 0,-2 0 0,-1-1-1,-1 1 1,7-49 0,-7 19-139,-3 0 0,-2 1 0,-8-91 0,2 115-35,-1 0 0,-1 0 0,-1 1-1,-2 0 1,-1 0 0,-1 1 0,-2 1-1,-20-35 1,15 36-1,0 1 0,-2 1 0,-1 1 0,0 0 0,-2 1 0,-34-24 0,16 17 11,-1 2 0,-2 2 0,-62-27 0,-18 5-98,-2 6 0,-137-27 0,-374-47-1182,-4 44 1314,-480 14 50,-2 57-691,655 4-962,340-4 1328,-1063 18-376,-1018 84-1526,1758-81 2134,-1248 16-1191,-5-37-518,1079-2 1507,132 3 65,-228 44-569,564-23 919,0 7 0,-224 72 0,226-46-65,3 7 0,-182 103 0,42-24 2436,43-24 1001,185-83-2139,-108 78 0,108-63-1389,3 4 0,2 2-1,3 3 1,2 2 0,-84 121 0,103-126-61,3 1 1,1 1-1,4 2 1,2 1 0,2 1-1,4 1 1,-21 107-1,26-63 4,0 115 0,15 101 0,-1-302 0,1 0 0,-1 39 0,3 1 0,14 73 0,-13-115 0,0 0 0,1-1 0,1 0 0,0 0 0,1 0 0,1-1 0,1 0 0,0 0 0,1-1 0,1-1 0,24 27 0,-3-13 0,0-2 0,2-1 0,1-1 0,1-2 0,1-2 0,1-1 0,78 27 0,1-11 0,183 31 0,401 8-922,-410-53 963,821 45-41,-430 2 0,-416-32 0,810 34 0,1-70 0,-516-5 0,4894 3-2241,-2907 3 4645,-2441-1-2022,173-24 0,-239 18-388,0-3 0,-1-1 1,-1-2-1,1-1 0,-2-3 1,0-1-1,43-26 0,53-52 6,32-19 0,-116 86 0,36-20 0,84-62 0,-147 92 0,-1 0 0,0-1 0,-1-1 0,-1-1 0,-1-1 0,-2 0 0,0-2 0,17-30 0,-11 5 0,-2-1 0,-2 0 0,-2-2 0,-3 0 0,-2-1 0,9-101 0,-13-329 0,-12 311 0,4 112 0,0-37 0,-14-102 0,9 168 0,0 0 0,-2 0 0,-2 0 0,0 1 0,-2 1 0,-2 0 0,-21-39 0,14 36 0,-2 1 0,0 2 0,-2 0 0,-1 1 0,-2 1 0,0 2 0,-2 1 0,-1 1 0,0 1 0,-2 2 0,0 1 0,-36-15 0,-13 4 0,-3 3 0,-108-21 0,55 16 0,-157-36-66,-360-36 0,-308 48-411,-696 61-1614,685 31 586,213-6 918,-1791-10-1566,1993-21 1953,-1034 110 339,1398-88 123,-277 43 174,-230 102 1454,355-91 1194,239-57-2640,1 5 1,-124 44 0,14 23-445,181-74 0,2 2 0,0 1 0,1 2 0,-31 27 0,49-35 0,0 1 0,0 0 0,2 1 0,0 0 0,1 1 0,0 1 0,-12 27 0,11-18 0,2 1 0,0 1 0,2 0 0,-6 41 0,5 14 0,4 1 0,7 127 0,0-179 0,1 82 0,9 171 0,-10-258 0,2 0 0,0-1 0,2 0 0,0 0 0,2 0 0,1-1 0,1 0 0,1-1 0,2 0 0,0-1 0,1 0 0,1-1 0,1 0 0,1-2 0,1 0 0,30 25 0,17 11 0,94 59 0,-129-96 0,0-2 0,1-1 0,1-2 0,1-1 0,0-1 0,38 8 0,-3-8 0,119 7 0,70-15 0,81 5 0,-167 6 0,194 44 0,-203-21-40,209 45-1285,-240-59-5501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7.1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24575,'493'0'58,"742"2"-1866,3 32-1061,-672 4 658,64 35 1013,64 23-1041,75-3 1113,2353 88-2830,22-183 5507,-2903 0-1051,309-2 1118,726 3 8918,-674 1-10757,-491 0-6605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35.5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4131 31075 24575,'5'-2'0,"-1"0"0,0-1 0,-1 1 0,1-1 0,0 0 0,3-4 0,29-31-41,-2-2-1,-1-1 1,-3-1-1,-1-1 1,44-92 0,89-270-2480,-36 26 1364,11-71-712,-117 383 1749,201-701-1373,-24-19 691,24-431 282,-25-771-2293,-157-7 3023,-100 159-445,-122 189-1158,117 1164 1493,-201-1279 204,85 625 1126,165 1001-1605,-185-1300 2060,80 640-76,57 348-1277,0-2 975,-45-227-1507,-51-409 0,133 880 169,-86-329 0,-71-93 2360,-38 15-508,13 141-2049,27 62 169,75 102 459,25-8-665,64 242 98,-82-219-33,29 101 0,36 87 0,5-1 0,-21-135 0,45 191 0,-27-180 0,22 170 0,-35-101 0,-67-213 0,18 54 0,-4 80 0,4 13 0,58 107 0,20 58 0,-29-66 0,-98-166 0,-46-181 0,-35-78 0,9-21 0,210 555 0,-37-92 0,-68-125 0,35 78 0,-138-370 0,-313-704 0,525 1225 0,-1 1 0,0-1 0,-1 1 0,1 1 0,-1-1 0,-6-6 0,10 13 0,0-1 0,1 0 0,-1 1 0,0-1 0,0 1 0,1-1 0,-1 1 0,0-1 0,0 1 0,0 0 0,0-1 0,0 1 0,1 0 0,-1 0 0,0 0 0,0-1 0,0 1 0,0 0 0,0 0 0,0 0 0,0 1 0,0-1 0,-1 0 0,1 1 0,-1 0 0,0 0 0,1 1 0,-1-1 0,1 0 0,0 1 0,-1-1 0,1 1 0,0-1 0,0 1 0,0-1 0,0 1 0,0 0 0,0 0 0,1-1 0,-1 3 0,-9 26 0,2 0 0,2 0 0,0 0 0,-1 32 0,-2 12 0,-11 75 0,-16 101 0,21-175 0,-29 92 0,10-66-84,-66 215-1197,74-225-5545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36.4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24575,'22'0'0,"29"0"0,29 0 0,34 11 0,41 4 0,39 10 0,31 1 0,32-4-1068,17 5 1068,-38 10 0,-59-2-7123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0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959 1 24575,'-1'11'0,"0"0"0,0 0 0,-1 1 0,-1-1 0,0-1 0,0 1 0,-1 0 0,-10 18 0,-4 4 0,-31 40 0,4-7 0,-159 237 0,79-123 0,46-67 0,-56 89 0,17-29 117,-1 3-1599,84-115-5344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5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1568 1 24575,'0'11'0,"-23"26"0,-17 28 0,-25 48 0,-34 38 0,-12 27 0,-31 37 0,9-5-1306,-7 16 1306,10-19 0,5-1 0,1-2 0,11-24 0,13-21 64,13-4-64,10-7 0,18-28-6949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9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669 0 24575,'-11'0'0,"-15"11"0,-2 26 0,-20 18 0,-12 32 0,-18 35 0,-18 30 0,-4 11 0,16-11 0,21-20 0,22-21 0,18-20 0,12-23-8191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6.3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562 0 24575,'-11'0'0,"-26"33"0,-17 34 0,-11 26 0,-17 21 0,6 1 0,16-7 0,18-11 0,5-23 0,-2-12 0,5-5 0,9-14-8191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6.7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969 1 24575,'-22'22'0,"-19"40"0,-24 33 0,-23 21 0,-30 47 0,-6-4 0,7 3 0,12-14 0,14-21 0,21-22 0,12-27 0,16-18 0,15-17-8191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7.1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325 1 24575,'-11'11'0,"-4"15"0,-10 14 0,-12 11 0,-11 8 0,3 5 0,-3 3 0,-3-10 0,7-15-8191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637 1 24575,'-11'11'0,"-15"14"0,-14 26 0,-33 37 0,-16 26 0,8 5 0,-5 3 0,1-7 0,5-12 0,15-24-8191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2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375 1 24575,'-22'22'0,"-19"30"0,-13 16 0,-8 9 0,-5 13 0,-3 2 0,12-15-8191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5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540 1 24575,'-22'11'0,"-19"26"0,-24 17 0,-23 34 0,-8 12 0,12 0 0,10-17 0,28-22 0,22-21-8191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376 1 24575,'0'11'0,"-12"26"0,-13 6 0,-15 19 0,-11 20 0,-8 8 0,-6-1 0,-2-4 0,11-17-8191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3.7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1 206 24575,'29'1'0,"0"2"0,0 1 0,28 9 0,42 5 0,137 3 0,390-16 0,-548-9 0,0-3 0,-1-4 0,-1-3 0,0-3 0,85-32 0,-2-13 13,120-39-1391,-256 95-5448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6.6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3073 5365 24575,'28'0'0,"0"-1"0,0-2 0,0-1 0,50-14 0,2-1 0,194-38-546,78-14-1754,72-24 829,966-332-951,-1001 275 2415,-240 86-56,272-166 0,-375 201-43,-1-1-1,-1-2 1,64-67-1,-87 79 131,-2-2-1,-1 0 0,-1-1 0,-1 0 0,-1-2 0,-1 0 0,-2 0 0,11-34 0,-9 13 166,-3-1 1,-1 0-1,5-98 1,-20-160 217,-6 167-238,-6 0 0,-6 2 0,-6 0 0,-6 1 0,-90-225 0,81 261-56,-5 3 0,-3 2-1,-5 2 1,-4 3 0,-4 2-1,-3 4 1,-4 2 0,-88-76-1,62 77-268,-3 5-1,-4 3 1,-3 6 0,-205-96-1,-500-152-1231,495 213 971,-4 14 0,-4 13 0,-2 15 0,-3 15-1,-453-6 1,403 61 758,313-3-333,1 4 0,1 2 0,-107 35-1,99-20-7,2 4 0,1 3 0,1 3 0,3 3 0,1 3 0,2 2 0,-59 56 0,37-20 0,3 3 0,5 4 0,3 3 0,-67 109 0,67-80 0,6 2 0,5 4 0,6 2 0,5 3 0,6 2 0,6 2 0,6 1 0,-28 217 0,24 273 0,46 7 0,-5-538 0,0 14 0,5 0 0,5 0 0,5-1 0,4-1 0,55 162 0,-41-176 0,4-3 0,74 127 0,-76-156 0,3-2 0,3-2 0,2-1 0,65 60 0,-49-60 6,4-3-1,1-3 0,96 55 1,-61-50 140,196 77 1,125 1 134,6-30-297,-139-42 974,553 44 1,-681-102-281,-136-5-593,0 0 0,0-2 1,0 0-1,28-11 1,-29 7-1791,38-21 1,-59 27 1517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7.7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35794 0 24575,'-35'1'0,"0"2"0,0 1 0,1 2 0,0 1 0,0 1 0,0 2 0,1 2 0,0 1 0,1 1 0,1 2 0,0 1 0,2 2 0,0 1 0,1 1 0,0 1 0,-23 26 0,-22 28-409,-108 149-1,-45 109-582,191-281 964,-805 1343-1354,588-961 779,-9-2-340,-62 75-1310,-73 74 887,-62 41-976,-64 52 1026,-679 801-1059,-548 500 793,239-278 1228,791-876 326,-61 43 28,-70 30 0,-1048 859 0,907-951 0,28-48 0,60-35 0,76-12 0,94 0 0,-1051 1381 0,1247-1375 0,-1034 1270 0,644-830 0,378-463 0,-769 982 0,59 27 0,750-955 0,51-37 25,46-39 78,19-6-5,-274 447 241,663-1103-336,-775 1262 878,64 16-504,496-846-242,-49 94 480,-581 997-465,97-125-150,140-209 1411,104-283-260,482-868-1146,-264 430-78,-105 189 461,116-137 1187,-108 169-1575,104-130 0,197-384 0,-386 731 0,29-153 2468,130-186 2523,187-304-3338,121-260-1644,1 0 1,-2 0 0,1-1-1,-1 0 1,-1 0-1,1 0 1,-2-1 0,1 0-1,-14 11 1,16-15-11,0 0 1,0-1-1,-1 0 1,1 0 0,-1 0-1,0 0 1,0-1-1,0 0 1,0 0 0,0-1-1,-1 0 1,1 0-1,0 0 1,-1-1 0,1 0-1,0 0 1,-9-1-1,6-1-150,1-1-1,-1 0 0,1 0 0,0 0 1,0-1-1,0-1 0,0 1 1,-8-8-1,-10-8-3261,-23-25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8.4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24575,'2'0'0,"0"0"0,0 1 0,0 0 0,-1-1 0,1 1 0,0 0 0,-1 0 0,1 0 0,0 0 0,-1 0 0,1 0 0,-1 0 0,1 1 0,-1-1 0,0 0 0,0 1 0,0-1 0,0 1 0,0-1 0,0 1 0,0 0 0,0-1 0,0 1 0,0 3 0,16 52 0,51 331 0,16 69 0,-41-214 0,-37-204 0,-3-16 0,2 0 0,0-1 0,1 1 0,2-1 0,15 32 0,-18-43 0,0-1 0,2-1 0,-1 0 0,1 1 0,0-2 0,1 1 0,0-1 0,1-1 0,-1 1 0,1-1 0,1-1 0,-1 0 0,17 8 0,-6-6 0,0-1 0,0-1 0,1 0 0,0-2 0,0-1 0,34 2 0,133-9 0,-136 1 0,801-11 0,-814 14 0,308-3-475,91-14-1424,-130-9 1071,-2-12 0,-2-15 0,-2-12 0,506-181 0,-445 88 828,-291 118-140,123-90 0,-7-31-1257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0.6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102 1352 24575,'9'-8'0,"1"1"0,-1 1 0,2 0 0,-1 0 0,1 1 0,-1 0 0,1 1 0,1 0 0,-1 1 0,1 0 0,12-1 0,6-4 0,166-39-1,205-55-154,32-13-609,261-80-577,-424 106 1072,467-153-179,-615 202 339,68-20 127,-188 59-18,12-3-9,1 0 1,0 1-1,26-1 1,-37 4 16,0 0 0,0 0 0,-1 0 1,1 1-1,0-1 0,-1 1 0,1 0 1,0 0-1,-1 1 0,1-1 0,-1 1 1,0 0-1,1-1 0,-1 1 0,0 1 1,0-1-1,0 0 0,-1 1 0,1 0 1,2 2-1,0 3 50,0 0 0,-1 0 0,0 1-1,0-1 1,0 1 0,-1 0 0,-1 0 0,0 0 0,2 13 0,5 100 61,-9-117-123,-9 730 99,-1-391-66,7-142-29,-22 583 0,-38 137 572,53-828-572,8-272 0,3 99 0,3-2407-90,-8 2392 675,-30-167 0,20 178-417,9 48-76,-2 1 1,-16-49-1,17 67-90,-1 0 0,0 0 0,-1 1 0,-1 1-1,-1-1 1,0 1 0,-13-14 0,2 7-2,-1 1 0,-1 0 0,-1 2 0,0 1 0,-2 1 0,1 1 0,-2 1 0,0 2 0,-54-18 0,19 13 0,-1 2 0,0 3 0,-100-7 0,72 16-104,0 4 0,1 3 0,-1 5-1,-167 38 1,-340 139-417,440-125 521,3 7 0,-155 92 0,80-33-68,-232 146-135,455-269 203,0 1 0,1 1 0,-1-1 0,1 1 0,-9 10 0,15-15 3,-1-1 1,1 1-1,0 0 1,-1-1-1,1 1 1,0-1-1,-1 1 1,1 0-1,0 0 1,0-1-1,0 1 1,0 0-1,0-1 1,0 1-1,0 0 1,0 0-1,0-1 1,0 1-1,0 0 1,0-1-1,0 1 1,0 0-1,1-1 1,-1 1-1,0 0 1,0-1-1,1 1 1,-1 0-1,1-1 1,-1 1-1,1-1 1,-1 1-1,0-1 1,1 1-1,0-1 1,-1 1-1,1-1 1,-1 1-1,1-1 1,0 0-1,-1 1 1,1-1-1,0 0 1,-1 0-1,1 1 1,0-1-1,-1 0 1,2 0-1,13 4 134,0 0 0,0-2 0,1 1 0,16-1 0,149-1 34,104-26-491,1354-190-4026,-1234 149 4346,-55 11-160,288-23-1019,-533 71-721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4:02.9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5686 0 24575,'-1014'44'-1380,"867"-34"407,-289 20 161,-757 39-664,304-17 787,661-28 345,-426 104-1,380-44 233,209-60 215,1 3 1,-62 36-1,105-50 176,0 0 0,1 1 0,0 1 0,-29 28 0,37-30-15,1 1 1,0 0-1,1 1 1,0 0-1,1 1 1,1 0 0,-9 21-1,-3 25-131,3 1-1,-11 71 0,12-54-109,-45 207-118,-7 81-284,8 76-263,14 76-1551,15 66 1066,13 63-1140,9 63 879,6 57-873,4 56 1389,3 787-799,5 2960 261,32-2180 1746,-16-1373 14,-3 1186 771,25-934 458,-22-1014-1082,69 1020 2667,-91-307 378,-3-937-3047,1 1-1,1 0 1,2-1-1,1 1 0,18 58 1,-17-75-391,1 0 1,0 0 0,2-1 0,0 0-1,1-1 1,0 1 0,1-2-1,1 0 1,0 0 0,1-1 0,0-1-1,25 19 1,-7-11-105,1-2 0,1 0 0,62 22 0,-8-10-104,104 20 1,186 25-728,105 15 78,502 67-2137,1784 52 1,-1810-217 5939,-474 0-1250,-467 8-1397,28 0 498,1-2-1,58-10 0,-91 10-831,0-1-1,0-1 1,-1 0 0,1 0 0,-1-2 0,0 1-1,0-1 1,-1-1 0,0 0 0,0-1 0,-1 0-1,18-17 1,-16 11-69,0-1 0,0-1 0,-2 0 0,0-1 0,8-18 0,-3-1 0,20-69 0,14-125 0,-8-75-391,-12-85-1172,-11-122 626,-8-98-1383,-6-98 686,-8-3759-6547,-2 1444 7060,6 2744 1057,3-1143-100,25 15 156,8 449 8,0 57 0,-7 75 37,-8 74 111,-7 65-13,-7 88 255,-4 82-76,-3 74 550,-1 80-230,-2-116 1998,4 446-2120,-2 1-1,0-1 1,-3 0-1,-1 1 1,-1 0 0,-13-40-1,4 31 458,-2 0 1,-2 1-1,-27-41 0,32 60-628,0 1 0,-1 0-1,-1 2 1,-1 0 0,-1 0 0,0 2-1,-24-17 1,-15-4 36,-2 2 0,-93-38 0,-133-36-493,269 103 146,-347-151-30,162 65 0,17 11-484,-261-75-1,145 82-66,-2 13 0,-3 14 0,-312-8-1,280 47-284,231 10-3345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54:34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1773 1304 24575,'-1533'0'0,"1515"0"0,0 0 0,0 0 0,0 1 0,-19 4 0,31-4 0,1 1 0,0-1 0,0 1 0,0 0 0,0 0 0,0 0 0,1 1 0,-1 0 0,1 0 0,-1 0 0,1 0 0,0 1 0,0 0 0,0 0 0,-3 4 0,1 2 0,0 0 0,1 0 0,0 0 0,0 0 0,1 1 0,1 0 0,0 0 0,-3 20 0,1 11 0,0 44 0,5-73 0,6 499 0,1-200 0,-6 264 0,-1-552 0,1 0 0,1 0 0,1 0 0,1 0 0,9 32 0,-10-48 0,0 0 0,0-1 0,0 1 0,1-1 0,0 1 0,0-1 0,1-1 0,0 1 0,0 0 0,1-1 0,0 0 0,0-1 0,0 1 0,1-1 0,0 0 0,0-1 0,0 0 0,0 0 0,9 4 0,4-2 0,-1-1 0,1-1 0,0 0 0,0-1 0,25-1 0,107-5 0,-79 0 0,1079-6 0,-849 9 0,-274 1 0,1 1 0,-1 1 0,0 1 0,0 2 0,-1 1 0,0 1 0,0 1 0,0 2 0,-1 0 0,-1 2 0,39 26 0,78 46 0,-119-74 0,0-1 0,0-1 0,0-1 0,39 7 0,-1-6 0,105 3 0,67-16 0,-111 0 0,953-1 0,-754 6 0,115 35 0,-310-21 0,557 3 0,-488-21 0,-14 5 0,186-7 0,-123-23 0,2-1 0,-89 22 0,77-7 0,456-30 0,16 36 0,4763 11 130,-2991-4-260,-2384-4 130,103-18 0,-8 0 0,763 6 0,-597 20 0,-205-1 0,-23 1 0,185-20 0,-257 8 0,-1-3 0,1-2 0,-2-2 0,0-3 0,-2-2 0,0-2 0,-1-2 0,91-62 0,-131 78 0,-1-1 0,0 0 0,0 0 0,-1-1 0,0 0 0,-1-1 0,0 0 0,-1 0 0,0 0 0,-1-1 0,0 0 0,-1-1 0,-1 1 0,0-1 0,3-18 0,0-20 0,-1-1 0,-3-92 0,-4 117 0,1-26 0,1-5 0,-2 0 0,-3 0 0,-17-87 0,2 78 0,-42-106 0,-46-67 0,72 164 0,14 30 0,-158-377 0,156 357 0,3-1 0,3-1 0,3-1 0,-7-101 0,22-42 0,1 20 0,-2 185 0,-1 0 0,0 0 0,0 0 0,-1 0 0,0 0 0,0 0 0,-1 1 0,0-1 0,0 1 0,-1-1 0,0 1 0,0 0 0,0 1 0,-1-1 0,0 1 0,-1 0 0,0 0 0,1 1 0,-2-1 0,1 1 0,-1 0 0,1 1 0,-1 0 0,-1 0 0,1 1 0,-12-5 0,-10-2 0,-1 1 0,0 1 0,0 2 0,-62-6 0,-133 8 0,181 5 0,-492 6 0,-222 1 0,132-34 0,157-37 0,-11-2 0,-2 25 0,249 33 0,-269-17 0,-202-12 0,0 34 0,424 4 0,213-1 0,1 4 0,1 2 0,-1 4 0,-105 30 0,111-24 0,-130 39 0,-268 43 0,20-66 0,373-30 0,-1 3 0,-104 24 0,-123 48 0,147-35 0,116-35 0,-9 1 0,0 3 0,0 1 0,1 2 0,-41 22 0,-19 26 0,53-33 0,-96 49 0,63-45 0,-206 101 0,83-36 0,162-84 0,-1-1 0,0-2 0,-55 10 0,-6-9 0,-118-1 0,-107-14 0,154-1 0,-2606-3-450,1761 7 353,533 33 497,231-9-253,-376-16-148,380-12-1363,182 3-5462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47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683 1 9830,'-14'0'139,"0"0"1,0 1-1,0 1 1,0 0-1,0 1 0,1 0 1,-1 1-1,1 1 0,-13 6 1,15-5-83,1 1 1,-1 0-1,2 0 0,-1 1 1,1 1-1,0-1 0,0 1 1,1 1-1,1 0 0,-9 13 1,-118 212 855,93-166-418,-34 77 0,59-109-330,1 2 0,3-1 1,1 2-1,-6 40 0,-55 306 1155,58-296-754,-2 131-1,17 92 580,1-166-691,0 357 1139,-1-452-1378,3 0 0,2 0 0,3 0 0,1-1 0,3-1 0,25 63 0,19 64 426,-37-107-63,44 101 0,-31-107-334,2-1 0,4-2 0,2-2 0,2-2 0,3-1 0,2-3 0,3-2 0,61 48 0,-36-42-198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52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54 223 9830,'1'-8'0,"1"1"0,0-1 0,0 1 0,1-1 0,-1 1 0,2 0 0,-1 0 0,1 1 0,0-1 0,1 1 0,-1 0 0,11-10 0,-5 4 62,1 0-1,1 0 0,0 2 1,1-1-1,0 2 1,0-1-1,1 2 1,0 0-1,21-9 0,-29 15-35,-1 0 0,1 0 0,0 0 0,0 0 0,0 1 0,0 0 0,-1 1 0,1-1 0,0 1-1,0 0 1,0 0 0,0 1 0,0 0 0,0 0 0,0 0 0,0 1 0,0 0 0,-1 0-1,1 0 1,-1 1 0,0 0 0,1 0 0,-1 0 0,0 1 0,-1-1 0,1 1 0,-1 0 0,5 5-1,-3 0 22,0 0 0,-1 0 0,0 1 0,0 0 0,-1-1 0,0 1 0,-1 1-1,0-1 1,-1 0 0,0 1 0,0 0 0,-1-1 0,-1 1 0,0 0 0,0-1 0,-1 1-1,0 0 1,-6 18 0,3-9 51,-2-1 1,0 1-1,-1-2 0,-1 1 0,-1-1 0,0 0 1,-2-1-1,0 0 0,-15 18 0,10-18-21,0-1 1,-2 0-1,1-1 0,-2-1 1,0-1-1,-32 17 0,12-12 126,0-1-1,-63 18 1,80-27 11,22-8-209,0 0-1,0 0 0,0 0 1,0 0-1,0 0 1,0 0-1,0 0 1,1 0-1,-1 0 0,0 0 1,0 0-1,0 0 1,0 0-1,0 0 1,0 0-1,0 0 0,0 0 1,0 0-1,1 0 1,-1 0-1,0 0 1,0 0-1,0 0 0,0 0 1,0 0-1,0 0 1,0 0-1,0 0 1,0 0-1,0 0 0,1 0 1,-1 1-1,0-1 1,0 0-1,0 0 1,0 0-1,0 0 0,0 0 1,0 0-1,0 0 1,0 0-1,0 0 1,0 0-1,0 1 0,0-1 1,0 0-1,0 0 1,0 0-1,0 0 1,0 0-1,0 0 0,0 0 1,0 0-1,0 1 1,0-1-1,0 0 1,0 0-1,0 0 0,0 0 1,0 0-1,42-1 472,-26 0-390,24 0 122,0 2-1,-1 2 1,0 2-1,56 13 1,156 60 559,-246-76-740,86 30 737,155 34 0,-115-47-195,228 3 0,-271-22-523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0.4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9830,'-1'102'1053,"5"140"-194,-3-225-795,0-1 1,2 1 0,0-1-1,0 0 1,13 31 0,-13-40-18,1 0 0,-1 0 0,2 0 0,-1-1-1,1 1 1,0-1 0,0-1 0,0 1 0,1-1 0,0 0 0,0 0 0,1 0 0,-1-1 0,14 7 0,-3-4 89,0-1 0,1 0 0,-1-1 1,31 4-1,77 2 503,527-11 2238,-399-6-1886,39 4-55,325-11 551,-370-14-944,-50-10-441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2.9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574 0 9830,'-14'0'273,"-20"0"0,-18 29 338,0 24-338,9 17 0,-18 40 711,-12 16-597,-8 0-1,9-6-113,17-9 0,18-24-273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3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 9830,'14'-15'0,"6"-4"0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5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770 1 9830,'-7'0'78,"1"0"0,-1 0 0,1 1 0,-1 0 0,1 0 0,-1 1 0,1-1 0,0 2 0,-9 3 0,2 2 76,1 0 0,0 1-1,-13 13 1,23-21-130,-30 27 252,-8 6 6,1 2 0,-53 62 0,66-63-96,1 1 1,2 1-1,1 1 1,-24 62-1,-67 133 781,15-36-248,82-158-540,2 1 0,2 0 0,2 1 0,1 0 0,2 0 0,2 1 1,2-1-1,4 74 0,-1-103-114,1 1 1,0-1-1,1 1 0,1-1 1,0 0-1,0 0 1,1 0-1,1 0 1,0-1-1,1 0 0,0 0 1,0 0-1,1-1 1,1 0-1,-1 0 1,2-1-1,-1 0 1,2 0-1,-1-1 0,1 0 1,0-1-1,21 12 1,-5-7 33,0-1 0,1-1 1,1-1-1,-1-1 0,1-2 0,0-1 1,0-1-1,1-1 0,-1-2 1,49-4-1,-67 2-35,1 0-1,-1-1 1,0 0 0,17-7 0,-26 9-46,0 0 1,0-1-1,0 1 1,-1 0-1,1-1 1,0 1-1,0-1 1,0 0-1,-1 1 1,1-1-1,0 0 1,0 1-1,-1-1 1,1 0-1,-1 0 1,1 1-1,0-3 1,-1 3-11,0-1 1,0 1-1,0-1 1,0 1 0,0-1-1,0 1 1,0-1-1,0 1 1,0-1 0,-1 1-1,1-1 1,0 1-1,0-1 1,-1 1-1,1-1 1,0 1 0,0 0-1,-1-1 1,1 1-1,-1-1 1,1 1 0,0 0-1,-1-1 1,-29-14 180,-22 0-144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6.2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837 260 9830,'-14'0'273,"-6"-15"0,-12-18-286,-16-19 0,-15 0 4,-10 8 274,-7 13-1,-5 10 1,-2 10 0,-1 20 109,1 10-110,14 15 1,20 16-1,20 29 265,43 1 0,20-14-529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6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0 422 9830,'1'-7'0,"0"1"0,0-1 0,0 1 0,1 0 0,0-1 0,0 1 0,0 0 0,1 0 0,0 0 0,0 0 0,1 1 0,5-8 0,8-9 0,35-32 0,-16 17 0,-12 10 102,1 1 1,1 1-1,2 2 1,0 0-1,34-19 0,-48 34-51,0 1-1,0 0 0,1 0 0,0 2 0,0 0 0,0 0 0,1 2 0,-1 0 0,1 0 0,0 2 0,0 0 0,0 0 0,0 2 0,16 2 0,-23-1 5,0 0-1,-1 0 0,1 1 1,-1 0-1,0 1 0,0 0 0,0 0 1,0 1-1,-1 0 0,1 0 0,6 7 1,6 8 133,0 0-1,20 29 1,-27-31-91,1-1 0,0 0 0,2-1 0,0-1 0,24 18 0,-28-26-37,-1 0-1,1-1 1,0-1-1,0 0 1,0-1-1,1 0 1,0-1-1,0 0 1,0-1-1,0 0 1,0-1-1,0-1 0,0 0 1,0-1-1,1 0 1,-1-1-1,16-4 1,-3-2-59,0-1 1,0-1-1,-1-1 0,0-1 1,-1-2-1,-1 0 0,28-22 1,30-29-20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7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143 23 9830,'1'78'618,"-5"112"412,2-167-935,-1-1 1,-2 1-1,0-1 1,-1 0-1,-1 0 1,-13 26 0,1-13 280,-44 60 1,54-86-50,18-27-364,-1 2 16,51-140-136,-44 109 117,2 0 0,38-70 0,-47 103 85,0 0 0,2 1 0,-1 1 0,1-1 0,1 2 0,0-1 0,1 2 0,0-1 0,1 2 0,0 0 0,0 0 0,21-9 0,-11 8 61,1 1 0,0 2 0,0 0 1,0 2-1,33-4 0,122 1 399,-167 8-496,340 7 980,-270-4-864,-59-3-87,7 1 56,-1 0 0,1 2 1,42 10-1,-66-12-58,1 1-1,-1 0 0,0 0 0,0 0 0,0 1 0,0 0 0,-1 0 1,1 1-1,-1-1 0,1 1 0,-1 0 0,-1 1 0,1-1 0,0 1 1,-1 0-1,0 0 0,0 0 0,-1 1 0,0 0 0,1-1 0,2 10 1,-4-5 26,0-1 1,0 1 0,-1-1 0,0 1 0,-1 0 0,0 0 0,-1-1 0,0 1 0,0 0 0,-4 13 0,-6 15 209,-19 46 1,26-74-232,-61 151 607,-8-3 0,-134 216 0,136-264-397,-104 174 305,122-186-309,10-19-195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6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303 2 9830,'99'-1'805,"127"4"28,-217-2-784,-1 0-1,0 0 1,0 1-1,0 0 1,0 1-1,0 0 1,0 0-1,13 8 1,-19-10-29,-1-1 0,0 1 1,1 0-1,-1 0 0,0 1 0,0-1 1,0 0-1,0 0 0,0 0 0,0 1 0,-1-1 1,1 1-1,0-1 0,-1 0 0,1 1 1,-1-1-1,1 1 0,-1-1 0,0 1 0,1 2 1,-2-1 15,1-1-1,-1 1 1,0 0 0,1-1 0,-1 1 0,-1-1-1,1 1 1,0-1 0,-1 1 0,1-1-1,-1 0 1,1 0 0,-1 0 0,0 0 0,0 0-1,-2 2 1,-8 6 88,0-1 1,-1 0-1,0 0 0,0-1 0,-20 8 1,-78 28 445,100-40-522,-370 101 760,342-96-698,28-6-37,-1 0 0,0 0 0,-12 7 0,23-10-64,0 0-1,1 0 1,-1 0 0,1 1 0,-1-1 0,1 0-1,-1 1 1,1-1 0,-1 0 0,1 1 0,-1-1-1,1 1 1,0-1 0,-1 1 0,1-1 0,-1 0-1,1 1 1,0 0 0,0-1 0,-1 1 0,1-1-1,0 1 1,0-1 0,0 1 0,-1-1 0,1 1-1,0 0 1,0-1 0,0 1 0,0-1 0,0 1-1,0 0 1,0-1 0,1 1 0,-1-1 0,0 1-1,0 0 1,0-1 0,0 1 0,1-1 0,-1 1-1,0-1 1,1 1 0,-1-1 0,1 2 0,7 6 111,1 0 1,-1 0-1,1-1 1,1 0-1,19 11 1,21 14 142,-26-13-150,-2 1 0,0 1 0,-1 0 0,-1 2 0,-2 0 0,0 1 0,15 28 0,-25-37-47,0 1-1,-1-1 0,-1 1 0,-1 1 0,7 33 0,-10-39-7,-1 0 0,0 1 0,-1-1 0,0 1 0,-1-1 0,-1 0 0,1 1 0,-2-1 0,-6 20 0,2-15 15,-1 0-1,-1-1 1,-1 0 0,0 0 0,-1-1 0,0 0-1,-1-1 1,-1 0 0,0-1 0,-17 12 0,-53 35-28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6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0 9830,'0'15'273,"-14"4"0,-34 14 338,-9 15-338,6 0-273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1 9830,'15'0'273,"-25"28"499,-10 25-498,-16 17 112,-17 11 0,16 7 0,28-13-113,30-18 0,40-19 273,25-16-273,40-12 546,28-7-272,2-5-274,3-1 273,18-15 317,-7-19-477,-18-3-113,-34 5-273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7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1 9830,'-29'14'611,"-9"34"-65,1 23-273,8 43 546,8 30-273,8 20 0,6-4-273,4-14 0,3-4 273,1-25-546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8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0 591 9830,'308'-20'2548,"-158"6"-1729,-31 5-207,341-34 1279,240-66 396,-236 34-2431,-291 48 244,627-90 766,-2 31-17,-266 33-215,-303 24-252,-141 21-358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0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4190 512 9830,'-20'0'245,"0"-1"0,0-1 0,1-1 0,-1 0-1,-21-8 1,-72-20 698,-415-101 249,-244 11 677,-13 41 440,474 51-1708,-74-8 16,61 9-329,197 17-182,-341-11 617,454 22-678,0 0-1,0 1 0,0 1 1,0 0-1,0 1 1,0 1-1,-25 10 0,33-11-6,0 1 1,1-1-1,0 1 0,0 0 0,0 1 1,0-1-1,0 1 0,1 0 0,0 0 1,0 1-1,1-1 0,-1 1 0,1 0 1,0 0-1,1 0 0,0 0 0,-1 0 1,-1 11-1,-3 19 134,1 0 1,2 0-1,0 40 0,9 114 492,-1-103-323,1 44-3,17 618 1307,35-113-477,-47-559-1011,12 76 12,-17-134-167,0 0 0,1 0 1,1 0-1,0 0 0,16 26 1,-13-28-3,0-1 0,2-1 0,-1 1 0,2-2 0,0 0 0,1 0 0,0-1 0,1-1 0,0 0 0,1-1 0,0-1 0,1-1 0,0 0 0,0-1 0,36 11 0,-2-7 0,0-3 0,94 6 0,117-13 0,-174-3 0,4246-12 0,-4034 13 0,-114 0 0,-101-2 0,-84 2 0,0 0 0,-1 0 0,1 0 0,0 0 0,-1 0 0,1 0 0,0 0 0,0 0 0,-1 0 0,1 0 0,0-1 0,-1 1 0,1 0 0,-1-1 0,1 1 0,0 0 0,-1-1 0,1 1 0,-1-1 0,1 1 0,-1 0 0,1-1 0,-1 0 0,1 1 0,-1-1 0,0 1 0,1-1 0,-1 1 0,0-1 0,1 0 0,-1 1 0,0-1 0,0 0 0,0 1 0,1-1 1,-1 0-1,0 0 0,-12-25-51,4 14-36,-10-28-250,1-1-1,3 0 1,1-1 0,-12-68 0,-11-185-1026,11-354-649,19 337 1229,5 261 595,-2 1 0,-2-1 0,-3 1 0,-1 0-1,-23-67 1,25 98 155,-1 0 0,-1 0 0,-1 1-1,0 1 1,-1-1 0,-1 2 0,-1 0-1,0 0 1,-1 1 0,0 1 0,-1 0-1,-1 1 1,0 1 0,-1 0 0,-1 1-1,-22-10 1,8 7 147,-2 1 0,1 1 0,-2 2 0,-45-7 0,-153-7 470,-321 10 463,-3 27-322,308-5-501,-286 6 153,352-9-355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5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11293 2 9830,'-58'0'553,"-20"-1"41,0 3 0,-85 15 0,-501 138 3007,280-56-1167,-125 5 44,-129-15 477,-1039 32-240,-6-94-2849,1275-29 134,-389 23 0,538-3 0,-230 22 0,416-32 0,0 4 0,1 3 0,1 2 0,1 4 0,0 3 0,-125 63 0,-215 175 0,158-48 0,216-181 0,11-9 0,1 1 0,1 2 0,-23 34 0,-46 89 0,59-93 0,-235 454 0,152-279 0,43-80 0,5 3 0,8 3 0,-61 253 0,68-186 0,-69 271 0,-155 338 0,-55 59 0,156-451 0,65-170 0,107-264 0,-9 23 0,2 0 0,0 1 0,2 0 0,-6 43 0,14-68 0,0 1 0,1 0 0,0 0 0,0 0 0,1 0 0,0 0 0,0 0 0,0 0 0,1 0 0,1 0 0,-1-1 0,1 1 0,1-1 0,-1 0 0,1 0 0,0 0 0,1 0 0,0-1 0,0 0 0,0 0 0,1 0 0,-1-1 0,11 8 0,-2-4 0,0-1 0,1 0 0,0-1 0,0-1 0,0 0 0,1-2 0,29 7 0,124 7 0,77-11 0,329-32 0,-229-9 0,492-107 0,74-10 0,-375 94 0,-96 18 22,975-105-2023,741-221-2926,-1818 286 4456,-55 1 41,31-6 592,-251 71-2,1 3 1,100-4-1,126 18 325,-221-2-328,17 1-112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9.0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465 0 9830,'35'19'530,"-1"0"0,0 3 0,50 41 0,72 89 797,-146-142-1237,181 195 1265,52 68 487,596 798 2519,-744-940-3826,226 322 758,-25 21 118,-23 67 276,-230-436-1597,-4 1 1,-5 1 0,28 157 0,-43-126-91,3 199 0,-28 138 0,4-398 0,-5 227 0,-29 558 0,-27-416 0,40-344 0,-4-1 0,-58 136 0,-180 279 0,225-444 0,-548 925 0,-541 894 0,924-1512 0,-93 162 0,61-124 0,8 3 0,175-318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314 0 9830,'-14'15'386,"-20"18"0,-3 62 707,4 44-547,-7 40 317,4 20-317,8 4 0,8-18-272,-6-11 336,1-22-337,5-35-273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0.4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1 240 9830,'10'-1'109,"0"-1"1,-1 0-1,1-1 0,0 0 0,-1-1 0,0 0 1,0 0-1,16-11 0,-24 15-103,61-41 461,23-12-16,-44 33-236,1 3-1,1 1 1,1 2-1,0 2 1,1 2-1,64-5 1,-93 13-148,1 1 0,-1 1 0,1 0 1,-1 2-1,0-1 0,1 2 0,25 8 1,-33-8-26,0 1 1,0 0 0,0 0 0,0 1 0,-1 1 0,0-1 0,0 1-1,0 1 1,-1-1 0,0 1 0,0 1 0,0-1 0,8 15 0,-5-4 42,-1-1 0,-1 2 0,-1-1 0,0 1 0,-2 1 0,0-1 0,-1 1 0,-1-1 0,-1 1 0,0 0 0,-2 0 0,0 0 0,-6 37 0,3-44 4,0-1-1,-1 1 0,-1-1 1,0 0-1,-1 0 0,0-1 1,0 1-1,-1-1 0,-1-1 1,0 1-1,0-1 0,-1-1 1,-17 15-1,-10 5 156,-2-2 1,-60 34-1,98-61-243,-4 2 16,-196 107 455,176-98-337,0-1-1,-1 0 1,-1-2 0,1-1 0,-1-1 0,-32 3 0,122-21 729,629-22 1494,-656 34-2304,100-2-8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0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0 9830,'-14'0'273,"-6"15"0,2 33 273,3 23-273,5 28 274,18 12-161,22 1 0,20-18-113,17-26 0,10-23 0,8-21 0,3-13 0,-14-9-273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1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374 0 9830,'-14'15'386,"-20"18"0,-3 33 161,-10 35 63,2 13-337,-4 17 338,5 0-338,10-7 0,-3 3 337,5-19-610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1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9830,'15'0'273,"33"0"273,23 0-273,13 0 0,8 0 0,2 0 1,-1 0-1,-1 0 0,-16 0-273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9830,'28'0'546,"25"0"-273,60 0 820,55 0-274,41 0 0,29 0 0,2 0-273,4 0 273,-25 0-546,-21 0 274,-30 0-274,-44 0-273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0 9830,'-15'14'386,"-4"20"-113,1 18 0,3 14 0,5 26 274,3 10-274,4 3 0,-13 13 337,-3 0-337,1-6 0,-10-21 0,-1-27-273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1 9830,'-6'-1'44,"0"1"0,0 0 0,0 1 0,1-1 0,-1 1 0,0 0 0,0 1 0,1-1 0,-1 1 1,1 0-1,0 0 0,-1 1 0,1 0 0,0 0 0,0 0 0,1 0 0,-1 1 0,1 0 0,-1 0 0,1 0 0,1 0 0,-1 1 0,0 0 0,1-1 0,0 1 0,0 1 0,1-1 0,-1 0 0,1 0 0,-2 11 0,-2-2 19,2-1 0,0 2 0,0-1 0,1 0 0,1 1 0,1-1 0,0 1 1,1 0-1,0-1 0,1 1 0,1-1 0,5 21 0,-5-29-21,0 0 1,1-1-1,0 0 0,0 0 1,1 1-1,-1-2 1,1 1-1,0 0 1,1-1-1,-1 0 1,1 0-1,-1 0 1,1-1-1,0 1 1,1-1-1,-1 0 1,1-1-1,7 4 1,10 1 95,0 0 0,0-2 0,31 4-1,-46-8-130,120 11 1110,241-9 1,-244-6-668,-48 2-234,603-21 2256,-360-3-1629,255-15 336,-428 33-1088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3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59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943 0 9830,'-14'1'133,"0"0"-1,1 1 1,-1 0-1,1 1 1,0 1 0,0 0-1,-16 8 1,-87 49 484,91-47-460,-44 32 295,2 2 1,-85 79 0,99-80-190,18-16-79,2 1 0,1 2 1,2 1-1,-32 47 0,44-53-43,0 1 0,2 0 1,1 1-1,2 1 1,1 1-1,-12 48 0,13-21 196,2 0 0,-1 85 0,13 125 508,0-163-562,-3-72-208,0 7 167,1 1 0,2 0 0,2 0 0,2-1 0,14 50 0,0-34-4,2-1 0,3-1-1,2-1 1,3-2 0,2-1 0,56 68-1,-6-11 379,-5 3 0,69 135-1,-113-189-381,-8-17 70,38 45-1,-38-54 5,-2 2 1,29 52-1,11 55 371,24 47-47,-57-136-523,1-2 0,3 0 0,2-3 0,1-1 0,3-2 0,49 41 1,-73-72-110,34 20 0,16 1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2.4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602 0 9830,'-14'1'109,"-1"1"0,1 0 0,0 0-1,-1 1 1,1 1 0,1 1 0,-1 0 0,0 1 0,1 0 0,0 1-1,1 0 1,0 1 0,-17 14 0,1 2 64,1 1 1,2 2-1,0 1 0,-24 35 1,25-27 36,2 0 1,1 2 0,-22 55 0,-30 129 625,54-140-429,4 1 0,-9 169 0,26 172 851,4-199-415,-7-99-503,5 132 431,-2-239-673,1 1-1,1 0 0,1-1 1,0 0-1,1 0 1,2 0-1,12 24 1,-5-18 28,0 0 1,2-1 0,0-1-1,29 28 1,133 151 992,-102-122-749,129 130 677,-142-150-578,93 66 1,-87-78-425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7.9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6115 687 9830,'-1'-2'13,"1"0"-1,-1 0 1,1 1-1,-1-1 1,1 0-1,-1 1 1,0-1-1,0 1 1,0-1-1,0 1 1,0-1 0,0 1-1,0-1 1,-1 1-1,1 0 1,0 0-1,-1 0 1,1 0-1,-1 0 1,1 0-1,-1 0 1,1 0-1,-4 0 1,-44-16 457,42 15-422,-39-8 255,0 1 0,-72-3-1,-99 7 291,162 5-455,-1177 1 3890,446 1-1503,442 13-1106,280-7-1170,-699 57 1925,-202-68 875,934 2-2926,-1 2 0,-60 10 1,81-8-114,-1 0 0,1 0 0,0 2 0,0-1 0,1 1 1,-1 1-1,1 0 0,0 0 0,1 1 0,-17 15 1,12-8-11,0 2 0,1-1 0,1 2 0,1-1 0,0 2 0,1-1 0,-13 36 0,2 6 0,-16 74 0,18-57 0,-7 18 0,-9 29 0,5 2 0,-17 154 0,39 362 0,13-376 0,-9-198 0,-1-1 0,-4 1 0,-27 99 0,-9-22 0,26-92 0,-16 75 0,26-88 0,-1-1 0,-3 0 0,-18 39 0,-61 109 0,76-157 0,-142 230 0,14-25 0,119-188 0,3 1 0,1 0 0,-18 67 0,24-52 0,3 0 0,3 0 0,-2 89 0,16 190 0,2-174 0,-7-106 0,3-1 0,3 0 0,23 104 0,-24-145 0,2-1 0,0 0 0,1 0 0,0-1 0,2 1 0,20 27 0,-22-34 0,1-2 0,0 1 0,1-1 0,0 0 0,0-1 0,1 0 0,0-1 0,0 0 0,1-1 0,0 0 0,15 4 0,-2-2 0,0-2 0,0 0 0,0-2 0,33 1 0,106-4 0,-149-1 0,398-11 0,318-3 0,3054 15 0,-3682 4 0,168 30 0,-7 1 0,480-24 0,-469-15 0,1890 2 0,-1637 37 0,-168-6 0,155-12 0,41 2 0,-422-12 0,1319 53 0,778-62 0,-731-1 0,1211 2 0,-2681 0 2,-1-2 0,0 0 0,1-2 1,-1-1-1,39-13 0,-52 13-26,-1-1 0,0-1 0,0 0 1,-1-1-1,0-1 0,-1 0 0,1 0 0,-2-2 0,1 0 0,-2 0 0,13-15 1,-6 1-111,0 0 0,-2-1 1,-1-1-1,-2 0 1,0-1-1,-2-1 1,10-37-1,34-215-850,-29 127 239,0 35-18,81-220 0,86-107-945,-37 94 173,-111 233 1073,30-126 0,-19-1-73,50-175-1234,-64 273 1217,-7-3 0,-7 0-1,-6-2 1,-7 0-1,-5-217 1,-18-981-1450,8 1325 2002,-1 0 0,-6-35 0,4 49 0,0 0 0,0 0 0,-1 1 0,-1-1 0,0 1 0,0 0 0,-10-14 0,1 5 75,-1 2 0,-1 0 0,0 0 1,-2 2-1,1 0 0,-2 1 0,0 1 0,-1 1 0,0 0 0,-1 2 0,-1 0 1,1 2-1,-2 0 0,-28-7 0,-32-4 578,-1 4 0,-146-9 0,156 19-371,-216-25 1425,-78-6-38,-105 2 704,-89 8-180,-1409-13 2601,-11 44-4561,711 1-186,-4150-5-47,5344 4 0,-1 4 0,-97 21 0,-49 7 0,191-31 0,0 1 0,1 2 0,0 1 0,0 2 0,-57 28 0,45-19 0,0-3 0,-2-1 0,0-2 0,0-3 0,-65 8 0,-105 18 0,6-1 0,12-7 0,107-8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9.3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5646 1 9830,'-107'0'728,"-444"4"2173,2 28-769,429-18-1600,1 5 1,-150 44 0,-194 92 799,379-121-966,2 4 0,1 3 0,-96 67 0,-200 182 1127,245-175-458,5 5 0,-215 267-1,-68 175 600,303-413-1636,-460 714 2,434-642 0,-83 151 0,-126 206 0,220-377 0,97-153 0,1 1 0,-21 64 0,-8 60 0,32-119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9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1964 1 9830,'-789'0'3732,"713"-1"-3454,-1 4 0,1 3 0,-104 22 0,156-23-200,-1 2 1,2 0 0,-1 2 0,1 0-1,0 2 1,1 1 0,0 0 0,1 2-1,0 0 1,1 1 0,1 2 0,1 0-1,0 0 1,-18 25 0,24-25 14,2 0-1,0 1 1,1 0-1,1 0 1,0 1-1,2 0 1,0 1-1,1-1 1,-3 28-1,1 19 468,2 98-1,5-142-464,12 709 2207,-1-55-463,-13-590-1664,0-52-64,1 0-1,2 0 1,1-1-1,2 1 1,11 49-1,-12-74-60,0-1 1,1 1-1,0-1 0,0 0 0,0 0 0,1 0 0,0-1 0,1 0 1,0 0-1,0 0 0,0 0 0,1-1 0,0 0 0,0-1 0,1 0 1,0 0-1,0 0 0,0-1 0,12 5 0,12 1 198,1 0-1,0-2 1,0-2-1,35 3 1,549 55 829,132 18-1154,-170 6 77,167 24 0,1276 41 0,22-151 0,-2023-2-12,-7 0 18,0 0 0,0-1 1,28-6-1,-38 6-14,0 0 0,0 0 0,-1 0 0,1-1 1,0 0-1,-1 0 0,1 0 0,-1 0 0,0 0 0,0-1 0,0 0 0,0 1 0,0-1 1,0 0-1,-1-1 0,1 1 0,-1 0 0,4-8 0,0-9-141,0-2-1,-1 1 0,-1 0 1,-1-1-1,-1 0 1,-1-33-1,-13-301-1177,-28 0 310,-13-233-642,51 536 1401,-2 1 0,-13-67 1,10 87 94,-2 1 0,-1 0-1,-1 1 1,-29-54 0,24 55 95,-1 1-1,-22-28 0,29 44 95,0 1 1,0 1-1,-1 0 0,0 0 1,-1 1-1,0 1 0,-19-11 1,-11 0 175,-1 1 1,-1 2 0,-90-19 0,-89-6 308,-79 9 194,-101 10 215,-107 9 98,-94 6 20,-98 5 131,-54 5-642,-715-7-455,841-19-72,112-12 0,123 0 0,107 6 0,84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2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2884 2 9830,'-1354'0'4961,"1329"0"-4841,-7-1 26,0 1 1,0 3 0,-41 7 0,65-9-113,0 1 1,0 0 0,0 1-1,1-1 1,0 2 0,-1-1-1,1 1 1,0 0 0,0 0-1,1 1 1,0 0-1,-1 0 1,2 1 0,-1 0-1,1 0 1,-1 0 0,2 0-1,-8 12 1,-1 12 316,1 1 0,-14 58 0,12-35-37,-84 349 623,86-327-603,3 0 1,4 1 0,6 113 0,1-165-228,1 1 0,2-2 1,0 1-1,2 0 0,12 30 0,-13-42-35,-1-1 0,2 0 0,-1 0 0,2 0-1,-1-1 1,2 0 0,-1 0 0,2-1 0,-1 0-1,1-1 1,19 14 0,-12-13 51,1-1 1,0 0-1,0-2 1,0 0-1,1-1 0,36 7 1,122 5 423,437-18 1816,-364-6-1541,1310 0-516,-1530 6-298,-7 0-8,0 1 0,0-1 0,0-1 0,-1-1 0,1-1 0,36-9 0,-54 10-24,1-1 0,0 0 1,-1 0-1,1-1 0,-1 1 0,0-1 1,0 0-1,0-1 0,-1 1 1,1-1-1,-1 0 0,0 0 1,-1 0-1,1-1 0,-1 1 0,0-1 1,0 0-1,-1 1 0,0-2 1,0 1-1,2-11 0,1-10-115,-1 0-1,-2 0 0,-1-47 1,-1 64 126,-12-292-993,2 82 374,9 205 589,1-10-116,-7-44-1,5 61 95,1 0 1,-2 0-1,1 0 0,-1 1 0,0-1 1,-1 0-1,0 1 0,0 0 0,-8-10 1,3 8-31,0 0 1,0 1 0,0 0-1,-1 1 1,0 0 0,-1 1 0,0 0-1,0 0 1,-13-4 0,-16-4 134,0 1 0,0 3 0,-50-8 0,-239-16 568,-105 15-13,-1114 45 706,1094 14-1003,68 0-104,73-5-36,76 1-52,65-1-87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7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1370 1696 9830,'12'0'115,"0"-1"1,-1-1-1,1 0 1,-1 0-1,1-1 0,-1-1 1,11-5-1,74-40-176,-46 22 78,4-1 148,1 4-1,1 1 1,1 3 0,1 3 0,1 2-1,0 3 1,92-7 0,429 16 1596,-337 8-978,2326-1 7022,-1365-7-4226,105 3-3320,-1187 6-259,153 27 0,-65-6 0,-76-13 0,260-8 0,-381-6-13,-1-1 0,1-1 0,-1 0 0,0-1 0,1 0 0,-1-1 0,0 0 0,-1-1 0,1 0 0,-1-1 0,0 0 0,0-1 0,-1 0 0,0 0 0,0-1 0,-1-1 0,0 0 0,0 0 0,-1-1 0,13-18 0,-11 10-65,-1-1 0,0-1 0,-1 1 0,-1-1 0,-1 0 0,6-39 0,-8 26-63,-1 0-1,-1 0 1,-5-56-1,0 68 44,-1-1 0,-1 1 1,-1 0-1,-1 1 0,0-1 0,-2 1 0,0 1 0,-1 0 0,-1 0 0,-1 1 0,0 0 0,-22-22 0,11 15 72,-2 1 1,0 1 0,-2 1 0,0 1 0,-1 2-1,-1 1 1,-38-18 0,-610-232-870,656 260 848,-58-20 101,-1 3 1,-151-26-1,-934-46 867,709 56-601,26 0 79,-508 37 348,515 7-357,-2533-3 472,2884 1-862,0 3 0,0 4 0,1 2 0,0 4 0,1 3 0,-130 49 0,-37 41 0,114-49 0,44-16 0,1 2 0,-81 63 0,122-82 0,6-3 0,0 2 0,1 0 0,-45 51 0,59-55 0,0 0 0,1 2 0,1-1 0,1 2 0,1 0 0,-14 35 0,12-12 0,1-1 0,3 2 0,2 0 0,1 0 0,1 50 0,5-77 0,1 0 0,0 0 0,2-1 0,1 1 0,6 26 0,-6-36 0,0-1 0,1 1 0,0-1 0,1 1 0,0-1 0,0-1 0,1 1 0,0-1 0,0 0 0,1 0 0,0-1 0,11 9 0,0-3 0,1-2 0,0 0 0,1 0 0,0-2 0,0-1 0,1 0 0,0-2 0,0 0 0,36 4 0,25 0 0,99-1 0,436-16 0,-304 0 0,426 2 0,-633 7 0,-1 5 0,0 4 0,0 5 0,106 30 0,633 146 0,-503-140 0,-126-22 0,432 34 0,-2-55 0,400-13 0,-725-12 0,-193-2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8.3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13095 0 9830,'223'10'1664,"-193"-6"-1497,0 1 0,-1 1 0,0 2 0,0 1-1,33 15 1,-29-7-18,-2 1 0,0 1 0,-1 2 0,-1 1 0,45 44 0,114 143 1038,-161-176-1094,279 327 1047,-286-336-994,-1 1 1,-1 1-1,-1 1 1,-2 0-1,0 1 1,-2 1-1,-1 0 1,-2 0-1,0 2 1,7 44-1,-4 8 198,-4 0 0,-4 1-1,-6 91 1,-3-109 78,-3 0 0,-3-1 0,-2 0 0,-33 96 0,18-90 212,-52 97 0,33-86 198,-82 112 0,52-97-29,-115 111-1,-204 144-124,-150 33-584,-144 36-94,-124 46 0,-103 54 0,-2120 1183 0,2110-1181 0,92-43 0,127-67 0,147-77 0,130-76 0,105-62 0,15-20 0,-62 37 0,-482 316 0,360-241 0,28-17 0,302-176 0,-4-7 0,-198 75 0,282-130 0,35-13 0,-1-2 0,0-3 0,-1-2 0,-64 11 0,41-21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8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286 1 9830,'0'28'546,"-15"68"580,-18 46-515,-19 42 252,-15 33 1,5-6-591,12-10 273,44-40 0,94-46 819,119-43 274,111-35-1,73-22-273,42-14 0,5-8-272,-29-2-274,-84 29-273,-96 11-546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9830,'0'28'546,"0"40"0,0 35 0,0 59 547,0 16-820,0-8 0,0-19 0,15-34 0,47-38 546,43-32-273,17-38-160,17-35 225,-1-43-842,5-23 1,-7-10 84,-27 11 146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9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783 0 9830,'1'85'1188,"-9"208"1247,-30 36-548,-168 1039 2824,-65-15-1473,186-1022-2889,17-92-12,19-106 118,47-129-434,1-1 0,-1 1-1,0-1 1,0 1 0,0-1-1,0 0 1,0 0 0,-1 0-1,0 0 1,-5 5 0,8-8-22,0 0 0,-1 0 0,1 0 0,0 0 0,-1 0 0,1 0 0,0 0 0,-1 0 0,1 0 0,0 0 0,-1 0-1,1 0 1,-1 0 0,1 0 0,0 0 0,-1 0 0,1 0 0,0-1 0,-1 1 0,1 0 0,0 0 0,-1 0 0,1 0 0,0-1 0,0 1 0,-1 0 0,1 0 0,0-1 0,0 1 0,-1 0 0,1-1 0,0 1 0,0 0 0,-1-1 0,-7-25-204,3-22-109,1 1-1,3-1 0,9-92 1,42-147-445,-34 223 562,2 1 0,2 0 0,38-76 0,-45 114 132,1 0 1,1 0-1,1 1 1,1 2-1,2-1 1,0 2-1,1 0 1,1 2-1,0 0 1,28-17-1,-13 14 134,1 2 0,0 1 0,1 2-1,1 2 1,65-16 0,208-27 215,-126 29-131,140-24 221,-263 39-440,-2-2 0,0-3 0,-1-3 1,-2-2-1,103-59 0,-52 20 16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4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 1 9830,'-7'0'83,"0"0"0,1 0 0,-1 1 0,1-1 0,-1 2 0,1-1 0,-1 1 0,-10 4 0,13-4-41,0 1-1,0 0 0,1 0 0,-1 0 0,1 0 1,0 0-1,-1 1 0,2-1 0,-1 1 0,0 0 1,1 0-1,0 0 0,0 0 0,-2 6 0,-5 10 59,2 1-1,1 0 0,0 1 1,2 0-1,0 0 0,1 0 0,2 0 1,0 0-1,1 0 0,6 37 1,-5-51-67,1 0 1,0 0 0,0 0-1,1 0 1,0-1 0,1 1-1,0-1 1,0 1 0,0-1-1,1-1 1,0 1 0,0-1-1,1 0 1,-1 0 0,2 0-1,-1-1 1,0 0 0,1 0-1,0 0 1,0-1 0,1 0-1,-1-1 1,1 0 0,0 0-1,12 3 1,-2-3 20,1-1 0,0 0-1,-1-2 1,1 0 0,-1-1 0,1-1-1,-1-1 1,1 0 0,-1-1 0,0-1-1,0-1 1,-1-1 0,0 0 0,0-1-1,-1-1 1,0-1 0,0 0 0,18-16 0,15-25-128,8-6 20,-52 52 90,1 1 0,0-1 1,0 1-1,0 1 0,0-1 1,1 1-1,0 0 1,10-3-1,-3 6 109,-14 0-139,1 0-1,-1 0 1,0 0-1,0 0 0,1 0 1,-1 1-1,0-1 1,0 0-1,0 0 1,1 0-1,-1 1 1,0-1-1,0 0 1,0 0-1,0 1 1,0-1-1,1 0 0,-1 0 1,0 1-1,0-1 1,0 0-1,0 0 1,0 1-1,0-1 1,0 0-1,0 0 1,0 1-1,0-1 1,0 0-1,0 1 0,0-1 1,0 0-1,0 0 1,0 1-1,-1-1 1,1 0-1,-2 6 65,-1 0 0,0-1 0,0 1 0,0-1 0,-1 0 0,0 0 0,0-1 0,0 1 0,0-1-1,-1 0 1,-7 6 0,-72 47 396,77-53-434,-99 59 319,-50 32 50,146-88-310,0 0-1,1 0 0,-16 18 1,24-24-80,0 0 1,-1 0 0,1 1-1,0-1 1,0 0-1,0 1 1,1-1 0,-1 1-1,0-1 1,0 1 0,1 0-1,-1-1 1,1 1 0,-1 0-1,1-1 1,0 1 0,0 0-1,0-1 1,0 1 0,0 0-1,0-1 1,0 1-1,0 0 1,1 0 0,-1-1-1,1 1 1,-1-1 0,1 1-1,0 0 1,-1-1 0,1 1-1,1 1 1,1-1 6,0 1-1,0 0 1,1-1-1,-1 1 1,1-1 0,-1 0-1,1 0 1,0 0-1,0-1 1,0 1 0,0-1-1,6 1 1,56 7 155,-65-9-168,87 4 164,-2-4-135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7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9830,'0'29'546,"0"53"273,0 26-546,0 10 1,0 27 545,0 5-546,0-10 0,28-29 273,25-32-273,17-31 0,26-23 273,25-15 0,21-53 439,15-34-375,-20-32-845,-32 2 235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9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9830,'28'15'611,"11"18"-338,-3 33 273,8 49 317,25 18-252,15-12-338,8-28 0,16-29 273,6-26-273,-18-19-273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0 425 9830,'0'-15'0,"15"-4"273,33 1 273,23-11-160,28-1 161,40-23 437,26-18-1086,-15-26 11,-34 5 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9830,'43'72'1592,"14"53"-1046,27 62 676,27 129 1295,10 40-1906,12 74 1640,28 80 82,-15-5-1514,-31-58-272,-36-77-1,-30-87-273,-25-120 273,-16-88-546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5:2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307 129 26236,'0'0'4498,"-214"13"-4498,214-32-2593,-28-39-336,-37-6-5475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6:4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17272,'0'0'4130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7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18152,'0'0'7460,"342"-19"-10326,-256 19-223,-44 0-4482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6:5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93 123 880,'0'0'12681,"-13"-2"-11819,-40-8 287,52 10-1075,0 0-1,0 0 0,0 0 0,0-1 0,0 1 0,0 0 0,0-1 0,0 1 0,0 0 0,0-1 0,1 1 1,-1-1-1,0 0 0,0 1 0,0-1 0,1 0 0,-1 1 0,0-1 0,1 0 0,-1 0 0,1 1 0,-1-1 1,1 0-1,-1 0 0,1 0 0,-1 0 0,1 0 0,0 0 0,-1 0 0,1 0 0,0 0 0,0 0 0,0 0 1,0 0-1,0 0 0,0 0 0,0 0 0,0 0 0,0 0 0,1 0 0,-1 0 0,1-1 0,0-5 6357,-7 6-8357,5-4-1282,1-23-1345,0-9-2817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7:1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1713,'0'0'21698,"0"7"-20327,-4 288 2243,-41 403-2607,-14-238-281,-41 413-30,87-768-497,-5 1 0,-40 133 0,58-235-181,0-3-16,0 0-1,0 0 1,0 0-1,0 0 1,0-1-1,0 1 1,0 0-1,-1 0 1,1 0-1,0 0 1,0-1-1,-1 1 1,1 0 0,0 0-1,-1-1 1,1 1-1,-1 0 1,1 0-1,-1-1 1,1 1-1,-1 0 1,1-1-1,-1 1 1,0-1-1,1 1 1,-1-1-1,0 1 1,0-1-1,1 0 1,-1 1 0,-2 0-1,2 0-438,-5 0 431,4-13-2934,2-46-2097,0-27-5082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27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13782,'0'0'16120,"6"59"-15723,45 738 862,-52-2-434,-30-296-506,16-319-267,5 45-38,-4 40-15,14-253 1,-1 1 0,-1-2 0,0 1 0,0 0 0,-2 0 0,1-1 0,-1 1 0,-1-1 0,0 0 0,-10 16 0,8-21 0,1-5-104,6-1 31,-1 0 0,1-1 0,-1 1 0,1 0 0,-1-1 0,1 1 0,-1-1 0,1 1 0,0-1 0,-1 1 0,1-1 0,0 1 0,-1-1 0,1 1 0,0-1 0,0 1 0,-1-1 0,1 1 0,0-1 0,0 0 0,0 1 0,0-1 0,0 1 0,0-1 0,0-1 0,-1-14-2023,1 15 1821,0-13-4815,0 1-4128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549 188 6643,'0'0'17304,"-17"-27"-16146,-62-82-62,76 105-1016,0 0 0,0 1 0,0-1 0,-1 1 0,0 0 1,0 0-1,1 0 0,-2 0 0,1 1 0,0-1 0,0 1 0,-1 0 0,1 0 0,-1 1 0,0 0 0,1-1 0,-1 2 0,0-1 0,-5 0 0,-2 0 80,-34-2 384,-50 3 0,44 1-519,47-1-31,0 0 1,0 1-1,1-1 0,-1 1 1,0 0-1,1 1 1,-1-1-1,1 1 1,-1 0-1,1 0 0,0 0 1,0 1-1,0 0 1,0-1-1,0 1 1,-4 5-1,-1 3-18,-1 0-1,1 0 1,-13 24 0,18-26 11,1 0 0,0 0-1,0 0 1,1 0 0,0 1 0,1-1 0,0 1 0,0-1 0,1 1 0,0-1 0,1 1 0,3 15 0,-4-24 6,1 5-1,0-1 0,1 1 0,-1-1 0,1 0 0,1 1 0,-1-1 0,1 0 0,0 0 0,0-1 0,0 1 0,1-1 0,-1 1 0,1-1-1,0 0 1,0-1 0,6 5 0,10 7 3,1-1 0,32 17 0,11-1-191,0-3 0,2-3 0,122 29 0,-163-47 7,-1 1 1,1 0-1,24 13 0,-48-20 176,0 1 1,0 0-1,0-1 1,-1 1-1,1 0 1,0 0-1,-1 0 1,1 0-1,0-1 1,-1 1-1,1 0 1,-1 0-1,1 0 1,-1 0-1,0 0 0,1 0 1,-1 0-1,0 0 1,0 1-1,0-1 1,0 2-1,-1 28-157,1-19 184,0 3 12,0-1 23,0 1 1,-1-1-1,-4 20 0,4-28-30,-1-1-1,0 1 0,0-1 1,0 1-1,-1-1 0,0 0 0,0 0 1,-1 0-1,1 0 0,-1 0 0,-6 5 1,-4 4 14,-1 0 1,0-2 0,-1 0 0,0-1-1,-1 0 1,0-1 0,0-1 0,-1-1-1,0-1 1,-1 0 0,0-1-1,0-1 1,-23 3 0,-116-1-186,154-7 102,0 0 0,0 0 0,-1 0 0,1 0 0,0 0 0,0-1 0,0 0 0,0 0 0,0 0 0,0 0 0,0-1 0,0 0 0,0 1 0,1-1 0,-1-1 0,1 1-1,-1 0 1,1-1 0,0 0 0,0 0 0,0 0 0,0 0 0,-4-6 0,-20-24-935,12 15-548,-24-37 1,34 47 537,1-1 0,0 0 0,0 0 0,-3-15 0,-8-38-5960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7700,'0'0'12533,"342"-13"-12437,-292 20-96,-8 5 0,-27 1-160,-1 19-1056,0 7-1025,-14 25-1921,0 7-1873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3794,'0'0'21017,"235"-51"-20937,-135 44 16,-8-5-16,-13-8-80,-15 8-16,-7-8 16,-14-5-1232,-22 18-1313,-7 7-1009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14263,'0'0'6184,"0"60"-4909,0 391-136,0 107-763,0-552-374,0 0-1,0-1 0,1 1 1,-1 0-1,1 0 0,1-1 1,-1 1-1,1 0 1,3 6-1,-3-9-10,-1-1 0,0 0 0,1-1 1,0 1-1,-1 0 0,1 0 0,0-1 1,0 1-1,0-1 0,0 1 0,0-1 0,0 0 1,1 0-1,-1 0 0,0 0 0,1 0 0,-1 0 1,0-1-1,1 1 0,-1-1 0,1 0 0,-1 0 1,6 0-1,26 1-458,-24 1 304,0-2 0,0 1 1,0-2-1,0 1 0,0-1 1,0-1-1,17-4 0,-17 1-44,-1-1 0,0 0 0,0 0 1,12-11-1,15-12-1016,8 5-1431,-9 15-2218,-7 8-1254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26 14615,'0'0'10754,"-41"61"-10250,-122 200-37,153-244-401,1 0 0,1 1-1,1 0 1,-9 31 0,14-38 0,1 1-1,0 0 0,0 0 1,2 17-1,0 3 61,-1 97 143,0-129-274,0 1 0,0-1 1,0 0-1,0 1 0,1-1 0,-1 1 0,0-1 0,0 0 0,0 1 1,0-1-1,0 0 0,1 1 0,-1-1 0,0 0 0,0 0 0,1 1 1,-1-1-1,0 0 0,0 1 0,1-1 0,-1 0 0,0 0 0,1 0 1,-1 1-1,0-1 0,1 0 0,-1 0 0,0 0 0,1 0 0,-1 0 1,0 0-1,1 0 0,0 1 0,18-3-113,-14 1 92,-1 0 1,1-1 0,-1 1 0,0-1-1,1 0 1,-1-1 0,4-2 0,1-4-30,0-1 1,0 0 0,-1 0 0,0-1 0,10-17 0,31-71-235,-19 22-247,-4-1 0,-4-1-1,21-133 1,-34 144 435,-9 65 1432,-1 24-486,2-11-703,0 36 285,2-1 0,16 87-1,-12-104-341,1 0 0,0 0 0,3-1 0,0 0 0,28 48 0,-34-67-112,1 0 0,0 0-1,0 0 1,1-1 0,0 0-1,0 0 1,9 6 0,-11-9-218,0-1 0,1 0 0,-1-1 0,1 1 0,-1-1-1,1 0 1,0 0 0,0-1 0,-1 0 0,1 0 0,0 0 0,8-1 0,15 0-2416,-7 0-5013,-8 0-2787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24 184 6243,'0'0'9311,"-6"-7"-7446,2 1-1465,2 5-273,1-1 0,0 1 0,0 0 1,-1-1-1,1 1 0,0-1 0,1 1 0,-1-1 0,0 0 1,0 1-1,0-4 0,7-3 768,17 5 136,76 4 848,134-3-274,-174-1-1470,111-21 0,20-26-341,-178 46-127,-1-1-1,0 0 1,14-10-1,5-2-1554,-17 13 418,-12 4 1296,-1 0 0,1 0 0,-1 0 0,0 0 0,1 0 0,-1 0 0,1 0 0,-1-1 0,1 1 0,-1 0 0,0 0 0,1 0 0,-1-1 0,1 1 0,-1 0 0,0 0 0,1-1 0,-1 1 0,0 0 0,1 0 0,-1-1 0,0 1 0,0 0 0,1-1 0,-1 1 0,0-1 0,0 1 0,0 0 0,1-1 0,-1 1 0,0-1 0,0 1 0,0-1 0,0 1 0,0 0 1,0-1-1,0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3650,'0'0'21463,"6"75"-20436,7 77-616,22 266 483,-21-34-65,4 66-303,-12-409-531,-6-40 26,16-1-427,22 0 131,-3 1 302,-1-2 1,0-1-1,45-8 1,119-29-4057,-181 36 2859,-14 3 619,1 0 0,-1-1 0,0 0 0,1 1 0,-1-1-1,0-1 1,0 1 0,0 0 0,0-1 0,4-2 0,2-13-6332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2513,'0'0'23043,"38"-2"-22921,127-7-74,-137 9-37,-1-2 0,1-1 0,-1-1 0,46-13 0,-64 14-19,0-1 1,-1 0-1,0 0 1,0-1-1,0 0 1,0 0-1,-1-1 1,0 0-1,0-1 0,0 1 1,-1-1-1,0 0 1,0-1-1,8-14 1,-9 11 7,-1 0-1,0 0 1,-1 0 0,0-1 0,0 0 0,-2 1 0,1-1 0,-1 0 0,-1 0-1,0 0 1,-2-12 0,1-11 42,2 31-34,-1-1 0,0 1 1,0 0-1,-1-1 0,1 1 0,-1 0 1,0 0-1,0 0 0,-1-1 0,-2-5 1,2 8-7,0 0 0,1 0 0,-1 1 0,0-1 1,0 0-1,0 1 0,-1-1 0,1 1 0,0 0 0,-1 0 0,1 0 1,0 0-1,-1 0 0,1 1 0,-1-1 0,0 1 0,1-1 0,-1 1 1,1 0-1,-4 0 0,-15-1-2,-11-1 22,-56 3-1,79-1-8,0 1 0,0 1 1,0 0-1,0 0 0,0 1 1,1 0-1,-1 0 0,1 1 1,0 0-1,0 0 0,-9 8 1,-1 4 169,2 1 0,0 0 0,1 2 0,1 0 0,0 0 0,2 1 0,0 1 0,1 0 0,1 1 0,2 0 0,0 0 0,1 1 0,1 0 0,-4 34 0,7-13 381,6 61 0,-2-97-549,1-1 0,0 0-1,0 0 1,1 0-1,0 0 1,0 0-1,1 0 1,0-1 0,0 1-1,0-1 1,1 0-1,0-1 1,0 1 0,1-1-1,-1 0 1,1 0-1,11 6 1,1 1-4,0-1 1,1-1-1,0-1 0,0 0 1,25 6-1,-22-10-13,0-1 0,0-1 0,0-1 0,42-2 0,-39 0-17,-9 0-51,0 0 1,0-2 0,0 0-1,22-5 1,-29 4-147,1 0 0,-1-1 0,-1 0 0,1-1-1,-1 0 1,1 0 0,13-12 0,62-58-7857,-59 47-747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1330 411 192,'0'0'20295,"1"-7"-18833,4-23-219,-4 23 1395,-7 7-1210,-366 0 1301,341 1-2686,0 1 0,1 2-1,-1 1 1,1 2 0,0 1-1,1 1 1,0 2 0,-41 20 0,14-1 111,1 2 0,2 3 0,-57 48 0,82-58-65,0 2 1,1 0-1,2 2 1,0 0-1,3 2 1,-38 67-1,31-41-4,3 2 0,2 0 0,-23 90-1,38-108-19,1 2-1,-4 78 1,11 90 133,2-109-142,-3-11-2,0-30 45,3-1-1,16 120 1,-10-153-97,1 0 1,2-1-1,0 0 1,2 0-1,1-1 1,27 39-1,111 131-3,-111-149 1,2-1 0,2-3 0,2-1 0,61 41 0,-75-64 0,0-2 0,1-1 0,1-2 0,45 12 0,-13-4 0,-5-2 0,74 11 0,-53-13 0,-10-3 0,-33-7 0,56 17 0,-53-12 0,72 9 0,-100-18 0,27 1 0,0-2 0,55-3 0,-23-1 0,-22 2 0,-14 2 0,-1-3 0,1 0 0,-1-3 0,55-11 0,-17-10 0,-1-2 0,0-4 0,-3-2 0,99-64 0,-51 10 0,-64 46 0,21-22 0,-2-3 0,108-125 0,-147 150 0,-2 0 0,-2-2 0,26-50 0,-39 61 0,-2-1 0,-1-1 0,-2 0 0,-1-1 0,9-49 0,-7 0 0,-4-1 0,-1-90 0,-7 87 0,-6-129 0,2 189 0,-1 1 0,-1 1 0,-1-1 0,-1 1 0,-21-48 0,6 26 0,-2 1 0,-59-85 0,62 103 0,-133-170 0,120 161 0,-1 1 0,-76-62 0,37 41 0,32 23 0,-1 3 0,-2 1 0,-67-34 0,63 40 0,-74-32 0,-82-19 0,177 69 0,0 0 0,-1 2 0,-56-4 0,18 3 0,-131 0 0,142 7 0,27 0 0,1 1 0,-1 2 0,0 0 0,-48 16 0,-10 0 0,-92 31 0,115-32-115,46-15 167,1 1-1,0 0 1,0 2-1,-21 10 1,33-14-165,-1 1 1,1 0-1,-1 0 0,1 0 1,0 1-1,1-1 0,-1 1 1,1 0-1,0 1 1,0-1-1,1 1 0,0 0 1,0 0-1,0 0 0,-4 12 1,-19 64-3831,4-22-2781,-7 16-8899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2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41 3682,'0'0'12715,"0"-3"-12158,-4-11 6327,-5 15-2706,-2 5-5985,-21 11 1862,19-11-16,0 1 0,1 0 1,0 1-1,0 0 1,-14 14-1,0-1-34,23-19-9,-1 1 0,0-1 0,1 1 0,-1 0 0,1 1 0,0-1 0,-4 6 0,-1 3 1,-1 0-1,0-1 1,0 0-1,-1 0 1,-20 15-1,28-24 8,0 0-1,1 1 1,-1-1 0,0 0-1,1 0 1,-1 1 0,1-1-1,0 1 1,0 0 0,0-1-1,0 1 1,0 0 0,1-1-1,-1 6 1,-4 9-8,-4 4-18,7-17 22,1-1 0,-1 1-1,0 0 1,1 0 0,0 0 0,0-1-1,0 1 1,0 8 0,1-4 4,-1 1 1,0-1 0,-1 0-1,1 0 1,-2 0-1,-2 7 1,4-7 5,1-3-10,0-4-13,0-4-214,0-8 212,0-18-44,4-34-1,-3 54 54,1 0 0,0 0 0,0 0 0,1 1 1,0-1-1,1 1 0,8-16 0,70-85 110,-80 105-108,1 1 0,-1 0 0,1 0 0,0 0 0,0 0 0,0 0 0,0 1 0,1-1 0,-1 1 0,1 0 0,-1 0 0,1 0 0,0 0 0,0 1 0,4-2 0,56-23-44,-56 23 55,1-1 0,-1-1 0,-1 1 0,1-1-1,9-9 1,-11 9 5,1 0 0,-1 0 0,1 1-1,-1 0 1,16-6 0,-18 9-21,0 0 1,1 0-1,0 1 0,-1-1 1,1 1-1,-1 0 0,9 1 1,19 1-27,-31-2 39,0 0 0,0 0 1,0 0-1,1 1 0,-1-1 0,0 0 1,0 1-1,0-1 0,0 1 0,0-1 1,0 1-1,0-1 0,0 1 0,0 0 1,0 0-1,0-1 0,0 1 0,0 0 1,0 0-1,0 0 0,-1 0 0,2 2 1,10 28 76,-6-13 12,4 2-6,-7-15-76,-1 0-1,1 0 1,-1 0-1,0 0 1,-1 0-1,1 0 0,1 10 1,-2-13 16,0-1-29,0 0 1,-1 0 0,1 0-1,0 0 1,0 0 0,-1 0 0,1 1-1,-1-1 1,1 0 0,-1 0 0,1 1-1,-1-1 1,0 0 0,0 0-1,0 1 1,1-1 0,-1 0 0,-1 1-1,1-1 1,0 0 0,0 1 0,0-1-1,-1 2 1,0 5-3,1 472 751,-1-474-746,1 0 0,-2-1 1,1 1-1,0-1 0,-1 1 1,0-1-1,0 0 0,-5 8 1,4-8 2,1 0 0,-1 0 0,1 1 0,0-1 0,1 1 0,-1 0 0,1-1 0,-1 10 0,1-10 15,0 0 1,0 0-1,0-1 1,-1 1-1,0 0 0,0-1 1,0 1-1,0-1 1,-1 0-1,0 0 1,0 0-1,0 0 0,0 0 1,-1 0-1,1-1 1,-1 0-1,-4 4 1,2-3 13,1 1-1,0 0 1,0 0 0,1 1 0,-1-1 0,1 1 0,0 0 0,-4 9-1,7-12-30,-1-1-1,1 1 0,-1 0 0,0-1 0,0 1 0,0-1 1,0 0-1,-1 0 0,1 1 0,0-2 0,-1 1 0,0 0 1,1 0-1,-5 1 0,-47 19 105,24-11-13,24-8-77,0-1 1,0 0 0,0 0 0,0 0 0,0-1-1,-1 0 1,1 0 0,-1-1 0,-7 0 0,13 0-4,18 0-405,820 0 1499,-835 0-1083,2 5-4361,-4-4 3912,1 0 1,-1-1-1,0 1 0,1 0 0,-1 0 1,0-1-1,0 1 0,1 0 1,-1 0-1,0 0 0,0 1 0,0 27-7888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2:0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26716,'0'0'2850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0 157 464,'0'0'20199,"2"-3"-19231,-1 3-930,-1-1 0,0 0 0,0 1 0,1-1 0,-1 1-1,0-1 1,1 1 0,-1-1 0,0 1 0,1 0 0,-1-1 0,1 1-1,-1-1 1,1 1 0,-1 0 0,1-1 0,-1 1 0,1 0 0,-1 0-1,1-1 1,-1 1 0,1 0 0,-1 0 0,1 0 0,0 0 0,-1-1-1,1 1 1,-1 0 0,1 0 0,0 0 0,-1 0 0,1 1 0,-1-1-1,1 0 1,-1 0 0,2 0 0,0 3 37,-1-1 0,1 0 0,-1 0 0,1 0 0,-1 1 0,0-1 0,0 1-1,0-1 1,0 1 0,1 5 0,17 88 1317,-7-32-543,15 111 367,5 213-1,-11-147-1069,-10-132-87,-8-103-62,0-9-15,0-7-7,0 0 1,0 0-1,-2-1 1,1 1-1,-1-1 1,-1 1-1,0-16 0,0-9-10,30-269-74,-10 138-6,20-117-28,-30 233 125,3 1 1,2 0-1,38-83 0,-49 124 19,0-2-1,1 0 1,1 0 0,7-9-1,-12 17 0,1 0 0,-1 0 0,1 0-1,0 0 1,0 0 0,0 0-1,0 1 1,0-1 0,0 1 0,1 0-1,-1-1 1,0 1 0,1 0-1,-1 0 1,1 1 0,-1-1-1,1 0 1,-1 1 0,4-1 0,9 1-12,-12-1 15,0 0 0,0 1 0,0 0 0,0 0 0,0 0-1,0 0 1,0 0 0,1 1 0,-1-1 0,0 1 0,0 0 0,-1 0 0,1 0 0,0 0 0,0 0 0,0 1 0,-1-1-1,1 1 1,-1 0 0,1 0 0,-1 0 0,0 0 0,1 0 0,1 3 0,8 14 65,0 1-1,-2 1 1,0 0 0,-1 0 0,-2 1-1,0 0 1,-1 0 0,-1 1 0,3 32-1,3 222 225,-11-244-290,0 101 22,0-138-44,6-234-826,-1 193 791,1 0 0,2 1 0,16-53 0,-19 78 49,1-1 0,1 1 0,0 1 0,2-1-1,0 1 1,1 1 0,0 0 0,2 0 0,13-15 0,-23 29 6,1 0 0,0 1 0,0-1 0,0 1 0,0-1 0,0 1 1,0 0-1,1 0 0,-1 0 0,1 0 0,4-1 0,0 2 6,1-1 0,-1 2 1,0-1-1,11 1 0,-11 0 2,-3 0 17,1 0 0,-1 1 0,0-1 0,0 1 0,1 0 0,-1 0 0,0 1 0,0-1 0,0 1-1,0 0 1,-1 1 0,1-1 0,5 5 0,-3-2 27,-1 1 0,0 0 0,-1 0 0,0 1 0,0 0 0,0 0 0,6 12 0,1 5 15,-1 1 0,-1 0-1,-1 1 1,-1 0 0,-2 1-1,-1-1 1,3 37 0,-1 67-818,-9-1-3295,1-24-3304,1-53-475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91 11413,'0'0'15207,"-19"17"-14465,0 0-676,1 2-1,1 0 1,1 0 0,0 2 0,2 0 0,0 1 0,2 0-1,-12 27 1,8-3 70,1 1 0,2 0 0,-8 65-1,12-32 209,2 102-1,7-173-327,0-9-16,0 1-1,-1 0 1,1-1 0,0 1-1,0 0 1,0 0 0,0-1-1,0 1 1,0 0 0,0-1-1,0 1 1,0 0 0,0-1 0,0 1-1,1 0 1,-1-1 0,0 1-1,0 0 1,1-1 0,-1 1-1,0-1 1,1 1 0,-1 0 0,0-1-1,1 1 1,-1-1 0,1 1-1,-1-1 1,1 1 0,-1-1-1,1 0 1,0 1 0,-1-1-1,1 0 1,0 1 0,-1-1 0,1 0-1,-1 0 1,1 0 0,0 1-1,-1-1 1,1 0 0,0 0-1,0 0 1,-1 0 0,1 0 0,0 0-1,-1 0 1,1 0 0,0-1-1,1 1 1,-1 0-3,5 0-7,0 0 0,0 0 0,0 0 0,0-1 0,0 0 0,0 0 0,0 0 0,-1-1 0,1 0 0,0 0 0,-1 0 0,1-1 0,-1 0 0,0 0 0,0 0 0,6-5 0,2-6-20,0 0 0,-1-1 0,-1 0 1,16-27-1,37-80-152,0-26-594,65-221-1,-125 356 718,2-4-8,-4 11 52,0 0 0,0-1 1,0 1-1,-1-1 0,0 1 0,0-12 1,-1 15 155,0 12 129,2 20-225,0 0 1,2 0 0,2 0 0,0 0 0,2-1 0,1 0 0,2 0 0,0-1-1,17 28 1,-27-54-68,9 17 55,1-1 0,14 17 1,-23-31-180,1 0 0,0 0 1,0 0-1,0 0 0,0 0 1,0 0-1,1-1 0,-1 0 0,1 1 1,-1-1-1,1 0 0,0-1 1,0 1-1,0-1 0,0 0 1,0 0-1,5 1 0,1-2-963,2 0-576,0 0-4175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15127,'0'0'10410,"-45"52"-10154,45-52-256,-185 232 144,175-217-105,0 0 0,2 1 0,0-1 0,0 2 0,2-1 0,0 1 0,1 0 0,-3 18 0,8-34-35,-12 71 627,3 0-1,1 141 1,8-211-637,0 0 1,-1 1-1,1-1 1,0 0 0,0 0-1,1 0 1,-1 1-1,0-1 1,1 0 0,0 0-1,-1 0 1,1 0-1,0 0 1,0 0 0,0 0-1,0 0 1,0 0-1,1 0 1,-1-1-1,0 1 1,4 2 0,-1-2-60,0-1 0,0 1 0,0-1 0,0 0 0,0-1 0,0 1 0,0-1 0,0 0 0,8 0 0,-5-1-80,-1 1-1,0-1 0,0 0 1,0 0-1,0 0 0,0-1 1,0 0-1,-1 0 1,1-1-1,-1 0 0,1 0 1,4-3-1,-1-1-112,-1 0 0,1 0 0,-2-1-1,1 0 1,-1 0 0,8-12 0,1-7-667,-1 0-1,-2 0 1,0-1 0,9-32 0,-13 28-1137,0-1 1,4-36 0,3-76-7530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15095,'0'0'7355,"0"73"-5324,0 507 650,1-356-1836,-10 435 815,-8-489-1508,9-102-112,3-29-236,7-74-330,1 5 378,4-35-100,2 0-1,19-64 0,47-128 124,-42 152 33,-32 101 90,16-54-27,36-80-1,-46 122 30,-5 11 1,1-1 1,-1 1-1,1-1 0,0 1 0,1 0 0,5-7 1,-7 10-1,0 1 0,-1-1 1,1 1-1,1 0 0,-1 0 1,0 0-1,0 0 1,0 0-1,0 0 0,1 0 1,-1 1-1,0-1 0,1 1 1,-1 0-1,1-1 0,-1 1 1,0 0-1,1 1 0,-1-1 1,4 1-1,-4-1 3,0 1 0,-1-1-1,1 0 1,-1 1 0,1-1-1,0 1 1,-1 0 0,1 0 0,-1 0-1,0-1 1,1 1 0,-1 1-1,0-1 1,1 0 0,-1 0-1,0 0 1,2 3 0,8 14 62,0 0-1,-1 1 1,-1 0 0,9 27 0,26 93 202,28 145-889,-66-260-705,2 39 0,-6-11-4498,-3-41-1011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9364,'0'0'17224,"129"-13"-21082,-94 45-1520,-35 13-3730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0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18601,'0'0'8451,"-50"397"-8291,72-332-80,6-21-80,-14-12-48,15 1-480,-8-8-240,-21 1-161,7-7-191,-7 7-705,0-7-528,0 20-704,0-20-1810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11669,'0'0'10696,"0"58"-8612,0 197-654,-1-169-751,-3 0 0,-29 148 0,30-213-625,-6 23 36,4-26-75,2 1-1,0 0 1,1 0-1,1 24 1,0-106-216,3 0 1,2 0-1,3 0 0,18-71 1,-12 81 104,3 0 1,1 2-1,4 0 1,44-81-1,-63 127 93,1 1 0,0 0 0,0 1 0,0-1-1,0 0 1,1 1 0,0 0 0,-1 0 0,1 0-1,0 0 1,0 1 0,1-1 0,-1 1 0,1 0 0,-1 0-1,10-2 1,-10 3 45,0 1-1,0 0 0,0 0 1,0 0-1,0 0 1,0 0-1,0 1 0,-1-1 1,1 1-1,0 0 0,0 1 1,0-1-1,-1 1 1,1-1-1,0 1 0,-1 0 1,0 0-1,1 1 1,4 4-1,3 3 50,-1 1-1,0 0 1,-1 1 0,0 0 0,-1 0-1,-1 1 1,1 0 0,-2 1 0,0-1-1,7 25 1,-6-10-50,-1 0-1,-1 1 1,-2 0-1,0 47 0,-3 216-2881,1-284 2075,-1 0 1,-1-1-1,1 1 0,-1 0 1,-1 0-1,1-1 0,-1 1 1,0-1-1,-1 0 0,0 1 1,-7 11-1,-23 21-8436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188 401 17832,'0'0'6702,"64"-1"-6470,205-9-176,-254 9-59,0 0 1,1-1-1,-1-1 0,0-1 1,26-9-1,-36 10-11,0 1-1,0-1 0,0-1 1,-1 1-1,0-1 1,0 1-1,0-1 1,0 0-1,0-1 1,4-5-1,-3 1-11,1 0 1,-1 0 0,-1 0-1,1-1 1,-2 1-1,1-1 1,-1 0-1,-1 0 1,2-13-1,0-9 73,-2-51-1,-2 73-44,0 7 0,0 0 0,0 0 1,0 0-1,-1 0 0,1 0 0,-1 0 1,1 0-1,-1 0 0,0 1 1,-1-1-1,1 0 0,0 0 0,-1 1 1,1-1-1,-1 1 0,0-1 0,0 1 1,0 0-1,0-1 0,0 1 0,-1 0 1,1 1-1,-1-1 0,1 0 1,-1 1-1,0-1 0,1 1 0,-6-2 1,-4 0-9,-1 0 0,-1 0 0,1 1 0,0 1 0,-17 0 0,23 1 5,-11-1-1,-3 0 13,0 0 1,0 1-1,1 1 0,-1 1 0,0 0 1,1 2-1,-28 8 0,29-3 71,1 0-1,1 2 1,0 0-1,0 0 1,1 2-1,0 0 1,-18 21-1,11-9 298,1 1-1,1 1 1,-30 54 0,34-50-69,2 1 1,1 1-1,1 1 1,3 0-1,0 0 1,2 1-1,2 0 1,1 0-1,1 0 1,3 1-1,0 0 1,7 52-1,-5-81-294,1-1-1,0 1 0,0-1 1,0 0-1,0 0 1,1 0-1,0 0 1,0 0-1,1 0 1,0-1-1,0 1 1,0-1-1,0 0 0,1-1 1,0 1-1,0-1 1,0 0-1,1 0 1,-1 0-1,1-1 1,0 0-1,0 0 1,0 0-1,7 1 0,8 3-21,1-2 0,0 0-1,0-1 1,0-2-1,0 0 1,23-1 0,-24-1-10,17 1-24,0-2 0,0-1 0,0-2 0,59-14-1,-49 1-355,0-2 0,62-36 0,17-8-1081,63-11-2526,11 17-3831,-23 26-425,-176 31 8141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22474,'0'0'4162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1803 3906,'0'0'18995,"0"-9"-18619,0-12-155,4-116 1260,-1 116-1339,0 0 1,2 0-1,0 0 0,1 1 1,9-21-1,13-17 118,71-108 0,55-46-161,8 7-41,33-43-25,-165 197 6,-18 29 45,-11 21 98,-1-1 1,1 1 0,0 0 0,0 0 0,0 0-1,0 0 1,0 0 0,1 0 0,-1 0 0,0 1 0,0-1-1,1 0 1,-1 1 0,0-1 0,1 1 0,-1-1 0,0 1-1,1-1 1,-1 1 0,1 0 0,-1 0 0,1 0 0,-1 0-1,2 0 1,10-1-824,77-20 730,-26 4-47,349-56 590,-221 43-250,431-58 75,-292 44-394,428-44 75,-637 75-105,146-2 53,-234 13-76,-18 2 5,1-2 0,-1 0 0,1 0 0,21-8 0,-37 10-14,-1 0 0,1 0 0,-1 0 0,1 0 0,-1 0 0,1 0 0,-1 0 0,1-1 0,-1 1 1,1 0-1,-1 0 0,1-1 0,-1 1 0,0 0 0,1-1 0,-1 1 0,1 0 0,-1-1 0,0 1 0,1 0 1,-1-1-1,0 1 0,0-1 0,1 1 0,-1-1 0,0 1 0,0-1 0,0 1 0,1-1 0,-1 1 1,0-1-1,0 1 0,0-1 0,0 1 0,0-1 0,0 1 0,0-2 0,1-7-563,0 8 378,0-1 0,0 1-1,-1-1 1,1 1-1,-1 0 1,1-1 0,-1 1-1,1-1 1,-1 1-1,0-1 1,0 1 0,0-1-1,0 0 1,0 1-1,0-1 1,0 1 0,0-1-1,-1 1 1,1-1-1,0 1 1,-2-3 0,1 2-181,-1 0-1,0-1 1,0 1 0,0 0 0,0 1 0,0-1 0,0 0 0,0 1 0,-1-1 0,1 1 0,-1-1 0,1 1 0,-1 0 0,-4-1 0,-81-18-7425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6371,'0'0'22792,"56"19"-22515,184 68-85,-211-76-167,-1 1 1,-1 2-1,0 0 0,-1 2 0,25 20 0,-25-17-21,-19-15-4,0 0 1,0 1-1,-1 0 1,0 1-1,0-1 0,0 1 1,-1 0-1,0 1 0,0-1 1,0 1-1,-1 0 1,0 0-1,0 0 0,-1 1 1,0-1-1,0 1 0,-1 0 1,0 0-1,0 0 1,0 9-1,0 0 0,0 0 0,-1 1-1,-1-1 1,-1 0 0,-1 0 0,0 0 0,-1 0 0,0 0-1,-2-1 1,0 1 0,-1-1 0,0 0 0,-2-1-1,-11 20 1,-154 199-826,170-231 801,-11 15-544,0 0 0,-2-1-1,0 0 1,-1-2 0,-1 0 0,-1-1-1,-25 15 1,41-27-141,0-1 0,0 1 0,-1-1-1,1 0 1,-1 0 0,1 0 0,-1-1 0,0 1 0,-5-1-1,9 0 711,-18 0-14356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7075,'0'0'17798,"12"29"-17451,-1-3-278,55 144 288,-55-136-309,0 0 0,-3 1 0,7 56 0,-15-87-47,0 0 0,1 1 0,-1-1-1,1 0 1,0-1 0,0 1 0,0 0-1,1 0 1,2 6 0,-2-8-3,-1-1 0,0 1 0,1-1 0,0 0 0,-1 0 0,1 1 0,0-1 1,-1 0-1,1-1 0,0 1 0,0 0 0,0 0 0,0-1 0,0 1 0,0-1 0,0 0 0,0 1 0,0-1 1,0 0-1,0 0 0,3-1 0,298 1-753,-299 0 634,7 1-150,0-2 0,0 1 0,18-5 0,-27 5 70,1-1 1,-1 0 0,1 1-1,-1-1 1,0 0 0,1 0-1,-1-1 1,0 1-1,1 0 1,-1-1 0,0 0-1,0 1 1,0-1 0,-1 0-1,1 0 1,0 0-1,-1 0 1,1 0 0,-1 0-1,0-1 1,2-3 0,-2 2-271,0 1 1,0-1 0,-1 1-1,0-1 1,0 0-1,0 1 1,0-1 0,-1 1-1,-1-7 1,-15-40-6643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5635,'36'-301'18888,"-15"301"-18888,36 0-80,22 0-864,13-7-833,-35 7-1489,-35 0-3072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934 1 4530,'0'0'22432,"-61"48"-22152,-195 153-283,222-173-200,-46 46-1,38-36-461,21-22 10,-1-1 0,-1-2 1,0 0-1,-1-1 0,-31 11 1,-129 30-6805,140-42 4914,30-7 1969,1 0 1,1 1-1,-14 6 1,46-10 6616,90-1-3209,-73-4-2258,-1-1 0,0-2-1,0-1 1,0-2 0,42-18 0,-3 2-175,17-5-152,99-30 317,-150 50-1211,1 1-1,66-5 1,-85 14-542,-13 1-2174,-4 0 76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48,'0'0'23622,"0"14"-23124,-1-11-490,1 1-1,0-1 0,1 0 0,-1 1 0,0-1 0,1 1 1,0-1-1,0 0 0,0 0 0,0 1 0,0-1 0,1 0 0,-1 0 1,4 4-1,-3-5-8,1 1 1,0-1-1,0 0 1,0 0-1,1-1 1,-1 1-1,0 0 1,1-1-1,-1 0 1,1 0-1,-1 0 1,1 0-1,0-1 1,-1 1-1,1-1 1,6 0-1,220 0-487,-197-7-481,-33 7 959,0 0 0,0 0 0,0 0 0,0 0 0,0 0 0,0-1 0,0 1 0,0 0 0,0 0 0,0 0 0,0 0-1,0 0 1,0 0 0,-1 0 0,1 0 0,0 0 0,0 0 0,0 0 0,0 0 0,0 0 0,0 0 0,0 0 0,0 0 0,0 0 0,0-1 0,0 1-1,0 0 1,0 0 0,0 0 0,0 0 0,0 0 0,0 0 0,0 0 0,0 0 0,0 0 0,0 0 0,0 0 0,0 0 0,0-1 0,0 1 0,0 0-1,0 0 1,0 0 0,0 0 0,0 0 0,0 0 0,0 0 0,0 0 0,0 0 0,1 0 0,-1 0 0,0 0 0,0 0 0,0 0 0,0 0 0,0 0-1,0-1 1,0 1 0,0 0 0,0 0 0,0 0 0,0 0 0,0 0 0,0 0 0,1 0 0,-1 0 0,0 0 0,0 0 0,0 0 0,-15-1-526,6 0 94,0 1 0,-1-2 0,1 1 0,0-1 0,0-1 0,0 0 0,0 0 0,0-1 0,0 0 0,1 0 0,-9-7 0,-9-7-3270,-45-42-1,59 49 2446,-39-35-5122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0 13878,'0'0'10568,"-21"27"-9968,-179 204 14,172-204-621,-31 34-185,-3-2 1,-138 99-1,149-129-539,34-26-145,17-3 837,0 0-1,0 0 1,-1 0-1,1 0 1,0 0 0,0-1-1,0 1 1,0 0-1,-1 0 1,1 0 0,0-1-1,0 1 1,0 0-1,0 0 1,0 0-1,0-1 1,-1 1 0,1 0-1,0 0 1,0-1-1,0 1 1,0 0-1,0 0 1,0-1 0,0 1-1,0 0 1,0 0-1,0-1 1,0 1-1,0 0 1,0 0 0,0-1-1,1 1 1,-1 0-1,15-25-564,-4 15 615,0 0 1,1 1-1,0 0 0,1 1 0,0 0 0,0 1 1,19-7-1,110-35 256,-126 43-234,9 1-53,0 0 0,0 2 0,0 0 0,0 2 0,29 2 1,-19-1-679,-34 0 558,0 1 0,0-1-1,0 0 1,0 0 0,0 1 0,0-1-1,0 1 1,0-1 0,-1 1-1,1-1 1,0 1 0,0-1-1,0 1 1,-1 0 0,1-1 0,0 1-1,-1 0 1,1 0 0,-1-1-1,1 1 1,-1 0 0,1 0-1,-1 0 1,1 0 0,-1 0 0,0 0-1,1 0 1,-1 0 0,0 0-1,0 0 1,0 0 0,0 0-1,0 0 1,0 1 0,0 1-382,1-2 370,-1-1-1,0 1 0,0-1 0,0 1 0,0-1 0,0 1 0,0 0 0,0-1 0,0 1 0,0-1 0,0 1 0,0-1 0,0 1 0,0 0 0,0-1 0,0 1 0,0-1 0,-1 1 0,1-1 0,0 1 0,0-1 0,-1 1 0,1-1 0,0 1 0,-2 0 0,-14 0-3261,8-1 2215,-49 0-5759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8292,'0'0'10845,"4"59"-8524,14 527 920,-19-433-2702,5 327 547,3-308-844,4 280 260,-11 300-1150,4-685 220,-2-43-1416,-1-3-4130,-2-150-1006,-5 26 1805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144 122 160,'0'0'22995,"-23"66"-22128,-72 210-424,86-248-350,-7 43 0,16-27 29,1-21-84,-1-21-45,0-1 1,0 1-1,0 0 0,0 0 0,0 0 0,0-1 0,1 1 0,-1 0 0,1-1 0,-1 1 0,1 0 0,-1-1 1,1 1-1,0 0 0,0-1 0,0 1 0,0-1 0,0 0 0,3 3 0,-3-3-23,0 0 0,1-1-1,-1 1 1,1-1 0,-1 1-1,1-1 1,0 1 0,-1-1-1,1 0 1,-1 0 0,1 0 0,0 0-1,-1 0 1,1 0 0,-1 0-1,1 0 1,2-1 0,3-2-113,0 1 0,-1-1 0,0 0 1,1 0-1,-1-1 0,0 0 0,0 0 0,9-9 0,9-14-243,-1-1 1,-2 0-1,-1-2 0,-1 0 0,26-59 0,-38 73 191,0 0 0,-2 0 0,0 0 1,0-1-1,-2 0 0,0 0 0,-1 0 1,-1 0-1,-1-24 0,-14 36 2906,14 3-2667,0 0 18,-1 0 0,1-1 0,0 1 0,0-1 0,0 1 0,0-1 0,1 1 0,-1-1-1,1 1 1,-1-1 0,1 1 0,0 0 0,0-1 0,0 1 0,0 0 0,1 0 0,-1 0 0,0 0-1,1 0 1,-1 0 0,1 0 0,0 0 0,0 1 0,0-1 0,3-2 0,37-21 240,58-40-55,-83 51-236,-13 11-15,0-1 0,0 1 0,0-1 1,0 1-1,1 0 0,-1 0 0,1 1 0,0 0 0,0 0 1,0 0-1,0 0 0,0 1 0,1-1 0,-1 2 1,10-2-1,-14 2-26,-1 11 52,0 507 463,0-293-4761,0-224 4155,0-1 1,0 1 0,0-1 0,0 1 0,0-1 0,0 1-1,0 0 1,0-1 0,0 1 0,0-1 0,0 1 0,0-1-1,-1 1 1,1-1 0,0 1 0,0 0 0,-1-1-1,1 0 1,0 1 0,-1-1 0,1 1 0,-1-1 0,1 1-1,0-1 1,-1 0 0,1 1 0,-1-1 0,1 0 0,-1 1-1,1-1 1,-1 0 0,1 0 0,-1 1 0,0-1-1,1 0 1,-1 0 0,1 0 0,-1 0 0,0 0 0,-23-7-3389,16 1 1777,1 0 1,0 0-1,-12-14 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14423,'0'0'6050,"43"571"-4273,-22-295-688,1 51-257,-15-19-448,-7 0-112,0-32-192,0-64-80,0-39 0,0-38-704,0-45-1281,-14-39-1729,-22-45-4305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39 10821,'0'0'16386,"-7"31"-16127,-22 101-222,27-119-27,0 1-1,0 0 1,1-1-1,2 25 1,-2 9-418,29-48-1521,-28 1 1890,1-1 0,-1 1-1,1 0 1,-1-1 0,1 1-1,-1-1 1,1 1 0,-1 0 0,0-1-1,1 1 1,-1-1 0,1 1-1,-1-1 1,0 1 0,1-1-1,-1 0 1,0 1 0,0-1 0,0 1-1,1-1 1,-1 0 0,0 1-1,0-1 1,0 1 0,0-2-1,4-17-654,-2 0-1,0 0 0,-1 0 1,0 0-1,-3-21 0,1 30 70,0 0 0,-1-1-1,0 1 1,-1 0 0,0 0-1,-1 1 1,1-1 0,-2 1-1,0 0 1,0 0 0,-10-13-1,1 6-1712,-1 2 0,-22-17 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11909,'0'0'12294,"50"334"-11237,-43-168-465,-7 20-480,0 7-112,0-13-16,-29-26-352,-6-33-433,-8-37-687,-43-20-1666,-21-45-2192,-21 0-6003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6819,'0'0'14471,"121"346"-13543,-57-269-752,7-26-176,-14-18-1280,-21-27-1522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1 320,'0'0'19977,"0"346"-17976,-28-211-1008,14-13-705,14-7-288,0-12-1329,-50-20-2112,-7-38-3619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15111,'0'0'8244,"406"-84"-16616,-349 14-4498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7635,'0'0'17953,"36"46"-17727,-36-46-226,148 194 11,-142-185-18,0 1 0,0-1-1,-1 1 1,0 1 0,4 14 0,-8-21-9,0 0 1,0 1 0,-1-1-1,0 1 1,0-1-1,0 0 1,-1 8 0,-1 12-96,2-15 68,0-4 11,1-1 0,-1 1 1,0 0-1,-1-1 0,1 1 0,-1 0 0,0-1 0,0 1 0,0-1 1,-1 1-1,1-1 0,-1 1 0,0-1 0,-1 0 0,-4 7 0,-12 7-225,-2 0-1,0-2 0,-29 18 0,-3 3-210,27-15 137,0 2 0,1 1 1,1 0-1,2 2 0,-34 52 0,53-75 336,-1 0 0,1 1 0,0 0 0,1-1 0,-1 1-1,1 0 1,0 1 0,0-1 0,1 0 0,0 0 0,-1 1 0,2-1-1,-1 1 1,1-1 0,0 1 0,1 9 0,-1 64 1054,0-76-1019,0 0-1,0 0 1,1-1-1,-1 1 1,1 0-1,0-1 1,0 1-1,0 0 1,0-1-1,1 1 1,-1-1 0,1 0-1,-1 1 1,1-1-1,0 0 1,0 0-1,0 0 1,0 0-1,0 0 1,0 0-1,3 1 1,8 4 28,-1 0 0,1-1 0,16 6 0,-16-7 4,3 1-35,1-2-1,-1 0 1,1 0 0,31 1-1,77-2-1374,-93-3 76,-31 0 1181,0 0 1,-1 0-1,1 0 1,0 0-1,-1 0 1,1 0-1,0 0 1,0 0-1,-1 0 1,1 0-1,0 0 1,-1 0-1,1-1 1,0 1-1,-1 0 0,1 0 1,0-1-1,-1 1 1,1-1-1,0 1 1,-1 0-1,1-1 1,-1 1-1,1-1 1,-1 1-1,1-1 1,-1 0-1,0 1 1,1-1-1,-1 1 1,1-1-1,-1-1 1,2-8-1020,-1 1 1,0-1 0,-1-16 0,0-43-5053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12902,'0'0'10869,"300"-26"-10821,-236 26-48,-14 0-160,-29 0-1249,0-6-1264,-21-7-1713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13078,'-21'353'5843,"64"-353"-3954,28 0-1761,43-13-48,14-39-80,-7-18-817,-63-7-1904,-44-13-4626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6195,'0'0'18904,"0"359"-18823,7-230-81,0 12-689,-7 6-527,0 1-1089,0 6-161,-92-6-1231,-8-46-2626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3602,'0'0'19753,"62"-5"-19358,206-17 202,-1 11-86,-261 11-507,17 0 6,-7-1 3,-1 1 0,0 1 0,1 0 0,20 5 0,-31-4-11,-1-1 0,1 1 0,0 0 0,-1 0 0,0 0 0,1 1 0,-1 0 0,0 0-1,0 0 1,-1 0 0,1 0 0,-1 1 0,1 0 0,-1-1 0,0 1 0,-1 0 0,5 8-1,1 7-25,-2 0-1,0 0 0,-1 1 0,-1-1 0,0 1 0,0 23 0,1-4-329,-3 15-2622,-2-41-1315,-8-12-799,-34-1-1538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164 302 15831,'0'0'10320,"0"30"-10200,0 201 85,0-98 323,0-133-529,1 1 0,-1-1 0,0 0 0,1 1 0,-1-1 0,0 0 0,1 0-1,-1 1 1,0-1 0,1 0 0,-1 0 0,0 1 0,1-1 0,-1 0 0,1 0-1,-1 0 1,1 0 0,-1 0 0,0 1 0,1-1 0,-1 0 0,1 0 0,-1 0 0,1 0-1,-1 0 1,1 0 0,-1-1 0,0 1 0,1 0 0,-1 0 0,1 0 0,-1 0-1,0 0 1,1-1 0,-1 1-5,1 0-6,0-1 0,0 1 0,0 0-1,0-1 1,0 1 0,0-1 0,-1 1 0,1-1 0,0 1 0,0-1 0,-1 0-1,1 1 1,0-1 0,-1 0 0,1 0 0,-1 1 0,1-1 0,-1 0 0,1 0-1,-1 0 1,1-1 0,5-13-120,0 0 0,-1-1-1,0 0 1,-2 0 0,0 0-1,2-27 1,-3-112-1582,-3 98 707,2 39 429,-2 0 0,0 0 0,-2 0 0,0 0 0,0 0 0,-2 0 0,-7-18 0,7 25-115,0 1-1,0 0 1,-2 0 0,1 0-1,-1 1 1,0 0 0,-1 0-1,0 1 1,-1 0-1,1 0 1,-20-12 0,2 5-3093,-46-20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13510,'0'0'11878,"0"353"-10918,0-193-528,0 13-352,0-6-80,0-13-80,0-6-576,-29-52-593,-20 0-960,-51-44-2497,7-33-4594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14295,'0'0'14054,"485"289"-14166,-386-289-736,1 0-721,-14-45-944,-43-32-1761,-36-19-1921,-7 6-4658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14535,'0'0'10602,"18"31"-10178,54 104-157,-69-128-246,0 0 0,0 1 0,0-1 0,-1 1 0,0-1 0,-1 1 0,0 0 0,0 0 0,0 0 0,-1 0 0,0 0 0,-1 0 0,0 0 0,0-1 0,-3 10 0,2-12-29,0 0 0,-1 0 0,1-1 0,-1 1-1,0-1 1,0 0 0,0 0 0,-1 0 0,0 0 0,0 0-1,0-1 1,0 0 0,0 0 0,0 0 0,-1 0 0,0-1 0,1 1-1,-7 1 1,-59 17-1356,50-16-739,-1-2 1,0 0-1,-25-1 0,205-12 7683,74-31-2746,-63 10-1740,-156 29-1088,-4 1-33,-1-1 0,0 0 1,0 0-1,17-7 0,-25 8-91,-1 1-1,1 0 1,0 0-1,-1-1 1,1 1 0,0-1-1,-1 1 1,1 0-1,-1-1 1,1 1-1,-1-1 1,1 0-1,-1 1 1,1-1-1,-1 1 1,1-1-1,-1 0 1,0 1-1,1-1 1,-1 0-1,0 1 1,0-1-1,1 0 1,-1 1-1,0-1 1,0 0-1,0 0 1,0 1-1,0-1 1,0 0-1,0 0 1,0 1-1,0-1 1,-1 0 0,1 0-1,0 1 1,0-1-1,0 0 1,-1 1-1,1-1 1,-1 0-1,1 1 1,0-1-1,-2 0 1,1-1-293,-1 0 0,0 0 1,1 0-1,-1 0 1,0 1-1,0-1 0,0 1 1,0 0-1,-1-1 1,1 1-1,0 0 0,-1 0 1,1 0-1,0 1 1,-4-2-1,-70-1-8052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1 276 1665,'0'0'16791,"449"-38"-16566,-321-1-225,-14-25-2370,-57 0-2640,-35-7-3122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4130,'0'0'15815,"14"327"-14278,-14-167-257,7 14-527,1 12-625,-8-7-128,0-18-240,0-20-1233,0-32-864,-50-13-1825,0-38-2929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19129,'0'0'5613,"64"33"-5589,-64-33-24,270 128-245,-256-122 206,1 0 0,0-1 0,24 5 0,-35-10 28,-1 0-1,0 1 0,1-1 0,-1 0 1,1-1-1,-1 1 0,0 0 0,1-1 1,-1 0-1,0 0 0,5-2 0,0-1-17,0-1-1,0 0 0,-1-1 1,1 0-1,-1 0 0,-1 0 1,1-1-1,-1 0 0,0 0 1,-1-1-1,0 1 0,0-1 0,6-13 1,1-5-123,-2 0 1,0 0-1,8-40 1,-9 15-74,-3-1 0,-2 0 0,-4-73 0,-1 64 31,1 59 194,1-1 0,-1 1-1,0-1 1,0 1 0,0-1 0,-1 0 0,1 1 0,-1 0 0,1-1-1,-1 1 1,0-1 0,0 1 0,0 0 0,0-1 0,0 1 0,0 0 0,-3-3-1,1 3 18,0 1 0,0 0-1,0-1 1,0 1-1,0 0 1,-1 1-1,1-1 1,0 0-1,0 1 1,-1 0 0,1 0-1,0 0 1,-4 0-1,0 0 17,1 0-1,0 1 1,-1-1-1,1 1 1,0 0-1,0 1 1,0-1-1,0 1 1,0 1-1,0-1 1,0 1-1,1 0 1,-1 0-1,1 0 1,0 1-1,-6 5 0,-8 8-6,0 2-1,2 0 0,0 1 0,2 1 1,0 0-1,1 1 0,1 0 0,1 1 1,1 1-1,1 0 0,1 0 0,-8 39 1,14-33 392,4-17-3000,-1-2-5102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10053,'0'0'14030,"-7"68"-13416,-22 221-246,22-128 40,7-132-261,0-27-135,0 0 0,0 0 0,0-1 0,0 1 0,0 0 0,0 0 0,0 0 0,0-1 0,1 1 1,-1 0-1,1 0 0,0-1 0,-1 1 0,1 0 0,0-1 0,0 1 0,0-1 0,2 3 0,-2-4-14,1 1 0,-1-1-1,1 1 1,0-1-1,-1 0 1,1 0 0,0 0-1,-1 0 1,1 0-1,0 0 1,-1 0 0,1 0-1,0-1 1,-1 1-1,1-1 1,-1 1 0,1-1-1,2-1 1,2-1-12,1-1 0,-1 0 0,0 0 0,0-1 0,-1 1 0,0-1 0,1 0 0,-2-1 1,1 1-1,0-1 0,-1 0 0,0 0 0,4-10 0,9-11-26,12-15-224,-2-1 0,-2-1 0,-2-1 0,19-54-1,-39 89-12,-1 1-1,0-1 1,-1 1-1,1-1 0,-2 0 1,0-16-1,0 6-716,0 19 894,0-1-1,0 1 0,0 0 1,-1 0-1,1 0 1,0-1-1,0 1 1,-1 0-1,1 0 1,0 0-1,-1 0 0,1-1 1,-1 1-1,0 0 1,1 0-1,-1 0 1,0 0-1,0 0 1,1 1-1,-1-1 1,0 0-1,0 0 0,0 0 1,0 1-1,0-1 1,0 0-1,-2 0 1,-3-1-332,0 1 0,-1-1 0,1 1 1,-12 0-1,14 0 241,-93-1-4555,-27 2-1660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3650,'0'0'19256,"364"33"-18263,-172-33-1,22 0-415,-7 0-193,-15-33-288,-49-5-96,-29 19-1073,-50-1-1008,-35 8-1456,-29-8-1954,0 1-2128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1 448,'0'0'25532,"0"352"-24123,0-204-609,0-20-688,0-6-112,0-19-496,7-26-657,14-19-1088,-21-39-1841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10581,'0'0'15319,"-185"250"-15575,164-198-1329,-36-14-2129,14-38-3265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48 2417,'0'0'19057,"-31"-12"-18094,13 5-862,6 1-54,-1 1 0,1 1 1,-1 0-1,1 1 0,-21-3 1,26 6-31,1 0 1,0 0 0,0 1-1,0-1 1,0 1-1,0 0 1,0 1 0,0 0-1,0 0 1,0 0-1,0 1 1,1-1 0,-1 1-1,1 1 1,0-1-1,0 1 1,-9 8 0,-31 30 184,2 2 1,1 2 0,-69 101 0,107-140-144,0 0 1,0 0-1,1 0 0,0 0 1,0 1-1,1-1 1,0 1-1,0 0 1,1 0-1,0 0 1,0 0-1,1 0 1,1 9-1,-1-14-58,0-1 0,0 0 0,1 1 1,-1-1-1,1 0 0,0 0 0,-1 1 0,1-1 0,0 0 1,0 0-1,1 0 0,-1 0 0,0 0 0,1 0 0,-1 0 0,1-1 1,-1 1-1,1 0 0,0-1 0,0 0 0,0 1 0,0-1 1,0 0-1,0 0 0,0 0 0,4 1 0,4 2-24,1-1 0,0 0 0,0-1 0,12 1 0,-19-2 11,26 3-318,0 0-1,0-2 1,0-1-1,0-2 1,1-1-1,29-5 1,-55 6 174,0-1 0,0 1 1,0-1-1,-1 0 0,1 0 0,0-1 1,-1 1-1,1-1 0,-1 0 1,0 0-1,0-1 0,0 1 0,4-6 1,-4 3-204,0 0 0,-1 0-1,1 0 1,-1-1 0,-1 1 0,1-1 0,-1 0 0,0 1 0,1-14 0,7-69-5518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3506,'0'0'16919,"71"520"-15030,-64-296-880,8 20-529,-8-13-160,0-13-176,-7-45-96,7-38-48,0-51-448,8-46-865,-8-6-944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9348,'0'0'14183,"76"-25"-13687,241-88-312,-299 107-182,-1-1 0,0 0 0,0-1 0,-1-1 0,0-1 0,21-16-1,-26 16-36,1-1-1,-1 0 0,-1 0 0,10-14 0,-16 19-40,0-1-1,0 1 0,-1-1 1,0 0-1,0 0 1,-1 0-1,0-1 0,0 1 1,0 0-1,0-12 1,-1-62-565,-1 80 640,0 0 0,0 0 0,0 0 0,0 0 0,0 0 1,0 0-1,-1 0 0,1 0 0,0 0 0,0 0 0,-1 0 0,1 0 0,-1 0 0,1 0 0,-1 0 0,1 0 0,-1 0 0,0 0 0,1 1 0,-1-1 0,0 0 0,0 1 0,0-1 0,0 0 0,1 1 0,-1-1 0,0 1 0,0-1 0,0 1 0,0-1 0,-2 1 0,-2-1 14,-1 0 1,0 1-1,1-1 0,-1 1 0,-7 1 0,-8 0 78,14 0-41,1-1 0,-1 1-1,0-1 1,0 2 0,1-1 0,-1 1-1,1 0 1,-1 0 0,-8 5 0,-1 3 31,1 0-1,-19 16 1,32-24-77,-31 25 125,2 1-1,0 2 0,3 1 0,0 1 0,2 1 0,-38 65 0,49-71 119,1 1 1,1 1-1,1 0 0,2 0 1,1 1-1,1 0 0,2 1 0,1 0 1,-2 54-1,7-74-164,-1 8 67,1 0-1,2 0 1,5 32-1,-5-45-141,-1 0-1,2 0 1,-1-1-1,1 1 0,-1-1 1,1 0-1,1 0 1,-1 0-1,1 0 0,0 0 1,0-1-1,1 1 1,-1-1-1,10 7 0,-1-3-27,0-1 0,1 0 0,0 0 0,0-2 0,0 1 0,1-2 0,0 0 0,20 3 0,-8-4-680,-1-1 0,1-1 0,48-4 0,-71 3 500,0 0 0,-1-1-1,1 1 1,-1-1 0,1 0 0,0 0-1,-1-1 1,1 1 0,-1-1-1,0 1 1,0-1 0,0 0-1,0-1 1,0 1 0,5-4 0,-5 1-310,1 0-1,-1 0 1,0-1 0,0 1 0,-1-1 0,1 1 0,-1-1 0,2-9 0,12-66-6814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12134,'0'0'11349,"399"51"-11301,-285-32-48,0-19-96,-14 0-929,-29 0-1184,-35-6-944,-36-39-2274,0 19-4801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0 672,'0'0'16573,"0"69"-15322,0 230-285,0 82 592,0 639 1929,0-1009-3685,0 0-1,1 0 0,0 0 1,1 0-1,4 16 0,-3-20 0,-1-1 0,1 0 1,1 0-1,-1 0 0,1 0 0,0-1 0,0 1 0,1-1 0,-1 0 0,7 5 0,-10-9-47,0-1-16,-1 0-1,1 1 1,-1-1-1,0 1 0,1-1 1,-1 1-1,1-1 1,-1 1-1,0-1 0,1 1 1,-1-1-1,0 1 1,0-1-1,1 1 0,-1 0 1,0-1-1,0 1 0,0-1 1,0 1-1,0 0 1,0-1-1,0 2 0,0 10-5358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122 223 1921,'0'0'22496,"-10"48"-21467,-70 347-12,64-277-400,5 0 0,7 156 1,4-226-451,6-49-297,-4 1 103,1-1 0,-1 0 0,0 0 0,1 0 0,-1 0 1,0 0-1,0 0 0,0 0 0,0-1 0,0 1 0,0-1 0,0 1 1,0-1-1,2-3 0,11-13-100,-2-1 1,0 0-1,14-27 0,35-80-201,-53 107 274,49-112-764,45-157 0,18-141-251,-107 375 994,0 2 57,-11 87 1272,-3 777 2395,-1-808-3637,1 0 0,1 0-1,-1 0 1,0 0 0,1 1 0,0-1-1,0 0 1,3 7 0,-3-10-68,0 0 0,0 1 0,0-1 0,0 0 0,0 0 0,0 0 0,0 0 0,1 0 0,-1 0 0,0 0 0,1 0 0,-1 0 0,1 0 0,-1-1 0,1 1 0,-1-1 0,1 1 0,-1-1 0,1 1 0,0-1 0,-1 0 0,1 0 0,-1 0 0,4 0 0,-4 0-19,0 0 0,1 0 0,-1 0-1,0-1 1,1 1 0,-1 0 0,0-1-1,0 1 1,1 0 0,-1-1 0,0 0 0,0 1-1,0-1 1,0 0 0,0 1 0,0-1-1,0 0 1,0 0 0,0 0 0,1-1-1,14-32-1222,-9 9 135,-2-1-1,-1 1 1,-1-1 0,-1 0 0,-1-31 0,-1-52-7295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3954,'0'0'17360,"7"59"-15287,24 199-806,-9-85-623,52 199 1,-73-369-641,-1 0 0,1 1 0,0-1 0,0 0 0,0 0 0,1 0 0,-1-1 0,4 7 0,-4-9-22,0 1 0,0 0 0,0-1 0,0 1 0,0-1 0,0 1 0,0-1 0,1 1 0,-1-1 0,0 0 0,0 0 0,0 1 0,0-1 0,1 0 0,-1 0 0,0 0 0,0 0 0,0-1 0,0 1 0,1 0 0,-1 0 0,0-1 0,0 1 0,0 0 0,0-1 0,0 0 0,0 1 0,2-2 0,-1 1-21,1-1 1,-1 1-1,1-1 0,-1 0 0,1 0 1,-1 0-1,0 0 0,0 0 1,0 0-1,0 0 0,-1-1 1,1 1-1,0-1 0,1-3 0,13-45-156,-11 31 112,108-540-2670,-110 532 2508,-3 22 148,1 0 0,0-1 0,0 1 1,0 0-1,1 0 0,-1 0 0,5-7 68,-3 8-278,-2 5 363,-1 0-1,0 0 1,1 0-1,-1 1 1,0-1 0,0 0-1,1 0 1,-1 0-1,0 1 1,0-1-1,1 0 1,-1 1-1,0-1 1,0 0 0,1 0-1,-1 1 1,0-1-1,0 0 1,0 1-1,0-1 1,0 1-1,1-1 1,-1 0 0,0 1-1,0-1 1,0 0-1,0 1 1,0-1-1,0 0 1,0 1 0,0-1-1,0 0 1,-1 1-1,1-1 1,0 1-1,15 88 481,4 0-1,4-2 1,41 105 0,-48-150-949,1 0 0,40 69 1,-47-97-427,1 1-806,-9-3-2357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3410,'0'0'18264,"7"372"-15959,-7-186-720,0 20-753,0-1-416,0-6-48,0-20-256,0-57-79,0-25-33,0-33-353,0-32-527,0-26-769,-28-89-14358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8884,'0'0'16135,"485"19"-15702,-357-6-305,0-13-16,-28 0-112,-7 0-208,-29 0-1073,-28-13-896,-36-25-1921,-29-1-4482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3426,'0'0'20497,"4"67"-17733,-1-8-2250,11 405 1877,-12-259-2124,-3 193-84,-4-276-180,-26 148 0,23-226-244,1 1-1,0 55 0,7-97-332,4-3-963,56 1 1455,-16 0 89,-1-1 0,0-3 1,46-8-1,18-13-290,51-9-2177,-47 21-2336,22 10-5108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0 15015,'0'0'9615,"39"14"-9463,125 43-77,-152-53-64,0 0 1,0-1 0,0 0 0,22 1-1,-16-2 16,-17-2-15,0 1 0,-1-1 0,1 0-1,0 1 1,-1-1 0,1 0 0,0 1 0,-1-1-1,1 1 1,0-1 0,-1 1 0,1 0 0,-1-1-1,1 1 1,-1-1 0,0 1 0,1 0 0,-1-1-1,1 1 1,-1 0 0,0 0 0,0-1 0,1 1 0,-1 0-1,0 0 1,0-1 0,0 1 0,0 0 0,0 0-1,0 0 1,0-1 0,0 1 0,0 0 0,0 0-1,-1-1 1,1 1 0,-1 1 0,1 9 273,0-7-224,0 0 1,-1 0-1,1 0 1,-1-1-1,0 1 1,0 0-1,0-1 1,-1 1-1,1-1 1,-1 1-1,-3 4 1,-32 36 318,28-34-327,9-10-52,-230 242 223,167-181-466,-130 95 0,175-144 87,-1-1 0,0-1 0,-1 0 0,0-1 0,-1-2 0,0 0 0,-31 6 0,52-13 115,-1 0 1,0 0 0,1 1-1,-1-1 1,1 0 0,-1 0 0,0 0-1,1 0 1,-1 0 0,1 0-1,-1 0 1,0-1 0,1 1 0,-1 0-1,1 0 1,-1 0 0,0-1-1,1 1 1,-1 0 0,1-1 0,-1 1-1,1 0 1,-1-1 0,1 1-1,0 0 1,-1-1 0,1 1-1,-1-1 1,1 1 0,-1-1 0,-3-22-469,5 15 460,0 0-1,0 0 0,0 1 0,4-11 1,-1 9 40,0 1 1,1 0-1,-1 0 0,1 0 1,1 0-1,0 1 1,0 0-1,0 0 1,1 0-1,9-6 0,15-11 13,40-23 0,-55 38-1,11-7 125,1 1 1,1 2-1,0 1 0,1 1 0,0 1 0,0 2 0,50-7 0,10 6 646,125 2 0,-209 7-778,1 0 0,-1 0 0,0 1 0,1-1 1,-1 2-1,0-1 0,0 0 0,0 1 0,0 0 0,0 1 0,0-1 0,0 1 1,-1 0-1,1 1 0,-1-1 0,0 1 0,0 0 0,-1 1 0,1-1 0,-1 1 1,0-1-1,0 1 0,0 1 0,0-1 0,4 10 0,-2-3-84,0 0-1,-1 0 1,0 1 0,4 16-1,-2 25-3285,-18-51 319,-47-5-2704,-30-3-3739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0 0 10709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10709,'43'-378'10805,"0"378"-8452,35 0-1761,22 0-1824,7 0-1490,-72 0-2688,-13 0-3666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5106,'0'0'16792,"221"0"-16760,-128-20-32,-7 7-832,-29 1-1169,-22-1-368,-35-6-2225,0-14-1505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3137,'0'0'20602,"50"391"-19322,-50-141-591,0 46-289,0 31-48,0 0-80,-22-32-176,-21-51-96,29-71-160,7-57-720,7-52-881,-28-45-2097,-22-19-3057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16023,'0'0'9509,"60"27"-9285,184 83-179,-185-78-40,-58-32-6,-1 0 0,1 0 0,-1 1 0,1-1 1,-1 0-1,1 1 0,-1-1 0,0 0 0,1 1 0,-1-1 0,0 1 0,1-1 0,-1 1 0,0-1 0,1 1 0,-1-1 0,0 1 1,0-1-1,0 1 0,1-1 0,-1 1 0,0-1 0,0 1 0,0-1 0,0 1 0,0-1 0,0 1 0,0-1 0,0 2 0,-1 2-29,2 2-70,-1-5 75,0 1 1,0 0-1,0 0 0,0 0 1,0-1-1,0 1 1,-1 0-1,1 0 0,0 0 1,-1-1-1,0 1 0,1 0 1,-1-1-1,0 1 1,0 0-1,0-1 0,0 1 1,0-1-1,0 1 0,0-1 1,0 0-1,-1 0 1,1 1-1,-1-1 0,1 0 1,-1 0-1,1 0 0,-1 0 1,1-1-1,-1 1 1,0 0-1,-1 0 0,-117 49-791,70-31 165,-55 29 0,81-35 285,15-9 278,-1 1 0,1 0 0,-16 13 0,24-17 131,1 1-1,-1-1 1,1 0-1,-1 0 1,1 0 0,-1 0-1,1 1 1,0-1-1,0 0 1,0 0-1,-1 0 1,1 1-1,0-1 1,1 0-1,-1 0 1,0 1-1,0-1 1,1 2-1,0 2 132,-1 2-61,1 1 0,0-1 0,0 0-1,0 0 1,1-1 0,0 1 0,1 0-1,0-1 1,0 1 0,0-1 0,1 0 0,0 0-1,0 0 1,0 0 0,1-1 0,7 8-1,4 1 92,1 0 1,0-1-1,1-1 0,26 13 0,-26-16-155,0 0 0,1-2 0,0 0 0,0-1 0,1-1 0,33 4 0,4-4-168,60-2 0,-110-3 96,0 0-81,1 0 0,-1-1 0,1 1 1,-1-1-1,1-1 0,-1 0 0,0 0 0,1 0 0,7-4 0,-10 2-35,0 1-1,0 0 1,0-1 0,-1 0 0,1 0-1,-1 0 1,0-1 0,0 1-1,-1-1 1,1 0 0,3-9 0,-1 4-374,-1-1 0,-1 0 0,0 0 0,-1 0 1,0 0-1,2-21 0,0-75-5502,-5-18-4438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5010,'0'0'20714,"28"526"-18745,-42-269-657,0 13-607,14 12-433,0-6-160,0-32-96,0-39-16,0-32-144,0-57-272,0-20-353,-7-51-623,7-26-673,-43-13-945,-7-6-3169,0 0-8435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7652,'0'0'17175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12774,'0'0'4306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10741,'0'0'19486,"57"5"-19331,189 18-38,-14-7-6,-113-10-126,-31-5-1133,-71-1-3060,-1 0-3562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9204,'0'0'20185,"378"0"-19960,-278 7-225,-15-1-32,-20-6-449,-15 0-719,-15 0-913,1 0-1537,-15 0-1440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3394,'0'0'24128,"67"57"-23589,-67-57-539,290 236 181,-249-205-192,75 42 0,-99-64-82,-1 2 0,31 23 0,-41-29 41,0 1 1,0 0 0,-1 0-1,0 1 1,0-1 0,0 1-1,-1 0 1,0 1 0,0-1-1,-1 1 1,0 0 0,0 0-1,3 14 1,-4-3 21,0 0 1,-1 0-1,0 0 0,-6 37 1,4-46 32,-1-1 1,0 0 0,-1 0-1,1 0 1,-2-1-1,0 1 1,0-1 0,0 1-1,-1-1 1,0-1-1,-7 10 1,-9 6 1,-1 0 1,-25 20 0,28-27-8,-86 77-309,-65 60-1018,65-38-7275,81-91 520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1519 1 6243,'0'0'22618,"-414"199"-21321,272-110-385,28 14-400,-7-7-367,-1 7-49,-6-7 48,-7-12-144,6-20-369,15-26-511,36-6-1073,56-32-2225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4930,'0'0'20137,"307"103"-24362,-293-65-3651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3634,'0'0'26764,"478"6"-26588,-286-6-176,-42 0-48,-64 0-960,-22 0-1714,-36 0-2416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4530,'0'0'13897,"22"69"-10727,76 227-967,30 119 524,-117-377-2563,-5-15-69,1-1 0,11 24 0,-16-41-99,1 0-1,0 0 1,-1-1 0,1 1-1,1-1 1,-1 1 0,1-1-1,0 0 1,0-1 0,0 1-1,0-1 1,0 1 0,1-1-1,5 2 1,-7-3-110,0-1 1,0 0-1,0 0 1,1-1-1,-1 1 1,0-1-1,0 0 1,1 1-1,-1-2 1,0 1-1,0 0 1,1 0-1,-1-1 1,0 0-1,0 0 0,0 0 1,0 0-1,0 0 1,0-1-1,0 1 1,0-1-1,0 0 1,-1 1-1,1-1 1,-1-1-1,5-3 1,3-11-1048,0 0 1,-1-1 0,0 0 0,-2 0 0,0-1-1,-1 0 1,6-32 0,3-32-5688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6387,'0'0'19897,"392"0"-20505,-328 32-1217,-14-12-1729,-21-1-2416,-22 13-2018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6483,'0'0'18014,"47"1"-17905,152 1-400,-181-2 124,0-1 0,27-5-1,-39 4 61,-1 1 0,1-1 0,-1 0 0,0-1-1,7-3 1,14-7-623,-23 11 586,0 0 0,0 0 0,0-1 0,0 1 0,0-1 0,-1 1 1,1-1-1,4-6 0,14-14-933,-12 16 519,0 0 0,1 1 0,0 0 0,0 0 0,1 1 0,17-6 0,5 4 1856,4 5 3711,-22 1-4691,-12 1-283,0-1-1,0 1 0,0 0 1,1 1-1,-1-1 1,0 0-1,0 1 0,5 1 1,-7-1-35,0-1 1,0 1-1,1 0 1,-2 0-1,1 0 1,0 0-1,0 0 1,0 0-1,0 0 1,0 0-1,-1 0 1,1 1-1,-1-1 1,1 0-1,-1 0 0,1 1 1,-1-1-1,0 0 1,1 1-1,-1-1 1,0 0-1,0 1 1,0-1-1,0 0 1,0 3-1,0 325-731,-1-323 677,1-1 0,-1 1 0,0-1 0,0 1 0,0-1 0,-1 0 0,0 1 0,0-1 0,0 0 0,-1 0 0,0 0 0,0-1 0,0 1 0,0-1-1,-7 7 1,5-5-247,0 0 0,1 0 0,0 0 0,0 0 0,0 0 0,1 1 0,0 0-1,-2 7 1,1 22-3454,4-24-832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16023,'0'0'6691,"-14"442"-5170,-1-223-641,8 37-559,-14 7-209,0 7-96,-1-14 32,-14-37 0,8-33-48,-1-64-96,-13-20-577,13-44-831,15-32-1041,7-26-2898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78 2465,'0'0'19572,"-30"27"-18959,-6 6-371,-46 52-1,79-82-219,0 0 0,1 1 0,-1-1 0,1 0 0,0 1 0,0 0 0,1-1 0,-1 1-1,1 0 1,0 0 0,0 0 0,0 0 0,0 0 0,0 0 0,1 0 0,0 0 0,0 0 0,0 0 0,2 7-1,0-5 18,0-1 0,1 1 0,-1 0 0,1-1-1,1 0 1,-1 0 0,1 0 0,7 7 0,-2-1 32,-7-9-55,7 11 95,1-1 0,1 0 0,13 10 0,-19-18-87,-1-1 0,1 0 0,0 0 1,0 0-1,1-1 0,-1 1 0,0-1 0,1-1 0,-1 1 1,1-1-1,0 0 0,6 1 0,-4-1-26,0-1-1,-1 1 1,1-1 0,0-1-1,-1 1 1,1-1 0,11-3-1,-16 2-20,0 1 0,0-1 0,-1 1 0,1-1 0,-1 0-1,1 0 1,-1 0 0,0-1 0,0 1 0,0 0 0,0-1-1,0 1 1,0-1 0,-1 0 0,1 0 0,-1 0 0,0 1-1,0-1 1,0 0 0,0-1 0,1-3 0,3-26-1012,-1-1-1,-2 1 1,-2-56 0,-1 38-1136,-2-31-3112,-15 4-973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3874,'0'0'19913,"0"418"-17784,0-207-881,0 27-607,0 18-401,0-12-48,0-26-112,0-44-80,-14-72-128,-15-38-512,8-38-433,-8-13-912,22-13-1072,0-19-2114,-7-84-2032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9716,'0'0'15327,"16"69"-13726,54 219-926,-15-68-312,-50-198-364,2 0 1,15 39-1,-16-50-30,0-1-1,0 1 1,1-1-1,0-1 1,1 0-1,0 0 1,11 10 0,-9-10-191,-1-1 1,2-1-1,-1 0 1,1 0-1,0-1 1,1 0 0,0-1-1,-1-1 1,2 1-1,-1-2 1,0 0-1,1 0 1,-1-1-1,21 0 1,-32-2 141,0 0 0,-1 0 1,1 0-1,-1 0 0,1 0 0,-1 0 1,1 0-1,0 0 0,-1-1 0,1 1 0,-1 0 1,1 0-1,-1-1 0,1 1 0,-1 0 0,1-1 1,-1 1-1,1 0 0,-1-1 0,0 1 1,1-1-1,-1 1 0,1 0 0,-1-1 0,0 1 1,0-1-1,1 1 0,-1-1 0,0 0 0,0 1 1,1-2-1,2-6-762,-1-1 1,0 0 0,0 0-1,1-12 1,-1-59-6277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6803,'0'0'18937,"477"-45"-18937,-370 32-64,-57 13-801,-21 0-1024,-22 0-832,-7 19-1889,0 7-2225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0 400,'0'0'20522,"392"0"-20522,-264 0-1089,-35 0-2304,-43 13-4931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16728,'0'0'10164,"377"13"-10052,-213-13-112,-35 0-208,-15 0-800,-50 0-1633,-14 0-1121,-22 0-3954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9572,'0'0'12361,"0"59"-9357,0 194-1033,0 67-455,0-307-1514,-1 38 24,1-50-31,0 0 1,0 1-1,0-1 0,0 0 1,0 0-1,0 0 0,0 0 1,-1 1-1,1-1 1,0 0-1,-1 0 0,1 0 1,-1 0-1,1 0 1,-1 0-1,0 0 0,1 0 1,-1 0-1,0 0 1,0-1-1,0 1 0,1 0 1,-1 0-1,0-1 1,0 1-1,0 0 0,0-1 1,0 1-1,0-1 1,-2 1-1,2-1-11,1 0 0,-1 0 0,1 0 1,-1 0-1,1 0 0,0-1 0,-1 1 0,1 0 0,-1 0 1,1-1-1,-1 1 0,1 0 0,0 0 0,-1-1 0,1 1 0,-1 0 1,1-1-1,0 1 0,0-1 0,-1 1 0,1 0 0,0-1 1,0 1-1,-1-1 0,1 1 0,0-1 0,0 1 0,0-1 0,0 1 1,0-1-1,-1 1 0,1-1 0,0 1 0,0-1 0,0 1 1,1-1-1,-1 1 0,0-1 0,0 1 0,0-1 0,0 1 0,0 0 1,1-2-1,-2-11-157,-6-103-685,11-153 1,-3 259 846,0 0 0,1 0 0,0 0 0,1 0 0,0 0 0,0 1-1,1-1 1,1 1 0,-1 0 0,2 0 0,-1 1 0,12-15 0,-4 9 45,1 1-1,1 0 1,0 1-1,0 1 1,1 0-1,18-9 0,-23 15 45,-1 0-1,1 1 0,0 0 1,0 1-1,1 0 0,-1 0 1,13 0-1,83-1 732,-92 4-700,-11 0-77,-1 0 0,1 1-1,-1-1 1,1 1 0,-1-1-1,0 1 1,0 0 0,1 1-1,-1-1 1,0 0 0,0 1-1,0 0 1,0 0 0,0 0-1,-1 0 1,1 0-1,0 0 1,-1 1 0,0-1-1,0 1 1,1 0 0,-2 0-1,1-1 1,0 1 0,0 1-1,-1-1 1,0 0 0,2 6-1,2 8 77,-2 0 0,0 0 0,0 0 0,-1 26 0,-2-40-98,1 212 376,0-207-387,-1-1-1,-1 1 0,0-1 0,0 1 0,0-1 0,-1 1 0,0-1 0,-1 0 1,1 0-1,-7 11 0,7-14-33,-1-1-1,0 0 1,1 0-1,-1 0 1,0 0 0,0 0-1,-1 0 1,1-1 0,0 0-1,-1 1 1,0-2 0,1 1-1,-1 0 1,0-1 0,0 1-1,0-1 1,0 0-1,0 0 1,0-1 0,-6 1-1,-122 0-5414,131-1 5160,0 0 0,0 1 0,0-1 0,0 0 0,0 0 0,0-1 0,0 1-1,0 0 1,0 0 0,0 0 0,0-1 0,0 1 0,0 0 0,0-1 0,0 1 0,0-1 0,0 1 0,0-1 0,1 0 0,-1 1 0,0-1 0,0 0 0,1 1 0,-2-2 0,0-22-7560,3 11 6482,-1-24-5155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0 0 2801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2801,'271'347'4210,"-185"-392"-592,6-7 320,15 20 2849,-7 0-4626,-22 0-657,1 6-591,-15-12-529,-7-1-384,-14 7-176,-29 0-800,-7 0-1538,-7 0-1728,0-6-4738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9861,'0'0'14230,"-14"334"-11829,14-116-608,0 45-993,0 19-367,0 1-273,0-20-48,-14-26-96,-8-57-32,1-39-272,-8-45-673,-6-25-832,13-39-1360,1-32-2930,7 0-3954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999 0 10789,'0'0'17130,"-68"58"-16057,-228 189-558,226-193-392,-114 69 0,115-81-118,38-22-66,-97 57 176,111-69-294,1 0 0,-1-1 0,0-1 0,0-1 0,-34 6 0,33-8-2543,31-3-457,14-1 3136,75-1 405,-30-1 946,105 11 0,-163-6-1229,-1 0 0,0 1 0,1 1 0,-2 0 0,1 1 0,0 0 1,19 13-1,-27-16-94,0 2 0,0-1 0,-1 1 0,1-1 0,-1 1 0,0 1 0,0-1 0,0 0 0,0 1 0,-1 0 0,0 0 0,0 0 0,0 0 0,-1 0 0,1 1 0,-1-1 0,-1 1 0,1 0 0,1 10 0,-2-6-451,0 8 144,0-1 0,-2 22 0,-7-6-2408,7-32 2413,0 0 0,1 0 1,-1 0-1,0 0 0,1 0 1,-1 0-1,0 0 0,0 0 1,0-1-1,0 1 0,0 0 1,0 0-1,0-1 0,0 1 0,0-1 1,0 1-1,0-1 0,-1 1 1,1-1-1,-1 1 0,-20 0-7772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13942,'0'0'12022,"-29"481"-9861,29-275-945,0-1-751,0 0-273,0-18-176,0-8-16,-21-18-288,-15-20-481,-28-26-415,0-12-561,28-20-1232,1-44-1810,-22-20-3905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5827,'0'0'23528,"11"59"-22130,50 194-793,-58-242-583,1-1 0,0 1 0,1-1 0,0 0-1,1 0 1,0 0 0,0-1 0,1 0-1,0 0 1,1-1 0,9 9 0,12 9 32,1-1 0,0-2 0,66 38 0,-75-50-46,1 0-1,1-2 0,-1 0 0,2-2 1,-1 0-1,1-2 0,38 4 1,66-7 63,-85-2-70,-26 0-21,0-1 0,0 0 1,0-2-1,-1 0 0,1-1 1,-1 0-1,0-2 0,0 0 1,0 0-1,-1-2 0,0 0 1,0 0-1,-1-1 0,0-1 0,17-17 1,4-3-593,-2-2 0,45-57 1,2-17-3578,-26 31-2935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12166,'0'0'17154,"63"-3"-16775,193-10-83,-149 9 55,-81 5-243,58-3-28,112 5-1755,-195-3 1533,1 0 1,0 0-1,0 1 1,0-1 0,0 1-1,0 0 1,-1-1 0,1 1-1,0 0 1,-1 0 0,1 0-1,0 0 1,-1 0 0,1 0-1,-1 1 1,0-1-1,1 0 1,-1 1 0,0-1-1,0 1 1,0-1 0,0 1-1,0 0 1,0 0 0,-1-1-1,1 1 1,0 3 0,1 3-1328,0 1 1,-1 0 0,0-1-1,-1 16 1,0-16-548,0 32-10566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6067,'0'0'22311,"50"17"-21876,160 60-221,-188-68-197,-1 0 0,-1 2 1,0 0-1,24 19 0,-13-8 6,34 22 20,-63-44-46,-1 1 0,0 0 1,0 0-1,0-1 0,0 1 1,0 0-1,0 0 0,0 0 1,0 0-1,-1 0 0,1 1 0,0-1 1,0 0-1,-1 0 0,1 0 1,-1 1-1,0-1 0,1 0 1,0 3-1,-1 29-67,-1-12 36,2-2-36,-1 1 0,-1 0 0,-1 0-1,-1-1 1,-1 1 0,0-1 0,-1 0-1,-1 0 1,-1 0 0,-1-1-1,-18 33 1,-151 208-3661,114-176-508,0-4-3438,17-25-4838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13526,'0'0'14023,"0"430"-13943,14-301 64,22-20-80,-7-7-64,-8-31 0,0-20-32,-6-25-160,-1-26-625,0 0-5394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17896,'0'0'7876,"7"346"-7876,0-256-304,-7-7-705,0-19-560,0-12-495,0-7-466,-21 0-1519,-15-20-1138,-7-12-1104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9124,'0'0'10773,"192"-26"-10773,-163 26-416,-1 0-2001,-28 19-8180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14263,'171'122'4241,"-164"-122"-1327,7 0-753,36 0-1457,0 0-656,21-7 64,8-18-112,-15-7-400,-7-1-1249,-14 21-1056,-43 5-1505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16103,'0'0'6900,"0"500"-5988,0-275-592,-14 25 80,-8 7 177,1-1-1,-7 1-320,-8-33-144,22-25-112,7-58-64,-8-57-688,8-33-481,7-32-912,-7-6-1313,-7-13-1248,7 0-1296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14695,'0'0'9802,"12"57"-9357,39 182-229,-46-215-189,26 106 136,-22-103-110,16 34 0,-13-31-88,-9-21 47,0-1 0,0 1-1,1-1 1,8 13 0,-11-19-69,1 0 0,0 0 0,-1 0 1,1-1-1,0 1 0,0 0 0,0-1 1,0 1-1,0-1 0,1 0 0,-1 0 1,0 0-1,1 0 0,-1 0 0,1 0 1,-1 0-1,1-1 0,-1 0 0,1 1 1,4-1-1,56 0-4503,-61 0 4137,-2 0 278,1 0 0,-1 0 0,0 0 0,0 0 0,1 0 0,-1 0 0,0 0-1,1 0 1,-1 0 0,0 0 0,0 0 0,1 0 0,-1 0 0,0 0 0,0 0 0,1 0 0,-1 0 0,0 0 0,0 0 0,1-1 0,-1 1 0,0 0 0,0 0 0,1 0 0,-1-1 0,0 1 0,0 0 0,0 0 0,0 0 0,1-1 0,-1 1 0,0 0 0,0 0 0,0-1 0,0 1 0,0 0 0,0 0 0,0-1 0,1 1 0,-1 0 0,0 0 0,0-1-1,0 1 1,0 0 0,0-1 0,0 1 0,0 0 0,-1 0 0,1-1 0,0 1 0,0 0 0,0 0 0,0-1 0,0 1 0,-1-1 0,1-21-6074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3474,'0'0'20073,"221"-51"-19897,-157 51-176,-7 0 16,-14 0-16,-22 6-272,-14-6-1137,-7 13-608,0 6-1168,0 20-1057,-14 6-1665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10629,'0'289'6371,"64"-295"-4578,0 6-673,29 0-15,0-7-865,-29 1-240,-14 6-80,-29 0-1201,-7 0-256,-14 38-3745,0 26 1040,-50 1-1697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1 193 352,'0'0'23595,"506"-71"-22859,-342 59-143,-29-8-257,-21-5-304,-28 5-32,-29 1-80,-21 6-865,-15 1-687,-7 12-994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10965,'0'0'13734,"164"327"-13734,-107-288-112,-21-13-816,-1-26-641,15 0-1040,-35 0-2177,-1 0-2914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7411,'0'0'11387,"-14"61"-9445,-43 195-338,52-236-1353,1 1 1,1 0-1,1-1 1,1 35-1,1-30-33,0-22-202,0 0 0,0 0 0,0 0 0,0 0 0,1 0 1,-1 0-1,1 0 0,0 0 0,0 0 0,1 2 0,-1-3-13,0-1-1,0 0 1,0 0 0,0 0-1,1 0 1,-1-1-1,0 1 1,0 0 0,1 0-1,-1-1 1,1 1-1,-1-1 1,1 1 0,-1-1-1,0 0 1,1 1 0,-1-1-1,1 0 1,-1 0-1,1 0 1,2-1 0,10 2 0,-10 0-7,0-1 0,0 0-1,0 0 1,1 0 0,-1 0 0,0-1-1,0 1 1,0-1 0,0 0 0,0 0-1,-1-1 1,1 1 0,6-4 0,-4 0-19,-1 0 1,-1 0-1,1 0 1,-1 0-1,0-1 1,0 0 0,5-11-1,21-52-461,-22 49 243,8-16-498,-5 11-703,10-33 0,-18 49 52,-1 0 1,-1 0 0,1 0-1,-1-12 1,-1 4-5243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1 321 15735,'485'-321'3730,"-485"411"-1233,0 39-528,0 12-1121,0 13-431,0-13-337,-7-6-80,-1-26-417,-6-26-991,0 13-1105,-22-31-1553,-21-14-3090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3121,'0'0'18969,"-14"417"-17080,28-314-1121,43-14-544,-7-25-144,0-12-80,-14-46-688,-15-6-704,8 0-1426,-29-58-8819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13606,'507'-129'5331,"-507"245"-2242,0 25-784,0 13-1152,0 0-945,0-6-208,0-26-112,0-26-1201,-15-13-1408,-42-25-2401,-14-32-3538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11605,'0'0'12166,"399"-13"-12166,-278 45-2449,-42-19-4114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11669,'0'0'15858,"30"15"-15562,95 51-192,-121-65-100,-1 1-1,0 1 0,0-1 1,0 0-1,0 1 0,-1-1 1,1 1-1,0 0 0,-1 0 1,0 0-1,3 5 0,-4-7-2,-1 1 0,1 1 0,-1-1 0,1 0 1,-1 0-1,0 0 0,0 0 0,0 0 0,0 0 0,0 0 0,-1 3 0,0 6-3,1-6 4,0-3-16,1 1-1,-1 0 0,0 0 1,0 0-1,-1 0 0,1 0 1,-1 0-1,1-1 0,-1 1 1,0 0-1,0 0 0,0-1 1,0 1-1,-1-1 1,1 1-1,-1-1 0,1 1 1,-1-1-1,0 0 0,0 0 1,-4 4-1,-7 3-77,0 0 1,-1 0-1,0-1 0,-1-1 1,-17 6-1,-87 26-635,72-25 363,-214 80-1522,251-90 1841,2-1 18,0 0-1,1 1 1,-1 0 0,-12 9-1,18-12 30,0 1 0,1 0 0,-1 0-1,0 0 1,1 0 0,-1 0 0,1 1-1,-1-1 1,1 0 0,0 1 0,0-1-1,0 1 1,1-1 0,-1 1 0,0-1-1,1 1 1,0-1 0,0 1 0,0 3-1,-1 7 69,1-5 17,0 0 1,0-1-1,1 1 1,0-1-1,2 10 1,-1-13-36,-1-1 1,1 1 0,0-1-1,0 1 1,0-1 0,0 0-1,1 0 1,-1 0-1,1 0 1,0 0 0,0 0-1,0-1 1,4 3 0,11 7 84,1-1 1,0-1-1,1-1 1,0 0-1,0-2 1,1 0-1,0-2 1,0 0-1,30 3 1,26-2-17,101-4 1,-101-3-214,-61 1-248,54-2-512,-27-10-4071,-41 6-645,-2-6-1939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10069,'0'0'13510,"421"-71"-13510,-357 65-64,-21 6-1633,-22 0-1488,-21 38-2066,0 26-2144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15015,'22'288'2513,"70"-320"-1985,29-6-384,8 12-144,-51 7-3697,-28 6-3411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19865,'0'0'5731,"0"359"-5731,0-211-80,0 0-1329,-14 25-1520,-57 0-2546,-22-6-2080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2465,'0'0'21706,"520"-39"-20313,-363 39-1153,-29 7-240,-35 44-32,-43 13-304,-43 20-257,-7-14 65,0-12-128,0 0-497,-7-7-1072,-43-12-2721,0-14-3362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0 2097,'0'0'23453,"58"9"-22570,188 31-381,-229-37-454,1 1 0,-1 1-1,1 0 1,-1 1 0,-1 1 0,28 15-1,-20-8-5,-21-13-38,1 1 0,-1 0 0,1 0 1,-1 0-1,0 1 0,0-1 0,0 1 0,0 0 0,-1 0 0,1 0 0,3 4 0,-5-4 7,0 0-1,0 0 0,0 0 0,0 0 0,-1 0 0,1 0 0,-1 0 0,0 0 0,0 0 0,0 0 0,0 0 1,0 0-1,-1 0 0,1 0 0,-2 4 0,0-3 9,1 0 1,-1 0-1,0-1 1,0 1-1,-1-1 0,1 1 1,0-1-1,-1 0 1,0 0-1,0 0 1,0 0-1,0 0 0,-1-1 1,1 0-1,0 1 1,-1-1-1,-7 3 0,-8 3-21,-1-1-1,-26 7 0,43-13 3,-432 88-1921,145-50-5554,278-38 5394,23-1-715,650 0 10266,-374 0-7787,-286 0 158,1 1 1,-1-1-1,0 0 0,0 0 1,0 1-1,1-1 1,-1 1-1,0-1 1,0 1-1,0-1 0,0 1 1,0 0-1,0 0 1,0-1-1,0 1 0,0 0 1,0 0-1,0 0 1,-1 0-1,1 0 0,0 0 1,-1 0-1,1 0 1,-1 0-1,1 1 1,-1-1-1,1 0 0,-1 0 1,0 0-1,1 1 1,-1-1-1,0 0 0,0 0 1,0 1-1,0-1 1,0 0-1,-1 3 0,1 5-740,-1 1-1,-1 0 0,-3 15 0,0-10-410,0 0 0,-15 26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4530,'0'0'17056,"64"-3"-14967,10-1-1638,357-22 701,-275 10-1067,263-12-1280,-412 27 1085,-6 1 105,-1 0 0,1 0 0,-1-1 0,1 1 0,-1 0 0,1 0-1,-1 0 1,1 0 0,-1 0 0,1 0 0,-1 0 0,1 0 0,-1 0 0,1 0 0,-1 0-1,1 0 1,-1 0 0,1 0 0,0 1 0,-1-1 0,0 0 0,1 0 0,-1 1 0,1-1-1,-1 0 1,1 1 0,-1-1 0,1 0 0,-1 1 0,0-1 0,1 0 0,-1 1 0,0-1-1,1 1 1,-1-1 0,0 1 0,0-1 0,0 1 0,1-1 0,-1 1 0,0-1 0,0 1-1,0-1 1,0 1 0,0-1 0,0 1 0,0-1 0,0 1 0,0 0 0,0 0 0,1 113 304,-3 160 250,-1-253-1015,0 1-1,-2-1 1,0 0-1,-1 0 1,-10 22-1,-3-9-2360,18-32 2068,-1 0-1,1-1 1,-1 1 0,0 0-1,0-1 1,0 1 0,0-1-1,0 0 1,-2 2 0,-11-1-8843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32 720,'0'0'20751,"63"-8"-19878,202-15-593,-253 22-281,1 1 1,0 1-1,0 0 0,-1 1 1,1 0-1,22 8 1,-27-6-47,0-1 0,0 2 0,-1-1 0,0 1 0,13 11 1,1 0-208,-6-5-17,31 26-1170,-43-34 1315,-1-1 1,1 1-1,-1 0 1,0 0 0,0 0-1,0 0 1,0 1-1,-1-1 1,0 0-1,1 1 1,-1-1-1,0 1 1,0 5 0,0-5 108,0 0 1,-1 1 0,0-1-1,0 1 1,0-1 0,-1 1-1,1-1 1,-1 0 0,0 1 0,0-1-1,-1 0 1,1 0 0,-1 1-1,0-1 1,0 0 0,0-1 0,-1 1-1,1 0 1,-1-1 0,0 1-1,0-1 1,0 0 0,0 0 0,-1 0-1,1-1 1,-1 1 0,-4 2-1,-33 21 95,0 0 0,-55 22 0,15-7-53,-4 4-1122,1 3-1,-111 87 1,187-128 371,0 0 1,-1 0-1,0-1 0,0 0 1,-1 0-1,1-1 0,-1 0 1,0-1-1,-1 0 0,-16 4 1,-11-6-6420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12918,'0'0'9108,"43"385"-6691,-21-161-736,-15 20-1169,-7-13-352,0 0-48,0-26-112,0-19 0,0-51-768,-29-32-1121,8-14-752,-22-31-1473,0-39-3169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2129,'0'0'20073,"-21"250"-20041,35-186 48,21-32 64,1-12-144,-7-20-32,-1 0-544,1-32-272,-22-45-481,-7 12-1104,0 1-2305,-15 7-3234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2321,'0'0'20377,"21"366"-19080,-21-218-689,-7-1-256,-7-6-159,-8 1-193,1-14 0,-7-25-833,6 6-1312,-21-26-2833,8-19-3970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18905,'0'0'10004,"207"365"-9860,-129-313 0,-7-20-80,-6-7 0,-1-12-32,0-6-32,7-7-256,8 0-576,-1 0-753,-7-13-1856,-21-13-4819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15719,'0'0'8932,"0"507"-8275,0-308-225,-7 0-224,0-13-96,7-19-112,0-58 0,0-25-496,0-33-545,0-32-367,-22-19-9445,-13 0 5762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11749,'0'0'12294,"-121"340"-11654,63-243-208,9-20-207,6-13-97,7-26-80,15-18-48,-8-14-192,15-6-673,0 0-880,-15 0-2208,-6-6-3395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1024,'0'0'23051,"179"161"-23051,-136-129-352,-22-13-929,-7 0-1376,0-12-1329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 1265,'0'0'25947,"-192"135"-25786,128-58-161,14-7-16,14-12-337,0-13-847,22-32-545,-7-7-448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2225,'-42'289'10741,"42"-276"-8740,0 51-2001,0 26-96,0-20-4418,0-25-4434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10053,'0'0'7977,"2"69"-3613,0-22-3730,8 439 3815,-17-349-3699,-47 267 1,24-225-748,-4 11-1163,30-165-332,4-22-757,0-18-411,0-145-748,0-95 2465,0 246 1029,0 0 0,0 1 0,1-1 0,0 0 0,0 0 0,1 1 1,0-1-1,6-14 0,-6 19 9,1 1 0,-1 0 0,1-1 0,0 1 0,0 0 0,0 0 0,0 0 0,1 1 0,-1-1 0,1 1 0,0 0 0,0 0 1,-1 0-1,1 0 0,0 1 0,0 0 0,1 0 0,-1 0 0,6-1 0,37-6 200,1 2 0,52 1 0,-14 4-7031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9716,'0'0'11222,"7"327"-8645,-7-102-944,0 57-1025,0-6-416,0 6-128,-21-19-64,7-51-288,-8-45-1041,15-26-1088,-21-19-1521,-1-52-2577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4194,'0'0'17600,"69"10"-15620,220 33-1084,-170-18-650,-63-1-164,-30-12-61,-9-5-4,-14-7-14,0 1 0,0 0 1,0 1-1,0-1 0,0 0 0,0 1 0,0 0 1,-1 0-1,1-1 0,-1 2 0,1-1 0,-1 0 1,4 5-1,-4 6-3,-2-11-8,0 0 1,0 0-1,-1 0 0,1-1 1,-1 1-1,0 0 0,1 0 1,-1 0-1,0 0 1,0-1-1,0 1 0,0 0 1,-1-1-1,1 1 0,0-1 1,-1 0-1,1 1 1,-1-1-1,1 0 0,-1 0 1,-3 2-1,-45 19-158,29-14 70,-259 100-860,109-45 909,166-61 42,-7 2 28,0 1 1,0 1-1,1-1 0,-16 12 1,24-15 10,0 0-1,0 1 1,1-1 0,-1 1-1,1 0 1,-1 0 0,1 0-1,0 0 1,0 0 0,0 0-1,0 1 1,1-1 0,0 1-1,-1-1 1,1 1 0,0 0-1,1-1 1,-1 1 0,1 0-1,-1 4 1,1 18 150,-1-12-88,1-1-1,0 1 0,0-1 0,2 0 0,-1 1 0,2-1 0,0 0 0,0 0 0,1-1 0,9 19 0,-4-17 11,1 0 0,1 0 0,0-1-1,0 0 1,2-1 0,0 0 0,0-1 0,1 0-1,0-1 1,27 14 0,-17-12-58,1-1 1,0 0-1,1-2 0,0-1 1,0-1-1,31 4 0,-28-9-50,47-1 0,-45-1-79,-21 0-158,0 0-1,1-1 1,-1 0 0,0 0 0,1-1-1,-1-1 1,0 0 0,11-4 0,-20 6-5,0 1 1,1-1 0,-1 1-1,0-1 1,0 1-1,0-1 1,0 0 0,0 1-1,0-1 1,0 0-1,0 0 1,0 0 0,-1 0-1,1 0 1,0 0 0,-1 0-1,1 0 1,0 0-1,-1 0 1,1 0 0,-1 0-1,0-1 1,1 1-1,-1 0 1,0 0 0,0 0-1,1-1 1,-1 1-1,0 0 1,0 0 0,-1-2-1,1 2-91,0-19-8146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2209,'0'0'25324,"392"-19"-24572,-249 19-608,-15 0-144,-35 0-576,-22 32-1649,-56 19-1953,-15 7-5507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1 720 4178,'0'0'23034,"13"-45"-22609,52-148-180,-59 180-226,1 1 0,0 0 0,0 0 0,1 0 0,1 1 0,0 0 0,1 1 0,0 0 0,0 1 0,1 0 0,0 0 0,1 1 0,19-10 0,5-5 11,-5 1 14,24-17 126,1 2 0,2 3 0,105-45-1,-137 69-10,1 1 0,1 2 0,0 0 0,0 2 0,0 1 0,52 0 0,-77 4-134,1 1 0,0-1 0,-1 1 1,1 0-1,0 0 0,-1 0 0,1 0 0,-1 1 1,1 0-1,-1 0 0,0-1 0,0 2 0,0-1 1,0 0-1,0 1 0,0-1 0,-1 1 0,4 4 1,5 8 85,0 0 1,14 29 0,6 8 173,-15-29-157,-1-2-36,0 0 1,32 32 0,-43-48-88,1-1 0,1 1 0,-1-1-1,1 0 1,0 0 0,-1-1 0,2 0-1,-1 0 1,0 0 0,0-1 0,1 0 0,0 0-1,-1-1 1,1 0 0,11 1 0,-10-1-7,0-1 1,0 0-1,0 0 1,0-1-1,-1 0 1,1-1-1,0 1 0,0-1 1,-1-1-1,1 0 1,-1 0-1,0 0 1,0-1-1,0 0 1,0 0-1,-1-1 1,1 0-1,10-10 0,60-58 89,-39 35-58,2 2 0,1 1 0,1 3 1,57-34-1,-87 60-26,-1 1 0,1 0 0,1 0 0,-1 1 0,0 1 0,1 0 0,0 1 0,0 0 1,0 1-1,0 0 0,23 2 0,-32 0-2,-1-1-1,1 1 1,0 0 0,0 1 0,0-1-1,-1 1 1,1-1 0,-1 1 0,1 0-1,-1 0 1,0 1 0,0-1 0,0 1-1,0-1 1,0 1 0,0 0 0,3 5-1,3 6 10,0 0-1,13 30 0,-11-21 6,-9-19-13,9 19 25,1-1 0,0 0-1,2 0 1,25 29 0,-36-49-29,0 1 0,0-1 0,0-1 0,0 1 1,0 0-1,1-1 0,-1 1 0,1-1 0,-1 0 0,0 0 0,1-1 0,0 1 0,-1-1 1,1 1-1,-1-1 0,1 0 0,0-1 0,-1 1 0,5-1 0,25 0-5,85 22 66,-85-13-95,-1-2 0,58 3 1,113-9-2718,-67 0-6441,-66 0-2518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6387,'0'0'16103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13078,'0'0'11149,"6"3"-10210,18 6 8,-24-9-919,1 1 0,-1-1 0,0 0-1,1 0 1,-1 0 0,0 1 0,1-1-1,-1 0 1,0 1 0,1-1 0,-1 0-1,0 1 1,0-1 0,1 0 0,-1 1-1,0-1 1,0 0 0,0 1 0,1-1 0,-1 1-1,0-1 1,0 0 0,0 1 0,0-1-1,0 1 1,0-1 0,0 1 0,0-1-1,0 0 1,0 1 0,0 0 0,0 41 861,1-6-621,-2 1-1,-5 36 0,-22 62 77,-23 256-39,36-253-239,-8 77-23,-18 140-35,28-246 645,9-70-2200,-1 4-4085,6-61-192,-1 14 5241,0 0-1,-1 1 1,1-1 0,-1 0 0,0 1-1,0-1 1,-3-4 0,0 0-1326,-1-1 0,-1 1 0,1 0-1,-10-10 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9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12390,'0'0'9559,"70"-8"-8556,222-26-264,-165 22-305,-115 12-335,1 1-1,0 0 1,12 3 0,-22-4-85,5 2 43,1 0 0,0 1 1,-1-1-1,1 2 0,-1-1 1,0 1-1,0 1 0,-1-1 1,1 1-1,-1 1 0,0-1 0,0 1 1,-1 0-1,0 1 0,0 0 1,0 0-1,-1 0 0,0 0 1,6 13-1,-3-4 28,-1-1-1,-1 1 1,0 1 0,-1-1-1,-1 1 1,-1 0 0,0 0-1,-1 1 1,-1 18 0,-1 151 184,-1-179-260,0 0 0,0 0 1,-1 0-1,0 0 0,-1-1 0,0 1 0,0-1 0,-1 1 0,1-1 0,-2 0 0,1 0 0,-1 0 0,0-1 0,0 0 0,-1 0 1,0 0-1,0-1 0,0 0 0,-10 7 0,-4 1 13,-1 0-1,0-1 1,-1-1 0,0-1 0,-34 11-1,21-12-118,0-2 0,-1-2 0,1-1 0,-1-1-1,0-2 1,-35-4 0,59 2 31,0-1 0,0 0-1,0 0 1,0-2 0,1 1 0,-1-1-1,1-1 1,0 0 0,0 0 0,1-1-1,-12-9 1,14 10 44,8 5 31,-1 0 0,1 0 0,-1 0 0,1 0-1,-1-1 1,1 1 0,-1 0 0,1-1 0,-1 1 0,1 0 0,-1-1 0,1 1 0,0-1-1,-1 1 1,1 0 0,0-1 0,-1 1 0,1-1 0,0 1 0,-1-1 0,1 1 0,0-1-1,0 1 1,0-2 0,0 1 285,7 1-172,630 0 447,-546 4-1476,-17-1-5344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1 13030,'0'0'15442,"-31"38"-14674,-106 128-472,3-26-204,96-103-88,-17 12-49,-2-2-1,-75 48 0,82-61-334,34-25 275,4-3-618,3 2-2494,22-8 1280,4-2 1807,-1 0 0,-1-1-1,1 0 1,0-2 0,14-5-1,-14 4 159,0 1-1,0 0 1,1 1 0,-1 1-1,19-1 1,7 3 3,-31 0-44,1 0 0,0 1 0,-1 1-1,1 0 1,14 3 0,-21-2-92,-1 0-1,0 0 1,0 1 0,0-1-1,0 1 1,0 0-1,-1 0 1,1 1 0,-1-1-1,0 1 1,5 6 0,3 3-963,-10-12 777,0 0 0,0 1-1,0-1 1,-1 0 0,1 0 0,0 1-1,-1-1 1,1 0 0,-1 1 0,1-1-1,-1 1 1,1-1 0,-1 0-1,0 1 1,0-1 0,0 3 0,-8-6-5904,-34-20 2823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10357,'0'0'9260,"10"73"-7425,-1-18-1452,14 104 852,5 212-1,-33 946 399,4-1102-2019,1-128-6194,-3-113 2101,-7-5 2428,5 17 756,-27-55-4072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9236,'0'0'13260,"-9"21"-12276,-53 159 420,52-145-1088,2 0 0,1 1 0,-4 72 0,11 18 226,0-125-544,0 1 0,0-1 0,0 0-1,0 0 1,0 0 0,0 0 0,1 1 0,-1-1 0,0 0 0,1 0 0,-1 0 0,1 0 0,-1 0 0,1 0 0,0 0 0,-1 0 0,1 0 0,0 0 0,0 0 0,0-1 0,0 1 0,0 0 0,-1 0 0,1-1 0,0 1 0,1-1 0,-1 1 0,0-1 0,0 1 0,0-1 0,2 1 0,3 0-25,1 0 0,-1-1 0,1 1 0,11-2 0,-2 0-19,-9 1 27,1 0 0,-1-1 0,1 0-1,-1-1 1,0 1 0,1-1 0,-1-1 0,0 1-1,0-1 1,-1-1 0,1 1 0,-1-1 0,1 0 0,-1 0-1,0-1 1,-1 0 0,1 0 0,-1-1 0,0 1-1,8-12 1,-3 5-60,0-1-1,-1 0 1,0 0-1,-1-1 1,0 0-1,-1-1 1,-1 0-1,0 0 1,-1 0-1,-1-1 1,0 0-1,-1 1 1,-1-1-1,0-31 1,0 3-131,-1 29 130,0 0-1,-1 0 0,-1 0 0,-4-23 0,4 34 76,-1 1 1,1 0-1,-1 0 0,1-1 0,-1 1 0,-1 0 1,1 0-1,0 1 0,0-1 0,-1 0 1,0 1-1,1 0 0,-1-1 0,0 1 0,0 0 1,-1 0-1,1 1 0,0-1 0,0 1 1,-1-1-1,1 1 0,-1 0 0,1 1 0,-7-2 1,-10-1-255,-1 0 0,0 2 0,-21 1 0,32 0-32,-102 0-11800,77 0 7140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5507,'0'0'15505,"1"38"-14611,4 121-102,-4 87 1084,-1-241-1867,0 0-1,0 0 1,1 0 0,0 0-1,0 0 1,0-1 0,1 1-1,-1 0 1,1 0 0,1-1-1,-1 0 1,0 1 0,1-1-1,0 0 1,0 0 0,0 0-1,0 0 1,1-1-1,0 0 1,-1 1 0,1-1-1,1 0 1,-1-1 0,0 1-1,9 3 1,1-1-56,0 0 0,0-1 0,1 0-1,0-1 1,-1-1 0,1 0 0,26-1 0,-38-1 32,-1-1-1,1 1 1,0-1 0,0 1 0,0-1-1,-1 0 1,1 0 0,0 0 0,-1 0-1,1-1 1,-1 1 0,1-1 0,-1 1-1,1-1 1,-1 0 0,0 0 0,0 0-1,0 0 1,0-1 0,-1 1 0,1 0 0,2-5-1,2-4-1,-1 0 0,-1-1 0,7-22 0,-3-5-131,-2 0 1,-2-1-1,-1 0 0,-6-75 0,1 29-151,3 64 227,-2 1 0,-6-41 0,7 61 94,-1 0-1,0 0 1,1 0-1,-1 1 1,0-1 0,0 0-1,0 0 1,0 1-1,0-1 1,0 1 0,0-1-1,0 1 1,0-1-1,0 1 1,0 0-1,0-1 1,0 1 0,0 0-1,0 0 1,0 0-1,0 0 1,0 0 0,-1 0-1,1 0 1,0 0-1,0 0 1,0 1-1,0-1 1,-1 1 0,-4-1 237,-11-1 81,13 0-318,0 1-1,1 0 1,-1-1 0,0 1-1,0 0 1,1 1-1,-1-1 1,0 1 0,0-1-1,1 1 1,-1 0 0,0 1-1,1-1 1,-7 4-1,1 3 50,1 1-1,0 0 1,0 1-1,1 0 1,0 0-1,1 0 1,0 1-1,0 0 1,-6 20-1,5-12-748,-7 37-1,11-39-2052,1 0-1,-1 22 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9652,'0'0'11913,"7"66"-11476,25 213-23,-27-239-283,1 0 0,19 62 0,-14-67-79,-6-14-59,2-1 0,1-1 1,1 1-1,0-1 0,1 0 0,19 25 0,-27-41-107,1 1 1,-1-1-1,1 0 0,0 0 0,0 0 0,0 0 0,0 0 1,1-1-1,-1 0 0,1 1 0,0-1 0,-1 0 1,7 1-1,-1 0-650,0-2 0,0 0 0,-1 0 1,1 0-1,10-1 0,-19 0 685,1 0 1,-1 0-1,1 0 1,-1 0-1,1 0 0,-1 0 1,1 0-1,-1 0 0,1-1 1,-1 1-1,1 0 1,-1 0-1,1 0 0,-1 0 1,1-1-1,-1 1 1,1 0-1,-1-1 0,1 1 1,-1 0-1,0-1 1,1 1-1,-1 0 0,0-1 1,1 1-1,-1-1 0,0 1 1,1 0-1,-1-1 1,0 1-1,0-1 0,0 1 1,1-1-1,-1 1 1,0-1-1,0 1 0,0-1 1,0 0-1,0 1 1,0-1-1,0 1 0,0-1 1,2-69-4073,-2-13-761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2705,'463'-174'9909,"-463"194"-6692,0 18-1616,0 14-448,8 5-401,-1 14-432,-7 6-256,7-13-64,-7-6-32,7-26-64,0-13-688,-57-19-9077,-14-26 6804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2609,'0'0'12310,"299"25"-12294,-263-25-16,-22 0-1457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6355,'0'0'13825,"15"3"-13171,68 7 1125,166-4 1,-197-6-1532,273 0 583,83 0-729,-135 0-3906,-272-1 3584,0 0-1,0 0 1,0 0 0,-1 0-1,1-1 1,0 1-1,-1 0 1,1-1 0,-1 1-1,0 0 1,1-1 0,-1 1-1,0 0 1,0-1 0,0 1-1,0-1 1,0 1-1,0 0 1,0-1 0,0 1-1,-1-3 1,-5-33-3675,4 32 3113,0 1-1,0 0 1,-1 0-1,0 0 0,0 0 1,-5-5-1,8 9 757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9460,'0'0'8884,"0"199"-9556,0-167-1393,0 1-1456,-7-1-65,-35-13-2017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11749,'-362'166'5149,"290"-132"-1707,77 25 1364,17 28-4131,-2-8-577,-9-1-58,-3 1 1,-3 93 0,-5-169-40,3 39-31,-2-41 22,-1 0 1,1 1-1,0-1 0,-1 0 0,1 1 0,0-1 1,0 0-1,0 0 0,0 0 0,0 0 1,0 0-1,0 0 0,0 0 0,0 0 0,0 0 1,1 0-1,-1-1 0,0 1 0,0 0 0,1-1 1,-1 1-1,1-1 0,1 1 0,213 56-104,-121-39 544,125 7-1,-59-18-1149,-2-5-4421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0 382 9316,'0'0'11971,"12"-2"-11723,-4 0-220,0 0 0,0 0 0,0 0-1,-1-1 1,1-1 0,-1 1 0,0-1 0,0 0-1,0-1 1,-1 1 0,12-11 0,95-72 145,-36 31 57,-50 35-66,0 2 1,2 0 0,43-21-1,63-23 325,-124 58-452,1 1 0,0 0 0,-1 1 0,2 0 1,-1 1-1,0 0 0,14 1 0,9 0 199,48 7-1,-71-5-145,0 1-1,1 1 0,-1 0 1,0 1-1,22 10 1,55 37 637,-32-16-318,201 109 501,-237-132-864,1-2 0,0-1-1,0 0 1,1-2 0,0 0 0,0-2 0,1 0 0,-1-2 0,1-1 0,0 0 0,0-2 0,38-4 0,-50 1-17,0 0-1,-1-1 1,0 0-1,1-1 1,-2 0-1,1 0 1,0-1 0,-1-1-1,18-15 1,13-6 88,-13 10-29,0 2 0,1 1 0,1 1 0,0 1 0,1 2 0,0 1 0,1 2 0,45-7 0,231 3 63,-296 12-131,11 1-12,0 1-1,-1 2 1,1 0-1,42 13 1,85 41 30,-143-55-36,27 11 37,-19-6-29,0-1 0,1-1 0,0-1 0,0 0 0,1-1 1,-1 0-1,1-2 0,26 2 0,-28-4 9,153-6 153,-146 4-160,0-2 0,0 0 0,0-1-1,0-2 1,28-11 0,28-20 22,-42 20-16,1 1 0,1 1 0,51-13 0,-76 27-14,0 1-1,-1 0 0,26 1 1,-12 1-2,-20-1 7,-1 1 0,1 0-1,-1 0 1,1 0-1,-1 1 1,0-1 0,0 1-1,1 1 1,-1-1-1,-1 1 1,10 6 0,4 4 97,27 28 1,-1-1-5,-33-32-88,0 0-1,1-1 1,0 0 0,1 0-1,-1-2 1,1 1-1,1-2 1,17 5 0,-3-5-3,0 0 0,0-2 1,31-1-1,-53-1-6,15 1 14,0 0-1,0-2 0,0-1 1,-1-1-1,1 0 1,-1-2-1,35-11 0,47-37 29,-73 36-12,0 1 0,59-21 1,-56 27-39,0 2 0,1 1 1,0 2-1,0 1 0,0 2 0,1 1 1,56 5-1,-81-2 23,0 0-1,-1 1 1,0 0-1,0 0 1,0 1 0,0 0-1,0 0 1,9 8-1,0-1 29,26 15 52,-21-12-76,-1-1-1,44 19 1,-26-16-35,0-2 1,1-2-1,0-2 0,1-1 1,0-2-1,67 2 0,28-9-557,-107 0-2943,0 0-3401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7027,'0'0'14522,"-45"24"-13962,-145 82-208,179-100-313,1 1 1,0 1-1,0 0 1,0 0-1,1 1 0,1 0 1,-1 0-1,-7 12 1,-12 22 197,1 1-1,3 2 1,1 0 0,3 1 0,-16 52 0,18-35 170,2 0 0,3 1 0,-7 100 0,17 21 423,3-116-694,0-60-115,0 1 0,1-1 1,0 0-1,1 0 0,5 18 0,-5-23-17,0 0-1,0 1 0,1-1 1,0-1-1,0 1 0,0 0 1,1-1-1,0 0 0,0 0 1,0 0-1,0 0 0,6 3 1,2 2-149,2 0 0,-1-2 0,1 1-1,0-2 1,1 0 0,0 0 0,27 5 0,-21-7-1759,0-1 0,38 0 0,-46-5-3050,-11-9-2249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5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0 16888,'0'0'7278,"-47"56"-5499,-149 181-714,153-185-713,-64 102 0,97-136-336,-11 17-7,3-5-193,-1 0 1,-28 32-1,41-56-632,21-22-11287,-10 13 11832,-1-1 1,1 1-1,0-1 0,0 1 0,0 1 1,1-1-1,-1 1 0,0 0 0,1 0 1,0 1-1,-1-1 0,1 1 0,6 0 0,18-2 931,-1 2 0,31 2 0,-17 0 1014,-38-1-1392,-1 0 0,1 0 0,0 0 0,-1 1 0,1 0 0,0 0 0,-1 0 0,1 0 0,-1 1 0,0-1 0,8 6 0,-6-3-172,-1 0 1,-1 1-1,1 0 0,-1 0 0,0 0 0,0 0 0,0 1 0,3 5 0,7 16 13,10 13-174,-20-35-279,11 13 47,-15-17 77,1-1-1,-1 0 1,0 1 0,1-1 0,-1 1 0,0-1 0,1 1 0,-1-1 0,0 1 0,0-1 0,0 1-1,0-1 1,1 1 0,-1-1 0,0 1 0,0 0 0,0-1 0,0 1 0,0-1 0,0 1 0,-1-1 0,1 1-1,0-1 1,0 1 0,0-1 0,0 1 0,-1-1 0,1 1 0,0-1 0,0 1 0,-1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5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7411,'0'0'9218,"6"65"-6617,0-12-2049,18 392 2690,-24 400-824,0-560-4200,0-1-3867,-5-294-287,1 3 4199,-15-28-3479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7972,'0'0'13424,"41"4"-12564,139 10-167,-52-9-121,-96-4-383,-1 1 0,33 6 0,-63-8-179,0 0 0,1 1 0,-1-1-1,0 1 1,0 0 0,-1-1 0,1 1 0,0 0-1,0 0 1,0-1 0,0 1 0,-1 0-1,1 0 1,0 0 0,-1 0 0,1 0 0,0 0-1,-1 0 1,0 0 0,1 0 0,-1 0-1,1 0 1,-1 0 0,0 1 0,0-1 0,0 0-1,0 0 1,0 0 0,0 0 0,0 2 0,-6 39 441,3-33-401,-1 0-1,-1-1 1,1 1-1,-2-1 1,1 0-1,-1-1 1,0 0 0,0 1-1,-11 7 1,3 0-15,-26 24 12,-1-1 0,-61 42-1,-100 54-140,105-72-203,93-60 227,0 0 0,0 0 0,1 0-1,-1 0 1,-1-1 0,1 1 0,0-1-1,0 0 1,0 0 0,-1-1 0,-5 1-1,7-1-697,24-18-7394,-4 5 7011,0 0 0,27-13 0,-11 9 999,46-16 0,160-37 6017,-184 56-4266,-12 1-497,1 3-1,1 1 1,-1 2 0,53 0 0,-29 0-1201,-68 7 67,0 0-1,1 0 1,-1 0-1,0 0 1,1 0-1,-1 0 1,1 0-1,-1 0 1,0 0-1,1 0 1,-1 0-1,0 0 0,1-1 1,-1 1-1,0 0 1,1 0-1,-1 0 1,0-1-1,0 1 1,1 0-1,-1 0 1,0-1-1,0 1 1,1 0-1,-1-1 1,0 1-1,0 0 1,0-1-1,1 1 1,-1 0-1,0-1 1,0 1-1,0 0 1,0-1-1,0 1 1,0 0-1,0-1 1,0 1-1,0-1 1,0 1-1,0-1 1,-11-2-8493,-47 3 2533,-30 0-2289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11493,'0'0'11349,"421"0"-11172,-343-19-177,8-7 0,-43 14-145,-1-14-735,-20 0-785,-22 1-912,0-27-1473,0 7-1152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9700,'0'0'10661,"15"391"-10228,-15-282-369,0 7-64,0-7-161,0-19-831,0-26-497,0-26-656,-15-25-752,-13-13-1345,-1 0-2305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4050,'0'0'17491,"1"48"-16216,0-3-983,1 509 1780,-54-143-1520,22-218-360,5-28-102,-23 212 119,14-31-249,32-328-20,-1 1 0,0 0 0,-8 22 0,-52-139-9548,38 45 2765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16247,'0'0'7668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0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2801,'0'0'13607,"-2"10"-13423,-4 31 136,4-31 3281,2-5-1141,0-3-3212,-1-10-5751,1 7 6242,-1 0 0,1 0 0,-1 0 0,1 0 0,-1 0-1,1 0 1,-1 0 0,0 0 0,1 0 0,-1 1 0,-1-2-1,-47-38-6063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15175,'0'0'8516,"-165"446"-8356,165-306-160,0 17 0,19-8-929,10 8-1119,-19 10-1778,-10 16-4082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1041 1 12550,'0'0'20217,"-340"236"-20217,184-105 0,-9 9 0,29-8 0,29-36 0,20-9 0,57-34 0,11-27-384,19-113-12582,0-36-1745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0 19017,'0'0'12251,"95"8"-11961,322 21-239,-160-22-64,-2-7-414,-183 0 171,-71 6 467,-8 13 10,-2-1-48,-1 1 1,0-1-1,-25 30 0,-56 58 223,63-75-324,-388 425 189,228-251-261,-226 250-480,269-312-909,124-125 471,-2-1-1,0 0 1,-1-2-1,-46 21 0,34-22-3293,-66 16-1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1157 14 10229,'0'0'20438,"4"-6"-19088,-4 5-1332,0 1-1,0 0 0,0-1 1,0 1-1,0 0 1,-1-1-1,1 1 1,0 0-1,0-1 1,0 1-1,0 0 0,-1-1 1,1 1-1,0 0 1,0 0-1,-1-1 1,1 1-1,0 0 0,0 0 1,-1 0-1,1-1 1,0 1-1,-1 0 1,1 0-1,0 0 1,-1 0-1,1 0 0,0-1 1,-1 1-1,1 0 1,-1 0-1,1 0 1,0 0-1,-1 0 0,1 0 1,0 0-1,-1 0 1,1 1-1,0-1 1,-1 0-1,1 0 1,-1 0-1,-303 0-17,275 1 0,1 2 0,-1 0 0,1 2 0,0 1 0,-30 10 0,-130 59 0,96-36 0,83-36 0,-90 37 0,-122 69 0,218-108-13,1 0 0,-1 1 0,1-1 0,0 1 0,0 0 0,0 0 0,0 0 0,0 0 0,0 0 0,1 0 0,-1 0 1,1 0-1,-1 1 0,1-1 0,0 1 0,0-1 0,0 1 0,0 0 0,0-1 0,1 1 0,-1 0 0,1-1 0,0 1 0,-1 0 0,1-1 0,0 1 0,1 0 0,0 4 0,-1 9-102,1-11 92,-1-1 0,1 0 0,-1 0 0,1 0 0,1 1 0,-1-1 0,1 0 0,-1-1 0,1 1 0,0 0 0,0 0 0,1-1 0,-1 1 0,1-1 0,0 0 0,5 5 0,6 4-8,0 0 0,27 15 0,-21-14-2,16 12 17,2-2 0,0-2 0,1-1 1,1-2-1,1-2 0,1-2 1,0-1-1,55 8 0,261 40-928,-279-36 461,-77-24 484,0 0 1,0 0 0,0 0-1,-1 0 1,1 1-1,-1-1 1,1 1-1,-1-1 1,0 1 0,1 0-1,-1-1 1,0 1-1,0 0 1,0 0-1,0 0 1,-1 0 0,1 0-1,0 0 1,-1 0-1,1 0 1,-1 0-1,0 0 1,0 3 0,0 54 433,-1-41-361,1-12-49,-1-1 1,1 0 0,-1 0 0,-1 0-1,1 0 1,-1 0 0,0-1-1,0 1 1,0 0 0,-1-1 0,0 1-1,1-1 1,-2 0 0,1 0-1,0 0 1,-1-1 0,-8 8 0,-5 2 48,-1 0 0,-37 19 1,42-25-52,-42 23 102,-88 36 0,118-57-127,0-1 0,-1-2 0,-1 0-1,1-1 1,0-2 0,-34 0 0,-53-3-1110,110 0 918,0 0 0,-1 0 0,1-1 0,-1 1 0,1-1 0,0 0 1,0 0-1,-1 0 0,1-1 0,0 1 0,0-1 0,0 1 0,1-1 1,-1 0-1,0 0 0,1-1 0,-1 1 0,-2-3 0,2 1-492,0 0 0,1 0 1,-1 0-1,1-1 0,0 1 0,0-1 0,0 1 0,0-1 0,1 1 0,0-1 0,0 0 0,0-7 0,0-37-7998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4514,'0'0'21082,"292"-25"-20650,-228 57-224,-6-7-96,-16-5-80,-13-1-32,-1 0-32,-21 0-1104,-7 7-465,15 19-2017,-8-6-3345,-7 5-5171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5298,'0'0'21055,"1"70"-20366,6 232-76,-2-221-29,14 85 0,-3-42 220,-13 100 101,-4-134-754,0-85-143,1 0 0,0 0-1,0 0 1,0-1 0,1 1 0,-1 0-1,1 0 1,0-1 0,1 1-1,-1-1 1,1 1 0,0-1-1,0 1 1,0-1 0,1 0-1,4 6 1,21-10-117,-26-1 103,-1 0 0,1 0 0,0 0 0,-1 0 0,1-1 0,-1 1 0,0 0 0,1-1 0,-1 1 0,0-1 0,0 1 0,0-1 0,0 1 0,0-1 0,0 0 0,0 0 0,-1 1 0,1-1 0,-1 0 0,1-2 0,4-8-7,-1 1 13,14-27-16,-2 0 0,-2-2 0,-2 0 0,15-81 0,-21 76-26,23-82-1,-1 5 0,-24 105 39,0 0 0,1 1 0,8-19 0,5-15-25,-11 35 24,-7 15 3,0 0 0,1-1 0,-1 1 0,0 0 0,0-1 0,1 1-1,-1 0 1,0-1 0,1 1 0,-1 0 0,0-1 0,1 1 0,-1 0 0,0 0 0,1-1 0,-1 1 0,1 0 0,-1 0 0,0 0 0,1 0-1,-1 0 1,1 0 0,-1-1 0,1 1 0,-1 0 0,0 0 0,1 0 0,-1 0 0,1 1 0,-1-1 0,1 0 0,-1 0 0,0 0 0,1 0-1,-1 0 1,1 0 0,-1 1 0,0-1 0,1 0 0,-1 0 0,1 1 0,-1-1 0,0 0 0,1 1 0,-1-1 0,0 0 0,0 1 0,1-1-1,-1 0 1,0 1 0,0-1 0,0 0 0,1 1 0,-1-1 0,0 1 0,0 0 0,11 19 79,-2 0 0,0 1-1,-2 0 1,10 38 0,-1-2 27,90 406 324,-59-230-317,-24-112-68,-22-116-34,5 22 22,-6-26-29,0 0-1,0 0 0,1 0 0,-1-1 0,0 1 0,1 0 1,-1 0-1,1 0 0,-1-1 0,1 1 0,-1 0 0,1-1 1,0 1-1,-1 0 0,1-1 0,0 1 0,-1-1 0,1 1 0,0-1 1,0 1-1,-1-1 0,1 0 0,0 1 0,0-1 0,0 0 1,1 1-1,-1-1-1,1 0 0,-1 0 1,0 0-1,1 0 1,-1 0-1,1-1 0,-1 1 1,0 0-1,1-1 0,-1 1 1,0-1-1,1 1 1,-1-1-1,0 1 0,0-1 1,1 0-1,-1 0 1,0 0-1,0 0 0,0 0 1,0 0-1,0 0 0,0 0 1,0 0-1,0 0 1,-1 0-1,1-1 0,0 1 1,-1 0-1,1 0 0,-1-1 1,1 1-1,-1-1 1,0 1-1,0 0 0,1-1 1,-1 1-1,0-1 0,0-1 1,2-8-22,18-85 71,3-9-41,-8 47-62,10-67-1,-6 21 62,-10 61 11,50-213 5,5 2 37,-59 227-60,-5 23-1,0-1-1,1 1 0,-1 0 1,1 0-1,0 0 0,1-1 1,-1 1-1,1 1 0,-1-1 0,1 0 1,0 0-1,5-5 0,-6 8-109,3 0-28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9124,'0'0'17955,"3"-10"-17693,-2 6-225,-1 1-11,1 0 1,-1 1 0,1-1 0,0 1 0,-1-1-1,1 1 1,0-1 0,1 1 0,-1 0 0,0-1-1,1 1 1,-1 0 0,1 0 0,0 0 0,0 0-1,0 0 1,0 1 0,0-1 0,0 0 0,0 1-1,0 0 1,1-1 0,2 0 0,50-25 1395,-4 0-731,155-80 143,-123 61-735,111-45 0,-182 86-112,-1 1-1,1 0 0,0 1 0,-1 0 1,1 1-1,1 0 0,-1 1 0,0 0 1,0 1-1,0 1 0,1 0 0,19 4 1,-27-2 13,0-1 1,0 1 0,0 0-1,-1 0 1,1 0 0,-1 0 0,0 1-1,0 0 1,0 0 0,-1 0 0,1 0-1,-1 1 1,5 8 0,4 8 64,15 40 0,-25-57-56,4 15 21,0 0 0,0 1 0,-2 0 0,-1 0 0,2 21 0,-4 103 120,-2-80-80,1-35-46,1 15 47,-2 1 0,-9 52 0,8-83-54,-1-1-1,-1 1 1,0-1-1,-1 1 1,-1-1-1,0 0 1,0-1-1,-1 0 1,-1 0-1,0 0 1,-11 11-1,-1-1 1,-1-1 0,-2-1 1,0-1-1,-27 18 0,36-28-12,-1-1 0,-1 0 0,1-1 0,-1 0 0,0-1 0,0-1 0,-1-1 0,-25 4 0,-41-3-171,-97-5 0,67-2-140,111 2 314,2-2-48,0 1 35,0 0-1,0 0 1,1-1 0,-1 1-1,0 0 1,0-1-1,1 1 1,-1 0 0,0 0-1,1-1 1,0 1 0,-1 0-1,1 0 1,0 0-1,-1 0 1,1 0 0,0 0-1,0 0 1,0 0 0,0 0-1,0 0 1,0 0-1,0 0 1,0 1 0,0-1-1,3 0 1,1-1 22,1 0-1,-1 1 1,1 0 0,0 1-1,8-1 1,2 0-4,749-13 1207,-497 15-1821,-266-1-343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2330 1473,'0'0'24622,"-6"-70"-24510,-19-229 152,0 39 1083,9-284 738,17 436-2044,-1 24-27,5-1-1,3 1 0,21-93 1,84-335 76,-110 496-81,0 0-1,-1 0 0,-1-30 0,-1 41-1,0 4-2,0 1 0,0 0 0,0-1 0,0 1-1,0 0 1,0-1 0,0 1 0,0 0 0,1-1-1,-1 1 1,0 0 0,0-1 0,0 1 0,1 0-1,-1 0 1,0-1 0,0 1 0,1 0-1,-1 0 1,0-1 0,1 1 0,-1 0 0,0 0-1,1 0 1,-1 0 0,0 0 0,1-1 0,-1 1-1,0 0 1,1 0 0,-1 0 0,0 0-1,1 0 1,-1 0 0,0 0 0,1 0 0,-1 0-1,0 0 1,1 1 0,0-1 6,0 0 0,-1 0 0,1 1 1,-1-1-1,1 0 0,-1 1 0,1-1 0,-1 0 0,1 1 0,-1-1 0,1 1 0,-1-1 1,1 1-1,-1-1 0,1 1 0,-1-1 0,0 1 0,1-1 0,-1 1 0,0 0 1,0-1-1,1 1 0,-1-1 0,0 1 0,0 0 0,0-1 0,0 1 0,0 0 0,0-1 1,0 2-1,-1 14 20,0 0 1,-1 0 0,-1-1 0,0 1 0,-1-1-1,-1 1 1,0-1 0,-2-1 0,1 1 0,-2-1-1,-14 21 1,-39 60 31,-4-3 0,-4-3-1,-4-3 1,-3-4 0,-159 133-1,183-176-152,51-38-36,2-1 25,951-7 450,-949 7 44,-3-13-367,-6-164 233,3 148-233,-1 1 0,-2 0 0,0 1 1,-12-30-1,0 8 8,-91-221 68,79 199-257,29 68 73,0 0 1,-1 1-1,1-1 0,-1 1 1,1 0-1,-1-1 0,0 1 0,0 0 1,0 0-1,0 0 0,0 0 1,0 1-1,0-1 0,-1 0 1,1 1-1,-1 0 0,-3-2 0,4 2-202,0 0-1,0 1 0,0-1 1,0 1-1,0-1 0,0 1 0,0 0 1,-1 0-1,1-1 0,0 2 1,0-1-1,0 0 0,0 0 0,0 1 1,0-1-1,0 1 0,0-1 0,0 1 1,0 0-1,0 0 0,0 0 1,1 0-1,-1 0 0,0 1 0,-1 1 1,-3 4-1525,1 0 0,1 0 0,0 1 0,0 0 1,-3 8-1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21 16,'0'0'25065,"-14"-5"-22867,7 2-1913,5 1-209,-1 0 0,1 1 1,-1 0-1,0 0 0,0 0 0,1 0 0,-1 0 1,0 0-1,0 1 0,0-1 0,0 1 0,0 0 1,0 0-1,0 0 0,0 0 0,0 1 0,0-1 1,1 1-1,-1-1 0,0 1 0,0 0 0,0 0 1,1 1-1,-1-1 0,1 0 0,-1 1 0,1 0 1,-1-1-1,1 1 0,0 0 0,0 0 0,0 0 1,0 1-1,0-1 0,-2 4 0,-28 38 295,2 1 0,2 2 0,-31 69 0,48-91-354,2 1 0,0 0 0,2 0 0,1 1 1,1 0-1,1 0 0,2 0 0,1 52 0,1-77-21,0 1 0,0-1 0,1 0 0,-1 0 0,1 1 0,-1-1 0,1 0-1,0 0 1,0 0 0,0 0 0,0 0 0,0 0 0,0 0 0,1 0 0,-1 0 0,1-1-1,-1 1 1,1 0 0,0-1 0,-1 1 0,1-1 0,0 0 0,0 0 0,0 1 0,0-1-1,0 0 1,0-1 0,4 2 0,4 0-38,1 0 0,-1-1 0,1-1 0,-1 1 0,13-3 0,3 2-91,-22 0 110,0-1 0,0 1 0,0 0-1,1-1 1,-2 0 0,1 0 0,0 0 0,0 0 0,0-1-1,0 0 1,-1 1 0,1-1 0,-1-1 0,1 1 0,-1 0-1,4-4 1,1-3-26,-1 0-1,1-1 0,-2 1 0,8-15 1,-13 23 43,25-47-200,-2-1-1,22-63 1,22-104-707,-45 108 406,-22 101 505,0 37 155,1-1 0,2 1 0,1-1 0,17 57 0,-6-39-29,3-1-1,27 50 1,-38-80-282,0-1 0,1-1 0,1 0 0,0 0 0,1-1 0,1 0-1,0-1 1,0 0 0,1-1 0,27 18 0,-38-28-734,0 0 0,1 0 0,-1 0 0,0 0 0,1 0 0,-1-1 1,1 1-1,-1-1 0,1 1 0,-1-1 0,1 0 0,3-1 0,1 1-770,19 0-6459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1 16183,'0'0'10723,"-37"21"-10646,-110 69-77,142-87-2,0 0 0,1 1 1,-1 0-1,1 0 0,-5 6 0,4 6-8,5-2 1,0 6 26,0 0 1,1-1 0,5 25-1,-4-38-1,0 1 1,0 0-1,1-1 0,-1 1 0,1-1 0,1 0 1,-1 0-1,1 0 0,0-1 0,1 1 0,-1-1 1,9 8-1,6 4 21,13 12-5,1-1 0,37 23 0,-45-33-73,-1 0 0,22 23 0,-27-24-9,-17-14 84,1 0 0,0-1-1,-1 1 1,0 1 0,0-1 0,0 0 0,0 1 0,0-1 0,-1 1-1,0-1 1,1 1 0,-1 0 0,-1-1 0,1 1 0,0 0 0,-1 0-1,0 0 1,0-1 0,0 1 0,0 0 0,-1 0 0,1 0 0,-3 6-1,1-4 60,0 1-1,0-1 1,-1 0-1,0 0 1,0-1-1,0 1 0,-1 0 1,1-1-1,-2 0 1,1 0-1,0 0 1,-10 7-1,1-2-5,0 0 0,-1-1 0,0-1 0,-1 0 0,1-1-1,-2 0 1,1-2 0,-1 0 0,0 0 0,0-1 0,0-1 0,0-1 0,-30 1 0,12-3-84,13 1-398,0-1 0,0-1 0,-36-6 0,52 6 142,-1-1 0,1 0-1,-1 0 1,1 0 0,0 0 0,-1-1 0,1 0 0,0 0 0,1 0-1,-1-1 1,1 1 0,-1-1 0,1 0 0,0-1 0,0 1-1,1-1 1,-7-9 0,7 7-551,0 0-1,0 0 1,1-1 0,0 1-1,-2-15 1,-5-46-7360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9700,'0'0'15944,"299"83"-16184,-270-51-865,-8 0-864,-7 32-2209,-14 0-2993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0 752,'0'0'24014,"-37"2"-23496,-117 12-281,148-13-212,0 0 0,0 0 0,0 1 0,0 0 0,0 0 0,0 0 0,1 1 0,-1 0 0,1 0 0,-1 0 0,1 1 1,0 0-1,1 0 0,-1 0 0,1 1 0,-1-1 0,1 1 0,1 0 0,-1 0 0,1 0 0,0 1 0,0-1 0,-2 7 0,-6 8 126,7-12-88,0 0 0,1 0 0,0 0 0,1 0 0,-1 0 0,2 1 0,-1-1 0,1 1 0,0 0 1,1-1-1,1 14 0,-1-13-46,1-2-15,0 0-1,0 0 1,1-1-1,0 1 1,0-1 0,0 1-1,1-1 1,0 0-1,1 0 1,-1 0 0,1 0-1,0 0 1,0-1-1,1 0 1,0 0 0,0 0-1,0-1 1,8 6-1,5 4-34,1-2-1,0 0 0,0-1 0,26 9 0,-34-14 19,1 0-1,-2 0 0,1 1 0,-1 0 0,0 1 0,0 0 1,12 14-1,4 4 30,-24-23-6,0 0 0,0 0 0,-1 1 0,1-1 0,-1 1 0,0-1 0,0 1 0,-1 0 0,1-1 0,-1 1 0,1 0 0,-1-1 0,0 1 0,-1 0 0,1 0 0,-2 5 0,1 13 190,1-6-80,1-9-53,-1 0 0,1 0 0,-2 0-1,1 0 1,-1 0 0,0-1 0,0 1 0,-1 0 0,0 0 0,0-1 0,0 1 0,-1-1 0,-4 8 0,-5-1 111,0-1 0,-26 21 0,7-8 43,7-2-59,7-8-35,1 0-1,-2 0 0,0-2 0,-32 19 1,44-30-117,-1 1 0,0-1 0,0 0 0,0-1 0,0 0 0,-1 0 0,-8 0 0,12 0-69,0-1 1,1 0 0,-1-1-1,1 1 1,-1 0 0,1-1-1,-1 0 1,1 0 0,-1 0-1,1 0 1,-1-1 0,1 1-1,0-1 1,0 0 0,0 0-1,0 0 1,-3-3 0,-8-15-701,2-1 1,0 0 0,1 0-1,1-1 1,2-1 0,0 0-1,1 0 1,-7-46 0,11 28-3456,2-46-1,1 50 204,0-31-5042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0 0 6579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20 6579,'-199'-19'9796,"241"19"-5746,23 0-1440,-8 38-33,14 7-2465,-35-13-64,-8 0-48,-21 7-897,15-1-1232,-22 27-2737,0-8-4882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60 418 5298,'0'0'19183,"51"0"-18919,164-5-264,-206 5-19,1-1 0,-1 0 1,0-1-1,0 0 0,0 0 0,0-1 1,-1 0-1,1 0 0,12-8 0,-16 8-6,-1-1-1,0 0 0,1-1 0,-1 1 0,-1-1 0,1 0 1,-1 1-1,0-2 0,4-6 0,-3 3 16,0 0 1,0 0-1,-1-1 0,0 1 1,-1-1-1,0 1 0,1-16 0,-2-73 84,-2 51-25,1 43-45,0 0 0,0 0 0,0 0 0,-1 1 0,1-1 0,-1 0 0,0 0 0,0 1 0,-1-1 0,1 1 0,-1-1 0,1 1 0,-1-1 0,0 1 0,-1 0 0,1 0 0,0 0 0,-1 0 0,0 1 0,1-1 0,-1 0 0,0 1 0,0 0 0,-1 0-1,1 0 1,0 0 0,-1 1 0,1-1 0,-1 1 0,0 0 0,1 0 0,-8-1 0,3 0 29,0 1 0,0 0 0,0 0 0,0 1 0,0 0 0,0 1 0,0-1 0,0 2 0,0-1 0,0 1 0,1 0 0,-1 1 0,1 0 0,-1 0 0,1 0 0,0 1 0,0 0 0,1 1 0,-12 9 0,-3 4 109,2 2 0,0 0-1,1 1 1,-19 30 0,20-26 101,1 1 1,2 1 0,0 0-1,2 1 1,1 1-1,1 0 1,2 0-1,-6 32 1,4 10 325,3 0-1,2 93 1,4-144-481,1-14-69,-1 0-1,1 0 1,-1 0-1,2 0 1,-1 0 0,1-1-1,-1 1 1,2 0 0,-1 0-1,1 0 1,0-1 0,0 1-1,0-1 1,1 0 0,5 10-1,-3-11-16,-1-1-1,1 1 0,-1-1 1,1 0-1,0 0 0,0 0 1,1-1-1,-1 0 0,0 0 1,1 0-1,0-1 0,-1 1 1,7-1-1,12 2-105,44-1 0,-61-2 69,2 0-15,0-1-1,0 1 1,0-2-1,-1 0 1,1 0-1,-1 0 1,1-1-1,-1 0 1,0-1-1,0 0 0,0 0 1,-1-1-1,1 0 1,-1 0-1,0 0 1,-1-1-1,1 0 1,-1-1-1,0 1 1,8-14-1,5-10-566,-2 0-1,-1-1 1,23-66-1,-14 34-1010,9-21-3175,-10 11-3454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8 480,'0'0'22218,"-1"67"-19531,-5 429-163,7-394-2137,-8 211 458,6-293-800,1-12-30,0-21-99,0-508-684,0 474 761,2 1 0,2 0 1,13-64-1,-14 95 1,1 0 1,1 1-1,0 0 1,0-1-1,2 2 1,0-1 0,0 1-1,2 0 1,-1 0-1,1 1 1,1 0-1,0 1 1,1 0-1,15-11 1,-21 19 11,0 0 0,0 0 0,1 0 0,-1 1 0,1 0 0,0 0 0,0 1 0,0-1 0,0 1 1,0 0-1,0 1 0,0 0 0,0 0 0,8 1 0,-2-1 28,-7 0-23,0 1 0,-1 0 0,1 1 0,-1-1 1,0 1-1,1 0 0,-1 0 0,0 0 0,0 0 0,0 1 0,0 0 0,-1 0 0,1 0 1,-1 0-1,0 0 0,0 1 0,0 0 0,0-1 0,0 1 0,3 8 0,6 9-11,-2 0 0,14 36-1,-14-27-866,-1 0 0,8 52 1,-13-54-4305,0 39 0,-4-21-7779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10165,'0'0'19256,"299"-13"-18983,-199 13-209,0-7-64,-29-5 0,-7-8-80,-21-12-769,-14 13-880,-22 0-1200,7 19-1521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3842,'0'0'22615,"-3"78"-21350,-6 267-233,14-1 131,-1-248-896,0 471 702,-5-316-297,6-251-472,318 0 523,-296-2-744,0 0 0,-1-3 0,1 0 0,-1-1-1,0-2 1,25-11 0,-20 9-153,-10 2-921,1 2 0,0 0 0,0 2 0,41-3 0,9 5-7239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9780,'0'0'18121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4402,'0'0'19764,"8"-7"-18996,26-18-56,-26 18 3709,-7 4-4402,0-1 0,0 0 0,1 1 0,-1-1 0,1 0 0,0 1 0,0 0 0,0 0 0,0-1 0,1 1 0,-1 0 0,4-2 0,4-6 14,5-10-31,15-17 20,36-36-1,-54 62-18,0 1 0,1 0 0,1 1 1,0 0-1,0 1 0,31-13 0,-22 13-10,0 1 0,1 1 0,0 1 0,43-4 0,100 5-78,-153 5 56,-8 0 21,0 1 1,0 0-1,-1 0 1,1 0-1,-1 1 1,1 0-1,-1 0 1,1 0-1,-1 1 1,0 0-1,0 0 1,0 0-1,-1 0 1,1 1-1,-1 0 1,1 0-1,4 7 1,7 8 23,-1 2 1,23 39-1,-21-31-3,11 16-49,34 79-1,-53-102 42,-1 1 1,-1 1 0,0-1-1,-2 1 1,4 45-1,-6 354 194,-5-226-107,2-164-94,0 3 18,-4 39-1,3-62-22,-1-1 1,-1 1-1,0-1 0,-1 0 0,0 0 0,-12 22 1,6-16-13,-4 7 75,-26 38 1,35-57-41,0 0 1,0 0-1,0 0 0,-1-1 1,0 0-1,0 0 0,0 0 1,-1-1-1,1 0 1,-1 0-1,-8 3 0,2-1-10,11-5 12,-1 1 0,0-1 1,0 1-1,0-1 1,-1 0-1,1 0 1,0-1-1,0 1 1,0-1-1,-5 1 0,-24-1 11,12 1 8,0-1 0,-28-5 0,39 4-36,1-2 0,-1 1 0,1-1 0,-1 0 1,1-1-1,0 0 0,0 0 0,-11-9 0,-181-138 23,183 137-7,15 12-17,0 1 0,0-1 0,0 0 0,0 1 0,0-1 1,0 1-1,0 0 0,0 0 0,-1 0 0,1 0 0,-1 0 0,1 0 0,-1 0 0,1 1 0,-1-1 0,1 1 0,-1 0 0,1 0 0,-5 0 1,5 0-28,2 11-427,0 732 708,0-740-75,0-14-5304,0 4 4737,1 2-264,-1 1 0,0-1-1,0 1 1,0-1 0,-1 0-1,1 1 1,-1-1 0,0 1 0,0-1-1,-1 1 1,1 0 0,-1 0 0,0-1-1,0 1 1,-1 0 0,1 1 0,-1-1-1,0 0 1,-5-5 0,-32-23-8320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2561,'0'0'21173,"6"-3"-19426,70-33 643,-58 27-2250,38-15-1,15-7-57,-32 11-88,-25 14-87,-1-1-1,0-1 1,0 0 0,16-12-1,-21 10-1366,-8 9 1324,0 1 0,0 0-1,0 0 1,0 0 0,0-1 0,1 1-1,-1 0 1,0 0 0,0-1 0,0 1-1,0 0 1,0 0 0,0-1-1,0 1 1,0 0 0,0 0 0,0-1-1,0 1 1,0 0 0,0 0-1,0-1 1,0 1 0,0 0 0,0 0-1,-1 0 1,1-1 0,0 1 0,0 0-1,0 0 1,0-1 0,0 1-1,0 0 1,-1 0 0,1 0 0,0 0-1,0-1 1,0 1 0,-1 0-1,1 0 1,0 0 0,0 0 0,0 0-1,-1 0 1,1-1 0,-1 1 0,-16-1-8402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9380,'0'0'11675,"2"33"-10280,0-11-1137,8 220 2013,-10-237-2220,-16 444 2260,12-421-2400,-1 0 1,-2-1-1,0 1 1,-2-1-1,-1 0 1,-23 45 0,33-71 71,1 0 0,0-1 0,0 1 0,0 0 0,0-1 0,0 1 0,0-1 0,0 1 0,0-1 0,0 0 0,0 1 0,0-1 1,0 0-1,0 0 0,0 1 0,0-1 0,0 0 0,1 0 0,1-1 0,37 5 71,-33-3-79,148 1-1928,-94-3-2937,-61 1 4795,0 0-1,0 0 1,0 0-1,0 0 1,1 0-1,-1 0 1,0 0 0,0 1-1,0-1 1,0 0-1,0 0 1,1 0 0,-1 0-1,0 0 1,0 0-1,0 0 1,0 0 0,1 0-1,-1 0 1,0 0-1,0 0 1,0 0-1,0 0 1,0 0 0,1-1-1,-1 1 1,0 0-1,0 0 1,0 0 0,0 0-1,0 0 1,1 0-1,-1 0 1,0 0 0,0 0-1,0-1 1,0 1-1,0 0 1,0 0-1,0 0 1,0 0 0,0 0-1,1 0 1,-1-1-1,0 1 1,0 0 0,0 0-1,0 0 1,0 0-1,0-1 1,0 1-1,0 0 1,0 0 0,0 0-1,0-16-7246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1857,'0'0'15455,"4"60"-13291,15 198-614,-13-40-105,-7-159-1156,1 291 863,0-342-1119,1-5-11,-1 0-1,0 1 1,0-1 0,-1 0 0,1 0 0,-1 1-1,1-1 1,-1 0 0,0 0 0,-2 4-1,2-5 78,-1-2-96,0 0 0,0 0 0,0-1 0,0 1 0,0-1 0,0 0 0,0 1 0,1-1 0,-1 0 0,0 0 0,0 0-1,1 0 1,-1 0 0,0-1 0,1 1 0,-1 0 0,1-1 0,0 1 0,-1-1 0,1 1 0,0-1 0,0 0 0,-1-2 0,-3-5-59,1-1 0,0 0 1,-3-14-1,2 7 19,-3-15 27,2-1 1,2 1-1,0-1 1,3 0-1,3-52 0,-1 19 20,-1 45-6,2 0 1,1 1 0,1-1-1,0 1 1,1 0 0,2 0 0,0 1-1,1-1 1,13-22 0,13-15 43,62-80 0,-76 110-29,-18 23-10,1 1 0,0 0-1,-1 0 1,1 0 0,0 1 0,1-1-1,-1 1 1,0-1 0,1 1-1,-1 0 1,1 1 0,0-1-1,5-2 1,0 3 63,0-1 0,-1 1-1,1 0 1,13 1 0,-20 0 96,-2 5-51,0 118 94,0-118-221,0 0 0,-1 0-1,1 0 1,-1 0 0,0-1 0,-1 1 0,1 0 0,-1-1 0,0 1 0,0-1-1,0 1 1,-1-1 0,0 0 0,1 0 0,-7 6 0,2-4-53,1 0 0,-2 0-1,1 0 1,-1-1 0,1-1 0,-2 1 0,-15 6 0,2-4-101,0 0 1,0-1-1,0-2 1,-1 0-1,0-2 1,-27 1-1,49-3 268,1 16 178,-1-11-235,1 0-1,0 0 1,0 0 0,0 0-1,1 0 1,0 0 0,0-1-1,0 1 1,0 0 0,3 6-1,15 21 294,1 0-1,1-2 0,40 46 0,-5-7 39,40 58 44,70 90-335,-139-188-412,-22-25-386,0 1 1,0 0 0,-1 0 0,8 11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15319,'0'0'11125,"19"-1"-10855,121-4 290,35 5-1112,-174 0 327,0 0 1,1-1 0,-1 1 0,0 0 0,1-1-1,-1 1 1,0-1 0,0 1 0,0-1 0,0 1 0,1-1-1,-1 0 1,1-1 0,7-3-7381,-21 5 1215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1 0 11413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11413,'-114'251'7668,"121"-258"-3746,43 7-2210,21 0-287,8 0-1345,-1 0-64,-14 0 48,-21 0-48,-7 0-16,-15 0-208,-7 0-480,15 0-785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410 452 2737,'0'0'16741,"-24"4"-14500,-71 18-792,94-22-1424,-1 1 0,1-1 0,-1 1-1,1 0 1,-1-1 0,1 1 0,0 0 0,-1 0 0,1 0 0,0 0 0,0 0-1,0 0 1,0 0 0,0 1 0,0-1 0,0 0 0,0 1 0,0-1 0,0 0-1,1 1 1,-1-1 0,1 1 0,-1-1 0,1 1 0,0 0 0,-1-1 0,1 1-1,0-1 1,0 1 0,0-1 0,0 1 0,0 0 0,0-1 0,1 1 0,-1-1-1,1 3 1,1 9 50,-2-9-65,0 1-1,1 0 1,0-1-1,0 1 0,0 0 1,0-1-1,1 0 1,-1 1-1,1-1 1,1 0-1,-1 0 1,0 0-1,4 4 1,1 0 50,0-1 1,0 0-1,0 0 0,1-1 1,15 11-1,-3-5 110,1-1 0,0-1 0,1-1 0,38 10 0,-24-12-69,-1-1 0,0-2-1,1-2 1,52-3 0,-34 1-77,-43 0-14,0 0 1,0-1-1,0 0 0,0-1 1,-1 0-1,1 0 1,-1-1-1,1 0 0,-1-1 1,0 0-1,-1-1 1,1 0-1,-1-1 0,0 0 1,0 0-1,0-1 1,-1 0-1,11-12 0,-15 15-6,-1-1 0,1 0 0,-1 0 0,0 0 0,0 0 0,-1 0-1,0-1 1,1 1 0,-2-1 0,1 0 0,-1 1 0,0-1 0,0 0 0,0 0-1,-1 0 1,0 0 0,0 0 0,-2-7 0,2-6 26,0 14-22,0 0-1,-1-1 1,0 1 0,0 0-1,0 0 1,-1 1-1,1-1 1,-1 0-1,0 0 1,0 1-1,-1-1 1,-4-5-1,1 2-2,0 1 0,0 0 0,-1 1 0,0-1 0,-1 1 0,-10-6-1,-11-5-6,-1 1 0,-62-22-1,78 33 4,-30-10-9,0 2 0,-1 2 0,0 2 0,-1 2 0,0 2 0,-63 1 0,78 4 11,-1-1 23,0 2 0,-35 5 0,56-4-13,1 0 0,1 1 0,-1 0 0,0 0 0,1 1 0,-1 1 0,1-1 0,0 1 0,1 1 0,-13 10 0,12-9 9,0 1 0,1 0 0,0 0 1,1 1-1,0 0 0,0 0 0,1 1 0,0 0 1,0 0-1,1 0 0,1 1 0,0 0 0,0 0 0,1 0 1,1 0-1,-1 1 0,2-1 0,-1 19 0,1-6 17,-1-5-19,1 1 0,1 0 0,1-1 0,0 1 0,2 0 0,7 28 0,-4-32 7,2 0-1,0-1 1,0-1-1,2 1 1,0-1-1,0-1 0,1 0 1,1 0-1,22 18 1,-8-10 70,1 0 0,1-2 0,1-2 0,36 18 0,-20-16 44,0-1 1,2-3 0,-1-1-1,62 9 1,-29-12 14,149 1-1,-178-11-120,-23 1-14,0-2 1,0-1-1,51-9 0,-71 9-14,0-1 0,0 0 0,0-1 0,-1 1 0,1-1 0,-1-1 0,0 1 0,0-1-1,0 0 1,0 0 0,-1-1 0,1 1 0,-1-1 0,-1-1 0,1 1 0,-1-1 0,1 0 0,-2 1 0,6-12 0,-4 3 2,-1 1 0,0-1 0,-2 0 0,1 0 0,-2 0 0,0-1 0,0 1 0,-3-15 0,2 10 3,0-5-8,-2-1-1,-1 0 1,-2 1 0,0 0 0,-1 0-1,-1 0 1,-1 1 0,-2 0-1,0 0 1,-1 1 0,-2 1-1,-17-25 1,8 18-30,0 0 1,-3 1-1,0 2 0,-1 0 1,-1 2-1,-2 1 0,-55-33 1,58 41-9,-1 2 1,0 0 0,-1 2 0,0 1 0,-1 1-1,-57-7 1,40 10-33,-1 3-1,1 1 0,-74 9 1,109-7 55,-1 1 0,1 1 0,0 0 0,1 0 1,-1 1-1,0 1 0,1 0 0,0 0 0,0 1 0,1 0 0,-1 0 1,1 1-1,-13 14 0,11-10-3,2 1 0,0 0 0,0 0 0,1 1-1,0 0 1,1 0 0,1 1 0,0 0 0,1 0 0,-4 16 0,3-4 11,1 0 1,2 1-1,0-1 0,1 1 1,2-1-1,1 1 0,5 35 1,-4-54 10,1-1 0,-1 1 0,1-1-1,0 1 1,1-1 0,0 0 0,0 0 0,0-1 0,1 1 0,0-1 0,0 0 0,0 0 0,1-1 0,8 7 0,3 0 34,1 0 1,0-1-1,1-1 0,22 9 0,-10-7 16,-1-2-1,1 0 0,1-3 1,0 0-1,38 2 0,162-3 214,-179-6-213,-26 0-46,0-1 1,-1-1 0,1-2 0,-1 0-1,0-2 1,26-9 0,-41 11-8,0 0 0,0-1 0,-1-1 0,0 0 0,0 0 0,0-1 0,-1 0-1,1 0 1,-2-1 0,1-1 0,-1 1 0,-1-1 0,1-1 0,-2 1 0,1-1 0,4-11 0,-5 9 7,-1-1 0,-1 0-1,0-1 1,-1 1 0,-1-1-1,2-23 1,-5-85 43,-1 79-32,2 30-20,-1 0 0,-1 0-1,0 0 1,-1 0 0,0 0 0,-1 1-1,-1-1 1,0 1 0,0 0 0,-1 1-1,-14-21 1,8 16-19,-1 1 0,-1 1 0,0 0 0,-1 1 0,0 1-1,-1 0 1,-24-13 0,16 12-46,-2 0 0,1 2-1,-2 0 1,1 2 0,-1 1 0,-1 2-1,1 0 1,-1 2 0,0 1 0,0 1-1,-57 4 1,66 0 33,-1 2-1,1 0 1,0 1 0,0 1-1,0 1 1,1 1-1,0 0 1,0 1-1,1 1 1,0 1 0,1 0-1,0 1 1,1 1-1,0 1 1,1 0-1,-19 25 1,16-18-3,2 1 1,0 1-1,1 0 0,2 1 1,0 0-1,2 1 0,0 0 1,2 0-1,1 1 0,1 0 1,-5 49-1,10-52 32,-3 73 10,4-85-2,1 1 1,0-1-1,1 0 1,0 1-1,1-1 1,4 12-1,-1-12 19,0 0-1,1 0 1,0-1 0,1 1-1,0-2 1,0 1-1,1-1 1,0 0 0,1-1-1,0 0 1,0-1-1,20 11 1,-4-4 51,0-1 0,1-2 0,0 0 0,50 11 1,-16-11 27,0-3 1,1-2 0,0-4-1,0-1 1,76-11 0,-113 7-88,0-2 0,-1 0 1,1-2-1,-1-1 0,0 0 1,-1-2-1,0-1 0,30-19 1,-39 21-14,-1 0 0,-1 0 0,0-1 0,0-1 0,-1 0 0,0 0 0,-1-1 0,0-1 0,-1 0 0,0 0 0,-2 0 0,1-1 0,-1 0 0,8-28 0,-9 11 8,-1 0 0,-2-1 0,-1 0 0,-4-52 0,1 64-9,1 9-12,0-1 1,-1 0-1,-1 0 1,0 1-1,0-1 1,-2 1-1,1-1 1,-1 1-1,-1 0 1,0 1 0,0-1-1,-1 1 1,0 0-1,-1 0 1,0 1-1,-1 0 1,0 0-1,-17-14 1,7 6-49,-2 1 1,0 1-1,0 0 1,-2 1-1,0 2 1,0 0-1,-25-9 1,29 15-1,0 0 0,-1 2 0,1 0 0,-1 1 0,0 0 0,0 2 0,0 0 0,0 1 0,0 1 0,-21 4 0,30-3 32,1 1 0,-1 0-1,1 1 1,0 0-1,-1 0 1,2 1-1,-1 0 1,1 0-1,-1 1 1,1 0-1,1 1 1,-1 0-1,1 0 1,1 0-1,-1 1 1,1 0-1,1 1 1,-1-1-1,1 1 1,-3 9 0,-3 5-20,2 0 1,1 1 0,1 0 0,0 0 0,2 1 0,1-1 0,-1 28 0,2 8 66,2-1 0,8 63 0,-5-111-5,0 0 0,1 0 1,0 0-1,1-1 0,0 1 0,1-1 1,0 1-1,1-2 0,0 1 1,1-1-1,-1 0 0,2 0 0,-1 0 1,1-1-1,1-1 0,-1 1 1,11 6-1,-2-3 18,-1-1 1,1-1-1,0-1 0,1 0 0,0-1 1,0-1-1,1 0 0,0-2 1,27 4-1,120-3 92,-115-6-85,-37 2-22,0-2 0,-1 0 0,1 0 0,21-6 0,-29 5-10,1-1 1,0 1-1,-1-1 0,0-1 0,1 0 0,-1 1 0,-1-2 0,1 1 0,-1-1 0,10-9 0,-5 1-1,1-1 0,-2 0 0,0 0 0,0-1 1,-1 0-1,-1-1 0,-1 1 0,0-1 0,-1-1 0,-1 1 0,4-28 0,-2-15-20,-3-119 0,-3 107-12,0 48-11,-1-1 1,-1 1 0,-1 0-1,-6-23 1,4 31-1,0 0 0,-1 0 0,0 1 0,-1 0-1,-1 0 1,-15-22 0,8 16-28,0 1-1,-2 1 1,-19-18-1,26 28 26,-1 0 0,1 0 1,-1 1-1,0 0 0,-1 1 0,0 0 1,-18-6-1,12 7-12,1 1-1,-1 1 1,0 0-1,0 1 1,0 1 0,-29 2-1,38 0 25,-1 0 0,1 0 0,0 1 0,0 0 0,0 1 0,0 0 0,0 0 0,1 1 0,-1 0 0,1 1 0,0-1-1,0 2 1,1-1 0,-12 11 0,6-1-14,1 1 1,1 1-1,0 0 0,2 0 0,0 1 0,0 0 0,2 1 1,-6 21-1,2-3 18,3-1-1,1 2 1,-4 57 0,10-71 19,-2 9 8,2 1 0,2 0-1,7 59 1,-6-83 6,0-1 1,1 0-1,-1 0 0,2 0 0,-1 0 1,2-1-1,-1 0 0,1 1 0,0-2 0,0 1 1,1 0-1,0-1 0,1 0 0,-1-1 1,1 1-1,1-1 0,-1-1 0,11 7 1,0-2 36,2-1 0,-1-1 0,1-1 0,0 0 1,1-2-1,0 0 0,24 2 0,19-1 113,67-3-1,-125-3-152,8 0 20,0 0 0,-1-1 1,15-3-1,-23 3-24,-1 0 0,0 0 1,1-1-1,-1 0 0,0 0 0,0 0 1,0 0-1,0 0 0,-1-1 0,1 0 1,-1 0-1,1 0 0,3-4 0,3-9 2,0 0-1,-1-1 0,-1 0 1,0 0-1,-2-1 0,0 0 0,0 0 1,2-22-1,1-22-73,-2 0 1,-5-120-1,-2 117-243,1 39 106,-1 9-65,1 0 1,-4-25 0,2 38 152,0 0 1,1 1-1,-1-1 1,0 0 0,0 1-1,-1-1 1,1 1 0,-1 0-1,0-1 1,0 1-1,0 0 1,0 0 0,-1 0-1,1 0 1,-1 0-1,-4-4 1,-1 4-264,0-1 0,0 1 0,0 0 0,0 0 0,-1 1 0,1 0 0,-1 1 0,-13-1 0,-84-1-5613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3570,'0'0'14705,"8"0"-12469,-4 0-1929,-6 0 1203,-22 0-1245,-56 3 554,72-2-777,0 0 0,0 0 1,1 1-1,-1 1 0,0-1 0,1 1 1,0 0-1,-8 5 0,-10 9-54,0 2-1,1 0 1,1 1-1,1 2 0,1 0 1,-31 43-1,47-56 11,0 0-1,1 0 0,0 1 1,1-1-1,0 1 0,1 0 1,0 0-1,0 0 0,1 0 1,0 0-1,1 1 0,0-1 1,2 10-1,-2 5 0,0-21 7,0-1-1,0 0 0,1 1 1,-1-1-1,1 0 0,0 1 1,0-1-1,0 0 0,0 0 1,1 0-1,-1 0 0,1 0 1,0 0-1,-1 0 0,2 0 1,-1-1-1,0 1 0,0-1 1,1 1-1,-1-1 0,1 0 1,0 0-1,0 0 1,0 0-1,0-1 0,0 1 1,0-1-1,0 0 0,0 0 1,0 0-1,5 1 0,10 1-261,1 0 0,-1-2 0,1 0 0,29-2 0,-17 0-1029,-29 1 1089,1 0 0,0 0 1,0 0-1,-1-1 1,1 1-1,0-1 0,-1 1 1,1-1-1,0 0 0,-1 0 1,1 0-1,-1 0 1,0-1-1,1 1 0,-1-1 1,0 1-1,0-1 0,4-3 1,-4 2-208,-1 0 0,1 0-1,0 0 1,-1-1 0,1 1 0,-1 0 0,0-1 0,0 1 0,0-1 0,-1 1 0,1-1 0,-1 1 0,0-1 0,0-3 0,0-41-4491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10021,'0'0'10324,"14"60"-9350,43 197-69,-50-223-645,-2 0 1,-2 0 0,-1 0-1,-3 36 1,0-20 4,1 11-278,0 151 818,0-72-4988,0-138 3925,0 0 0,0 0 0,-1-1-1,1 1 1,0 0 0,-1 0 0,1 0 0,-1 0-1,1 0 1,-1-1 0,0 1 0,0 0-1,0 0 1,0-1 0,0 1 0,0-1 0,0 1-1,-1-1 1,1 1 0,0-1 0,-1 0 0,1 0-1,-1 0 1,0 0 0,1 0 0,-1 0-1,0 0 1,0 0 0,1-1 0,-4 2 0,3-1-107,-40 18-7857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13030,'0'0'8521,"58"0"-8139,181 0-225,-144 0 1580,-95-24-1692,0 7-25,0 0 0,-1 0 0,-4-17-1,3 27-17,0 0 0,0 0 0,-1 1 0,0-1 0,0 0 0,-1 1 0,1 0 0,-1-1 0,-8-7 0,1 0-20,-1 1 0,0 1 0,-1 0 0,-16-12 0,22 20 15,1 0-1,-1 1 1,1-1-1,-1 1 0,0 1 1,0-1-1,0 1 1,-1 0-1,1 1 1,0 0-1,-1 0 0,-8 0 1,-3 0 36,-26 2 139,43-1-155,0 1 1,0-1 0,0 1-1,0 0 1,0-1 0,1 1-1,-1 0 1,0 0 0,0 0-1,0 0 1,1 1-1,-1-1 1,1 0 0,-1 1-1,1-1 1,-1 1 0,1-1-1,0 1 1,-1 2 0,-4 6 53,2 1 1,0 1 0,0-1-1,1 1 1,0-1 0,1 1-1,-1 17 1,1 90 600,3-69-349,-1-37-236,1 1-1,1-1 0,0 0 1,0 1-1,2-1 0,-1 0 0,2 0 1,0-1-1,0 1 0,1-1 1,1 0-1,0-1 0,10 14 1,-7-12-39,0 0 1,1-1 0,1 0-1,0-1 1,0 0-1,25 16 1,-28-22-65,1 1 0,0-2 0,0 1 0,1-1 0,-1-1 1,1 0-1,0 0 0,0-1 0,0-1 0,20 1 0,-7-1-392,37-3-902,-58 2 1177,0 0-1,-1-1 1,1 1 0,0-1 0,-1 0 0,1 0 0,-1 0 0,1 0 0,-1 0 0,1-1 0,-1 1 0,0-1 0,0 0 0,0 1 0,0-1-1,0 0 1,3-4 0,-3 2-322,0-1 0,0 1 0,-1-1 0,0 1 0,1-1 0,-2 0 0,1 0 0,0-9 0,0-44-5881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15655,'0'0'9060,"428"0"-9028,-343 0-32,1 0-16,-36 0-576,-7 0-592,-22-19-993,-42 19-13975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7635,'0'0'16037,"-10"8"-15919,2 0-97,0 0 1,1 1-1,-1-1 1,2 2-1,-1-1 1,1 1 0,1-1-1,0 2 1,0-1-1,-5 16 1,-5 33 151,3 1 0,-10 110 0,13 125 546,9 110-407,0-404-443,0-9-5290,0-45-4578,0 31 1174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 2593,'0'0'17827,"6"0"-15220,-4 0-2239,-6 2 483,-2 1-782,-1 0-1,2 1 1,-1-1 0,0 1 0,1 0 0,0 1-1,0-1 1,0 1 0,0 0 0,1 0 0,0 1 0,0-1-1,0 1 1,1 0 0,0 0 0,-3 7 0,-5 14 49,1 1 1,-8 39-1,14-49-29,-6 33 159,2 0 1,2 1-1,2-1 1,4 54-1,0-88-207,16-15-124,-13-2 68,-1 0-1,1 0 1,0-1-1,-1 1 0,1-1 1,-1 0-1,1 0 0,-1 0 1,1 0-1,-1 0 1,1-1-1,-1 1 0,0-1 1,0 1-1,0-1 1,0 0-1,0 0 0,0 0 1,0 0-1,2-5 1,2-3-36,0 0 0,0-1 0,5-17 0,-7 17 22,23-69-582,-4-1 0,15-95 0,-13 52-736,5 212 2836,-29-84-1467,12 41 206,2 0-1,2-2 1,2 0 0,30 49-1,-45-85-210,0-1-1,1 1 0,0-1 1,0 0-1,1-1 1,9 9-1,-12-12-236,0 0 0,0 0 0,0-1 0,0 1 0,1-1 0,-1 0 0,0 1 0,1-1 0,-1-1 1,1 1-1,-1-1 0,1 1 0,-1-1 0,1 0 0,-1 0 0,1 0 0,3-1 0,-6 0 54,0 1 0,0 0 0,0 0 0,0-1 0,0 1 0,0-1 0,0 1 0,-1-1 0,1 1 0,0-1 0,0 1 0,0-1 1,-1 0-1,1 1 0,0-1 0,-1 0 0,1 0 0,0 1 0,-1-1 0,1 0 0,-1 0 0,0 0 0,1 0 0,-1 0 0,0 0 0,1-2 0,1-31-2687,-3 20 1417,1-65-5228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2433,'0'0'21279,"1"40"-20609,5 263 400,-7-246-705,0-21 5,1 1 0,10 67 0,3-68-109,0-17-143,-12-19-126,-1 0 0,1 1 0,-1-1 1,1 0-1,-1 1 0,1-1 0,-1 0 1,1 0-1,-1 1 0,1-1 0,-1 0 0,1 0 1,-1 0-1,1 0 0,0 0 0,-1 0 0,1 0 1,-1 0-1,1 0 0,0 0 0,-1 0 1,1 0-1,-1 0 0,1 0 0,-1 0 0,1-1 1,-1 1-1,1 0 0,-1 0 0,1-1 0,-1 1 1,1 0-1,-1-1 0,1 1 0,-1-1 1,1 1-1,-1 0 0,0-1 0,1 1 0,-1-1 1,0 1-1,1-1 0,-1 1 0,0-1 0,0 1 1,0-1-1,1 0 0,-1 0 0,7-19-184,-1 0 0,5-33 0,3-11 48,96-316-1475,-94 335 1317,-4 25 241,-12 20 67,0-1 0,1 1 0,-1 0 0,1 0 0,-1-1 0,0 1-1,1 0 1,-1 0 0,1 0 0,-1 0 0,1-1 0,-1 1 0,0 0 0,1 0 0,-1 0 0,1 0 0,-1 0 0,1 0 0,-1 0 0,1 0 0,-1 0 0,1 1 0,-1-1 0,0 0 0,1 0 0,-1 0 0,1 0 0,-1 1 0,1-1 0,-1 0 0,0 0 0,1 1 0,-1-1-1,0 0 1,1 1 0,-1-1 0,0 0 0,1 1 0,-1-1 0,0 0 0,0 1 0,0-1 0,1 1 0,-1-1 0,0 1 0,0-1 0,0 0 0,0 1 0,0-1 0,1 2 0,10 23 173,-2 1 0,0 1 0,-1-1 0,4 32 0,9 28 292,-3-19-188,-10-37-214,0 0 0,2-1 1,22 46-1,-19-45-88,4 5 119,-16-34-148,0 1 0,0-1 0,0 0-1,0 0 1,0 0 0,0 0 0,0 0 0,1 0-1,-1 0 1,0-1 0,0 1 0,1 0 0,-1-1-1,0 1 1,1-1 0,-1 1 0,1-1 0,-1 0-1,1 1 1,2-1 0,-2 0-288,5-2-1283,-3-13-492,-3-50-2221,-1-33-2050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7171,'0'0'14391,"14"327"-13335,-7-173-511,1 0-225,-8-6-80,0-14-80,0-12-48,0-38-32,0-20-80,0-26-16,0-18-480,0-1-1249,0-6-1216,-29-13-2962,1 0-5010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12902,'0'0'13342,"8"0"-12886,9 3-328,0 0 1,0 1-1,0 0 0,0 2 0,-1 0 1,26 13-1,34 12 209,-42-21-338,0-1 0,1-2 0,46 4 0,-3-8-5490,-80-17-5133,-22-4 1673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1 0 13062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13062,'88'-349'5101,"-74"324"-4080,-14 25-1000,0 0 0,0-1 0,1 1 0,-1 0 0,0 0 0,0 0 0,1 0-1,-1 0 1,0-1 0,0 1 0,1 0 0,-1 0 0,0 0 0,0 0 0,1 0 0,-1 0-1,0 0 1,1 0 0,-1 0 0,0 0 0,0 0 0,1 0 0,-1 0 0,0 0 0,1 0-1,-1 1 1,0-1 0,0 0 0,1 0 0,-1 0 0,0 0 0,0 0 0,1 1 0,-1-1-1,0 0 1,0 0 0,0 0 0,1 1 0,-1-1 0,0 0 0,0 0 0,0 1 0,4 6 228,-2 0 0,1 0 0,-1 1 0,0-1 1,1 10-1,24 110 1801,33 175 402,-48-218-2086,3 143 0,-15-33 128,0-193-534,-1-8-2167,-4-3 2189,4 8 1122,7 2-696,256 0 1041,-84 0-3395,-171 0 1785,20-1-3124,-27 1 3123,0 0 1,1 0-1,-1 0 0,0 0 0,0 0 0,0 0 0,1 0 0,-1 0 0,0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3073,'0'0'23051,"57"-6"-28718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4722,'0'0'24227,"86"-3"-24053,279-10-137,-87 10-242,-230 3-4,-47 0 214,0 0 0,-1 0-1,1 0 1,0 0 0,-1 0-1,1 0 1,0 0-1,-1 0 1,1 1 0,0-1-1,-1 0 1,1 1-1,-1-1 1,1 0 0,-1 1-1,1-1 1,-1 0-1,1 1 1,-1-1 0,1 1-1,-1-1 1,1 1-1,-1-1 1,0 1 0,1-1-1,-1 1 1,0 0 0,1-1-1,-1 1 1,0 0-1,0-1 1,0 1 0,1-1-1,-1 1 1,0 0-1,0-1 1,0 1 0,0 0-1,0-1 1,0 1-1,-1 1 1,1 0 30,0 0-1,-1 1 1,1-1-1,-1 0 1,0 0-1,0 0 1,0 1 0,0-1-1,0 0 1,0 0-1,-3 3 1,-16 14 120,-29 22 1,-18 15-147,-104 118-501,100-97-852,-3-4 0,-86 65-1,86-74-1684,45-37-3797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0 656,'0'0'23046,"8"92"-20680,-5-54-2129,36 678 2338,-38-342-1816,-5 475 59,-31-422-700,26-352-151,6-4-202,3-67 131,0-1 0,-1 1 0,1-1 0,-1 1 0,0-1 0,1 0 0,-4 7 0,4-10 34,0 1-1,0-1 1,0 1 0,-1-1-1,1 0 1,0 1-1,0-1 1,-1 1 0,1-1-1,0 0 1,-1 1-1,1-1 1,0 0 0,-1 1-1,1-1 1,0 0 0,-1 1-1,1-1 1,-1 0-1,1 0 1,-1 1 0,1-1-1,0 0 1,-1 0-1,1 0 1,-1 0 0,1 0-1,-1 0 1,1 0 0,-1 0-1,1 0 1,-1 0-1,1 0 1,-1 0 0,1 0-1,-1 0 1,1 0 0,-1-1-1,1 1 1,0 0-1,-1 0 1,1 0 0,-1-1-1,1 1 1,-1 0-1,1-1 1,0 1 0,-1 0-1,1-1 1,-3-19-3193,3-42-2139,0-14-3613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9476,'0'0'15698,"-2"48"-14919,-8 156-275,7-19-70,4-122-1081,3-63 442,366 0 298,-369 0-182,-1 0 0,1 0 0,0-1 0,0 1 0,-1 0 1,1-1-1,0 1 0,-1-1 0,1 1 0,-1-1 0,1 1 0,-1-1 0,1 0 0,-1 1 0,1-1 0,-1 0 1,1 1-1,-1-1 0,0 0 0,1 1 0,-1-1 0,0 0 0,0 0 0,1 1 0,-1-1 0,0 0 0,0 0 1,0 0-1,0 1 0,0-1 0,0 0 0,0 0 0,0 1 0,-1-1 0,1 0 0,0 0 0,0 1 0,-1-2 1,1-1-802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4818,'0'0'21514,"478"0"-21354,-328-6-80,-8-13-80,-35-7-1120,-21 20-673,-22 6-1281,-35 0-1952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5122,'0'0'22085,"21"31"-22005,2 4-85,53 57-1,-71-87-6,1-1-1,0 1 1,0-1-1,0 0 1,0-1-1,1 0 1,0 0-1,-1 0 1,1 0-1,0-1 1,1 0-1,-1-1 1,0 0-1,0 0 1,1 0-1,-1-1 1,0 0-1,1-1 1,7-1-1,9 1-83,-18 2 75,0-1 0,0-1 0,-1 1 0,1-1 0,0 0 0,0-1 0,-1 1 1,1-1-1,-1 0 0,1 0 0,-1-1 0,0 1 0,0-1 0,0-1 0,0 1 0,-1-1 1,1 1-1,-1-1 0,0 0 0,0-1 0,0 1 0,-1-1 0,0 0 0,1 0 0,-2 0 1,1 0-1,0 0 0,-1-1 0,0 1 0,1-7 0,3-15 28,-1 0 1,-2 0-1,0-1 0,-2 1 1,-2-30-1,1 23-6,0-2-36,0 35 34,0 1 0,0 0-1,0-1 1,0 1 0,0 0 0,0-1 0,0 1 0,0 0-1,0-1 1,0 1 0,0 0 0,0-1 0,0 1-1,0 0 1,0-1 0,0 1 0,0 0 0,0-1 0,-1 1-1,1 0 1,0 0 0,0-1 0,0 1 0,0 0-1,-1 0 1,1-1 0,0 1 0,0 0 0,-1 0-1,1-1 1,0 1 0,0 0 0,-1 0 0,1 0 0,0 0-1,-1-1 1,1 1 0,0 0 0,0 0 0,-1 0-1,1 0 1,0 0 0,-1 0 0,0 0 0,-13-2 17,0 1 1,0 1-1,0 0 1,0 0-1,0 2 1,-1 0-1,2 0 1,-1 2-1,0-1 1,-21 10-1,-22 10-189,46-19-278,1-1 0,0 2 0,-15 7 0,9 3-2243,14-6-3611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5 9764,'0'0'13380,"58"-1"-13025,185-3-144,-152 7-92,-87-3-104,0 1-1,0 0 0,1 0 0,-2 1 1,1-1-1,0 1 0,0-1 0,3 3 1,-6-3 70,1 0 1,-1 0-1,0 0 1,0 1 0,-1-1-1,1 0 1,0 0-1,0 0 1,-1 1 0,1-1-1,0 0 1,-1 1-1,1-1 1,-1 1 0,0-1-1,1 0 1,-1 1-1,0-1 1,0 1-1,0-1 1,0 1 0,0-1-1,0 1 1,-1-1-1,1 0 1,0 1 0,-1-1-1,1 1 1,-1-1-1,0 2 1,1-3-85,-3 7 121,0-1-1,0 1 1,0-1-1,-1 0 0,1 0 1,-2 0-1,1-1 1,-1 1-1,1-1 1,-1 0-1,-1 0 1,-6 4-1,-7 8 32,-97 98 114,47-44-430,-149 116 0,206-179-133,0 1 300,0 0-1,-19 9 1,27-16-410,0-1-1,0 1 1,0-1 0,0 0 0,0 0-1,0 0 1,-9 0 0,19-6-803,8-8 1132,1 1-1,0 1 1,0 0-1,1 1 1,1 1-1,0 1 1,0 0-1,0 1 1,1 1-1,0 0 0,0 1 1,1 2-1,-1-1 1,35 0-1,-2 3 454,48 1 771,-87 1-966,0 0 1,0 0-1,0 2 1,0-1 0,19 8-1,-15-2-29,-1 0 0,1 1 1,18 14-1,-27-18-158,0 1 1,0 0 0,0 0-1,-1 0 1,0 1 0,-1 0-1,1 0 1,4 10-1,-8-13-412,0 1-1,-1 0 0,1-1 0,-1 1 1,0 0-1,-1 0 0,1 0 1,-1 0-1,0 0 0,-1 6 0,1 1-1260,-4 14-5538,-14-11-3566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10949,'0'0'14343,"400"-160"-14712,-301 108-2336,-49 8-2865,-35-1-4915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11605,'0'0'17224,"-64"481"-17128,64-307-96,0 12-176,0-13-336,0-19-304,0-19-945,-22-1-1089,-21-25-2816,8-32-6372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2289,'0'0'24120,"59"36"-23933,194 102-323,-243-134 109,1 0 1,0 0-1,0-1 0,0-1 0,14 3 1,-21-5 3,1 0-1,0 0 1,0 0 0,0 0 0,-1-1 0,1 0 0,0 0 0,-1 0 0,7-3 0,-5 1-22,0 0 0,-1-1 0,1 0-1,-1 0 1,0-1 0,0 1 0,0-1 0,-1 0 0,0-1 0,0 1 0,4-7 0,-7 10 33,6-8-32,-1-1 1,0 0 0,0-1 0,-1 0 0,-1 1-1,0-1 1,0-1 0,2-22 0,-2-4 97,-1-59 0,-3 78-24,0 13-10,0 1-1,-1-1 1,0 0-1,0 1 1,0-1 0,-1 1-1,1-1 1,-2 1 0,1 0-1,-1 0 1,-5-10-1,5 12-29,0 1-1,0 0 0,0-1 0,0 1 0,0 1 0,-1-1 1,1 0-1,-1 1 0,0 0 0,1 0 0,-1 0 0,0 0 0,0 0 1,-1 1-1,1 0 0,0 0 0,0 0 0,-1 0 0,-4 1 1,-6-2-57,0 2 0,1 0-1,-22 2 1,29 0 60,0-1-1,0 1 0,0 0 0,0 1 0,1 0 0,-1 0 0,1 0 0,0 1 1,-11 8-1,-25 26-94,2 2 1,2 2 0,-45 64-1,79-102-184,1 1 1,-1 0-1,1 0 0,1 0 0,-1 1 0,1-1 0,0 1 1,0 0-1,0-1 0,1 1 0,0 0 0,0 0 1,1 0-1,0 11 0,0-15-154,-1 1 0,1-1-1,0 1 1,1-1 0,-1 1 0,0-1 0,1 1-1,-1-1 1,1 1 0,0-1 0,2 5 0,-1-4-581,1-1 0,0 1 1,0-1-1,0 0 0,0 0 0,0 0 1,6 3-1,-9-5 916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257 211 20073,'0'0'8393,"-20"34"-8406,-61 112-88,79-142 86,0 1 0,-1 0 0,2-1 0,-1 1 0,1 0 0,0 0 0,0 0-1,0 0 1,0 0 0,1 0 0,0 9 0,1-12 1,-1 0 0,1 0 0,-1-1 0,1 1-1,0 0 1,0 0 0,0 0 0,0 0-1,0-1 1,0 1 0,0 0 0,0-1-1,1 1 1,-1-1 0,1 1 0,-1-1 0,1 0-1,0 0 1,2 2 0,4 0-80,0 0 0,0-1 0,0 0-1,0 0 1,1-1 0,-1 0 0,1 0 0,15-2 0,-23 1 74,2 0-9,0 0 0,0-1 0,-1 1 0,1-1 1,0 0-1,0 1 0,-1-1 0,1-1 0,0 1 0,-1 0 0,0-1 0,1 1 0,-1-1 0,0 0 0,1 1 0,-1-1 0,0 0 0,0-1 0,-1 1 0,1 0 0,0 0 0,-1-1 0,2-2 0,2-6-63,0 0 0,0 0 0,5-23 0,-9 29 70,8-35-241,-2-1 1,-2 0 0,-2 0-1,-3-61 1,0 68-91,0 30 286,0 1-1,0-1 1,0 1 0,0 0 0,-1-1 0,0 1 0,0 0-1,0-1 1,0 1 0,0 0 0,0 0 0,-1 0 0,0 0-1,0 0 1,1 0 0,-2 0 0,1 1 0,0-1 0,0 1-1,-1-1 1,0 1 0,1 0 0,-7-4 0,1 2-250,-1 1 0,0 0-1,0 0 1,-1 0 0,1 1 0,-1 1 0,-13-1 0,17 1-22,-1 1 0,1-1 0,0 2 1,0-1-1,0 1 0,-1 0 0,1 0 0,0 1 0,0 0 0,-11 4 0,6 1-529,0 0 0,0 0 0,1 1 0,-14 13 1,-66 68-6257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7716,'0'0'17159,"528"0"-16230,-314 0-641,-15 0-96,-21-32-192,-49 13 0,-37-20-864,-20-12-785,-22 0-1617,-36-13-1856,-14-13-3458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19257,'0'0'4108,"0"92"-1008,0 637 126,0 957-2540,0-1685-1044,0-4-2059,0-3 1728,2-24-3696,-2 29 3982,0 0 0,0 0 0,0 0 0,1 0 0,-1 0 0,1 0 1,-1 0-1,0 0 0,1 0 0,0 1 0,-1-1 0,1 0 1,-1 0-1,1 0 0,1 0 0,17-2-11549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27405,'0'0'2241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3378,'0'0'13648,"-11"0"-19053,-14 0 955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11 4754,'0'0'10610,"7"-11"-6672,-8 22-3381,1 1 0,-2-1 0,0 0 0,0 0 0,-1 0 0,0 0 0,-9 19 0,-2 0-20,-27 37 0,1 0 88,5 0-284,3 3 0,3 0-1,-20 77 1,-6 6-190,-2 7 74,56-153-233,1-5-189,0-113-14503,0 55 6795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80,'0'0'19366,"18"36"-18299,-9-20-911,14 29 319,-2 2 1,-1 0-1,25 98 0,-1 96 669,12 51-199,-54-281-951,-1-5-6,1 1 0,-1-1 0,1 1 0,0-1 0,1 1 0,-1-1 0,1 0 0,1 0 0,-1-1 0,6 8 0,-9-13-57,0 1 0,0-1 0,0 0 0,1 0 1,-1 0-1,0 0 0,0 0 0,0 1 1,0-1-1,0 0 0,0 0 0,1 0 0,-1 0 1,0 0-1,0 0 0,0 0 0,0 0 1,1 0-1,-1 1 0,0-1 0,0 0 0,0 0 1,0 0-1,1 0 0,-1 0 0,0 0 1,0 0-1,0 0 0,0 0 0,1 0 0,-1 0 1,0-1-1,0 1 0,0 0 0,0 0 1,1 0-1,-1 0 0,0 0 0,0 0 0,0 0 1,0 0-1,1-1 0,0-8-4481,0 8 4317,-1-1-1,-1 1 0,1 0 1,0 0-1,0 0 1,0 0-1,-1-1 1,1 1-1,0 0 0,-1 0 1,1 0-1,-1 0 1,1 0-1,-1 0 1,0 0-1,1 0 0,-1 0 1,0 0-1,-1-1 1,-6-3-1384,0 0 0,0 1 0,-16-7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2673,'0'0'18953,"221"-19"-18953,-143 19 0,-13 0-1249,-15 0-864,-15 0-1664,-28 0-2098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11669,'0'0'11643,"-6"59"-11085,-18 193-62,3 13 648,13-183-640,-5 0-1,-2-1 1,-53 155 0,63-222-2547,9-44 316,-4-181-7699,0 151 3293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12374,'0'0'11143,"8"34"-9969,-2-11-950,38 208 1671,46 306 386,-89-536-2289,-1 0 0,1 0 0,-1 0 0,1 0 1,-1 0-1,1 0 0,0 0 0,0 0 0,-1 0 0,1 0 1,0 0-1,0 0 0,0-1 0,0 1 0,0 0 0,0-1 1,0 1-1,0-1 0,0 1 0,0-1 0,0 1 1,1-1-1,-1 0 0,0 1 0,0-1 0,0 0 0,1 0 1,-1 0-1,0 0 0,0 0 0,0 0 0,1 0 0,0-1 1,1 1-1,0-1 1,-1 1 0,1-1-1,0 0 1,0 0 0,-1 0-1,1 0 1,0 0 0,-1 0-1,0-1 1,1 1 0,-1-1-1,0 0 1,3-2-1,5-9 56,-1-1 0,-1 1 0,0-1 0,11-30 0,20-70 70,-35 102-113,20-81 10,13-102-1,4-18-131,18-12-3,-56 199 109,-3 25 11,0 0 0,-1-1 0,1 1 0,0-1 0,0 1 0,0-1 0,1 1-1,-1 0 1,0-1 0,0 1 0,1 0 0,-1-1 0,1 1 0,-1 0 0,1-1 0,0 1 0,-1 0 0,1 0-1,0 0 1,0 0 0,0 0 0,0 0 0,0 0 0,2-2 0,-1 2-13,-2 10-4640,-1 7 2944,0 1 0,-1-1 0,-1 1 0,-7 24-1,-16 23-6186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2625,'0'0'17315,"0"-7"-14014,0 3-3180,0 7 421,0 320 3940,0-307-4434,1 1 0,1 0-1,0-1 1,1 1 0,1-1-1,1 0 1,0 0 0,12 24-1,-14-33-46,1 1 0,1-1 0,-1 0 0,1 0 0,1 0 0,-1-1 0,1 0 0,0 0 0,0 0 0,1-1 0,0 0 0,0 0 0,0-1 0,0 0 0,1 0 0,0-1 0,0 0 0,0 0 0,9 2 0,1-3-19,1 0 0,0-1 0,0 0 0,0-2 1,21-3-1,-35 3 16,-1-1 0,1 1 0,-1-1 0,1 0 1,-1 0-1,0-1 0,0 1 0,0-1 0,0 0 0,0 0 0,0 0 1,-1 0-1,0-1 0,1 1 0,-1-1 0,-1 0 0,1 0 1,2-6-1,6-9 8,-2-1 0,13-35 1,-19 46-7,16-54 17,-3-1 0,-2-1 1,7-88-1,-17-39-88,-5 117 94,1 74-15,1 0 0,-1 0 0,0 1 0,0-1 0,0 0 0,-1 0 0,1 1 0,0-1 1,0 0-1,0 1 0,0-1 0,-1 0 0,1 1 0,0-1 0,-1 0 0,1 1 0,0-1 0,-1 0 0,1 1 0,-1-1 0,1 1 0,-1-1 0,1 1 0,-1-1 0,-1 0 0,-17-1 159,11 2-156,-33-1 105,23 0-96,0 1-1,-29 2 0,42-1-8,1 0 0,-1 0 0,0 0 0,0 1 0,0 0 0,1-1 0,-1 2 0,1-1 0,0 0 0,-1 1 0,1 0 0,1 0 0,-8 7 0,-9 15 5,0 1 0,2 1 0,1 1 0,-15 32 0,5-8 118,22-43-149,1 1 0,0-1 0,0 1 0,1 0 0,0 0 0,1 1 0,0-1 0,0 13 0,1 47-4328,1-38-74,0 5-3256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943 111 7700,'0'0'10444,"0"-19"-9470,-1-53 507,1 71-1378,0 0 1,0 0-1,0 0 0,0 0 1,0 0-1,-1 0 0,1 0 1,0 0-1,0 0 0,-1 0 1,1 0-1,-1 0 1,1 0-1,-1 0 0,1 0 1,-1 0-1,1 0 0,-2-1 1,-9 2 998,6 2-575,-49-3 2057,-75 3-635,122-1-1929,0 0 1,0 0-1,0 1 0,0 0 0,0 1 0,1 0 1,-1 0-1,1 0 0,0 1 0,0-1 0,0 2 1,-10 7-1,-1 6 22,0 0 1,-21 28-1,6-5 115,-33 42 186,5 3 0,3 2 0,-88 188-1,110-192-62,4 2-1,-31 137 0,61-219-274,-17 89 330,-12 183-1,12-82-50,6-44-124,9 164 0,5-168-152,-1-133-8,0-1 0,1 1 0,0 0 0,1-1 0,1 0 0,0 0 0,0 0 0,2 0 0,9 18 0,9 7 0,37 48 0,-61-85 0,24 29 0,2-1 0,1-1 0,1-2 0,1 0 0,1-2 0,57 33 0,-49-37 0,1-1 0,1-2 0,1-2 0,0-2 0,51 9 0,0 2 0,71 9 0,-153-30 0,19 1 0,1-1 0,52-3 0,-24 0 0,454 1 0,-502-1 0,0 0 0,0 0 0,0-1 0,0 0 0,-1-1 0,15-6 0,31-8 0,-39 14 0,-2 0 0,1 0 0,-2 0 0,1-2 0,19-7 0,-11 2 0,1 1 0,28-6 0,-35 11 0,-2 0 0,1 0 0,0-2 0,-1 0 0,0 0 0,0-1 0,-1-1 0,19-15 0,-21 14 0,9-9 0,1-1 0,-2-1 0,26-34 0,-10 0 0,-2-2 0,-2-1 0,-3-2 0,-2 0 0,25-93 0,-42 116 0,-2-1 0,4-73 0,-1 10 0,-3 14 0,-6 57 0,2-1 0,6-28 0,-1 10 0,-2 0 0,-2-1 0,-2 1 0,-5-52 0,2 5 0,2 14 0,-4-100 0,1 169 0,0 0 0,-1 0 0,-1 0 0,0 1 0,-1-1 0,0 1 0,-1 0 0,-7-12 0,-13-24 0,-8-26 0,-71-136 0,89 184 0,-1 0 0,-1 1 0,-1 1 0,0 1 0,-45-38 0,-114-68 0,106 77 0,-21-14 0,74 54 0,0 1 0,-1 0 0,0 2 0,0 0 0,-1 1 0,1 1 0,-2 1 0,1 1 0,-42-3 0,20 7 0,-93 3 0,118-2 0,-1 2 0,1 0 0,0 1 0,0 1 0,-21 8 0,-95 37 0,71-28 0,-68 35 0,125-54-226,-23 14 430,28-16-433,0 0 1,1-1-1,-1 2 0,0-1 1,0 0-1,0 0 0,1 0 1,-1 0-1,0 0 0,1 1 0,-1-1 1,1 0-1,-1 0 0,1 2 1,-3 8-1222,0 0 0,0-1 0,-1 1 0,-8 15 0,-2 5-2740,-10 42-8531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4834,'0'0'18374,"-17"37"-17518,4-8-674,-115 239 1336,102-220-1144,-274 562 2709,294-595-3091,3-9-66,0 0 0,1 0 1,0 1-1,0-1 0,0 1 0,0 12 0,2-18-692,0-10-2689,0-89-4460,0 25 1456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8596,'0'0'15335,"0"405"-15079,0-284 16,0 14 240,0-26-143,-22-6-17,1-13-144,7-33-208,-1-18-80,8-26-528,-7-26-11206,-7-32 3330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4514,'0'0'16007,"214"-25"-16935,-150 25-1841,-28 0-2786,-15-19-3233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0 192,'0'0'20343,"-1"55"-17865,-10 182-906,9-209-1380,-2 0 0,-2-1 0,0 0 0,-2 0 0,-15 36 0,1-3 139,10-22-129,-60 164 569,59-174-689,0 0 1,-1-2 0,-2 1 0,-38 46 0,40-56-246,1 0-1,-17 27 0,32-56-8000,-3-23 3958,-1 4 478,2-38-6178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12550,'0'0'14441,"22"67"-13777,72 223-266,-80-246-318,-3 0-1,-1 0 1,6 69 0,-13-82-36,5 145 225,-9-168-255,1-1-1,0 1 1,0-1-1,1 0 1,0 1-1,0-1 1,0 0-1,1 1 1,0-1 0,1 0-1,0 0 1,5 10-1,-6-16-23,-1 0-1,1-1 0,-1 1 1,1-1-1,-1 1 1,1-1-1,0 1 0,-1-1 1,1 0-1,-1 0 1,1 0-1,0 0 0,-1 0 1,1 0-1,-1 0 0,3-1 1,4 0-130,-6 1 121,-1 0-1,1 0 1,-1 0-1,0 0 1,1-1 0,-1 1-1,1 0 1,-1-1-1,0 0 1,1 1-1,-1-1 1,0 0 0,1 1-1,-1-1 1,0 0-1,0 0 1,0 0 0,0 0-1,0 0 1,1-2-1,15-29-83,-12 21 62,23-61 62,34-144 0,-34 108 22,26-141 39,14-41-9,-64 278-73,27-96-3,-30 97-228,5-15 749,-6 25-624,1 1 1,-1-1 0,0 0 0,1 1-1,-1-1 1,0 0 0,1 1-1,-1-1 1,1 1 0,-1-1-1,1 1 1,-1-1 0,1 1-1,-1-1 1,1 1 0,0-1-1,-1 1 1,1 0 0,0-1-1,-1 1 1,1 0 0,0 0-1,0-1 1,-1 1 0,1 0-1,0 0 1,0 0 0,-1 6-2811,0 29-2716,0 14-2868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9652,'0'0'17195,"-5"45"-16424,-17 150-163,14-148-141,-25 89 0,8-41-120,3-5-153,12-57-147,-9 68 0,13-67-56,0-12-1607,5-6-2994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3915 32 1857,'0'0'10503,"1"-7"-9785,0 4-2142,3-19 12350,-3 37-8617,-1 3-2051,1 13-40,-1-1 0,-2 1-1,0-1 1,-3 0 0,0 0-1,-11 31 1,15-57-199,-119 301 2136,23-70-1197,68-177-606,-46 71 0,25-35-307,8-14-39,9-25 11,-1-2-1,-3-1 1,-52 54 0,63-78-8,-59 66 0,42-44 18,-1-2-1,-2-2 0,-2-2 0,-3-2 1,-96 62-1,30-39 22,62-35-46,-2-2-1,-82 28 1,50-21-7,-152 59 82,210-81-39,0 0-1,-1-2 0,0-2 1,-62 10-1,64-14 14,1 0 0,-1 2 1,-44 18-1,45-15 58,-1 0 1,-1-2-1,-43 6 1,16-6-47,-63 18 1,67-12-4,-102 10 1,-157 6 40,221-21-125,-52 2-29,-311-11-142,361-6-152,32 6 297,61 0 34,19 24-168,13 17 227,-6-8-5,49 53 1,-3-17-31,-34-29 0,3-2 1,1-2-1,1-2 1,61 38-1,-61-48-6,-21-11 2,0-1 1,1-1-1,45 15 0,-67-25-188,0-1 0,0 0-1,1 1 1,-1-1 0,0 0 0,1 0 0,-1 0-1,1 1 1,-1-1 0,0 0 0,1 0-1,-1 0 1,1 0 0,-1 0 0,0 1 0,1-1-1,-1 0 1,1 0 0,-1 0 0,1 0 0,-1 0-1,0-1 1,1 1 0,-1 0 0,1 0 0,-1 0-1,1 0 1,-1 0 0,0 0 0,1-1-1,-1 1 1,0 0 0,1 0 0,-1-1 0,0 1-1,1 0 1,-1-1 0,0 1 0,1 0 0,-1-1-1,0 1 1,0 0 0,0-1 0,1 1-1,-1 0 1,0-1 0,0 1 0,0-1 0,0 1-1,0 0 1,1-1 0,-1 1 0,0-1 0,0 1-1,0-1 1,0 1 0,0 0 0,0-1-1,-1 1 1,1-1 0,0 1 0,0 0 0,0-1-1,0 1 1,-1-1 0,1-7 409,0 8-328,0-1 1,0 0 0,0 1-1,0-1 1,0 0 0,0 1-1,0-1 1,0 1 0,0-1-1,0 0 1,0 1 0,0-1-1,-1 1 1,1-1 0,0 1 0,0-1-1,-1 1 1,1-1 0,0 1-1,-1-1 1,1 1 0,-1-1-1,1 1 1,-1-1 0,1 1-1,0 0 1,-1-1 0,0 1-1,1 0 1,-1-1 0,1 1-1,-1 0 1,1 0 0,-1-1-1,1 1 1,-2 0 0,-57-3-4199,-13 3-461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0 739 1569,'0'0'24859,"93"-199"-23578,-29 141-321,15 13-272,13-19-223,8-6-385,0 5-80,-22 8-64,-13 5-593,-23 1-975,-27 25-1314,-15 1-3072,0-1-9478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886 123 1121,'0'0'12771,"-11"3"-11064,-2 0-1150,7-2-335,1 1 1,-1-1-1,1 1 1,0 0-1,-1 0 1,1 0-1,0 1 1,0 0-1,0 0 1,-6 5-1,2-1 133,-4 4 319,0-1-1,-1-1 1,-14 8 0,-123 67 2006,147-81-2618,-14 9 86,0 1 1,0 0-1,1 2 0,-23 26 0,-54 74 5,40-45 26,14-20 193,2 1 1,2 3 0,3 0-1,2 3 1,-43 107-1,61-121-221,1 1 0,3 1 0,-8 90-1,14 135 176,4-159-65,-1-63-102,3 0 0,1-1 0,3 1 0,2-1-1,2 0 1,34 90 0,-33-108-102,2-1-1,1 1 1,1-2-1,1 0 1,2-2-1,0 1 1,2-2-1,1-1 1,0-1-1,2 0 1,38 25-1,3-7 105,90 39 0,-83-44-128,-36-17-9,121 65 214,-113-58-207,1-2 1,1-2 0,1-2 0,1-2 0,1-3-1,0-1 1,1-3 0,0-1 0,0-3-1,85-1 1,126 6 131,-220-8-18,70-2 0,-45-3-75,-46 2-71,1-1 1,0-1-1,0-1 0,-1-1 0,0-1 1,0 0-1,0-2 0,-1 0 1,1-1-1,32-20 0,34-27 55,-2-4 1,-3-4-1,-3-3 1,134-146-1,-175 165-32,-2-2 0,-2-1 0,33-67 0,-7 12 13,-52 95-39,-1 0 0,-1-1 0,0 0 1,0-1-1,-1 1 0,5-19 0,7-45 65,-9 49-34,-2-1 1,3-33 0,-6-77 26,-2 76-25,-1 38-28,-1-1 1,0 1-1,-2 0 1,0 0-1,-14-37 1,5 24-3,-2 1 1,-35-57 0,-85-147 0,-106-167 0,209 364 0,-2 1 0,-1 1 0,-2 2 0,-53-41 0,60 57 0,0 2 0,-52-27 0,10 7 0,42 24 0,-1 0 0,0 2 0,-1 1 0,-1 2 0,0 1 0,0 1 0,-1 2 0,1 2 0,-2 1 0,-48 0 0,-15 3 0,-131 3 0,212 0 0,-1 0 0,1 1 0,0 0 0,0 1 0,0 2 0,0-1 0,-25 14 0,-115 75-1382,152-91 759,1 0 0,0 0 0,0 0 0,0 0 0,0 0 0,1 1 0,-1 0 0,1 0 0,0 0 1,0 0-1,0 0 0,1 1 0,-1-1 0,1 1 0,0 0 0,1-1 0,-2 7 0,-20 63-9416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11941,'0'0'13809,"-24"46"-13171,3-8-527,-134 277 576,28 9-166,55-135-426,55-156-86,15-29-201,-1-1 0,1 1 0,0 0-1,0 0 1,1 0 0,-1 0 0,1 0 0,0 1-1,-1 7 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10437,'0'0'12870,"0"353"-12006,0-193-432,0-12-48,14-13-79,-14-20-113,0-31-144,0-14-48,0-25-80,0-19-977,0-1-1200,0-18-2513,-50-7-2834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14679,'0'0'8420,"257"-134"-12054,-215 114 192,-34-5-2224,-8 6-2354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15623,'0'0'9522,"0"71"-8914,-3 233-93,2-239-222,-4-1-1,-2-1 0,-28 115 1,23-123-182,0 1-10,6-23-58,-2 0 1,-1-1 0,-1 0 0,-24 51 0,33-80-404,1-221-16440,0 121 7724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10869,'0'0'11693,"8"67"-10004,30 223-294,-25-210-429,41 146 0,-33-153-678,37 99 46,-57-171-335,-1 0 0,1 0 0,-1 1 1,1-1-1,0 0 0,-1 0 0,1 0 1,0 0-1,0 0 0,-1 0 0,1 0 1,0 0-1,0 0 0,2 1 0,6-4-111,-1-15-93,2-36 151,-2 1-1,1-60 0,-1 7 105,47-382-120,-46 261-76,-9 197-78,10 26-2922,-2 4 21,-5 43-15696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14855,'0'0'10837,"48"31"-9954,-48-31-883,195 137 661,-189-132-614,1 0-1,-1 0 0,-1 0 0,1 1 0,-1 0 0,0 0 0,0 0 0,-1 1 1,0 0-1,0 0 0,0 0 0,-1 0 0,3 9 0,1 14 180,-1 1-1,-1-1 1,-1 1-1,-2 0 1,-3 48-1,1-35-135,0-37-77,-1-1 0,1 1-1,-1 0 1,0-1-1,-1 1 1,1-1-1,-1 1 1,-1-1 0,1 0-1,-1 0 1,-6 11-1,-2-3 6,-1 0 0,0 0 0,-17 14-1,24-23-22,-10 9-23,-57 55-173,-93 68 0,165-137 194,-1 0-1,1 0 1,0 1 0,0-1 0,0 0-1,0 0 1,-1 0 0,1 0 0,0 0-1,0 0 1,0 0 0,-1 0 0,1 0-1,0 1 1,0-1 0,-1 0-1,1 0 1,0 0 0,0 0 0,0 0-1,-1 0 1,1-1 0,0 1 0,0 0-1,-1 0 1,1 0 0,0 0 0,0 0-1,0 0 1,-1 0 0,1 0 0,0 0-1,0-1 1,0 1 0,0 0-1,-1 0 1,1 0 0,0 0 0,0-1-1,0 1 1,0 0 0,0 0 0,-1 0-1,1 0 1,0-1 0,0 1 0,0-1-1,-2-17 55,2 15-5,0-1 0,0 0-1,1 0 1,-1 1 0,1-1-1,0 0 1,0 1-1,0-1 1,2-3 0,2 2 22,0 0 1,0 0 0,0 1-1,1-1 1,0 1-1,0 1 1,0-1 0,0 1-1,0 0 1,1 0-1,-1 1 1,11-3 0,5-1 104,0 1 0,41-2 0,129 4 193,-114 3-337,-53 0-132,0 1 1,0 1-1,42 8 1,-58-7-247,0 0 1,0 0-1,0 1 1,0 0 0,8 5-1,-10-4-484,-1-1-1,0 1 0,0 0 1,-1 0-1,0 0 1,0 1-1,6 8 0,5 7-11725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3183 4914,'0'0'15749,"-5"-2"-14322,-5-1-374,0 0-1,0 1 1,0 0 0,0 1-1,0 0 1,-13 0-1,-46-5-179,40-2-756,1 0 0,0-2 0,0-1-1,1-2 1,-40-23 0,23 7 4,1-3 0,-48-44 1,-10-12-41,-87-83 219,153 135-277,2 0 1,2-3-1,-32-49 1,-48-108 77,107 188-88,1 1 0,-1 0 0,-1 0 0,1 1-1,-11-12 1,10 12 0,1-1 0,-1 0 0,1 0 0,0 0-1,1-1 1,0 1 0,-4-14 0,-11-26-12,-72-158-27,80 183 29,1 0 0,2 0 0,0-1 0,1-1 0,2 1-1,0-1 1,1 1 0,1-28 0,2 27 11,-1 0-1,-1 0 0,-1 0 1,-11-38-1,-13-18 19,25 71-44,0 1 0,1-1 0,0 1-1,1-1 1,0 1 0,0-1 0,2-9 0,0-17-11,-14-147 34,7 52 11,1 9-10,-4-232-60,8 258 51,-1 79-1,2-1-1,-1 1 1,2-1-1,0 1 0,1 0 1,1 0-1,0 0 1,10-22-1,11-4-58,2 1-1,48-55 0,-70 89 52,-3 6 4,0-1 0,0 0 0,0-1 0,-1 1 0,1 0 0,-1 0 0,1-1 0,1-4 0,27-20-1665,-24 21 1025,0 0 1,0 1 0,1 0 0,7-5 0,2 3-4952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1681,'0'0'25825,"17"-9"-25486,3-3-290,7-4 69,57-26 0,-10 10 288,-3-3 1,-1-3-1,73-53 0,-119 73-366,19-14 13,57-32 0,-87 57-56,0 0 0,0 1 1,1 0-1,0 2 0,0-1 0,0 2 0,0 0 0,1 0 0,20 0 0,-35 3 3,10 0-24,0 0-1,0 0 1,0 1 0,15 4-1,-20-4 22,-1 1-1,1 0 1,-1 1 0,0-1-1,0 1 1,0-1 0,0 1-1,-1 1 1,1-1-1,-1 0 1,5 7 0,15 22 110,-1 2 1,-2 0 0,-2 1-1,21 53 1,-28-62-30,29 77 57,-26-62-277,32 63-1,-45-102 9,0-1-1,0 1 0,-1-1 1,1 1-1,0-1 0,1 1 1,-1-1-1,0 0 0,0 1 0,1-1 1,-1 0-1,0 0 0,1 0 1,-1 0-1,1 0 0,-1-1 1,1 1-1,0 0 0,-1-1 0,1 1 1,0-1-1,0 0 0,-1 1 1,1-1-1,0 0 0,0 0 1,-1 0-1,1 0 0,0 0 0,2-1 1,6 1-2491,-10 0 2460,1 0 0,-1 0 0,0 0 0,1 0 0,-1 0 0,0 0 0,0 0 0,1 0 0,-1-1 0,0 1 0,1 0 0,-1 0 0,0 0 0,0 0 0,1 0 0,-1 0 0,0-1 0,0 1 0,1 0 0,-1 0 0,0 0 0,0-1 0,0 1 0,0 0 0,1 0 0,-1-1 0,0 1 0,0 0 0,0 0 0,0-1 0,0 1 1,0 0-1,0 0 0,1-1 0,-1 1 0,0 0 0,0-1 0,0 1 0,0 0 0,0-1 0,0 1 0,-1 0 0,1-1 0,2-42-11214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565 815 7924,'0'0'13048,"-32"3"-11324,-12 0-1005,-45 9 0,85-12-630,0 1 1,0 0 0,0 1 0,0-1 0,1 1-1,-1-1 1,0 1 0,1 0 0,-1 1-1,1-1 1,0 0 0,0 1 0,-5 4-1,5-3 45,-31 31 459,2 1-1,2 2 1,1 2 0,2 0 0,2 2 0,2 0 0,-32 83 0,36-70-531,2 0 0,3 2 0,2-1 0,2 2 1,3-1-1,1 75 0,5-29 25,6 155 277,0-229-305,1 0-1,2-1 1,1 0 0,1 0-1,1-1 1,29 51 0,-25-50-3,120 206 180,-105-189-188,3-2 0,1-1-1,41 39 1,-50-59-28,2-1 0,0-1 0,1-2 0,1-1 0,1-1 0,0-1 0,1-2 0,1-1 0,50 12 0,19-1 39,180 16-1,118-31 57,-247-10-59,-111 3-51,-30 1-11,1-1 0,0-1 0,0 0 0,0-1-1,0 0 1,-1 0 0,1-2 0,0 1 0,20-9 0,-6-5 41,-2-1 0,26-21 0,12-10 81,-46 35-105,0 0 0,-1-2 0,0 0 0,-1-1 0,20-30 0,-30 41-10,0-1-1,0 0 0,-1 0 0,0-1 0,0 1 0,0-1 0,-1 0 0,0 0 0,2-11 0,2-7 0,13-51 0,14-131 0,-12-137 0,-17-14 0,-6 200 0,2 128 0,-5-180 0,2 164 0,-3 0 0,-19-73 0,-2 32 0,-4 1 0,-71-142 0,42 120 0,-108-148 0,137 214 0,-2 0 0,-2 2 0,-76-67 0,94 94 0,0 0 0,0 1 0,-1 0 0,-1 2 0,1 0 0,-2 1 0,1 1 0,-1 1 0,-1 1 0,1 0 0,-1 2 0,-33-3 0,-170 6 0,199 1 0,0 2 0,0 1 0,1 0 0,-1 2 0,1 1 0,0 1 0,0 1 0,1 1 0,-23 13 0,-39 20 0,2 3 0,-116 85 0,176-113 1,1 2 0,1 0 0,0 2 0,-22 28-1,34-37-5,1 0 0,0 0 0,1 1 0,1 0 0,0 0 0,0 0 0,1 1 0,1 0 0,1 0 0,-3 19 0,2 0-817,3 1 0,0 0-1,7 46 1,-3-62-84,1 0 0,1 0 1,0-1-1,2 0 0,15 30 1,-8-16-606,29 74-5228,-6 8-3113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 7331,'0'0'14879,"-29"64"-14116,-96 216-267,-69 155 526,100-218-875,81-197 587,7-12-2307,3-57-13742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7668,'0'0'14646,"57"334"-13973,-29-187-161,-13 1-64,-15-7-240,0 0 80,0-32-80,0-25-80,0-33-128,0-32-16,-15-19-6098,-49-38-497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9957,'0'0'8483,"421"-19"-9587,-343-7-2322,-42-6-2256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8884,'0'0'17251,"-9"77"-16945,-27 253-76,26-240 33,-29 121-1,-6-67 168,20-68-299,20-63-117,0-1 0,-11 21 0,16-44-9045,-1-27 3597,-1-9 728,2-15-1585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9380,'0'0'14583,"1"61"-13198,6 204-425,22 22 305,-18-206-961,-8-56-215,4 28 45,-7-50-121,1 1 1,0-1-1,0 0 0,0 0 0,1 0 0,-1 0 0,1 0 1,-1 0-1,1 0 0,0 0 0,4 4 0,-5-7-21,0 1 0,0-1-1,0 1 1,0-1 0,0 1-1,0-1 1,0 0-1,0 0 1,0 1 0,1-1-1,-1 0 1,0 0 0,0 0-1,0 0 1,0 0 0,0 0-1,0-1 1,3 0 0,0 1-10,-1 0 16,0-1 0,0 1-1,0 0 1,0-1 0,0 0-1,0 1 1,-1-1 0,1 0-1,0 0 1,-1-1 0,1 1-1,0-1 1,-1 1 0,0-1 0,1 0-1,1-2 1,3-3 16,-1-1 1,0 0-1,8-12 1,11-22 16,-2-1-1,25-66 1,26-102 117,-17 44-188,-55 161 55,-1 1 1,0 0-1,0 0 1,0 0-1,0-9 1,-1-3-6323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28 1569,'5'-8'2550,"10"-9"7937,-14 17-10262,0-1 1,0 1 0,0 0 0,-1-1-1,1 1 1,0 0 0,0 0-1,0 0 1,0 0 0,0 0 0,0 0-1,0 0 1,0 0 0,0 1 0,0-1-1,0 0 1,0 0 0,0 1-1,-1-1 1,1 1 0,0-1 0,0 1-1,0-1 1,0 1 0,-1-1-1,2 2 1,11 11 270,0 0 0,-1 0 0,-1 2 0,0-1-1,-1 1 1,13 25 0,-5-10-88,0 0-24,0 2-1,22 55 0,-38-78-344,0 0 0,-1 0 0,0 0 0,0 0 0,-1 1 0,0-1 0,-1 0 0,0 0 1,-1 0-1,-4 17 0,3-20-33,-1 0-1,0-1 1,-1 0 0,1 0 0,-1 0 0,0 0 0,0-1 0,-1 0-1,1 0 1,-11 6 0,-71 32-176,44-23 25,17-9 104,20-8 47,0 0 0,0 0-1,1 1 1,-1 0 0,1 0 0,-7 4 0,11-6 10,4 7-200,16 4 162,141 47 217,-130-49-205,-29-10 12,1 1 1,0-1 0,0 1 0,-1 0 0,1-1-1,-1 1 1,1 0 0,-1 0 0,1 0 0,-1 0-1,0 1 1,1-1 0,-1 0 0,0 0 0,0 1-1,0-1 1,0 1 0,1 1 0,-1 1 31,0-1 1,0 1-1,0-1 0,-1 1 1,0 0-1,0-1 1,0 6-1,0 2 118,-1-6-113,0 0 0,0 0 1,-1 0-1,0 0 0,1 0 0,-2 0 1,1-1-1,0 1 0,-1-1 0,0 1 1,0-1-1,0 0 0,-1 0 0,1-1 1,-5 5-1,-4 3-41,-1 0 1,0-1-1,-21 13 0,23-18-191,1 0 0,-1 0 0,1-1 0,-1-1 0,-1 1 0,1-2 0,0 1 0,-1-2 0,1 0 0,-1 0 0,1-1 0,-1 0 0,-15-3 0,5-1-1563,1-1-1,0 0 1,0-2-1,0-1 1,-33-17 0,-14-13-6774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0 971 6499,'0'0'16029,"22"-25"-14645,69-87-2,6-11 485,61-72-463,-123 157-1295,1 2-1,75-57 1,-8 18 115,169-94 0,-227 145-64,-25 12-51,0 1 1,1 2-1,1 0 0,31-9 1,6 8-138,-1 3-1,1 2 1,109 6 0,-64 0 45,-45-1-2,-15-2-11,81 10 1,-83-7 53,-41-1-52,5-1-2496,-26 28-12556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3025,'0'0'23424,"-1"0"-23380,1 0-1,0-1 0,0 1 0,0 0 0,0-1 0,0 1 1,0 0-1,0 0 0,0-1 0,0 1 0,0 0 0,0-1 1,0 1-1,0 0 0,0 0 0,0-1 0,0 1 1,0 0-1,0 0 0,0-1 0,1 1 0,-1 0 0,0 0 1,0-1-1,0 1 0,0 0 0,1 0 0,-1-1 0,0 1 1,0 0-1,0 0 0,1 0 0,18 12 549,41 26-306,2-3 1,2-3-1,70 25 0,-122-52-264,-8-4-21,0 0 0,0 1 0,0 0 0,0 0 1,0 0-1,4 4 0,-7-5 14,1 0 1,-1 1 0,0-1 0,0 1-1,0 0 1,0-1 0,0 1-1,0 0 1,0 0 0,-1-1-1,1 1 1,0 0 0,-1 0 0,0 0-1,1 0 1,-1 0 0,0 0-1,0 3 1,0 25 284,-3 86 352,1-100-631,0-1 0,-1 1 0,-1-1 0,0 1 0,-9 19 0,-90 160-64,66-130-136,34-60 154,-76 131-1986,22-53-2187,9-34-1080,35-37 3795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1 753 5619,'0'0'17530,"9"-6"-17140,127-78 496,104-77 348,123-76-777,-311 209-329,58-23 0,-60 29-69,-14 7 9,2 3 1,42-10 0,84-11 90,-154 31-159,205-35 115,-86 20-21,-23 5 39,-64 6 350,1 2 0,45 1 0,-11 3-2730,1 1-8086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8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1 144,'0'0'23736,"24"8"-23466,-15-4-256,10 2 2,-1 0 0,0 2 0,-1 0 0,0 1 0,0 1-1,-1 1 1,0 0 0,19 18 0,48 65 97,-29-31-12,1-17 152,-53-43-216,0 0 0,-1 0 0,0 0 0,0 0 0,0 1 1,0-1-1,0 0 0,0 0 0,-1 1 0,0-1 0,0 0 0,0 1 0,0-1 0,0 1 0,-1-1 0,-1 6 1,2-1-13,-4 5 12,1 0-1,-2 1 0,1-1 1,-2-1-1,0 1 1,0-1-1,-1 0 0,-1 0 1,-16 19-1,-3 7-16,-12 22 0,-57 80-858,81-121 77,-1-2 0,0 1-1,-1-2 1,-1 0-1,-21 14 1,-46 19-5757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15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20 704,'0'0'18758,"10"-3"-17066,28-10-620,-29 10 219,-8 3-855,-1 0-343,1 0 0,-1 0 0,0 0-1,1 0 1,-1 0 0,1 0 0,-1 0-1,1 0 1,-1 0 0,1 0 0,-1 0 0,0 0-1,1 0 1,-1 1 0,1-1 0,-1 0-1,0 0 1,1 0 0,-1 1 0,1-1-1,-1 0 1,0 0 0,1 1 0,-1-1-1,0 0 1,0 1 0,1-1 0,43 46 93,-1 2 1,-3 1-1,44 72 1,-16-23-55,-25-38 2,-4 2-1,38 77 1,-59-100-58,-2 0-1,-1 2 0,-2-1 1,-2 2-1,7 49 0,6 253 613,-24 1-353,-2-139-259,2-105-25,0-97 27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1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6483,'0'0'18894,"15"21"-17808,11 15-715,-2 1-1,-1 0 1,17 43 0,102 218 256,-141-297-626,0 0-1,1 1 1,-1-1-1,1 0 1,-1 0 0,1 0-1,-1 0 1,1 0-1,-1-1 1,1 1-1,0 0 1,0-1 0,-1 1-1,1-1 1,0 0-1,0 0 1,0 1 0,-1-1-1,1 0 1,0 0-1,3-1 1,0 1 13,0-1 0,1 0 0,-1 0 1,0 0-1,0 0 0,6-3 0,8-8 33,-1-1-1,0 0 1,0-2 0,30-32-1,15-12 55,-40 40-336,-1 0 1,0-1 0,-1-2 0,30-39-1,-42 41-1057,-9 19 1086,0 0 1,1 1-1,-1-1 1,0 1-1,0-1 1,0 0-1,1 1 0,-1-1 1,0 0-1,0 1 1,0-1-1,0 0 0,0 1 1,0-1-1,0 1 1,-1-1-1,1 0 1,0 1-1,0-1 0,0 0 1,-1 1-1,1-1 1,0 1-1,-1-1 0,1 1 1,-1-2-1,-17 0-9625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7123,'0'0'10253,"0"20"-7116,-3 67 739,0-61-3513,-1 0 0,-14 44 0,-5 15 144,-20 162 0,15 93-282,22-255-154,4-50-57,-1 0 1,-2-1-1,-2 1 0,-1-1 0,-23 61 1,30-91-271,0-79-946,1-67 799,2 120 364,0-1 0,2 1 1,0 0-1,9-25 0,18-30-62,3 1 0,83-132-1,-110 198 108,63-95 10,-60 86-1,-9 16-12,0 0 0,1 0-1,-1 0 1,1 1 0,-1-1-1,1 0 1,0 1 0,0 0-1,0-1 1,0 1 0,0 0 0,6-4-1,-2 5 1,-5 1 5,-1 23-446,0 178 913,0-201-471,0 1 0,0 0 0,0 0 0,-1 0 0,1-1-1,0 1 1,0 0 0,-1 0 0,1-1 0,0 1 0,-1 0-1,1 0 1,-1-1 0,1 1 0,-1 0 0,1-1 0,-1 1 0,0-1-1,1 1 1,-1-1 0,1 1 0,-1-1 0,0 1 0,0-1 0,1 0-1,-1 1 1,-1-1 0,-27 6 44,7-2-60,12-1-34,0 0-1,0-1 1,0-1-1,0 1 1,-12-1-1,-34 5-234,29-5 164,26-1 103,0 8-21,1 1 28,0-1 1,0 1-1,1-1 1,0 0 0,0 1-1,1-1 1,0 0 0,1 0-1,0 0 1,6 13-1,3 1 83,2 0 0,23 29 0,-15-22 0,155 207 497,-154-195-524,-21-35-45,1-1-1,0 1 1,0-1 0,0 0 0,1 0-1,6 7 1,-9-11-73,-13-11-8178,-19-12 17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3394,'0'0'22623,"11"1"-22348,-5 0-268,0-1 0,0 1 0,0 1-1,0-1 1,0 1 0,0 0 0,-1 0 0,1 1 0,-1-1 0,1 1-1,-1 1 1,0-1 0,9 8 0,37 30 48,-11-11 232,-38-29-281,1 0 1,-1 0-1,0 0 1,0-1-1,1 1 1,-1-1-1,0 1 1,1-1-1,-1 0 1,1 0-1,-1 0 1,0 0-1,4-1 1,-4 1-212,0-1 1,-1 1-1,1 0 1,0-1-1,-1 1 1,1 0-1,0 0 1,-1 0-1,1 0 1,0 1-1,-1-1 1,1 0-1,0 1 1,-1-1-1,1 1 1,0 0-1,-1-1 0,1 1 1,-1 0-1,1 0 1,-1 0-1,0 0 1,1 0-1,-1 0 1,2 2-1,-2 4-728,0 0 0,0-1 1,-1 1-1,0 0 0,-1 8 0,1 2-1271,0 22-3430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0 1 12134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12134,'-93'423'4274,"115"-423"-2097,13 0-561,15 0-431,14 0-945,-14 0-48,15 0 32,-16 0 48,-6 0-176,-14 0-96,-8 0 0,1 0-64,-1 0-688,0 0-1425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11893,'0'0'14471,"-22"391"-14007,22-263-432,0 7-32,-7-7-32,-14-12-336,-1-13-208,-13-20-561,6-12-383,-42-14-1890,7-25-3569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5218,'0'0'13975,"0"-5"-12060,0 10 1073,23 337-702,-4-113-1738,-17-207-516,11 339 208,-13-359-294,0-8-530,-2-101 396,6-155-75,0 228 264,2 1 0,2 0 0,1 0 0,1 1 0,20-43 0,86-147 57,-113 217-56,64-104 9,-58 97-3,0 1 0,0 0 0,1 0 0,0 1 0,1 0 1,17-12-1,-25 20 7,1 0 0,0 0 0,0 0 0,0 1 0,0-1 1,1 1-1,-1 0 0,0 1 0,0-1 0,1 1 0,-1-1 0,9 2 1,-10-1-8,-2 0-2,1 1 0,-1-1 0,0 1 0,0-1-1,1 1 1,-1-1 0,0 1 0,0 0 0,0-1 0,0 1 0,1 0 0,-1 0-1,0 0 1,-1 0 0,1 0 0,0 0 0,0 0 0,0 0 0,-1 1 0,1-1-1,0 0 1,-1 0 0,1 1 0,-1-1 0,0 0 0,1 3 0,8 44 82,-7-38-73,2 39 41,-1 59 0,-3-95-43,0-11-26,0 0 0,0 0 0,-1 0 0,1 0 0,0 0 1,-1 0-1,1 0 0,-1 0 0,0 0 0,0 0 0,1 0 0,-1 0 0,-1 0 0,1 0 0,0-1 1,0 1-1,-1 0 0,1-1 0,-1 1 0,1-1 0,-1 0 0,0 1 0,1-1 0,-1 0 0,0 0 1,0 0-1,0 0 0,0 0 0,0-1 0,0 1 0,-3 0 0,-6 1-100,-1 0 1,1-1-1,-1-1 0,-19-1 0,7 0-15,-90 1-296,113 19 443,0-6 19,1 0 1,1-1-1,0 1 1,0 0-1,1-1 1,1 1-1,0-1 1,1 0-1,0 0 1,1 0-1,10 18 0,28 36 512,70 84 0,-22-56-362,-21-25-136,-67-66-600,14 10 1280,-10-11-3683,3-1-4351,-53-27-8574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15671,'0'0'11237,"32"0"-11157,167 0 72,-111 0-83,-52 0-3977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3073,'-79'391'16312,"86"-391"-13271,22 0 385,21 0-3042,21 0-304,15 0-32,-15 0 48,-7 0-96,-14 0 48,-7 0-48,-7 0-400,-1 0-576,1 0-257,-1 0-672,-20 0-1488,-15-13-1954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4178,'0'0'23931,"28"359"-23323,-14-231-448,15-6-160,-1 0-432,-6-26-833,-22-6-1056,0-13-1696,-43-19-5044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2282 1925 480,'12'0'31591,"-488"0"-31274,468-1-313,1 0 0,-1-1 0,0 0 0,1 0 0,0-1 0,-1 0 1,1 0-1,0 0 0,-8-7 0,-23-9-16,-69-36 26,98 51-14,0-1 0,0 0-1,0-1 1,-10-8 0,11 8-2,1 0-1,-1 1 1,0 0-1,-13-6 1,-23-13 1,38 20 5,1 0 0,-1 1-1,0-1 1,-1 2 0,1-1 0,0 1 0,-1-1 0,-8 0 0,11 2-2,1 0 1,-1 0-1,0-1 0,1 1 0,-1-1 1,1 0-1,0 0 0,-7-4 0,-15-8 5,10 7-14,1 0 0,-1-1 0,-16-13 1,-16-8-36,18 12-42,-47-39 1,18 12 92,53 41-14,-21-14-6,1-2 1,1 0-1,-29-31 0,-187-258-240,212 267 170,3-2 0,1-1 0,2-1 0,-20-57 0,-44-201-242,22 63 211,29 155 69,34 78 41,1 6-14,-1 5 45,-28 95 76,23-71-89,-2-1 1,0 0-1,-25 51 1,-10 1 11,11-17-52,-44 62 1,41-68-11,24-36-29,-26 35 0,32-50 28,1 1-430,16-10 263,-6 1 298,24-11-78,30-11 7,104-33-12,-137 49-18,0 1-1,35-6 0,-2 0 5,197-43 46,-222 54-91,0 1 0,59 3 0,-22 1 93,-60-2-20,-9 0 112,-3-8-129,0-11-42,1 3 29,-1 1-1,-1-1 1,0 1 0,-1-1 0,0 1 0,-2 0-1,0 0 1,-8-23 0,-2 9 21,-1 1 0,-24-34 0,31 50-8,-1 0 0,-1 1 1,0-1-1,-1 2 0,0 0 1,0 0-1,-17-10 0,-2 6 1,27 12-171,0 0 1,0 0-1,0 0 1,1-1-1,-1 1 1,1-1-1,-1 0 1,1 0-1,0 0 1,0 0-1,1 0 1,-1 0-1,-1-5 1,-19-27-2605,5 20 761,0 1 1,0 0-1,-1 1 1,-24-12-1,-34-15-7849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3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1008,'0'0'3197,"8"0"-3053,-3 0 1738,32 0 17589,-37 21-17891,-2 14-1387,-2 1 0,-1-1 1,-17 58-1,-8 48-19,12 86 94,7-65-160,10-63-529,1-64-2245,0-34 2468,-1 0-1,1 0 0,0 0 1,-1 0-1,1 0 0,-1 0 1,1 0-1,-1 0 0,1-1 0,-1 1 1,0 0-1,0 0 0,1 0 1,-1-1-1,0 1 0,0 0 1,0-1-1,0 1 0,1-1 1,-1 1-1,0-1 0,0 0 1,0 1-1,0-1 0,0 0 0,0 1 1,0-1-1,-1 0 0,1 0 1,-1 0-1,-39 1-3983,35-1 2774,-50 0-7911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2161,'0'0'19340,"8"53"-19138,27 175 148,-27-157 90,-3 0 0,-3 72 1,-3-67-119,1 317 142,0-988-1189,0 585 728,1 1 1,0-1-1,0 1 1,1-1-1,0 1 1,1 0 0,0-1-1,0 1 1,1 1-1,8-15 1,0 6 14,0 1 0,0 0 1,26-24-1,-36 38 54,1-1 0,0 0 1,0 1-1,0-1 0,0 1 1,1 0-1,-1 0 0,1 0 1,-1 1-1,1-1 0,-1 1 1,1 0-1,0 0 0,0 0 1,0 0-1,0 1 0,-1 0 0,8 0 1,-10 0-45,1 0 1,-1 1-1,0 0 0,0-1 1,0 1-1,0 0 1,0-1-1,0 1 0,0 0 1,0 0-1,0 0 1,0 0-1,-1 0 1,1 0-1,0 0 0,0 0 1,-1 0-1,1 0 1,-1 0-1,1 1 0,-1-1 1,0 0-1,1 0 1,-1 3-1,3 3 81,12 30 208,26 72 16,-35-92-320,-2-1 1,0 1-1,-1 0 1,1 32-1,-3-11-35,-3 43-214,1-79 217,1 0 1,-1 0 0,1 0 0,-1 0 0,0 0-1,0-1 1,1 1 0,-1 0 0,-1-1-1,1 1 1,0 0 0,0-1 0,-1 0-1,1 1 1,0-1 0,-1 0 0,0 1 0,1-1-1,-1 0 1,0 0 0,1 0 0,-1-1-1,0 1 1,0 0 0,0-1 0,0 1-1,-2-1 1,-6 2-89,0 0 0,0-1-1,-19-1 1,21 0 14,-205 0-1385,212 0 1966,1 8-395,0 0 0,0-1 0,0 1 0,1 0-1,1-1 1,-1 1 0,1-1 0,0 1 0,1-1-1,0 0 1,0 0 0,0 0 0,8 11 0,131 197 769,-32-54-655,-8-10-383,-96-144-200,1 3-274,-41-8-21075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7411,'0'0'17448,"228"-7"-17272,-163 7-144,-8 0 33,-15 0-49,-13 0-16,-15 0 0,8 0-769,-8 0-303,-7 0-1009,-28 0-12278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3906,'121'365'10228,"-106"-365"-6978,28 0-2418,21 0-688,21 0 32,1 0-143,-1 0-33,-20 0-177,-8 0-943,-36-6-993,-21-33-2209,0 1-2497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5971,'0'0'19096,"65"507"-18647,-51-302-289,14 1-160,-13-33-240,-1-38-1089,-14-26-1632,0-64-2258,-22-32-6386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13190,'0'0'15741,"10"0"-15269,185-9-182,22-1-60,-175 9-159,88 5 113,-116-2-164,0 0 0,-1 1-1,1 0 1,-1 1 0,0 0 0,0 1 0,18 10 0,-9 0-5,0 2 0,-2 0 0,0 0 1,-1 2-1,26 32 0,-38-43-13,11 13 2,-2-4 17,-1 1 0,0 1 0,18 31 0,-24-35-10,7 14 1,-1-1-1,19 53 0,-19-29 4,22 61 32,-24-73 3,-2 0 0,9 56 1,-5-16-42,18 140 120,-25-153-117,0-14-15,-8-52-26,15-1-732,-80 0-22073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0 719 14855,'0'0'13929,"37"43"-12955,119 136-329,-71-86-181,-74-84-394,1 1 0,0-2 0,16 9 1,-21-13-61,-1-1 0,1 0 0,0 0 1,0-1-1,1 0 0,-1 0 0,11 0 1,-14-1-11,0-1 0,0 1 0,0-1 0,1-1 0,-1 1 0,0 0 0,0-1 0,0 0 0,0 0 0,0 0 0,0 0 0,0-1 0,0 0 0,-1 0 0,7-3 0,1-8 1,1 0 1,-2-1-1,0 0 0,-1-1 0,0 0 0,7-18 0,16-35 24,-3-2-1,29-100 0,17-156-2148,-66 271-451,-3 0 1,0-67-1,-6 21-7443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2017,'0'0'21271,"3"16"-20577,23 175-174,-14-75 35,-3-10 39,-8 131-1,-2-116-873,1-119 157,25-1 251,50 7 251,47 5 76,-39-9-2892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11285,'0'0'15647,"30"0"-15260,15-2-260,9 1 63,67 6 0,40 19 50,-89-19-565,-59-5-3664,-1 1-4009,-42-1 1272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3009,'-128'340'13959,"128"-334"-8613,7 0-3025,43 1-1168,43 12-897,35-6-112,0 0-144,-6-7-128,-30-6-977,-21 7-479,-28-1-1330,-43 0-1344,0 7-2785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16167,'0'0'5971,"0"347"-3106,0-116-1360,0 12-897,0-5-399,0-14-209,0-31-401,0-14-1007,0-37-1506,-29-46-2400,-28-32-6243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3265,'0'0'17963,"4"-1"-16079,-4 1-1798,1 0 0,-1-1 0,1 1 0,-1 0-1,1 0 1,-1 0 0,0 0 0,1-1 0,-1 1 0,1 0 0,-1 0 0,1 0 0,-1 0 0,1 0-1,-1 0 1,1 0 0,-1 0 0,1 0 0,-1 1 0,1-1 0,-1 0 0,1 0 0,-1 0 0,0 0-1,1 1 1,-1-1 0,1 0 0,-1 0 0,0 1 0,1-1 0,-1 0 0,0 1 0,1-1 0,-1 0-1,1 2 1,1 24 1993,-2-15-2408,15 354 1783,17 148-958,-29-289-2771,-1-224 2245,495 0-1130,-496 0 998,1 1 1,-1-1-1,0 0 1,1 0-1,-1-1 1,1 1 0,-1 0-1,0 0 1,1-1-1,-1 1 1,0-1-1,1 1 1,-1-1-1,0 1 1,0-1-1,0 0 1,1 0-1,-1 1 1,0-1-1,0 0 1,0 0 0,0 0-1,0 0 1,-1 0-1,1-1 1,0 1-1,0 0 1,-1 0-1,2-3 1,-1 0-486,-1-1 0,1 1 0,-1-1 1,0 1-1,0 0 0,0-1 0,-1 1 1,0 0-1,-1-6 0,-10-22-5708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5891,'0'0'19032,"321"-13"-18872,-257 13-144,-28 0-32,-7 0-320,-15 0-512,-7 0-433,-35 0-11877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8788,'0'0'15959,"435"-45"-15959,-356 32 0,-15 7-640,-14 6-785,-1 0-640,-13 0-848,-14 0-1473,-22 32-448,0 19-2465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5731,'0'0'21337,"28"494"-19720,-28-289-1217,0 7-400,0-20-16,0-12-1088,0-7-1521,-14-31-3042,-57-27-7715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11765,'0'0'12897,"2"54"-12652,4 347-39,-6 71 573,-1-464-784,1 0 1,-1 0-1,0 0 0,-1 0 1,0 0-1,0-1 1,0 1-1,-6 10 0,-1 3-324,8-9-234,1-11 564,0 0 0,0 0 0,0 1 0,0-1 0,0 0 0,0 0-1,0 0 1,0 0 0,1 0 0,-1 0 0,0 0 0,1 0 0,-1 0 0,1 0 0,-1 0 0,1 0 0,-1 0 0,1 0-1,0-1 1,-1 1 0,1 0 0,0 0 0,0-1 0,0 1 0,0 0 0,-1-1 0,1 1 0,0-1 0,0 1 0,0-1-1,2 1 1,2 1 13,9 4 47,1-1 1,0-1-1,1 0 0,21 2 1,69 6 199,120-9 162,-130-4-2223,-116-12-11587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4530,'0'0'22458,"114"0"-22458,-64 0 64,-7 0-32,-8 0 0,-13 0-16,6 0-16,-14 0-64,1 0-640,-1 0-865,-7 0-1024,-7 32-10885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13878,'-29'424'4194,"58"-424"-2369,21 0-1201,35 0-111,8 0-241,-7-13-208,-1 7-64,-6-7-480,-15 6-1281,-36 7-1169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16087,'0'0'8932,"21"474"-7571,1-256-705,-8 7-480,7 6-176,-13-6-1056,-8-14-1905,-8-37-3810,-49-46-8244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5891,'0'0'18333,"4"29"-16881,13 265 546,-4 285-976,-11-480-1481,34-99-125,283 13 925,-215-7 310,-53-1-1747,1-3-5673,-51-11 2271,-1 5 3839,0 0 1,-1 0-1,1 1 0,-1-1 1,1 0-1,-1 0 0,-1 0 1,1 0-1,-3-5 0,-2-1-1187,-1 1 0,-1-1 0,0 1-1,-10-9 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11813,'0'0'15986,"39"-2"-15820,261-10-19,-82-7-316,-191 10-297,-6 2-1765,-6 5-3585,-43 21-6075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4530,'107'443'19529,"-86"-443"-17928,36 0-1265,36 0-240,21-32-96,7 0 0,-14 0-624,-7-7-513,-14 1-864,-44 12-1440,-42 0-2306,0 13-4530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17816,'0'0'8756,"36"411"-8900,-14-213-1617,-22 14-2433,0 6-4770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1755 2605 9812,'0'0'16301,"-40"8"-16103,-128 22-129,137-26-42,1-1-1,-1-1 1,-40-2 0,16-2 42,1 2 89,1-2-1,-1-3 0,-87-19 1,58 3 109,0-5-1,1-2 1,-143-73 0,191 81-252,0-1 1,2-2-1,0-1 1,2-2-1,0-1 0,2-1 1,1-1-1,-34-49 1,23 20-26,4-1 0,1-2 0,4-1 0,2-1 0,3-1 0,-17-77 0,32 89-9,2 0-1,3-1 0,4-83 0,1 65 6,-1 41 7,1 0 0,1 0 0,2 0 0,1 0 0,1 1 0,2 0 0,13-34 0,12-16 14,3 2 1,3 2-1,55-80 1,-58 105 0,2 1 0,1 2 1,3 2-1,2 2 1,57-44-1,-50 50 22,1 3 1,2 2-1,1 2 1,2 3-1,0 2 0,2 3 1,106-26-1,-54 26 0,0 5 0,1 4 0,155 3 0,-131 10-44,17 0-301,-53 0-4783,-100 0 4957,1 0 0,-1 1 0,1-1 0,-1 0 0,1 0 0,-1 0 0,1 1 0,-1-1 0,0 0 0,1 1 0,-1-1 0,1 0 0,-1 1 0,0-1 0,1 0 0,-1 1 0,0-1 0,1 1-1,-1-1 1,0 0 0,1 1 0,-1-1 0,0 1 0,0-1 0,0 1 0,0-1 0,0 1 0,1 0 0,1 20-1432,-1-17 927,0 25-1990,0 1 0,-4 29 0,-9 12-1806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1078 3105,'0'0'22416,"6"0"-21325,16-2-880,0-1-1,0-1 1,41-13-1,7-2-54,-60 17-141,21-4 53,1-2 0,39-15 0,-62 19-56,1 0 0,-1-1 1,0 0-1,-1-1 1,1 1-1,-1-2 1,0 1-1,-1-1 1,0 0-1,0-1 1,9-12-1,-8 8 46,0 0 0,-1-1 0,0 0 0,-1 0 1,0 0-1,-1-1 0,-1 0 0,0 0 0,-1 0 0,0 0 0,-2-1 0,1-26 0,-2-195 156,0 215-197,-1-1 0,-1 1 1,-1 1-1,-1-1 0,-1 0 1,-1 1-1,-14-34 0,-65-151-1377,80 182 424,5 21 655,0 0-1,0 1 0,0-1 0,0 0 0,0 0 0,-1 0 1,1 0-1,-1 1 0,0-1 0,1 0 0,-1 0 0,0 1 1,0-1-1,0 0 0,0 1 0,0-1 0,0 1 0,-1 0 1,1-1-1,-2 0 0,-26-5-5889,6 6-2494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1164 1905,'0'0'20284,"2"-39"-19489,8-125-109,-7 102-236,7-80 343,-6 117-688,1 0-1,2 0 1,10-27 0,8-8-57,2 1 1,3 2-1,2 1 0,3 1 1,59-71-1,-78 107-27,0 1 0,2 0-1,1 1 1,0 1-1,0 1 1,2 1-1,0 0 1,1 2-1,0 0 1,0 2 0,1 0-1,1 2 1,0 0-1,0 2 1,0 0-1,48-3 1,240 5 463,-168 5-82,-103 1-353,0 0 0,-1 3 1,0 2-1,0 1 0,0 2 1,-1 1-1,49 23 0,-46-17-32,0 3 0,-1 1-1,-1 2 1,44 35-1,-68-43-26,0 0-1,-2 2 0,1 0 0,-2 0 1,-1 1-1,0 1 0,-1 0 1,13 33-1,-13-27 33,-2 0-1,0 1 1,-2 0 0,5 32-1,6 106 90,-15 150 167,-4-179-228,-4 5 68,2-116-35,0-1 0,-2 0 1,-15 44-1,6-26 178,-3 0 1,-1-2-1,-39 62 1,53-96-243,0 0 0,-1-1 1,0 0-1,0 0 0,-1 0 0,1-1 1,-1 1-1,1-1 0,-1-1 0,0 1 1,0-1-1,-12 3 0,-13 6-275,25-7-1056,-7 0-1012,3-3 1035,1 0 1,0 1-1,0 0 0,0 0 1,-16 7-1,-1 0-797,-27 11-4277,-9 4-2201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9444,'0'0'18878,"4"49"-18056,17 160-355,-5 12-179,-15-87-325,-1-131-57,22-5-311,-1-1 498,1-1 0,-1 0 1,0-2-1,-1 0 0,1-2 1,35-18-1,-27 13-119,0 1-1,49-13 0,-72 23-91,21-1-1455,-27 3 1515,0 0 0,1 0 0,-1 0 0,0 0 1,0 0-1,0 0 0,1 0 0,-1 0 0,0 1 1,0-1-1,1 0 0,-1 0 0,0 0 0,0 0 1,0 1-1,0-1 0,1 0 0,-1 0 1,0 1-1,0-1 0,0 0 0,0 0 0,0 0 1,0 1-1,0-1 0,0 0 0,0 0 0,0 1 1,1-1-1,-1 0 0,0 1 0,0-1 1,-1 1-1,-7 17-3075,-40 39-5463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7 688,'0'0'21311,"9"-3"-19999,-6 1-1132,-9 1 1279,-7 2-1328,0 0 0,-1 1 0,1 1 0,1 0 0,-1 1 0,0 1 0,-12 5 0,-94 51 486,83-41-454,-205 126 467,214-126-586,1 0 1,0 2-1,2 1 1,1 0-1,1 2 1,-28 40-1,12-4 78,2 2 0,4 1 0,2 1 0,3 2 0,3 0 0,-26 125 0,45-167-68,-10 51 252,-9 116 1,18 105 24,6-283-321,0 1 0,1-1 0,1 0 0,0 0 0,1 0 0,0 0 0,2-1 0,-1 1 0,1-1 0,1 0 0,1 0 1,13 21-1,-14-26 1,22 34 63,66 75 1,69 36 102,-129-126-152,1-1 1,1-2 0,45 22 0,-41-26-28,1-1-1,0-2 1,2-2 0,0-2-1,0-2 1,69 9 0,108-13 77,-182-7-70,-31-1-7,0 1 1,1-1-1,-1 0 0,0-1 1,-1 0-1,1 0 0,0-1 1,-1 1-1,1-1 1,10-7-1,3-4-5,34-29 1,-38 28 10,256-255 137,-180 172-95,74-80 15,-106 121-66,-34 34 9,28-33 0,-48 49-6,0-1 1,-1 0 0,0-1-1,0 1 1,-1-1-1,0 0 1,0 0-1,-1 0 1,0 0-1,2-19 1,-4 24-2,-1 2-2,0-1 0,1 1 0,-1-1 0,1 1-1,-1-1 1,1 1 0,0-1 0,0 1 0,0 0 0,0 0 0,1-1 0,1-2 0,-2 4-40,0-1 1,-1 1 0,1-1 0,-1 0 0,0 1-1,1-1 1,-1 0 0,0 0 0,0 1 0,0-1-1,0 0 1,0-1 0,1-18-750,3 11-79,0-1 1,-1 0-1,-1-1 0,0 1 1,0 0-1,-1-1 0,0 1 1,-1-1-1,-1 1 1,-2-16-1,3 25 526,-1 1 0,1-1-1,-1 0 1,0 0 0,0 0 0,0 0 0,0 1 0,0-1 0,0 0-1,-1 1 1,1-1 0,0 1 0,-1-1 0,1 1 0,-1 0 0,-3-3 0,-1 2-1039,1 0 1,-1 1 0,0-1 0,1 1 0,-12-1 0,17 2 1342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17416,'0'0'13371,"40"14"-13259,138 42-138,-152-50-6,1-2 1,-1 0-1,1-2 0,-1-1 1,40-2-1,-6-1-162,-59 2 195,-1-1 1,1 1 0,0 0 0,-1 0 0,1 0 0,0 0-1,-1 0 1,1 1 0,-1-1 0,1 0 0,0 0-1,-1 0 1,1 0 0,-1 1 0,1-1 0,-1 0-1,1 1 1,0-1 0,-1 0 0,1 1 0,-1-1 0,0 1-1,1-1 1,0 1 0,0 17 100,-1-4-119,0 660-2280,0-658 1413,-1 32-668,1-46 1127,-1 0 0,1 0 0,0 0 0,-1 0 1,1-1-1,-1 1 0,0 0 0,0 0 0,0 0 0,0-1 1,0 1-1,0 0 0,0-1 0,-1 1 0,1-1 1,0 1-1,-1-1 0,1 0 0,-4 2 0,3-2-1164,-1 0 1,1 0-1,-1-1 0,1 1 0,-1-1 0,1 1 0,-1-1 0,-4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1857,'0'0'25371,"-72"359"-24538,15-179-65,-7 6-336,-14-25-240,14-7 1,0-39-177,14-25-16,7-32-112,0-20-465,22-12-431,21-20-1858,28-6-12356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4898,'0'0'23435,"107"437"-22363,-57-277-655,7 7-321,-14-20-96,-7-6-224,-29-25-721,-7-39-463,0-6-946,0-46-1791,-50-25-1586,-50 0-3938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1 135 528,'0'0'25052,"449"-102"-25052,-342 102-1873,-22-20-2833,-28 7-5907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1088,'0'0'30494,"0"385"-30269,0-199-113,-7 1-80,-7-21-32,-7-31-16,-8-26-96,-7-38-65,1-39-607,6 0-576,15-32-1602,0-19-3009,7-71-5362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0 530 2273,'0'0'27084,"62"71"-25720,197 232-673,-227-262-517,52 85-1,-80-119-157,159 268 346,-134-229-319,-23-39-49,0 1 1,-1 0 0,0 1 0,-1-1-1,6 16 1,-10-24 0,0 0 1,0 1-1,1-1 1,-1 0-1,0 1 0,0-1 1,1 0-1,-1 0 1,0 1-1,0-1 0,1 0 1,-1 0-1,0 1 1,1-1-1,-1 0 0,0 0 1,1 0-1,-1 1 1,0-1-1,1 0 0,-1 0 1,0 0-1,1 0 0,-1 0 1,0 0-1,1 0 1,-1 0-1,1 0 0,-1 0 1,0 0-1,1 0 1,-1 0-1,0 0 0,1 0 1,-1 0-1,0-1 1,1 1-1,-1 0 0,0 0 1,1 0-1,-1 0 1,0-1-1,1 1 0,-1 0 1,0 0-1,1-1 1,-1 1-1,0 0 0,0-1 1,0 1-1,1 0 0,-1-1 1,0 1-1,0 0 1,0-1-1,0 1 0,0 0 1,1-1-1,-1 1 1,0 0-1,0-1 0,0 1 1,0-1-1,0 1 1,0-1-1,9-108-230,-5-146 1,-4 155 292,0-721-506,-4 733-267,2 47-1299,1-2-4651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2305,'0'0'27693,"21"15"-27056,11 8-427,51 49 0,-66-56-128,-2 1 0,0 1-1,0 1 1,-2 0-1,22 41 1,-27-42-74,-1 1 0,-1 0 0,0 0 0,-2 0 0,3 22 0,-2 7 9,-2 52 1,-3-97-25,0 0 1,0 0-1,-1 0 1,1 0-1,-1-1 0,1 1 1,-1 0-1,0 0 1,0 0-1,0-1 1,-1 1-1,1 0 0,-1-1 1,1 0-1,-1 1 1,0-1-1,-2 3 1,1-2-4,-1-1-1,0 1 1,0 0 0,0-1 0,0 0 0,0 0 0,0 0 0,-1-1 0,1 1 0,-6 0 0,-12 2-53,0-2-1,-1-1 0,-41-2 1,26 0-49,-138 1-659,170 0 896,37 0 153,-2 0-212,7-1 117,64 7 0,-56 3-131,0 1 0,-1 2 0,-1 2 1,0 2-1,-1 2 0,-1 1 0,-1 2 0,60 43 0,-89-56-51,0 0 0,0 1-1,-1 0 1,0 1 0,-1 0-1,0 0 1,0 1-1,-1-1 1,-1 2 0,8 15-1,-8-11 0,-1 1 0,-1-1 1,0 1-1,-1 0 0,0-1 0,-2 1 0,0 20 0,0-9 17,-1-20-6,1-1 1,-1 1 0,-1-1-1,1 1 1,-1-1 0,-2 9-1,2-13-7,-1 0 0,1-1 0,0 1-1,-1 0 1,0-1 0,1 0 0,-1 1-1,0-1 1,0 0 0,0 0 0,-1 0 0,1 0-1,0-1 1,-1 1 0,1-1 0,-1 1 0,0-1-1,1 0 1,-6 2 0,-8 2-6,-1-1-1,1 0 1,-1-1 0,-29 2-1,-73-5-101,58-1 22,16 1 21,5 2-11,-1-3 0,0-1 0,0-1 0,1-3 0,-40-11 0,-96-43-603,166 58 360,0-1 0,0-1 0,0 0 0,1 0 0,-17-10 0,23 11-110,-1 0 0,1 1 1,1-1-1,-1 0 0,0-1 1,-4-5-1,4 3-967,0 0 0,1 0-1,-1 0 1,-2-12 0,-4-26-11387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949 1 224,'0'0'27901,"-221"423"-27085,128-237-576,-7 20-80,1-14-80,6-25-64,0-26-16,8-26-64,-1-38-512,29-25-464,36-14-929,21-147-16920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6563,'0'0'21930,"71"411"-20761,-49-225-545,6 0-480,-14-6-144,1-20-48,-8-32-993,-7-32-943,0-31-2002,0-53-3298,-29-12-4065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3986,'0'0'23290,"335"-39"-24538,-221 39-2098,-14 0-2704,-28-13-4211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1217,'0'0'26284,"0"443"-24844,0-315-383,-22 13-849,15-12-208,-14-14-16,-1-25-1009,-6-26-431,-1-32-1362,1-32-1968,-15 0-2881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2769,'0'0'24019,"35"74"-21834,112 254-824,-53-78-697,-47-119-549,64 104-7,-98-209-80,-6-10-27,1-2 0,1 1 0,0-1 0,1 0 0,0-1 0,1 0 0,18 16 0,-27-27-126,2-11-3,8-26 19,-1-1 1,-1 0 0,7-54 0,5-122 146,-20 187-44,13-576-1265,-15 445-4701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5475,'0'0'19056,"61"14"-16924,203 53-593,-246-61-1381,0 0-1,-1 2 0,0-1 0,0 2 1,0 1-1,21 16 0,-24-14 15,0 2 0,-1-1 0,-1 2 0,12 17 0,-13-17-75,-1 1-1,-1 0 1,0 1 0,-1 0-1,-1 1 1,0 0-1,-2 0 1,0 0-1,3 21 1,-2 17 278,-1 99 0,-5-141-335,0-4-32,0 1 0,0-1 1,-1 1-1,-1 0 0,0-1 1,0 0-1,-1 1 0,-1-1 1,1 0-1,-2-1 0,1 1 1,-1-1-1,-1 0 1,1 0-1,-2 0 0,1-1 1,-1 0-1,0 0 0,-1-1 1,0 0-1,0 0 0,-17 10 1,4-4-80,-1 0 0,-1-1-1,0-2 1,-1 0 0,-34 8 0,-125 21-716,118-27 379,18-8 451,42-4 464,30-1-188,115 0 216,196 5-944,-321-3-38,0 0 0,0 2 1,0 0-1,0 0 0,0 1 0,-1 1 1,0 1-1,0 0 0,0 1 0,12 8 0,-22-13-96,0 1-1,-1-1 1,0 1-1,1 0 1,-1 0-1,0 0 0,-1 1 1,1-1-1,-1 0 1,1 1-1,3 7 1,-3-2-1677,-1 1 0,0 0 0,0-1 1,0 13-1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0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3410,'0'0'10639,"3"-7"-10065,1-5-553,0-1 1,-1 1 0,-1-1 0,0 0-1,-1 0 1,0-26 10538,-3 59-10410,1 1 0,2 20-1,1 4-3,-2 3170 1903,3-3156-1974,3 1 1,23 100-1,-19-111-21,-6-26 24,-1-1 1,-1 1-1,-1 35 1,-1-32 114,4-25-131,-4-1-64,0 0-1,0 0 1,0 0-1,0 0 1,1 0 0,-1 0-1,0 0 1,0 0-1,0 0 1,0 0-1,1 0 1,-1 0 0,0 0-1,0 0 1,0 0-1,1 0 1,-1 0-1,0 0 1,0 0 0,0 0-1,0 0 1,1 0-1,-1 0 1,0 0-1,0 0 1,0 0 0,0 1-1,0-1 1,1 0-1,-1 0 1,0 0 0,0 0-1,0 0 1,0 0-1,0 1 1,0-1-1,0 0 1,0 0 0,0 0-1,1 0 1,-1 1-1,0-1 1,0 0-1,0 0 1,0 0 0,0 1-1,0-1 1,0 0-1,0 0 1,0 1-1,0 106-1688,0-112-3098,0-1 3987,-1 1-1,1-1 0,-1 1 1,0-1-1,-1 1 0,-1-8 1,-38-74-8723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0 464,'0'0'19673,"4"33"-17130,9 61-765,-1 118 0,-12-104-926,-13 402 881,-99 476-1130,109-968-645,0-1-217,0 0 0,1 23 0,2-36-1198,0-19-869,0-208-6062,0 67 1943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8020,'0'0'16994,"65"34"-15297,217 113-395,-225-117-976,-1 2 0,-1 3 0,76 62 0,-98-70-170,-2 2 0,35 39-1,-56-56-110,0 1 0,-1 0 0,0 0-1,-1 1 1,0 1 0,-1-1 0,-1 1-1,8 28 1,-9-13 12,-2 1 0,-1 0 0,-3 52-1,0-23-8,1-40-31,-1 1 0,0-1 0,-2 1 0,-6 23 0,5-31-13,0-1 0,-1 0 0,0 0 1,-1-1-1,0 1 0,-1-1 0,0-1 0,-10 11 1,2-4-24,-1-1 0,-1 0 0,-1-1 0,0-1 0,-1-1 0,0-1 0,-1 0 0,-1-2 0,1 0 0,-2-1 0,1-2 0,-1 0 0,-43 8 0,-15-4-386,-1-3 0,-128-4 0,154-4 114,50 0 266,-387-16-1727,365 13 1999,63 4 195,624-18 1582,37-1-1479,-469 17-1882,-219 1 1076,0-1 0,0 0 0,0 0 0,0-1-1,0 0 1,11-5 0,-16 6-124,-1-1-1,0 0 1,0 1 0,0-1 0,-1-1-1,1 1 1,3-4 0,-3 3-531,-1 0 1,1 0-1,-1-1 1,0 1-1,0-1 0,0 0 1,1-3-1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0 560,'0'0'12446,"29"82"-11824,94 269-217,-86-244-231,33 164-1,11 310-63,-71-488-108,42 679 55,-37 10-4,-4-140-27,4 259-41,-12-707-10,0 1526-627,-5-925 698,-12-30 19,1-161 73,10 621 277,4-707-387,78 700-84,-53-982 43,78 820 13,-75-622 32,0-121-24,12 172-6,-23-119 12,14-4 3,-3-49-5,-8 21-9,39 375 10,-45-624-528,32 103 1,-44-177 262,-1-5-1748,-14-15-1877,-44-35-2617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0 864,'0'0'15391,"7"104"-13350,23 357-509,41 84 340,-44-392-1471,29 267 469,-18 70-78,-22 66-168,3 2062 1028,-20-1929-1522,-50 1430 201,-5-775-243,8 56-36,-21 837 6,67-2135-58,-15 1316 24,17 95 5,37-881-26,-33-591-26,-3-19-108,1 1 0,2-1 0,0 0 0,12 36 0,2-19-800,-12-31 486,-3-10-409,-6-19-2353,3 21 3207,-7-28-1792,-1 0 0,-14-35 0,-72-119-6172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5891,'0'0'10997,"0"551"-9685,0-429-575,0 10-545,0 8-192,29-9-112,-29-9-1377,0 10-2417,-29 25-2753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1270 299 2369,'0'0'24283,"-28"-47"-23005,-93-144-328,117 186-889,-1-1 0,0 0 0,0 1 0,0 0 0,-1 1 1,1-1-1,-9-4 0,10 7-10,1 1 0,-1-1 0,0 1 1,0 0-1,0 0 0,0 0 0,0 0 0,-4 1 1,-127-6 831,113 7-851,0 0 0,1 2 0,0 0 0,-26 8 0,26-3-38,0 0 1,1 2 0,1 1-1,-1 0 1,2 1 0,-1 2-1,2-1 1,0 2 0,1 0-1,0 1 1,1 1 0,1 0-1,1 1 1,0 1 0,-18 36-1,25-37-2,1-1-1,0 0 1,2 1-1,0 0 1,0 0-1,2 0 1,0 0-1,3 19 1,-2-10-30,0-21 36,0 0 0,1 0-1,0 0 1,0 0 0,0 0 0,1-1 0,0 1 0,0 0 0,0-1 0,1 1 0,0-1 0,0 0 0,0 0-1,1 0 1,-1 0 0,1-1 0,7 7 0,5 2-11,0-1 1,1-1-1,33 18 0,-43-25 8,302 132-139,-107-54-235,-161-65 263,-20-9 43,35 20 1,-54-26 72,0 0-1,1 0 1,-1 0-1,0 0 1,0 1 0,0-1-1,-1 1 1,1 0-1,-1-1 1,1 1 0,-1 0-1,0 0 1,0 0 0,0 0-1,0 0 1,-1 0-1,1 0 1,-1 0 0,0 0-1,0 1 1,0-1-1,0 0 1,0 0 0,-1 0-1,1 0 1,-1 0-1,0 0 1,0 0 0,0 0-1,-1 0 1,1 0-1,0-1 1,-3 4 0,-16 15 31,0-1 0,-2-2 0,0 0 1,-33 21-1,51-36-30,-40 26 19,-2-3 0,-1-1-1,0-2 1,-2-2 0,-1-2-1,0-3 1,-72 14 0,18-12-1362,-1-5 0,-179-1 0,277-12 1001,-1 0-1,1 0 1,0-1 0,0 0 0,-1 0 0,1-1 0,0 0 0,-8-3 0,11 3 21,0-1-1,0 1 1,1-1-1,-1 0 1,1 0-1,-1 0 1,1-1 0,0 1-1,0-1 1,0 0-1,1 0 1,-1 0 0,-2-6-1,-5-12-3340,-12-46 0,22 68 3641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9652,'0'0'15015,"292"-96"-15015,-228 96-96,-14 64-624,-7 26-1201,-7 12-800,-8-5-1041,-28-20-2369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10053,'0'0'12405,"421"-6"-12293,-321 6-112,-8 0-1056,-20 0-1521,-37-26-3106,-28-19-1904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1729,'0'0'19547,"-10"77"-18261,-28 260-403,28-34-272,11-217-515,6 525 62,8-380-172,-14-230-5,-1 1 0,0-1 0,0 1 0,1-1 0,-1 0 0,1 1 0,-1-1 0,1 1 0,0-1 0,0 0 0,-1 0 0,1 1 0,0-1 0,0 0 0,0 0-1,0 0 1,0 0 0,1 0 0,-1 0 0,0 0 0,0 0 0,1-1 0,-1 1 0,0 0 0,1-1 0,-1 1 0,1-1 0,-1 1 0,4-1 0,3 1-276,0 0 0,0-1 0,0 0 0,13-2 0,0 1 26,-10 0-212,0 0 1,0 0-1,0-1 1,0 0 0,0-1-1,0 0 1,-1-1-1,1 0 1,-1-1-1,0 0 1,14-9-1,27-18-4225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7 3442,'0'0'25003,"-62"23"-24544,-21 9-378,-85 45 1,162-73-80,-1 0 1,1 0 0,-1 1-1,1 0 1,1 0 0,-1 0-1,1 0 1,-8 11 0,11-12-2,-1 1-1,1-1 1,0 0 0,1 1 0,-1 0 0,1-1 0,0 1 0,-1 7 0,-5 62 31,4 120 0,4-116 88,-1-73-86,1-5-187,1 0 101,0 0 0,0 0 0,-1 0 1,1 0-1,0-1 0,0 1 0,0 0 0,-1-1 0,4-1 0,1 0-31,-1-1-1,0 0 1,1-1-1,-1 1 1,-1-1-1,1 0 1,-1-1 0,1 1-1,-1-1 1,0 0-1,-1 0 1,7-9-1,0-6-253,0 1 0,9-28-1,-1-6-388,-2-1 1,-3 0-1,-1 0 0,-4-2 1,4-113 3366,-9 170-2542,0 0 1,-1 0-1,1 0 0,-1 0 0,1 1 1,-1-1-1,0 0 0,1 1 0,-1 0 1,0 0-1,0-1 0,0 1 0,0 1 1,0-1-1,-1 0 0,1 0 1,-1 1-1,1-1 0,-1 0 0,2 6 1,5 5 139,32 44 294,60 66 1,-72-96-1078,0 0 0,34 23-1,-45-37-570,-12-9 574,15 9-1427,-2-10-3132,-4-3-2626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1 1 5875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5875,'356'-161'13126,"-391"155"-7828,35 0-3185,0-14-1377,92 1-768,8 6 16,14 7 0,-21 6-944,-15 0-801,-21 6-208,-14 20-1600,-29-20-3106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5939,'0'0'20028,"-10"51"-19530,-3 19-356,-5 90-1,19-129-114,0 0 1,2 0-1,10 45 0,-8-51-16,35 236 60,-28-175-59,17 267 56,-23-253-45,-6 12 6,-1-70-17,6 66 0,-4-104-16,-1 0-1,1 0 1,0 0 0,0 0-1,0 0 1,0 0 0,1-1-1,-1 1 1,1 0 0,0-1-1,0 0 1,0 1 0,4 3-1,-4-5 1,1 0-1,0 0 0,0 0 0,0-1 1,0 1-1,0-1 0,0 0 0,0 1 1,1-1-1,-1-1 0,0 1 0,1 0 1,-1-1-1,0 0 0,1 0 0,3 0 1,-2 0-1,12 1-127,1-2 0,-1 1 0,0-2 0,0 0 0,0-1 0,31-10 0,-30 5-821,0 0-1,0-1 0,30-20 1,-38 21-447,-1 1-1,0-2 1,0 1 0,12-17 0,16-30-7535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0 546 15335,'0'0'11899,"72"-23"-11859,227-74-91,-262 84-78,58-28 1,-86 36 47,0-1 0,0 0 1,-1 0-1,0-1 0,12-14 0,-17 18 51,0-1-1,1 0 0,-2 0 0,1 0 0,0-1 0,-1 1 0,0-1 0,0 1 0,0-1 0,-1 1 0,2-8 0,-1 0-17,-1-1 1,-1-25-1,0 18 69,0 15-12,0 1 0,-1-1 0,0 1 1,0-1-1,0 1 0,0-1 0,-1 1 0,0 0 0,0 0 1,0 0-1,0 0 0,0 0 0,-1 0 0,0 0 1,0 1-1,0-1 0,0 1 0,0 0 0,-5-3 0,-7-5 13,0 2 0,-1-1-1,-25-10 1,30 15-12,-6-3-5,0 2 1,0 0-1,-1 0 0,0 2 1,1 0-1,-2 1 0,1 1 1,0 0-1,0 2 0,-26 1 1,37 0-6,0 1 0,0-1 0,0 1 0,0 0 0,1 1 1,-1-1-1,1 1 0,-1 1 0,1-1 0,0 1 0,1 0 1,-1 0-1,1 1 0,-1 0 0,1 0 0,-7 9 0,0 3 32,0 1-1,1 0 1,1 0-1,-9 25 1,9-19 82,2 1 0,1 0 0,0 0 0,2 1 0,-3 40 0,5 131 1441,5-111-854,-2-81-662,0 1 0,0-1 1,1 0-1,0 1 1,0-1-1,0 0 0,1 1 1,0-1-1,0 0 0,0 0 1,1 0-1,-1-1 0,1 1 1,5 6-1,0-2-3,1-1 1,0 0-1,0-1 0,1 0 1,18 11-1,-12-9-17,2-1-1,-1 0 1,1-2-1,0 0 1,1 0-1,-1-2 1,35 4-1,137-3-1018,-131-5-448,10 0-6758,-45 0-1695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0 864,'0'0'23817,"-3"16"-22590,-59 270 525,-25 13-914,59-207-499,11-33-223,-176 530 481,182-561-609,6-13-31,0-1 1,-1 0-1,0-1 1,-2 1-1,1-1 1,-10 12-1,5-14-349,11-10 208,0-1 1,1 1 0,-1-1 0,0 1 0,0 0 0,1-1 0,-1 1 0,0 0 0,1 0 0,-1 0-1,1-1 1,-1 1 0,1 0 0,0 0 0,-1 0 0,1 0 0,0 0 0,-1 0 0,1 0 0,0 0-1,0 1 1,0-65-6189,0 24 4130,0-83-4983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3169,'0'0'23259,"14"384"-22827,29-178 97,-7 12-193,-8 0-192,-6-25-64,-15-27-80,-7-37-64,0-39-448,0-7-1009,0-32-656,-7-44-2193,-50-7-3378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6083,'0'0'20489,"435"-51"-22922,-342 44-1409,-43 7-5074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 6467,'0'0'18745,"-64"378"-17049,50-236-511,-15 12-385,-6 6-464,-1-12-224,0-20 49,-6-25-129,20-33-16,-21-25-16,15-26-257,-15-12-271,7-7-832,8 0-1602,7-52-2720,6-50-4851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1 179 496,'0'0'25948,"21"55"-24086,150 402 270,41 128-1665,-167-450-432,-44-132-35,0 0 1,1-1 0,0 1 0,-1 0 0,1 0 0,0-1 0,0 1 0,4 3 0,-6-6-7,1 1-1,-1-1 0,0 0 0,1 1 1,-1-1-1,1 1 0,-1-1 0,1 0 1,-1 0-1,1 1 0,0-1 0,-1 0 0,1 0 1,-1 0-1,1 0 0,-1 1 0,1-1 1,0 0-1,-1 0 0,1 0 0,-1 0 1,1-1-1,0 1 0,-1 0 0,1 0 1,-1 0-1,1 0 0,-1 0 0,1-1 0,0 1 1,-1 0-1,1-1 0,-1 1 0,1 0 1,-1-1-1,0 1 0,1 0 0,-1-1 1,1 1-1,-1-1 0,0 1 0,1-1 0,-1 1 1,0-1-1,1 1 0,-1-1 0,0 1 1,0-1-1,0 0 0,1 0 0,7-25-127,-1-1-1,-1 1 0,4-40 1,-7 44 112,40-423-217,-3 23 241,-26 348-74,33-101 0,-15 62-630,-28 77-187,-4 100-7960,0 19 1408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200 271 3041,'0'0'24187,"-1"60"-23263,0 199-279,2-225-495,2 1 1,9 49-1,-8-66-87,1 1 1,1-1-1,0 0 0,2 0 1,0 0-1,12 19 0,-16-30-58,1 0-1,0 0 0,0 0 1,1-1-1,-1 0 0,2 0 1,-1 0-1,1-1 1,-1 0-1,2 0 0,-1 0 1,0-1-1,1 0 0,0-1 1,0 0-1,9 3 1,30-1-148,-45-5 131,1 0 0,-1 0 0,1-1 0,-1 1-1,1-1 1,-1 1 0,0-1 0,1 0 0,-1 0-1,0 0 1,0 0 0,0 0 0,0-1 0,0 1 0,0 0-1,3-4 1,2-4-7,-1-1 1,0 0-1,-1 0 0,0-1 1,-1 0-1,4-12 0,20-83-15,-16 39 51,7-129 0,-18-75-6,-2 148-56,1 100 44,1 16 16,0 0 1,-1-1-1,0 1 1,-1 0 0,0 0-1,0 0 1,0 0-1,-1 0 1,-3-9-1,4 14 12,-1 1 0,1-1 0,0 1-1,0 0 1,0 0 0,-1 0 0,1-1-1,-1 1 1,1 0 0,-1 1 0,1-1-1,-1 0 1,1 0 0,-1 1 0,0-1-1,1 1 1,-1-1 0,0 1 0,-2 0-1,-39 0 455,26 0-376,3 0-49,9-1-50,-1 1-1,1 0 0,0 0 0,-1 1 0,1-1 0,0 1 0,0 0 0,0 0 0,0 1 0,0-1 1,0 1-1,-6 3 0,-12 13-59,0 1 0,2 0 0,0 2 0,1 0 0,-25 36 0,28-36-63,-7 9-235,2 1 0,1 2 0,1 0 0,-19 45-1,20-30-2369,2 0 0,-19 91 0,15-36-7154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1 752,'0'0'24806,"-21"36"-23528,9-15-1130,-126 240 934,123-224-1002,-2-1 0,-2-1 0,-1 0 0,-1-2 0,-2-1 0,-53 58 0,49-64-61,-1 1-108,-31 24-1,35-34-66,19-15 49,0 1 0,1 0 0,-1 0 0,1 1 0,0-1 0,0 1 0,0 0 0,0 0 0,0 0 0,1 1 0,0-1 0,0 1 0,-4 8 0,5-7-154,0-1 0,0 1 0,1-1 0,0 1 0,0 0 0,0 6 0,0 16-3424,1-27 3475,0-1-1,0 1 0,0 0 0,0-1 1,0 1-1,0-1 0,0 1 0,0 0 1,0-1-1,0 1 0,0-1 0,1 1 0,-1 0 1,0-1-1,0 1 0,1-1 0,-1 1 1,0-1-1,1 1 0,-1-1 0,0 1 1,1-1-1,-1 1 0,1-1 0,-1 0 1,1 1-1,-1-1 0,1 0 0,-1 1 1,1-1-1,41 4-9178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13350,'0'0'12758,"-292"142"-14119,278-65-1712,-15 32-2738,-7 0-1968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885 1 672,'0'0'23454,"-33"51"-21854,-229 381-20,-43 120-561,150-274-896,142-257-143,-30 33 0,-8 12-454,48-61 62,0 0 0,1 0 0,-1 0 0,1 1 0,0-1 0,0 1 0,1-1 1,-1 1-1,1 0 0,0 10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20569,'0'0'6579,"0"347"-5442,0-193-449,22 13-512,20 12-96,-6-18-64,-8-7-16,-28-26-352,0-25-384,0-20-609,-28-12-912,-29-52-1585,-29-19-3905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2481,'0'0'21642,"320"-26"-23227,-213 26-2977,-21 0-4626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4818,'0'0'22154,"50"405"-21049,-35-219-289,-8 0-400,-7-13 17,0-19-353,0-51-80,-22-20-272,-13-51-401,28-6-687,-8-26-1410,-6-7-1504,0-76-3537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1 489 6995,'0'0'21367,"64"69"-19894,204 225-659,-122-118-401,-99-117-317,-10-15-90,53 46-1,-89-89-25,-1-1 0,1 1 0,-1 0 0,1-1 0,0 1 0,0-1 0,-1 1 0,1-1 0,0 1 0,0-1 0,0 1 0,-1-1-1,1 0 1,0 0 0,0 1 0,0-1 0,0 0 0,0 0 0,0 0 0,0 0 0,-1 0 0,1 0 0,0 0 0,0 0 0,0 0 0,0-1 0,0 1 0,0 0 0,0-1 0,-1 1 0,1 0 0,0-1 0,0 1 0,-1-1 0,1 1 0,0-1 0,0 1 0,-1-1 0,1 0 0,-1 1 0,1-1-1,0 0 1,-1 0 0,1 1 0,-1-1 0,0 0 0,1 0 0,-1 0 0,0 0 0,1-1 0,9-116-388,-5 47 395,8-208 64,0-6-214,-5 213 59,2-81-214,-10-76-2699,0 225 570,0 23-9452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6787,'0'0'22474,"-36"398"-21817,22-231-49,7 0-512,-7-13-96,-8-20-512,22-5-897,0-14-1280,-7-25-2658,-21-13-6178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0 720,'0'0'19049,"90"10"-17848,292 37-6,-327-40-778,104 28 1,-137-27-250,1 0 1,-2 1-1,1 1 1,-1 1-1,-1 1 1,0 1-1,28 24 1,-37-28-95,0 2 1,-1-1-1,0 1 1,-1 1-1,-1 0 1,1 0-1,-2 1 0,0-1 1,-1 2-1,0-1 1,0 1-1,-2 0 1,4 17-1,-3 4 121,-2-1 1,-3 66-1,-1-43-12,2 0 2,1-36-140,-1 0-1,-1 1 1,-1-1 0,-1 0 0,-1-1 0,-10 39 0,6-43-38,-1-1 1,-1 0 0,0-1-1,-1 0 1,0-1-1,-1 0 1,-1 0 0,-21 18-1,14-16-14,0 0-1,-1-1 0,0-1 0,-1-1 0,-41 18 0,36-22-65,0-1 0,0-1 0,0-1-1,-48 2 1,-114-7-388,95-1 290,-46 1 582,185-1-409,18 0 112,119 13-1,-134-2-8,-1 2 0,0 3 0,0 1 0,47 25 0,173 107 205,-220-117-179,84 70 0,-111-82-100,-1 1 0,-1 1 0,0 0 0,-2 2 0,24 40 1,-34-51-15,-2 0 1,0 1 0,0-1-1,-1 1 1,-1 0 0,0 0 0,1 17-1,-1 10 75,-3 44-1,-1-26 28,1-44-89,-1 0 1,0-1 0,-1 1 0,0 0 0,-1-1 0,-1 0-1,0 1 1,-8 16 0,7-20-10,0-1 0,-1 0 0,0 0 0,-1 0 0,0-1-1,0 0 1,-1 0 0,0-1 0,0 0 0,-1 0 0,-14 8 0,10-9-13,1-1 1,-1 0-1,0 0 1,-1-2 0,1 0-1,-1 0 1,1-1-1,-1-1 1,0 0-1,-25-3 1,21 2-10,-39 1-3,33 1-22,1-2-1,-1-1 1,0 0-1,1-2 1,-40-9-1,37 2-80,0-2 0,1 0 1,0-2-1,1 0 0,1-2 0,-33-28 0,-121-123-1642,154 144 1077,-26-36 0,40 47 264,1-1 0,1 0-1,0 0 1,1-1 0,-7-21 0,5 4-865,1-1 0,1 1 1,2-1-1,1 0 1,2-35-1,1-63-4151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 1 5378,'0'0'21637,"-21"23"-20364,-276 264-555,181-179-703,-11 28-159,-7 5-445,133-140 587,0 1 0,0-1 1,1 0-1,-1 0 1,1 0-1,-1 1 0,1-1 1,-1 0-1,1 0 1,-1 1-1,1-1 0,0 0 1,0 1-1,0-1 0,0 1 1,0-1-1,0 0 1,0 1-1,0-1 0,1 0 1,-1 1-1,0-1 1,1 0-1,-1 0 0,1 1 1,-1-1-1,1 0 0,0 0 1,0 0-1,-1 0 1,1 1-1,0-1 0,0 0 1,0-1-1,0 1 1,0 0-1,0 0 0,1 0 1,-1-1-1,0 1 0,0 0 1,2 0-1,72 26-6,-48-18 14,137 45 258,246 47 0,-234-72-156,1-8 1,188-1-1,-265-19-153,-17 1-489,92-11 1,-168 9 407,0-1 0,0 0 0,0 0 0,0-1 0,0 0-1,-1 0 1,1-1 0,-1 1 0,1-1 0,-1-1 0,0 1 0,0-1 0,0 0 0,-1-1 0,10-8 0,-10 5-184,-1 1-1,1-1 1,-1 0-1,-1 0 1,1 0 0,-2-1-1,1 1 1,-1-1 0,0 0-1,-1 0 1,1-12-1,3-120-6430,-5-14-3066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9252,'0'0'10181,"-88"472"-7556,88-218-1088,0 0-513,0 0-848,10-36-176,29-34-1504,-10-53-2226,-29-34-5794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10181,'0'0'5362,"-38"481"-5362,18-376-1681,20 0-2064,0-9-1922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64,'0'0'6835,"-68"507"-6066,48-376-769,1-17-465,19 0-1231,0-27-1474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2433,'0'0'8412,"-3"88"-7764,-10 276-488,10-168-129,3-156-32,-1 13 10,-1-33 115,2-1 0,0 1 0,1-1-1,1 1 1,8 32 0,-6-40 209,1 13 1306,8-5-2739,-5-10 570,-6-8 211,-1 0 0,1 1-1,0-1 1,0 0 0,-1 1 0,0 0-1,1-1 1,-1 1 0,0 0 0,0 0-1,0-1 1,-1 1 0,1 5 0,1 210-5138,-5 255 9273,-11-330-3775,0 44 126,14-146-147,2 54 169,-5-1 0,-28 179 0,-55 42-3393,29-134-446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14839,'0'0'13830,"-214"359"-13814,171-243 16,-6-14-16,-1-5-16,0-27-256,21-12-816,22 0-785,7-13-1665,0-20-3825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19785,'0'0'10853,"-407"443"-10853,357-327-256,0 5-769,15 14-687,20-39-946,15-38-2080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3025,'0'0'25388,"-114"186"-25372,64-103 16,-7-12 0,7-1-32,0-6-128,14-12-432,15 6-737,21-26-1328,0-7-2321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1 14215,'0'0'15190,"-363"128"-15061,349-77-129,-8 1-817,8 25-1024,0 6-1392,-15-6-1281,-14-6-4178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1825,'0'0'6155,"1"91"-4232,6 293-271,-6 7 746,-31 60-1329,2-122-740,16 720 950,14-663-1248,-2 1264-12,-1-1526-61,-19 138 1,10-184-2,-42 334-1869,28-4-1039,25-335 2661,-3 87-334,0-135 398,0-1 1,-2 0-1,-1 1 1,-10 26 0,13-43 97,-1 1 1,0-1 0,-1-1-1,0 1 1,0-1-1,-1 1 1,1-1 0,-2 0-1,1-1 1,-1 1-1,0-1 1,0-1 0,-1 1-1,1-1 1,-14 8-1,5-5-538,-1-1 0,-26 8 0,41-14 624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4156 3137,'0'0'12099,"-13"-10"-10613,-3-1-1003,6 5 83,1-1 1,0 0-1,-12-13 3666,21 35-3229,1 297 1260,-4 458-1359,-73 169-418,73-916-468,-92 577 447,-9 82 47,40 44-152,43-485-286,14-90-42,-10 100 19,-4 23-6,20-241-21,-2 0-1,-11 48 0,13-77-17,0-1-1,0 1 1,0-1 0,0 1 0,-1-1-1,1 0 1,-1 0 0,0 0 0,0 0-1,0 0 1,-1 0 0,-4 4 0,4-4 212,2-10-278,1 0 54,0 1-1,0-1 0,1 0 0,0 0 1,0 1-1,0-1 0,1 1 1,0-1-1,0 1 0,1 0 1,-1 0-1,2 0 0,3-7 1,6-4 35,0-1 1,32-30 0,-13 14-3,79-92 55,-14 14-43,189-170 0,-229 235-28,52-41 5,192-202 0,-182 155 17,130-158 19,-218 253-46,161-187 7,-147 181-13,-9 6-5,2 2-1,85-64 1,-97 84 5,27-20-14,-43 31 14,-1 1-1,1 0 1,1 0-1,18-7 1,-1-1 0,4 0 12,-28 12-9,1 0 0,0 0 0,-1 0 1,0-1-1,0 1 0,5-5 0,-4 5 8,1 2-6,-4 0 1199,-2-2-1138,0-23 60,1 8-120,-1 1 0,-5-28 0,-38-167 34,30 86-76,4-219 0,10 241 34,-2-151 24,3-352-39,42 155 26,-29 339 14,59-451-2,-25 89-66,-45 404 57,-4 37-8,3 1 0,0-1 0,2 1 0,11-36 0,24-55 17,-33 107-10,-6-1 0,-1 2-6,0 12 222,0 2-235,0-5 40,1-21-21,-1 19-15,1 0 0,-1 0 1,-1 1-1,1-1 0,-1 0 1,0 0-1,-1 0 0,0 0 0,0 1 1,-1-1-1,0 1 0,-5-9 1,-54-79 20,-4-4 35,-98-214-105,-95-179 18,149 319-21,5 8 64,34 55-4,-14-24-8,73 111 10,2-1-1,-9-29 1,-6-14 3,-35-70-9,1 10-1,12 22-59,-56-139 22,49 113-12,21 56 8,-3 2 0,-4 2 0,-52-72 0,84 131 29,-1-2 0,2 1 0,-9-22 0,-5-9-28,17 36 39,3 6-3,0 0 0,0 1 1,0-1-1,0 0 0,0 0 1,-1 0-1,1 1 0,0-1 1,-1 1-1,1-1 0,-1 1 1,0 0-1,1-1 0,-3 0 1,2 1-5,1 0 1,-1-1 0,1 1-1,0 0 1,0 0 0,-1-1 0,1 1-1,0-1 1,0 1 0,0-1 0,0 1-1,1-1 1,-1 0 0,0-2-1,-6-9-64,0 6 21,4 4 27,0 0 0,0 0 0,1 0 1,-1-1-1,1 1 0,0-1 0,0 1 1,0-1-1,0 0 0,1 0 0,-1 0 0,1 0 1,0 0-1,-1-7 0,2 9 20,0 7-131,-15 496 81,4-248 62,11-239-7,-43 931 13,-90 665 3,77-1159 8,-113 441 0,166-881-24,-61 290 16,40-196 14,-57 155 0,35-123-23,33-117 5,12-19-10,0 0 0,0 0 0,0 1 0,0-1 0,0 0 0,0 0 0,0 1 0,0-1 0,1 0 1,-1 1-1,0-1 0,1 1 0,-1-1 0,1 1 0,-1 1 0,1-2-6,0 0 1,0 0-1,0 0 0,-1 0 0,1 0 1,0 0-1,-1 0 0,1 0 1,0-1-1,-1 1 0,0 0 0,1 0 1,-1 0-1,1-1 0,-1 1 0,0 0 1,1-1-1,-1 1 0,0-1 1,0 1-1,0-1 0,1 1 0,-1-1 1,0 1-1,0-1 0,0 0 1,0 0-1,0 1 0,0-1 0,0 0 1,0 0-1,0 0 0,0 0 0,0 0 1,0 0-1,0 0 0,-1-1 1,0 1-491,7 0-3012,139 0-6194,-11 0 1451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7956,'0'0'13649,"1"-24"-12998,0 11-527,-1 3-60,0 0 1,1 0 0,0 1 0,1-1-1,3-11 1,-4 17-17,0 1-1,1-1 1,-1 1 0,1 0-1,0 0 1,0 0 0,0 0-1,0 0 1,0 0 0,1 1-1,0-1 1,-1 1-1,1 0 1,0-1 0,0 1-1,0 0 1,0 1 0,0-1-1,1 1 1,-1-1 0,5 0-1,32-8 440,-1 2 0,1 2-1,42 0 1,124 5 201,-99 2-481,356-1 131,-459 0-514,8 1-9723,-8-2 7859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10293,'0'0'15329,"24"29"-15040,7 9-170,157 179 549,-150-177-611,3 1-16,42 55-1,-31-29-2,-37-51-16,-12-14-19,0 1 0,-1-1 0,1 1 0,-1-1 0,1 1 0,-1 0 0,0 0 0,0 0 0,-1 0 0,1 0 0,-1 0 0,1 0 0,-1 1 0,0-1 0,0 1 0,0-1 0,-1 1 0,1-1 0,-1 1 0,0 4 0,0 116 165,-1-108-134,0 0 1,-2 0-1,0 0 0,-1 0 0,0-1 0,-1 1 1,-1-1-1,0 0 0,-2-1 0,1 0 1,-18 25-1,-10 6-6,-1-2 1,-42 40-1,-20 5-277,76-71-333,0 1 1,1 1-1,2 1 0,0 1 0,1 1 0,-20 31 0,-27 88-9974,26-63 1397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11557,'0'0'16442,"52"15"-16196,402 93 10,97-31-176,-438-66-118,109 6-388,-210-17 319,-7-1 24,-1 1 0,0 0 0,0 0 0,1 1 0,-1-1 0,0 1 0,7 2 0,-10-2-57,0-1 0,0 1 0,0 0 0,0 0 1,0 0-1,0 0 0,0 0 0,0 0 0,0 1 0,-1-1 0,1 0 1,0 0-1,-1 0 0,1 1 0,-1-1 0,0 0 0,1 1 0,-1-1 1,0 0-1,0 1 0,0-1 0,0 0 0,0 1 0,0-1 0,0 2 1,0 17-2620,0-19 2685,0-1 0,0 0 0,0 0 0,0 0 0,0 0 0,0 0 0,0 0 0,0 1 0,0-1-1,0 0 1,0 0 0,0 0 0,0 0 0,0 0 0,0 0 0,0 0 0,0 1 0,0-1 0,0 0 0,0 0 0,0 0 0,0 0 0,0 0 0,0 0 0,0 1 0,0-1 0,0 0 0,0 0 0,0 0 0,0 0-1,-1 0 1,1 0 0,0 0 0,0 0 0,0 0 0,0 1 0,0-1 0,0 0 0,0 0 0,0 0 0,-1 0 0,1 0 0,0 0 0,0 0 0,0 0 0,0 0 0,0 0 0,0 0 0,-1 0 0,1 0 0,0 0 0,0 0-1,0 0 1,0 0 0,0 0 0,-1 0 0,-15 0-6635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17080,'0'0'9892,"73"15"-9865,233 52-24,-291-64-4,-1 1 0,0 0-1,0 1 1,0 1 0,0 0 0,-1 1 0,0 0 0,13 10 0,-22-12 1,1 0-1,-1 0 1,0 0 0,0 0-1,0 1 1,-1 0 0,0 0 0,0 0-1,-1 0 1,0 0 0,3 11-1,0 4 3,-1 0 0,-1-1 0,-1 1-1,-1 1 1,-1 24 0,0-20 1,0-14-10,0 1 1,-1 0-1,-1 0 1,0 0-1,0-1 1,-1 1-1,-1-1 1,0 0-1,-1 0 1,0 0-1,0-1 1,-2 1-1,1-1 1,-1-1-1,-13 16 1,-20 17-253,-1-1 1,-52 39-1,52-47-829,2 1 0,1 1 0,-41 54 0,-43 85-9266,56-89 1947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11573,'0'0'12803,"86"-6"-12293,279-12-227,-345 18-267,0 0 1,0 0-1,0 2 0,0 1 1,-1 0-1,1 1 0,27 11 1,-22-6 23,-1 2 1,-1 1 0,0 0-1,36 28 1,-51-34-20,0 0 0,-1 1 0,0 0 0,0 0 0,0 0 0,-1 1 0,-1 0 0,1 0 0,-1 1 0,-1 0 0,1 0 0,-1 0 0,-1 0 0,0 0 0,3 15-1,-2 20 238,-1 1-1,-5 54 0,0-13-68,2-57-147,-1 1 0,-8 48-1,-3-29-23,-4 0-1,-25 57 0,-18 54 41,52-136-48,1 2 0,1-1 0,1 1 0,-1 43 0,4-49 7,1-12 31,0 1 0,0-1 1,0 1-1,3 11 0,-2-17-26,0 0 0,0 0 0,0 0 0,1 0 0,-1 0-1,1-1 1,-1 1 0,1 0 0,0-1 0,0 0 0,0 1 0,0-1 0,0 0-1,1 0 1,-1 0 0,4 2 0,21 11 118,0-1 1,1-1-1,0-2 1,1-1-1,0-1 1,43 7-1,1-5 5,115 4 0,153-13-29,-201-3-416,-136 1-226,-8-31-6792,2 27 6817,0 0 1,1 0-1,-1 0 0,0 1 1,-1-1-1,1 1 0,-1-1 1,0 1-1,1 0 0,-1 0 1,-1 0-1,1 0 0,0 0 0,-5-2 1,-8-4-2665,0 0 0,-32-11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6035,'0'0'21879,"83"47"-21273,271 161-206,-320-187-379,-1 1 1,-2 2-1,0 1 0,35 38 1,-40-35-9,-2 2 0,0 1 1,36 66-1,-48-74-29,-2 0-1,0 0 0,-2 1 0,-1 0 0,0 0 0,4 42 1,-5 140-266,-7-142 147,1-42 27,-1 0-1,0 1 0,-8 31 0,6-43 36,0-1-1,-1 1 0,0-1 0,-1 0 0,0-1 1,0 1-1,-1-1 0,-13 16 0,5-9-281,-1-2 1,-1 0-1,0 0 0,-1-1 1,0-2-1,-1 1 0,-1-2 0,0 0 1,0-2-1,0 0 0,-1-1 0,-41 9 1,1-5-2739,-2-3 0,1-3-1,-71-2 1,4-3-6698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1265,'0'0'25750,"42"-10"-25171,14-4-426,74-7 1,-118 20-119,-1 1-1,1 0 1,0 0 0,-1 2 0,1-1 0,-1 2 0,1-1 0,20 9 0,-15-3 30,0 1 1,-1 1-1,25 18 1,-32-21-56,0 1 0,0 0 0,-1 1 0,0 0 0,0 0 0,-1 1 0,0-1 0,0 2 0,-1-1 0,-1 1 0,0 0 0,0 0 0,-1 0 0,-1 1 0,3 13 0,0 16 21,-1 0 0,-2 1 0,-3 45 0,-1-46-24,2 7 28,-5 198 40,0-186-57,-3 0-1,-14 62 1,-89 282 152,92-334-158,-47 248 8,46-86 20,13 237-1,7-302 50,-2-149-54,2 0 0,0 1 0,1-1 0,1 0 0,8 27 0,-7-34-17,1 0 0,0 0 1,1 0-1,0-1 0,1 0 0,0 0 1,0-1-1,1 1 0,12 10 1,8 5 41,1-1 1,1-1 0,1-2 0,1-1-1,1-2 1,1-1 0,0-1 0,59 18-1,-37-19 25,1-2 0,0-2 0,1-3 0,110 1 0,38-9-237,-204 0-230,-2 22-7704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5715,'0'0'24531,"35"9"-24120,13 3-365,-1 3 1,-1 2-1,-1 1 0,69 40 1,-83-40-22,-2 1 1,0 2-1,47 44 0,-71-59-20,0-1-1,-1 1 1,0-1 0,0 1-1,-1 0 1,0 0 0,0 1-1,0-1 1,-1 1-1,0-1 1,0 1 0,1 9-1,-1 3 18,-1 0 0,-1 1 0,-2 19 0,1-20-23,0-9 4,0-1-1,-1 1 1,0 0 0,0 0-1,-1-1 1,-1 1 0,1-1-1,-1 0 1,-9 15 0,-1-5-16,1-1 0,-2 0 1,-17 15-1,-163 140-718,9-9-883,90-61-391,-18 20-3751,8-20-3069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584 376 4034,'0'0'6627,"11"-51"-6270,38-160 196,-28 142-159,-20 66-243,0-1 1,0 1-1,0 0 1,0-1 0,0 1-1,-1-1 1,0 1-1,0-5 1,5-2 868,-1 11 442,-3 8 4073,-1 3-5353,-1 0 1,-1-1-1,0 1 1,0 0-1,-6 16 1,-32 67 301,-216 544 703,-2 27-282,161-413-793,84-206-111,12-37-2603,2-49 370,2 2 1,15-68 0,-3 22 126,16-139-3556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13350,'165'-254'4034,"-165"456"-1697,20 43-1329,19-9-447,19-9-561,-39-104-16,-19-45-256,0-25-961,0-44-1616,-19-9-3010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11493,'0'0'8308,"340"9"-8356,-204-9-1088,-29-79-1378,-77-8-2832,-30-9-2418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15367,'0'0'8660,"-29"613"-8100,9-447-384,-18 9-48,-1 0-80,-20-35 0,1-35-48,9-27 0,40-43-32,-1-26-768,10-44-3762,0-105-2497,-10-44-673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1809,'0'0'18990,"4"106"-17416,13 355-534,13-183-421,16-56-94,-33-174-331,3 0 0,33 69 1,-45-109-162,23 41 116,-25-46-144,1 0 1,-1 1 0,1-1 0,0 0-1,0 0 1,0 0 0,0 0 0,0-1-1,0 0 1,6 4 0,-7-6-11,0 1 1,-1 0-1,1-1 0,0 0 0,0 1 1,-1-1-1,1 0 0,0 0 1,0 0-1,0 0 0,-1 0 0,1 0 1,0-1-1,0 1 0,-1-1 1,1 1-1,0-1 0,-1 1 0,1-1 1,0 0-1,-1 0 0,1 0 1,-1 0-1,0 0 0,1 0 0,-1 0 1,0-1-1,1 1 0,1-3 1,4-9-10,1 0 0,-2-1 0,0 0 0,5-16 0,20-76 11,-24 82 9,78-333 88,-15 56-167,-42 219-10,-27 79 73,-1 3-45,0-1-1,0 0 1,0 1-1,0-1 0,0 0 1,1 1-1,-1-1 1,0 0-1,0 0 1,1 1-1,-1-1 1,0 1-1,1-1 0,-1 0 1,0 1-1,1-1 1,-1 1-1,1-1 1,-1 1-1,1-1 1,-1 1-1,1-1 1,-1 1-1,1 0 0,0-1 1,-1 1-1,1 0 1,0-1-1,-1 1 1,1 0-1,0 0 1,-1 0-1,1 0 0,0-1 1,-1 1-1,1 0 1,0 0-1,0 0 1,-1 1-1,1-1 1,0 0-1,-1 0 0,2 0 1,7 1-617,56-1-7735,-34 0 2444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59 220 10597,'0'0'10701,"0"95"-9191,0 306-438,0-201-359,0-178-601,0 1 1,2-1-1,1 1 1,1-1-1,7 27 1,-8-40-89,0 0 0,1-1-1,0 0 1,0 1 0,1-1 0,0-1 0,0 1-1,1-1 1,0 0 0,0 0 0,1-1 0,0 0-1,0 0 1,14 9 0,-17-13-17,1 0-1,-1 0 1,1 0-1,-1-1 1,1 1-1,0-1 1,-1 0-1,1-1 1,0 1-1,0-1 1,-1 0-1,1 0 1,6-1 0,11 0 24,-19 1-25,0 0 1,0-1 0,0 1-1,0 0 1,0-1-1,0 0 1,0 0 0,-1 0-1,1 0 1,0 0-1,0 0 1,-1-1 0,1 0-1,0 1 1,-1-1-1,0 0 1,1 0 0,2-4-1,1-2 0,-1 0 1,1 0-1,-2 0 0,7-15 0,-3 5 6,13-24 12,-2-1 0,-2-1 0,-2 0 0,-2-1 0,-2-1 0,8-66 0,-6-400 63,-15 352-17,3 154-56,-1 2-12,0 0 0,0 1 1,0-1-1,0 0 0,-1 0 1,0 0-1,1 0 1,-1 1-1,-2-5 0,2 7 10,0-1 0,0 1 0,-1 0 0,1 0 0,0 0 0,-1 0 0,1 0 0,-1 0 0,1 0 0,-1 1 0,0-1 0,1 0 0,-1 1 0,0 0 0,1-1 0,-1 1 0,0 0 0,0 0 0,1 0 0,-1 0 0,0 0 0,-2 0-1,-58 0 793,55 0-787,-1 0 0,0 1 0,1 0 0,-1 0 0,1 0 0,0 1 0,-1 0 0,1 1 0,0-1 0,0 1 0,0 1 0,1-1 0,-1 1 0,1 0 0,-7 6 0,-4 6-14,1 0 1,0 1 0,1 1-1,-24 37 1,-41 90 10,68-120-18,1 1 0,1 1 1,1 0-1,2 0 0,0 1 1,2-1-1,-2 38 0,-3 174-628,10-232 481,0 0-1,0 0 1,1 1 0,0-1 0,0-1-1,1 1 1,-1 0 0,1 0-1,1-1 1,4 10 0,-5-12-4,1-1 1,0 1 0,0-1-1,0 0 1,1 0-1,-1 0 1,1 0-1,-1 0 1,1-1-1,0 0 1,0 1 0,0-2-1,0 1 1,1 0-1,5 1 1,11 1-1317,-1-1 0,1-1 0,0-1 0,36-2 0,-20 0-2350,26 1-6490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5298,'0'0'14471,"10"0"-14444,28 0 50,-29 0 579,-9 7 777,0 715 1664,-1-637-2736,-4-1-1,-20 109 0,-33 125 264,46-233-594,7-50-29,-9 39 0,10-54-12,3-14-46,0-1 0,0 1 1,-1 0-1,0-1 1,0 1-1,0-1 0,0 1 1,-1-1-1,0 0 1,0 0-1,-5 6 0,6-10-439,0 1 0,1 0-1,-1 0 1,1 0 0,-1 0 0,1 0-1,0 0 1,0 1 0,0-1 0,0 0-1,0 1 1,0 2 0,0-3 147,1 0 0,-1 0 0,0 0 0,1 0 0,-1 0 1,0 0-1,0 0 0,0 0 0,0 0 0,-1-1 0,1 1 0,0-1 0,-1 1 1,1-1-1,-1 1 0,1-1 0,-3 2 0,-24 11-6526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1400 2503 3105,'0'0'0,"-58"-552"-400,-10 264 400,-49-19 32,-48 1 16,-30 35-48,-9 35-1232,-10 61 367,59 61 865,38 18 1217,39 17-1217,49 0-624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13334,'0'0'10986,"-39"68"-10561,39-68-425,-157 299 184,148-279-181,2 0 1,0 1 0,0-1-1,2 1 1,1 0 0,1 0-1,-2 32 1,-29 305 20,0 2-197,34-354 158,-19 476-5594,6-215-2123,-13-125 2538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1088,'0'0'19015,"2"6"-18719,5 14 94,-1 1 1,-1 0-1,-1 1 0,-1-1 1,-1 1-1,-1-1 1,-3 36-1,2-26-18,2 101 796,1-28-385,-15 141 0,-19-74-448,5-35-163,25-132-169,-7 60-1,-4-1 0,-2-1 0,-26 71 0,36-122-186,3-29-966,-4-67 1043,6-87 0,0 161 111,0 0 0,1-1 0,0 1 0,1 0 0,0 0-1,1 1 1,0-1 0,1 1 0,0 0 0,9-14 0,7-4 42,1 0 1,26-25 0,-45 50-43,60-58 59,3 3 0,3 2-1,135-83 1,-192 131-26,0 1 0,0 1 0,1 0 0,21-8 0,-15 10-3765,1 3-3996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15399,'0'0'7652,"342"385"-7380,-299-314-208,-7-13-48,-22-13-16,0-26-64,-14 7-881,0-14-1296,-28-12-17192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4114,'0'0'10007,"0"55"-4812,-1 25-4111,3 267 1927,15-63-1114,0 50-694,-17 15-261,0-341-998,1-1 87,-1 0 0,-1 0 0,1 0-1,-1 0 1,-3 10 0,4-16-68,-1 1-1,1-1 0,-1 0 1,0 1-1,1-1 1,-1 0-1,0 1 1,0-1-1,0 0 0,0 0 1,0 0-1,0 0 1,0 0-1,-1 0 0,1 0 1,0 0-1,0-1 1,-1 1-1,1 0 1,-1-1-1,1 1 0,0-1 1,-1 1-1,1-1 1,-1 0-1,1 0 1,-1 1-1,1-1 0,-3-1 1,3 1-49,-1 0 1,1 0 0,0-1-1,0 1 1,0 0 0,0-1-1,0 1 1,0-1 0,0 1-1,0-1 1,0 0 0,0 1-1,0-1 1,1 0 0,-1 0-1,0 1 1,0-1 0,1 0-1,-1 0 1,0 0 0,1 0-1,-1 0 1,1 0 0,-1 0-1,1 0 1,0 0 0,-1-1-1,1 1 1,0 0 0,0 0-1,0 0 1,0-2 0,-1-48 137,2 33-71,-1 2 145,-1 14-113,1-1 0,0 0 1,-1 0-1,1 0 0,0 0 1,1 0-1,-1 0 0,0 1 1,1-1-1,0 0 0,0 0 1,-1 0-1,2 1 0,-1-1 1,0 1-1,0-1 0,1 1 1,0-1-1,-1 1 0,1 0 1,0-1-1,0 1 0,0 0 1,0 0-1,3-1 0,41-26 168,0 3 0,2 2-1,52-19 1,-62 27-98,20-6-104,1 4 0,83-16 0,-95 23-457,-46 11 291,-1 0 1,1 0-1,-1 0 1,1 0 0,0 0-1,-1 0 1,1 0 0,0 0-1,-1 0 1,1 0 0,-1-1-1,1 1 1,0 0 0,-1-1-1,1 1 1,-1 0 0,1-1-1,-1 1 1,1 0 0,-1-1-1,1 1 1,-1-1 0,1 1-1,-1-1 1,0 1 0,1-1-1,-1 0 1,0 1-1,1-1 1,-1 1 0,0-1-1,0 0 1,0 1 0,0-1-1,1 1 1,-1-1 0,0 0-1,0 1 1,0-1 0,0 0-1,0 1 1,-1-1 0,1 0-1,0 1 1,0-1 0,0 1-1,0-1 1,-1 0 0,1 1-1,0-1 1,-1 1 0,1-1-1,0 1 1,-1-1-1,1 1 1,-1-1 0,1 1-1,-1-1 1,-29-19-5496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2673,'0'0'17048,"1"59"-15493,12 423 476,1 696 199,-14-1105-2772,0-72 436,0-1-1,0 1 0,-1 0 0,1-1 0,0 1 0,-1 0 0,1-1 0,0 1 0,-1 0 0,1-1 0,-1 1 0,1-1 0,-1 1 1,1-1-1,-1 1 0,0-1 0,1 0 0,-1 1 0,1-1 0,-1 0 0,0 1 0,1-1 0,-1 0 0,0 0 0,0 0 1,1 1-1,-1-1 0,0 0 0,1 0 0,-1 0 0,0 0 0,0 0 0,1 0 0,-1-1 0,0 1 0,0 0 0,-30-6-2604,-14-15-2654,7-5-3612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3 144,'0'0'24777,"16"0"-23825,67-2-503,131 4 418,-191-1-838,0 2 0,-1 1 0,1 0 0,-1 2 0,0 0 0,-1 2 0,27 12 0,-46-19-32,-1 0 1,1 0 0,-1 0 0,0 0 0,1 1 0,-1-1-1,0 0 1,0 1 0,0-1 0,0 0 0,0 1 0,0 0 0,0-1-1,-1 1 1,1-1 0,0 1 0,-1 0 0,1 0 0,-1-1 0,0 1-1,0 0 1,1 0 0,-1-1 0,0 1 0,0 0 0,-1 0-1,1-1 1,0 1 0,-1 0 0,0 3 0,-2 2-3,1-1 0,-1 1 0,0-1 0,0 0 0,0 1 0,-6 6 0,-34 37-16,-1-2 1,-94 80-1,-31 30-58,164-152 75,5-5 3,-1 0 0,1 0 0,-1 0 0,1-1 0,-1 1 1,0 0-1,1 0 0,-1-1 0,0 1 0,1 0 0,-1-1 0,0 1 0,0-1 1,0 1-1,0-1 0,0 1 0,1-1 0,-1 0 0,-2 1 0,2-1-44,1 2-80,0-1 121,0 1 0,1-1 1,-1 1-1,0-1 1,1 0-1,-1 1 0,1-1 1,0 0-1,-1 0 1,1 1-1,0-1 0,0 0 1,0 0-1,0 0 1,0 0-1,0 0 0,0 0 1,0 0-1,0 0 0,0 0 1,1-1-1,-1 1 1,0 0-1,3 0 0,40 13 10,-35-12-4,154 39 75,301 70 6,-440-108-1158,0 0 0,38-2-1,-58-1 508,-1 0-1158,-3-2 439,0 1 931,0 0 0,0 0 0,0 0-1,0-1 1,0 1 0,-1 0 0,1 0 0,0 0 0,0 0-1,-1 0 1,1 0 0,-1 0 0,1 0 0,-2-2-1,-22-22-6072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6291,'0'0'23323,"356"25"-23195,-256-5-64,-29-8-64,-21 1-112,-14 0-513,-1-13-687,-6 26-1105,-29-13-1857,0 12-4386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5843,'0'0'25003,"85"32"-42035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0 13542,'0'0'7236,"-292"473"-5011,205-272-1009,19 35-608,39 9-255,29 0-289,0 9-64,0-26-257,0-27-1087,19 0-1425,-9 0-1665,-10 1-2129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22810,'0'0'7092,"544"0"-7172,-291 0-801,-49 0-2080,-48 8-2690,-20 45-5234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1 7283,'0'0'13892,"-22"19"-12833,-1 0-831,1 0 0,-34 42-1,41-39-95,1 0 0,2 2-1,-18 42 1,27-59-109,-153 382 1016,-16 35 112,30-106-575,101-237-488,15-44-184,26-37 74,0 0-1,0 0 0,0 0 0,0 0 1,0 0-1,0 0 0,0 1 0,0-1 0,0 0 1,0 0-1,0 0 0,0 0 0,0 0 1,0 0-1,0 0 0,0 0 0,0 1 1,0-1-1,0 0 0,0 0 0,-1 0 1,1 0-1,0 0 0,0 0 0,0 0 1,0 0-1,0 0 0,0 0 0,0 0 0,0 0 1,-1 0-1,1 0 0,0 1 0,0-1 1,0 0-1,0 0 0,0 0 0,0 0 1,0 0-1,-1 0 0,1 0 0,0 0 1,0 0-1,0 0 0,0-1 0,0 1 0,0 0 1,0 0-1,-1 0 0,1 0 0,0 0 1,0 0-1,0 0 0,0 0 0,0 0 1,0 0-1,0 0 0,0 0 0,0 0 1,-1-1-1,1-11-588,0-1 28,0 13 583,1-27-995,0 0 0,9-44-1,43-139-2795,-1-41-1990,-3-17-1718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88 320,'-155'-88'5507,"164"167"1200,-9 26-2305,10 44-1521,0 26-560,9 0-688,-9 0-929,0-9-352,-10-26-192,0-26-96,0-44-64,0-27-96,0-25-1248,-20-27-6036,-57-78-2864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13030,'0'0'4994,"525"-166"-17479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1 416,'0'0'23707,"-87"560"-22570,48-359-241,10 18-544,0-35-176,-10-27-32,19-52-112,1-44-32,19-26-192,0-122-8916,0-71 416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8884,'0'0'7153,"0"85"-2805,0 285-1554,0-128-1202,-1-192-1214,10 71-1,-1-80-213,24 68-1,-6-25-87,-21-57-55,-3-19-14,-1 0 1,1 0-1,0-1 0,4 10 1,-5-16-8,0 1 0,-1-1 0,1 0 0,0 1 0,0-1-1,0 0 1,0 0 0,0 0 0,0 0 0,0 0 0,0 0 0,1 0 0,-1 0 0,0 0 0,1 0 0,-1-1 0,0 1 0,1 0 0,-1-1 0,1 1 0,-1-1-1,1 0 1,-1 0 0,1 1 0,2-1 0,-3 0-1,-1-1-1,1 1 0,0 0 1,-1 0-1,1-1 0,0 1 1,-1 0-1,1-1 1,-1 1-1,1 0 0,-1-1 1,1 1-1,-1-1 0,1 1 1,-1-1-1,1 1 0,-1-1 1,1 0-1,-1 1 1,0-1-1,1 1 0,-1-1 1,0 0-1,0 1 0,0-1 1,1 0-1,-1 1 0,0-1 1,0 0-1,0 0 1,29-86 2,-5 0 0,16-102 1,5-18 18,-19 106-39,32-141-232,-25 87-787,98-279 0,-121 407 210,1 0-255,8-34 0,-16 51-1250,-1-1 1,-1 0-1,1-17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2017,'0'0'20313,"0"577"-18984,-39-375-721,0-10-272,-9-26-272,38-17-32,-19-44-32,29-53-1136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 11925,'0'0'9301,"-262"516"-8933,174-385 48,20-8-256,0-27-48,19-35-80,30-35-32,9-17-16,10-149-6563,0-26-160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13670,'117'289'3746,"-117"-97"-1105,0 18-688,0 0-800,0-9-769,0-43-352,0-27-32,0-44-128,0-43-1201,-49-131-11749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9684,'0'0'6515,"476"9"-13462,-437-62-1905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0 7956,'0'0'16167,"-87"639"-15078,38-438-561,-19-9-64,0-25-320,10-54-16,9-25-128,30-62 0,-1-17-832,20-79-5283,0-79-1969,0-52-2337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1105,'-138'337'10986,"132"-315"-10212,0-1-1,1 2 1,1-1 0,1 0-1,1 1 1,1 31 0,3 94 1701,6 1 0,31 166-1,67 214-483,-94-479-1886,3-1 1,27 64 0,-42-112-97,0 0-1,0-1 1,1 1-1,-1 0 1,1 0-1,-1 0 1,1-1 0,-1 1-1,1 0 1,0 0-1,-1-1 1,1 1-1,0-1 1,-1 1 0,1-1-1,1 2 1,-1-2-9,-1 0 1,1 0 0,-1 0 0,1 0-1,-1 0 1,1 0 0,-1 0 0,0 0-1,1 0 1,-1 0 0,1-1 0,-1 1-1,1 0 1,-1 0 0,0 0 0,1-1-1,-1 1 1,1 0 0,-1 0 0,0-1-1,1 1 1,-1 0 0,0-1 0,1 0-1,1-2-5,0 0 0,0 0 0,0-1-1,0 1 1,-1-1 0,0 1 0,0-1 0,0 0-1,1-4 1,16-114-56,63-246 82,-51 222-50,36-195 208,-52 243-558,2-157 0,-16 192-2465,0-30-5592,0 48 1785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2161,'0'0'18214,"34"89"-15701,112 291-659,-102-266-1202,40 122 852,-72-192-1226,-3-1 0,-1 1 1,1 46-1,-5 128 559,-4-167-746,0-32-63,-1-1 1,0 1-1,-2-1 1,0 0-1,-1 0 1,-10 29-1,11-40-26,1 0 0,-2-1 0,1 0 0,-1 1 0,1-1 0,-2 0-1,1-1 1,-1 1 0,0-1 0,0 0 0,0 0 0,-1-1 0,1 1 0,-1-1 0,0 0-1,-1-1 1,1 0 0,-1 0 0,-12 4 0,13-5-40,0-1 0,1 0 0,-1 0 0,0 0 0,0-1 0,0 0-1,0 0 1,0 0 0,0-1 0,0 0 0,0 0 0,0-1 0,0 1 0,0-1 0,1-1 0,-1 1 0,1-1 0,0 0 0,-1 0-1,1 0 1,-4-5 0,-7-7-245,2 0 0,0-1 0,1 0 0,-20-31 0,10 13-100,-13-18-112,-98-130-130,133 182 702,2 0-61,-1 0 0,0 0 0,0 0 0,1 0 0,-1 0 0,0 0 0,0 0 0,0 0 0,1 0 0,-1-1 0,0 1 0,0 0 0,1 0 0,-1 0 0,0 0 0,0 0 0,0 0 0,1 0 0,-1-1 0,0 1 0,0 0 0,0 0 0,1 0-1,-1 0 1,0-1 0,0 1 0,0 0 0,0 0 0,0 0 0,0-1 0,1 1 0,-1 0 0,0 0 0,0-1 0,0 1 0,0 0 0,0 0 0,0-1 0,0 1 0,0 0 0,0 0 0,0 0 0,0-1 0,0 1 0,0 0 0,0 0 0,0-1 0,0 1 0,-1 0 0,1 0 0,0-1 0,0 1-1,0 0 1,0 0 0,0 0 0,0-1 0,-1 1 0,1 0 0,0 0 0,0 0 0,0 0 0,-1 0 0,1-1 0,0 1 0,0 0 0,0 0 0,-1 0 0,1 0 0,0 0 0,22-1 176,-8 1-68,0 0-1,0 0 1,0 2-1,0 0 1,15 3 0,11 10 177,-1 1 1,-1 2 0,47 30 0,26 11-29,-49-29-229,1-4 0,87 24 1,-111-40-927,0-1 0,1-3 1,0-1-1,-1-1 1,53-4-1,-89 1 407,1-1 0,0 0 0,0-1 0,-1 1 0,1-1 0,0 0 0,-1 0 0,1 0 0,-1 0 0,1-1 0,-1 1 0,1-1 0,-1 0 0,0 0 0,5-4-1,-1-3-1864,0 0-1,-1-1 0,0 0 0,-1 0 0,6-16 0,-11 26 2292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 1377,'0'0'22706,"-17"89"-20934,-65 301-540,70-347-1020,-2-1 1,-2 0-1,-2-1 1,-34 58-1,-83 123 460,100-163-542,-56 89 132,-8-17-102,65-87-128,-35 51-35,-21 27 125,75-105-272,-1 0 0,-1-1 0,0 0-1,-26 17 1,43-32 116,0-1-1,-1 0 0,1 0 1,0 1-1,0-1 0,0 0 1,-1 0-1,1 1 1,0-1-1,0 0 0,-1 0 1,1 0-1,0 0 0,0 1 1,-1-1-1,1 0 0,0 0 1,0 0-1,-1 0 1,1 0-1,0 0 0,-1 0 1,1 0-1,0 0 0,-1 0 1,1 0-1,0 0 1,0 0-1,-1 0 0,1 0 1,0 0-1,-1 0 0,1 0 1,0 0-1,-1 0 1,1 0-1,0 0 0,0-1 1,-1 1-1,1 0 0,0 0 1,0 0-1,-1-1 1,0-26-1870,1 13 1233,0-144-4771,0-60-2570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11461,'0'0'10293,"0"499"-7364,0-254-944,10-9-1136,10 9-481,-20-53-336,0-34-32,0-27 0,0-43-240,0-45-1137,-68-156-16007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3794,'0'0'21081,"525"350"-22985,-419-350-2563,-47-61-5377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0 11461,'0'0'7524,"0"473"-5155,0-228-560,-49 26-673,-39-9-207,1-34-97,9-36-352,20-61-208,19-52-240,19-35-64,20-184-6451,0-53-592,-19-43-5379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0 499 16327,'0'0'4018,"4"103"-827,15 342-1129,-15-391-1765,2 0-1,21 89 0,-4-64-181,2-1 1,4-1-1,64 121 0,-83-181-105,-8-12-4,0-1 0,1 1 0,-1-1 0,1 0 0,7 8 0,-8-11-5,0 1-1,0-1 0,0 0 0,0 1 0,0-1 0,0 0 0,0 0 0,1-1 1,-1 1-1,0 0 0,1-1 0,-1 0 0,1 1 0,-1-1 0,5 0 0,6 0-38,-10 0 23,0 1 1,1-1-1,-1 0 1,0 0-1,0 0 0,0 0 1,1-1-1,-1 1 0,0-1 1,0 0-1,0 0 0,0 0 1,0 0-1,0-1 1,0 1-1,0-1 0,-1 0 1,1 1-1,0-1 0,-1 0 1,0-1-1,1 1 0,-1 0 1,0-1-1,2-2 1,10-20-31,22-50 1,19-59 23,64-243-1,-9-156-76,-84 329 81,11-60-187,-34 255-149,0-1 1,0 1 0,1 0-1,1 0 1,-1 1-1,2-1 1,-1 1 0,1 0-1,12-13 1,11-16-4627,-18 24-1840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3137,'0'0'23422,"77"72"-22440,235 232-454,-229-215-310,-77-83-182,-1 0 1,-1 1-1,1 0 1,4 10-1,-3 1 22,-1 0-1,0 0 1,-1 0-1,-1 0 1,-1 1-1,-1-1 1,0 1-1,-3 23 1,1-3 6,2-29-51,-1 0 1,-1 0 0,0 0-1,-1 0 1,1-1 0,-2 1 0,0 0-1,-3 9 1,3-14-10,1-1 0,-1 1 1,0-1-1,0 0 0,-1 0 0,1 0 0,-1 0 1,0-1-1,0 1 0,0-1 0,0 0 0,0 0 1,-1-1-1,0 1 0,1-1 0,-10 3 0,-7 0-91,0 0 0,-1-2 0,0 0 0,0-1 0,0-2-1,-33-2 1,0 0-180,48 3 193,0-2 0,-1 1 1,1-1-1,-1 0 0,1-1 1,0 0-1,0 0 0,0 0 1,0-1-1,-12-7 0,6 1-73,1 0 0,0-1-1,0 0 1,-11-15-1,17 20 59,5 4 76,-1 0 1,1-1 0,0 1-1,-1 0 1,1-1-1,0 1 1,0-1-1,0 1 1,0-1-1,0 0 1,0 1-1,1-1 1,-1 0-1,1 0 1,-1 1-1,0-5 1,8 5 28,12 0 15,0 1 0,0 1 0,0 1 0,0 1 0,0 0 1,0 1-1,0 1 0,-1 1 0,0 1 0,0 0 0,20 13 0,2 4 79,0 2 0,-3 2 0,0 1-1,-1 2 1,-2 1 0,31 38 0,-57-58-47,0-1 1,0 2 0,-1-1-1,0 0 1,-1 1 0,-1 1-1,0-1 1,-1 1 0,4 22-1,-4-8 176,-1 1 0,-2-1 0,-4 51 0,2-74-225,1 1 0,-1-1 0,0 0 0,-1 0-1,1 1 1,-1-1 0,0 0 0,-1 0 0,1-1-1,-1 1 1,0 0 0,0-1 0,0 0 0,-1 0-1,1 0 1,-7 5 0,2-2 20,-1-1 0,0 0 0,-1 0 0,1-1 0,-1-1 0,0 1 0,-18 4 0,-5-1 29,0-2 1,0-1 0,-1-1-1,-43-2 1,41-2-75,-8 1-168,-81-10-1,112 7 99,-1-1-1,1 0 1,0-1 0,1 0-1,-1-1 1,1-1 0,-1 0-1,2 0 1,-1-2 0,-12-9-1,18 11-246,0 0-1,1-1 1,-1 0 0,1 0-1,0 0 1,1-1-1,0 1 1,0-1 0,1 0-1,0-1 1,0 1 0,-2-11-1,1 5-511,-17-64-5832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23403,'0'0'5026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0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2305,'0'0'26860,"59"-44"-39377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3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1 608,'0'0'14492,"3"0"-13072,8 0 4639,-15 0-2442,-6 0-4185,-1 0 1526,5 0-808,-49 2 478,51-2-582,0 0-1,0 1 0,0-1 1,0 1-1,1 0 1,-1 1-1,0-1 0,1 1 1,-1-1-1,-6 5 0,7-4-36,0 0-1,0 0 1,0-1-1,-1 1 1,1-1-1,0 0 1,-1 0-1,-4 1 1,-10 3 16,-294 144 551,279-133-525,8-2-22,-49 17 0,66-27-28,1-1 0,-1 2 0,0-1-1,1 1 1,0 0 0,0 1 0,-11 12-1,-1 2-19,-21 30 0,38-47 8,1 0-1,0 1 0,0-1 0,1 1 0,-1 0 0,1-1 0,-1 1 0,1-1 0,0 1 0,1 0 0,-1-1 1,1 5-1,0 4-10,-1 12-19,-1-17 38,1 0 1,-1 0 0,1 0-1,1 0 1,-1 0-1,1 0 1,0 0 0,1-1-1,0 1 1,0 0-1,0-1 1,1 1 0,0-1-1,0 0 1,5 8-1,9 4-14,28 24 0,-6-6 30,-27-24-63,0-1 1,1 0-1,1-1 0,0-1 1,0 0-1,1-1 0,0 0 1,0-1-1,0-1 0,1 0 1,0-2-1,1 1 1,-1-2-1,1 0 0,-1-1 1,1-1-1,21-1 0,-4 1-144,31-1-1366,-60 0 1242,0-1-1,0 1 0,0-1 0,0-1 1,0 1-1,0-1 0,0 0 1,0 0-1,6-4 0,-4 3-938,10-7-161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25467,'68'1347'0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1284 18 6963,'0'0'12851,"0"-3"-11290,0-11 9039,-10 23-10315,-14 16-162,1 1-1,1 1 0,-22 35 1,-2 3-106,-168 263-17,81-116 0,110-177 0,-188 265 0,83-145 0,22-7 0,37-61 0,-24 32 0,77-95 0,-86 136 0,100-156-1,-3 1 2,-6 5-17,9-9-155,6-17-1590,1 4 1357,1 0-1,0 1 0,1-1 1,1 1-1,-1 1 0,11-11 0,-1-1-214,42-53-1958,-29 42 611,-21 25 573,-1 0 1,0-1-1,-1 0 0,0-1 1,9-16-1,6-19-7344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10933,'0'0'17744,"52"93"-16791,177 313 2,-34-95-111,-118-194-480,59 113 325,42 64-404,-33-103-285,174 178 0,-311-360 0,91 97 0,-44-56 0,26 27 0,-81-77 0,8 10 0,0-1 0,1-1 0,0 0 0,15 11 0,-14-16-29,-9-3-193,-39 17-32150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0 720,'0'0'1665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140 345 5667,'-114'-290'3708,"95"244"-3533,13 38 5145,8 19 1547,-1-6-5580,0 59 450,11 18-1240,-5-35-220,2 75 0,3 86-76,-3-82-175,-9-126-27,0 19-111,1 0 1,1 0-1,0 0 0,2 0 1,0 0-1,1-1 0,1 0 0,9 20 1,-5-18-1013,0 0 0,-1 0 0,-1 1 0,-1 0 1,-1 0-1,-1 1 0,5 40 0,-9 10-4961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1905,'0'0'18392,"-107"428"-18392,107-349-1200,0-18-2050,0 1-3089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7748,'0'0'4642,"-194"516"-8724,194-437-4226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13846,'0'0'6355,"-155"420"-16455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5683,'0'0'14902,"-10"297"-14854,0-209-48,10 34 0,0 1-416,0-1-800,0 18-1217,-9-17-1521,-30-1-736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14951,'0'0'6995,"-282"455"-6707,282-342-256,0 19-32,0-19 0,0 1-1056,0-9-865,0 9-1425,0 8-2192,-9 1-3282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10053,'0'0'7091,"-184"516"-7123,184-402-1425,0 8-2305,-49 1-3873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14823,'0'0'3633,"-340"551"-2400,311-367-1153,29 0-80,0-1-496,0 1-2514,39 0-1744,-20-18-1232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5266,'0'0'4178,"-136"499"-2065,97-324-720,19-9-1025,1 26-224,19 1-128,0-36-16,0-25-160,0-28-1008,0-51-945,0-18-449,0-18 145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2513,'0'0'3058,"0"481"-2802,0-349 112,10-1 112,9-17 176,-9-1 129,-10-16-721,0 8-64,0 8-801,0 10-383,0 26-3346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1121,'0'0'7699,"-49"472"-4786,30-314-1552,9-9-1201,10-9-96,0 8-64,0-8-1152,0 0-1025,0-8 656,0-27-224,10-9-2961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0 288,'0'0'12326,"0"446"-11222,0-384-752,0-10-352,0 0-432,0-25-1713,-10-1-2017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1585,'0'0'18245,"-3"48"-16412,1-22-1571,-2 45 569,-4 0 1,-33 137-1,12-102-164,5 2 0,-17 188 0,36 203-304,7-291-761,-2-199 156,1 0-1,0-1 0,0 0 1,1 1-1,0-1 0,0 0 1,1 0-1,7 15 0,1-4-859,0 0-1,15 16 1,-17-23-77,0 0 1,0 1-1,-2 0 0,1 0 1,-2 0-1,9 23 0,-2 34-5413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3842,'0'0'15911,"-38"508"-15911,38-412-960,0-9-2498,0 18-3313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2161,'0'0'15335,"-39"534"-16327,127-385-1874,-20 8-735,-10 1 559,-29-9 1201,-19-27 801,-10-17 944,0-26 96,0-35 16,0-36-16,-39-8-2978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1 416,'0'0'22571,"-58"499"-22299,58-403-240,19 0-32,20 9-705,-10-17-1216,-29-1-1712,0 1-3699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10725,'0'0'7619,"-243"473"-18007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5074,'0'0'3714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11621,'0'0'6051,"-214"455"-6051,214-341-144,0-18-2177,49-17-2081,-1-27-2449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1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1569,'0'0'22490,"-214"446"-20537,185-314-1249,29-36-464,0 44-240,0-26-528,29-9-2337,0-9-3410,-29-9-6899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1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2289,'0'0'19273,"-350"604"-17832,350-429-1441,0 0-48,78-9-1857,19-35-3074,-38-26-3921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8468,'0'0'5282,"-321"446"-4417,282-341-593,20 35-272,19 27-1505,0 43-1824,0 43-2226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4754,'0'0'1377,"-137"569"-1377,89-377-320,28 18-2674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12918,'0'0'6483,"-321"587"-5251,292-447-1071,29 0-161,0-9-1633,39-9-3153,19 18-2466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9252,'0'0'4002,"-184"499"-3858,164-350-144,20 8-592,0 9-2866,0 1-2464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0 320,'0'0'12054,"0"586"-11734,0-437-320,0 9 0,0 25-1009,0-16-1408,0 25-1232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887 150 14231,'0'0'7286,"23"-22"-5632,68-66-107,-65 66-288,-25 22-1124,0 1 1,0-1-1,0 0 0,0-1 0,0 1 1,0 0-1,0 0 0,0 0 0,0 0 1,0-1-1,0 1 0,0-1 0,-1 1 0,1-1 1,0 1-1,0-1 0,0 1 0,0-1 1,0 1-1,-1-1 0,1 0 0,0 0 0,-1 1 1,1-1-1,-1 0 0,1 0 0,0 0 1,-1 0-1,0 0 0,1 0 0,0-1 1,-10 2-24,-276 0-163,270 0 30,0 1 1,-1 0 0,1 1-1,0 1 1,0 0-1,0 1 1,1 1-1,-1 0 1,1 1-1,0 1 1,-16 10-1,-57 37 3,3 5 0,2 3 0,-113 111 0,177-154-16,2 0 0,0 1 0,1 0 0,-22 42 0,34-55 16,0 0 1,1 0 0,0 0 0,0 0-1,1 0 1,0 0 0,0 14-1,4 49-43,-2-66 60,0 0 1,0 0-1,1 0 0,-1-1 1,1 1-1,-1-1 1,1 1-1,1-1 1,-1 0-1,0 1 1,1-1-1,-1 0 1,1 0-1,0-1 1,0 1-1,5 3 0,6 3-2,-1-1 0,27 11 0,-24-11 3,6 1-5,-1-1 1,45 9-1,0 1 8,-31-7 11,0-2 0,0-1-1,65 5 1,109-8-2479,-164-5 855,-45-6 735,0-5 179,0-25-581,0 11-3316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6163,'0'0'15668,"0"0"-15582,0 0 0,0-1 0,-1 1 0,1-1 0,0 1-1,0-1 1,0 1 0,0 0 0,0-1 0,0 1 0,0-1-1,0 1 1,0-1 0,1 1 0,-1 0 0,0-1 0,0 1-1,0-1 1,0 1 0,1 0 0,-1-1 0,1 0 0,5 33 906,-3 117 292,-3-34-682,8 332 852,18 68-561,-11-304-719,13 149 36,10 302 98,-38 172 1007,4-833-1192,-3-1-120,-1 0 0,0 0 0,0 0 0,0 0 0,0 0 0,0 0 1,1 0-1,-1 0 0,0 0 0,0 0 0,0 0 0,0 0 0,1 0 0,-1 0 0,0 0 0,0 0 0,0 0 0,0 0 1,1 0-1,-1 0 0,0 0 0,0 0 0,0 0 0,0 1 0,0-1 0,1 0 0,-1 0 0,0 0 0,0 0 0,0 0 0,0 0 1,0 0-1,0 1 0,0-1 0,1 0 0,-1 0 0,0 0 0,0 0 0,0 0 0,0 1 0,0-1 0,0 0 0,0 0 1,0 0-1,0 22 10,0-20 11,2-2-64,4 0 21,-4 0-2,23 0-8564,-25 0 8150,1 0 1,0 0-1,-1 0 1,1 0-1,-1 0 0,1 0 1,0 0-1,-1 0 0,1 0 1,-1-1-1,1 1 1,-1 0-1,1 0 0,0-1 1,-1 1-1,1 0 0,1-3-1303,0-19-7805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740 36 0,'0'0'16277,"0"-6"-14735,0-17 379,0 23-1886,0-1 0,0 1 0,0 0 0,0 0 0,0 0 0,1-1 0,-1 1 1,0 0-1,0 0 0,0 0 0,0-1 0,0 1 0,-1 0 0,1 0 0,0 0 0,0-1 0,0 1 1,0 0-1,0 0 0,0 0 0,0 0 0,0-1 0,0 1 0,0 0 0,0 0 0,-1 0 1,1 0-1,0-1 0,0 1 0,0 0 0,0 0 0,-1 0 0,1 0 0,0 0 0,0 0 0,0 0 1,0-1-1,-1 1 0,1 0 0,0 0 0,0 0 0,0 0 0,-1 0 0,1 0 0,0 0 1,0 0-1,0 0 0,-1 0 0,1 0 0,0 0 0,0 0 0,0 0 0,-1 0 0,1 1 0,0-1 1,0 0-1,-169 0 4721,162 0-4681,-1 1 0,1 0 0,-1 0 0,1 1 0,0 0 0,0 0 0,0 1 0,0 0-1,0 0 1,1 0 0,-11 8 0,-2 3 10,0 1-1,-20 22 1,4-3-37,2 2-1,1 1 1,1 2 0,3 1-1,1 1 1,-22 45-1,13-15-17,-54 119 399,78-160-262,9-24-143,0 0 1,0 0-1,1 0 1,0 1-1,0-1 1,1 1-1,0-1 1,-1 13-1,2-15-27,0 0 0,0 0-1,0 0 1,0 0 0,0 0-1,1 0 1,0-1 0,0 1-1,0 0 1,0 0 0,1-1-1,-1 1 1,1-1-1,0 1 1,0-1 0,0 0-1,1 0 1,-1 0 0,1 0-1,0 0 1,-1 0 0,1-1-1,6 4 1,10 8 10,1-2 0,0-1-1,1 0 1,0-1 0,0-2 0,41 12-1,-60-20-5,160 43 33,-101-30-5,97 36-1,-57-14-23,-92-32-5,-8-2 0,1 0 0,-1-1 0,1 1 0,-1 0 0,0 0 0,1 0 0,-1 0 0,0 0 0,0 0 0,0 0 0,0 1 0,0-1 0,0 0 0,0 1 0,0-1 0,-1 0 0,1 1 0,-1-1 0,1 1 0,-1-1 0,1 1 0,-1 0 0,0-1 0,1 1 0,-1 1 0,-1 48 4,0-32 11,1 146 297,-1-158-279,0 1 0,0 0 0,-1-1 0,0 1 0,0-1 1,-1 1-1,0-1 0,0 0 0,-1 0 0,1 0 0,-2-1 0,1 1 0,-1-1 0,0 0 0,-10 9 0,6-6 2,-2 0 0,1 0 0,-1-1 0,-1 0 0,1-1-1,-1-1 1,0 1 0,-16 4 0,2-3-83,0-1 1,-1-1-1,1-1 1,-1-1-1,-1-2 0,-29 0 1,55-3 14,1 1 0,-1 0 0,1 0 1,0-1-1,-1 1 0,1-1 0,-1 1 0,1-1 1,0 0-1,-1 0 0,1 1 0,0-1 0,-1 0 1,1 0-1,0 0 0,0 0 0,0 0 1,-2-3-1,0 0-75,0-1 0,0 0 0,0 0-1,1 0 1,-3-7 0,1-2-283,0 0 0,1 0 0,-3-27 0,4-92-3943,2 64-1350,0 3-1384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2129,'0'0'21404,"34"-23"-20654,105-70-243,-102 72-285,-21 18 7,2 3 28,35-2 314,-50 2-556,0 0 1,0 0 0,-1 0 0,1 1-1,0-1 1,0 1 0,-1-1 0,1 1-1,0 0 1,-1 0 0,1 0 0,4 3-1,10 32-68,53 88-1777,-67-116 1157,0 1 1,-1-1-1,0 1 0,0 0 1,-1-1-1,0 1 0,-1 0 1,-1 15-1,1-9-781,0 33-5984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0 12614,'0'0'12974,"-26"97"-11926,-88 314-178,85-311-288,-53 119 1,52-147-358,-184 428 431,204-473-647,1-4 4,-1-1 0,-22 39 0,23-48-5,2-3-4,1 0 1,0 1-1,0-1 0,-7 22 1,-2-1-21,13-29 9,0 1 1,1 0-1,-1 0 0,1 0 0,-1 0 0,1 0 0,0 0 0,1 0 1,-1 0-1,0 5 0,1-5-183,0-12-7092,0 8 7042,0-1 1,0 1 0,1-1-1,-1 1 1,0 0 0,1-1-1,0 1 1,-1 0 0,1-1-1,0 1 1,-1 0 0,1 0-1,0 0 1,0-1 0,0 1-1,0 0 1,3-1 0,0-1-851,1 1 1,-1 0-1,1 0 0,0 1 1,8-3-1,24-10-7010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102 160 8884,'0'0'12110,"-10"13"-10499,-1 3-1315,1 0 1,1 1-1,0-1 1,1 2-1,1-1 1,1 1-1,0 0 0,-2 20 1,-2 45 608,5 0 0,5 99 1,2-74-487,-4-73-304,0-28-100,2 1-1,-1-1 1,1 0-1,0 1 1,1-1 0,0 0-1,0 0 1,0 1 0,4 9-1,-3-13-16,1 0 1,-1 0-1,0-1 0,1 1 0,0-1 1,0 0-1,0 0 0,0 0 0,0 0 1,1 0-1,-1-1 0,1 1 0,0-1 1,-1 0-1,1 0 0,0 0 1,0-1-1,1 1 0,-1-1 0,0 0 1,5 0-1,13 2-29,1-1 1,-1 0 0,24-3-1,-16 1-9,-24 0 34,0 0 0,-1 0-1,1 0 1,0 0 0,-1-1-1,1 0 1,-1 0 0,1 0 0,-1-1-1,1 0 1,-1 0 0,0 0 0,0-1-1,0 0 1,0 0 0,-1 0 0,1 0-1,-1-1 1,1 1 0,-1-1 0,-1-1-1,7-6 1,3-10 0,-1 0 0,-1-1 0,-1 0 0,-1-1 0,-1 0 0,0 0 0,-2-1 0,-1 0 0,3-32 0,-1-36-25,-5-104 0,-2 120-39,0-146 137,0 219-65,0-1 1,1 1 0,-1-1-1,-1 1 1,1-1 0,0 1 0,-1-1-1,0 1 1,0 0 0,0-1-1,0 1 1,0 0 0,-1 0-1,0-1 1,1 1 0,-1 0 0,0 1-1,-4-5 1,2 5 8,0-1 0,-1 1 0,1 0 0,-1 1 0,1-1 0,-1 1 0,0 0 0,1 0 0,-1 1 0,0-1 0,0 1 0,1 0 0,-7 1 0,-7-2 85,10 1-56,0-1 0,-1 1 0,1 0 0,0 1 0,0-1 0,0 2 0,0-1 0,0 1 0,0 0 0,1 1 0,-1 0 0,0 0 0,1 1 0,0 0 0,-11 8 0,-3 9 9,1 1-1,1 1 1,1 0 0,1 2-1,2 0 1,0 1-1,1 0 1,2 1-1,-10 32 1,15-34-142,2 0 0,1 1 0,1 0 0,2 0 0,1 40 0,0-31-531,0-33 510,0 0 0,0 0-1,0-1 1,1 1 0,-1 0 0,0 0-1,1 0 1,-1 0 0,1 0 0,0 0 0,-1 0-1,1-1 1,0 1 0,0 0 0,2 2 0,102 114-8717,-54-48 376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7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91 720,'0'0'22872,"-26"-15"-21749,-84-43-402,105 55-694,-1 1 0,1-1 0,-1 1 1,1 0-1,-1 1 0,1-1 0,-1 1 0,0 0 1,0 1-1,0-1 0,0 1 0,1 1 1,-1-1-1,-6 2 0,-6 0-22,4 0 10,0 0-1,0 1 1,0 1-1,0 0 1,1 1 0,-1 0-1,-17 11 1,-86 60 252,61-37-83,22-17-45,-19 13 182,-54 45 0,95-70-275,-1 2 0,1-1 0,1 2 0,0 0 0,1 0 0,0 1 0,1 0 0,1 0 0,-10 22 0,15-28-50,0 0 0,1 0 0,0 0 0,0 0 0,0 0-1,1 1 1,1-1 0,0 0 0,0 1 0,0-1 0,1 0 0,0 0 0,1 1 0,-1-1 0,2 0 0,-1 0-1,1 0 1,0-1 0,1 1 0,0-1 0,0 0 0,1 0 0,0 0 0,0 0 0,0-1 0,1 0 0,0 0-1,0 0 1,13 8 0,4 1-10,2-1 1,0-1-1,0-1 0,1-2 0,1 0 1,0-2-1,0 0 0,1-2 0,-1-1 0,1-2 1,40 1-1,93-4-1251,-149 0 1069,31-3-769,-41 2 890,0 1-1,0-1 0,0 0 1,0 1-1,0-1 1,-1 0-1,1 0 0,0 0 1,-1-1-1,1 1 1,-1 0-1,1-1 0,-1 1 1,0-1-1,1 1 1,-1-1-1,0 0 0,0 1 1,1-3-1,3-10-512,-1 0 0,0 0-1,-1-1 1,-1 1 0,1-24 0,0-94-5623,-3 8-566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0 480,'0'0'18209,"21"98"-16889,68 334-407,-65-299-308,-6 1 1,1 166-1,-13 577 2295,-8-506-2249,0-248-572,0 11-495,3-88-3608,2 1-3367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768 1 14070,'0'0'10587,"-64"64"-10275,-204 206-19,251-253-229,1 0 0,0 1 0,1 1 0,-23 38 0,28-37 100,1 0 1,0 0-1,2 1 0,0 0 0,2 1 0,0 0 0,1-1 0,1 1 0,1 36 0,1-55-160,1 1 1,0 0-1,0-1 0,0 1 1,1 0-1,-1-1 0,1 1 0,0 0 1,0-1-1,0 1 0,1-1 1,-1 1-1,1-1 0,0 0 0,0 0 1,0 0-1,0 0 0,0 0 1,1 0-1,-1 0 0,1-1 1,5 5-1,14 7 2,0 0 1,1-2 0,1-1-1,0 0 1,0-2 0,31 8-1,-14-4 6,56 26-1,-90-36-6,-1 1-1,1 0 1,-1 1-1,0-1 1,-1 1 0,1 0-1,-1 1 1,0-1-1,-1 1 1,1 0-1,-1 0 1,0 1 0,0-1-1,-1 1 1,0 0-1,0 0 1,-1 0-1,0 0 1,2 8 0,0 14 58,0 0 1,-2 0-1,-3 47 1,0-30 68,2-6-25,0-14 25,-3 43 0,1-63-103,0 0 0,0 1-1,0-1 1,-1 0-1,0 0 1,0 0 0,-1 0-1,1 0 1,-1-1 0,-1 1-1,-6 9 1,-2-4 27,-1-1 1,0 0-1,0 0 1,-1-1-1,-1-1 1,1 0-1,-1-2 1,-1 1-1,1-2 1,-27 7-1,5-6-45,0-1 0,0-2-1,-1-1 1,-47-5 0,10 2-689,69 0 553,0 0-1,1 0 1,-1 0 0,1 0-1,-1-1 1,1 0-1,-1 0 1,1-1 0,0 0-1,0 1 1,0-2-1,0 1 1,1 0 0,-1-1-1,1 0 1,0 0-1,0 0 1,0-1 0,1 1-1,-1-1 1,-4-9 0,-5-9-1108,1-1 0,1-1 0,-10-32 1,19 51 883,-23-62-4928,3-15-2241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1889,'0'0'23771,"379"53"-23643,-331-1-128,-9 1-32,-19-1-32,-1 9-208,-9-17-1153,0 44-1760,-10-27-2930,0 0-7363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9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234 118 12230,'0'0'13504,"3"-19"-12476,0 0-809,1 1 1,7-21 0,-10 37-198,0 1 0,0-1 1,0 1-1,1-1 0,-1 1 1,0-1-1,1 1 0,0 0 1,-1 0-1,1-1 1,0 1-1,-1 0 0,1 1 1,0-1-1,0 0 0,0 0 1,0 1-1,0-1 0,0 1 1,0 0-1,0 0 0,0-1 1,0 1-1,0 0 1,0 1-1,0-1 0,0 0 1,0 1-1,3 0 0,6 0 87,-7-1-75,1 1 0,-1 0 1,0-1-1,0 1 1,0 1-1,0-1 1,0 1-1,0-1 1,0 1-1,-1 0 1,1 1-1,-1-1 0,1 0 1,-1 1-1,0 0 1,4 4-1,5 7 46,0 0-1,14 24 0,-9-14-25,-7-9-4,-1 0 0,0 1-1,-1 0 1,-1 1 0,0 0 0,-1 0-1,-1 0 1,5 37 0,-4-1 130,-4 91 0,-2-88-185,0-18 27,-1 1-1,-10 53 1,8-77-17,-1 0 0,0 0 0,-2 0 0,1 0 0,-2-1 0,0 0 0,0 0 0,-17 22 0,8-15-76,-1-1 0,-1-1 1,0-1-1,-1-1 1,-24 17-1,32-26-63,0-1 1,0-1-1,-1 0 0,1-1 1,-1 0-1,-1-1 0,1 0 1,-1 0-1,1-2 0,-1 0 1,-25 2-1,-116-4-2480,152 0 3529,10 0-649,235 0 2034,-217 1-2183,0 2-1,0 1 1,-1 1-1,1 1 1,41 16-1,-10-4-60,-36-15 94,11-4-5285,-18 1 2365,-3 1-2865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18681,'0'0'8644,"399"-35"-8709,-321 18 17,9-10-48,-28 1-176,-1 9-704,-9-1-1121,-1 18-2273,-28 0-4562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14807,'0'0'11923,"-4"83"-11553,-15 269 87,17-326-344,0 0 1,-2-1-1,-1 1 1,-1-1 0,-1 0-1,-20 45 1,7-21 99,-12 47-152,3 1 1,-19 127-1,38-185 446,5-27-3663,1 3-7369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5042,'0'0'23496,"23"83"-23103,-23-83-393,99 346 106,-90-316-89,2 0-1,20 40 0,-27-62 3,1-1 0,1 1 0,-1-1 0,1-1 0,12 12 0,-3-4 26,-8-7-41,0-1 0,1 0-1,0-1 1,0 0-1,0 0 1,1-1 0,-1 0-1,1 0 1,0-1-1,0 0 1,0-1 0,1 0-1,-1 0 1,1-1-1,-1 0 1,1-1 0,-1 0-1,1-1 1,-1 1-1,0-2 1,1 1-1,11-5 1,-15 4-5,-1 0-1,0 0 1,0-1-1,0 0 1,0 0-1,0 0 1,-1 0 0,1-1-1,-1 0 1,0 0-1,0 0 1,-1 0-1,7-10 1,1-4-4,-1 0 0,11-29 0,-18 38 0,15-36-51,-3-1 1,-2 0-1,-2 0 0,8-76 0,-5-195-102,-14 310 192,0-1 1,-1 1 0,0-1 0,0 1-1,0-1 1,-1 1 0,0 0 0,-1 0 0,1 0-1,-2 0 1,-5-10 0,6 12 28,0 1-1,-1 0 1,0 0-1,0 0 1,0 0 0,0 1-1,-1-1 1,1 1 0,-1 0-1,0 1 1,0-1-1,0 1 1,0 0 0,-1 0-1,-9-2 1,-1 2 52,0 0 0,0 1 0,-28 2 0,9 0-87,31 0-24,-1-1-1,1 1 1,-1-1 0,1 1-1,0 1 1,-1-1 0,1 1-1,0-1 1,0 1 0,0 0-1,0 1 1,0-1 0,1 1-1,-1 0 1,1-1 0,0 2 0,-1-1-1,1 0 1,-3 5 0,-5 9-6,0-1 1,1 2 0,-10 21 0,7-12-4,-15 30 19,-41 119 1,58-139-468,3 0 1,1 0 0,1 0-1,-1 72 1,7-74-603,-1 24-1995,4-18-2492,5 5-7093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497 506 6995,'0'0'16955,"-5"91"-15301,-16 301-395,-4-97-251,-20-72-274,16-101-54,27-116-407,2-190-288,2-269 19,6 327 43,5 2 1,37-157 0,-46 265-47,3-23 16,-6 25-8,2 0 0,0 0 0,0 0 0,2 1 0,0-1 0,6-13 0,-3 17 38,-4 12 177,-4 25 248,0-10-479,-2 34 120,-3-1 0,-1 0-1,-3-1 1,-15 49 0,-75 205 217,43-141-250,27-72-23,-156 430 140,115-358-117,61-148-75,7-26-104,3-128-126,21-154-1,60-142 186,-27 217 16,-44 187-8,0 0 0,2 1 0,2 1 0,26-42 0,-31 61 19,-9 9-14,-1 17-5,1 33 7,-5 259 146,-25 7 175,-47 141 6,68-408-274,-4 13 34,-5 119 0,17-123-16,0-55-63,0-6-17,0-33-92,3-46 32,4 0 0,29-135 0,61-168 178,-93 374-91,137-411-95,-120 366 58,2 2-1,3 0 0,2 2 0,38-55 0,-53 93 40,-12 20 16,0 89 21,1-4 42,-14 119 1,-54 141 200,26-160-206,-106 603 390,137-741-384,7-42-113,0-99-136,4 1 1,24-162-1,-15 164 159,100-777-105,-66 595-31,-27 173 134,-15 77 18,1 2 15,-2 0-1,2-35 1,-4 48 48,0 7 0,-3 79 43,-24 149 0,-36 76 53,39-200-104,-81 465 288,103-740-504,10-30 130,74-220 112,-67 350-78,0 5-7,5-32-47,4 2 0,52-128 1,-75 218 47,13-24-39,-14 26 40,1 1 1,-1-1-1,1 0 0,-1 1 0,1-1 1,-1 1-1,1-1 0,0 0 1,-1 1-1,1 0 0,0-1 0,-1 1 1,1-1-1,0 1 0,0 0 0,-1-1 1,1 1-1,0 0 0,0 0 0,0 0 1,1-1-1,-1 22 54,0 85 12,-5-1 0,-5 0-1,-24 115 1,-97 320 207,70-309-195,-14 75 22,64-261-101,8-74-73,2-110-37,2 17 72,32-234 0,88-152 77,-105 446-49,3 1 0,3 1 0,2 1 0,3 1 0,47-72 0,-66 115 1,-8 13 8,0 0 1,0-1 0,0 1-1,0 0 1,0 0-1,1 0 1,-1 0 0,1 1-1,-1-1 1,1 0-1,0 1 1,-1-1 0,1 1-1,0-1 1,0 1-1,0 0 1,0 0 0,0 0-1,1 0 1,-1 0-1,0 0 1,3 0-1,-2 3-23,-3 9-1,0 271 35,0-282-8,-8 284 139,-86 492 154,63-557-298,-1 34 5,22-182 0,1-6 0,-1 127 0,9-236 0,1-35 0,12-101 0,31-68 0,-29 174 0,110-693 10,-9 52-220,-99 629 181,38-173 5,-42 223 10,-3 3 268,-9 75-263,-2-1 0,-12 61 0,-58 184 23,35-153 4,-113 511-10,69-285-8,75-336 0,4-18 0,0 1 0,1-1 0,0 1 0,0 0 0,1 0 0,0 9 0,-2-271 0,7-347 0,-3 550-2,2 0 0,3 0 0,1 1 0,3 0 0,3 0 1,32-82-1,-50 201-52,-34 92 108,-28 78-41,3-17-13,-133 514 0,129-456 0,14-69 0,19 10 0,34-212 0,6-53 0,25-89 0,48-117 0,88-379 0,-50 169 0,30 16 0,-96 331 0,-49 109 0,2 1 0,-1-1 0,1 1 0,-1-1 0,10-8 0,-13 14 0,0-1 0,0 1 0,0 0 0,0 0 0,0-1 0,1 1 0,-1 0 0,0 0 0,0-1 0,0 1 0,0 0 0,1 0 0,-1-1 0,0 1 0,0 0 0,1 0 0,-1 0 0,0 0 0,0-1 0,1 1 0,-1 0 0,0 0 0,1 0 0,-1 0 0,0 0 0,0 0 0,1 0 0,-1 0 0,0 0 0,1 0 0,-1 0 0,0 0 0,1 0 0,-1 0 0,0 0 0,1 0 0,-1 0 0,0 0 0,0 0 0,1 0 0,-1 1 0,0-1 0,0 0 0,1 0 0,-1 0 0,0 1 0,0-1 0,1 0 0,-1 0 0,1 18 0,-1-11 0,-2 45 0,-2 0 0,-14 65 0,-35 112 0,32-145 0,-121 620 0,139-799 0,11-79 0,38-214 0,-36 314 0,37-203 0,-42 387 0,-3 210-280,-2-295-50,2-1-1,0 0 1,1 0 0,2 0-1,0-1 1,2 0 0,0 0-1,2 0 1,0-1 0,21 35-1,52 72-3916,-24-45-2359,-16-26-4191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730 67 7011,'0'0'17998,"-31"-12"-16686,-110-35 6,133 45-1217,-1 0 0,0 1 0,0-1-1,0 2 1,0-1 0,0 1 0,0 1 0,0 0-1,0 0 1,1 0 0,-1 1 0,-15 6-1,10-1 36,-1 1 0,1 0 1,0 2-1,-24 20 0,2 0 43,1 2 0,1 1 0,2 2 0,-50 70 0,66-82-149,2 1 0,1 0 1,1 1-1,1 0 0,1 1 0,1 0 1,2 1-1,0 0 0,-4 43 0,7-2-28,6 74-1,-1-132-2,0 0-1,0 0 1,0-1-1,1 1 0,1 0 1,0-1-1,4 11 1,-4-14-1,1 0 1,0 1-1,0-1 1,1-1-1,-1 1 1,1-1-1,1 0 0,-1 0 1,1 0-1,9 6 1,-1-3-10,0 0 1,1-1 0,-1 0 0,2-1-1,-1-1 1,1 0 0,-1-1-1,27 3 1,9-2-143,70-3 0,-81-2 2,-32 0 85,1 0 0,0-1 0,0 1 0,-1-2 0,1 1 0,0-1 0,13-6-1,-15 5-6,-1 0-1,-1-1 0,1 0 1,0 0-1,-1-1 0,0 1 1,0-1-1,0 0 0,-1-1 1,6-7-1,2-6-191,-1 0 0,0-1 0,-2 0 0,0 0 0,-2-1 0,0 0 0,5-24 0,-1-13-2095,5-96-1,-12 1-4250,-4 3-3807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12005,'0'0'11958,"49"691"-10886,-39-420-191,-10 9 191,0-17-159,0-27-161,0-35-400,0-26-288,0-52-64,0-45-128,0-43-944,0-17-993,19-9-865,1 34-2288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711 20 8868,'0'0'17544,"-25"-6"-16298,11 2-1124,-1 1 0,0 0-1,0 1 1,0 1 0,-19 1 0,27 1-80,1 1-1,-1-1 1,1 2 0,-1-1 0,1 1-1,0 0 1,0 0 0,1 0 0,-1 1-1,-9 8 1,-4 5 191,-24 28 0,34-35-150,-5 6-15,1 0 0,1 1 0,0 0 0,1 1 0,1 1 0,0 0 0,2 0-1,0 0 1,1 1 0,1 0 0,1 1 0,1-1 0,1 1 0,0 0-1,1 26 1,2-31-69,-1-8-6,1-1 0,0 1 1,0 0-1,1 0 0,-1-1 1,2 1-1,-1-1 1,1 1-1,0-1 0,1 0 1,0 0-1,4 8 0,6 0 5,2-1-1,-1 0 0,2-1 0,0 0 1,19 11-1,-18-12-2,47 29-118,113 53 1,-62-35-380,-110-57 488,-1 0 0,1 1 0,-1-1 0,0 1-1,0 0 1,0 0 0,0 1 0,-1-1 0,1 1 0,-1 0 0,3 5 0,-3-4 34,-1 0 0,0 1-1,-1-1 1,0 1 0,0-1 0,0 1 0,0-1 0,-1 1-1,0 9 1,0 6 103,-5 39 0,4-52-114,-1-1-1,1 0 0,-2 0 0,1 0 1,-1 0-1,0-1 0,-1 1 0,-6 9 0,-17 17 172,-2-2-1,-61 53 1,59-57-132,18-14-22,-2-1 1,1-1-1,-2 0 0,-31 17 0,36-24-40,-1 1 1,0-1-1,0-1 1,0 0-1,0-1 0,0-1 1,0 1-1,-16-2 0,7 1-129,14 0 32,-1-1-1,0 0 0,0 0 0,1 0 1,-1-1-1,0 0 0,1-1 0,-1 1 1,1-2-1,-1 1 0,1-1 0,0 0 1,-10-6-1,-6-12-737,1 0-1,2-2 1,-32-43 0,15 19-1197,-38-48-4514,14 6-3066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3938,'0'0'21834,"428"9"-21834,-380 34-32,-38 10-32,-10-9-80,0 8 16,0 1-673,0 25-1568,-20 1-3025,-18 9-4867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14343,'0'0'13027,"48"74"-11995,153 243-119,-181-285-736,-3 1 1,26 63 0,-42-91-156,10 26 145,-1 0 0,-2 1-1,-1 1 1,-2-1 0,-1 1 0,0 55 0,-4 42 228,0-127-391,0 0 1,0 0-1,0 0 0,-1-1 0,1 1 0,-1 0 1,0 0-1,0 0 0,0 0 0,0-1 1,0 1-1,-1 0 0,1-1 0,-1 1 1,0-1-1,0 0 0,0 0 0,0 1 0,0-1 1,0 0-1,0-1 0,-1 1 0,1 0 1,-1-1-1,1 1 0,-1-1 0,-4 2 0,-5 4 3,-23 12-18,0-2 0,-1-2 0,0-1 0,-72 17-1,34-14-163,-1-3 0,-116 6 0,121-18 188,69-2-93,30 0-203,966 0 1807,-954-6-3681,-18-2-1579,-22 8 3318,-1-1 1,1 1-1,0 0 0,-1-1 1,1 1-1,-1 0 1,1-1-1,-1 1 0,1-1 1,-1 1-1,1-1 1,-1 1-1,1-1 0,-1 1 1,0-1-1,1 0 1,-1 1-1,0-1 0,0 0 1,1 1-1,-1-1 1,0 0-1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5010,'0'0'26140,"291"-35"-25836,-174 35-256,-29 0 32,-20 0-80,-29 0-192,-20 0-352,-9 0-800,-1-26-978,1 26-1599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3009,'0'0'25385,"-10"92"-24310,-36 299-437,38-335-430,-26 95 0,-61 164 557,-22-10-780,88-230-1076,27-69 16,2-58-17067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18360,'0'0'9578,"12"74"-8361,38 247-268,13-12 416,-61-300-1318,1 4 12,5 19 199,0-1 0,19 43 0,-24-66-232,1-1 0,-1 0 0,1-1 1,1 1-1,-1 0 0,1-1 0,0 0 0,0 0 0,1-1 0,0 1 0,0-1 1,0-1-1,1 1 0,-1-1 0,11 5 0,0-4-26,1 0-1,0-1 1,1-1 0,-1-1-1,0-1 1,1 0-1,21-3 1,-6 2-8,-11 0-7,-13 1 5,0 0 0,0-1-1,0-1 1,0 0 0,0 0-1,0 0 1,0-1 0,0-1-1,-1 0 1,1 0 0,13-8 0,-13 4-2,0-1 1,-1-1-1,0 0 1,0 0-1,-1-1 1,0 0-1,0 0 0,5-12 1,6-12-25,22-53 0,-26 47 2,-2-1 1,-1 0-1,-3 0 1,-1-1-1,2-48 1,-4-214-17,-7 193 79,1 102-24,0 1 0,0 0 0,0-1 0,-1 1-1,0 0 1,-1 0 0,0 0 0,0 0 0,0 0 0,-1 0 0,-1 0-1,1 1 1,-1-1 0,0 1 0,-1 0 0,-8-9 0,9 10 5,-1 0 1,0 1-1,0-1 1,-1 1 0,1 0-1,-1 1 1,0 0-1,0 0 1,-1 0-1,1 0 1,-1 1-1,0 0 1,0 1-1,0 0 1,0 0 0,0 0-1,0 1 1,0 0-1,-1 0 1,-8 1-1,8-1-2,-26-2 42,0 1 0,-34 4 0,59-1-43,-1 0-1,1 0 1,0 1-1,0 0 1,0 0-1,1 1 1,-1 1-1,1 0 1,-1 0-1,1 0 1,0 1-1,-12 9 1,6 0-7,1 1 0,0 0 0,1 1 0,-10 17 0,-40 77 0,36-55-81,2 1 1,3 1-1,3 1 0,2 1 1,2 1-1,3 0 1,3 0-1,-1 90 0,9 19-3532,0-58-5102,0-46-4307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 0 12262,'0'0'14729,"0"8"-13411,0-5-1188,0 8 113,0 1 0,-1 0 0,0 0 0,-1-1-1,0 1 1,-1-1 0,0 1 0,-8 17 0,-13 14-24,-2 0 0,-1-2 0,-46 52 0,21-27-28,-17 24 54,-141 177 246,-44 36-160,203-247-324,-80 100-6,71-79-1,41-54 0,0 2 0,-22 38 0,1-6 0,16-26 0,15-17 0,-20 23 0,16-20-11,11-15-114,2-7-3519,1 0 3315,-1-1 0,1 1 1,1 0-1,-1-1 1,1 1-1,0 0 1,0 0-1,1 0 0,-1 0 1,7-8-1,40-48-2257,-29 37 978,22-34-3235,-3-9-1664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5218,'0'0'20388,"36"108"-18155,-36-108-2233,172 469 1644,-149-418-1437,3-1 1,2-1 0,2-1-1,44 52 1,333 381 902,-253-306-921,59 83 185,10 10 47,-71-81-269,-144-177-152,0-1 0,0 0 0,15 12 0,14 12-21,-35-32-265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1498 44 704,'0'0'18363,"6"-7"-16668,20-22-1,-19 21-126,22 10 7055,-29 2-8612,0 1 0,-1-1 0,1 1 0,-1-1 0,0 1 0,0-1 0,0 0 0,-1 0-1,1 1 1,-1-1 0,-4 6 0,-1-1-16,0 0 0,0-1-1,-14 11 1,7-5 15,-242 261-10,-34 31 0,-220 141 0,338-300 0,108-94 0,29-25 0,0 1 0,2 2 0,-46 55 0,68-67 0,4-11-40,5-7-219,9-21-1371,0 12 1260,0 1-1,0 0 1,1 1-1,0 0 1,11-7 0,19-13-1036,36-31-1940,1 19-2011,-61 29 2763,-1-1 0,22-19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3314,'0'0'22439,"53"98"-20115,187 329-630,-190-342-1347,4-3 1,3-2-1,4-3 0,77 75 1,-124-136-303,122 118 453,203 156-1,-275-240-387,97 59-1,-26-24-109,-114-74-43,-18-9-322,-3 15-11265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 1 5875,'0'0'18189,"-5"0"-16313,-17 0-1295,-1 0 1,0 1 0,1 2-1,-1 0 1,1 1-1,-34 12 1,28-5-571,-1 2 0,2 1 0,0 1 0,1 1 0,0 1 0,-27 26 1,19-13-52,2 1 1,1 2-1,-41 59 1,56-70 22,2 1 1,1 0-1,-14 32 0,21-40-12,1 0-1,0 0 0,1 0 0,1 1 1,0-1-1,0 30 0,2-16-46,2 28-72,0-54 143,-1 0 0,1 1 0,0-1 1,0 0-1,0 0 0,0 0 0,1 0 0,-1 0 1,1 0-1,0 0 0,0 0 0,0-1 1,0 1-1,3 2 0,9 5-13,0 0-1,1-2 1,0 1-1,1-2 1,0 0 0,0-1-1,0 0 1,1-1-1,0-1 1,26 3-1,-1-5-744,46-2 0,-34-1-453,-51 1 1010,0 0 0,1-1 0,-1 0 1,1 1-1,-1-1 0,0 0 0,0 0 0,1-1 1,-1 1-1,0-1 0,0 0 0,0 1 0,0-1 1,-1-1-1,1 1 0,-1 0 0,1-1 0,-1 1 1,4-6-1,-1 1-919,0-1 0,-1 1 0,0-1 1,0 0-1,-1 0 0,4-17 0,-4-18-5600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1105,'0'0'17770,"-8"44"-17001,-1-3-588,0-1 66,1 0 0,3 1 0,0-1 1,3 1-1,6 81 0,27 67 1096,-1-12-407,36 445 684,14 93-1077,-67-639-588,-3-25-112,-2 0-1,-3 0 1,-2 93-1,36-145-8192,-38 1 8057,1-1-1,-1 1 1,0-1 0,1 1 0,-1-1-1,0 1 1,0-1 0,0 0-1,1 0 1,-1 1 0,0-1 0,0 0-1,1-1 1,9-22-4674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0 10037,'0'0'11773,"-23"10"-10412,7-3-1125,2-2-78,1 1 0,0 0 0,0 1 0,0 1 0,1-1 0,0 2 0,1 0 0,-1 0-1,2 1 1,0 1 0,-13 15 0,-25 52 981,-58 127 1,94-179-1034,1 0 0,1 1 0,1 0 0,1 1 0,2 0 0,1 0 0,1 1 1,0 29-1,2 4-89,0-33-1,2 0 1,5 51-1,-4-76-16,0 0 0,1 0 0,-1 0 0,1 0 0,0 0 0,0-1 0,0 1 0,0 0 0,1-1 0,-1 0 0,1 1-1,0-1 1,0 0 0,0 0 0,1-1 0,3 4 0,6 2-9,1-1 1,-1 0-1,17 6 0,-8-4-11,26 10 13,0-2 0,55 10 0,-71-18 7,36 10 3,-56-12 10,-10-5-10,0 1 0,0-1 1,-1 1-1,1-1 0,0 1 0,-1 0 0,0-1 1,0 1-1,0 0 0,0 0 0,1 5 0,5 42 38,-3-13 16,3 12 11,-3 1 0,-4 98 0,-1-64 19,1-75-84,0 2 4,0 1-1,-1-1 0,-3 21 0,2-28 6,1 1-1,-1-1 1,0 0-1,0 1 0,0-1 1,-1 0-1,1 0 1,-1 0-1,0-1 0,0 1 1,-8 6-1,9-9-9,-1 1-1,0 0 0,0-1 0,0 0 1,0 0-1,0 0 0,0 0 1,0 0-1,-1-1 0,1 1 0,0-1 1,-5 0-1,-47-1-77,31 0 53,-67 1-970,90 0 896,-1 0 0,1 0 0,-1-1 1,1 1-1,-1 0 0,0-1 0,1 1 0,0-1 0,-1 1 0,1-1 0,-1 0 0,1 0 0,0 1 1,-1-1-1,1 0 0,0 0 0,0 0 0,0 0 0,0-1 0,0 1 0,0 0 0,0 0 0,0-1 0,0 1 1,-1-3-1,0-3-297,-1 0 0,1 0 0,1 0 1,-2-11-1,0 1-438,-33-106-10031,25 69 381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2 416,'0'0'21525,"0"0"-21491,1 0 1,-1-1-1,0 1 1,0 0-1,1 0 0,-1 0 1,0 0-1,0 0 1,1 0-1,-1 0 1,0 0-1,0 0 1,1 0-1,-1 0 1,0 0-1,0 0 0,1 0 1,-1 0-1,0 0 1,0 0-1,1 0 1,-1 0-1,0 0 1,0 0-1,1 0 1,-1 1-1,0-1 0,0 0 1,1 0-1,-1 0 1,0 0-1,0 0 1,0 1-1,1-1 1,-1 0-1,0 0 1,0 1-1,0-1 0,0 0 1,0 0-1,0 0 1,1 1-1,-1-1 1,0 0-1,0 1 1,0-1-1,5 7 77,0 2-1,1-1-1,0 0 1,0-1 0,1 1 0,0-1-1,0-1 1,1 1 0,0-1 0,0 0-1,15 7 1,-15-9-50,0 0 1,-1 1-1,1-1 0,-1 2 1,0-1-1,0 1 0,0 0 0,-1 0 1,0 1-1,0 0 0,-1 0 1,1 0-1,6 15 0,25 29 102,-25-36-127,-11-13-34,0-1 0,0 0 0,0 1 0,0-1 0,0 1 0,0-1 1,0 0-1,0 0 0,1 0 0,-1 0 0,1 0 0,-1 0 0,1 0 0,-1 0 0,1 0 0,-1-1 1,1 1-1,-1-1 0,1 1 0,0-1 0,-1 0 0,1 1 0,2-1 0,-2 0-14,6 0-4026,-6 35-8618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7956,'0'0'9711,"0"-20"-8204,0-62 243,0 62 1206,0 15-2155,0-1-752,1 0 1,0 0-1,0 1 1,0-1-1,1 0 1,0 0-1,0 1 1,0-1-1,1 1 1,0 0-1,0 0 1,0 0-1,7-8 1,1 1-31,1 0-1,0 1 1,26-19 0,-20 18 4,0 0-1,1 2 1,41-17 0,-55 25-14,1 1 0,-1 0 0,1 0 0,-1 1 0,1-1-1,0 1 1,-1 0 0,8 2 0,9-1 39,-19-1-34,0 0 0,-1 0 0,1 0 0,0 1 0,0-1 0,-1 1 0,1 0 0,0 0 0,-1 0 0,1 0 0,3 2 0,3 2 27,-1 1 0,0 0 1,1 1-1,-2 0 0,1 0 0,10 15 0,41 60 215,-54-74-232,32 49 139,-3 1 1,35 83-1,-55-106-93,-1 0 0,-2 1 0,-1 0 0,-2 1 0,7 66 0,-13 155 965,-3-146-792,1-110-240,0 0 0,0 0 0,-1 0 0,1 0 0,-1 0 0,1-1 1,-1 1-1,0 0 0,0 0 0,0-1 0,0 1 0,0 0 0,0-1 0,0 1 0,0-1 1,-1 1-1,1-1 0,0 0 0,-1 0 0,1 0 0,-4 2 0,-39 17 5,27-14-7,-4 3-4,-1-2 0,0 0-1,0-1 1,0-1 0,-1-2 0,1 0-1,-1-1 1,-37-2 0,26 2-72,-30-2-2,59 0 62,0 0 0,0-1 1,-1 0-1,1 0 0,0 0 1,1-1-1,-1 0 0,0 0 1,-6-3-1,1-3-56,0 0 0,0 0 0,-15-17 1,-7-7-122,30 30 253,67 1 262,-41-1-239,1 1 0,0 1 0,-1 1 0,1 2 0,-1 0 0,1 2 0,30 9 1,5 13 184,58 35 0,-76-37-91,1-3 0,0-1 1,87 28-1,-119-47-190,-1 0 0,1 0 0,0-1 0,0 0 0,13-1 0,-23 0-276,7-10-6137,-6-6-754,-2-1-5349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18 6243,'0'0'18099,"-2"-3"-17147,-2-3-721,4 6-181,0-1-1,0 1 1,-1 0-1,1 0 1,0 0 0,0-1-1,0 1 1,0 0-1,0 0 1,0 0 0,0-1-1,0 1 1,0 0-1,0 0 1,0-1 0,0 1-1,0 0 1,0 0-1,0-1 1,0 1 0,0 0-1,0 0 1,0 0-1,0-1 1,1 1 0,-1 0-1,0 0 1,0 0-1,0-1 1,0 1 0,0 0-1,0 0 1,1 0-1,-1 0 1,0-1 0,0 1-1,0 0 1,1 0-1,-1 0 1,0 0 0,0 0-1,0 0 1,1 0-1,-1 0 1,0-1 0,0 1-1,1 0 1,-1 0-1,0 0 1,0 0 0,0 0-1,1 0 1,-1 0-1,1 1 1,600-1 913,-600 0 158,-7 0-847,-310 7 55,-36-4-269,190-5-22,133 11 61,29-6 166,0-2-259,0 0 1,-1 0-1,1 0 1,0 0 0,0-1-1,0 1 1,0 0-1,0 0 1,0 0 0,0 0-1,0 0 1,1-1-1,-1 1 1,0 0 0,0 0-1,1 0 1,-1 0-1,1-1 1,-1 1 0,0 0-1,1-1 1,-1 1-1,1 0 1,0-1 0,-1 1-1,1 0 1,0-1 0,0 1-1,37 10 27,0-1-1,51 5 1,-44-9 112,76 22-1,-32 6-16,-88-33-202,1-1 0,0 1 0,-1-1 1,1 1-1,0-1 0,-1 0 0,1 1 0,0-1 0,-1 0 0,1 0 1,0 0-1,0 0 0,-1-1 0,4 1 0,4-2-427,-7 2 356,0 0-1,0 0 0,0 0 1,0-1-1,1 1 0,-1-1 1,0 1-1,-1-1 0,1 0 0,0 0 1,0 0-1,0 0 0,0 0 1,-1 0-1,1-1 0,0 1 1,-1-1-1,1 1 0,1-4 1,10-7-906,18-5-2050,-9 14-3936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10021,'0'0'7627,"14"45"-7213,-12-39-384,25 79 851,-3 2 0,16 119 0,10 262 3443,-26-269-3319,-8-82-686,1 130 1,-17-246-277,-1-4-168,0-1 85,1 0 0,-1 0 1,1 0-1,0 1 1,0-1-1,1-5 1,1-10-5,-2-672 193,-10 411-98,0-119 29,10 1168 3451,0-274-7577,0-521 1029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35 4322,'0'0'11531,"0"-5"-10328,0-12-399,0 4 8170,-5 13-8894,-300 0 10,296 1-90,0-1 0,1 1 0,-1 0 0,0 1 0,0 0 0,1 0 0,-1 1 0,-8 4 0,-2 3-23,-35 24 1,30-18-15,9-5 5,0 0 1,1 1-1,1 1 1,0 0-1,0 1 1,2 0-1,0 1 1,0 0-1,1 1 1,1 0-1,1 0 1,0 1-1,-7 26 1,4-6-3,2 0 0,2 1 1,1-1-1,2 1 0,1 52 1,3-88 29,-1 8-15,1-1 0,1 1-1,-1 0 1,2 0 0,2 12-1,-2-19 16,-1 0-1,1 0 0,-1 0 0,1 0 1,0-1-1,0 1 0,0-1 0,1 1 1,-1-1-1,1 0 0,-1 0 0,1 0 1,0 0-1,0 0 0,0 0 0,5 1 1,9 5-81,1-2 0,29 8 0,-4-2-53,-20-5 65,-8-1-94,1-1 0,0-1 1,0 0-1,29 2 0,124-4-1882,-49-10-2675,-115 8 4289,0 0 1,0-1-1,0 0 1,0 0 0,0 0-1,0-1 1,0 1-1,-1-1 1,1 0 0,0-1-1,-1 1 1,0-1-1,1 0 1,-1 0 0,0 0-1,3-4 1,16-21-4040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3714,'0'0'15001,"-3"81"-14611,0-31-329,-1 34 52,3 1 1,3 0 0,5-1 0,32 158-1,22 113 769,-26 2 192,-20-35-413,-4-62-482,8-126-142,-6-55-52,-11-60-69,3 23 0,-5-40 24,0-1 1,1 0 0,-1 0-1,0 0 1,1 0-1,-1 0 1,1 0 0,-1 0-1,1 0 1,0 0-1,-1-1 1,1 1-1,0 0 1,-1 0 0,1 0-1,0-1 1,0 1-1,0 0 1,0-1 0,0 1-1,0-1 1,0 1-1,0-1 1,0 1-1,0-1 1,0 0 0,0 0-1,0 1 1,2-1-1,-2 0-905,3 0-1423,-2 0 2054,-1 0 152,0 0 0,0 0 0,0 0-1,1 0 1,-1 0 0,0 0 0,0 0-1,0 0 1,0 0 0,0-1 0,0 1-1,0 0 1,0-1 0,1 1 0,-1-1-1,0 1 1,0-1 0,-1 1 0,1-1-1,0 0 1,0 0 0,0 1 0,0-1-1,-1 0 1,1 0 0,0 0 0,-1 0-1,1 0 1,0 0 0,-1 0 0,1-2-1,2-49-4128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12838,'0'0'10773,"-42"50"-10581,-128 155-91,160-192-84,0 0-1,1 0 1,-10 21 0,18-32-15,0 0 1,1 0 0,-1 0 0,1 1-1,-1-1 1,1 0 0,0 1 0,-1-1 0,1 0-1,0 1 1,1-1 0,-1 3 0,2 10 1,-2 109 87,0-121-91,0 1 1,0-1 0,1 1 0,0-1 0,0 0-1,0 1 1,0-1 0,0 0 0,1 0-1,-1 0 1,1 0 0,0 0 0,0 0-1,0 0 1,0-1 0,0 1 0,1-1 0,-1 0-1,1 1 1,-1-1 0,6 3 0,4 2-6,1-1 0,0 0 0,25 8 0,-29-11 0,179 50 18,-166-46 0,-1 1 0,0 1 0,0 1 0,-1 1 0,-1 0 0,0 2 0,0 0 0,19 19 0,-16-10 31,-18-18-41,0-1-1,0 0 1,0 1-1,-1 0 1,1 0-1,-1 0 1,0 0-1,0 0 1,-1 1-1,1-1 1,-1 1-1,0 0 1,0-1-1,-1 1 1,0 0-1,1 0 1,-1 0-1,-1 0 1,1 0-1,-1 1 1,0 4-1,0 226 1570,-1-221-1500,1-1 0,-2 0 0,0 0 0,-1 0 0,0-1 0,-1 1 0,-1 0 0,-6 12 0,-1-3 59,0-1-1,-2-1 1,-26 33 0,-100 105 476,105-122-534,33-35-69,0 0 1,-1 1-1,1-1 1,-1 0-1,1-1 1,-1 1-1,0 0 0,0-1 1,0 1-1,0-1 1,0 0-1,-5 1 1,-41 1-53,41-3 25,-18 1-165,18 0 3,0 0 0,0 0 1,0-1-1,0-1 0,0 1 0,0-1 0,1-1 1,-1 1-1,-12-5 0,11 1-195,0-1 0,1 0 0,-1-1 0,1 1 0,0-1-1,1-1 1,-13-15 0,15 16-345,0-1 0,0 1-1,1-1 1,0 0-1,0 0 1,-4-14 0,-5-36-4982,-5-3-2771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6979,'0'0'13462,"311"0"-12949,-253 26-241,10 18-208,-29-9-48,-19 9-16,9-9-80,-10 8-1249,1 19-1344,-1 16-1713,-9-25-1249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1377,'0'0'18629,"0"39"-17078,0-34-1503,-1 93 1170,-19 146-1,-18-36 92,-10 61-97,-5 34-298,28-174-822,21-110-80,-1-1-1,-1 1 1,-1-1-1,0 0 0,-2-1 1,-16 27-1,22-40-5,0 1-1,0 0 0,0 0 1,1 0-1,0 0 0,0 0 1,0 0-1,-2 11 0,4-14-13,-1-28-5477,1 14 4445,-1-1 0,2 1 1,2-16-1,-3 28 929,0 0 1,0-1 0,0 1-1,0-1 1,1 1-1,-1 0 1,0-1-1,0 1 1,1-1 0,-1 1-1,0 0 1,1 0-1,-1-1 1,0 1-1,1 0 1,-1-1 0,0 1-1,1 0 1,-1 0-1,1 0 1,-1-1-1,1 1 1,-1 0-1,0 0 1,2 0 0,1-1-594,31-12-4653,5 2-2601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90 405 16440,'0'0'8721,"-4"54"-8409,-4 175 176,8-214-417,1 0 0,1 0 0,0-1 0,0 1 0,9 26 0,-9-38-51,2 11 39,0-1 0,2 0 1,-1-1-1,2 1 1,-1-1-1,2 0 0,0-1 1,0 0-1,1 0 0,0-1 1,1 0-1,0 0 0,0-1 1,1 0-1,23 12 1,-20-13-51,0 0 1,1-2 0,0 0 0,0 0 0,0-2 0,1 0 0,20 3 0,9-3-22,60-1 1,-103-3 9,0 0-1,-1 0 1,1 0 0,0 0 0,0-1 0,0 1 0,0 0 0,0-1 0,-1 0 0,1 1 0,0-1 0,0 0 0,-1 0 0,1 0 0,-1 0 0,1 0 0,-1 0 0,1 0 0,-1-1 0,1 1 0,-1-1 0,0 1 0,0-1 0,0 1 0,0-1 0,1-2 0,1-3 2,-1-1 1,0 0-1,0 0 1,-1 0 0,1-11-1,3-14 12,9-66 24,-4-2 1,-5 1 0,-8-113-1,2 192-36,-2 0-1,0 0 0,0 1 1,-14-40-1,0 19 10,-22-42 1,12 29 14,15 27-12,11 23-9,0 0 1,-1 0 0,1 0-1,-1 0 1,0 0 0,0 0-1,-1 1 1,1-1-1,-1 1 1,0-1 0,0 1-1,0 0 1,0 0-1,0 0 1,-7-3 0,2 3 87,-1 0 0,0 1 0,1 0 0,-1 0 0,0 1 0,0 0 0,0 1 0,0 0 0,0 0 1,0 1-1,0 0 0,0 1 0,-12 3 0,15-2-65,0 1 1,0-1-1,0 1 1,0 0-1,1 1 1,-1-1-1,1 1 1,0 0 0,0 0-1,-5 9 1,-2 3 30,2 1 1,-15 31-1,-11 46 82,4 0 0,-27 139 0,48-187-118,-10 46 30,3 0 0,4 1 1,-1 115-1,14-169-65,0 34-104,1-69 37,1 1 0,-1-1 0,1 0-1,0 0 1,1 0 0,-1-1 0,1 1 0,0 0 0,0 0 0,4 6 0,3-3-403,0 0 1,0-1 0,1 0 0,0 0 0,0-1 0,1-1-1,0 0 1,16 6 0,-9-4-1312,0-1 1,28 6-1,42-1-7022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13638,'0'0'8660,"-39"333"-8660,39-246-384,10 1-865,0 17-799,-10 0-2018,0 0-2866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3041,'0'0'17993,"-48"516"-18233,106-385-1281,-19-17-1280,0-9-1858,-39-9-303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1867 1 14487,'0'0'12717,"-34"29"-11820,30-26-870,-290 275 1627,131-96-624,-303 313 570,-90 14-1248,473-435-349,-2 7-3,-64 51 0,118-106-83,29-24-352,3-12-5064,0 1 4419,0 0 1,1 1 0,0-1 0,0 1-1,7-14 1,7-30-2886,-13 32 1807,-2 1 0,0-25 1,-1 44 2149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5507,'0'0'22468,"73"102"-20829,-73-102-1639,327 448 1291,-76-151-582,611 533 444,-803-779-1153,1-1 0,84 50 0,-141-98 0,0 0 0,0-1 0,1 1 0,-1-1 0,1 1 0,-1-1 0,1 0 0,0-1 0,-1 1 0,1-1 0,0 1 0,-1-1 0,1 0 0,0 0 0,4-1 0,31 0 0,-39 1-16,1 0 0,-1 0 0,0 0 1,1 0-1,-1 0 0,0 0 0,1 0 0,-1 0 0,0 0 1,1 0-1,-1 0 0,0 0 0,1 0 0,-1 0 0,0 0 1,1 0-1,-1 0 0,0 0 0,1 0 0,-1 0 0,0-1 1,0 1-1,1 0 0,-1 0 0,0 0 0,0-1 0,1 1 1,-1 0-1,0 0 0,0-1 0,1 1 0,-1 0 0,0 0 1,0-1-1,0 1 0,0 0 0,0-1 0,1 1 0,-1 0 1,0-1-1,0 1 0,0 0 0,0-1 0,0 1 0,0 0 0,0-1 1,0 1-1,0 0 0,0-1 0,0 1 0,0 0 0,0 0 1,0-1-1,-1 1 0,1-4-306,0-1-152,0 3 286,1 0 1,-1 1-1,0-1 1,0 0 0,-1 1-1,1-1 1,0 0-1,0 1 1,-1-1 0,1 1-1,-2-3 1,1 2-181,-1 0 1,1 0-1,-1 1 1,1-1-1,-1 0 1,0 1-1,1 0 1,-1-1-1,0 1 1,0 0-1,0 0 1,0 0-1,0 0 1,0 0-1,-3 0 1,-88-24-10663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7603,'0'0'14263,"-10"254"-14263,20-184 32,0 17 0,-10 10-32,0 8-16,19 8-592,1 1-353,-11-9-1328,11-17-2145,-20-10-2209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3346,'0'0'18552,"20"411"-18280,-20-341-192,0-9-64,0 0-16,0 9 0,0 18 0,0 8-608,0 9-721,0 0-816,0-9-2241,0-8-1857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9 9172,'0'0'14127,"-33"-1"-13228,-10-1-631,-144-3 699,143 4-116,-69 10 0,99-7-710,0 1 0,0 0-1,1 1 1,-1 1 0,1 0 0,0 1 0,0 0 0,-20 14-1,18-9-88,0 1-1,1 0 0,0 1 0,1 0 0,0 1 1,-16 24-1,23-28-64,0 0-1,0 0 1,1 1 0,1 0 0,0 0 0,0 0-1,1 1 1,1-1 0,-1 1 0,2-1 0,-1 19-1,1 39-38,0-14 50,6 63 0,-2-104 11,0-1 0,0 1 0,1-1 0,1 0 0,0 0 0,1 0 0,1-1 0,0 0 0,0 0 0,1-1 0,16 18 0,-8-12-8,0 0-1,2-1 1,0-1 0,1-1-1,0 0 1,23 11-1,-30-19-3,-1-1 0,1 0 0,0 0 0,1-2 0,-1 1 0,17 1 0,2-2-784,42-1 0,-71-2 682,0 1 0,1-1 0,-1 0 0,1 0-1,-1 0 1,0 0 0,1-1 0,-1 1 0,1-1 0,-1 1 0,0-1 0,0 0 0,1 0-1,-1 0 1,0 0 0,0 0 0,0-1 0,0 1 0,0-1 0,0 1 0,0-1 0,-1 1-1,1-1 1,-1 0 0,1 0 0,-1 0 0,0 0 0,1 0 0,-1 0 0,0-1 0,0 1-1,-1 0 1,1 0 0,0-4 0,5-23-1723,-2-1 0,-2 1 0,-1-51-1,-1-13-4446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14663,'0'0'8401,"-1"92"-7681,-1 3-561,-5 506 664,7 551 3091,16-862-3552,-14-257-337,0 72-68,-2-104 34,0-1 1,0 0-1,0 0 1,0 0-1,0 1 0,0-1 1,1 0-1,-1 0 1,0 0-1,0 1 1,0-1-1,0 0 0,0 0 1,1 0-1,-1 0 1,0 1-1,0-1 0,0 0 1,0 0-1,1 0 1,-1 0-1,0 0 0,0 0 1,1 0-1,-1 0 1,0 0-1,0 1 1,0-1-1,1 0 0,-1 0 1,0 0-1,0 0 1,1 0-1,-1 0 0,0-1 1,0 1-1,0 0 1,1 0-1,-1 0 1,0 0-1,0 0 0,1 0 1,-1 0-1,0 0 1,8-1-1644,-5 1 1508,1-1-1,-1 1 1,0-1 0,0 0 0,0 0 0,0-1 0,0 1 0,0-1 0,0 1-1,0-1 1,0 0 0,-1 0 0,1 0 0,-1-1 0,1 1 0,-1 0 0,0-1 0,0 0-1,2-3 1,7-11-755,0 0-1,8-21 1,-8 18-185,16-43-3843,-14 2-2431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0 8788,'0'0'15741,"-50"28"-15080,-159 95-106,197-116-480,1 1 1,0 1-1,0 0 0,1 1 1,-15 18-1,19-21 14,1 1-1,1 1 1,0-1-1,0 0 1,-3 10-1,-1 4 124,2-5-74,2 0-1,0 0 0,1 1 1,0-1-1,2 0 1,1 34-1,0-46-157,-1 11 20,1 0 0,1 0 0,1 0 1,4 19-1,-4-28 1,1 0 0,0-1 1,0 0-1,0 0 0,0 0 0,1 0 1,0 0-1,0-1 0,1 1 1,0-1-1,7 7 0,11 6-2,0-2-1,1 0 1,48 23-1,-11-6 27,44 21 7,12 7 16,-113-57-44,-1 0 0,0 1 0,0-1 0,0 0-1,0 1 1,-1 0 0,0 0 0,0-1 0,0 1 0,0 1 0,-1-1 0,1 7 0,3 5 22,-2 9 57,-2 17-47,0-9 217,-5 50 1,3-73-154,-1 0 1,-1 1 0,0-2-1,0 1 1,-1 0 0,0 0-1,-1-1 1,-10 16 0,8-15-45,-1 0 1,0-1 0,0-1 0,-15 14 0,18-19-50,1-1 1,0 0 0,-1 0 0,0 0-1,0 0 1,0-1 0,0 0 0,0 0-1,0 0 1,-1 0 0,1-1 0,0 0-1,-1 0 1,-6 0 0,-1-1-46,-6 0-457,14 0 256,-1 1-1,1-1 1,0-1 0,0 1 0,-1-1-1,1 1 1,0-1 0,-9-3 0,12 2 76,0 0 0,0 0 0,-1 0 1,2-1-1,-1 1 0,0 0 0,0-1 0,1 1 1,-1-1-1,1 1 0,-1-1 0,1 0 1,0 0-1,1 1 0,-1-1 0,0 0 1,0-3-1,-8-24-4049,-18-40 0,16 46 1287,-18-52-7219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1297,'0'0'22730,"292"-9"-22426,-244 71 240,-19 8-15,0 0 95,-9 8-64,-10-8-400,-1-26-160,1-26-160,-10-10-992,20 1-1378,-20 26-2224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0 429 5010,'0'0'4851,"0"-41"-3923,0-126 563,0 62 5753,1 102-7067,0 0 0,0 1 0,0-1 0,0 1 0,0 0 0,0-1 1,0 1-1,1 0 0,-1 0 0,1 0 0,0 0 0,-1 0 1,4-3-1,25-20 347,-20 18-428,0 1 1,1 0 0,0 1-1,0 0 1,0 0-1,0 1 1,1 1 0,0 0-1,20-2 1,10 1 362,55 1 0,-81 3-300,-8 1-66,0-1 1,0 1-1,0 0 0,0 1 0,0 0 0,-1 0 1,1 1-1,-1 0 0,0 0 0,12 7 0,-8-3 23,0 1 0,-1 1 0,0-1 0,0 2 0,14 16 0,-3 3 70,-1 0 0,-1 2 0,25 56 0,-33-64-113,16 33 126,-2 1-1,-3 2 1,16 65-1,-24-60-49,-3 1 0,-2 1 0,-1 67-1,-8 14 68,0-145-209,0 0 0,-1-1 0,1 1 0,-1-1-1,1 1 1,-1 0 0,0-1 0,0 1 0,0-1-1,0 0 1,0 1 0,0-1 0,0 0 0,0 0-1,0 1 1,0-1 0,-1 0 0,1 0 0,-2 1-1,-35 19 29,32-18-21,-54 26-8,-123 42 0,143-60-66,0-1 0,0-3 0,-1-1 0,-74 1-1,114-7-3,9 0-106,61 5 335,0 3 1,-1 2 0,89 26 0,-147-33-133,69 12 247,1-2 0,0-4 0,118-3 0,52-6 41,-249 0-7,-1-1-282,-6-9-24,-5 2-3,1 2 0,-1-1 0,0 2 0,-1-1 0,0 2 0,-21-7 0,-26-11 22,-28-19 14,23 11-35,0 2 0,-73-20 0,88 34-9,-1 2 1,0 2 0,-1 2 0,-55-1 0,-22 1 15,41 8-42,40 0 48,43 0 800,8 0-972,24 2 173,-1 2 0,1 1 0,-1 1 0,44 16 0,-29-9-21,247 64 15,-254-68-15,41 3 1,-40-7 7,53 15 0,-81-18-5,-4 0-2,0-1 1,0 0-1,0 0 1,1-1-1,-1 1 1,7-1-1,-9 0 270,-7 0-249,-697 0-45,699 0 11,11 0-254,421 9 312,-292-9 54,-107 0 92,-93 0-121,-545 0-456,607 0 346,1-19-337,0 18 376,0 0 0,1 0 1,-1 0-1,0-1 0,1 1 0,-1 0 0,1 0 0,-1 0 0,1 0 0,0 0 0,-1 0 0,1 1 0,0-1 0,0 0 0,0 0 0,0 0 1,-1 1-1,1-1 0,0 0 0,0 1 0,0-1 0,0 1 0,1-1 0,-1 1 0,0-1 0,0 1 0,0 0 0,0 0 0,0 0 0,0-1 0,2 1 1,49-3-13,-26 3 18,1-5 29,38-11 0,-41 9 6,35-6-1,-51 12-39,0 0 1,0 0-1,0-1 1,-1 0-1,1-1 1,-1 1-1,1-1 1,-1-1 0,0 0-1,0 0 1,-1 0-1,1 0 1,-1-1-1,9-9 1,-11 9-6,1 1 0,0-1 0,0 1 0,10-7 0,-10 8 0,0 0 1,0-1-1,0 0 1,0 0 0,-1 0-1,6-8 1,-3 0-5,0 0 0,-1-1 0,0 0-1,-1 0 1,0 0 0,3-19 0,-5 22 3,1-13 34,0 0 0,-2-1 0,0 1 0,-2-1 0,-2-25-1,0-12-2,2-3-22,0 33 18,1 19-18,0 0-1,-1-1 0,-1 1 0,0-1 0,-1 1 0,0 0 0,-1 0 1,0 0-1,-8-18 0,-1 6-1,3 8-4,1-2 0,1 1 0,0-1 0,-5-25 0,-1-31 3,6 70 3,1 5 17,8 0-21,-4-1 5,-39-10 69,29 8-58,0 1 1,0 0-1,-13 0 0,-26-2 47,47 2-61,-16-1-9,-33 3 2,-17-3-33,34 1-3,0 0-1,-44 7 1,74-5 43,1 0 0,0 1 0,0 0 0,0 0 0,0 0 0,0 0 0,0 1 0,1 0 0,-1 0 0,1 0 0,0 1 0,0-1 0,0 1 0,0 0 0,-2 5 0,5-8-1,0 0 0,1-1 0,-1 1 0,0 0 0,0 0 0,0 0 0,1-1 0,-1 1 0,0 0 0,0-1 0,0 1 0,0-1 0,0 1 0,0-1 0,0 0 0,0 1 0,-2-1 0,-2 2 0,3-2-1,1 0 0,0 1 0,-1-1 0,1 1 0,0-1 1,-1 1-1,1 0 0,0-1 0,0 1 0,-1 0 0,1 0 0,0 0 0,-1 1 0,2 5-29,1-5 17,-1-1 9,0 21-48,0-21 52,0-1 0,0 1 1,0 0-1,0-1 0,0 1 1,0 0-1,0 0 0,0-1 0,0 1 1,0 0-1,-1-1 0,1 1 0,0 0 1,0-1-1,-1 1 0,1-1 1,-1 1-1,1 0 0,0-1 0,-1 1 1,1-1-1,-1 1 0,1-1 0,-1 0 1,1 1-1,-1-1 0,0 1 1,1-1-1,-2 1 0,2-16-189,0 7 172,0-3 12,0-1 0,0 1 0,1 0-1,1-1 1,0 1 0,6-21-1,65-117-108,-72 148 111,0 0 1,0 0 0,0-1 0,1 1 0,-1 0-1,0 0 1,0 0 0,1 0 0,-1 0 0,0 0-1,1 1 1,-1-1 0,1 0 0,0 1 0,-1-1-1,1 1 1,2-1 0,37-3-104,-33 4 81,-1 0 0,1-1 1,0 0-1,10-3 0,11-9 18,-4 3 34,31 7 12,-33 2-73,37 0-28,-58 1 62,0 0 0,0 0 0,0 0-1,0 1 1,0-1 0,0 0 0,0 1 0,0 0 0,0-1 0,0 1 0,0 0-1,0 0 1,0 0 0,0 0 0,-1 1 0,1-1 0,-1 0 0,1 1 0,-1-1-1,1 1 1,1 2 0,73 134 128,-51-86-102,-5-11 33,26 78 0,-31-77-31,-9-29-17,-2 0 0,1 1 0,4 23 0,4 20 19,-10-46-22,0 0 0,0 0 0,-1 0 0,-1 0 0,1 13 0,-2 244 322,0-267-327,0 0-1,-1 0 0,1 0 0,-1 0 0,1 0 0,-1-1 0,1 1 0,-1 0 0,1 0 0,-1-1 0,1 1 0,-1 0 0,0-1 0,0 1 0,1-1 0,-1 1 0,0-1 0,0 1 0,0-1 0,1 1 0,-1-1 0,0 0 0,0 1 0,0-1 0,0 0 0,-1 0 0,-6 3 2,-42 28 10,33-20-21,-35 17 0,42-23 3,-1-1-1,0 0 1,0-1 0,0 0-1,0-1 1,0 0 0,-20 0-1,-35-2-59,64 0-29,3 2-69,1-1 154,-1 1 1,0-1-1,1 1 1,-1-1-1,1 1 1,0-1-1,-1 0 1,1 0-1,0 0 1,0 0-1,0 0 1,-1 0-1,1-1 1,0 1-1,0-1 1,0 1-1,0-1 1,0 0-1,0 1 1,1-1-1,-1 0 1,0-1-1,0 1 1,0 0-1,0 0 1,3-2-1,11 2-16,561 0 586,-1125 0-716,402 8-76,145-8-2,17 2-1038,0 0 1258,185 37 38,-148-27-32,-34-9 24,0 2-1,0 0 0,35 15 1,-29-8-8,1-1 0,0-1 0,41 9 0,-37-12 40,0 0 1,36 16 0,-46-16 21,-20-7-73,0 0 0,0 0 1,0 0-1,0 0 0,0 0 1,0 0-1,0 0 0,1 0 1,-1 0-1,0 0 0,0 0 0,0 0 1,0 0-1,0 0 0,0 0 1,0 0-1,1 0 0,-1 0 1,0 0-1,0 0 0,0 0 1,0 0-1,0 0 0,0 0 1,0 0-1,0 0 0,0 0 0,1 0 1,-1 0-1,0 0 0,0 1 1,0-1-1,0 0 0,0 0 1,0 0-1,0 0 0,0 0 1,0 0-1,0 0 0,0 0 0,0 0 1,0 1-1,0-1 0,0 0 1,0 0-1,0 0 0,0 0 1,0 0-1,0 0 0,0 0 1,0 0-1,0 1 0,0-1 0,0 0 1,0 0-1,0 0 0,0 0 1,0 0-1,0 0 0,0 4 4,10-2-4,26-3-1626,-26-1 945,1 2-1,0 0 1,0 0 0,0 1-1,0 0 1,0 1-1,11 3 1,19 21-3064,-2-6-1718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11173,'0'0'16552,"-14"0"-16125,-59 0-51,100 11-160,101 22 461,39 11-226,-161-42-481,199 57 737,-164-50-1348,0-2 1,0-2-1,53 0 0,-92-5 408,0-1 0,0 0-1,0 1 1,0-1 0,0 0 0,0 0-1,-1 0 1,1 0 0,0-1 0,-1 1 0,1 0-1,-1-1 1,1 1 0,-1-1 0,1 0-1,-1 1 1,0-1 0,0 0 0,0 0-1,0 0 1,0 0 0,0-2 0,19-53-8070,-8-1-4191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0 368,'0'0'22640,"4"5"-21416,-3-3-1149,1 1 0,0 0 0,-1-1 0,0 1 0,0 0 0,0 0 0,0 0 0,0-1 0,0 1 0,0 5 0,3 41 389,-4 73-1,-1-45-176,1 866 3693,0-848-3607,-3 1-1,-23 132 1,16-196-338,8-28-26,0 1 1,1 0-1,-1-1 1,1 1-1,1-1 1,-2 10-1,2-13 2,0-8-1782,0-30 764,0 1 1,3-1 0,1 1-1,12-50 1,16 3-3191,-9 11-2854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2401,'0'0'21418,"12"40"-20858,66 262 27,-26-113 586,-39-154-802,0 0 0,3-1 0,22 37 0,-21-44-168,-10-13-99,1-1 0,1 0 0,19 21-1,-25-31-96,0 0-1,1 0 1,0 0-1,0 0 1,-1 0-1,2-1 1,-1 0-1,0 0 1,0 0-1,1 0 1,-1-1-1,1 0 1,-1 0-1,1 0 1,0 0-1,8-1 1,-2 0-36,-6 1 21,0 0-1,0-1 1,0 0-1,0 0 1,0-1-1,-1 1 1,1-1-1,0 0 1,0 0-1,-1-1 1,1 1-1,0-1 1,-1 0 0,0 0-1,1-1 1,-1 1-1,0-1 1,6-5-1,0-4-25,-2-1 1,0 1-1,0-1 0,-1-1 0,0 1 1,-1-1-1,-1 0 0,5-19 0,0-9-120,8-76-1,-5-307-875,-14 297 766,1 105 191,1 9 27,-1 0 0,-1 0 0,0 0 0,-6-26 0,5 35 55,1 0-1,-1 1 0,0-1 1,-1 1-1,1 0 0,-1 0 1,0 0-1,0 0 1,0 0-1,-1 1 0,1-1 1,-1 1-1,0 0 0,0 0 1,0 0-1,0 0 0,-7-2 1,-3-2 127,-1 0 1,0 1 0,0 1 0,-1 0 0,1 1 0,-1 0 0,0 2 0,0 0-1,-31 0 1,35 2 60,9-1-155,-1 1-1,1 0 1,0 0-1,-1 0 1,1 0-1,0 0 1,-1 1-1,1 0 1,0-1-1,-1 1 0,1 0 1,0 1-1,0-1 1,-5 3-1,2 2 20,0 1 0,0-1 1,1 1-1,-1 0 0,2 0 0,-8 14 0,-24 55 269,31-64-266,-21 45 250,7-16 59,-19 55-1,29-57-228,-6 55 0,5-33-90,2 8-36,3 1 0,5 112-1,2-71-14,-2-107-5,1-1 0,0 1 1,-1 0-1,1 0 0,1 0 1,-1 0-1,0-1 0,1 1 1,0-1-1,0 1 0,0-1 1,0 0-1,0 0 0,1 0 1,0 0-1,5 5 0,5 3-12,1 0 0,22 13 0,-15-10 7,104 61-25,-114-71-74,0 0-1,0-2 0,1 1 1,0-1-1,-1-1 0,1 0 1,0-1-1,0 0 1,17-3-1,14 1-155,-39 2 245,0 0 1,-1-1 0,1 0 0,0 1 0,-1-1-1,1 0 1,0-1 0,-1 1 0,1-1-1,-1 0 1,0 1 0,0-1 0,0-1 0,0 1-1,0 0 1,0-1 0,0 0 0,-1 1-1,1-1 1,3-6 0,2-4-38,0-1 1,-1 0-1,9-25 0,-12 29 20,4-11 3,-2 0 1,0-1-1,-2 0 0,0 0 1,0-25-1,-3-114-69,-3 73 75,2-172-18,0 250 44,1 8-1,-1 0 0,0 0 0,1 0 1,-1 0-1,0-1 0,0 1 0,0 0 1,-1 0-1,1 0 0,0-1 1,-1 1-1,1 0 0,-1 0 0,0 0 1,0 0-1,0 0 0,0 0 0,0 0 1,0 1-1,0-1 0,-1 0 1,1 0-1,-1 1 0,1-1 0,-1 1 1,-1-2-1,-7-4 45,9 6-36,0 0 0,0 1 1,0-1-1,0 0 0,0 0 0,0 1 0,0-1 1,0 1-1,0-1 0,0 1 0,0-1 0,0 1 1,0 0-1,-1 0 0,1-1 0,0 1 0,-2 0 1,-1 0 7,1 0 0,-1-1 1,1 0-1,-1 0 0,1 0 1,-1 0-1,1 0 0,0 0 1,0-1-1,-1 0 0,-3-2 1,3 1 10,0 0-1,-1 1 1,1 0 0,-1 0-1,0 0 1,0 1 0,-7-2-1,-53-6 80,56 7-63,-1 0-1,1 1 1,0 1 0,-1-1 0,-17 3-1,-53 0 426,78-2-477,-9 0 189,8 1-168,-1-1 0,1 1 0,-1 0 1,1 0-1,0 0 0,0 0 0,0 1 0,0-1 0,0 1 0,0-1 0,0 1 0,0 0 0,1 1 0,-1-1 0,1 0 0,-1 1 0,1-1 0,0 1 0,0 0 0,0-1 0,0 1 0,-1 5 0,-6 9 4,1 1-1,-11 33 0,14-33-10,-2 2-1,1 0 1,1 1-1,-5 40 1,0 14 19,5-44-2,-1 44 1,6 135 64,1-199-89,1 0 1,0-1 0,0 1 0,1-1 0,0 1 0,1-1 0,0 0 0,1 0 0,0 0 0,1-1 0,0 0-1,11 13 1,2 7 4,-8-13 8,-1-1-1,2 0 0,16 16 1,-25-27-15,1 0 1,0-1 0,1 1-1,-1-1 1,0 0 0,1 0-1,0-1 1,0 1 0,0-1-1,0 0 1,0 0 0,0-1-1,0 0 1,1 0 0,8 1-1,4-1-221,-14-1 97,1 1 1,-1-1-1,1-1 1,0 1-1,-1 0 1,8-3-1,-10 2 23,0 1-1,0-1 0,0-1 1,0 1-1,0 0 1,-1 0-1,1-1 0,0 1 1,-1-1-1,1 1 1,-1-1-1,0 1 0,1-1 1,-1 0-1,0 0 1,0 0-1,0 0 0,1-3 1,14-52-3783,-12 16-2828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79 7956,'0'0'15375,"-61"-14"-14652,-200-43-72,249 54-604,0 1 0,0 1 0,0 0 1,0 0-1,-1 1 0,1 1 1,0 0-1,0 0 0,-14 5 0,19-4-23,0 2-1,1-1 1,-1 1-1,1 0 1,0 0 0,0 0-1,0 1 1,1 0-1,-6 6 1,-6 5 28,-16 15 125,1 1-1,1 2 1,-46 67 0,72-93-165,0 1 1,1-1-1,0 1 1,1 0-1,0 0 1,0 0-1,1 1 0,-2 13 1,2 3-46,2 43-1,1-29-24,-1-37 53,0 1 1,0-1 0,1 0 0,-1 1 0,1-1 0,0 0-1,0 1 1,0-1 0,0 0 0,1 0 0,-1 0 0,1 0-1,0 0 1,0-1 0,4 6 0,-2-4-1,1 0 1,-1-1 0,1 1-1,0-1 1,0 0-1,1 0 1,-1 0-1,8 2 1,9 2-15,-1-2 1,2 0-1,37 3 1,-57-8 15,62 5-280,74-5 1,-51-2-623,-78 3 674,-8-1 140,0 0-1,0 1 1,0-1 0,0 0 0,0 0 0,0 0-1,0 0 1,0 0 0,0-1 0,0 1-1,0 0 1,0-1 0,0 0 0,0 1 0,0-1-1,0 0 1,0 0 0,0 0 0,-1 0 0,1 0-1,0-1 1,-1 1 0,3-3 0,24-46-5637,-25 30 824,-3 8-1347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1 800,'0'0'20997,"-2"107"-19463,-4 364-534,6 66 246,4-373-1023,7-1 0,37 184 1,-45-312-478,-3-35 116,0 1-1,0 0 1,1-1-1,-1 1 1,0 0 0,0-1-1,1 1 1,-1 0-1,0-1 1,1 1-1,-1-1 1,1 1-1,-1 0 1,1-1 0,-1 1-1,1-1 1,-1 0-1,1 1 1,-1-1-1,1 1 1,-1-1-1,1 0 1,0 1 0,-1-1-1,1 0 1,0 0-1,-1 0 1,1 1-1,0-1 1,-1 0-1,1 0 1,0 0 0,0 0-1,30-1-8524,-21 1 6696,10 0-2942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 7956,'0'0'13043,"-52"8"-11424,-9 3-1010,-97 28-1,150-36-534,0 0 0,0 1 0,0 0 0,1 0 1,-1 0-1,1 1 0,0 0 0,0 1 0,1 0 0,-1 0 0,1 0 0,1 1 1,-9 12-1,-10 14 443,-22 40 1,40-61-401,0 0 1,1 0-1,0 0 0,1 1 1,1-1-1,0 1 1,-2 21-1,3 87 154,2-75-275,0-42 0,0-1 1,1 0-1,-1 0 1,1 1-1,0-1 1,0 0-1,0 0 0,0 0 1,0 0-1,1 0 1,0 0-1,-1 0 1,1-1-1,0 1 1,0 0-1,0-1 1,1 0-1,-1 1 1,5 2-1,4 2-13,0 1-1,1-2 1,20 9 0,-12-5 18,120 59 16,145 67 1,-272-130-16,8 2-15,-1 2-1,34 20 1,-49-27 11,-1 0-1,0 0 1,0 0-1,0 1 1,0-1-1,0 1 1,-1 0-1,0 0 1,0 1-1,0-1 1,0 1-1,-1-1 1,1 1-1,-1 0 1,0 0-1,-1 0 0,2 7 1,1 35 170,-4 88 1,-2-56 76,2-73-212,0 0 0,0 0 0,-1 1 0,0-1 0,0 0 0,0 0 0,-1 0 0,0 0 0,0 0 0,-1 0 0,1-1 0,-5 8 0,0-5 23,0-1-1,0 1 1,0-1 0,-1-1-1,0 1 1,-14 8 0,5-2-14,-2-1 1,1-1-1,-2 0 0,1-2 1,-1 0-1,-1-1 1,1-1-1,-2-1 1,1 0-1,0-2 1,-23 2-1,-73-4-46,67-3-115,43 1 33,0 0-1,0 0 0,0-1 0,0 0 0,0 0 0,1-1 0,-1 0 0,0 0 0,1-1 0,-8-3 0,6 1-163,1-1 0,0 1 0,0-1 0,1 0 0,-1-1 0,1 0 0,1 0 0,-6-8 0,8 11 114,-2-2-271,0 0-1,1 0 1,0-1 0,0 0-1,0 0 1,1 0 0,0 0-1,0 0 1,1-1 0,0 1-1,0-1 1,1 0 0,0 1-1,0-15 1,1-53-5796,0-11-1237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3346,'0'0'19288,"194"-26"-19016,-106 78-239,-50-17-33,11 9-177,-10 0-1311,29 43-1362,-58-26-1824,9-8-3441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1473,'0'0'21359,"57"78"-20209,174 265-201,-218-323-858,-2 0-1,-1 1 1,-1 0-1,0 0 0,-2 1 1,0 0-1,-1 1 1,2 23-1,5 80 661,-5 181 0,-8-269-700,0-31-39,0 0 0,0 1 1,-1-1-1,1 0 0,-2 0 1,1 0-1,-1 0 0,0 0 1,-4 8-1,4-12-11,0 0 0,0-1 0,0 1 0,0-1 0,0 1 1,-1-1-1,1 0 0,-1 0 0,1 0 0,-1-1 0,0 1 0,0 0 0,0-1 0,0 0 0,0 0 0,0 0 0,0 0 0,0 0 0,-1-1 0,1 1 1,-6-1-1,-126 2-559,123-3 423,0 1-1,0-2 1,0 1 0,0-2 0,0 0-1,0 0 1,-12-6 0,-3-3-174,-39-26 0,58 34 299,2 0 10,-1 1 0,1-1 1,-1 1-1,0 1 0,-7-3 1,9 4 8,4 0 6,0 0 0,0-1 1,0 1-1,-1 0 1,1-1-1,1 1 0,-1 0 1,0-1-1,0 1 1,1-1-1,-1 0 1,0 1-1,1-1 0,0 1 1,-1-1-1,1 0 1,0 1-1,0-1 1,0 0-1,0 0 0,0 1 1,0-1-1,1 0 1,-1 1-1,0-1 1,1 1-1,-1-1 0,1 0 1,0 1-1,0-1 1,1-1-1,3 1 51,1 0 0,0 0 0,0 1 0,0 0 0,0 0-1,0 0 1,0 1 0,0 0 0,9 1 0,1-1 35,371 0 764,-220 0-6780,-166 0 5734,0 0 0,0 0 0,0 0-1,1 0 1,-1 0 0,0 0 0,0 0 0,0 0-1,0 1 1,0-1 0,0 0 0,0 1 0,0-1-1,0 1 1,0-1 0,0 1 0,0 0 0,-1-1-1,1 1 1,0 0 0,0-1 0,0 1 0,0 1-1,2 5-972,-1 0 0,1-1 0,-2 1-1,1 0 1,0 10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4114,'0'0'21178,"370"-44"-21130,-273 44-48,-19 0-273,-10 0-703,-29 0-769,9 0-976,-18 0-1905,-21 0-2145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2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7748,'0'0'11696,"0"64"-9597,1 33-1352,-4 290 1318,-3-304-1624,-4-2 0,-25 97 0,8-47-323,27-130-163,0 0 0,-1 0 0,1 0 0,-1 1 0,1-1 0,-1 0 0,1 0 0,-1 0 0,0 0 1,1 0-1,-1-1 0,0 1 0,0 0 0,0 0 0,1 0 0,-1-1 0,0 1 0,0 0 0,0-1 0,-1 1 0,1-1 0,-1 1 0,-5 3-3143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98 544 2225,'0'0'27343,"10"59"-27100,40 202-198,-40-225-40,1-2 0,1 0 0,3 0 0,0-1 0,23 35 0,-16-29-5,-16-29-6,0 0 1,0 0 0,1-1-1,0 0 1,1 0 0,0 0-1,0-1 1,1 0 0,15 10-1,-17-14-15,0-1-1,1 1 1,-1-1-1,1 0 1,-1 0-1,1-1 1,0 0-1,0-1 1,0 0-1,0 0 1,0-1-1,1 0 1,-1 0-1,11-2 1,-14 1 1,0 0 0,0 0 1,-1 0-1,1-1 0,-1 1 1,1-1-1,-1 0 0,0 0 1,0-1-1,0 0 0,0 1 1,0-1-1,0 0 0,-1-1 1,1 1-1,-1-1 0,4-5 1,2-6-39,0 0-1,-1-1 1,10-28 0,-15 35 42,17-48-40,-2-2 0,-3 0 1,-3 0-1,8-91 1,-8-247 106,-13 242-17,1 144-20,-1-1-1,1 1 0,-2 0 0,0 0 0,0 0 0,-1 0 0,0 0 1,-1 0-1,-8-17 0,8 24 22,1-1-1,-1 1 1,1 0 0,-1 0 0,0 1-1,0-1 1,-1 1 0,1 0 0,-1 0 0,1 0-1,-1 1 1,0 0 0,0 0 0,0 0-1,-1 0 1,1 1 0,0 0 0,-1 0 0,1 0-1,0 1 1,-6 0 0,1-1 55,-11 0 175,-36 2 1,50-1-239,-1 1 1,1 1-1,0-1 1,0 1-1,0 1 1,0-1 0,0 1-1,1 0 1,-9 5-1,-1 6-4,0 0 0,1 0 0,1 1 0,-22 31 0,4-2-48,2 1 0,2 2 0,-26 59 0,-51 162-883,89-223 367,3 0 0,-9 50 0,7 154-5452,13-162 651,0 39-8737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88 896,'0'0'18708,"0"-11"-18426,0-29-263,0 29 4122,0 13-2874,20 879 2300,-5-657-3246,7 128 324,9 24-285,-28-355-348,31 187 85,-32-182-65,-2-24-28,0-1 1,-1 1-1,1-1 0,0 1 0,0-1 1,1 1-1,-1-1 0,0 1 0,0-1 0,1 1 1,-1-1-1,1 1 0,-1-1 0,1 0 0,0 1 1,0-1-1,-1 0 0,3 2 0,0 7-139,0-3-152,5-21 336,-1-6-47,0 0-1,-2 0 1,0 0 0,2-32 0,0 5 2,5-62-43,-5 0 0,-7-123 0,-2 96 60,2-760-234,-2 872 158,-2 0 1,-12-46-1,9 44-29,-6-16-168,10 33 205,0 1 0,0-1 1,1 1-1,0-1 0,1 0 0,-1-12 1,1 6 29,0 1 0,-2 0 0,1-1 0,-10-24 1,7 24-39,1 0 1,1-1 0,0 1 0,-2-32 0,5 44 53,1 3 2,-1-1-1,0 0 0,0 1 1,0-1-1,0 0 1,0 1-1,0-1 1,0 0-1,0 1 0,0-1 1,0 0-1,0 1 1,0-1-1,0 0 1,0 1-1,-1-1 0,1 0 1,0 1-1,-1-1 1,1 0-1,0 1 0,-1-1 1,1 1-1,-1-1 1,1 1-1,-1-1 1,1 1-1,-1-1 0,1 1 1,-1-1-1,1 1 1,-2-1-1,0 1 123,2 6-113,0 6-18,-2 0-1,0 1 0,-6 18 1,1-1 16,-3 23 16,1 1 1,0 67 0,7 118 61,3-133-41,-1 1582 123,0-2994-880,-28 927 621,27 304 99,1 1573 494,0-3344-854,0 1843 330,0 44 65,19 710 208,-7-589-189,56 871 335,-60-894-568,-8-1424-216,0 2147 697,0-859-324,-1-3-70,1 0 79,-1 0 1,1 0-1,-1 0 1,1 0-1,0 0 1,-1 0-1,1-1 1,-1 1 0,1 0-1,0 0 1,-1 0-1,1-1 1,0 1-1,-1 0 1,1 0-1,0-1 1,-1 1-1,1 0 1,0-1-1,-1 1 1,1 0-1,0-1 1,0 1 0,-1 0-1,1-1 1,0 1-1,0-1 1,0 1-1,0 0 1,0-1-1,0 1 1,-1-1-1,1 1 1,0-1-1,0 1 1,0 0-1,0-1 1,0 1 0,1-1-1,-1 1 1,0-1-1,0-501-286,0 501 534,-31 0-98,13 0-93,1 2 0,-1-1 0,-17 4 1,29-3-43,1 1 0,-1-1 0,1 1 0,0 0 0,-1 0 0,1 1 0,0-1 0,0 1 0,1 1 0,-1-1 0,1 0 0,-1 1 0,-5 6 0,6-5-9,-3 2-3,1 0 1,1 0-1,-1 0 0,1 1 0,0 0 1,-5 12-1,8-17 1,1 0 1,-1 1 0,0-1-1,1 0 1,-2 0-1,1 0 1,0 0-1,-4 3 1,3-3 6,0 1 1,0-1 0,1 1-1,-1 0 1,1-1 0,-3 7 0,-11 14 19,13-21-14,0 0 0,1 1-1,-1-1 1,1 1 0,0-1-1,0 1 1,-3 8 0,-7 19 32,9-27-49,1 0 0,0 0 0,1 0 0,-1 0 0,1 0 1,0 1-1,0-1 0,-1 9 0,2 514 149,4-512-150,-3-13 7,0 0 0,0 1 0,-1-1 0,1 0 0,0 1 0,-1-1 0,0 1 0,1-1 0,-1 0 0,0 5 0,1-6-4,0 0 0,0 0-1,1 0 1,-1-1 0,0 1 0,1 0 0,-1-1-1,1 1 1,-1-1 0,1 1 0,-1-1-1,1 0 1,0 1 0,-1-1 0,1 0-1,2 0 1,29 7-83,-26-3 83,1 0 0,0-1 0,0 0 0,0 0 0,0-1 0,0 0 0,0 0 0,10 0 0,75 0-40,-47-3 65,-44 1 252,-3 1-255,1-1-1,0 1 1,0-1-1,0 1 1,-1-1-1,1 1 0,0-1 1,0 1-1,-1-1 1,1 0-1,0 1 0,-1-1 1,1 1-1,-1-1 1,1 0-1,-1 1 0,1-1 1,0 0-1,-1 0 1,1 1-1,-1-1 0,1 0 1,-1 0-1,1 0 1,-1 1-1,0-1 0,1 0 1,-1 0-1,1 0 1,-1 0-1,1 0 0,-1 0 1,-26-1-155,17 1 182,-10 0-49,10 1-5,1-1-1,0 0 1,0 0-1,-1-1 1,1 0-1,0-1 1,0 0-1,0 0 1,0-1-1,-13-6 1,-9-8-95,1-2 1,1-1-1,1-1 0,1-2 0,0 0 1,2-2-1,-41-52 0,58 69 90,5-12-106,3 9 99,-6-40-27,2-1-1,4-95 1,2 50-96,-2 90 134,-1 5 8,1-1 0,0 1 0,0-1 1,-1 1-1,1-1 0,1 1 1,-1-1-1,0 1 0,1-1 1,-1 1-1,1-1 0,0 1 1,0 0-1,0-1 0,0 1 0,0 0 1,0 0-1,0 0 0,1 0 1,-1 0-1,1 0 0,0 0 1,0 0-1,0 1 0,-1-1 1,1 0-1,1 1 0,3-2 0,29-21-18,-20 13 22,-1 1 1,2 0-1,-1 2 1,1 0 0,1 0-1,-1 1 1,1 1-1,0 1 1,20-3-1,-26 4-15,-2 1 17,33 2 0,-39 1 3,-3-1 53,0-5-37,0 5 427,-7 0-450,0 1 1,0 0-1,0 0 0,-1 1 1,1 0-1,0 1 0,1-1 1,-1 1-1,0 1 0,0-1 1,1 1-1,-1 0 0,1 0 1,0 1-1,-9 7 0,-34 25-18,-68 62 0,99-80-12,1 1 0,1 0 0,0 1 0,2 1 0,0 0 0,-15 33 0,27-48 27,-52 122 10,48-110-16,1 0-1,1 0 0,1 1 1,1-1-1,-1 28 1,2-15 2,0-23 6,0 0 1,1 0 0,-1 0 0,2 1-1,-1-1 1,1 0 0,1 0 0,-1 0-1,1 0 1,1 0 0,-1 0 0,1 0-1,1-1 1,5 10 0,22 20 50,1-2 0,2-2 0,1-1 0,1-1 1,54 33-1,-63-47-38,1-2 0,1 0 0,1-2 0,0-2 0,0 0 0,1-2 0,34 5 0,-57-12-13,-6-2 0,37 0-3,-37 0-29,-1 0-569,1 0 382,-1-1-1,0 1 1,1 0 0,-1 0-1,1-1 1,-1 1 0,0-1-1,1 1 1,-1-1-1,0 1 1,2-2 0,7-9-2359,-1-1 1,-1 0 0,11-17 0,-7-6-7318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26 96,'0'0'21463,"-5"-5"-20430,2 3-971,1 0 1,0 0-1,-1 0 1,1 1-1,-1-1 1,1 1-1,-1-1 1,0 1 0,0 0-1,0 0 1,0 0-1,0 0 1,0 1-1,0-1 1,0 1-1,0 0 1,0 0-1,0 0 1,0 0 0,0 0-1,0 1 1,0-1-1,0 1 1,0 0-1,0 0 1,1 0-1,-1 0 1,0 1-1,-4 2 1,-6 5 146,1 0 1,-1 1-1,1 1 1,-17 20-1,17-18-131,-22 22 257,3 2 1,0 1-1,-34 58 0,54-77-292,1 0-1,1 0 0,1 1 0,0 0 1,2 1-1,0-1 0,1 1 0,1 0 1,2 1-1,-1 23 0,2-14-21,0-20-15,0-1 0,2 1 0,-1 0 0,3 11 0,-3-21-7,1 0 1,-1 1-1,0-1 1,1 0-1,-1 0 1,1 0 0,-1 0-1,1 0 1,0 0-1,-1-1 1,1 1-1,0 0 1,0 0-1,0 0 1,-1-1-1,1 1 1,0 0-1,0-1 1,0 1-1,0-1 1,1 1-1,22 9 10,0-2 0,1-1 0,-1-1 0,46 6 0,34 8-6,-16 1 40,-45-11-20,1 1 0,53 23 0,-93-33-13,1 1 0,-1 0 0,0 0 0,0 1 0,0-1 0,-1 1 0,1 0 0,-1 0 0,1 0 0,-1 0 0,0 1 0,0-1 0,0 1 0,-1 0 0,1 0 0,3 8 0,-3-1 50,-1-1 0,0 1 0,-1 0 0,0 0 0,0-1 0,-2 14 0,1 102 297,0-121-343,0-1 0,-1 0 0,1 1 0,-1-1 0,0 0 0,-1 0 0,1 0 0,-1 0 0,0 0 0,0 0 0,0 0 0,0 0 0,-5 5 0,-3 3 74,-1-1-1,-20 16 1,9-8-8,17-15-65,0 0 0,0-1 0,-1 1 0,0-1 0,1 0 0,-1 0 0,0-1 0,-1 0-1,1 0 1,0 0 0,0-1 0,-1 0 0,1 0 0,-1-1 0,1 1 0,-12-2 0,15 1-29,-28 0-258,30 0 231,-1 0 0,1 0 0,0 0 0,0 0 0,0-1 0,0 1-1,0 0 1,0-1 0,-1 1 0,1 0 0,0-1 0,0 1 0,0-1 0,0 0-1,0 1 1,1-1 0,-1 0 0,0 1 0,0-1 0,0 0 0,-1-1 0,-11-31-485,4 0-431,3-1-1,1 1 0,1-1 1,2-68-1,-5-54-6462,-9 75 697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35 528,'0'0'15100,"0"-6"-14088,0-17 196,0 17 1748,3 6-1694,8 1-1036,-1 0-1,1 1 0,0 0 1,-1 0-1,0 1 1,1 1-1,-1 0 1,0 0-1,-1 1 1,1 0-1,10 8 1,13 11 6,49 45 1,-81-68-224,4 4 4,0 1-1,0-1 1,-1 1 0,0 0-1,0 0 1,-1 0 0,0 1-1,0-1 1,0 1 0,2 11-1,10 21-68,1 1-127,-7-17-714,17 31 1,-20-45-111,0 0 1,1 0-1,10 12 0,8 9-3624,-21-9-1292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7443,'0'0'9271,"0"25"-8510,1 51-235,-6 243 3865,-27-100-2444,19 310-772,13-411-1112,-8 39 64,5-113-67,-11 42 50,10-64-77,0-1-1,-2 42 1,7-33 28,0-17-23,-1-1 1,0 1 0,-1 0-1,0 0 1,-1-1-1,-4 16 1,4-17-426,3-30 163,-1-1461-539,-1 1479 765,1 0 1,0-1-1,0 1 0,0-1 1,0 1-1,0 0 0,1-1 1,-1 1-1,0 0 1,1-1-1,-1 1 0,1 0 1,-1 0-1,1-1 1,0 1-1,-1 0 0,1 0 1,2-2-1,-2 2 916,0 30-604,-2-10-231,1 1067 1145,-9-816-1098,7-234-98,-5-18 8,6-15-29,1-15-182,0-1515-106,0 1526 304,0-1-1,0-3-23,0 3 194,0 15-162,0 1224 528,0-1236-520,-3-32-386,4-61 140,1 29 202,-2-1114-909,0 1175 870,0 10 61,0 1418 753,0-1425-326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929 1 9861,'0'0'11712,"-41"0"-10984,-131 0 120,66 0 276,-26 2 506,109 1-1427,1 1 0,-1 1 1,1 1-1,0 1 0,1 1 1,-39 19-1,2-1-12,44-20-186,0 1 1,0 0 0,0 1-1,1 0 1,0 1 0,1 1-1,-20 19 1,1 0-12,22-22-19,1 0-1,0 1 0,-13 17 0,18-21 17,1 0 0,0 1 0,-1 0 0,2-1 0,-1 1 0,0 0 0,1 0 0,0 0 0,0 0-1,1 0 1,-1 0 0,1 5 0,-2 47-109,0-37 106,1-1 1,1 1-1,1 0 0,1-1 0,0 1 1,6 20-1,-3-31 12,-1 0 0,2-1 0,-1 1 0,1-1 1,0-1-1,1 1 0,0-1 0,10 9 0,-6-6-8,1-1 0,0 0-1,0-1 1,0-1 0,15 7 0,-5-5-249,0-2 0,0 0 0,1-1 0,0-2 0,43 4 0,46-8-2013,-109 0 2181,-1 0 0,1 0-1,-1 0 1,1-1 0,-1 1 0,1-1 0,-1 1 0,1-1 0,-1 0 0,1 0 0,-1 0 0,0 0 0,0-1 0,0 1 0,0-1 0,0 1-1,0-1 1,0 0 0,0 1 0,0-1 0,-1 0 0,1 0 0,-1-1 0,1 1 0,-1 0 0,0 0 0,0-1 0,0 1 0,0 0 0,0-4-1,2-7-647,0 0 0,-2-1-1,0 1 1,-1-24 0,0 23-173,0-52-5144,0 11-3313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0 272,'0'0'18713,"0"46"-18046,-1 5-460,0 27 447,16 151 0,6-87 192,2 163 525,-10 284-512,-15-385-920,2-203-6,3-1-1069,6 0 847,-4 0 221,1 0 1,-1 0 0,1 0-1,-1 1 1,1-1-1,-1 1 1,0 1-1,1-1 1,-1 1-1,0 0 1,0 0-1,8 5 1,-11-6 70,0 0 1,0 0 0,0 0 0,1 0-1,-1 0 1,0 0 0,0-1 0,1 1-1,3 0 1,-4-1 97,20 0-2312,40 0-3106,-39 0 178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35 4994,'0'0'15012,"-25"-5"-14318,-75-19-70,96 23-515,-1 0-1,1 0 1,-1 0-1,0 0 1,1 1-1,-1 0 1,1 0-1,-1 0 1,0 1-1,1-1 1,-1 1-1,-6 2 0,9-1-67,0-1 0,0 1 0,0-1 0,0 1 0,0 0 0,0 0 0,1-1 0,-1 2 0,0-1 0,1 0 0,0 0 0,0 0 0,-2 4 0,-6 11 136,-14 16 241,12-17-237,0 0-1,1 0 0,1 1 1,1 0-1,0 1 1,-8 28-1,6 4-46,2-1 0,2 1 0,1 74 0,4-105-131,1-13-9,0 0 0,0 0-1,0 0 1,1 0-1,0-1 1,2 9-1,-2-12 5,0 0-1,0 0 0,0 0 1,0 0-1,0 0 0,1-1 0,-1 1 1,1-1-1,-1 1 0,1-1 1,0 1-1,-1-1 0,1 0 1,0 0-1,0 0 0,0 0 0,0 0 1,0 0-1,0-1 0,3 2 1,74 25 5,-47-15 7,1-2 1,44 9-1,-23-10-52,0 3-1,63 21 0,-105-29 36,0 1-1,0 0 1,-1 0-1,15 10 1,-24-14 13,-1 1 1,1 0-1,-1 0 1,1 0-1,-1 0 0,1 0 1,-1 1-1,0-1 0,0 0 1,0 1-1,-1-1 1,1 0-1,0 1 0,-1-1 1,0 1-1,1-1 0,-1 1 1,0-1-1,0 1 1,-1-1-1,1 1 0,0-1 1,-2 4-1,1 12 6,2 20 33,-4 84 243,2-107-247,-1-1 0,-1 0 0,0 0 0,-1 0 0,0-1 0,-7 17-1,-16 22 147,-2-1 0,-40 56 0,67-105-177,0 0 0,-1 1 0,1-1 0,-1 0 0,1 0 0,-1-1 0,0 1 0,1 0 0,-1-1 0,0 0 0,0 1 0,0-1 0,0-1 0,0 1 0,-4 0 0,-46 3-4,47-4-23,-13 0-40,2 0-112,1 0 0,-33-5 0,41 3 63,-1-1-1,1 1 1,0-2 0,0 1 0,0-1-1,1 0 1,-1-1 0,-6-5-1,-9-9-445,2-1-1,0-1 1,1-1-1,2 0 1,0-1-1,1-1 0,2-1 1,-22-44-1,15 25-931,-22-54-4835,31 46 1204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4434,'0'0'12198,"214"-167"-10758,-175 167-431,10 0-145,-1 9-224,1 35-287,-1-9-225,1 0-128,-10 9 0,-10-18-753,10 0-1360,-20 18-1584,11-18-2642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3009,'0'0'4875,"0"-10"-4625,0-41 12124,0 50-12310,0-5-43,0 4 1017,18 56-13969,-6 15 9962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53 3410,'0'0'13979,"0"-9"-11522,0-26-408,0 35-2021,0 0-1,0 0 0,0 0 0,0-1 1,0 1-1,0 0 0,1 0 0,-1 0 1,0-1-1,0 1 0,0 0 0,0 0 1,0 0-1,0-1 0,0 1 1,0 0-1,0 0 0,0-1 0,0 1 1,0 0-1,0 0 0,0-1 0,0 1 1,0 0-1,-1 0 0,1 0 0,0-1 1,0 1-1,0 0 0,0 0 0,0 0 1,0-1-1,-1 1 0,1 0 0,0 0 1,0 0-1,0 0 0,0 0 1,-1-1-1,1 1 0,0 0 0,0 0 1,0 0-1,-1 0 0,1 0 0,0 0 1,0 0-1,-1 0 0,1 0 0,0 0 1,0 0-1,0 0 0,-1 0 0,1 0 1,-13 0 473,-20-1 141,1 2 0,-57 9 0,56 4-604,29-13-46,0 0 0,0 0 0,1 0 0,-1 1 1,0-1-1,0 1 0,1 0 0,-1 0 0,1 0 0,-1 1 0,1-1 0,0 1 1,0 0-1,0-1 0,0 1 0,1 1 0,-1-1 0,-2 5 0,-6 5-133,10-13 136,0 1 1,1 0-1,-1 0 1,0-1-1,0 1 1,1 0-1,-1 0 1,0 0-1,1 0 1,-1 0-1,1 0 1,-1 0-1,1 0 1,0 0-1,-1 0 1,1 0-1,0 0 1,0 0-1,0 1 1,0-1-1,0 0 1,0 1-1,-2 42-87,1-19 72,2 37 1,-1-55 19,1-1-1,0 0 1,0 1-1,1-1 1,-1 0-1,2 0 1,-1 0-1,0 0 1,1 0-1,7 10 1,-4-9-2,0 0 0,1-1-1,-1 0 1,1 0 0,1 0 0,-1-1-1,1 0 1,0 0 0,0-1 0,0 0 0,1 0-1,-1-1 1,1 0 0,13 2 0,10 0-1766,0-1 0,62-2 0,-90-2 1524,1 0-224,1 0 0,-1 0 0,0-1 0,1 1 0,-1-1 0,0-1 0,7-1 0,-10 2 174,0-1 1,1 1-1,-1 0 1,0 0 0,0-1-1,0 0 1,-1 1-1,1-1 1,0 0 0,-1 0-1,1 0 1,-1 0-1,1 0 1,-1 0-1,0 0 1,0 0 0,0 0-1,1-4 1,-1 1-773,0-1 0,0 0 0,0 0 0,-1 0 1,0-8-1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6051,'0'0'5290,"-2"4"-4241,-5 54 6492,6-34-7471,1-23-64,0 0 1,0 0-1,0 0 0,0 0 1,0 0-1,0 0 0,0 0 1,0 0-1,1 0 0,-1 0 1,0 0-1,1 0 0,-1-1 1,0 1-1,1 0 0,0 0 1,-1 0-1,1 0 0,-1-1 1,1 1-1,0 0 0,1 1 1,8 9 45,41 73 398,-35-60-178,-1 1 0,-1 1-1,-1 1 1,-1 0 0,16 57-1,18 155 1045,-21-23-166,-2 284 0,-23 391-158,0-887-1269,0-7-2026,0-3 1368,0-7-687,0 1 0,1-1-1,0 1 1,1-1 0,0 1-1,5-18 1,19-22-4936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3105,'0'0'22790,"-46"17"-22017,-10 5-585,-74 40 0,125-60-180,0 1 0,0 1 0,0-1-1,1 1 1,-1-1 0,1 1-1,0 1 1,0-1 0,0 0-1,1 1 1,-1 0 0,1 0 0,0 0-1,1 0 1,-1 0 0,1 1-1,-3 9 1,-12 50 101,3 0 0,3 1 0,3 0 0,2 1 0,4 71 0,2-137-109,0 1 0,0 0 1,1 0-1,-1-1 0,0 1 1,1-1-1,-1 1 0,1 0 0,0-1 1,0 1-1,-1-1 0,1 1 1,0-1-1,0 0 0,0 1 0,1-1 1,-1 0-1,0 0 0,0 1 1,1-1-1,-1 0 0,0 0 0,1-1 1,-1 1-1,3 1 0,4 1-8,0 0-1,-1-1 0,2 0 0,7 1 1,-2 0 4,226 53 102,-201-42-91,-38-14-6,0 1 1,1 0 0,-1 0 0,1-1 0,-1 1 0,0 0 0,1 1-1,-1-1 1,0 0 0,0 0 0,0 0 0,0 1 0,0-1 0,0 0-1,0 1 1,-1-1 0,1 1 0,0-1 0,-1 1 0,1-1 0,-1 1-1,0-1 1,1 3 0,-1 306 1428,0-303-1416,-1-1 0,1 0 0,-1 0 1,0 0-1,-1 0 0,1 0 0,-1 0 0,0-1 0,-1 1 0,-4 8 0,-2-1 46,-1 1 0,-17 18-1,4-6 10,1-1 4,-39 35-1,51-50-79,-1-2 0,0 1-1,-1-2 1,0 1-1,0-1 1,-15 5-1,23-10-127,0-1 1,0 0-1,1-1 0,-1 1 0,0 0 0,0-1 0,0 0 1,0 0-1,0 0 0,1-1 0,-1 1 0,0-1 0,0 0 1,0 0-1,1 0 0,-1 0 0,1-1 0,-1 1 0,1-1 1,-1 0-1,-3-3 0,0-1-597,1 1 0,-1-2 1,1 1-1,1-1 0,-1 1 1,1-1-1,-8-16 0,-13-32-6903,13 8-4469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17352,'0'0'8436,"360"9"-8420,-312 35-16,1 8-64,-20-8-593,-19-9-335,19-9-1073,-10 18-1905,11-35-2353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1761,'0'0'25243,"0"499"-24074,0-272-625,0-8-288,0-26-128,0-27-128,0-26 0,0-44-256,0-35-1120,0-8-1122,39-53-13893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742 176 1777,'0'0'11669,"-8"-26"-8673,-29-80-203,36 103-2652,0 1-1,0 0 1,0-1-1,-1 1 0,1 0 1,0 0-1,-1 0 0,0 0 1,1 0-1,-1 0 0,0 0 1,0 0-1,0 1 1,0-1-1,0 1 0,0 0 1,-1-1-1,1 1 0,0 0 1,-1 0-1,1 0 0,-1 1 1,1-1-1,-1 1 1,1-1-1,-1 1 0,0 0 1,1 0-1,-5 0 0,-5 0 457,-148-2 2871,91 2-2937,53 0-470,0 1 0,0 0-1,0 1 1,0 1 0,-30 9 0,35-8-54,0 1 0,0 0 0,1 1 1,0 0-1,0 1 0,0 0 0,1 1 0,-15 14 1,-5 9-33,1 0 0,1 2 1,-31 52-1,55-78 4,0 0-1,0 1 1,1-1 0,0 1-1,0 0 1,1-1 0,0 1-1,0 0 1,1 0 0,0 0-1,2 12 1,-1 11-56,-1-27 73,0 0 1,0-1 0,0 1 0,1 0 0,-1-1 0,1 1 0,0 0 0,0-1 0,0 1 0,1-1 0,-1 0-1,1 1 1,2 2 0,-1-2-4,1 0-1,0-1 0,0 0 1,0 1-1,0-1 0,0-1 0,0 1 1,1-1-1,7 3 0,5 2-9,1 0 0,0-2 0,1 0 0,-1-1 0,34 2 0,98-4-815,-87-3-173,-57 2 803,1-1 0,0 0 0,0 0 0,0-1 0,0 0 0,0 0 0,-1-1 0,1 0-1,-1 0 1,1 0 0,-1-1 0,0 0 0,1-1 0,5-3 0,24-22-2282,-18 21 1100,-16 7 1104,0 1 0,0 0 0,0-1 0,-1 0 0,1 1 0,0-1 0,-1 0 1,1 0-1,0 0 0,-1 0 0,1 0 0,-1 0 0,0 0 0,1-1 0,-1 1 0,0-1 0,0 1 0,0-1 0,0 1 0,0-1 1,0 1-1,0-1 0,0 0 0,0-1 0,1-16-5576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7748,'0'0'16106,"23"108"-15461,71 363 54,-56-173 21,-37-294-706,19 773 1920,-21-610-1985,1-167-19,0 0-1,0 1 0,0-1 1,0 1-1,0-1 0,0 1 0,0-1 1,0 1-1,0-1 0,0 1 0,0-1 1,0 1-1,0-1 0,0 0 1,0 1-1,1-1 0,-1 1 0,0-1 1,0 1-1,0-1 0,1 0 0,-1 1 1,0-1-1,1 0 0,-1 1 1,0-1-1,1 0 0,-1 1 0,0-1 1,1 0-1,-1 0 0,1 1 0,-1-1 1,1 0-1,-1 0 0,0 0 1,1 0-1,-1 0 0,1 1 0,-1-1 1,1 0-1,-1 0 0,1 0 1,-1 0-1,1 0 0,-1 0 0,0-1 1,2 1-1,-1 0-306,0 0 0,1 0 1,-1 0-1,1 0 0,-1 1 0,0-1 1,1 0-1,-1 0 0,0 1 0,1-1 1,-1 1-1,0 0 0,2 0 0,1 2-275,15 16-1898,-4 8-4113,1-3-290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 9204,'0'0'14524,"-25"6"-13123,5-2-1090,9-3-185,1 1 1,-1 0-1,1 1 1,-1 0-1,1 1 0,0 0 1,0 1-1,0 0 1,1 0-1,0 1 1,0 0-1,0 1 0,-12 12 1,3 0 67,1 1 1,0 0-1,2 1 0,0 1 1,2 1-1,0 0 1,-15 39-1,19-37-151,2 0 0,0 1-1,2 1 1,0-1 0,-1 49-1,6-63-68,0-1 0,0 1 0,2 0-1,3 18 1,-4-25 22,1-1-1,0 0 1,0 0 0,1 0-1,-1 0 1,1 0 0,0 0-1,0-1 1,0 1 0,0-1-1,1 0 1,-1 0 0,7 3-1,16 13-8,2-2 0,0-1 0,1-2 0,41 15 0,120 30-44,-169-54 56,-7-1 3,4 1 18,1 1-1,25 11 0,-40-15-15,0 0 0,0 0 0,0 0 0,-1 1 0,1 0 0,-1-1 0,1 1 0,-1 1 0,0-1 0,0 0 0,-1 1-1,1-1 1,-1 1 0,1 0 0,2 6 0,-4-2 41,1-1-1,-1 0 1,0 1 0,-1-1-1,0 1 1,0-1-1,-2 11 1,0 12 206,3-26-228,-1 0-1,0 0 0,0 0 0,0 0 0,-1 0 0,1 0 0,-1 0 0,0 0 0,0 0 0,-1-1 0,1 1 0,-1 0 0,1 0 0,-1-1 0,0 1 0,-1-1 0,1 0 0,-1 0 0,1 0 0,-1 0 0,0 0 0,0 0 0,0-1 0,-1 1 0,1-1 0,-5 2 0,-102 56 141,95-53-171,0-1-1,-1 0 0,0-1 0,0-1 0,-28 3 0,-103 2-1663,12-8-3571,135-1 5243,0 1-206,-1-1 0,0 0 0,0 0 0,0 0 0,0 0 0,0 0 0,0 0 0,0 0 0,0 0 0,0-1 0,0 1 0,0 0 0,0 0 0,0-1 0,0 1 0,0-1 0,0 1 0,1-1 0,-1 1 0,0-1 0,0 1 0,0-1 0,0-1 0,-25-34-7560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17880,'0'0'8548,"301"131"-8692,-213-69-1409,-11 25-2064,-28-17-2386,-10 0-3057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12294,'0'0'15487,"-22"80"-15098,-77 270-178,-5 41 261,18-124-250,36-124-164,47-133-61,-1 0-1,0-1 0,-1 1 0,-6 8 1,4-5-51,7-13-140,0 1 0,0 0 0,-1-1 0,1 1-1,0-1 1,0 1 0,-1-1 0,1 1 0,0-1 0,-1 1-1,1-1 1,0 1 0,-1-1 0,1 1 0,-1-1 0,1 1-1,-1-1 1,1 0 0,-1 1 0,1-1 0,-1 0 0,1 1-1,-1-1 1,0 0 0,1 0 0,-1 0 0,1 0-1,-1 1 1,0-1 0,1 0 0,-1 0 0,1 0 0,-1 0-1,0 0 1,-4-1-875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83 371 2065,'0'0'26393,"-14"87"-25542,-45 285-490,55-347-352,1 0 1,1 1 0,1-1 0,1 0-1,6 37 1,-3-51-11,0 0 0,1-1 0,0 1 0,1-1-1,0 0 1,1 0 0,0-1 0,8 9 0,-8-8 1,1 1-9,1-1 1,0 0 0,0 0 0,1-1 0,1 0 0,-1 0 0,1-1 0,22 13 0,-21-16-16,-1 0 1,2-1-1,-1 0 1,0-1 0,1 0-1,0-1 1,0 0 0,-1-1-1,21 0 1,-28-1 10,1 0 0,-1-1 0,0 1 0,0-1 0,0 0 0,0 0 0,0 0 0,0 0 0,0-1 0,0 0 0,0 0 0,0 0 0,-1 0 0,1 0 0,5-5 0,-2-1-15,0-1 0,0 1 0,0-1 0,-1 0 0,6-14 0,7-15-54,-1-1 0,-3-1 0,-1 0 0,13-62 1,15-178-231,-29-158-356,-13 368 651,0 62 20,0-1 0,0 1 1,-1-1-1,0 1 0,0-1 1,-5-14-1,5 21 5,-1-1 0,1 1 1,-1 0-1,1 0 0,-1-1 0,0 1 0,0 0 0,0 1 0,0-1 1,0 0-1,0 0 0,-1 1 0,1 0 0,0-1 0,-1 1 1,0 0-1,1 0 0,-1 0 0,1 1 0,-1-1 0,-4 0 0,-4-2 50,0 1 0,0 1-1,1 0 1,-1 0 0,0 1-1,0 1 1,0 0-1,0 0 1,0 1 0,0 0-1,1 1 1,-1 0 0,1 1-1,0 0 1,0 1-1,0 0 1,1 0 0,0 1-1,-13 9 1,6 2-32,0 1 0,1 1 0,1 0-1,1 0 1,0 2 0,-15 35 0,0 8-51,-20 68 0,35-86-382,1 1 1,-9 85-1,14 15-6940,7-115-539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0 4210,'0'0'19510,"-68"12"-19219,-216 48-190,276-58-99,-1 0 0,0 1 0,1 0 0,-1 1 0,1 0 0,0 0 0,0 1 0,0 0 0,1 0 0,0 1 0,0 0 0,0 0 0,1 1 0,-9 11 0,-18 25 106,3 1 1,1 2 0,-32 70 0,56-102-21,0 1 1,1 0 0,1-1 0,0 1 0,1 1 0,1-1-1,0 0 1,2 28 0,0-8 37,-2-24-117,1-1 0,0 0 0,1 1-1,0-1 1,0 1 0,1-1 0,1 0-1,0 0 1,0 0 0,1 0 0,0-1 0,0 1-1,8 10 1,-1-7-13,1 0 0,1-1 0,0 0 0,1-1 0,0-1 0,28 17 0,-21-16-6,1 0-1,0-1 1,1-1-1,32 8 1,-17-11-247,1-1 0,-1-2 0,68-3 0,-46-1-857,-58 1 959,1 0 1,0 0-1,-1 0 1,1 0-1,0 0 1,-1-1-1,1 1 1,-1-1 0,1 0-1,-1 0 1,1 0-1,-1 0 1,1 0-1,-1 0 1,0-1-1,0 1 1,1-1-1,-1 1 1,0-1-1,0 0 1,-1 0-1,1 0 1,0 0 0,2-5-1,-2 1-455,0 0 0,0 0 0,0 0 0,-1-1 0,0 1 1,0 0-1,-1-1 0,0-10 0,0-51-6159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3986,'0'0'18800,"2"123"-18133,11 415-178,12-232 50,-19-250-395,18 385 896,-24 5-402,-2-200-518,2-63-323,0-100-2497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 11269,'0'0'13967,"-70"34"-13343,70-34-624,-290 147 411,276-140-376,0 1 1,1 0-1,0 1 1,0 1 0,1 0-1,1 0 1,-1 1-1,-9 14 1,9-11 27,-1 2 94,-21 35 0,30-45-123,1 0 1,0 1 0,1-1-1,-1 1 1,1 0-1,1-1 1,-1 1 0,1 0-1,0 13 1,-1 28 38,0-27-75,2 1 0,3 38 0,-3-55 1,1 0 0,0 0 1,1 0-1,-1 0 1,1 0-1,0 0 0,0 0 1,0-1-1,1 1 0,-1-1 1,1 1-1,0-1 0,1 0 1,-1 0-1,1 0 1,5 4-1,30 17-18,1-2 1,1-1-1,1-3 0,0-1 0,1-2 1,1-2-1,46 8 0,-79-20 17,35 12-215,-45-14 215,1 1 0,-1-1 0,0 1 1,1 0-1,-1 0 0,0 0 0,1 0 0,-1 0 1,0 0-1,0 0 0,0 0 0,0 0 0,0 1 0,0-1 1,0 0-1,0 1 0,0-1 0,-1 1 0,1-1 1,-1 1-1,1-1 0,-1 1 0,1-1 0,-1 1 0,0 1 1,1 13 19,0-10-1,-1-1 0,1 1-1,-1 0 1,-1-1 0,1 1 0,-1 0 0,0-1 0,0 1 0,0-1 0,-1 1-1,0-1 1,-3 7 0,-14 13 65,-1-1 1,-1-1-1,-1-1 0,-1-1 0,-37 26 1,4-11-75,-72 36 0,106-62-315,-1 0 0,0-1-1,-1-2 1,0 0 0,0-2 0,-43 5-1,-44-6-2233,33-8-2457,73 4 4194,0-1 0,1 0-1,-1 0 1,1 0 0,-1 0 0,-6-4 0,-20-18-6120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16247,'0'0'7844,"262"0"-7940,-223 0-1089,0 0-751,-10 35-546,-10 9-1728,-19-9-2993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3634,'534'-248'8513,"-439"205"-5449,-73 37-934,5 6-944,-9-2-902,1 2-1,0 1 0,0 0 0,0 1 0,-1 1 0,1 1 1,-1 0-1,0 2 0,25 10 0,-24-6-92,0 2-1,-1 0 1,0 1-1,-1 1 1,0 1 0,-1 0-1,-1 1 1,0 1-1,-1 0 1,-1 1 0,-1 0-1,0 1 1,-2 0-1,0 1 1,12 36 0,-10-19 172,-2 0 1,-2 1 0,-1-1 0,1 41 0,-2 159 826,-6-190-1131,0-40-56,0-1 3,0-1-1,0 0 1,-1 1 0,1-1 0,-4 10 0,4-13-10,-1 0 0,0 0 1,-1 0-1,1 0 0,0 0 0,-1 0 1,1 0-1,-1 0 0,1-1 0,-1 1 1,0-1-1,0 1 0,0-1 0,0 0 1,0 1-1,0-1 0,-3 1 0,-6 2-92,0 0 0,0-1 0,-1 0 0,1-1 1,-1 0-1,-12 0 0,-77-2-916,48-1 446,-8 2-115,28 1 316,1-2 0,0-1 0,0-1 1,-57-13-1,68 10 2779,52 7-1301,-4-2-992,336 0 2115,-110 0-6063,-247 0 3250,-5 0 385,0 0 0,0 0 0,1 0 1,-1 0-1,0 0 0,0 0 0,0 0 1,0 0-1,0 1 0,1-1 0,-1 0 1,0 1-1,0-1 0,0 1 0,1 0 1,-1 1-369,1 0 1,-1 0-1,0 0 0,0 0 1,0 0-1,0 0 1,0 0-1,0 0 1,0 0-1,-1 0 0,1 1 1,-1 2-1,16 58-11013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15287,'0'0'11941,"477"0"-11941,-390 0-80,-9 0-784,-20 0-256,-29 0-897,20 0-1617,-39-9-1889,-1 1-1952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8020,'0'0'19945,"0"674"-19705,0-421-240,9 1-64,-9-26-929,0-1-1104,20 1-1728,-20-36-2786,0-43-6115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8756,'0'0'15172,"26"23"-14203,-9-7-809,2 0 0,0-1 0,1-2 0,0 0 0,29 13 0,-17-14 4,1-2 0,1-2 0,0 0-1,68 4 1,415 17 728,-2-28-290,-256-2-402,-250 1-191,126 1 131,264-32-1,-49-42-67,-313 67-65,-15 2-8,0 0 0,0-1 0,35-13 0,-23 2-58,-33 16 42,-1-1 0,1 1-1,0 0 1,-1-1 0,1 1-1,-1-1 1,1 1 0,-1-1-1,0 1 1,1-1 0,-1 1-1,0-1 1,1 0 0,-1 1-1,0-1 1,1 1 0,-1-1-1,0 0 1,0 1 0,0-1-1,0 0 1,0 1 0,0-1-1,0 0 1,0 1 0,0-1-1,0-1 1,2-6-365,9 4-269,-10 4 523,0-1 0,0 1-1,1 0 1,-1-1-1,0 1 1,0-1-1,1 1 1,-1-1-1,0 0 1,0 1-1,0-1 1,0 0-1,0 0 1,0 0-1,0 0 1,0 0-1,0 0 1,-1 0-1,1 0 1,0 0-1,-1 0 1,1 0-1,0-1 1,0-1-1,1-5-624,0 0-1,0 0 1,-1-1-1,0-8 0,0-20-8017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8292,'0'0'14054,"-214"551"-12597,175-324-193,20 10-319,19-1-433,0-9-64,0 9-336,0-43-112,0-18-16,29-35-240,0-79-1040,1-43-705,-1-18-1009,-10-35-2032,-19-53-3442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11077,'0'0'7681,"-26"105"-5795,26-105-1886,-104 458 1462,94-397-1139,2 1 0,0 111 0,8-49 40,13 379 215,31-171-570,-41-303-11,10 69-103,-1-48-628,21 56 1,-32-104 670,0-1 0,-1 1 0,1-1 1,0 0-1,-1 1 0,1-1 1,0 0-1,0 1 0,0-1 0,0 0 1,1 0-1,-1 0 0,0 0 0,0 0 1,2 1-1,-1-1-614,1 0 1,-1-1-1,0 1 0,1-1 1,-1 1-1,1-1 1,-1 0-1,1 1 0,-1-1 1,5-1-1,-1 1-982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13366,'0'0'11613,"97"6"-10972,331 17-201,80-20-139,-278-30-239,-118 10-60,-26 9-19,-45 6-166,49-11-1,-80 11 76,130-34-1914,-124 30 881,0 0-1,-1-1 1,22-13-1,-29 13-83,5-3-324,-4 8-5327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7796,'0'0'13558,"6"91"-11920,23 302-747,0-142-319,-17-165-450,-7-44-79,21 130 71,-7-53-45,-11-62-199,-8-55 7,0 0 0,1 1 0,-1-1 0,0 0 0,1 0 0,-1 0 0,1 0 0,0 0 1,0 0-1,0-1 0,0 1 0,0 0 0,0 0 0,0-1 0,0 1 0,1 0 0,1 1 0,-1-2-502,1-1-1,-1 1 1,1 0-1,-1-1 1,1 1-1,-1-1 1,1 0-1,-1 1 1,1-1-1,4-1 1,7 1-2741,13 0-3293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14631,'0'0'8131,"20"613"-7490,9-412-257,0 9-144,0-9-224,-19-44 16,19-8-32,-10-44-304,1-35-480,-1-44-625,-19-69-19177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16520,'0'0'11397,"583"140"-11221,-301-140-176,0 0 0,-39 0-849,10-18-1328,-49-8-1664,-29 26-3058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6275,'0'0'11653,"-136"525"-10772,126-411-513,10 8-224,0-43-144,0 0 0,0-62-160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12966,'0'0'9204,"-39"446"-9204,39-385-432,0-43-833,0 8-864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14567,'0'0'6387,"-39"420"-6932,39-393-623,0-10-545,-9-17-704,-20 0-2305,9 0-4466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10933,'681'44'3986,"-681"26"-2930,0-17-848,0 25-144,0-34-64,0 26-864,19 9-2113,-19-18-1169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2443 11333,'0'0'8180,"32"3"-7852,605 12 1110,-631-15-1425,954-63 620,169-112-244,-1086 167-387,586-96 28,-437 75 55,130-17-247,5 25 1344,-327 15-745,0-7-377,-1-1-1,-1 1 0,-1 0 1,1 0-1,-2 0 0,-9-24 1,-43-73-69,3 6 0,-116-379-74,163 463 80,-247-926-71,222 793 7,30 149 73,0 0 0,0 1 0,0-1 0,0 1 1,-1 0-1,1-1 0,-1 1 0,0 0 0,0 0 0,-1 0 0,1 0 0,0 0 0,-1 1 0,0-1 0,0 1 1,0-1-1,0 1 0,0 0 0,0 0 0,0 1 0,-1-1 0,-5-2 0,-3 1 56,0 1 0,0 0-1,0 1 1,-1 0 0,-15 1-1,18 0-35,-284-1 178,-384 5 145,446 11-390,2 9 0,1 11 0,1 9 0,3 11 1,2 9-1,-231 100 0,336-114-3,-111 45-101,200-85 134,-23 9-36,1 1 0,-76 44 0,116-57 22,0 0 0,1 1 0,0 0 0,-15 16 0,-9 8-83,24-22 99,-1 0-1,2 1 0,-1 0 1,2 0-1,-1 1 0,2 0 1,-1 0-1,2 1 0,0 0 1,0 0-1,1 1 0,1-1 1,0 1-1,1 0 0,-3 26 1,2 206 15,5-150 68,-1 725 56,0-820-258,0 0-111,1 0 234,-1 0 0,0 0-1,0 0 1,1-1 0,-1 1 0,1 0 0,-1 0 0,1 0 0,-1-1 0,1 1 0,-1 0 0,1 0 0,0-1 0,-1 1 0,1-1 0,0 1 0,0 0 0,0-1 0,-1 0 0,1 1 0,0-1 0,0 1 0,0-1 0,0 0 0,1 1 0,92 22-3,-4 5 19,-21-6 28,80 14 1,-38-23 4,2-4-1,132-8 1,-120-2-49,-53 1-167,-1-2 0,-1-4 0,1-3 0,97-25 1,32-33-1981,14-3-4071,-52 30-3955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13702,'0'0'144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37 3746,'0'0'15770,"-18"86"-15079,-52 280-86,66-341-529,1 1 0,1 0 0,1 0 0,3 42 0,1-54-18,0-1-1,1 0 1,1 0-1,0 0 1,11 21-1,-5-12 13,52 121 510,12 26 1279,-72-164-1823,0 1-1,0-1 1,1-1 0,0 1 0,-1 0 0,2-1 0,-1 0-1,0 0 1,1 0 0,0-1 0,0 1 0,0-1 0,0 0 0,1-1-1,-1 1 1,1-1 0,-1 0 0,11 2 0,6 0-71,1-1 1,-1-1 0,39-2 0,-32-1 29,-22 1 3,1 0 1,-1-1 0,1 0-1,-1 0 1,1-1 0,-1 0 0,0 0-1,0-1 1,0 1 0,0-2-1,-1 1 1,1-1 0,-1 0 0,0 0-1,0-1 1,0 0 0,0 0-1,-1 0 1,5-7 0,6-10 11,-1-1 1,-1 0-1,-1-1 1,11-30-1,-6 10-5,-2 0-1,-3-1 1,-1 0 0,-2-1-1,7-83 1,-11-239-175,-9 210-51,3 101 219,0 56 6,0 0-1,0 0 1,0 0 0,0-1 0,0 1 0,0 0 0,-1 0 0,1 0 0,0 0-1,-1 0 1,1 0 0,-1 0 0,1 1 0,-1-1 0,1 0 0,-1 0-1,0 0 1,1 0 0,-1 1 0,0-1 0,0 0 0,1 0 0,-1 1-1,0-1 1,0 1 0,0-1 0,0 1 0,0-1 0,0 1 0,0 0-1,0-1 1,-2 1 0,-38 0 76,26 1-50,-159-1 96,162 1-178,0 0 0,0 1-1,0 0 1,0 1 0,0 0 0,1 1 0,-1 0 0,1 1 0,0 0 0,1 1 0,-1 0 0,1 0 0,-16 15 0,10-8-356,1 2 0,1 0 0,0 0-1,1 1 1,1 1 0,0 0 0,-11 23 0,-42 73-7687,42-67-551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1617,'0'0'20273,"2"8"-19259,4 41-475,-3-1 0,-3 78 0,-1-50-142,1 368 1665,0-421-1986,0 0 0,2 0 0,0 0 0,8 29 0,-8-44-70,1 1 0,0-1 0,0-1-1,1 1 1,0 0 0,1-1 0,-1 0 0,1 0 0,1 0 0,-1-1 0,1 0 0,0 0 0,1 0 0,0-1 0,11 8 0,-9-8-15,1 0-1,0 0 1,0-1 0,0-1-1,0 0 1,1 0-1,-1-1 1,12 1 0,15 0-41,38-2 0,-43-1 15,-21 0 10,0 0-1,0-1 1,-1 0-1,1-1 0,-1 0 1,12-4-1,-16 4 5,0-1 0,0 0 0,-1 0 0,1-1 0,-1 0 0,1 0 0,-1 0 0,0 0-1,-1-1 1,1 0 0,4-6 0,3-7-19,-1 1 0,-1-1 0,0-1 0,13-36 0,18-87-253,-28 81 3,-2 0 1,2-68 0,-8-123-452,-5 242 736,1 6 5,-1-1 0,0 0 1,-1 1-1,1-1 0,-1 1 0,-1-7 1,1 9 6,0 0 0,0 1 0,0-1 0,0 1 0,0-1 0,0 1 1,0-1-1,-1 1 0,1 0 0,0 0 0,-1 0 0,1 0 1,-1 0-1,1 0 0,-1 0 0,0 0 0,1 0 0,-1 1 0,0-1 1,-2 0-1,-20-4 151,-1 1 1,0 2-1,-1 0 1,1 1-1,-27 4 1,-10-2-137,41-1-40,6-1 1,-1 2 0,1 0 0,-19 3 0,27-3 12,1 1-1,1 0 1,-1 0-1,0 1 1,0 0-1,1 0 1,-1 0-1,1 0 1,0 1-1,0 0 1,-6 6-1,-6 8-80,0 1 0,1 0-1,1 1 1,-22 38-1,36-55-61,0-1 1,0 1-1,0-1 0,0 1 0,0-1 1,1 1-1,-1 0 0,1-1 0,0 1 0,0 0 1,0-1-1,0 1 0,1 4 0,0 12-5488,-1-4-1140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5218,'0'0'23878,"26"0"-23558,551 0 27,-368-17-1187,-3-1-4918,-179 18 1596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1617,'0'0'27340,"301"0"-27340,-126-17 0,-10 8 0,-29-9-16,-29 1-496,-19-9-336,-10 17-1,-30 0-127,-19-8-465,-9 17-832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14022,'0'0'14455,"89"55"-14442,287 180-34,-318-200-48,65 54-1,-109-77 40,0 1 0,-1 1 0,-1 0 0,0 0 0,-1 1-1,-1 1 1,0 0 0,-1 1 0,12 32 0,-13-23 27,0 1 1,-2-1-1,-1 2 0,-1-1 1,-2 1-1,0 31 0,-1 15 67,-2 90 27,-1-147-92,0 0-1,-1-1 0,-1 1 0,0 0 1,-2-1-1,1 0 0,-13 22 1,8-20-266,0-1 0,-2 0 1,0-1-1,-1 0 1,0-1-1,-2 0 0,1-1 1,-2-1-1,0 0 1,0-1-1,-1-1 1,-23 12-1,14-12-2059,-37 11-1,-18-1-5973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0 428 288,'0'0'28096,"88"-6"-27792,-18 1-218,133-8 352,227-45 1,90-65-138,-39 8-149,-307 82-125,-103 15-8,81-14 18,-138 30-109,0-1 1,0 0-1,16-6 0,-8 1-676,-72 13-18034,-63 24 8620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0 464 11573,'0'0'13564,"5"94"-12510,21 308-401,-21-344-492,3 0 0,2-1-1,29 93 1,-17-76-3,135 664 1128,-143-658-1208,31 146 94,-45-225-132,1 1 0,-1-1 0,1 0 0,-1 1-1,1-1 1,-1 0 0,1 0 0,0 0 0,0 1 0,0-1-1,0 0 1,0 0 0,0 0 0,0 0 0,0 0-1,0-1 1,0 1 0,0 0 0,1 0 0,-1-1-1,0 1 1,1-1 0,-1 1 0,0-1 0,2 1 0,40-1-203,-18-2 283,65 1 183,165-24-1,239-52 149,-401 63-461,118-1 0,96 14-6,-130 3 31,-145-1-3,0 1-1,45 9 1,-71-9-9,1-1 1,0 0 0,0-1 0,0 1-1,8-2 1,18 0-93,-33-23-108,0-452 247,-1 391-48,-3 1 0,-23-124 0,2 81 11,-62-376-77,29-142-6,56 618-10,-1 1 0,-10-48 0,10 47-2067,3 24 381,-21 11-3944,-48 40 612,-16 27-2500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7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8388,'0'0'14516,"3"77"-13113,15 255-397,-14-285-852,1-1 0,3 0-1,1 0 1,18 49 0,-7-28-5,111 330 547,-97-298-543,-4 1 0,-5 1 0,-4 2 1,12 166-1,-32-243-129,-1-18-18,1 0 1,0 0-1,0 0 0,0 0 0,4 8 0,-4-1 5,0-15-3,-1 0 1,1 1-1,-1-1 1,1 1-1,0-1 1,-1 0-1,1 1 1,0-1-1,-1 0 1,1 0-1,0 0 1,0 0-1,-1 1 1,1-1-1,0 0 1,-1 0-1,1 0 1,0 0-1,0-1 1,-1 1-1,1 0 1,1 0-1,4-1 88,86 9 149,-11-2-158,175 7 50,757-13 279,-942 1-388,109 15 0,58 16 469,-174-29 123,-50-3-437,-14 0-180,1 0 1,-1 0 0,0 0 0,1 0 0,-1 0 0,0 0 0,1 0 0,-1 0 0,0 0 0,1 0-1,-1 0 1,0-1 0,0 1 0,1 0 0,-1 0 0,0 0 0,1 0 0,-1-1 0,0 1 0,0 0 0,0 0-1,1-1 1,-1 1 0,0 0 0,0 0 0,0-1 0,1 1 0,-1 0 0,0-1 0,0 1 0,0 0-1,0-1 1,0 1 0,0 0 0,0-1 0,0 1 0,0 0 0,0-1 0,0 1 0,0-1 0,3-19 70,-2-1 1,0 0-1,-2-29 1,-1-10 3,-4-217 125,0 196-147,-23-115 0,-117-392 1,121 495-50,-44-124-29,66 207-7,-10-20-223,2-1 0,1-1 0,-11-60-1,20 84-253,-1 0-1,1 0 1,-2 1-1,1-1 1,-1 1-1,0-1 1,-1 1-1,0 0 1,-6-9-1,-31-33-5939,-23-11-5424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17512,'0'0'7209,"-8"73"-6494,-24 238-307,26-241-350,3 71 0,4-88-65,-1-25-82,1 1 0,2-1 0,1 0 0,1 0 0,1 0 0,2 0 0,10 26 0,-10-28-318,-2 0 0,-1 1 0,-1 0 0,-2 0 0,0 0 1,-2 0-1,-3 29 0,2 27-6770,-7-83 1284,-33 0-2911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15175,'0'0'5442,"59"507"-4641,-11-350-449,20 18-160,-9 0-144,-11-17-48,11-44-16,-40-9-528,20-35-593,-39-9-912,0-44-1680,-10-17-1810,-67 0-3105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5106,'0'0'22424,"52"3"-21936,-51-3-486,432 32 76,12-7 82,-250-24-2993,-169-1 595,-21 0-1433,-25 0-9378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6051,'0'0'18422,"57"23"-18390,184 80-16,-206-86-15,53 33 1,-74-40-7,0 1 0,-1 1 1,16 17-1,-22-22-7,-1 0 0,0 0 0,0 1 0,-1 0 0,0 0 0,-1 0 0,0 0 0,0 1 0,0 0 0,-1 0 0,-1 0 0,0 0 1,0 0-1,0 1 0,-1-1 0,-1 13 0,0 169 129,0-182-141,0 0 1,-1-1-1,0 1 0,-1 0 0,0 0 0,-1-1 0,1 1 1,-1-1-1,-1 0 0,-8 14 0,4-10-475,-1 0 0,0 0-1,-1-1 1,0 0 0,-24 18 0,20-18-957,-1 0 0,0-2 0,-1 0 1,0 0-1,-29 9 0,-15 1-5945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17960,'0'0'12281,"8"0"-12020,18 0-227,1 2 0,-1 1 0,39 9 0,-46-7-196,0-1 1,0-1-1,31 1 0,20-2-4121,-56-2 2497,-7 0-4331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18024,'0'0'11240,"49"0"-11157,294 0 93,-175 0-163,-99 0-5162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0 496,'0'0'26692,"5"45"-26497,14 142-144,-16-162-22,0 49 1,-4-39-327,1-33-503,-76 27-14412,26 3 4028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10485,'0'0'19740,"0"17"-19434,0 311-455,0-203-543,0-45-4397,0-79 5048,0 0-325,0 1 0,0-1-1,0 1 1,0-1 0,0 1-1,0-1 1,0 1 0,0 0-1,-1-1 1,1 1 0,-1-1-1,1 1 1,-1-1-1,1 0 1,-1 1 0,0-1-1,0 1 1,0-1 0,0 0-1,0 0 1,0 0 0,0 1-1,0-1 1,-2 1 0,-31 15-6840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14519,'0'0'13174,"0"122"-13270,0-69-929,0-1-832,0 9-864,-9-17-2241,-59 17-3762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5426,'0'0'24868,"23"3"-24308,-1 0-465,20 2 77,70 1 1,-24-5-73,100 14 0,-117-8 69,117-4-1,-118-3-5000,1 0-6680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4130,'0'0'24827,"233"0"-25739,-194 0-1745,-29 0-3330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4002,'0'0'23707,"418"0"-25084,-360-17-1440,-58-9-2033,0 8-3554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9316,'0'0'18345,"107"341"-18281,-97-244-64,-10-19-16,0 19-449,0-19-911,0 10-753,-20-27-2081,-19 9-2065,0-9-4466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7700,'0'0'15591,"20"210"-22763,-69-131-1968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1 368,'0'0'14631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12566,'0'0'16423,"20"184"-16423,-20-114-144,0 17-608,0 1-465,0-27-303,0 0-753,-39 0-2161,-29-8-1937,-20-9-3170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2993,'0'0'22923,"39"193"-23691,-88-132-2114,-9 18-3569,0-1-5666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5410,'0'0'19914,"-49"297"-22524,49-201-671,0 18 272,0-18-81,0 1 433,0-19 960,-9 1-224,-59-35-1824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11445,'0'0'19289,"156"-52"-20842,-88 25-1536,-20-25-1297,1 26-3266,-10 26-6290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4482,'0'0'23243,"204"18"-26605,-155-18-1904,19 0-3154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21418,'0'0'5394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7603,'0'0'23115,"19"219"-23547,-19-140-1057,0 17-1600,0-17-2194,-9 17-4225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1 368,'0'0'19689,"146"149"-19561,-146-123-80,10-26 96,-49 17-10869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15015,'0'0'8356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10485,'0'0'6403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1 800,'0'0'20722,"17"10"-19695,51 33-336,-66-41-655,1 0 1,0-1-1,-1 1 0,1 0 0,-1 0 1,0 1-1,0-1 0,0 0 1,0 1-1,0-1 0,0 1 0,0 0 1,-1-1-1,0 1 0,1 0 0,-1 0 1,0 0-1,0 0 0,-1 0 1,1 0-1,-1 0 0,1 6 0,3 13 104,1 2-127,-2 0 0,0-1 0,-1 1 0,-2 0 1,-2 30-1,0 13-2549,4-50 1526,-2-11 324,1-1 1,-1 1-1,0-1 1,0 1-1,-1 0 1,1-1-1,-1 1 1,-1-1-1,-1 8 1,-22 35-5892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5811,'0'0'14102,"291"0"-14454,-271 0-2209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6707,'0'0'16376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11989,'0'0'12630,"20"385"-13110,-20-272-2177,-49 10-3554,-9-9-7539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19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1 273 24575,'2880'0'863,"1436"0"-6407,-603 0 5507,-2604 24 27,-791-5-93,678 39 185,3-25-765,1086-33 593,-923-4-454,-957 6 765,259-5 2393,-391-3-1740,143-28 0,70-39 573,-204 51-1426,61-23-471,-2-7 0,151-77 0,-208 89-6376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0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9756 0 24575,'-3471'0'-9116,"1974"17"8464,17 96-1944,828-13 2075,107 3 479,110 3-128,101 3 345,256-78 115,1 2 0,2 4 0,-106 70 0,141-78 191,1 0 0,1 3-1,2 1 1,1 2-1,2 1 1,2 2 0,-35 53-1,26-23 2132,-58 135 0,-11 84-85,95-244-2500,-2 0 1,-2-1 0,-2-1 0,-1-1-1,-37 52 1,40-68-255,-2-1-1,0 0 1,-2-1-1,0-1 1,-40 28-1,8-16-6598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0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24575,'0'11'0,"0"14"0,0 26 0,0 15 0,-22 19 0,-8 5 0,2-1 0,17-16 0,31-20 0,36-19 0,41-16 0,48-10 0,22-7 0,-7-4 0,-8-1 0,3 0 0,-24 1-8191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1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24575,'-11'11'0,"-15"3"0,-25 34 0,-4 40 0,8 18 0,44-10 0,79-22 0,48-22 0,26-21 0,-3-15 0,-14-11 0,-19-17 0,-29-17 0,-29-16 0,-24 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1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24575,'22'0'0,"29"0"0,18 0 0,7 0 0,3 0 0,9 0 0,-9 0-8191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858 0 24575,'-11'44'0,"-26"48"0,-18 31 0,-10 38 0,-39 48 0,-1-2-994,17-1 994,1-4 0,4-35 0,17-36 244,8-29-244,14-53 0,15-58 0,11-71 0,10-78 0,28-34 0,44-28 0,11 22-7441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24575,'12'0'0,"24"0"0,19 0 0,10 0 0,6 0 0,1 0 0,-11 0-8191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1283 1 24575,'-23'0'0,"-39"0"0,-33 11 0,-10 4 0,-32 32 0,-37 42 0,-22 5 0,11-2 0,26-5 0,62-40 0,48-28-8191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24575,'11'11'0,"4"15"0,-1 24 0,19 5 0,38-29 0,40-31 0,0-14-8191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1 24575,'-11'55'0,"-15"41"0,-25 48 0,-26 66 0,-11 42 0,-2 22-1788,-7 19 1788,1-28 0,7-26 0,17-43 0,11-32 432,15-45-7267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3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1 24575,'-8'4'0,"1"1"0,-1 0 0,1 1 0,0 0 0,0 0 0,1 0 0,0 1 0,0 0 0,0 0 0,1 1 0,0-1 0,1 1 0,0 0 0,0 1 0,0-1 0,-4 17 0,0 11 0,0-1 0,-4 70 0,7-47 0,8-101 0,-5-85 0,1 116 0,0 0 0,0 0 0,-2 0 0,1 0 0,-9-22 0,9 31 0,1-1 0,-1 0 0,0 0 0,0 1 0,-1-1 0,1 1 0,-1 0 0,0 0 0,0 0 0,0 0 0,0 0 0,0 1 0,-1-1 0,1 1 0,-1 0 0,0 0 0,1 0 0,-1 1 0,0-1 0,-5-1 0,3 2-31,1 0 0,-1 0 0,1 0 0,-1 1 0,1 0 0,-1 0 0,1 0 0,-1 1 0,1 0 0,-1 0 0,1 0 0,0 0 0,-1 1 0,1 0 0,0 0 0,0 1 0,0-1 0,0 1 0,1 0 0,-1 0 0,1 1 0,0 0 0,0-1 0,0 1 0,0 0 0,1 1-1,-1-1 1,1 1 0,0-1 0,1 1 0,-1 0 0,1 0 0,0 0 0,0 1 0,1-1 0,-1 0 0,1 1 0,0-1 0,1 1 0,-1-1 0,1 1 0,0-1 0,2 12 0,16 39-6795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4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24575,'0'11'0,"0"15"0,0 14 0,0 11 0,-11 8 0,-4 28 0,-10 9 0,10-11 0,30-20 0,12-44 0,13-24 0,-1-46 0,-6-25 0,-10-12 0,-8 10-8191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7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201 537 24575,'0'49'0,"2"-1"0,8 51 0,-7-83 0,0 0 0,1-1 0,1 0 0,0 0 0,1 0 0,1-1 0,0 0 0,1 0 0,0-1 0,14 16 0,-17-23 0,1 0 0,0-1 0,0 0 0,1-1 0,-1 1 0,1-1 0,0 0 0,0-1 0,1 0 0,-1 0 0,1 0 0,-1-1 0,1 0 0,0-1 0,0 0 0,0 0 0,-1-1 0,1 1 0,0-2 0,0 1 0,15-4 0,7-2 0,0-2 0,-1 0 0,0-2 0,38-19 0,-43 18 0,-1-1 0,0-1 0,-1 0 0,-1-2 0,0-1 0,18-18 0,-28 23 0,0-1 0,-1 1 0,-1-2 0,0 1 0,-1-1 0,0 0 0,-1-1 0,-1 0 0,0 0 0,0-1 0,4-24 0,-4 0 0,-2 0 0,-2-1 0,-2 0 0,-4-43 0,2 54 0,1 10 0,-1 1 0,0 0 0,-2 0 0,0 0 0,-1 0 0,-12-28 0,12 36 0,0 0 0,-1 0 0,0 1 0,0 0 0,-1 0 0,0 1 0,-1-1 0,0 2 0,0-1 0,-1 1 0,0 0 0,-13-7 0,4 5 0,-1 0 0,0 1 0,0 1 0,0 1 0,-1 0 0,-39-4 0,2 4 0,-68 3 0,103 2 0,0 2 0,0 1 0,0 1 0,0 1 0,0 0 0,0 2 0,1 1 0,-27 12 0,34-12 0,1 0 0,0 1 0,0 1 0,1 0 0,0 1 0,1 0 0,0 1 0,0 0 0,1 1 0,1 0 0,0 1 0,-14 25 0,15-23-97,1 0-1,1 0 1,0 1-1,1-1 1,0 1-1,1 1 1,1-1-1,1 1 1,0-1-1,2 1 1,-1-1-1,2 1 0,4 29 1,10-2-6729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8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66 24575,'-3'0'0,"0"0"0,0 0 0,0 0 0,-1 1 0,1-1 0,0 1 0,0 0 0,0 0 0,0 0 0,0 0 0,1 0 0,-1 1 0,-3 1 0,2 1 0,0-1 0,0 1 0,1 1 0,-1-1 0,1 0 0,0 1 0,-4 6 0,-7 16 0,1 0 0,1 1 0,1 1 0,-9 42 0,-19 130 0,26-122 0,-28 92 0,4-75 0,25-69 0,1 1 0,-11 46 0,21-70 0,0 0 0,1 1 0,-1-1 0,1 0 0,0 1 0,0-1 0,2 5 0,-2-8 0,-1-1 0,1 1 0,0-1 0,0 0 0,0 1 0,1-1 0,-1 1 0,0-1 0,0 0 0,0 1 0,0-1 0,0 0 0,0 1 0,1-1 0,-1 1 0,0-1 0,0 0 0,0 1 0,1-1 0,-1 0 0,0 0 0,0 1 0,1-1 0,-1 0 0,0 1 0,1-1 0,-1 0 0,0 0 0,1 0 0,-1 0 0,1 1 0,-1-1 0,0 0 0,1 0 0,-1 0 0,1 0 0,-1 0 0,0 0 0,1 0 0,-1 0 0,1 0 0,-1 0 0,0 0 0,1 0 0,-1 0 0,1 0 0,-1 0 0,0-1 0,1 1 0,9-7 0,-1 0 0,0-1 0,-1 0 0,0 0 0,0-1 0,11-17 0,-1 3 0,55-77 0,114-204 0,32-49 0,-205 336 0,0 0 0,1 1 0,0 0 0,1 1 0,1 1 0,1 1 0,0 0 0,22-11 0,-33 20 0,0 0 0,1 1 0,0 0 0,0 0 0,0 0 0,0 1 0,0 1 0,0-1 0,0 1 0,1 0 0,-1 1 0,1 0 0,-1 1 0,0-1 0,1 1 0,-1 1 0,0 0 0,0 0 0,0 1 0,0-1 0,0 2 0,-1-1 0,13 9 0,-9-4 0,-1 0 0,0 1 0,0 0 0,-1 1 0,0 0 0,0 0 0,-2 1 0,11 17 0,-8-9 0,-2 0 0,0 1 0,0 0 0,7 35 0,-5 5 0,-3 1 0,-1 103 0,-12 308 0,-1-73 0,7-313-1365,0-9-5461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9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24575,'23'0'0,"17"0"0,36 0 0,16 0 0,26 0 0,36 0 0,4 0 0,-14 0 0,-32 0-8191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0 146 24575,'111'1'0,"268"-9"0,-317 4 0,0-4 0,-1-2 0,114-35 0,-145 38 0,-30 8 0,0-1 0,0 1 0,0-1 0,0 1 0,1-1 0,-1 1 0,-1-1 0,1 1 0,0-1 0,0 1 0,0-1 0,0 1 0,0-1 0,0 1 0,0-1 0,-1 1 0,1-1 0,0 0 0,0 1 0,-1-1 0,1 1 0,0-1 0,-1 1 0,1-1 0,0 0 0,-1 1 0,-9 19 0,9-18 0,1 1 0,-1-1 0,1 1 0,-1 0 0,1-1 0,0 1 0,0 0 0,0-1 0,1 1 0,-1-1 0,0 1 0,1 0 0,0-1 0,0 1 0,0-1 0,0 1 0,0-1 0,0 0 0,0 1 0,1-1 0,-1 0 0,1 0 0,0 0 0,0 0 0,-1 0 0,1 0 0,1-1 0,-1 1 0,0-1 0,4 3 0,2 0 0,0 0 0,0 0 0,0-1 0,1 0 0,-1 0 0,1-1 0,0 0 0,9 1 0,-9-2-47,1 0 0,-1-1 0,0 0 0,1-1 0,-1 0 0,1 0 0,-1-1 0,0 0 0,0-1-1,0 0 1,0 0 0,-1-1 0,1 0 0,-1-1 0,0 0 0,0 0 0,0 0 0,-1-1 0,0 0 0,0-1 0,0 0 0,-1 0-1,0 0 1,-1-1 0,1 0 0,-1 0 0,-1 0 0,6-13 0,15-42-6779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0 24575,'-28'913'-133,"-51"-253"-526,46-409 654,-107 512 38,138-753-24,-7 32 29,-1 0 1,-2-1 0,-20 43-1,19-62-38,13-22 0,-1 0 0,1 1 0,0-1 0,0 0 0,-1 1 0,1-1 0,0 0 0,-1 0 0,1 1 0,0-1 0,-1 0 0,1 0 0,-1 0 0,1 1 0,0-1 0,-1 0 0,1 0 0,-1 0 0,1 0 0,0 0 0,-1 0 0,1 0 0,-1 0 0,1 0 0,0 0 0,-2 0 0,1-2 0,-1 0 0,1 1 0,0-1 0,0 0 0,0 0 0,-1 0 0,2 0 0,-1 0 0,0 0 0,0 0 0,1 0 0,-1 0 0,1 0 0,-1 0 0,1-4 0,-9-73-1265,4-15-5060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1 210 24575,'22'0'0,"18"0"0,14 0 0,20 0 0,19-22 0,27-19 0,-7-13 0,-11 3 0,-23 9-8191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1054 0 24575,'-17'6'0,"5"2"0,2 0 0,-1 1 0,1 1 0,0 0 0,1 0 0,0 1 0,1 0 0,0 0 0,-8 17 0,-22 41 0,4 3 0,3 0 0,-23 85 0,-42 139-514,-220 837-2057,192-522 2571,28-134 0,92-457 1,-77 387 34,26-7-2,52-378-177,2 0 0,0 0 0,1 0 1,2 0-1,6 37 0,8-16-4168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1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69 24575,'1'-2'0,"-1"0"0,0 0 0,1 1 0,-1-1 0,1 0 0,-1 1 0,1-1 0,0 0 0,0 1 0,0-1 0,0 1 0,0-1 0,0 1 0,0-1 0,0 1 0,1 0 0,-1 0 0,0 0 0,1 0 0,-1 0 0,1 0 0,-1 0 0,1 0 0,3-1 0,44-13 0,-48 15 0,50-8 0,0 3 0,80 1 0,-124 4 0,3 0 0,0 0 0,0 1 0,1 0 0,-1 1 0,0 0 0,0 0 0,-1 1 0,1 1 0,0-1 0,10 7 0,-16-7 0,0 0 0,0-1 0,0 1 0,0 1 0,-1-1 0,1 1 0,-1-1 0,0 1 0,0 0 0,0 0 0,-1 0 0,1 0 0,-1 1 0,0-1 0,-1 1 0,1-1 0,-1 1 0,1 0 0,-1-1 0,-1 1 0,1 0 0,-1 0 0,0 0 0,0 5 0,-1-1 0,0-1 0,-1 1 0,0-1 0,0 1 0,-1-1 0,0 0 0,0 0 0,-6 10 0,-2-1 0,0 0 0,-23 27 0,4-12 0,-1-1 0,-67 50 0,-83 42 0,161-109 0,-281 164-205,223-134-955,-18 11-5666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1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24575,'11'0'0,"26"0"0,18 0 0,10 0 0,6 0 0,1 0 0,0 0 0,-2 0 0,-12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40 24575,'11'0'0,"15"0"0,25 0 0,26 0 0,11 0 0,2-11 0,-4-3 0,-5-1 0,-28 26 0,-44 44 0,-47 34 0,-60 47 0,-36 33 0,-7 0 0,10-30 0,27-27 0,32-33-8191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1 185 24575,'33'-11'0,"22"-3"0,24 0 0,10 2 0,0-7 0,-14-12 0,1-11 0,-11 1-8191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1 24575,'0'44'0,"-11"59"0,-4 45 0,-21 42 0,-5 33 0,5 34-1389,-3 17 1389,-6 40 0,6 22-1534,8-2 1534,-1-14 0,-6-38 0,-8-46 0,4-52-226,9-34 226,10-33 0,9-35-5042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84 24575,'-11'0'0,"-15"0"0,-25 0 0,-15 11 0,4 15 0,12 25 0,15 15 0,13 7 0,22-8 0,21-16 0,30-27 0,17-28 0,-3-36 0,-12-21 0,-16-11 0,-14-16 0,-10-3 0,-8 14-8191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3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24575,'0'1808'-1032,"-6"-1548"1032,-11-1 0,-87 442 0,53-459 0,37-191 0,10-44 0,1-11 0,1-6-45,0 0-1,1-1 0,0 1 1,1 0-1,1-17 0,0-4-873,0-56-5047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4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24575,'11'-12'0,"15"-2"0,14 0 0,11 2 0,8 4 0,6 3 0,2 3 0,0 1 0,12 1 0,-7 0-8191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4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24575,'11'0'0,"26"0"0,29 11 0,36 3 0,34 1 0,5-4 0,-10-3 0,-6-3 0,-12-2 0,-26-2-8191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24575,'22'11'0,"19"3"0,24 0 0,23-2 0,8-4 0,-1-3 0,5 9 0,8 1 0,-4-1 0,-8-3 0,2-3 0,-16-4-8191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24575,'-1'0'0,"1"0"0,0 0 0,-1 0 0,1 0 0,-1 0 0,1 0 0,-1 0 0,1 0 0,-1 0 0,1 0 0,0 0 0,-1 0 0,1 0 0,-1 1 0,1-1 0,0 0 0,-1 0 0,1 0 0,-1 1 0,1-1 0,0 0 0,-1 1 0,1-1 0,0 0 0,-1 1 0,1-1 0,0 0 0,0 1 0,-1-1 0,1 0 0,0 1 0,0-1 0,0 1 0,0-1 0,0 1 0,-1-1 0,1 0 0,0 1 0,0-1 0,0 1 0,0-1 0,0 1 0,0-1 0,0 1 0,0-1 0,1 1 0,-1 0 0,1 1 0,0 0 0,0 1 0,0-1 0,0 0 0,0 0 0,0 0 0,1 0 0,-1 0 0,3 2 0,2 2 0,0 0 0,1-1 0,0 0 0,0-1 0,0 1 0,1-1 0,-1-1 0,1 0 0,10 4 0,13 1 0,34 6 0,-55-12 0,89 10 0,-67-9 0,36 7 0,-119 3 0,7-3 0,-55 20 0,85-25 0,1 1 0,0 0 0,0 1 0,1 0 0,0 1 0,0 1 0,1 0 0,-14 14 0,22-20 0,0 0 0,0 1 0,0-1 0,0 1 0,1 0 0,0 0 0,-1 0 0,2 1 0,-1-1 0,0 0 0,-1 9 0,3-11 0,0 0 0,0 0 0,0 0 0,0 0 0,0 0 0,0 0 0,1 0 0,-1 0 0,1 0 0,0 0 0,0 0 0,-1 0 0,1-1 0,0 1 0,0 0 0,1-1 0,-1 1 0,0 0 0,1-1 0,-1 0 0,1 1 0,-1-1 0,1 0 0,-1 1 0,1-1 0,0 0 0,0 0 0,-1-1 0,3 2 0,9 3 0,0 0 0,1-1 0,-1-1 0,0 0 0,28 2 0,71-4 0,-103-1-57,1 0 0,-1-1 1,1 0-1,-1-1 0,0 0 0,1 0 0,-1-1 0,0 0 0,-1-1 0,1 0 0,-1 0 1,1-1-1,-1 0 0,0 0 0,-1-1 0,0 0 0,0 0 0,0-1 0,0 0 1,-1 0-1,0-1 0,-1 0 0,7-11 0,20-51-6769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 24575,'-7'172'-29,"-36"207"-1,26-255-167,-99 840-1076,86-726 1303,-8 90-5,39-308-48,5-15-1,14-20 255,-20 15-223,25-21-17,1 1-1,1 1 1,0 1 0,1 2 0,1 0 0,1 2-1,0 2 1,38-11 0,14-2-6817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 24575,'0'11'0,"-11"37"0,-26 43 0,-6 18 0,3 1 0,10 4 0,9-7 0,8-9 0,29-23 0,33-23 0,20-21 0,20-15 0,7-11 0,-3-6 0,-6-3 0,-7 0 0,6-12 0,-12-2-8191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7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24575,'0'11'0,"0"15"0,0 25 0,-23 26 0,-6 11 0,1 1 0,-6-3 0,14-16 0,22-20 0,32-18 0,22-16 0,12-9 0,6-7 0,1-2 0,0-2 0,-14-11 0,-17-3-8191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24575,'11'0'0,"15"0"0,14 0 0,22 0 0,1-11 0,-11-4-8191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848 0 24575,'-3'77'0,"-3"0"0,-4 0 0,-19 76 0,12-64 0,-356 1592-2742,240-1177 2706,-67 312-38,133-418 74,60-358 314,5-35 7,1-8 47,11-66 636,67-297-2229,-36 150-4896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 24575,'11'-12'0,"15"-2"0,13 0 0,24 25 0,11 10 0,4 2 0,0-3 0,-13-5-8191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24575,'11'0'0,"15"0"0,3 0-8191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5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22012,'10198'682'0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28130,'15941'0'0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1449 157 1329,'0'0'12525,"23"-26"-11183,69-79-112,-82 94-568,5-4-1146,-14 15 654,-1 0 0,1 1 0,-1-1 0,1 0 0,-1 0 1,0 0-1,1 1 0,-1-1 0,0 0 0,1 1 0,-1-1 0,0 0 0,1 1 1,-1-1-1,0 0 0,1 1 0,-1-1 0,0 1 0,0-1 0,0 0 0,1 1 1,-1-1-1,0 1 0,0-1 0,0 1 0,0-1 0,0 1 0,0-1 0,0 1 1,0-1-1,0 0 0,0 1 0,0-1 0,0 1 0,0-1 0,-1 1 0,32 224 159,50 446 623,-60-218-573,-8 397 153,-14-557-322,1 2256 489,-25-2201-560,9-196-52,-58 696 204,60-558-75,7-82-13,-7 65-68,-15 197-3,11-265-68,-48 440 93,29-211-122,16 34-6,5-264-5,-27 253 11,31-362-34,-61 513 35,47-305-4,-10 92-2,-3 100 2,20-204-3,-25 427 5,3-36-28,-77 426 82,-183 1073-21,248-1729-71,-40 441-8,17 666 44,74-1499-32,-105 1687 50,63-1287-26,20-232 19,-63 347-27,59-482-16,9-33-64,14-52-1313,-1-22-1134,-3-6 1680,-39-113-4969,-2-72-4076,49 204 9824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3217,'0'0'14933,"76"29"-13757,253 101 11,-277-110-744,-2 3-1,-1 2 0,-1 1 1,87 66-1,-73-43 14,-3 3 0,-2 2 0,-3 2 0,59 78 1,166 270 1027,-36-46-772,-86-156-379,260 258 1,-275-320-231,160 159 306,98 95 253,70 122-80,-193-195-319,-125-147-77,-48-52-116,44 56 66,140 147 62,-201-243-176,205 214 60,-59-28-111,-58-81 42,-151-159-28,8 10 2,-1 1 0,39 65 1,70 107 13,-95-151-15,-3 2 0,39 79 1,55 154 26,-19-35 91,-115-256-100,-1-1-5,0-1 1,-1 0-1,1 0 1,0 0-1,0 0 1,0 0-1,1 0 1,-1 0-1,0 0 0,1-1 1,-1 1-1,1 0 1,0-1-1,-1 1 1,1-1-1,3 2 1,1 4 420,-4-4-1279,5-2-2894,-3-1 3361,-39 0-18198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7059 1 8580,'0'0'10856,"1"28"-9941,2 6-562,2 134 1233,-5 373 1749,-3-476-3104,-4 0-1,-22 98 1,0-8-40,14-54-96,-28 241 213,-17 94 296,13-144-400,35-198-168,-11 82 38,0 181 0,3 257 44,7-276-17,8-276-98,-6 101 26,0 446 35,-3-454-54,0 39 34,5 150 76,-4 88-89,3-45 2,4-310-28,-4 128 22,0 110 27,0-2-7,0-152-39,1-7 0,9-117 5,-2 0 1,-2-1-1,-11 56 0,-9 45-1,1 0-45,-58 256 49,9-47 104,-17 135-195,72-390 50,7-48 7,-5 73 0,-20 331 224,23-167-137,2-3-40,12-166-18,-5 139 80,-26-70 295,21-109-241,-2 49-63,10-117-80,0 0-1,1-1 0,-1 1 0,-1 0 1,1-1-1,0 1 0,-1-1 0,1 1 1,-1 0-1,0-1 0,0 1 0,0-1 1,0 0-1,0 1 0,0-1 0,-2 3 1,-4-4 3,5-1 38,1 0-27,-6 0 0,6 0 34,-20 2 689,14 1-596,1 0-1,-1 1 0,1 0 0,0 0 1,0 1-1,1-1 0,-1 1 0,1 1 1,0-1-1,-4 7 0,-12 11 25,-49 41-68,-3-4 0,-96 62 0,82-62-71,68-46-29,-296 197 106,48-51-62,-180 103-27,100-59-16,209-121 0,-421 308 0,282-185 0,265-198 0,-139 99 0,-153 142 0,95-62 0,-137 138 0,281-255 0,-134 112 0,-419 321 0,461-356 0,92-82 0,-121 119 0,27-16 0,33-29 0,88-105-156,0-2-1,-69 42 1,68-48-191,37-24 329,-9 6-263,1-1 0,-2 0-1,1 0 1,-1-1 0,0 0-1,0-1 1,-1 0 0,0-1-1,0-1 1,0 0-1,-17 2 1,-90-3-4337,-14-2-3762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7635,'0'0'11835,"0"28"-11621,0 90-92,2 23 157,-7 126 1171,-26 238 406,9-119-1105,8 445 102,16-545-578,-2-117-170,20 583 383,11-286-201,-14-179-52,5 851 451,-15-299-462,23-280-98,-13-260-44,2-58 93,90 433 0,28-11-47,-134-647-117,12 56 46,33 93 0,-44-154-28,-3-8 7,1 1 0,-1 0 0,0 0 0,0 0 0,0 0 0,-1 0 0,0-1 0,1 1 1,-2 7-1,1-10 204,4-1-264,696-7 368,315 3-231,-548 6-69,-359-2-38,315 8 5,-327-1-15,0 4-1,135 35 0,333 133 291,-489-153-172,199 62 129,-148-60-46,-85-26-156,-24-3-58,-15 1-1,0 0-1,-2 0 18,1 0 0,-1 0 1,1-1-1,-1 1 0,1 0 0,-1 0 0,1-1 0,-1 1 0,1 0 1,-1-1-1,0 1 0,1 0 0,-1-1 0,0 1 0,1-1 0,-1 1 1,0 0-1,1-1 0,-1 1 0,0-1 0,0 1 0,1-1 0,-1 1 1,0-1-1,0 1 0,0-1 0,0-1 0,16-42 7,15-75-1,-21 77 5,146-896 172,-20-997-163,19-742-54,-146 2584 35,58-930 19,-47 396-6,-18 291-25,-3 203 11,1 111 2,-2 0 1,-1 1 0,-1-1 0,0 1 0,-2 0 0,-14-37 0,-67-114 12,21 45 9,-32-84-7,98 209-15,-2-5 2,0 1 0,-1-1 0,0 1 0,0 0 0,0 0 0,-1 0 0,0 0 0,0 1 0,0 0 0,0-1 0,-1 1 0,0 1 0,-10-8 0,-19-12 10,24 15-9,-1 1 0,0 1-1,0 0 1,-21-8 0,-8 2-2,-1 2-1,-1 2 1,-83-6-1,70 9-4,-705-39 136,524 37-85,-1608-11-34,1295 21-455,262-2-309,243 0 580,-29 1-840,1-3 1,-110-18 0,29-16-3095,55 4-2160,-3-10-5349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12918,'0'0'8732,"63"0"-8497,720 0 714,-513 0-624,420 2 249,-1 33-109,-58 29-159,23 1-73,394 33-47,-746-59-119,57 5 32,-70-40-30,-179-5-37,-107 1-160,-22 2-5045,-85 6-1030,-45 8-4954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9364,'0'0'8980,"85"0"-6787,958 0 1932,-388 25-2873,5 30-341,-385-30-596,1844 151 1302,-1754-142-1364,278 17 76,-608-50-452,220-1-1230,-255 25-2667,0-21 3749,-1 0 0,1 0 0,0 0 0,-1 0 0,0 0 0,0 0 0,0-1 0,-1 1 0,1 0 0,-1-1-1,0 1 1,0-1 0,0 1 0,0-1 0,-1 0 0,0 0 0,-2 3 0,-9 5-748,1 0-1,-2-1 1,-17 10-1,16-10 202,-147 89-7055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3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8612,'0'0'15460,"47"-4"-14851,432-18 1045,-202 20-837,469 9 460,8 55-550,2 35-347,-140 0-132,213 8 179,-636-103-412,-109-3-4125,-84 1 4041,1 0 1,-1 0-1,0 1 1,0-1-1,0 0 0,0 0 1,0 0-1,1 0 1,-1 0-1,0 1 0,0-1 1,0 0-1,0 0 1,0 0-1,0 0 0,0 1 1,0-1-1,0 0 1,0 0-1,0 0 0,0 1 1,0-1-1,0 0 1,0 0-1,0 0 1,0 0-1,0 1 0,0-1 1,0 0-1,0 0 1,0 0-1,0 1 0,0-1 1,0 0-1,0 0 1,0 0-1,0 0 0,0 1 1,-1-1-1,1 0 1,0 0-1,0 0 0,0 0 1,0 0-1,0 1 1,-1-1-1,1 0 0,0 0 1,0 0-1,0 0 1,-1 0-1,-16 14-1486,-17 1-1123,-38 11 1,-94 25-5375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15495,'0'0'12048,"84"-5"-11642,768-59 1077,354 13-562,17 48-310,-674 4-387,-132-1-123,-74 0 22,-307 0-107,137 0 68,203 25 0,-337-20-5,44 0-1,-10 4-195,9-9-3640,-76 0 3288,-6 0 277,1 0-1,0 0 1,0 0 0,0 0 0,0 0 0,0 0 0,-1 0-1,1 0 1,0 0 0,0 0 0,0 0 0,0-1-1,-1 1 1,1 0 0,0-1 0,0 1 0,1-1-1,1-22-6763,-3-39-5268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1255 92 560,'0'0'17245,"-41"-15"-15889,-132-43-57,158 53-1138,1 1-1,-1 1 1,-1 0-1,1 2 1,0-1 0,0 2-1,-25 1 1,0 1 72,7-2-71,-1 1 0,-37 6 0,59-4-152,1-1 1,-1 2 0,1-1-1,0 2 1,0-1 0,0 2-1,1-1 1,0 1 0,-13 11-1,13-11-14,1 2-1,0-1 0,1 1 1,-1 0-1,2 0 1,-1 1-1,1 0 0,1 1 1,-1 0-1,2 0 0,-1 0 1,1 0-1,1 1 0,0 0 1,1 0-1,0 0 1,0 0-1,-1 22 0,3-14-14,-2 16-23,4 59 0,0-83 38,0 0-1,1 0 1,1 0 0,0 0-1,0 0 1,1 0 0,0-1-1,1 0 1,9 15 0,-1-9-11,1 1 1,0-2 0,1 0 0,1-1-1,1-1 1,-1 0 0,2-1 0,0-1-1,0-1 1,1 0 0,0-1 0,21 6-1,11 2-156,0-2 0,1-3 0,85 10 0,-30-12 29,-106-10 146,0 1 0,0-1 0,0 0 1,0 0-1,-1 0 0,1 1 0,0-1 0,0 1 0,0-1 0,-1 0 0,1 1 0,0-1 0,0 1 0,-1 0 0,1-1 0,0 1 0,-1 0 0,1-1 0,-1 1 0,1 0 0,-1-1 0,1 1 0,-1 0 0,0 0 0,1 0 0,-1 0 0,0-1 0,0 1 0,1 0 0,-1 0 0,0 0 0,0 0 0,0 0 0,0 1 0,0 1 9,-1-1 0,1 1 1,-1 0-1,1-1 0,-1 1 0,0-1 0,0 1 0,0-1 1,0 1-1,-3 2 0,0 1-15,-1 0 0,0-1 0,-1 0-1,1 0 1,-1 0 0,0 0 0,-10 4 0,-53 27-34,41-23 22,-51 25-72,0-4-1,-108 31 0,147-55-451,0-1-1,-1-2 1,0-1-1,0-3 1,-1-1 0,1-2-1,-48-6 1,69 3-155,0-1-1,1 0 1,-1-2 0,1 0 0,-25-12 0,5-3-2876,-67-51 1,105 72 3507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2929,'0'0'12694,"437"175"-12854,-398-96-896,-39-18-769,-19 27-1217,-117-9-1376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9156,'0'0'7252,"563"-53"-7252,-475 53-113,-30 0-799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4930,'0'0'9263,"0"91"-8238,0 578 647,0-525-1349,37 278 0,-26-350-300,-9-45-3,2 1 0,1-1 0,1-1 0,1 1 0,1-1 0,19 40 0,-26-65-23,0 0 1,0 0 0,0 0-1,0 0 1,0 0-1,0-1 1,0 1-1,0 0 1,0 0 0,0-1-1,0 1 1,1 0-1,-1-1 1,0 0-1,1 1 1,-1-1 0,0 0-1,1 1 1,2-1-1,33-1-269,-17 0-96,2 2 60,-15 0 62,-1-1 1,0 0 0,0 0 0,1-1 0,-1 0 0,0 0 0,9-2-1,-13 2 77,-1 0 0,1 0-1,0-1 1,0 1 0,0 0-1,-1-1 1,1 1 0,0-1-1,-1 0 1,1 0 0,-1 1 0,0-1-1,0 0 1,0 0 0,0 0-1,0 0 1,0 0 0,0-1-1,-1 1 1,1 0 0,-1 0-1,1 0 1,-1-1 0,0 1-1,0-3 1,1-54-4743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9428,'0'0'11235,"-31"48"-11219,31-48-16,-128 209 13,113-183 29,1 1 0,2 1 0,1 0 0,-11 41 0,0-1 324,8-42 35,11-21-68,7-5-488,-1 0 143,0 0 0,-1-1 0,1 1 0,-1-1 0,1 1 0,-1-1-1,1 0 1,-1 0 0,0 0 0,4-2 0,6-5-11,0-1 1,0 0-1,-1-1 0,0 0 1,-1 0-1,0-1 0,10-16 1,60-94-235,-75 112 231,54-104-336,-19 33-162,-33 63 398,-6 16 124,-1-1 0,0 1 0,1-1 0,-1 1 0,1-1 0,-1 1 0,1 0 1,-1-1-1,1 1 0,0 0 0,0 0 0,0-1 0,0 1 0,0 0 0,0 0 0,0 0 0,0 0 0,0 0 0,0 0 0,1 1 0,-1-1 0,0 0 0,1 1 0,-1-1 0,0 0 0,3 0 0,-3 1 4,-1 0 0,1 1 1,-1-1-1,1 0 0,-1 0 0,1 0 0,-1 0 0,1 0 0,-1 1 0,1-1 1,-1 0-1,1 1 0,-1-1 0,1 0 0,-1 1 0,0-1 0,1 0 0,-1 1 0,1-1 1,-1 1-1,0-1 0,0 1 0,1-1 0,-1 0 0,0 1 0,1 0 0,5 22 105,-6-21-92,10 34 229,1 1-1,2-2 1,1 0 0,2 0-1,37 58 1,-49-85-215,1-1 0,0 0 0,0 0-1,0-1 1,10 9 0,-12-12-118,0-1 1,1 0-1,-1 0 0,0 0 1,1 0-1,-1 0 0,1-1 0,-1 0 1,1 0-1,0 0 0,0 0 0,0 0 1,-1-1-1,7 1 0,-8-1-19,-1 0 0,0 0 0,0-1 0,0 1 0,0 0 0,0 0 0,0 0 0,1-1 0,-1 1 0,0-1 0,0 1 1,0-1-1,0 1 0,0-1 0,0 0 0,-1 1 0,1-1 0,0 0 0,0 0 0,0 1 0,0-3 0,1 0-156,0 0 1,-1 0 0,0 0-1,1-1 1,-1 1-1,0 0 1,-1-1-1,2-5 1,1-87-4059,-3-24-1611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1 0 12774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12774,'311'-359'2753,"-224"359"-1872,30 0-657,29 9-144,0 9-80,-59-18-817,-19 0-1536,-68-35-7267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9332,'0'0'8994,"17"86"-8386,60 287-136,8 41 337,-73-326-416,-4 1 0,-5 140 0,-5-142-187,3-1 1,23 146-1,-23-225-203,1 0 0,0 0 0,1 0 1,-1 0-1,1 0 0,1-1 0,-1 0 0,1 1 1,0-1-1,0 0 0,9 8 0,-11-12-38,1 1 0,0-1 0,0 0 0,0 0 0,0 0 0,0 0 0,0 0 0,1-1 0,-1 1 0,1-1 0,-1 0 0,1 0 0,-1 0 0,1-1 0,-1 1-1,1-1 1,0 0 0,-1 0 0,1 0 0,0 0 0,-1-1 0,1 0 0,0 1 0,6-4 0,-8 3 8,1 0-1,-1 0 1,0 0 0,1-1 0,-1 1-1,0-1 1,0 0 0,0 0-1,0 1 1,-1-1 0,1 0-1,2-4 1,5-9-275,0 0-1,-1 0 1,0 0-1,-2-1 1,0 0-1,0-1 1,4-27 0,-4 7-1436,-1-1 0,-2-57 0,-3-45-4966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40 362 14935,'0'0'4482,"81"-5"-4359,251-20-107,-320 25-19,0-2 1,-1 0 0,1 0-1,-1-1 1,1 0 0,-1-1-1,19-10 1,-28 13 1,0-1-1,0 0 1,0 0 0,0 0 0,0 0 0,0 0-1,-1 0 1,1-1 0,-1 1 0,1 0 0,-1-1-1,0 1 1,0-1 0,0 0 0,0 1 0,0-5-1,0 4 2,1-10 9,0 0 1,-1 0-1,0 0 1,-1-1-1,-2-15 1,1-6-27,1 31 12,0-4-37,0 0-1,0-1 0,-1 1 0,0 0 1,-4-14-1,4 20 31,0-1 1,0 0-1,0 1 1,-1 0-1,1-1 1,-1 1 0,0 0-1,0 0 1,0-1-1,0 1 1,0 1-1,0-1 1,0 0-1,-1 1 1,1-1-1,-1 1 1,1-1-1,-1 1 1,1 0 0,-6-1-1,-11-3 92,0 0 0,-1 2-1,1 0 1,0 1 0,-22 1-1,30 1 2,0 1 0,0 0-1,-1 1 1,2 0 0,-1 1-1,0 0 1,0 0 0,1 1-1,0 1 1,0-1-1,-14 10 1,4 2 43,1 1-1,1 1 1,0 0-1,1 1 1,-22 34 0,18-21 90,1 0 1,2 2 0,-19 47 0,28-50-28,1 0 1,2 1-1,0 0 0,3 0 1,0 0-1,4 51 0,-1-63-119,0-12-20,0 1 0,0-1 0,1 1 0,0 0 1,1-1-1,0 0 0,0 1 0,6 11 0,-6-16-29,1 1-1,-1-1 1,1 0 0,1 0 0,-1-1 0,0 1-1,1-1 1,0 1 0,0-1 0,0 0 0,0-1 0,0 1-1,1-1 1,-1 1 0,6 1 0,11 3 7,0 0 0,0-2 0,0 0 0,41 4 0,88-6-193,-107-3 9,-27 0-74,-1 0 1,0-1-1,1-1 1,-1 0-1,0-1 1,0-1-1,0 0 0,0-1 1,-1-1-1,17-8 1,-24 9-87,1 0 0,0-1 0,-1 0 1,0 0-1,-1-1 0,1 0 0,-1 0 0,-1 0 1,1-1-1,-1 0 0,-1 0 0,1 0 0,-1-1 0,-1 1 1,1-1-1,-2 0 0,4-15 0,-1-6-2046,-2-1 1,-1-52-1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3378 6451,'0'0'4914,"0"-74"-2828,6-260-1053,-3 287-903,2 1-1,2 0 1,2 0-1,16-45 1,-2 29-6,48-92 0,205-331 120,32 13 588,-118 184 227,-134 202-765,36-57 71,120-143 0,-169 236-309,97-109 81,-111 130-111,1 2 0,1 1-1,48-30 1,53-16 105,-67 38-30,-37 21-36,1 1-1,-1 2 1,2 1-1,-1 1 0,60-8 1,-17 4-62,-69 11-56,0 1 0,0-1-1,0 0 1,0 0 0,0 0 0,0 0 0,0 0-1,0 0 1,0-1 0,-1 1 0,1-1 0,-1 0-1,1 0 1,-1 0 0,0 0 0,3-3 0,-3 1-229,-1 0 0,1 1 0,-1-1 0,1 0 0,-1 0 0,0 0 0,-1 0 0,1 0 0,-1-1 0,0 1 1,0-7-1,0-40-4699,0-1-2471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14086,'0'0'5430,"91"16"-5337,290 60-45,-357-70-34,0 1 0,0 1-1,-1 1 1,32 17 0,-44-19 7,0 0 0,-1 2 0,0-1 0,19 21 0,-4-3 24,-18-21-27,0 1 0,-1 1 1,1-1-1,-1 1 0,-1 0 1,1 1-1,-1-1 0,-1 1 1,1 0-1,-1 0 1,-1 0-1,0 1 0,0-1 1,0 1-1,1 9 0,3 47 245,-2 0-1,-5 85 1,-1-66 14,1-46-225,-2 0 1,-2 1 0,-1-1-1,-2-1 1,-1 1-1,-16 41 1,-120 292-2054,140-364 1673,1 1 0,-1 0 1,0-1-1,-1 0 0,-8 10 0,11-15 59,-1 0-1,1 0 0,0 0 0,-1 0 1,0-1-1,1 0 0,-1 1 0,0-1 1,1 0-1,-1 0 0,0 0 1,0 0-1,0-1 0,0 1 0,0-1 1,0 0-1,-4 0 0,-34 0-5850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9252,'0'0'9709,"-2"92"-8645,-9 308-506,-7-191-227,13-170-254,-12 129 190,-17 143-94,23-236-155,-37 221 36,40-242-605,6-19-4754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438 281 5346,'0'0'13737,"-16"-3"-12349,14 3-1353,-3-2 20,0 1 0,-1 0-1,1 0 1,0 0 0,-1 1 0,1 0 0,0 0-1,-1 0 1,1 1 0,-1-1 0,1 1-1,0 1 1,0-1 0,0 1 0,0 0-1,0 0 1,0 0 0,0 1 0,0 0 0,1 0-1,0 0 1,-1 0 0,-4 6 0,3-3-20,0 1-1,0 0 1,1 1 0,0-1 0,0 1 0,1 0 0,0 0-1,0 0 1,1 1 0,0 0 0,1-1 0,0 1 0,0 0 0,1 0-1,-1 16 1,1-1 15,0-18-55,0 0 1,1 0-1,0 0 0,0 1 1,0-1-1,1 0 1,0 0-1,2 7 0,-3-12 2,1-1 1,-1 1-1,1-1 0,0 0 0,-1 1 1,1-1-1,-1 0 0,1 0 0,0 1 0,-1-1 1,1 0-1,0 0 0,-1 0 0,1 0 0,0 0 1,-1 0-1,1 0 0,0 0 0,-1 0 0,1 0 1,0-1-1,108 1-85,-103 0 90,0 0 0,0-1 0,1 0 0,-1 0 0,0-1 1,0 0-1,-1 0 0,1 0 0,0 0 0,-1-1 0,11-7 0,-7 3 2,0 0-1,-1 0 1,0-1-1,0 0 1,-1-1-1,7-9 1,1-6-59,0-1 0,-2 0 0,-1-1 1,11-33-1,-15 33-123,-1-1 1,-1 0-1,-1-1 0,-2 1 1,-1-1-1,-1-28 1,-1 55 165,1 1 0,-1-1-1,0 0 1,0 0 0,0 0 0,0 0 0,0 0 0,0 1 0,-1-1 0,1 0 0,0 0 0,0 0 0,-1 0 0,1 1 0,0-1 0,-1 0 0,1 0 0,-1 1 0,1-1 0,-1 0 0,1 1 0,-1-1 0,0 0 0,1 1 0,-1-1 0,0 1 0,0-2 0,-5 0-103,0-1-1,0 1 0,0 0 1,0 0-1,-1 1 0,1 0 1,-11-1-1,-52 0-1265,61 2 1198,-222 0-6220,192 0 4066,-50-6 0,59 0-1096,-52-17-1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3137,'0'0'15399,"49"508"-14118,-49-342-561,0 18-111,0 0-353,0-18-128,-30-9-128,-8-17 0,-11-35-881,20-26-1296,-30-44-1344,-28-35-1970,-1 0-3041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13702,'0'0'6947,"496"359"-6915,-370-350-32,1-9-1856,-59-9-2018,-39-96-2369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10293,'0'0'8950,"68"10"-8611,213 35-187,-201-25-123,-50-4 19,-11-4 43,-9-7-57,4 5 17,-13-8-54,0 1-1,-1-1 1,1 1-1,-1-1 1,1 1 0,-1-1-1,0 1 1,0-1 0,0 4-1,0 6 19,0 1-1,0-1 1,-1 0-1,-1 1 1,0-1-1,-1 0 1,0 0 0,-1 0-1,0-1 1,-11 21-1,-30 35 8,-100 115-1,123-156-275,-2-1 0,-1-2 0,-31 23 0,43-36-247,0-1 1,-1-1 0,0 0-1,0-1 1,-1 0-1,0-1 1,0-1-1,-28 6 1,-37-6-3078,25-5-197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10117,'0'0'3553,"0"85"-303,0 612 1555,0 1156-2519,0-1853-2299,0 1-1,-1-1 1,1 0 0,0 0-1,0 0 1,0 0 0,0 1-1,0-1 1,0 0 0,0 0-1,0 0 1,0 1 0,0-1-1,0 0 1,0 0 0,0 0-1,0 0 1,0 1 0,0-1-1,0 0 1,0 0 0,0 0-1,0 1 1,0-1 0,0 0-1,0 0 1,1 0-1,-1 0 1,0 1 0,0-1-1,0 0 1,0 0 0,0 0-1,0 0 1,1 0 0,-1 0-1,0 1 1,0-1 0,0 0-1,0 0 1,1 0 0,-1 0-1,0 0 1,0 0 0,0 0-1,0 0 1,1 0 0,-1 0-1,0 0 1,0 0 0,0 0-1,1 0 1,-1 0 0,0 0-1,0 0 1,0 0 0,0 0-1,1 0 1,-1 0 0,0 0-1,0 0 1,0 0 0,1 0-1,-1 0 1,0-1 0,0 1-1,2 0-66,0-1 0,0 0-1,0 1 1,0-1 0,0 0 0,-1 0-1,1 0 1,0 0 0,-1-1-1,1 1 1,-1 0 0,1-1-1,-1 1 1,1-1 0,-1 1 0,0-1-1,0 1 1,0-1 0,0 0-1,1-2 1,9-22-577,-1-1 0,9-39 0,26-122-99,-9-1 0,16-239 0,-33 266 828,-14 141-8,0 0 0,1 1 0,1 0 0,1 0 0,13-25 0,-19 42-18,0 1 0,0-1-1,0 1 1,0 0 0,0 0-1,0 0 1,0 0 0,1 0 0,-1 0-1,1 0 1,-1 1 0,1 0 0,0-1-1,0 1 1,-1 0 0,1 0 0,0 0-1,0 1 1,4-1 0,7-1 168,0 2 0,-1-1 0,17 3 0,0 0-27,66-2 85,-56 0-9204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728 1 6547,'0'0'15303,"-63"62"-15039,-208 202-184,129-141-59,132-116-20,-162 130-98,102-70-668,99-77-4783,-6 0 5464,-9 5 118,0 1 0,0 1 0,1 0-1,-1 0 1,21 1 0,84 2 472,-57 1 17,-56-1-477,10 0 138,0 0-1,0 1 1,17 3-1,-28-2-147,1-1-1,-1 1 1,1 0-1,-1 1 1,0-1-1,0 1 1,0 0-1,0 1 1,0-1-1,-1 1 1,7 6-1,-1-1-8,-5-4-32,1-1-1,-1 2 1,0-1 0,-1 0-1,1 1 1,-1 0 0,0 0-1,0 0 1,-1 0 0,0 1-1,0-1 1,0 1 0,1 8-1,-2-3-185,0 1 0,-2-1 0,1 1 0,-1 0 0,-3 16 0,3-26 19,-1 1 0,0 0-1,0-1 1,-1 1 0,1-1-1,0 1 1,-1-1 0,0 0-1,0 0 1,0 1 0,0-1 0,-1-1-1,1 1 1,-1 0 0,1-1-1,-1 1 1,0-1 0,0 0-1,0 0 1,-1 0 0,1 0 0,-6 2-1,-13 3-2038,-37 7-1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2401,'0'0'17624,"88"560"-15271,-88-298-1200,0 18-737,0-17-48,0 17-256,0-26-64,0-27 64,0-43-112,-20-27-112,10-52-640,10-35-657,-9-52-2032,-20-18-2114,-1-26-2737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925 17 5891,'0'0'13195,"-51"-3"-12739,-151-8-306,155 9-123,37 4-12,8 18 9,1 20 12,0-23-22,0 0 1,1 0 0,1 0 0,0 0 0,1 0-1,6 19 1,-1-21 10,1 0-1,1-1 1,0 0-1,1 0 1,1-1-1,0-1 1,20 19-1,-17-17-9,16 16 18,2-1 0,69 49 0,118 78 57,-213-152-82,-1 0 0,0 1 0,1 0 0,-2 0 0,1 0-1,-1 1 1,0 0 0,0 0 0,0 0 0,2 6 0,-3-3 29,-1 0-1,0 1 1,0-1 0,-1 0 0,-1 0 0,0 16-1,1-10 71,0-11-68,-1 1 1,1-1 0,-1 0 0,0 1 0,-1-1 0,1 0 0,-1 1-1,0-1 1,0 0 0,0 0 0,0 0 0,-4 7 0,1-6-14,-1 0-1,0 0 1,0-1 0,0 1 0,0-1 0,-1 0-1,0-1 1,1 0 0,-1 0 0,-1 0 0,-9 3 0,-14 4 60,-36 6 0,51-13-64,-40 6-86,-1-3 0,0-2 0,-78-5 0,56 1-344,42-1-316,0 0 0,0-3 1,0-1-1,1-1 1,0-2-1,0-2 1,1-1-1,-54-25 0,-40-31-3470,24-3-586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3634,'0'0'15079,"262"0"-15047,-203 0-64,-20 0-705,-20 0-1584,-19 18-7651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10293,'327'86'3121,"-321"-83"-2998,1-1 0,-2 1 0,1 0 0,0 0 0,0 1 0,-1-1 0,0 1 0,0 0 0,8 9 0,-10-9 2,-1 0 1,0 0 0,1 0-1,-1 0 1,-1 0 0,1 1 0,-1-1-1,2 7 1,-3-11-120,42 158 2914,49 225-190,-41-79-1620,-40-274-1011,-10-29-97,0 0 0,1 0 0,-1-1 0,1 1 0,-1 0 0,1-1 0,-1 1 0,1-1 0,-1 1 0,1-1 1,0 1-1,-1-1 0,1 1 0,0-1 0,0 1 0,-1-1 0,2 1 0,-1-1-3,0 0-1,0 0 1,1 1-1,-1-1 1,0 0-1,0 0 1,0 0-1,0 0 1,0-1-1,1 1 1,-1 0-1,0 0 1,0-1-1,0 1 1,0 0-1,0-1 1,0 0-1,0 1 1,0-1-1,0 1 1,0-1-1,1-1 1,1-1-7,0 0-1,0 0 1,-1-1-1,1 0 1,-1 1-1,0-1 1,3-5 0,69-183 73,-53 132-16,102-338 181,-119 384-225,-1 0 1,0 0-1,0-27 0,-3 36 38,0 14 58,0 70-7,13 332 380,-5-358-376,2-1 0,27 82 0,-32-121-93,-1-1 0,1 1 0,1-1-1,0-1 1,10 14 0,-14-21-3,1-1 1,-1 0-1,1 0 1,0 0-1,0 0 1,0 0-1,0-1 0,1 0 1,-1 1-1,0-1 1,1 0-1,0-1 0,-1 1 1,1-1-1,0 1 1,0-1-1,0 0 0,0-1 1,8 2-1,-4-2-24,-5 0 19,1 0 0,0 0 0,-1 0 0,1 0 1,-1 0-1,1-1 0,-1 1 0,1-1 0,-1 0 0,1 0 0,-1 0 0,0-1 0,1 1 1,-1-1-1,0 0 0,0 0 0,0 0 0,0 0 0,4-5 0,6-8 20,-2-1-1,0 0 1,15-28-1,28-68 49,-45 93-57,108-262 89,-50 112-896,-57 144-49,-8 20-1009,-51 5-13248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3746,'0'0'17608,"88"0"-17832,-39 0 64,-30 0-673,0 0-944,-77 0-14822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11109,'-155'394'7892,"165"-394"-6724,38 9-1008,11 8-144,28 10-32,1-10-1136,-20 9-1521,-68 1-1521,0-1-4178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0 683 10677,'0'0'5354,"36"-2"-5602,118-11 200,-142 11 48,0-1 0,0 0 0,0-1 0,-1-1 0,1 0 0,-1 0 0,0-1 0,-1-1 0,1 0 0,11-10 0,-20 15 3,0 0-1,0 0 1,0-1 0,0 1-1,0-1 1,0 1-1,0-1 1,-1 0-1,0 1 1,1-1 0,-1 0-1,0 0 1,0 0-1,-1 0 1,2-6-1,-2-48 179,-1 34-83,1 20 1588,0-6-1800,0-450 194,0 454-30,-21 5 47,19 0-94,0 1 1,0-1 0,0 0 0,0 0 0,0 1 0,0 0 0,0-1 0,0 1-1,0 0 1,0 0 0,0 0 0,1 0 0,-1 0 0,0 0 0,1 0 0,-1 1-1,1-1 1,-1 0 0,1 1 0,-2 2 0,-2 3 9,1 0 0,1 0 0,-1 0 0,-2 9 0,2-6 3,-8 16 25,2 2 0,1-1 0,1 1-1,1 0 1,1 1 0,-2 32 0,8 12 68,0-71-178,7-2-25,-5 0 91,1 0-1,-1 0 0,1 0 0,-1-1 0,1 1 0,-1-1 0,1 1 1,-1-1-1,0 0 0,1 0 0,-1 0 0,0 0 0,0 0 1,1-1-1,-1 1 0,0-1 0,0 1 0,-1-1 0,1 0 1,0 0-1,-1 1 0,1-1 0,-1 0 0,3-4 0,3-5 15,1-1 0,-2 0 0,0 0 0,0 0 0,-1-1 0,0 1 0,4-23 0,-4 8 24,-1 0 1,0-54 0,-4 77-9,0 5-246,-5 15 190,-22 41 52,14-33 10,2 0 1,1 0-1,-10 36 1,18-49-47,2-9-217,10-87-10199,-10 65 4083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7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27 10613,'0'0'4495,"11"8"-4495,38 27-114,-45-32 92,0-2 0,1 1 0,-1 0 0,1-1 0,0 0 0,-1 0 1,1 0-1,0 0 0,0-1 0,-1 0 0,1 0 0,0 0 1,9-2-1,7 0 4585,-21 49-3973,-8 52 0,7-55-521,1-41-5,0-6-115,1-41 80,0 17 42,-1 1 1,-4-28-1,4 53-69,-1-1 0,1 1 0,0 0 0,-1-1 0,1 1 0,-1-1 1,0 1-1,1 0 0,-1-1 0,0 1 0,0 0 0,0 0 0,0-1 0,0 1 0,0 0 0,0 0 0,0 0 0,-1 0 0,1 1 0,0-1 0,-1 0 0,1 0 0,0 1 0,-1-1 0,1 1 0,-1-1 0,-1 1 1,-5-2-6,0 2 0,1-1 1,-1 1-1,-11 1 0,1 0-1,9-1 14,1 0-1,-1 0 1,1 1-1,-1 1 1,1-1-1,-11 5 1,14-4 1,1 0 0,0 0 1,0 0-1,0 0 0,0 1 1,1 0-1,-1 0 0,1 0 0,0 0 1,-1 1-1,1-1 0,-4 7 1,-40 59 137,47-68-145,-1 0 0,0 1 0,1-1 0,-1 0 0,1 1-1,-1-1 1,1 1 0,0-1 0,-1 0 0,1 1 0,0-1 0,0 1 0,0-1 0,0 2 0,0 1 12,0-2 24,5-4-294,3-1 256,0 0 0,0-1 0,0 0 1,-1-1-1,0 0 0,0 0 0,0 0 0,0-1 0,-1 0 0,0 0 0,7-9 0,-5 4 5,-1 1-1,1-1 1,-2-1-1,0 1 1,0-1-1,-1 0 1,5-15 0,-7-3-34,-3 31 25,0-1 0,0 0-1,0 0 1,-1 0 0,1 0 0,0 0-1,0 0 1,0 0 0,0 0 0,0 0 0,0 0-1,0 0 1,-1 0 0,1 0 0,0 0-1,0 0 1,0 0 0,0 0 0,0 0 0,0 0-1,-1 0 1,1 0 0,0 0 0,0 0-1,0 0 1,0 0 0,0 0 0,0 0 0,-1 0-1,1 0 1,0 0 0,0 0 0,0 0-1,0 0 1,0-1 0,0 1 0,0 0 0,0 0-1,0 0 1,0 0 0,-1 0 0,1 0-1,0 0 1,0-1 0,0 1 0,0 0 0,0 0-1,-8 7-5,0 0 0,0 1 0,1 0 0,0 0 0,1 1 0,0 0 0,0 0 0,1 1 0,0-1 0,0 1 0,-3 13 0,5-11 20,3-10-4,-1 0 0,1 0 0,-1 1 0,1-1 0,-1 0 0,0 0 0,1-1 0,-1 1-1,0 0 1,0 0 0,-1 0 0,1 0 0,0-1 0,-1 1 0,-2 2 0,4-4-9,1 0 1,-1 0-1,0 0 1,0 0-1,0 0 1,0 0-1,1 0 1,-1 0-1,0 0 1,0 0-1,0 0 1,0 0-1,0 0 1,1 0-1,-1 0 1,0 0-1,0 0 1,0 1-1,0-1 1,0 0-1,1 0 1,-1 0-1,0 0 1,0 0-1,0 0 1,0 1-1,0-1 1,0 0-1,0 0 1,0 0-1,0 0 1,0 0-1,0 1 1,1-1-1,-1 0 1,0 0-1,0 0 1,0 0-1,0 1 1,0-1-1,0 0 1,0 0-1,0 0 1,0 0-1,-1 1 1,1-1-1,0 0 0,0 0 1,0 0-1,0 0 1,0 0-1,0 1 1,0-1-1,0 0 1,0 0-1,0 0 1,-1 0-1,1 0 1,0 0-1,0 1 1,0-1-1,0 0 1,0 0-1,0 0 1,-1 0-1,1 0 1,0 0-1,5-2 11,1-1 1,-1 0-1,0 0 0,0-1 0,0 1 0,-1-1 1,1 0-1,-1 0 0,0 0 0,0-1 0,0 0 0,-1 0 1,4-6-1,3-6 23,-1 0 1,13-32-1,-19 41-28,-1-8 3,-2-12-2,0 23-126,-5 10-595,-7 9 7,8-9 363,0 0 1,0-1 0,0 1-1,0-1 1,-1 0-1,0 0 1,-7 5 0,0-5-584,0 0 1,-1 0-1,1-1 1,-1-1-1,0 0 1,0-1-1,0 0 0,-14-2 1,-39 1-7613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7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88 220 7091,'0'0'11464,"5"8"-11248,-2-1-204,-1-3-8,-1 0 1,1 1-1,0-1 1,1 0-1,-1 0 1,1-1-1,0 1 0,0-1 1,0 1-1,0-1 1,0 0-1,8 5 1,-3-6 13,-6-2-20,-2-22 2091,-1-16-2318,0 20 205,1-1 1,0 0-1,5-23 1,-2 26 36,2-8 22,-2 0 1,2-42 0,-26 65 68,16 2-96,0-1 0,-1 1 0,1 1 0,0-1 0,1 1 0,-1 0 0,0 0 0,0 0 0,1 1 0,-1 0 0,1 0 0,0 0-1,0 0 1,0 1 0,0-1 0,1 1 0,-1 0 0,1 0 0,0 0 0,-4 7 0,-2 4 39,1 0 1,0 0-1,1 0 0,1 1 0,-5 18 1,11-32-248,-1 5 610,7-6-2944,-4-1 2370,0-1 0,-1 1 0,1-1 0,0 1 0,-1-1 0,1 0 0,-1 1-1,1-1 1,-1 0 0,1 0 0,-1 0 0,0-1 0,1 1 0,-1 0 0,0 0 0,0-1 0,0 1 0,0-1 0,0 1 0,0-1-1,0 1 1,-1-1 0,1 1 0,0-1 0,-1 0 0,1 1 0,-1-1 0,0 0 0,0 0 0,0 1 0,1-1 0,-2 0 0,1 0-1,0 1 1,0-3 0,0-25-4867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1 816,'0'0'15498,"0"5"-14596,0 0-787,0-4-101,-1-1 0,1 1 0,0 0 0,0 0 0,0 0 0,0 0-1,0-1 1,0 1 0,0 0 0,0 0 0,0 0 0,1 0 0,-1-1 0,0 1 0,0 0 0,1 0-1,-1 0 1,0-1 0,1 1 0,-1 0 0,1-1 0,-1 1 0,1 0 0,0-1 0,-1 1-1,1 0 1,-1-1 0,1 1 0,0-1 0,0 0 0,-1 1 0,1-1 0,0 1 0,0-1-1,-1 0 1,1 0 0,0 1 0,0-1 0,0 0 0,-1 0 0,1 0 0,0 0 0,0 0 0,0 0-1,0 0 1,1 0 0,30 0 61,-29 0-131,-1 0 32,6 0 2449,-8 11-1038,0 447-445,0-457-941,0-1 0,0 1-1,0-1 1,1 1 0,-1-1-1,0 1 1,0 0 0,0-1 0,1 1-1,-1-1 1,0 1 0,1-1 0,-1 0-1,0 1 1,1-1 0,-1 1-1,0-1 1,1 0 0,-1 1 0,1-1-1,-1 0 1,1 1 0,-1-1 0,1 0-1,-1 0 1,1 1 0,-1-1-1,1 0 1,0 0 0,-1 0 0,1 0-1,-1 0 1,2 0 0,24 0 2,-14 0-4,6 0-5,41-2 1,-55 2 6,1-1 0,-1 0 0,0 0-1,0-1 1,1 1 0,-1-1 0,0 0 0,0 0 0,-1 0 0,1 0 0,5-5 0,-2 0 6,-1 0 1,-1-1-1,1 1 1,-1-1-1,0 0 1,-1-1-1,0 1 1,6-18-1,-1-3 25,8-45-1,-15 56-25,-2 16 7,-9 3-827,-2 3 292,-1 0 0,0 0 0,1 1 0,0 1 0,0 0 0,-12 9-1,8-6-876,0 0-1,-29 12 0,-25 0-4613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2993,'0'0'11131,"19"0"-10478,62 3-92,-76-3-524,0 1 1,-1 0 0,1 0 0,0 0-1,-1 1 1,1-1 0,-1 1-1,0 0 1,0 1 0,7 4 0,6 2 59,-8-5-39,-1 1 0,0 0 0,0 0 0,-1 0 0,0 1 0,0 0 0,0 0 0,6 9 0,-7-8 18,1-1 0,-1 0 1,1 0-1,0 0 1,1-1-1,12 7 0,-17-10 106,-3 1-139,1 30 707,0-12-473,-3 37 1,2-53-255,-1-1 1,1 0-1,-1 1 1,0-1 0,-1 0-1,1 0 1,-1 0 0,0 0-1,0 0 1,0 0-1,0 0 1,0-1 0,-1 1-1,-3 3 1,-3 1 86,1 0 1,1 1 0,-1 0-1,2 0 1,-1 0-1,-5 12 1,2 7 114,9-24-200,-1 0 1,1 0-1,-1 0 1,0 0-1,0 0 1,0-1-1,0 1 1,-1-1-1,-4 7 1,-79 70 233,79-73-231,0-1 1,0 0 0,-1 0-1,0 0 1,0-1 0,-1 0-1,1-1 1,-1 0 0,0 0-1,0-1 1,-12 4 0,7-4 36,0 1 0,-1-1 0,1-1 0,-25 0 0,19-1-52,0 2 0,0 0 0,-21 6 0,-10 1-43,39-8 25,6-1 2,0 0 1,0 0 0,0 1-1,0 0 1,0 0 0,-6 3-1,4-3-7,6-2-36,9 0-199,70-1 760,-2 0-107,-1 2 0,132 20 0,156 84 857,-186-48-1105,-64-22-93,-96-33-113,-15-2-28,-1 0-1,0 0 1,0 1 0,1-1-1,-1 0 1,0 1 0,0-1-1,1 1 1,-1-1-1,0 0 1,0 1 0,0-1-1,0 1 1,1-1-1,-1 0 1,0 1 0,0-1-1,0 1 1,0-1-1,0 1 1,0-1 0,0 0-1,0 1 1,0-1-1,0 1 1,-1-1 0,1 0-1,0 1 1,0-1-1,0 1 1,0-1 0,-1 0-1,1 1 1,0-1 0,0 0-1,-1 1 1,1-1-1,0 0 1,0 1 0,-1-1-1,1 0 1,-1 1-1,1-1 1,0 0 0,-1 0-1,1 0 1,0 0-1,-1 1 1,1-1 0,-1 0-1,0 0 1,-49 7-5347,-47-5-4920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29 160,'0'0'19620,"13"-5"-18516,39-12-101,-49 16-771,0-1 0,0 1-1,-1 1 1,1-1-1,0 0 1,0 1 0,0-1-1,0 1 1,0 0-1,0 0 1,0 0 0,3 1-1,10 0 109,101-1 344,1164 8 721,62-5-401,-717-5-570,-449 2-397,618 10 25,1294 120 341,-2075-129-394,490 24 238,-408-16-172,-95-9-43,-1 7-86,-17-5-5586,-82-2 235,-57 0-4178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14551,'0'0'9137,"73"13"-8054,246 46 147,91 25 739,-125-39-898,-87-15-442,75 15 27,-93-21-239,219 33 244,-61-3-460,167 30 23,-10 25-118,-302-57-104,345 87-2,-466-125-7,0-3 0,80 1 0,141-11-60,-141-3 59,1063 2 246,-1199 1-244,-1 1 1,1 0-1,0 1 1,22 7-1,28 6 31,-6 1 26,-46-16-29,-13-1-21,0 0-1,-1 0 0,1-1 1,0 1-1,0 0 0,0 0 1,-1 0-1,1 0 0,0 0 1,0 0-1,0 0 0,0 0 0,-1 1 1,1-1-1,0 0 0,0 0 1,-1 1-1,1-1 0,0 0 1,0 1-1,-1-1 0,1 1 1,0-1-1,-1 1 0,1-1 0,-1 1 1,1 0-1,0-1 0,0 2 1,-1 0-36,-3 7-5770,-18 2 4028,-114 28-3551,-76 33-2521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2705,'0'0'18921,"96"-3"-18134,322-9-99,-273 10-279,164 20-1,-235-12-310,778 58 1514,-226 2-27,-307-28-1121,638 78-171,-860-104-285,341 36 0,-158-16 20,213 12 211,-57-42 485,-250-3-602,-167 3-91,0 1 0,0 0 0,0 2 0,-1 0 1,0 0-1,26 13 0,14 4 44,-44-17-70,-3-1 14,0 0 1,0-1-1,1 0 0,-1-1 0,1 0 0,13 0 0,-18-1-24,-1-1 0,1 2 0,0-1 1,-1 1-1,0 0 0,1 0 0,9 5 0,13 5-7,256 100 95,-228-87-92,105 63-1,-148-81 0,-11-6-49,-41 5-6291,-87 31 1393,-52 34-2454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3474,'0'0'18790,"85"5"-18075,-44-2-605,577 50 1164,-538-45-1158,995 114 2436,529 3-2005,-706-46-120,-739-45-69,-122-25-268,6 5 234,0 1-1,73 37 1,-7-3-142,-88-39-128,34 20 0,-38-19-27,36 16 0,-31-18 25,-1 2 0,23 14 0,-23-12 65,40 18 0,-14-11-72,-15-6-13,44 13 0,-41-17-43,105 24 4,-109-28 35,38 15 1,14 3 4,-72-22-21,17 7 3,-24-7-44,-1-1 1,1 0 0,-1 0-1,1 0 1,-1 0-1,1-1 1,0 0-1,6 1 1,-4 5-1176,-61-4-17745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6467,'0'0'15855,"1"26"-14646,0-5-953,0 10 60,2-1 0,0 0 0,2 0-1,11 37 1,-11-53-185,0-1 0,1 1-1,0-1 1,1 0-1,1 0 1,0-1 0,12 15-1,-16-22-111,1 0-1,0 0 1,0 0 0,1-1-1,-1 0 1,1 0-1,0 0 1,0-1 0,0 0-1,1 0 1,-1-1-1,1 1 1,-1-2-1,1 1 1,0 0 0,0-1-1,0-1 1,7 1-1,4-1-18,2 0 0,-1 0 0,20-4 1,-32 3-2,-1 0 1,0 0-1,1-1 1,-1 0-1,0-1 1,0 1-1,0-1 0,0-1 1,-1 1-1,8-6 1,0-3-5,-1-1 1,0-1-1,0 0 1,-2-1-1,13-21 1,41-85-65,-58 107 54,1-1 1,-2 0-1,0 0 1,-1-1-1,4-22 0,-5 0-146,-1-44-1,-2-35-118,0 115 275,-3-33-38,3 34 43,-1 0 0,0-1-1,1 1 1,-1 0 0,0-1 0,1 1 0,-1 0 0,0 0 0,0 0 0,0 0-1,0 0 1,0 0 0,0 0 0,0 0 0,-1 0 0,1 0 0,0 0 0,0 1 0,-1-1-1,1 1 1,-2-1 0,-20-3 19,-1 2 0,0 0 0,1 2 0,-41 4 0,54-3 1,-1 0-5,0 1 0,0 0 0,1 0-1,-1 1 1,1 1 0,0 0 0,0 0 0,0 1 0,-12 8 0,3 0-7,1 1 0,0 0 0,-24 26 0,38-36-21,1 1 0,-1-1 0,0 1 0,1 0 0,0 0-1,0 0 1,1 1 0,-1-1 0,1 1 0,0 0 0,-1 11 0,0-1-444,2 1 0,1 31 0,1-32-653,-1 0-1,-1 1 0,-4 26 1,-18 30-4520,2 19-2440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1 368,'0'0'24876,"78"455"-24620,-78-377-96,10-8-48,-10-26-64,10-26-48,-1-10-112,1-8-2417,-10 27-12342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9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11541,'0'0'15402,"70"48"-15002,218 154-264,-251-177-108,35 34 1,-68-55-25,0 0 0,0 1 1,-1 0-1,1-1 0,-1 1 1,0 1-1,-1-1 1,4 7-1,-4-5-1,1 0 11,0 0 0,-1-1 0,0 1 0,-1 0 0,0 1 0,0-1 0,0 0 0,-1 0 0,0 11 0,-1-3 46,3 46 234,0-28-116,-2 1 0,0-1 0,-12 66 0,9-88-170,-2 0 1,1-1-1,-1 1 1,-1-1-1,0 0 1,-1 0-1,0-1 1,0 0-1,0 0 1,-2-1-1,1 0 1,-1 0-1,0-1 1,0 0-1,-1-1 1,0 0-1,0 0 1,0-1-1,-15 5 0,-1 0-113,-2-2 0,0 0 0,0-2 0,0-1 0,0-1 0,-53 0 0,-136-4-388,214 0 442,8 0-104,651 0 2823,-649 0-2638,2-1-236,1 2 0,0-1 0,15 4 0,-23-4-71,1 1 0,-1 0 1,1 0-1,-1-1 0,0 1 1,1 1-1,-1-1 0,0 0 1,0 1-1,0-1 0,0 1 0,0-1 1,0 1-1,0 0 0,0 0 1,-1 0-1,1 0 0,-1 0 1,3 4-1,-4-5 85,0 0 0,1 0 1,-1 0-1,0 0 0,0 0 0,0 0 0,0 1 1,0-1-1,0 0 0,0 0 0,0 0 0,0 0 1,0 0-1,-1 0 0,1 0 0,0 0 0,-1 0 1,1 0-1,-1 0 0,1 0 0,-1 0 1,1 0-1,-1 0 0,0-1 0,1 1 0,-2 1 1,-47 39-7445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603 0 208,'0'0'27607,"88"34"-26833,-88-34-774,355 149 299,-343-144-288,-1 2 0,0 0 0,1 0 0,-2 1-1,1 0 1,8 10 0,-16-15-4,0 1 0,0-1 0,-1 1 0,0 0 0,0 0 0,0 0 1,0 0-1,0 0 0,1 7 0,4 19 71,-1 1 1,-2 1 0,-1-1-1,-2 60 1,-1-63 29,0-19-97,0 0 0,-1 0 0,0 0-1,-1 0 1,0 0 0,0 0 0,-1-1-1,0 1 1,0-1 0,-1 0 0,0 0-1,-1 0 1,0 0 0,0-1 0,0 0 0,-1 0-1,0 0 1,-1-1 0,1 0 0,-11 7-1,-3 0 0,-1 0-1,0-2 0,-1 0 0,0-2 1,-1 0-1,-33 7 0,21-7-26,0-2 0,0-2 0,0-1 0,-47-1 0,80-3 150,10 0-77,8 1-31,0 1 0,0 0 0,0 1 0,-1 1 0,0 0 0,18 8 0,4 3 141,52 31 0,-83-43-154,0 1 0,1 0 0,-2 1 0,1-1 0,-1 1 0,1 0 0,-1 0 0,-1 1 0,1-1 1,-1 1-1,0 0 0,0 0 0,-1 1 0,1-1 0,-1 1 0,-1-1 0,1 1 0,-1 0 0,-1 0 0,1 0 0,-1 1 0,0-1 0,-1 0 0,0 8 0,0 13-10,1-16 25,-1-1 0,0 1 0,-1-1 0,0 1 0,-4 14 0,3-22-15,0 1 0,0-1 1,0 0-1,0 0 0,-1 0 0,0 0 0,0 0 0,0 0 0,0-1 0,0 1 0,-1-1 0,0 0 1,0 0-1,1 0 0,-10 4 0,-2 1-5,-1-1 0,-1 0 0,1 0 0,-1-2 0,-1 0 0,1-1 0,-26 2 0,-13-2-149,-58-3 1,56-1-123,29-1-169,0 0 0,1-2 0,-1-1 0,1-2 0,-49-14-1,45 9-912,0 2 0,0 2-1,-1 1 1,0 1 0,-38 0-1,-57 4-6448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12630,'0'0'8265,"109"-5"-6443,-62 3-1634,799-18 2231,884 20 1369,-1271 9-3495,202 55-2,-387-33-235,951 126 286,-663-77-157,-248-39 6,94-6-29,-192-22-127,500 12 272,-711-26-297,3 2-15,4 14 118,-11-12 599,20 1-605,8 1-67,-27-6-40,-1 1 1,0 1 0,0-1-1,0 0 1,0 0 0,1 0-1,-1 1 1,0-1 0,0 1 0,0-1-1,0 0 1,0 1 0,0 0-1,0-1 1,0 1 0,0 0-1,0 0 1,0-1 0,0 1-1,0 0 1,1 2 0,1 1 0,0-3 0,1 1 0,0-1 0,-1 1 0,1-1 1,0 0-1,0 0 0,0-1 0,-1 1 1,1-1-1,4 0 0,12 3 12,4 8-4,4 0-4,38-1-221,-64-10 79,-2 10-3895,0-7 3483,1-1-1,-1 0 1,0 1-1,0-1 1,0 0-1,0 1 1,-1-1-1,1 0 1,0 0-1,-1 1 1,0-1-1,0 0 0,1 0 1,-1 0-1,0 0 1,-1 0-1,1 0 1,-3 3-1,-8 6-2456,-1-1 1,-18 10-1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1943 10053,'0'0'13643,"30"-45"-13400,-13 20-202,19-28 74,2 1 0,3 1 0,1 3 0,57-50 0,-42 47 56,707-593 608,-662 572-738,4 5 0,158-74 0,-113 74 165,207-62 1,174-6 183,8 38-337,-22 31 4,834 0 1,-403 66 716,-947 0-630,27 0-1217,-10-3-1798,-13-3-1266,-8 4 3644,1 1 0,-1-1 1,0 1-1,1 0 0,-1 0 0,0-1 0,0 1 1,0 0-1,0 1 0,0-1 0,0 0 0,0 0 1,0 1-1,-1 0 0,1-1 0,-3 1 0,-81-10-10565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12230,'0'0'12251,"84"50"-12227,274 155-30,-175-115-38,-104-53-5,-75-35 48,0 0-1,0 0 1,-1 0 0,1 1-1,-1-1 1,1 1 0,-1 0-1,0 0 1,0 0 0,-1 0-1,1 0 1,0 1 0,2 5 0,-3-3 0,-1 0 1,0 0 0,0 0-1,0 1 1,0-1-1,-1 0 1,-1 9 0,1 3 5,-1-5 12,0 0-1,0-1 1,-1 1 0,-1 0-1,0-1 1,-1 1 0,0-1 0,-1 0-1,-11 19 1,-4 3 58,-47 56-1,38-53-49,-270 412-1679,295-443 1338,1 0-1,-1 0 1,-1 0-1,1 0 1,-1-1-1,0 0 0,0 0 1,-6 4-1,7-6-129,-1-1 0,1 1-1,-1-1 1,0 0 0,0-1 0,0 1-1,0-1 1,0 0 0,0 0-1,-8 0 1,-47 0-5925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1313 0 14487,'0'0'10596,"-331"534"-10019,185-280-369,-9 26-64,-1 0-48,30-44-96,9-26-64,30-44-512,28-52-753,11-62-2129,-1-52-2080,10-9-3634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9941,'0'0'12293,"0"578"-10948,0-368-897,0 0-368,0-9 0,0-35-48,-29 0-64,-10-35-480,-29-34-1457,-29-54-2561,-20-43-4450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11541,'0'0'8340,"496"-35"-9428,-399 0-2354,-49-8-2529,-9 8-3313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0 10293,'0'0'13110,"-78"481"-11478,30-297-751,9 9-545,-20-10-208,1-25-64,0-10-32,9-34-32,10-44-528,20-26-961,9-44-864,-48 0-1425,9-123-3025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1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11925,'0'0'4434,"8"90"-821,-2-21-2959,66 532 3326,-44-402-2990,43 214 237,-70-408-1217,0 0 1,0 1-1,1-2 1,0 1-1,0 0 0,0 0 1,1 0-1,-1-1 1,1 0-1,0 1 1,1-1-1,-1 0 0,1 0 1,5 4-1,-6-6-13,0-1 1,0 1-1,1-1 0,-1 0 0,0 0 0,1-1 0,-1 1 0,0-1 0,1 1 1,-1-1-1,0 0 0,1 0 0,-1-1 0,1 1 0,-1-1 0,0 1 1,0-1-1,1 0 0,-1 0 0,0-1 0,6-2 0,-3 0 0,0 1 1,0-1-1,-1 0 0,1 0 0,-1-1 0,0 0 0,0 0 0,-1 0 0,1 0 0,-1-1 1,5-8-1,69-144 19,-75 151-14,292-731 118,-231 559-182,67-217-196,-128 383 232,5-31-439,-8 42-87,-3 3-1502,-30 18-993,-67 51-2694,-17 23-3567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6243,'0'0'18782,"0"89"-18025,0 287-279,0-58-11,0-214-363,-1-98-97,1 1 0,1 0-1,-1-1 1,1 1 0,0-1 0,1 1 0,0-1 0,0 1-1,0-1 1,0 0 0,1 0 0,7 11 0,-6-12-7,0-1 0,0 0 0,1 0 0,-1 0 0,1-1 1,0 0-1,-1 0 0,2 0 0,-1 0 0,0-1 0,0 0 0,1 0 0,-1 0 1,9 1-1,3 0-17,-1-1-1,0-1 1,0-1 0,1 0 0,-1-1 0,24-4 0,-31 3 13,-1 1 1,0-2 0,0 1 0,0-1 0,0-1 0,0 1-1,-1-1 1,1-1 0,-1 1 0,0-1 0,-1 0 0,8-8-1,4-6-7,-1-1 0,25-37 0,-3-4-41,-4-1 0,-2-1 0,-3-2 1,-3-1-1,-2-2 0,16-76 0,-25 74 46,-3 0 1,5-101-1,-13-141 70,-5 236-28,0 75-32,0 1-1,1-1 1,-1 0 0,0 0 0,0 1-1,0-1 1,-1 0 0,1 0 0,0 1-1,0-1 1,0 0 0,0 1 0,-1-1-1,1 0 1,0 1 0,-1-1 0,1 0-1,0 1 1,-1-1 0,1 1 0,-1-1-1,1 1 1,-1-1 0,1 1 0,-1-1-1,0 1 1,1-1 0,-1 1 0,1 0-1,-1-1 1,0 1 0,1 0 0,-1-1-1,0 1 1,0 0 0,1 0 0,-1 0-1,0 0 1,1 0 0,-1 0 0,0 0-1,0 0 1,1 0 0,-1 0 0,0 0-1,0 0 1,1 0 0,-1 1 0,0-1-1,0 1 1,-9 0 56,3-2-40,-1 2 0,0-1 1,1 1-1,-1 0 1,1 1-1,-1-1 0,1 2 1,0-1-1,-1 1 1,1 0-1,1 0 0,-1 1 1,0 0-1,1 0 1,0 1-1,-6 5 0,-22 22 29,2 0-1,1 3 1,-50 72-1,-62 136 124,127-210 52,-21 56 0,22-29-1080,10 5-3922,34-64-7874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8164,'0'0'18456,"146"27"-18664,-107-10 176,-20-17-672,-9 0-257,-10 9-463,-68 0-14648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15847,'0'0'10021,"146"79"-13527,-146-61-1728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904 10 3810,'-1'-1'19643,"-19"-5"-18453,-178 3 594,109 4-1572,82-1-213,0 1 1,0-1 0,0 1-1,-1 0 1,1 1-1,0-1 1,0 2-1,1-1 1,-1 1-1,0 0 1,1 0-1,0 1 1,-1-1 0,-10 10-1,13-8-5,-1-1 0,1 1 0,0 0-1,1 0 1,-1 0 0,1 1 0,0-1 0,0 1 0,1 0 0,0 0-1,0 0 1,0 0 0,1 0 0,0 0 0,0 0 0,0 1 0,1 9-1,0 0-5,-1-9 10,0 0 0,1 0 1,0 0-1,1 0 0,-1 0 1,1 0-1,1 0 1,-1 0-1,1 0 0,1-1 1,-1 1-1,1-1 0,0 1 1,7 9-1,5 0 6,1-1 0,1-1 0,0 0 0,1-1 0,28 15 0,-20-15 2,0-2-1,0-1 0,1-2 1,47 10-1,-43-11 6,0 1-1,46 18 1,-75-25-6,0 0 0,0 0 0,0 0 0,0 0 0,0 0 0,-1 0 0,1 1 0,0-1 0,0 1 1,-1-1-1,1 1 0,-1-1 0,0 1 0,1 0 0,-1 0 0,0 0 0,1 2 0,-1 0-4,0 0 1,-1 0-1,1 0 0,-1 0 0,0 0 1,0 9-1,-1 4-32,1-3 27,0 0-1,-1 0 0,-1 0 1,-4 19-1,4-26 19,-1 1 0,0-1-1,0 1 1,-1-1 0,0 0 0,-1 0 0,1-1 0,-11 11 0,-2 1 2,-2 0 0,0-2 0,-1 0 1,0-1-1,-1-1 0,-1-1 1,0-1-1,-1-1 0,-28 9 1,18-8-168,-1-2 0,0-2 0,-1-1 0,0-1 0,0-2 0,-37-1 0,48-3-157,6 0-182,1 0 0,0-1 1,-20-3-1,29 2 132,0-1-1,0 1 1,1-1-1,-1-1 1,0 1 0,1-1-1,0-1 1,0 1 0,-9-9-1,-10-10-2163,1 0-1,1-1 1,-33-43-1,7-11-5155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1 464,'0'0'17272,"437"43"-17128,-408 1-128,0 9-32,-19-1-128,-10-8-880,0 8-1361,-39-17-2914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3298,'641'-18'11973,"-621"18"-8916,19 0-1472,38 0-817,30 0-671,20 0-81,-1 0-16,-19 0-753,-20 0-1072,-28 0-704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14263,'0'0'5058,"0"99"-3423,0 328-824,0 32-456,0-315-283,-37 268 0,23-332-84,4-33-110,3 1 0,-2 80-1,9-127 46,0 0 0,0 0 0,0 0-1,1 0 1,-1 0 0,0 0-1,1 0 1,-1 0 0,1-1 0,-1 1-1,1 0 1,-1 0 0,1 0 0,-1-1-1,1 1 1,0 0 0,-1-1 0,1 1-1,0 0 1,0-1 0,0 1-1,-1-1 1,1 1 0,0-1 0,0 0-1,0 1 1,0-1 0,0 0 0,0 0-1,0 1 1,0-1 0,0 0 0,0 0-1,1 0 1,40-2-2074,-32 1 1668,-7 1 263,0-1 0,1 1-1,-1-1 1,0 1 0,0-1 0,1 0 0,-1 0-1,0-1 1,0 1 0,0-1 0,-1 1 0,1-1 0,0 0-1,0 0 1,2-3 0,-1 0-389,0 0 0,0 0 0,-1 0 1,0-1-1,0 0 0,3-7 0,15-41-6234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381 105 16295,'0'0'9426,"-60"69"-9194,-183 219-146,230-271-79,1 0 0,0 0 0,2 1 0,-12 24 1,20-37-5,1 1 0,-1-1 1,1 1-1,0 0 1,0-1-1,1 1 1,0 0-1,0 9 1,1 4 9,-1 19 56,0-37-165,11-12-195,22-25 84,-3-1-1,46-71 0,43-101-386,27-40-891,-136 235 1386,-9 13 94,1 0 0,-1-1 0,0 1 0,0 0 1,0-1-1,0 1 0,-1-1 0,1 1 0,0-1 0,-1 1 1,1-1-1,-1 0 0,1 1 0,-1-1 0,0-1 0,0 1 110,0 6 148,12 137 545,-4-76-457,-4-31-221,2 0 0,1 0 0,2-1 0,1 0 0,1 0 1,20 36-1,-30-66-296,1 1 1,-1-1 0,1 0 0,0 0-1,0 1 1,1-1 0,-1-1 0,1 1-1,-1 0 1,1-1 0,0 1 0,0-1-1,0 0 1,0 0 0,0 0 0,1 0-1,-1 0 1,0-1 0,1 0 0,-1 1-1,1-1 1,0-1 0,-1 1 0,1 0-1,0-1 1,0 0 0,-1 0 0,1 0-1,0 0 1,0-1 0,5-1 0,-5-3-2322,-3-13-556,-1-71-4438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0 578 64,'408'-481'15239,"-378"498"-10901,47 10-2097,11-1-576,29-9-1585,-30-8-80,-19-9 0,10 0-608,-29 0-1089,-11 0-880,-28-26-1441,-10-53-1329,0-8-1328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5154,'0'0'14100,"-11"92"-11507,-34 309-803,32-36-697,14-258-921,-1 780 1061,0-886-1251,0 0 0,0 0 1,1 0-1,-1 0 0,0 0 1,0 0-1,1 0 1,-1 0-1,1-1 0,-1 1 1,0 0-1,1 0 0,0 0 1,-1 0-1,1-1 1,-1 1-1,1 0 0,0 0 1,0-1-1,-1 1 0,1-1 1,0 1-1,0 0 1,0-1-1,0 0 0,0 1 1,0-1-1,0 0 0,0 1 1,0-1-1,-1 0 1,1 0-1,0 0 0,0 0 1,0 0-1,2 0 0,1 0-167,1 0 0,-1 0 0,1-1 0,-1 0 0,0 1 0,1-2-1,-1 1 1,7-3 0,-6 1-45,-1 1-1,1-1 1,0-1-1,-1 1 0,0-1 1,1 0-1,-1 0 1,-1 0-1,1 0 1,-1 0-1,1-1 1,-1 0-1,4-9 1,-1 0-413,0-1 0,-1 1 1,-1-1-1,4-20 1,-2-7-2285,1-58 1,-6-41-5636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127 100 1857,'0'0'19382,"81"46"-18715,251 134-475,-306-166-181,37 12 0,-60-25-9,1 0-1,1 0 0,-1 0 1,0 0-1,0-1 1,6 1-1,3-1 8,-10 1-7,0-1 1,0 0-1,1 0 1,-1 0-1,1 0 0,-1 0 1,0 0-1,1-1 1,-1 0-1,0 1 0,0-1 1,0-1-1,0 1 1,1 0-1,-1-1 0,-1 1 1,1-1-1,0 0 1,0 0-1,-1 0 0,1-1 1,2-2-1,0-2 10,-1 0-1,-1-1 1,1 1 0,-1-1-1,-1 0 1,1 1-1,-1-1 1,0 0 0,-1-1-1,1-9 1,-1-19-14,-2-38 0,-1 21-42,3 33-8,0 17 31,-1 0 0,0 0 0,0 0 0,0 0 0,0 0 0,-1 0 0,-1-7 0,1 9 14,0 1-1,1 0 1,-1-1 0,0 1-1,0 0 1,0 0-1,0 0 1,0 0-1,0 0 1,-1 0-1,1 0 1,0 0 0,-1 0-1,1 0 1,0 1-1,-1-1 1,1 1-1,-1-1 1,1 1-1,-1-1 1,1 1-1,-1 0 1,1 0 0,-1-1-1,-1 2 1,-124-6-88,109 6 126,-1 0 0,1 1 0,-1 1 0,1 1-1,-19 7 1,19-3 31,1 0 0,0 1-1,0 1 1,1 0-1,-19 18 1,-69 66 465,98-87-482,-32 29 392,2 3-1,-54 75 0,77-95-298,2 0 0,0 1 0,1 0 0,1 0 0,1 1 0,0 0 0,2 1 0,1-1 0,-3 24 0,4 70 333,5-79-312,-2-27-115,2 0 0,-1 0 0,1 0 0,1 0 0,-1 0 0,2-1 0,-1 1 0,1-1 0,4 9 0,-3-11-1,-1 0 1,1 0-1,1 0 1,-1-1-1,1 0 0,0 0 1,0 0-1,1 0 0,-1-1 1,1 0-1,12 7 0,2-1 45,0-1 0,1-1 0,0 0 0,1-2 0,-1 0 0,45 5 0,133-5-404,-145-6-109,-43 0 230,4 0-228,-1 0-1,1 0 0,-1-2 0,1 0 0,15-4 0,-26 5 190,-1 0 0,1-1-1,-1 1 1,0-1 0,0 0-1,0 0 1,0 0 0,0-1-1,0 1 1,-1-1 0,1 1 0,-1-1-1,0 0 1,1 0 0,-1 0-1,-1 0 1,1 0 0,0-1-1,-1 1 1,0 0 0,1-1-1,-1 1 1,0-7 0,2-2-1452,-2 0 0,0 0 0,-1-14-1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1099 1 11637,'0'0'14631,"-302"499"-14327,215-316-96,9 1-160,-10 0 32,1 0-80,-1-36 0,11-34-80,18-35-976,11-36-593,-20-43-1793,9 0-3137,1-104-5634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14519,'0'0'10548,"58"578"-9395,-58-386-817,0 18-144,0-17-192,0-27-624,0-26-897,0-35-1264,-88-44-2738,11-35-2368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3282,'0'0'15607,"652"-70"-15751,-545 9-2322,-59 0-3600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1 592,'0'0'22411,"-39"595"-20971,-29-376-864,-9-9-191,-1-18-97,0-26-112,29-43-144,11-36-32,18-34-32,1-36-640,9-17-385,-9 0-1200,-40-70-2737,1-52-4066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1681,'0'0'18227,"6"82"-14938,22 275-922,-18-217-1513,16 156 218,6-43-844,18 159-8,-48-390-207,5 28 27,-6-47-37,0 0-1,0 0 1,0 0 0,0-1 0,0 1-1,1 0 1,-1-1 0,1 1-1,0-1 1,-1 1 0,5 3 0,-5-5-4,0-1 0,0 1 1,-1-1-1,1 1 1,0-1-1,0 1 1,0-1-1,0 1 1,0-1-1,0 0 1,0 0-1,0 1 1,-1-1-1,1 0 1,0 0-1,0 0 0,0 0 1,0 0-1,2 0 1,2 0-10,0 0-1,0 0 1,0 0 0,0-1-1,0 1 1,0-1 0,0 0-1,0-1 1,-1 1 0,1-1-1,0 0 1,-1 0 0,1 0 0,-1-1-1,0 0 1,0 0 0,0 0-1,0 0 1,0 0 0,-1-1-1,4-4 1,10-17-3,17-32 0,-10 16 18,-3 5 1,170-311 102,-149 255-82,94-181-4,-77 171-197,-4-2 0,55-147 0,-100 225-20,-7 18-189,0 0-1,0 0 1,0 0 0,-1 0 0,0-1 0,1-13 0,-3 19-127,-3-3-2232,-15 5-1884,-49 1-3750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15847,'0'0'10602,"3"93"-10084,16 297-222,-16-356-227,11 47 0,-11-71-39,0 1-1,0-1 1,9 14-1,-4-6 8,1-1 0,1-1-1,14 19 1,-20-30-32,0-1-1,1 1 1,-1-1 0,1 1 0,0-1 0,0-1-1,0 1 1,1-1 0,-1 0 0,1 0 0,0 0 0,0-1-1,0 0 1,8 2 0,-6-2-8,0 0 1,0-1-1,-1 0 1,1 0-1,0-1 1,0 0-1,0-1 1,0 1-1,0-2 0,0 1 1,-1-1-1,1 0 1,-1-1-1,1 1 1,-1-2-1,0 1 1,0-1-1,0 0 0,0 0 1,-1-1-1,0 0 1,0 0-1,11-12 1,13-20 16,-1-1 0,-3-2 0,32-61 0,60-145 27,-96 197-66,76-198-333,-87 211 361,-2-1 0,-1 1 1,-3-1-1,3-72 0,-8 108 7,-1 1-1,0-1 1,0 1-1,0 0 1,-1-1-1,1 1 0,0 0 1,0-1-1,0 1 1,0 0-1,0 0 1,0 0-1,0 0 1,0 0-1,0 0 1,-1 0-1,0 1 1,-2-1 17,-34-1 69,23-1-66,0 1 1,0 1 0,1 1 0,-1 0 0,0 1 0,-28 7 0,30-3-18,1 0-1,0 1 1,0 1 0,0 0-1,-19 19 1,-54 58 61,60-59-29,-4 3-2,2 1 0,1 2 1,-29 44-1,52-71-56,1 0 1,-1 0-1,1 0 0,0 1 0,0-1 1,0 1-1,1 0 0,0-1 1,0 1-1,0 7 0,0 17-2392,1-22 1255,7-7-3636,25-1-3365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137 159 7732,'0'0'18499,"-18"39"-17808,7-16-613,-7 16 13,1 0 0,2 2 0,1-1 0,3 2 0,-10 61 0,9 211 436,12-262-566,0-52 36,0 0-1,0 0 1,0 1-1,0-1 1,0 0-1,0 0 0,0 0 1,0 0-1,0 0 1,1 1-1,-1-1 1,0 0-1,0 0 1,0 0-1,0 0 1,0 0-1,0 0 1,0 0-1,0 1 1,0-1-1,0 0 1,0 0-1,0 0 1,0 0-1,1 0 1,-1 0-1,0 0 0,0 0 1,0 0-1,0 0 1,0 1-1,0-1 1,0 0-1,1 0 1,-1 0-1,0 0 1,0 0-1,0 0 1,0 0-1,0 0 1,1 0-1,-1 0 1,0 0-1,0 0 1,0 0-1,0 0 0,0 0 1,0 0-1,1 0 1,-1-1-1,0 1 1,0 0-1,0 0 1,0 0-1,0 0 1,5 0-60,0-1 0,0 1 1,0-1-1,-1 0 0,1 0 1,0-1-1,-1 1 0,1-1 1,-1 0-1,0 0 0,1-1 1,-1 1-1,0-1 0,0 0 1,-1 0-1,1 0 0,-1-1 1,4-4-1,4-5-93,-1-2-1,-1 1 0,16-32 1,-3-3-314,-2-1 0,-3-1 0,-2-1 0,-1 0 0,-4-1 0,7-74 0,-17 125 453,19-211-2321,-16 152 5515,41 62-3043,-23 0-130,1 0 1,-1-2-1,0 0 0,0-2 1,25-5-1,-28 3-6,9-4 10,0 1 0,1 1 0,1 2 0,42-3 0,-55 7-5,-10 1-7,0 0 1,0 0 0,-1 0 0,1 1 0,0 0 0,8 2 0,-11-2 0,-1 0-1,0 0 1,0 1 0,0-1 0,0 0 0,0 1-1,-1 0 1,1-1 0,0 1 0,-1 0 0,1 0-1,-1 0 1,0 0 0,1 0 0,-1 0 0,0 0-1,0 0 1,-1 1 0,2 2 0,4 21-11,-2 1 1,0 0 0,-2 0-1,-1 1 1,-4 43 0,2-6 5,1 114-659,1-173 475,-1-1-1,0 0 1,0 0 0,0 0 0,-1 0-1,0 0 1,0 0 0,0 0 0,-1 0-1,1 0 1,-1 0 0,0 0 0,0-1-1,-1 1 1,0-1 0,-5 8 0,4-10-129,0 1-1,0-1 1,-1 1 0,1-1 0,-1 0 0,1-1 0,-1 1 0,0-1-1,0 0 1,0 0 0,1-1 0,-1 1 0,0-1 0,0 0-1,-5-1 1,-60 1-5588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5827,'0'0'11525,"10"612"-8708,-10-340-992,0 16-704,-29-25-513,-10 17-112,-10-44-64,11-44-288,8-52-144,11-52-512,19-44-1361,-19-123-16631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0 13094,'0'0'12307,"-42"47"-11918,-138 156-260,72-68-61,61-75-67,24-31-118,1 1-1,-19 35 1,40-64 80,0 1 0,0-1-1,1 1 1,-1-1 0,1 0 0,-1 1 0,1-1 0,-1 1 0,1-1 0,0 1 0,0 0 0,0-1 0,0 1-1,0-1 1,0 1 0,0-1 0,1 1 0,-1-1 0,0 1 0,1-1 0,-1 1 0,1-1 0,0 1-1,-1-1 1,1 0 0,0 1 0,1 0 0,2 3 60,1-1 1,-1 0-1,1 0 0,0 0 1,8 5-1,-11-8-47,32 24 125,37 35 0,-9-6 126,-51-45-210,-1 1-1,-1 1 1,0 0 0,0 0-1,-1 1 1,0 0-1,-1 1 1,10 23 0,-16-32-126,0 0 1,0 0 0,0-1 0,0 1-1,-1 0 1,0 1 0,1-1 0,-1 0-1,-1 0 1,0 7 0,0-1-985,1-10 1025,0 1 0,0-1 0,0 0 0,0 0 1,0 0-1,0 0 0,0 1 0,0-1 0,0 0 0,0 0 0,0 0 0,0 0 1,0 1-1,0-1 0,0 0 0,0 0 0,-1 0 0,1 0 0,0 1 1,0-1-1,0 0 0,0 0 0,0 0 0,0 0 0,0 0 0,-1 1 0,1-1 1,0 0-1,0 0 0,0 0 0,0 0 0,0 0 0,-1 0 0,1 0 1,0 0-1,0 0 0,0 0 0,0 0 0,-1 0 0,1 0 0,0 0 0,0 0 1,0 0-1,-1 0 0,1 0 0,0 0 0,0 0 0,0 0 0,0 0 1,-1 0-1,1 0 0,0 0 0,0 0 0,0 0 0,0 0 0,-1 0 0,-39-5-6006,-40-17-3966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10181,'0'0'11749,"593"-18"-11989,-506-43-3026,-67-26-1536,-20-18-2097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0 15879,'0'0'4018,"0"490"-768,-68-157-897,10 17-1297,9 0-560,-9 9-272,-10-27-191,-1-8-33,-18-44-513,19-44-687,-20-35-1041,-9-70-2962,19-43-4753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876 18 4770,'0'0'15770,"-59"-5"-13601,-190-6-440,239 10-1628,0 1 0,0 0 0,1 1 0,-1 0 0,0 1 0,1 0 0,-1 0 0,1 1 0,-1 0 0,1 1 0,0 0 0,1 0 0,-10 7 0,-12 13 130,2 1 0,0 2 0,2 1 0,1 0 0,1 2 0,-34 57 0,28-37-95,2 0 0,2 2 0,2 1 0,3 1 0,2 1 0,2 1 0,3 0 0,-9 83 0,17 67 20,7-147-146,-2-51-10,1-1-1,0 1 1,1-1 0,0 0 0,0 1 0,1-1 0,0 0 0,0 1 0,0-1 0,5 9 0,-4-12 0,1 0-1,-1 0 0,1 0 0,0 0 1,0 0-1,0-1 0,0 0 0,1 0 1,-1 0-1,1 0 0,0-1 0,0 0 1,10 4-1,3-1-17,1 0 1,1-1-1,-1 0 1,1-2-1,-1-1 1,31-1-1,-43 1-8,1-1-1,-1 0 1,1 0 0,-1-1-1,0 0 1,1-1 0,-1 1 0,0-1-1,0-1 1,0 1 0,0-1-1,0-1 1,-1 1 0,1-1-1,-1 0 1,0 0 0,0-1-1,-1 0 1,1 0 0,-1 0-1,0-1 1,4-6 0,13-18-65,-2 0 0,-1-2 0,-2 0 1,-1-1-1,-2 0 0,16-52 0,-5-12-402,17-113-1,-15-41-1033,-24 142-2095,-3 109 3493,0-1 0,0 1 0,0-1 0,0 1 0,0 0-1,0-1 1,0 1 0,0-1 0,0 1 0,0 0 0,0-1-1,-1 1 1,1 0 0,0-1 0,0 1 0,0 0-1,-1-1 1,1 1 0,0 0 0,-1-1 0,1 1 0,0 0-1,-1 0 1,1-1 0,0 1 0,-1 0 0,1 0 0,0 0-1,-1-1 1,1 1 0,0 0 0,-1 0 0,-17-1-2316,8 2 535,-52-1-6915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2081,'275'408'12814,"-264"-391"-11913,-1 2 0,-1-1 0,9 28-1,-16-38-545,0-1-1,-1 0 1,0 1-1,0-1 1,-1 12-1,0 240 5212,0 126-3875,0-377-1681,0 0-1,0-1 0,0 1 1,1 0-1,0-1 1,1 1-1,0-1 1,0 1-1,3 7 0,-3-13-13,0 0 0,0 1 0,0-1 0,0 0 0,0 0 0,0 0 0,0-1 0,0 1 0,1 0 0,-1-1 0,1 0 0,0 1 0,-1-1 0,1 0 0,0 0 0,-1-1 0,1 1 0,0 0 0,0-1 0,0 0 0,0 0 0,0 0-1,5 0 1,-6 0-17,0 0 0,0 0-1,0-1 1,0 1 0,0 0-1,0-1 1,0 1 0,0-1-1,0 0 1,0 1 0,0-1-1,0 0 1,0 0 0,0 0-1,-1-1 1,4-1 0,5-7-69,0-1 0,0 1 0,-1-2 0,0 1 0,-1-1 0,7-15 0,43-90-201,143-438-659,-194 535 950,-6 16 10,0 1 0,0 0-1,0-1 1,0 1 0,-1-1-1,1 1 1,-1-5 0,0 7 297,0 14 394,-9 284 734,-1 30-615,10-184-626,0-94-271,21-47-1556,-20-2 1544,1 0-1,-1 0 0,1 0 1,-1 0-1,0-1 1,1 1-1,-1 0 0,1-1 1,-1 1-1,0-1 0,1 1 1,-1-1-1,0 0 1,0 1-1,1-1 0,-1 0 1,0 0-1,0 0 1,0 0-1,0 0 0,1-1 1,2-4-242,0-1 0,0 1 0,-1-1 0,1 1 0,-2-1 0,1 0 0,-1 0 0,0 0 0,0-1 1,1-13-1,0-12-1596,-2-37 1,-1 59 1386,0-114-6746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10 720,'0'0'21658,"389"8"-21338,-263-8-224,-19 0-96,-49 0-16,-29 0-1600,-19 0-1378,-68-17-7010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12438,'0'0'12213,"19"578"-11700,1-360-177,-1 19-240,-9-19-16,9-34-80,10-53 0,0-52-352,20-44-401,0-35-1072,-1 0-1168,-19-131-1025,-19-18-2289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332 110 15479,'-2'80'4423,"-14"296"-949,-24-70-1448,31-250-1715,8-52-287,-184 1253 2743,138-949-2610,43-277-153,4-26-9,-1 0-1,0 0 1,0 0-1,0 0 1,0 1-1,-1-1 1,0-1-1,0 1 1,-3 5-1,5-10 2,0 0-1,0 0 1,0 0-1,0 0 0,0 0 1,0 0-1,-1 0 0,1 0 1,0 1-1,0-1 1,0 0-1,0 0 0,0 0 1,-1 0-1,1 0 0,0 0 1,0 0-1,0 0 0,0 0 1,-1 0-1,1 0 1,0 0-1,0 0 0,0 0 1,0 0-1,0 0 0,-1 0 1,1-1-1,0 1 1,0 0-1,0 0 0,0 0 1,0 0-1,0 0 0,-1 0 1,1 0-1,0 0 1,0 0-1,0-1 0,0 1 1,0 0-1,0 0 0,0 0 1,0 0-1,0 0 0,-1 0 1,1-1-1,0 1 1,0 0-1,0 0 0,0 0 1,0 0-1,0-1 0,0 1 1,0 0-1,0 0 1,0 0-1,0 0 0,0 0 1,0-1-1,0 1 0,0 0 1,1 0-1,-1 0 1,-4-25-197,2-118-365,2-110 81,3-92 101,17-27-147,83-461 0,-43 553 472,2 102 67,-53 157 1,21-46 36,-28 63-39,1 0 0,0-1 0,0 1 0,1 0 0,-1 1 0,1-1 0,-1 1 0,1-1 0,1 1 0,5-3 0,-4 3 38,1 0-1,0 0 0,0 1 1,0 0-1,0 1 1,0 0-1,0 0 1,1 0-1,-1 1 0,0 0 1,0 0-1,1 1 1,-1 0-1,0 0 0,0 1 1,0 0-1,12 5 1,-8 0 42,0 1 1,0 0-1,-1 1 1,0 0-1,0 0 0,-1 1 1,-1 1-1,0-1 1,0 1-1,-1 1 1,11 21-1,-7-8 27,0 1-1,-1 0 1,-2 1 0,11 53 0,-13-24-38,-1 96 0,-5-137-71,0-12-34,0 0 0,0 0 0,0 0 0,0 0 0,-1 0 0,1-1 0,-1 1 0,0 0 0,0 0-1,0 0 1,0 0 0,0-1 0,-1 1 0,1-1 0,-1 1 0,0-1 0,0 1 0,0-1 0,0 0 0,0 0 0,0 0 0,-1 0-1,1 0 1,0-1 0,-1 1 0,0-1 0,1 1 0,-1-1 0,0 0 0,0 0 0,-4 1 0,-9 0-447,0 1 0,0-2 1,0 0-1,-33-4 0,5 1-958,-73 2-3159,-1 0-2083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1 1 15543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15543,'316'55'2259,"-274"-47"-1739,-1 2 0,0 2-1,66 28 1,-100-37-422,-1 0 0,0 0 0,0 1 0,-1 0 0,1 0 0,-1 0 0,0 1 0,0 0 0,0 0 0,0 0 0,-1 0 0,0 1 0,0 0 0,-1 0 0,1 0 0,-1 0 0,3 10 0,-4-4 88,0 0 0,-1 0 1,0 1-1,-1-1 1,0 0-1,-1 0 1,-4 18-1,-36 225 2410,-7 49-448,26 4-1492,22-168-510,-1-140-148,1 1-1,0 0 0,0 0 1,0 0-1,1 0 0,-1 0 1,0 0-1,0 0 0,0 0 1,1 0-1,-1-1 0,0 1 1,1 0-1,-1 0 0,1 0 1,-1-1-1,1 1 0,-1 0 1,1 0-1,0-1 0,-1 1 1,1-1-1,0 1 0,-1 0 0,1-1 1,0 1-1,0-1 0,0 0 1,-1 1-1,1-1 0,0 0 1,0 1-1,0-1 0,0 0 1,0 0-1,0 0 0,1 0 1,1 0-14,0 0 1,0 0 0,0-1-1,0 0 1,0 0 0,0 1-1,0-2 1,0 1-1,0 0 1,-1 0 0,1-1-1,4-3 1,1-2-16,0-1-1,0 0 1,-1 0 0,0-1-1,-1 0 1,0 0 0,9-17-1,62-158-160,60-227-284,2-6-168,-117 354 614,-15 51-7,-7 12 50,0 0 0,0 0 0,0 0 0,0 0 0,0 0 0,0 1 0,0-1 0,0 0 0,0 0 0,0 0 0,0 0 0,0 0 0,0 0 0,0 1 0,0-1 0,0 0-1,0 0 1,0 0 0,0 0 0,1 0 0,-1 0 0,0 1 0,0-1 0,0 0 0,0 0 0,0 0 0,0 0 0,0 0 0,0 0 0,0 0 0,1 0 0,-1 0 0,0 0 0,0 1 0,0-1 0,0 0 0,0 0-1,0 0 1,1 0 0,-1 0 0,0 0 0,0 0 0,0 0 0,0 0 0,0 0 0,0 0 0,1 0 0,-1 0 0,0 0 0,0 0 0,0 0 0,0 0 0,0-1 0,0 1 0,1 0 0,-3 94 554,7 153 190,-3-221-723,1 0-1,2-1 1,0 0-1,2 0 1,1-1-1,0 1 1,17 30-1,-22-50-29,0 1 0,0-1-1,1 0 1,-1 0-1,1 0 1,0-1 0,6 6-1,-7-9-158,-1 1-1,1 0 1,0-1-1,0 0 1,0 1-1,0-1 1,0 0-1,0-1 1,0 1 0,0 0-1,0-1 1,0 0-1,6 0 1,-8 0 58,0 0 0,0 0 0,0 0 1,0 0-1,0 0 0,0 0 0,0 0 1,0-1-1,0 1 0,0 0 0,0-1 1,0 1-1,0-1 0,0 1 0,0-1 0,0 1 1,0-1-1,-1 0 0,1 1 0,0-1 1,-1 0-1,1 1 0,0-1 0,-1 0 1,1 0-1,-1 0 0,1 0 0,-1 0 1,1 0-1,0-2 0,1-38-2301,-2 24 1334,0-82-5750,0-6-4255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5122,'0'0'20826,"234"0"-20746,-137 26-64,-10-8-16,-19-18-592,-19 0-753,0 0-896,-49-18-8548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10565,'0'0'12272,"8"105"-10765,26 354-655,-18 48 77,-16-433-805,1 54 83,-23 508 779,-35-216-629,57-414-359,0 0 0,-1-1 0,1 1 0,-2 0 0,1-1 0,-1 1 0,1 0 0,-1-1 0,-1 0 0,1 1 0,-1-1 0,0 0 0,0 0 0,-1-1 0,-6 8 0,-2-9-45,9-4 37,8 1-63,376 0 1186,-216 0-3950,-158 0-1130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21242,'0'0'9527,"73"-1"-9319,237-5 8,-240 5-118,78-11 0,-122 9-73,18-1-1347,68 3 4083,-61 3-9368,-34-2-6582,-100 0 4678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0 0 20457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20457,'-19'219'4787,"116"-219"-1970,39 0-640,39 0-720,29 0-1377,-68 9 0,-29-9-48,-39 0-32,-19 0-32,-20 0-273,-19 17-511,-1 9-865,-9 9-1664,-48 44-3650,-79 17-9349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535 554 1633,'0'0'16391,"12"-5"-15825,33-12 880,-34 13 3327,-17 4-3730,-211 0-299,215 0-742,1 0 0,-1 0-1,1 0 1,-1 0 0,1 1-1,-1-1 1,1 1 0,-1-1-1,1 1 1,0-1 0,-1 1-1,1 0 1,0 0 0,0 0-1,-1 0 1,1 0 0,0 0-1,0 0 1,-1 1 0,0 2 2,-1-1 0,1 1 0,0-1 1,1 1-1,-1 0 0,0 0 0,0 4 1,-2 11 31,0 1 0,0 27 0,3-38-14,-5 148 129,7-139-134,0-1 0,1 1 1,1-1-1,1 0 0,0 0 0,1 0 0,8 19 0,10 3-10,1-2 0,47 58 0,-39-55 4,98 122 44,93 127 31,-205-261-92,-1 1 0,25 57-1,-35-69 7,-1 0 0,-1 1-1,0-1 1,-2 1 0,0 0-1,1 31 1,-4-32 13,1-13-8,0 1-1,-1 0 1,0-1-1,0 1 1,0-1-1,-1 1 1,1-1-1,-1 1 1,0-1-1,-1 1 1,1-1-1,-1 0 1,1 0-1,-1 0 1,-1 1-1,1-2 1,0 1-1,-6 6 1,-2-2-4,0-2 0,-1 1 0,0-1 0,0-1 0,-22 8 1,5-2-4,-18 7-60,-2-2 0,0-2 1,0-3-1,-1-1 0,0-2 1,-1-3-1,-67-1 0,74-3-80,16 1-106,-41-4 1,61 2 193,1-1 1,-1 0 0,0 0-1,1-1 1,-1 0 0,1 0-1,0-1 1,0 0-1,0 0 1,0 0 0,-8-6-1,3-2-15,0 0-1,1-1 1,1 0-1,0-1 1,1 1-1,0-2 0,0 1 1,-5-18-1,1 3-61,2-1-1,1 0 0,-8-42 1,10 3-17,2 0 1,4-72-1,2 79 71,-2 47 49,2 0 0,0 0 0,0 0 0,7-22 0,-6 27 20,2 1 0,-1 0 1,1 0-1,0 0 1,1 0-1,0 0 1,0 1-1,8-8 1,10-9 3,1 0 0,54-41 0,64-31 15,-85 59-2,54-31 31,155-70 0,-212 114-13,-1-3 1,-1-2 0,81-61 0,-118 77-20,1 0 0,-2-1 0,0-1 0,0 0 0,-2-1 0,0-1 0,-1 0 0,0 0 0,-1-1 0,-2 0 1,1-1-1,-2 0 0,-1 0 0,7-30 0,-9 17 0,-1-1 0,-2 0 0,-3-36 0,0 0 0,3 42-3,0 9-3,-2 1 1,-2-21-1,3 33-2,-2-1 1,1 1-1,0 0 0,-1-1 0,0 1 0,0 0 0,-1 0 0,0 0 0,1 1 0,-1-1 0,-4-4 0,2 4-6,0 0 0,0 0 1,-1 0-1,1 1 0,-1-1 0,0 1 0,0 1 1,-1-1-1,1 1 0,-1 0 0,-8-2 0,1 1-98,0 2 0,0-1 0,0 2 0,-26 0 0,8 0-290,16 0 13,1 1 0,0 0 1,0 1-1,-1 1 0,-16 4 1,-15 17-1153,26-10 734,-68 30-3059,-1-7-2275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1 12438,'0'0'10372,"-175"385"-9843,98-289 127,-1-8-160,10-27-192,19-9-192,20-25-112,10-106-18184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0 1 2385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128 154 2385,'149'-94'3280,"-128"81"-2497,0 2-1,0 0 1,27-9 0,-47 19-690,0 1 0,0-1 1,1 1-1,-1-1 0,1 1 0,-1-1 0,0 1 0,1 0 1,-1 0-1,1 0 0,-1 0 0,1 0 0,-1 0 1,1 0-1,-1 0 0,0 0 0,1 1 0,-1-1 0,1 1 1,-1-1-1,0 1 0,1-1 0,-1 1 0,0 0 1,0-1-1,0 1 0,1 0 0,-1 0 0,0 0 0,0 0 1,0 0-1,0 0 0,1 3 0,0 2 248,-1-1 0,0 1 0,0 0 0,0 0 0,0 0 0,-1 0 0,-1 8 0,1 50 1403,-6 296 3828,-2-253-5048,-31 155 0,-85 202 579,68-273-725,-2 29-39,-48 157 13,104-371-348,1 0-3,-1 1-1,0-1 1,-1-1 0,1 1 0,-1 0 0,0 0 0,-1-1 0,1 0 0,-9 10 0,9-13-68,3-19-901,-1-65 730,2-99 142,0 155 88,2 0-1,1 0 1,1 1-1,16-47 1,-5 32-12,3 0 0,1 1 0,1 0 0,2 2 0,2 1 1,31-34-1,49-44 33,-103 111-11,0 1 0,0-1 0,1 1 0,-1 0 0,1 0 0,-1 0 0,1 0 0,0 0 0,-1 0-1,1 1 1,0 0 0,0-1 0,0 1 0,0 0 0,1 0 0,3 0 0,-4 1 11,-1 0-1,1 1 1,-1-1-1,1 1 1,-1 0 0,0 0-1,1 0 1,-1 0 0,0 0-1,1 0 1,-1 0 0,0 1-1,0-1 1,0 1 0,0 0-1,0 0 1,-1-1-1,1 1 1,0 0 0,-1 1-1,0-1 1,1 0 0,1 4-1,6 13 112,0 0-1,-1 0 1,-1 1-1,-1 0 1,5 31-1,13 113 185,-12 252-204,-13-293-670,2-121 406,-1 0-1,0-1 0,0 1 1,0 0-1,0 0 1,-1-1-1,1 1 0,0 0 1,-1-1-1,1 1 1,-1 0-1,0-1 0,1 1 1,-1-1-1,0 1 0,0-1 1,0 1-1,0-1 1,0 1-1,0-1 0,-2 2 1,1-3-73,1 1 1,-1-1 0,1 1-1,0-1 1,-1 0-1,1 0 1,-1 1-1,1-1 1,-1 0 0,1 0-1,-1 0 1,1-1-1,-1 1 1,1 0 0,-1-1-1,1 1 1,-1-1-1,1 1 1,0-1-1,-1 1 1,-1-2 0,-1-1-809,0 0 0,1 0 0,-1 0 0,0 0 1,1-1-1,-5-6 0,8 10 1006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9284,'0'0'16616,"107"44"-16536,-10-18-160,20-26 16,-11 18-721,-18-9 65,-20-9-144,-19 0-641,-10 0-928,-39-27-7716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1665,'0'0'18315,"-10"66"-17976,-60 430 973,14-164 647,-29 295 484,80-64-1831,7-339-8921,-2-280 3422,0-35-927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36 576,'0'0'24539,"399"0"-24539,-302 0-80,-19 0-816,-20 0-497,-9 0-976,-39 0-896,-10-35-9541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1 11205,'0'0'8193,"-15"0"-7974,14 0-212,-7 0 36,0 0 1,1 0 0,-1 0-1,1 1 1,-1 0-1,1 1 1,-1 0-1,1 0 1,0 0-1,0 1 1,0 0-1,0 0 1,0 1-1,1 0 1,-1 0-1,-6 6 1,-7 12 392,1 1-1,1 0 1,-26 46 0,-38 85 1230,69-130-1521,-15 37 200,2 1 1,3 1-1,2 0 0,4 2 1,-12 84-1,12-12-70,3 213 0,14 915 822,0-1263-1105,-47-4-9810,-32-5 1964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1410 16 5939,'0'0'16317,"16"-3"-15096,49-9-330,-51 11-514,-12 11-17,-2 177 923,1-31-787,-5 328 699,-38 3-253,-99 270-144,49-283-539,-156 1251 45,39-238-191,69-529-53,-8 77-51,-24 170-12,155-1085 6,-83 788 23,82-663-42,18-237 14,-1 11-4,-6 36-1,5-49 8,1 0-1,-1 0 1,-1-1-1,1 1 0,-1 0 1,0-1-1,0 0 1,-1 1-1,-4 4 0,-3 0-157,5-11-827,1-24-1044,5 18 1942,-3-14-900,-1 0-1,-1 0 0,0 1 1,-2 0-1,0 0 0,-14-26 0,-43-65-5776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179 255 4194,'0'0'25510,"-32"81"-24619,-95 263-608,123-329-276,-1 1 1,2-1-1,0 1 0,1-1 1,0 17-1,2-28-6,0 1 1,1-1-1,0 1 1,0-1-1,0 1 1,0-1-1,1 0 1,-1 1-1,1-1 1,0 0-1,5 7 1,6 5 1,-1-1 0,2 0 0,0-2 0,24 20 0,-4-8-1,49 29-1,-65-44-1,1-1 0,0-1 0,0-1 0,1 0 0,0-2 1,26 5-1,-1-5-3,81 1 0,-109-6-1,0-1 0,1-1 0,-1-1 1,0 0-1,0-1 0,-1 0 0,1-2 0,-1 0 1,0-1-1,0 0 0,25-18 0,-5-1-38,-2-2 0,-1-2 0,47-53 0,-16 10-532,-4-2 0,-4-4 0,-2-1 0,57-119 0,-97 171-289,-1-1 0,-2-1 0,10-36 0,-17 46-507,0 1 0,-2-1 0,1-28 0,-3-36-8075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3714,'0'0'5506,"48"-61"-1360,-38 61-4146,0-26-1344,19 0-3827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1 0 3506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3506,'329'-58'7768,"-274"45"-3126,-56 13-4350,0 0 1,0 0 0,0 1 0,1-1 0,-1 0-1,0 1 1,1-1 0,-1 1 0,0-1-1,1 1 1,-1-1 0,0 1 0,1 0 0,-1-1-1,1 1 1,-1 0 0,1-1 0,-1 1 0,1 0-1,0 0 1,-1-1 0,1 1 0,0 0 0,0 0-1,-1 1 1,2 105 1012,19 133-1,-13-192-1068,72 624 1382,-69-279-1489,-10-389-188,0-13-149,0-488-385,0 463 590,2 0-1,2 0 1,0 0-1,3 0 1,1 1-1,1 0 1,2 1-1,22-47 0,-32 75 5,1 0-1,1 1 0,-1-1 0,0 1 0,1-1 1,0 1-1,0 0 0,0 0 0,4-3 0,-6 5 1,1-1-1,0 1 1,0 0-1,-1 1 0,1-1 1,0 0-1,0 0 0,0 1 1,0-1-1,0 1 1,0 0-1,0-1 0,0 1 1,0 0-1,3 1 0,-1 0 2,1 0-1,-1 1 1,0-1-1,0 1 1,0 0-1,0 1 0,0-1 1,0 1-1,0-1 1,-1 1-1,1 0 0,-1 0 1,0 1-1,0-1 1,0 1-1,4 7 0,8 13 15,-1 0 0,-1 1 0,16 47 0,22 90 46,-42-129-59,0 0-11,-1 1 1,-2 0 0,-2 0 0,-1 1 0,-2 50 0,-2-153-521,-12-84-1,1 76 250,-19-173-455,30-88 179,6 336 563,-3 1-8,9-1 16,1 2-1,-1-1 1,22 5 0,-28-3-7,0-1-1,0 1 1,1 1 0,-1-1 0,-1 1-1,1 0 1,0 0 0,-1 0-1,1 1 1,-1-1 0,5 6 0,17 23 27,-2 1 1,-1 1-1,-1 0 1,-2 2-1,25 64 0,-32-67-150,-1 1 0,-2 0 0,7 48 0,-15-57-1703,-2-20-1464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13494,'0'0'6294,"-12"76"-5334,1-5-819,-8 50 12,5 1 0,1 133 0,14-198 72,2 1 0,3-1 0,2 0 0,3-1 0,29 91 0,-40-147-218,4 13 149,0-1 0,1 1 1,9 14-1,-13-25-143,0 1 1,1-1-1,-1 0 1,1 0 0,-1-1-1,1 1 1,0 0 0,0 0-1,0-1 1,0 1-1,0-1 1,0 0 0,0 0-1,0 1 1,0-1 0,1-1-1,-1 1 1,0 0-1,1-1 1,-1 1 0,1-1-1,3 1 1,7-1-19,-11 1 1,0-1 0,0 0 0,0 0 0,0 0 0,0 0 0,0 0 0,-1 0 0,1 0 1,0 0-1,0-1 0,0 1 0,0-1 0,0 0 0,0 1 0,-1-1 0,1 0 0,0 0 1,0 0-1,-1 0 0,1-1 0,-1 1 0,1 0 0,1-3 0,2-4-2,-1-1 0,0 0 0,0 0 0,-1 0 0,0 0 0,-1-1 0,2-11 0,12-77-372,6-151-1,-19-110-1186,-3 223 1257,0 132 1428,0 13-368,2 27-488,1 0 0,2 0 0,2-1 0,1 0 0,17 45 0,-4-25 33,1-1-1,48 82 1,-68-133-302,4 8 15,1 0 1,0-1-1,13 15 0,-17-23-31,-1 1 0,1-1-1,-1 0 1,1-1 0,-1 1-1,1 0 1,0-1 0,0 1-1,0-1 1,0 0 0,0 0 0,0 0-1,0-1 1,1 1 0,-1-1-1,0 1 1,4-1 0,14 1-938,-16 0 268,-1-1 0,1 1 0,0-1 0,-1 0-1,1 0 1,0-1 0,0 1 0,-1-1 0,1 0 0,0 0 0,7-4-1,-10 3-25,0-1-1,-1 1 1,1 0-1,-1-1 0,0 1 1,0-1-1,0 0 0,0 1 1,0-5-1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1521,'0'0'21983,"-40"15"-21796,8-5-164,1 3-1,1 0 1,-49 31 0,70-37-17,1 0 1,0 0-1,1 1 1,-1 1-1,1-1 1,1 1 0,0 0-1,0 1 1,1-1-1,0 1 1,0 0-1,-3 12 1,-11 26 93,1 0 0,2 2 0,3 0 0,1 0 0,-7 86 0,18 48 332,0-175-422,2 1 0,-1-1-1,1 0 1,1 0 0,0 1-1,0-1 1,1 0-1,6 14 1,-6-17-9,0-1 0,1 1 0,-1-1 0,1 0 0,0 0 0,1-1 0,-1 0 0,1 1 1,0-1-1,0-1 0,1 1 0,-1-1 0,9 4 0,-4-2-3,1-1 0,0-1 1,0 0-1,1 0 0,-1-1 0,18 1 0,74-3-41,-52-1-32,-46 1-5,-1 0 0,1-1-1,-1 1 1,1-1 0,-1 0-1,0 0 1,1-1 0,-1 1 0,0-1-1,0 0 1,0 0 0,0-1 0,0 1-1,0-1 1,-1 1 0,1-1 0,-1 0-1,0-1 1,0 1 0,0-1 0,0 1-1,-1-1 1,0 0 0,1 0 0,-1 0-1,0 0 1,-1 0 0,1 0-1,-1-1 1,1-4 0,3-14-876,0-1 0,-2 0 0,-1 0 1,-1-37-1,-1-64-5442,0 1-3735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15607,'0'0'4493,"5"99"-1257,-2-15-2723,2 59 200,6 0 0,56 263 0,-33-266-481,61 276 112,-34-19-56,-31-191-208,-11-108-73,-16-88-2,0 0 0,1-1-1,0 0 1,0 1 0,1-2 0,8 13-1,-10-57-390,-3-813-3291,0 838 3680,1-23 10,-1 33-12,1 0 1,-1-1-1,0 1 0,1 0 0,-1 0 1,1 0-1,-1 0 0,1-1 0,0 1 0,-1 0 1,1 0-1,0 0 0,0 0 0,0 1 1,0-1-1,0 0 0,0 0 0,0 0 0,0 1 1,0-1-1,0 1 0,0-1 0,3 0 0,14-2 25,0 1-1,1 1 1,31 2-1,-10-1 68,-31 0-63,0 1 0,0 0 0,-1 0-1,1 0 1,0 1 0,-1 0 0,0 1 0,1 0-1,-1 0 1,0 1 0,0 0 0,-1 1 0,1-1-1,-1 1 1,0 1 0,8 7 0,2 5 30,-2 1-1,0 1 1,-1 0 0,19 38 0,3 12 55,-2 1-1,42 136 1,-73-198-1066,-1 1 0,1-1 0,0 19 0,-3-35-185,0 0 0,-1 0-1,0 0 1,-1 1 0,-3-13 0,-44-105-11053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7972,'0'0'14486,"155"-79"-30077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17624,'0'0'6483,"39"516"-6435,29-393-48,-29-1 0,-19-34 32,-11-10-32,-9-43-160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11013,'0'0'12745,"11"76"-12652,36 231-58,-31-220 58,-13-80-195,-2-15-604,-4-24 351,-1-1 0,-10-39 1,-4-30 1,12 42 185,2-75 0,4 134 168,0 1 0,0-1 0,0 1 0,0-1 0,0 0 0,0 1 0,0-1 0,0 1 0,0-1 0,0 1 0,0-1 0,1 0 0,-1 1 0,0-1 0,0 1 0,1-1 0,-1 1 0,0-1 0,1 1 0,-1-1 0,0 1 0,1 0 0,-1-1 0,1 1 0,-1-1 0,0 1 0,2-1 0,5 0 1,0-1 0,1 2 0,-1-1 1,1 1-1,-1 0 0,8 1 0,8-1 17,81 0 119,-101 0-126,-1 0 0,1 1-1,0-1 1,-1 0 0,1 1 0,0 0 0,-1-1 0,1 1 0,-1 0 0,1 0 0,-1 1 0,0-1 0,1 0 0,-1 1 0,0-1 0,0 1 0,0 0 0,0 0 0,0 0 0,0 0 0,-1 0 0,1 0 0,-1 0 0,1 1 0,-1-1 0,1 3 0,2 6 57,0 0 0,-1 0 0,0 1 0,1 20-1,-2-18 10,5 40 80,-3-23-149,13 55 0,6 25-2030,-16-84-3024,5 48-1,-4-37-4856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0 1 16728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16728,'551'-37'3697,"-441"30"-1680,-110 14-830,0 448 668,18-444-1858,-15-10 5,1 1 0,0-1-1,-1 1 1,1-1 0,0 0 0,-1-1-1,1 1 1,0-1 0,0 1 0,0-1-1,0 0 1,5-1 0,5 0-28,-12 1 0,2 0-1,33 1-1,-13 0 33,1-2 1,29-3 0,-45 3-13,0-1-1,0-1 1,-1 1 0,1-1 0,-1-1 0,1 1 0,-1-1 0,0-1-1,14-10 1,-13 8 3,0-1-1,0 1 1,-1-2-1,0 1 1,-1-1-1,1-1 1,-2 1-1,1-1 1,-1 0-1,-1-1 1,0 1-1,-1-1 1,1 0-1,-2 0 1,3-14-1,4-36-28,-6 39-39,-1-1-1,1-27 0,-4-80-41,0 126 114,0 0 1,0 0 0,0 0 0,-1 0-1,0 0 1,0 0 0,0 0-1,0 0 1,0 0 0,-1 1-1,0-1 1,0 0 0,0 1-1,0-1 1,0 1 0,-1 0 0,1 0-1,-1 0 1,0 0 0,0 0-1,0 1 1,0-1 0,-1 1-1,1 0 1,-1 0 0,1 0 0,-1 0-1,0 1 1,0-1 0,-5 0-1,-11-2 16,1 0 0,-1 2 0,0 1-1,-39 1 1,29 1 4,25-1-18,1 0 0,-1 0 1,0 0-1,1 1 0,-1 0 1,1 0-1,0 0 0,-1 1 1,1-1-1,0 1 0,0 0 1,0 0-1,0 1 0,0-1 1,0 1-1,-6 6 0,2 0 0,1 1 0,-1 0-1,2 0 1,-11 21 0,17-31-2,-25 50 85,3 1-1,-28 92 1,-10 118 840,49-185-456,4 0-1,4 104 1,2-166-410,1 1 0,0-1 0,1 0 0,1 0 0,0 0-1,1 0 1,1 0 0,0 0 0,1-1 0,0 0 0,13 24 0,-7-22-5,-1 0 1,2 0-1,0-2 1,1 1-1,0-1 0,1-1 1,0-1-1,1 0 1,0 0-1,24 11 1,-18-13-37,0 0 1,0-2 0,1 0 0,-1-2 0,1 0 0,1-1 0,-1-2-1,38 1 1,-22-3-21,-11 1-8,1-1 1,0-1-1,0-1 0,0-1 0,51-14 0,-58 8-110,1-1 0,-1-1 1,-1-1-1,30-22 0,72-66-2153,-109 89 1855,102-95-6115,-23 1-5945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19353,'0'0'6771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16920,'0'0'7521,"85"7"-7396,59 7-40,399 30 305,-442-39-328,422 43 484,-195 17 276,197 32 229,121 27-288,-524-107-668,203 21 183,138-32-36,-286-8-158,2220 2 1242,-2373-1-1266,1-1-1,-1-1 1,0-1 0,44-14 0,-5 1 73,222-53 38,-218 56-137,0 3 0,97-4 0,144 12 136,-191 4-127,40-2 21,496 21 106,-445 5-138,205 15 11,254-35 14,-378-7-45,555 2 85,-473-19-55,120-27 113,-283 41-119,-50 2-21,435-11 89,630 14-11,-1221 0-69,27 0-109,49 0 2,-77 0 82,-1 0 0,1 0 0,-1 0 0,1 0 0,-1 0 0,1 0 0,-1 0 0,1 1 0,-1-1 0,0 0 0,1 0 0,-1 0 0,1 1 0,-1-1 0,1 0 0,-1 1 0,0-1 0,1 0 0,-1 1 0,1-1 0,-1 0 0,0 1 0,0-1 0,1 1 0,-1-1 0,0 1 0,8 13-15,-1 1 0,0 0-1,-2 0 1,7 22 0,-2-3 1,18 64 62,-4 2 0,19 174 0,-13 216 180,-18-81-21,44 708 95,-35-257-291,-23-590-9,2 339-9,0-607-85,3-9-3773,2-7 3013,-2 1 0,0 0 0,0-1 0,-1 0 0,-1 1 0,0-1 0,-2-19 0,1 25 439,0-13-1239,-1 1 0,0-1 1,-7-31-1,-2 20-1519,-1 0-1,-17-32 1,28 64 3164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79 272,'0'0'20930,"9"82"-18004,48 272-658,-51-331-2108,0 0 0,2 0 0,1-1 0,1 0 0,0-1 1,2 0-1,0 0 0,19 22 0,16 18 183,4-2 1,2-3 0,2-2 0,2-2-1,67 45 1,17 1 62,-134-95-389,-1 0 0,1-1 0,0 1 0,1-1 0,-1-1 1,0 1-1,0-1 0,1 0 0,7-1 0,-9 0-7,0 0-1,-1 0 1,1 0 0,0-1-1,0 0 1,0 0-1,-1-1 1,1 0-1,-1 0 1,1 0 0,-1 0-1,7-5 1,1-6 26,-1 0 0,0-1 0,19-29 1,-30 42-36,249-377 143,-112 182-338,-51 74-865,-51 73 213,-20 29-15,0-1 0,-2 0 0,-1-1 1,-1 0-1,14-34 0,-22 40-699,-1 0-1,-1 0 1,0 0 0,-2-31 0,0-60-12809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4482,'0'0'19220,"84"15"-18343,315 43 268,1-43-107,-333-15-869,1197-28 1284,-765-3-997,911 11 952,-1135 20-1237,272 7 19,239 46-146,-87-4 64,104-24-1,111 6 15,-407 2-58,130-19-205,-418-16-35,-162 4 171,1 3 1,-1 2-1,96 25 1,160 69-48,-113-15 31,-139-58 32,-40-19-1,1-1-1,37 8 1,9 3-5,-17-4 13,98 13-1,-79-25-34,-53-3 21,2 3-9,-15 8 15,-4-8 6,0 15 131,0-15-134,0 0-1,0 0 1,1 0 0,-1 0-1,1 0 1,0-1 0,0 1 0,0 0-1,3 5 1,6 19 1,68 341 370,-70-323-309,80 630 387,-76 263-33,-13-640-365,1-177-58,29 1658 159,-18-1405-129,10 170 45,-4-416-31,-9-72-243,3 86 0,-4-142-1088,3 0-3125,-9 0 4194,-1-1 1,0 1 0,0-1-1,0 0 1,1 1 0,-1-1 0,0 0-1,0 1 1,0-1 0,0 0-1,0 1 1,0-1 0,-1 1-1,1-1 1,0 0 0,0 1-1,0-1 1,-1 0 0,1 1-1,0-1 1,0 1 0,-1-1-1,1 1 1,-1-2 0,-2-2-520,1-1 1,-1 1-1,0-1 1,0 1-1,-1 0 1,1 0 0,-1 1-1,0-1 1,-8-5-1,-18-10-4515,-50-22 0,80 41 5227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1 823 10037,'0'0'16978,"19"89"-15292,79 290-544,-92-359-1066,2 1-1,1-1 1,0 0-1,1-1 1,1 0 0,1-1-1,1 0 1,25 28-1,-3-8 93,2-1 0,1-2 1,1-2-1,2-1 0,2-2 0,82 43 0,-99-62-132,0-2 1,1-1-1,0-1 0,0-1 1,0-1-1,1-2 1,-1-1-1,1-1 0,0-1 1,45-6-1,-61 4-27,0 0 0,0 0 0,0-1 0,0-1 1,-1 0-1,1 0 0,-1-1 0,0-1 0,0 0 0,15-12 0,-7 3 4,-2-1-1,0-1 1,0-1-1,20-30 1,3-8-5,-3-1 0,-3-3 0,-2 0 0,43-119 0,49-273-723,-60 80-2457,-50 125-3690,-14 84-4431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16,'0'0'20391,"13"96"-18462,42 322-646,-40-296-520,-1 204 0,-13-186-279,-5 195 854,1-313-1189,0 0 0,-2 0 0,0-1 0,-1 0 1,-1 0-1,-2-1 0,0 1 0,-17 28 0,25-47-128,-5 7 69,3-10-68,1-10-30,2-14-155,7-346-1058,0 257 1097,30-155 0,-23 195 115,4 0 0,3 1 1,54-123-1,-66 177 23,1 0-1,1 1 1,0 0-1,2 1 1,0 0 0,0 1-1,20-16 1,-23 23 61,0 2 1,0-1-1,1 1 1,0 1-1,0 0 1,1 0-1,0 1 1,0 0-1,0 2 1,0-1-1,1 1 1,-1 1-1,18-1 1,0 1 237,-1 1 1,34 4-1,-52-1-201,1-1 0,0 2 0,0 0 0,-1 0 0,0 1 0,0 0-1,0 1 1,14 9 0,-5-1 69,-1 2-1,-1 0 1,-1 1 0,25 28-1,-32-32-113,0 1-1,0 1 1,-1-1-1,0 2 1,-2-1 0,0 1-1,8 22 1,-13-32-56,-1 1 1,0-1-1,0 0 1,0 1-1,0-1 1,-1 11-1,-1-14-16,1 0 1,0-1-1,-1 1 1,1 0-1,-1-1 0,0 1 1,1 0-1,-1-1 1,0 1-1,0-1 0,0 1 1,0-1-1,0 0 0,0 1 1,-1-1-1,1 0 1,0 0-1,-1 0 0,1 0 1,-1 0-1,1 0 1,-1 0-1,1-1 0,-1 1 1,1 0-1,-1-1 1,0 1-1,-1-1 0,-45 8-244,0-3-1,-1-1 0,-65-4 0,57-1 70,40 1 133,-224-7-637,239 7 696,-20-1-3,22 1-5,0 0 0,0 0-1,0 0 1,0 0 0,1 0 0,-1 1-1,0-1 1,0 0 0,0 0-1,0 0 1,0 0 0,0 0 0,1 1-1,-1-1 1,0 0 0,0 0 0,0 0-1,0 1 1,0-1 0,0 0 0,0 0-1,0 0 1,0 1 0,0-1 0,0 0-1,0 0 1,0 0 0,0 1 0,0-1-1,0 0 1,0 0 0,0 0-1,0 0 1,0 1 0,0-1 0,0 0-1,-1 0 1,1 0 0,0 1 0,0-1-1,0 0 1,0 0 0,0 0 0,0 0-1,-1 0 1,1 1 0,0-1 0,0 0-1,0 0 1,0 0 0,-1 0 0,1 0-1,0 0 1,0 0 0,0 0 0,-1 0-1,1 0 1,0 0 0,0 0-1,0 0 1,-1 0 0,1 0 0,0 0-1,0 0 1,405 385 1271,-265-230-1031,-95-101-459,100 92 0,-133-137-867,19 15 1403,-21-20-3917,0-2-4306,-50-2-5838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15447,'0'0'12275,"1"101"-10840,7 332-568,14-115-22,-10-199-537,-5 313 477,-9-263-580,2-143-185,-1-1 1,-1 1 0,-1-1-1,-1 0 1,-1 0-1,-2 0 1,0-1 0,-2 0-1,0 0 1,-20 33 0,-39 57 3,66-111-25,0 0 1,0 0-1,0-1 1,0 1-1,0-1 1,0 0 0,-1 1-1,0-1 1,1 0-1,-1 0 1,0-1 0,0 1-1,0-1 1,0 1-1,0-1 1,0 0 0,0 0-1,0 0 1,-1 0-1,1-1 1,0 1-1,-1-1 1,1 0 0,0 0-1,-6-1 1,8 1-35,1-3-202,0 0 237,0-1 1,1 1 0,-1-1-1,1 1 1,0-1-1,0 1 1,1-1 0,-1 1-1,1 0 1,-1 0 0,1 0-1,0 0 1,0 0-1,1 0 1,-1 1 0,0-1-1,1 1 1,5-5 0,2 0 13,0 0 0,1 1 1,21-10-1,7 0 81,0 2 1,1 2-1,59-11 1,124-7 99,-187 26-209,317-27 14,-205 20 0,-87 9 0,-57 2-156,1-1-1,-2 0 1,1 0 0,0-1 0,0 1-1,0-1 1,5-3 0,-8 5-340,0 0-1,0-1 1,0 1 0,0-1-1,0 1 1,0-1 0,0 0 0,-1 1-1,1-1 1,0 0 0,0 0-1,-1 0 1,1 1 0,-1-1-1,2-2 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10741,'0'0'12854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2801,'0'0'24086,"33"57"-23003,108 185-144,-120-207-574,41 51 0,-45-68-126,0-1-1,21 15 1,-36-30-225,17 14 171,1-1 0,31 19 0,-42-29-157,1 0 0,0-1 0,0 0-1,0-1 1,1 0 0,-1-1 0,1 0 0,16 1-1,1-1 17,1-1-1,-1-2 1,53-8-1,-67 6-42,1-1 1,-1 0-1,0-1 0,0-1 0,0-1 1,-1 0-1,0 0 0,0-1 1,13-11-1,3-6-24,-1-2 1,-2 0-1,0-2 1,35-51-1,-20 16-382,47-95 0,-67 115-317,-1-1 0,-3-1 0,14-57 1,-25 73-601,0-1 1,-2 1 0,-2 0 0,0-1-1,-2 0 1,-5-37 0,-27-81-11391,32 148 12645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1014 0 1729,'0'0'18568,"-84"3"-16756,-9 0-1175,-177 29 1,254-28-563,0 0 0,1 1 0,0 1 0,0 0-1,0 1 1,1 1 0,0 0 0,0 1 0,1 0 0,0 1 0,1 0 0,0 1 0,-13 16 0,-16 22 201,2 1 1,3 2-1,2 1 1,2 2-1,3 1 1,2 1 0,2 2-1,-22 82 1,33-87-76,3 1 0,1 1 0,4 0 1,1 0-1,3 0 0,8 80 0,-5-126-194,0-1 1,0 0-1,1 1 0,0-1 0,0 0 0,1 0 0,0 0 0,1-1 0,0 1 0,0-1 0,1 0 1,0 0-1,1 0 0,8 9 0,-6-10-6,0 0-1,0-1 1,1 0-1,0-1 1,0 0 0,1 0-1,-1 0 1,1-2 0,0 1-1,0-1 1,0 0-1,16 1 1,23 3-45,0-2-1,1-3 1,0-2 0,61-7 0,-93 4-65,0-1 0,-1 0 0,1-2 0,-1 0 0,-1-1 0,1-1 0,-1 0 1,-1-1-1,1-1 0,-2 0 0,1-1 0,16-17 0,-6 4-322,-2-2 1,0-1-1,-2-1 1,0 0-1,24-48 0,-34 54-345,-2 0 0,0-1-1,-1 0 1,-1 0 0,-2 0-1,0-1 1,-2 0 0,0 0-1,-1-45 1,-2-79-6673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1 0 5458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1 457 5458,'162'-430'9349,"-161"428"-9188,0-1 0,1 0 1,-1 1-1,0 0 0,1-1 1,0 1-1,0 0 0,-1 0 1,5-3-1,-6 5-132,0 0 1,1 0-1,-1 0 0,0 0 1,1 0-1,-1 0 0,0 0 1,1 0-1,-1 0 1,0 0-1,1 0 0,-1 0 1,0 0-1,1 0 0,-1 1 1,0-1-1,1 0 0,-1 0 1,0 0-1,0 0 1,1 1-1,-1-1 0,0 0 1,0 0-1,1 1 0,-1-1 1,0 0-1,0 0 0,0 1 1,1-1-1,-1 0 0,0 1 1,0-1-1,0 0 1,0 1-1,0-1 0,0 0 1,0 1-1,0-1 0,0 0 1,0 1-1,0-1 0,0 1 1,3 18 617,-2-1 1,-1 26-1,1 185 2466,-3 314 276,-37-2-2719,16-372-545,17-81-71,2-34-4,-10 56 1,-23 52-25,35-157-52,2 18-366,8-23 282,652 0-1987,-652 0 1768,-3 0 61,-1 0 0,1 0-1,-1 0 1,1-1 0,-1 0 0,6-1 0,-8 2 72,-1-1 0,0 0 0,1 0 0,-1 1 1,0-1-1,1 0 0,-1 0 0,0 0 1,0 0-1,0 0 0,0-1 0,0 1 0,0 0 1,0 0-1,-1-1 0,1 1 0,0-1 0,-1 1 1,1 0-1,-1-1 0,1 1 0,0-3 0,2-52-6556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14535,'0'0'6768,"8"92"-4964,3 26-1334,35 494 1309,-41 231 22,-7-487-1521,2-312-637,0-82-1007,0-543-424,0 580 1788,-1-27 4,1 0 1,1 0 0,2-1-1,0 1 1,2 1 0,10-31-1,-5 33 6,2 1 0,0 1-1,1 0 1,2 1 0,0 0-1,1 1 1,27-26 0,-34 39 12,0 1 1,1 0-1,0 0 1,0 1-1,1 1 1,0 0-1,13-5 1,-9 4 85,-1 0 0,22-13 0,168-121 572,-202 138-778,1 0 0,-1 0 0,1 0 0,-1 0 0,0 0 0,0 0 0,0 0 0,2-4 0,-3 3-492,0 1-1,0-1 1,0 0-1,0 1 0,0-1 1,-1 0-1,1 0 1,-1 0-1,0 1 1,0-1-1,0 0 0,0 0 1,0 0-1,-1-5 1,-8-18-7417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16055,'0'0'9989,"330"525"-9157,-252-402-303,-10-45-305,-19-25-96,-10-18-128,-20-35-176,-9 0-1393,-10-18-10421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17720,'0'0'5186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0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1 614 12614,'0'0'11216,"44"-7"-11032,362-82 1331,785-216 2337,-912 243-3309,465-43 0,591 61 479,-931 43-832,530 3 66,-267 21-91,-561-18-157,130 9-4,155 4 96,137-18 28,-467-3-124,78-15 1,-60 7-3,-20 7-21,77 4 0,-57 1 9,695-1-284,-746 2 311,-1 1-1,0 1 1,-1 1-1,41 15 1,-62-19-21,-4 0 3,24-2-23,5 2-18,39 7 0,-40-4 45,38 1 0,88-5-13,-155 1 20,0 6 14,17 238 0,-5-105 75,18 702 192,-30 365 53,9-946-344,-6-197 0,17 105 0,4-69 0,-22-87 0,0 0 0,0 0 0,1 0 0,8 19 0,-5-7 0,-6-21 0,1 0 0,0-1 0,0 1 0,0 0 0,0 0 0,1 0 0,-1-1 0,4 6 0,-3-1-32,-2-7-136,0-5-1644,0-151-6263,0 155 8074,0-9-826,0 0 0,0 0-1,-1 0 1,0 0 0,-1 0-1,0 0 1,-4-11 0,1 10-660,-1 0 0,-1 0 0,0 1 0,0 0 0,-17-16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0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1505,'0'0'26209,"52"68"-25795,167 221-6,-184-241-192,3-2 0,46 45 0,-52-59-27,2 8 161,-2 0-1,-1 2 1,-3 1-1,-1 2 1,38 90-1,-31-55-106,-15-33-73,37 66-1,-45-94-150,-3-8-18,-2 0 1,0 0 0,0 1-1,4 13 1,-9-20 2,0-1 0,1 0 0,-1 0 1,1 0-1,0 1 0,0-1 1,0-1-1,1 1 0,-1 0 0,1-1 1,0 1-1,0-1 0,0 0 0,8 6 1,-10-8 101,6-4-192,-7 3 86,1 0 0,0 0 0,0 0 0,0-1-1,0 1 1,0 0 0,-1-1 0,1 1 0,0-1-1,0 1 1,-1-1 0,1 1 0,0-1 0,-1 0-1,1 1 1,0-1 0,-1 0 0,1 0 0,-1 1-1,1-1 1,-1 0 0,1-1 0,49-87-6,43-104 1,-32 63-11,187-419-309,-237 522 316,1-4-3,2 1 0,19-33 0,-29 56 12,0 1 0,1 0-1,-1 0 1,1 0 0,1 0 0,-1 1-1,1-1 1,0 1 0,0 1 0,0-1 0,1 1-1,0 0 1,0 1 0,10-5 0,-10 5-1,-5 2 5,-1 0 0,0 1 0,1-1 0,-1 1 0,0 0 0,1-1 0,-1 1 0,1 0 0,-1 0 0,1-1 0,-1 1-1,0 0 1,1 1 0,2-1 0,-4 21 156,-1 26-109,-2 1 0,-3-1-1,-1 1 1,-2-2 0,-17 49-1,-100 237 117,91-256-118,-3-2-1,-58 84 1,25-47 65,60-103-95,3-2-3,-4 19 8,12-25-24,0 1 0,-1-1 0,1 0 0,0 1 0,0-1 0,-1 0 0,1 0 0,0 1 0,-1-1 0,1 0 0,0 0 0,-1 1 0,1-1 0,0 0 0,-1 0 0,1 0 0,0 0 0,-1 1 0,1-1 0,-1 0 0,1 0 0,0 0 0,-1 0 0,1 0 0,-1 0 0,1 0 0,0 0 0,-1 0 0,1 0 0,-1-1 0,1 1 0,-10 0 0,0-1-1,1 0 1,-1-1-1,1 0 1,-1 0-1,1-1 1,0 0-1,0-1 1,0 0-1,1 0 1,-15-10-1,-2-5-25,1 0 0,-28-30 0,28 26-10,-45-42-121,-106-131-1,49 4-8,80 116 71,40 67 80,-2-4-13,0 0 1,0-1-1,2 0 1,-8-21 0,12 31 29,2 3 0,0-1 0,0 1 0,0-1 0,-1 1 1,1-1-1,-1 1 0,1-1 0,-1 1 0,1 0 0,-1-1 0,0 1 0,0 0 0,0-1 0,0 1 1,0 0-1,0 0 0,0 0 0,0 0 0,0 0 0,0 0 0,-1 0 0,1 0 0,0 1 1,-1-1-1,1 0 0,0 1 0,-3-1 0,2 1 187,2 15-183,0-1 6,1 1-1,0 0 1,1 0-1,1 0 0,0-1 1,1 1-1,1-1 1,0 0-1,14 25 0,38 67 124,124 170 0,-162-250-106,1 1-16,0-1 0,2-1-1,0-1 1,30 24 0,88 65 9,-134-112-36,-4-1 9,-2-592-265,0 579 270,1 0 0,0 0 0,1 0-1,0 1 1,1-1 0,1 0-1,0 1 1,1 0 0,0 0-1,0 0 1,2 1 0,-1 0-1,1 0 1,1 0 0,0 1-1,11-11 1,20-25 3,-21 24-10,29-29 0,-7 11 5,-38 34 4,-2 5 124,0 13-113,-1 10-14,-1 1-1,-1 0 0,-2-1 1,-9 32-1,-40 99-1,8-25 25,-75 324 119,77-328-114,42-116-27,1-3 1,0-1 0,-1 1 0,1-1 1,-1 1-1,0-1 0,0 0 0,0 0 1,-1 0-1,1 0 0,-6 5 0,8-8-1,-1-1 0,1 0-1,-1 1 1,0-1 0,1 0 0,-1 1-1,0-1 1,1 0 0,-1 0-1,0 0 1,1 0 0,-1 0 0,0 1-1,0-1 1,1 0 0,-1-1 0,0 1-1,0 0 1,1 0 0,-1 0-1,0 0 1,1 0 0,-1-1 0,0 1-1,1 0 1,-1-1 0,0 1-1,1 0 1,-1-1 0,1 1 0,-1-1-1,1 1 1,-1-1 0,1 1-1,-1-2 1,0 2 0,-9-11-21,1 1 0,0-2 1,1 1-1,0-1 1,-9-20-1,-13-19-18,-127-212-76,79 130 30,-7-18 20,-35-56-108,13 43-16,95 147 137,1 0 1,-16-36-1,18 42 26,8 9 26,2 29-11,1-20 19,-1 1 0,1 0 0,0-1 0,1 1 0,0-1 0,0 0 1,0 0-1,1 0 0,6 8 0,7 8 54,27 28 1,-40-47-58,129 145 140,176 180 168,-214-231-237,16 14-18,-105-106-60,-5-5 1,0 0-1,0 0 1,0 0 0,0 0-1,0 0 1,0 0 0,0 0-1,1-1 1,-1 1 0,0 0 0,1-1-1,-1 1 1,0-1 0,1 1-1,-1-1 1,3 1 0,-2-1 4,-1-2-65,9-14 25,30-115 37,77-133 61,-41 98-21,-73 159-40,24-58 2,3 2 0,71-111 0,-80 147-18,-12 23-43,-7 4 72,-2 6 33,-21 339 119,-24 1-108,6-60 6,27-66-63,13-219 0,-1 0 0,0 0 0,0 0 0,0 0 0,0 1 0,0-1 0,0 0 0,0 0 0,0 0 0,-1 0 0,1 0 0,0 0 0,-1 0 0,1 0 0,-1 0 0,1 0 0,-1 0 0,1 0 0,-1 0 0,0-1 0,1 1 0,-2 1 0,-9-3 0,10 0 0,-2 1 0,1 0-1,-1 0 1,1 0-1,-1-1 1,0 1-1,1-1 1,-1 0-1,1 1 1,-1-1 0,1 0-1,0-1 1,-1 1-1,1 0 1,0-1-1,0 1 1,0-1-1,0 1 1,0-1 0,0 0-1,0 0 1,1 0-1,-1 0 1,-1-4-1,-58-73-75,-53-90 1,22 28-22,9 22-24,-306-402-430,250 362 495,129 149 46,0 0 0,-1 0 0,1 1 0,-2 1 0,1 0 0,-23-11 1,34 18 10,0 1 0,0 0 0,0 0 0,-1 0 1,1 0-1,0 0 0,0 0 0,-1-1 0,1 1 1,0 0-1,0 0 0,-1 0 0,1 0 0,0 0 1,-1 0-1,1 0 0,0 0 0,0 0 0,-1 0 1,1 0-1,0 0 0,0 0 0,-1 1 1,1-1-1,0 0 0,0 0 0,-1 0 0,1 0 1,0 0-1,0 0 0,0 1 0,-1-1 0,1 0 1,0 0-1,0 0 0,0 1 0,-1-1 0,1 0 1,0 0-1,0 1 0,0-1 0,0 0 1,0 0-1,0 1 0,0-1 0,0 0 0,-1 0 1,1 1-1,0-1 0,0 0 0,0 0 0,0 1 1,0-1-1,0 0 0,1 1 0,1 25 45,-1-23-53,2 9 16,0 0 0,1 1 0,0-1 1,1-1-1,0 1 0,10 14 0,51 70 63,63 62 184,7-4-1,187 163 0,-88-118-207,-219-187-48,-1 1 0,-1 0 0,21 26 0,-34-37 0,-1-1 0,0 0 0,1-1 0,-1 1 0,0 0 0,1-1 0,-1 1 0,0 0 0,1-1 0,-1 1 0,1-1 0,-1 1 0,1-1 0,-1 1 0,1-1 0,-1 1 0,1-1 0,-1 1 0,1-1 0,0 0 0,-1 1 0,1-1 0,0 0 0,-1 1 0,1-1 0,0 0 0,0 0 0,-1 0 0,1 0 0,0 0 0,-1 0 0,1 0 0,0 0 0,0 0 0,-1 0 0,2 0 0,1-3 0,0 1 0,0-1 0,-1 1 0,1-1 0,-1 0 0,1 0 0,-1 0 0,0 0 0,-1-1 0,3-4 0,61-157 0,-33 76 0,66-194 0,-4 9 0,20 13 0,-96 229-26,44-58-1,-51 75-27,2 9-356,2-3-1124,-16 9 1036,0-1 0,0 0 0,0 1-1,-1-1 1,1 1 0,0-1 0,0 1 0,-1 0 0,1-1 0,0 1 0,-1 0 0,1 0 0,0 0 0,-1 0 0,1 0 0,0 0 0,-1 1-1,-1-1 1,-96 0-14079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15735,'0'0'9445,"243"17"-9445,-166-17-32,-18 0-465,-1 0-639,-19 0-1746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1 160,'0'0'21767,"-46"9"-21369,-143 36-286,183-43-108,-1 0-1,1 0 1,0 1 0,0 0 0,0 0-1,0 1 1,1 0 0,0 0 0,-1 0-1,1 0 1,1 1 0,-1 0-1,1 0 1,-5 6 0,-11 16 5,-1 0 305,-35 61 1,50-75-165,0 1 0,0 0-1,2 0 1,0 0-1,0 1 1,1 0 0,-1 26-1,2 115 761,1-151-898,1 1-1,0 0 0,0 0 1,1 0-1,0 0 1,0-1-1,0 1 0,1 0 1,-1-1-1,1 1 1,1-1-1,-1 1 0,1-1 1,0 0-1,0 0 0,0 0 1,1-1-1,0 1 1,0-1-1,0 0 0,0 0 1,1 0-1,-1-1 1,1 1-1,9 4 0,2 0 3,1 0 0,0-1 0,0-1 0,1 0-1,0-1 1,0-1 0,24 2 0,132 1-502,-168-7 447,0 0-51,0-1 1,1 1 0,-1-1 0,-1 0 0,1-1-1,0 1 1,0-1 0,0 0 0,-1 0 0,1-1-1,-1 0 1,0 0 0,1 0 0,-2-1-1,1 1 1,0-1 0,-1-1 0,1 1 0,-1 0-1,0-1 1,-1 0 0,5-6 0,-1-4-309,1 1 1,-2-1 0,0 0-1,-1 0 1,0-1-1,-2 1 1,4-30-1,0-124-4199,-7-21-2028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1873,'0'0'18918,"15"104"-16722,-3-15-1784,97 603 1633,-52-355-1290,13 367 0,-53-399-558,-16-289-314,-1-5 156,1-1 0,0 1 0,3 16 0,-4-26-114,1 1 1,-1-1-1,1 1 0,-1-1 0,1 1 0,-1-1 0,1 0 0,0 1 0,-1-1 0,1 0 0,0 1 0,0-1 0,0 0 0,0 0 0,0 0 0,1 0 0,-1 0 1,0 0-1,0 0 0,1 0 0,-1-1 0,0 1 0,1 0 0,-1-1 0,1 1 0,-1-1 0,1 0 0,-1 1 0,1-1 0,1 0 0,-1 0-479,8-2-2329,-4-18-424,-5-60-2128,-1-37-1634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11557,'0'0'12278,"243"0"-13639,-204 0-1424,-20 0-1041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0 816,'107'595'13479,"-107"-499"-8341,0-8-1616,0 8-1666,0-26-1087,0 0-497,0 0-192,0-18-80,0-25-16,0-10 0,0-8-720,0-35-6628,-68-79-1216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11461,'0'0'7620,"9"83"-3202,-9-83-4418,47 363 2505,0-138-1028,-45-218-1431,22 83 459,5-2 1,72 154-1,-101-240-504,0-1 1,1 0-1,-1 1 1,1-1-1,0 0 1,-1 0-1,1 1 1,0-1-1,-1 0 1,1 0-1,0 0 1,0 0-1,0 0 1,0 0-1,2 1 1,-2-23 20,-1-13-20,52-434 294,5 203-255,-39 185-34,41-136-2,-46 178-25,2 2 0,2 0 0,31-51 0,-39 75-452,0 0 0,1 0 0,1 1-1,-1 1 1,2 0 0,-1 0 0,25-14 0,-32 21 77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6147,'0'0'18264,"175"-140"-42675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10949,'0'0'9546,"125"21"-6966,447 76-238,-237-33-1081,371 57 810,-111-55-886,270-25-112,2-30-480,-26-2-200,-309 7-187,-93 3-9,-89 5-61,-248-17-90,201 12 127,-216-16-157,-43 3-16,-25-5-131,-15-1-640,-14 12-4020,-2-6 2737,-1 0 1,-24 7 0,-86 20-9625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4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7603,'0'0'17238,"1"25"-16094,27 338 1828,41 964-317,-43-343-1948,-22-101-246,-6-478-474,2-108 13,0-286 0,0 1 0,1-1 0,0 0 0,1 0 0,0 0 0,1 0 0,6 16 0,-5-13 0,-1 0 0,0-1 0,-1 2 0,0-1 0,-1 0 0,-1 0 0,0 0 0,-2 16 0,0 15 0,2 213 0,0-255 0,-1-1 0,1 1 0,0-1 0,0 1 0,0 0 0,1-1 0,-1 1 0,0-1 0,1 1 0,0 0 0,0-1 0,-1 0 0,2 1 0,-1-1 0,0 1 0,2 1 0,6-1 0,23-3 0,0-2 0,0-1 0,0-1 0,-1-2 0,0-2 0,0 0 0,30-13 0,33-10 0,2 5 0,0 4 0,1 5 0,109-6 0,393 9 0,-427 15 0,379-1 0,-343-13 0,0 0 0,-40 11 0,212 6 0,-162 20 0,5 1 0,34-22 0,-145-4 0,-46 9 0,86 1 0,-48-2 0,40-3 0,137 10 0,-129 3 0,159 27 0,-222-33 0,-69-9 0,0 0 0,0 1 0,19 5 0,-37-7 0,17 3 0,11-7 0,896 61 0,-166-2 0,110-21 0,265 26 0,-693-42 0,-260-6 0,7-1 0,-95-4 0,13-8 0,-99 2 0,-6 5 0,-2 2 0,0 75 0,0-45 0,1-25 0,-1 0 0,0 0 0,0 0 0,-2-1 0,0 1 0,0 0 0,-2-1 0,-8 26 0,0-11 0,1 0 0,1 1 0,2 0 0,-8 51 0,0 32 0,-7 71 0,-1-7 0,-1 17 0,6 51 0,-10 145 0,8 1187 0,22-1098 0,-2-291 0,-1 16 0,25 218 0,15-159 0,18 176 0,-45-154 0,0 7 0,-4-149 0,8 70 0,15 32 0,93 963 0,-27-412 0,-28-374 0,-39-196 0,-8-47 0,5 37 0,26 146 0,-5-162 0,-47-198 0,0-1 0,0 1 0,0 0 0,0-1 0,1 1 0,-1-1 0,0 1 0,0-1 0,0 1 0,1-1 0,-1 1 0,0-1 0,0 1 0,1-1 0,-1 1 0,1-1 0,-1 0 0,0 1 0,1-1 0,-1 0 0,1 1 0,-1-1 0,1 0 0,-1 1 0,1-1 0,-1 0 0,1 0 0,-1 1 0,1-1 0,-1 0 0,1 0 0,-1 0 0,1 0 0,0 0 0,17-9 0,-12 5 0,41-25 0,1 3 0,1 1 0,1 3 0,63-20 0,-87 35 0,35-10 0,72-10 0,60 3 0,204 1 0,181 23 0,-566 1 69,0 0 1,0 1-1,-1 0 0,1 1 1,10 4-1,36 8-1250,-14-11-3454,-104-4-2048,-24 0-4621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4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456 309 19561,'0'0'10394,"84"28"-10394,264 90-32,-342-116 32,30 11-2,41 19 0,-73-29 6,0 0 0,0 0 0,0 0 0,-1 0 0,1 0 0,-1 1 0,0-1 0,0 1 0,0 0 0,4 8 0,-2-3 34,0 0-1,0 1 1,-1 0-1,0 0 1,-1 0-1,0 1 1,0-1-1,1 13 1,-2 9 226,-1 47 1,-1-39-134,0-34-115,0-1 0,-1 1 0,1-1-1,-1 1 1,0-1 0,-1 0 0,1 0 0,-1 1 0,0-1 0,0 0 0,-1 0 0,1-1-1,-1 1 1,0-1 0,-1 1 0,1-1 0,-1 0 0,1 0 0,-1 0 0,-1-1 0,1 1-1,-8 4 1,-80 63 359,3 4-1,-125 136 1,193-186-371,0-2 1,-2 0 0,0-2 0,-2 0 0,-36 23 0,55-40-1,5-4-4,0 0 1,1 0-1,-1 1 0,0-1 0,0 0 1,1 1-1,-1-1 0,0 0 0,1 1 1,-1-1-1,0 1 0,1-1 0,-1 1 1,1 0-1,-1-1 0,1 1 0,-1 0 1,1-1-1,-1 1 0,1 0 0,0-1 1,-1 1-1,1 0 0,-1 1 1,1-2-11,0 0 0,0 1 0,0-1 1,-1 0-1,1 0 0,0 0 1,0 0-1,-1 0 0,1 0 0,0 1 1,0-1-1,-1 0 0,1 0 0,0 0 1,0 0-1,-1 0 0,1 0 1,0 0-1,0 0 0,-1 0 0,1 0 1,0 0-1,0 0 0,-1 0 1,1 0-1,0-1 0,0 1 0,-1 0 1,1 0-1,0 0 0,0 0 1,-1 0-1,1 0 0,0-1 0,0 1 1,0 0-1,-1 0 0,1 0 1,0-1-1,0 1 0,0 0 0,0-2 8,0 1-1,0-1 0,0 1 1,1-1-1,-1 1 0,1 0 1,-1-1-1,1 1 0,-1 0 1,1-1-1,0 1 0,-1 0 1,3-2-1,12-16 2,0 0-1,2 2 1,0 0-1,22-17 1,90-62-4,-70 53 4,-7 9 3,1 3 1,1 2-1,76-30 1,-61 28 0,-49 23-8,-14 6 12,-1 0-1,1-1 0,-1 1 1,0-1-1,5-4 1,-8 6-12,-1-1 0,0 1 0,0-1 1,1 1-1,-1-1 0,0 1 0,0-1 1,-1 1-1,1-1 0,0 0 0,0 0 1,-1 1-1,1-1 0,-1 0 0,0 0 1,1 0-1,-1 0 0,0 1 0,0-3 1,0 2-31,0-34 134,-1 25-100,0 1 1,-1 0 0,0-1 0,0 1-1,-1 0 1,-1 0 0,-9-18 0,-41-67-3,30 56 2,-33-64-6,27 47-11,-1 2 0,-58-74 0,66 99-2,5 5-5,-31-30-1,43 48 28,0 0-1,-1 1 1,0 0-1,0 0 1,0 0-1,0 1 0,-1 0 1,0 0-1,-14-4 1,-95-11 30,105 16-22,-11-1 79,21 4 95,4 0-158,16 4-20,24 15 32,-1 0 1,-1 3 0,54 38-1,-72-45-24,13 9-6,-2 2 1,0 1 0,-2 2-1,39 45 1,86 136-9,-151-203 7,-5-6-6,1 0 0,-1 0 0,0 0 0,1-1-1,-1 1 1,1 0 0,-1 0 0,1 0 0,-1-1-1,1 1 1,0 0 0,-1-1 0,1 1 0,0-1-1,0 1 1,-1-1 0,1 1 0,0-1 0,0 1-1,0-1 1,0 0 0,-1 0 0,1 1 0,0-1-1,0 0 1,2 0 0,-3 31 111,-1-22-107,0-1 1,0 1-1,0 0 1,-1-1 0,-1 1-1,0-1 1,0 1-1,0-1 1,-1 0-1,0-1 1,-10 15-1,-6 4 11,-44 45-1,52-59-11,-56 54 11,-3-3-1,-127 87 0,182-139-19,-1-1-1,0 0 1,0-1 0,-1-1-1,0-1 1,-1 0 0,1-2-1,-30 6 1,27-9-20,-1-1 1,-24-1-1,8-1-8,36 1 32,2 0 1,-1-1-1,1 1 1,-1 0-1,0 0 1,1 0 0,-1 0-1,1 0 1,-1 0-1,0 0 1,1 0-1,-1 0 1,1 0 0,-1 0-1,0 0 1,1 1-1,-1-1 1,1 0-1,-1 0 1,1 1 0,-1-1-1,1 0 1,-1 1-1,1-1 1,-1 0-1,1 1 1,-1-1 0,1 1-1,-1-1 1,1 1-1,0-1 1,-1 1-1,1-1 1,0 1-1,0-1 1,-1 1 0,1-1-1,0 1 1,0 0-1,0-1 1,0 1-1,0-1 1,0 1 0,-1 0-1,1-1 1,1 1-1,-1-1 1,0 1-1,0 0 1,0-1 0,0 1-1,0-1 1,1 2-1,-1 1 3,0-3-2,0 0 1,0 1 0,0-1 0,0 0 0,-1 0 0,1 1-1,0-1 1,0 0 0,0 0 0,-1 1 0,1-1-1,0 0 1,-1 0 0,1 0 0,0 0 0,0 1-1,-1-1 1,1 0 0,0 0 0,-1 0 0,1 0 0,0 0-1,-1 0 1,1 0 0,0 0 0,-1 0 0,1 0-1,0 0 1,-1 0 0,1 0 0,-2 0-4,3-4-256,-1 0 246,1 0 0,0 0-1,0 0 1,1 0 0,-1 0-1,1 0 1,0 0 0,0 1-1,0-1 1,4-4 0,40-51 6,3 2-1,85-76 1,-84 84-1,62-59 2,163-166-164,-268 266 150,-6 6 17,1 0 0,0 0 0,-1 1 0,1-1 0,0 0-1,0 1 1,0 0 0,0-1 0,1 1 0,-1 0 0,0 0 0,0 0-1,5-1 1,-6 1 9,1 0-1,-1 0 0,0-1 1,1 1-1,-1-1 0,0 1 1,0-1-1,0 1 0,0-1 0,-1 0 1,1 1-1,0-1 0,-1 0 1,1 0-1,-1 0 0,1 1 1,-1-1-1,0 0 0,0 0 1,0 0-1,0 0 0,0 0 1,0 1-1,0-1 0,-1 0 1,0-3-1,0-1 6,1 3-8,0 1 0,0-1 1,-1 0-1,1 0 0,-1 1 0,1-1 0,-1 0 0,0 1 1,0-1-1,0 1 0,-1-1 0,1 1 0,-3-4 1,-28-25 39,-36-23-19,31 21-22,-76-65-1,65 56-1,27 23 2,0 1 0,-1 1 0,-32-19 0,-89-29 38,63 26-54,51 27 12,29 11 5,-1 1 0,0-1 0,1 1 0,-1-1 0,0 1 0,1-1 0,-1 1 0,0 0 0,0 0 0,0-1 0,0 1 1,1 0-1,-1 0 0,0 0 0,0 0 0,0 0 0,0 0 0,1 0 0,-1 0 0,0 0 0,0 0 0,0 0 0,0 1 0,1-1 0,-1 0 0,0 1 0,0-1 1,-1 1-1,2 1 13,0-1 1,0 1 0,0-1-1,0 1 1,1 0 0,-1-1 0,0 1-1,1-1 1,-1 1 0,0-1-1,1 1 1,0-1 0,-1 1-1,1-1 1,0 1 0,0-1 0,2 2-1,39 73 114,16 26-121,49 53-9,-11-10 0,-18-26 0,-55-85 0,34 70 0,-38-68 0,29 45 0,-47-79 0,5 4 0,-1 1 0,0 0 0,0 1 0,-1-1 0,0 1 0,0 0 0,-1 0 0,0 0 0,-1 0 0,1 1 0,-1-1 0,-1 1 0,0-1 0,0 14 0,-1-20 0,0 0 0,-1-1 0,1 1 0,-1 0 0,1 0 0,-1 0 0,0 0 0,0-1 0,0 1 0,0 0 0,0-1 0,0 1 0,0-1 0,0 1 0,-1-1 0,1 0 0,-1 1 0,1-1 0,-1 0 0,1 0 0,-3 1 0,1 1 0,-41 29 0,-2-2 0,-69 35 0,-114 43 0,194-93 0,-73 37 0,38-18 0,-1-2 0,-85 24 0,96-47 0,80-14 0,-1 0 0,0-1 0,-1-1 0,31-16 0,74-49 0,-58 32 0,518-272 0,-430 235 0,-123 65 0,25-13 0,-51 23 0,-1 0 0,1-1 0,0 1 0,-1-1 0,0 0 0,1 0 0,-1 0 0,0 0 0,-1 0 0,5-6 0,-5 7 0,-2 1 0,-1-22 0,3-75 0,0 30 0,-9-87 0,7 148 0,-1-1 0,0 1 0,-1 0 0,1-1 0,-1 1 0,-1 0 0,1 0 0,-1 0 0,0 1 0,-1-1 0,0 1 0,-7-11 0,2 6 0,-2-3 0,1 2 0,-1-1 0,-1 1 0,0 1 0,-22-16 0,-36-28 0,41 31 0,-1 1 0,0 2 0,-64-34 0,15 18 0,54 23 0,17 9 0,0 1 0,0-1 0,0 1 0,-1 1 0,1 0 0,-1 0 0,0 0 0,0 1 0,-12-1 0,-7 3 0,21 1 0,0-1 0,0 0 0,0 0 0,0-1 0,0 1 0,-7-3 0,14 3 0,0 0 0,0 0 0,-1 0 0,1 0 0,0 0 0,0 0 0,0-1 0,0 1 0,0 0 0,0 0 0,0 0 0,-1 0 0,1 0 0,0 0 0,0 0 0,0 0 0,0 0 0,0 0 0,0-1 0,0 1 0,0 0 0,0 0 0,0 0 0,0 0 0,0 0 0,0 0 0,0-1 0,-1 1 0,1 0 0,0 0 0,0 0 0,0 0 0,0 0 0,0 0 0,1-1 0,-1 1 0,0 0 0,0 0 0,0 0 0,0 0 0,0 0 0,0 0 0,0-1 0,0 1 0,0 0 0,0 0 0,0 0 0,0 0 0,0 0 0,0 0 0,1 0 0,-1 0 0,0-1 0,0 1 0,0 0 0,0 0 0,0 0 0,0 0 0,0 0 0,1 0 0,-1 0 0,26-1 0,-4 2 0,0 1 0,0 1 0,0 1 0,24 8 0,94 34 0,-48-14 0,-41-17 0,-24-7 0,0 0 0,-1 2 0,26 13 0,-24-9 0,-25-13 0,1 0 0,-1 1 0,1 0 0,-1 0 0,0 0 0,1 0 0,-1 0 0,0 1 0,0-1 0,-1 1 0,1 0 0,-1 0 0,1 0 0,-1 0 0,0 0 0,0 1 0,0-1 0,2 6 0,7 14 0,0 1 0,-2-1 0,0 1 0,-2 1 0,-1 0 0,-1 0 0,-1 0 0,2 38 0,-6 156 0,0-211 0,0 1 0,0 0 0,-1-1 0,0 1 0,0-1 0,-1 1 0,0-1 0,0 0 0,-1 1 0,0-1 0,-1-1 0,0 1 0,0 0 0,-1-1 0,0 0 0,0 0 0,0 0 0,-1-1 0,-12 11 0,-31 24 0,-1-2 0,-2-2 0,-1-3 0,-2-2 0,-71 29 0,-181 72 0,296-130-2,8-2-1,0 1-1,1-1 1,-1 0 0,0 1 0,1-1 0,-1 1-1,1 0 1,-1 0 0,1 0 0,-3 4 0,22-5-261,353-1-1140,-364 0 1346,-5 0 45,0 1 0,1-1 0,-1 0 1,1 0-1,-1 0 0,1 0 0,-1 0 0,0 0 0,1-1 0,-1 1 0,1 0 1,-1-1-1,0 1 0,1-1 0,-1 1 0,0-1 0,1 0 0,-1 0 0,0 1 0,0-1 1,2-2-1,-2 1 40,0-1 0,-1 0 0,1 1 0,-1-1 0,1 1 0,-1-1 0,0 0 0,0 0 0,0 1 0,-1-1 0,1 0 0,-1 1 0,1-1 0,-2-2 0,-13 1 0,-18-3-2,0 2 0,0 1 0,-1 2 0,-64 4 0,22-1-22,46-2 0,1 2-1,-1 0 1,1 2 0,0 2-1,-43 11 1,-103 36 56,155-50-137,40-10-12,10-10 105,0-2 1,38-33-1,-28 20 19,341-217 139,-169 133-145,-114 66-27,-93 46-1,-4 5 0,0-1 0,-1 0 0,1 1 1,0-1-1,0 0 0,0 1 0,0 0 0,0-1 0,0 1 0,1-1 0,-1 1 1,0 0-1,0 0 0,0 0 0,0 0 0,0-1 0,0 2 0,0-1 1,1 0-1,-1 0 0,0 0 0,1 1 0,2-1 165,-14 7-100,-90 70-17,-195 135 5,-7-20 176,298-188-224,4-3-2,-1-1 0,1 1 0,-1-1 0,1 1 0,-1-1 0,0 1 0,1-1 0,-1 1 0,0-1-1,1 0 1,-1 1 0,0-1 0,0 0 0,1 0 0,-1 0 0,0 1 0,0-1 0,1 0 0,-1 0 0,0 0 0,0 0-1,-1-1 1,0 1-19,11-2 24,57-26 78,89-52-1,-114 58-66,50-29 24,-3-4 1,133-108 0,-179 133-39,-20 15-12,37-34 0,-55 46-3,-17-6-470,3 4 473,0 0 0,1 0 1,0-1-1,0-1 1,1 1-1,-1-1 1,2-1-1,-1 1 1,1-2-1,0 1 0,0-1 1,-8-15-1,-25-42-16,-76-112 62,105 165-33,-1 1-1,-1 0 0,0 1 1,-23-16-1,21 16 3,-1-1 4,-1 1 0,0 1 0,-22-11 0,35 19-8,0 0 0,1 0 0,-1-1 0,1 1 0,0-1 1,0 0-1,0 0 0,-4-6 0,6 8-2,-1-1 0,1 0 0,0 0 0,-1 1 0,1-1 0,-1 1 0,1-1 0,-1 1 0,0 0 0,1 0 0,-1 0 0,0 0 0,0 0 0,0 0 0,0 0 0,0 0 0,0 1 0,0-1 0,-4 1 0,5 0-3,0 0-1,0 0 0,0 0 1,0 0-1,0 0 0,-1 0 1,1 0-1,0 0 0,0 0 1,0-1-1,0 1 0,0 0 1,0-1-1,0 1 0,0 0 1,0-1-1,0 0 1,-1 0-1,2 1 3,1-1 1,-1 1 0,1 0-1,-1-1 1,1 1 0,-1 0-1,1-1 1,0 1 0,-1 0-1,1 0 1,-1 0 0,1 0-1,0-1 1,-1 1 0,1 0-1,0 0 1,-1 0-1,1 0 1,-1 0 0,1 0-1,0 1 1,-1-1 0,2 0-1,22 5 13,0 0 0,-1 2-1,0 0 1,0 2-1,-1 1 1,0 0-1,0 2 1,36 25 0,-14-5 33,-2 2 1,-1 2-1,41 46 0,93 108 60,-163-179-88,-11-9 5,-9-2-16,-8-1-32,1-1 0,-1 0 0,1-1 0,0-1 0,0 0 0,-27-12 0,-2-4-13,1-2 0,1-1 0,-70-53 0,-106-107-8,74 59 67,125 109-7,-38-24-1,83 58 53,-1 2 0,28 29 0,21 18-3,81 53 79,25 23 18,-45-17-140,-132-124-182,-2-2 61,1 1 1,-1-1 0,1 0 0,-1 1-1,1-1 1,0 0 0,-1 0 0,1 0-1,0 0 1,0-1 0,0 1 0,-1 0 0,1-1-1,0 1 1,0-1 0,0 0 0,3 1-1,-15-10-2333,-46-42-3745,-43-38-6153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8 6035,'0'0'22445,"90"-3"-22050,283-2-246,-356 6-134,1 0 0,-1 1 0,31 8 0,-45-9-10,0 0-1,1 0 1,-1 1 0,0-1 0,0 1-1,0 0 1,0 0 0,0 0 0,-1 0-1,4 3 1,0 2 7,0-1 0,-1 1 0,0-1 0,0 2 0,-1-1 0,0 0 0,0 1 0,0 0 0,-1 0 0,0 0 0,3 16 1,-3 0 33,0 1 0,-2 42 1,-1-45-30,0-14-6,0-1-1,-1 1 0,1-1 0,-1 0 0,-1 0 1,1 1-1,-1-1 0,-1 0 0,1 0 1,-1-1-1,0 1 0,-1 0 0,1-1 0,-10 12 1,4-9-12,0-1 0,0 0 0,-1-1 0,0 0 1,-1 0-1,1-1 0,-24 9 0,-3 0-111,-1-2 1,0-2-1,0-1 0,-2-2 1,1-1-1,-1-3 0,-74 0 0,-247 4-1245,351-8 1855,15 0-295,941 0 1342,-944 0-2628,-15 5-4296,-57 23-749,-32 27-2793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1664 8404,'0'0'14935,"105"-48"-12259,341-160-1409,-393 183-1091,0-2 0,61-43 0,-99 60-164,-1-1 0,-1-1-1,0 0 1,0-1 0,-2 0-1,1-1 1,-2 0 0,1 0 0,-2-2-1,0 1 1,-1-1 0,-1 0 0,0-1-1,-1 1 1,-1-1 0,0-1 0,-2 1-1,0 0 1,1-32 0,3-86 36,-7 112-39,-1 0 0,-1 1 0,-2-1 0,-5-25 0,0 25-2,0 1 0,-1 0 0,-2 0 0,-17-24 0,-6-7 5,-3 2 0,-1 2 0,-3 1 1,-2 3-1,-2 1 0,-95-69 0,115 95 6,0 2-1,-1 0 0,0 2 0,-1 1 1,-1 1-1,0 2 0,-1 1 0,-30-6 1,-9 5 206,1 2-1,-109 3 1,159 5-182,1 0-1,-1 1 0,1 0 0,0 2 1,0 0-1,0 1 0,0 0 0,1 2 1,-1 0-1,1 1 0,1 0 0,-1 1 1,1 1-1,-21 17 0,-3 5 112,2 2-1,2 2 1,-36 45-1,-86 127 375,136-178-442,-284 413 1086,287-413-1032,1 1 0,-23 56 0,33-68-105,2 0 0,0 1 0,1 0 1,1-1-1,1 1 0,0 26 1,1-9-28,0-12-5,2 0 0,0 1-1,5 25 1,-4-40-2,1-1 0,0 0 0,1 1 0,-1-1-1,2 0 1,-1-1 0,1 1 0,1-1 0,-1 0 0,1 0 0,8 7 0,13 11 0,1-1 0,1-2 0,1 0 0,33 18 0,-7-9 0,93 39 0,-96-52 0,0-1 0,1-3 0,1-2 0,64 6 0,221-3 0,-304-16 0,63-9 0,-86 7 0,0-1 0,0 0 0,-1-1 0,1 0 0,-1-1 0,0-1 0,15-9 0,-6-1-78,-2-1 0,1-1 0,-2 0 0,-1-1 0,28-39 0,-25 31-297,34-46-2485,-38 41-4114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8756,'0'0'3201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18585,'0'0'11301,"525"-18"-11205,-330-17 0,-40 9-96,-28 17-176,-50 0-497,-28 9-655,-20-8-513,-68 8-9620,-97 0 352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14327,'0'0'14870,"680"-61"-15126,-485 52-1024,-30 9-1057,-49 0-1185,-77 17-4226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880 1 20137,'0'0'8967,"-62"76"-8810,62-76-157,-264 335 6,213-263-95,-81 152-1,65-104-123,-9 3-197,-134 163 1,198-274 393,12-12 17,0 0 0,-1 1 0,1-1 0,0 0 0,-1 0 0,1 0 0,0 0 0,-1 1 0,1-1 0,0 0 0,0 0-1,-1 1 1,1-1 0,0 0 0,0 0 0,0 1 0,-1-1 0,1 0 0,0 1 0,0-1 0,0 0 0,0 1-1,0-1 1,-1 0 0,1 1 0,0-1 0,0 0 0,0 1 0,0-1 0,0 0 0,0 1 0,0 0-1,27 1 47,495-2 697,-378-2-923,-1-6-1,234-43 0,-370 49 138,8 0-194,-1-1 0,0-1 0,0 0 0,-1-1-1,1 0 1,13-8 0,-23 10-9,0 0 1,0 0-1,0 0 0,0-1 0,-1 0 0,0 0 0,1 0 0,-2 0 0,1 0 0,0-1 0,-1 1 0,0-1 0,0 0 0,0 0 1,0 1-1,-1-1 0,0 0 0,0 0 0,0-1 0,-1 1 0,1-6 0,-1-6-1193,1-1 0,-2 1 0,-4-27 0,-1 21-1272,-1 1 0,-12-31 0,18 53 2668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1 1 20185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20185,'-49'114'5075,"10"174"-2802,10 62-1169,29 44-320,0 0-703,0-88-81,0-26-305,0-53-463,0-52-513,0-43-639,0-89-1458,-19-43-3457,-30-26-8132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48,'0'0'24875,"29"44"-23482,-29-1-352,-48 10-465,-1 17-448,-9-9-32,9 9-96,10-17-80,0-1-512,10-8-785,-20 0-1216,-28-9-2594,-21 8-4257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3890,'0'0'20695,"3"86"-19257,-14 621 202,-12-429-918,-34 374 592,-129 525 191,131-987-1401,45-169-110,8-18-42,2-10-61,0-432-235,0 392 363,1 0 0,2 0 0,2 0 1,20-80-1,-10 78-22,2 1 0,2 1 0,2 0 0,1 2 0,3 0 0,2 2 0,2 1 0,51-58 0,-73 92 6,0 0 0,1 1 0,0 0 0,1 1 0,-1 0 1,13-7-1,-15 10 12,0 1-1,-1 0 1,1 1 0,0-1 0,0 1 0,1 0 0,-1 0 0,0 1 0,0 0-1,0 0 1,10 2 0,-13-2-4,-1 0 0,0 1-1,0-1 1,0 1 0,0 0-1,0-1 1,0 1 0,0 0-1,0 0 1,0 0 0,-1 0-1,1 1 1,0-1 0,0 0-1,-1 1 1,1-1 0,-1 1-1,3 3 1,4 8 70,0 1-1,-1 0 1,0 1-1,6 23 1,20 75 260,39 297 25,-68-383-358,11 138 32,-6-38-651,-2-93-304,-7-34 843,0 1-1,0-1 1,0 1 0,0-1-1,0 1 1,0-1 0,0 1-1,0-1 1,0 1 0,0-1 0,0 1-1,1-1 1,-1 1 0,0-1-1,0 1 1,1-1 0,-1 0 0,0 1-1,1-1 1,-1 1 0,0-1-1,1 0 1,-1 1 0,0-1 0,1 0-1,-1 1 1,1-1 0,-1 0-1,1 0 1,-1 0 0,1 1 0,-1-1-1,1 0 1,-1 0 0,1 0-1,-1 0 1,1 0 0,-1 0-1,1 0 1,-1 0 0,1 0 0,-1 0-1,1 0 1,3 0-666,-4 0 663,0 0-1,0 0 1,0 0 0,1 0 0,-1 0 0,0 0 0,0-1-1,0 1 1,0 0 0,1 0 0,-1 0 0,0 0 0,0 0 0,0 0-1,0 0 1,1 0 0,-1 0 0,0-1 0,0 1 0,0 0-1,0 0 1,0 0 0,0 0 0,1 0 0,-1-1 0,0 1 0,0 0-1,0 0 1,0 0 0,0-1 0,0 1 0,0 0 0,0 0-1,0 0 1,0 0 0,0-1 0,0 1 0,0 0 0,0 0 0,0 0-1,0-1 1,0 1 0,0 0 0,0 0 0,0 0 0,0 0-1,0-1 1,0 1 0,-1 0 0,1 0 0,0 0 0,0-1 0,0-38-6283,0-19-2347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98 1409,'0'0'25531,"-15"-16"-24450,8 8-983,2 2-55,1 0 1,-1 1-1,-1-1 1,1 1 0,-1 0-1,0 1 1,0-1-1,0 1 1,0 0-1,-1 1 1,0-1 0,0 1-1,0 1 1,0-1-1,0 1 1,0 1-1,-1-1 1,-14 0 0,3 2 39,9-1-63,1 1 0,-1-1 1,1 2-1,-1 0 0,0 0 1,1 1-1,0 0 0,-1 0 1,1 1-1,-10 4 0,9 1-20,1-1 0,0 1 0,0 0 0,1 1 0,0 0 0,0 1-1,1-1 1,-7 13 0,1-1 2,1 1 1,-17 45-1,20-42 67,1 0 0,1 0 0,1 1 0,1 0 0,1 0 0,1 0 0,2 0 1,1 1-1,4 39 0,-3-61-50,0-1 1,1 1 0,-1 0-1,1-1 1,0 1 0,0-1-1,0 1 1,1-1 0,0 0-1,0 0 1,0 0 0,0 0-1,5 4 1,-2-3 0,1 0 0,0 0-1,1 0 1,-1 0 0,1-1 0,0-1-1,8 4 1,7 0 10,1-1 1,-1-1-1,1-1 0,40 1 0,231-6-956,-288 0 778,1 0 1,-1-1-1,1 1 0,-1-2 1,0 1-1,0-1 0,0 0 0,0 0 1,-1 0-1,1-1 0,-1 0 0,0-1 1,0 1-1,0-1 0,-1 0 0,0-1 1,0 1-1,0-1 0,-1 0 1,1-1-1,-1 1 0,5-13 0,-1 1-905,-2 0-1,-1 0 1,0 0-1,-1 0 0,-1-1 1,0 0-1,-1-37 0,-2-56-7235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0 576,'0'0'26236,"107"744"-24443,-88-359-688,-9 26-465,0 27-96,-10-9-208,0-36-48,0-52-127,0-78-129,0-44-32,0-53-433,0-61-463,0-44-1361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11653,'0'0'1265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0 848 416,'0'0'24974,"12"-1"-23397,1-2-1104,30-2 2832,-40-14-2235,3 11-998,-1-1 0,1 1 0,0 0 0,0 0 0,1 1 0,13-12 0,-12 12-38,72-67 67,4 4 0,3 3 0,128-73-1,-129 92-94,143-57 0,-177 86-6,0 2 0,1 3-1,1 2 1,70-7 0,59 15 0,-133 4 0,-38 0 0,3 0 0,0 0 0,27 4 0,-37-3 0,0 1 0,0-1 0,1 1 0,-1 0 0,0 0 0,0 1 0,-1 0 0,1 0 0,-1 0 0,1 0 0,5 6 0,2 4 0,0 2 0,-1-1 0,0 1 0,12 24 0,34 79 0,-29-49 0,25 101 0,6 80 0,-50-202 0,3-1 0,1 0 0,3-1 0,37 78 0,-51-122 0,-1 1 0,1 0 0,0-1 0,-1 1 0,1-1 0,1 1 0,-1-1 0,0 0 0,0 0 0,1 0 0,-1 0 0,5 1 0,-6-2 0,1 0 0,0-1 0,0 1 0,0-1 0,-1 0 0,1 0 0,0 0 0,0 0 0,0 0 0,0 0 0,0 0 0,0-1 0,-1 1 0,1-1 0,0 1 0,0-1 0,-1 1 0,1-1 0,0 0 0,-1 0 0,1 0 0,0 0 0,-1 0 0,2-2 0,17-16 0,-1 0 0,-2-1 0,0-1 0,16-25 0,7-9 0,68-80 0,204-197 0,-217 244 0,4 5 0,199-129 0,-242 179 0,1 3 0,2 2 0,105-34 0,-148 56 0,1 2 0,0 0 0,0 0 0,0 2 0,32-1 0,-47 2 0,-1 1 0,1 0 0,0 1 0,0-1 0,0 0 0,-1 0 0,1 1 0,0-1 0,0 1 0,-1 0 0,1-1 0,0 1 0,-1 0 0,1 0 0,-1 0 0,1 0 0,1 2 0,0 1 0,0 0 0,0 0 0,0 1 0,-1-1 0,4 9 0,81 188 0,-47-117 0,-12-24 0,66 107 0,-79-146 0,-8-9 0,1-1 0,0 0 0,1 0 0,13 11 0,-18-18 0,0-1 0,0 0 0,1-1 0,-1 1 0,1-1 0,-1 0 0,1 0 0,0 0 0,0-1 0,0 0 0,0 0 0,0 0 0,0 0 0,10-1 0,154 0 0,-157 0 0,1-1 0,-1 0 0,0-1 0,1-1 0,-1 0 0,0 0 0,-1-2 0,1 1 0,-1-1 0,1-1 0,-2 0 0,19-13 0,3-7 0,-2-1 0,45-50 0,-43 42 0,252-261 0,-283 295-14,29-30 75,1 2-1,54-39 1,-75 61-352,0 1 0,0 0 0,1 1 0,0 0 1,0 0-1,0 1 0,0 1 0,1 0 1,-1 1-1,1 0 0,0 1 0,0 0 1,16 1-1,-25 0-23,0 0 1,0 0-1,0 1 1,0-1-1,0 1 1,-1 0-1,1 0 0,0 0 1,0 0-1,0 0 1,-1 0-1,1 1 1,-1 0-1,1-1 0,-1 1 1,0 0-1,1 0 1,-1 0-1,0 0 1,0 1-1,3 4 1,-2 1-385,1 0 0,-2 0 0,1 0 1,-1 0-1,0 0 0,1 10 0,0 1-763,18 115-7452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7331,'0'0'19225,"223"122"-19689,-203-192-1393,-20-8-3153,0-1-6628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2985 5181 22602,'0'0'4656,"104"14"-3202,377 44-134,-37-43-479,-404-15-793,413-5 328,-4-31-147,43-67-23,184-107-50,-502 141-99,298-167-1,-342 157-41,-4-5-1,-4-5 1,125-120 0,-157 122-15,-5-4 1,-3-3-1,-5-4 1,82-137 0,-80 96-31,-7-3 0,-7-3 0,77-245 0,-81 169-47,62-422-1,-89 216-112,-34 58 52,-1 333 133,-2 1-1,-1 0 1,-2-1 0,-1 2 0,-2-1 0,-16-41 0,14 52 6,-2 1 0,0 0 0,-1 1 0,-1 0 0,-2 1 0,0 1 0,0 1 0,-33-28 0,8 13 14,0 2-1,-2 1 1,-96-48 0,42 34 25,-173-53 0,-202-19-3,-395 17-32,-17 78 3,707 21 2,-313 4 23,1 27-6,264 0-9,-434 118 0,-189 158 10,602-194-26,-270 166 0,349-172 12,5 7-1,-192 173 1,264-201 7,4 3 0,4 5-1,4 2 1,4 4 0,5 3 0,4 4-1,5 2 1,-73 177 0,73-123 60,7 4 1,7 1-1,7 2 0,8 2 1,-12 216-1,34 52 87,10-439-168,0 0 0,-1 120 52,21 168 0,-10-230-51,3 0 1,2-1-1,3 0 0,2-1 0,3-2 0,1 0 1,4-1-1,1-2 0,3-1 0,2-1 0,2-2 0,2-1 1,2-3-1,1-1 0,86 66 0,-63-63-1,1-4 0,2-2 0,1-4 0,117 43 0,-80-43 0,3-4 0,172 25 0,236-11 0,-4-38 0,-500-7 0,438-14 0,-315 1 0,179-39 0,-132 5 12,-4-8-1,320-144 0,299-231-552,-378 166-2185,-52 14-5222,-63 25-8804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341 193 28797,'0'0'2513,"-340"-193"-14022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99 5010,'0'0'17558,"-57"103"-15275,57-103-2283,-235 446 1566,217-408-1405,2 2-1,1 0 0,1 0 0,3 1 0,-7 47 0,6 10 323,0 160 0,11-248-467,1 0 1,1-1 0,-1 1 0,2 0-1,-1 0 1,1-1 0,1 1-1,0-1 1,0 1 0,6 10 0,-4-13-13,-1-1 1,2 0-1,-1 0 1,0-1-1,1 0 1,0 1-1,1-2 1,-1 1-1,1-1 1,0 0-1,0 0 1,7 2-1,9 3 0,-1-2 0,1 0-1,0-1 1,0-2-1,1 0 1,-1-1-1,1-2 1,34-1-1,-45 1-4,-1-1-1,1-1 1,-1 0 0,0 0-1,0-1 1,1-1-1,-1 0 1,22-9-1,-20 4-1,0-1 0,-1-1-1,-1 0 1,1 0 0,-2-1-1,1-1 1,-2 0 0,0-1 0,9-13-1,5-11-21,-1-1-1,24-58 1,-25 42 1,-2 0 1,-3-2-1,18-99 1,-23 69-26,2-160 0,-13 153-34,-3-138-229,1 217 267,0 0 1,-1 0 0,0 0-1,-1 0 1,-1 1-1,0-1 1,0 1-1,-10-18 1,11 25 9,0 1-1,-1-1 1,0 1-1,0-1 1,0 1 0,-1 0-1,0 1 1,0-1 0,0 1-1,0 0 1,-1 0 0,1 1-1,-1 0 1,0 0-1,0 0 1,-1 0 0,1 1-1,0 0 1,-9-1 0,3 1-108,0 0 1,-1 1 0,1 1 0,-14 0 0,22 0 65,0 1 1,0-1 0,0 1-1,1 0 1,-1 0 0,0 0-1,0 0 1,1 1 0,-1-1-1,0 1 1,1 0 0,0 0 0,-1 1-1,1-1 1,0 1 0,0-1-1,0 1 1,-2 3 0,-2 6-205,0 0 1,1 0 0,0 1-1,1-1 1,-4 18 0,-19 80-2203,5-15-1119,-1-23-1493,11-17-1674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0 0 12150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12150,'289'147'2717,"-231"-116"-1489,97 70 0,-146-94-1046,0 0 1,-1 0-1,0 1 1,0 0-1,-1 0 0,0 1 1,-1 0-1,1 0 1,-2 0-1,9 20 1,-10-16 56,-1-1 1,-1 1 0,0 0-1,0 0 1,-2 0-1,0 16 1,0-29-240,0 851 7742,2-664-7382,-2-168-319,1-1 0,1 0-1,1 1 1,0-1-1,12 35 1,-12-47-40,-1 0 1,1 0-1,0 0 1,1-1-1,0 1 0,-1-1 1,1 0-1,1 0 1,-1-1-1,1 1 1,0-1-1,0 0 0,0 0 1,1 0-1,-1-1 1,1 0-1,0 0 1,0 0-1,12 3 0,-9-4-7,0 1-1,1-2 0,-1 1 0,1-1 0,-1-1 0,1 0 0,-1 0 1,1-1-1,13-2 0,-17 1 1,0 0 0,0 0 0,0 0 0,0-1 0,0 0 0,-1 0 0,1-1 0,-1 1 0,0-1 0,0 0 0,0-1 0,-1 1 0,0-1 0,0 0 0,0 0 0,0 0 0,3-8 0,10-20-60,-2-2-1,20-69 0,39-218-255,-20-9 41,-40 236 156,19-202-326,-32 248 424,-1 239 1040,2 255-476,-1-410-508,1 0-1,2-1 0,2 1 1,17 59-1,-21-86-15,1-1 1,0 1-1,0-1 0,1 1 1,0-1-1,5 7 1,-7-12-129,-1 0 0,1-1 0,0 1 0,1 0 0,-1-1 0,0 1 1,0-1-1,0 0 0,1 0 0,-1 0 0,1 0 0,-1 0 0,1-1 0,-1 1 1,1-1-1,-1 1 0,1-1 0,0 0 0,3 0 0,-6 0 26,1 0-1,0 0 1,-1 0 0,1 0-1,-1-1 1,1 1-1,0 0 1,-1 0 0,1 0-1,0-1 1,-1 1-1,1 0 1,-1-1 0,1 1-1,-1 0 1,1-1 0,-1 1-1,1-1 1,-1 1-1,1-1 1,-1 1 0,0-1-1,1 1 1,-1-1-1,0 1 1,1-1 0,-1 0-1,0 1 1,0-1-1,1 0 1,3-28-1340,-4 22 936,2-162-6295,-2 107 3534,0-62-6257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5362,'0'0'19081,"117"0"-18969,-10-18-80,29-8 16,0 8-48,-20 1-16,-18 8-592,-40 0-448,-9 9-673,-30-17-1249,-19-27-703,-39 0-2082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4002,'0'0'18120,"6"74"-16042,28 564-405,-26 702-1330,-8-1299-360,0-39-7,0 0 0,0 0 0,0 0 0,0 0 1,0 1-1,0-1 0,0 0 0,1 0 0,-1 0 1,1 0-1,0 0 0,-1 0 0,1 0 0,0 0 1,0 0-1,2 2 0,-1-3-34,-1 0 0,1 0 1,0-1-1,0 1 0,0-1 0,0 1 0,0-1 1,0 0-1,0 1 0,0-1 0,0 0 0,0 0 1,3-1-1,7 1 4,-6 0 39,1-1-1,0 1 0,-1-1 1,1-1-1,-1 1 0,1-1 0,-1 0 1,0 0-1,0-1 0,0 0 1,6-4-1,3-3-212,0-1-1,21-22 1,2-1-593,-22 20 379,-8 9-105,0-2 0,0 1 1,0-1-1,-1 0 0,0 0 0,-1-1 1,0 0-1,0 0 0,0-1 1,7-15-1,-8-8-5829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27 16872,'0'0'4927,"-18"78"-1992,6-28-2553,-22 97 473,5 1-1,-9 178 0,31 368-80,9-409-657,-2 783-79,0-1249-745,0-65 323,-21-435-107,-2 313 347,18-101 68,5 337 66,0 114 9,5-160-10,-2 151 10,2-1 1,0 1 0,1 0 0,14-34 0,-9 34 12,2 1 0,0 0-1,2 0 1,1 1 0,1 1 0,0 1 0,2 1-1,41-38 1,-46 47 64,1 1-1,1 0 1,0 1 0,0 1-1,1 0 1,0 2 0,1 0-1,0 0 1,0 2-1,1 0 1,-1 2 0,1 0-1,0 0 1,30 0-1,-48 4-65,1 0 0,0 0-1,-1 0 1,1 0-1,-1 0 1,1 1-1,0-1 1,-1 0-1,1 1 1,-1-1-1,1 1 1,-1 0-1,1-1 1,-1 1-1,0 0 1,1 0-1,-1 0 1,0 0 0,0 0-1,1 0 1,-1 0-1,0 1 1,1 0-1,0 3 15,1 1-1,-1-1 0,-1 1 1,1 0-1,-1-1 0,1 9 1,7 59 221,-4 0 0,-6 104 0,0-68-183,1-79-84,1 25 86,-3 0 1,-15 99-1,14-138-126,-1 0-1,-1 0 1,0-1-1,-1 0 0,0 0 1,-1 0-1,-1-1 0,-1 0 1,0-1-1,0 0 1,-1 0-1,-1-1 0,0 0 1,-14 11-1,20-20-29,0 1 1,0-1-1,0 0 1,-1 0-1,1 0 1,-1-1-1,1 0 1,-1 0-1,0-1 1,-8 2-1,-3-1-462,0-1-1,-23-2 1,7 0-716,26 1 891,0 0 0,1-1 1,-1 0-1,0 0 1,1 0-1,-1-1 1,1 0-1,0 0 0,-1-1 1,-7-4-1,1-2-991,0 0 0,-22-21 0,32 27 1139,-77-74-7172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59 324 10341,'0'0'15780,"-9"96"-13803,-30 311-768,29-160-474,10-196-643,0 17 15,0-66-105,0 0 0,-1 0 1,1 0-1,0 0 1,0 0-1,1 0 1,-1 0-1,0 0 1,1 0-1,-1 0 1,1 0-1,0 0 1,-1-1-1,1 1 0,0 0 1,2 3-1,-1-4-4,1 0 1,-1 0-1,1-1 0,-1 1 0,1 0 0,0-1 0,-1 0 0,1 1 0,0-1 0,-1 0 0,6-1 0,-2 1-19,0 1-1,0-2 1,1 1-1,-1-1 0,0 0 1,0 0-1,0-1 1,0 1-1,0-2 1,-1 1-1,1 0 0,0-1 1,-1 0-1,0 0 1,0-1-1,0 0 1,0 0-1,0 0 0,-1 0 1,0-1-1,1 1 1,-2-1-1,7-10 1,10-17-58,-1 0 0,-2-1 0,19-51 0,33-122-243,77-434-1089,-139 597 1328,-5 27 53,1 0 1,1 1 0,9-26 0,-13 41 31,0 0 0,0-1-1,0 1 1,0 0 0,0 0 0,0 0 0,0 0 0,0-1 0,0 1 0,0 0 0,0 0 0,0 0 0,0 0 0,0-1 0,0 1 0,0 0 0,0 0 0,0 0 0,0 0 0,0 0 0,0 0 0,0-1 0,1 1 0,-1 0 0,0 0 0,0 0 0,0 0 0,0 0 0,0 0 0,0 0 0,1 0 0,-1-1 0,0 1 0,0 0-1,0 0 1,0 0 0,0 0 0,1 0 0,-1 0 0,0 0 0,0 0 0,0 0 0,0 0 0,1 0 0,-1 0 0,0 0 0,0 0 0,0 0 0,0 0 0,0 0 0,1 0 0,-1 0 0,0 1 0,0-1 0,0 0 0,0 0 0,0 0 0,1 0 0,-1 0 0,3 10 109,34 358 1264,-25-216-1075,-4-45-119,-1-16-109,22 117 1,-27-199-105,0 0 1,1 0-1,0 0 1,1 0-1,0 0 0,0 0 1,11 15-1,-13-22-108,-1 0 0,1 0-1,0 0 1,0 0 0,0 0 0,0 0-1,0-1 1,0 1 0,0-1 0,1 0-1,-1 1 1,0-1 0,1 0-1,-1 0 1,1-1 0,0 1 0,-1 0-1,1-1 1,-1 1 0,1-1 0,0 0-1,-1 0 1,1 0 0,0-1 0,-1 1-1,1 0 1,0-1 0,-1 0-1,5-1 1,-6 1-63,1 0-1,0 1 1,-1-1-1,1 0 1,-1-1 0,1 1-1,-1 0 1,0 0-1,1-1 1,-1 1-1,0 0 1,0-1-1,0 1 1,0-1-1,0 0 1,0 1-1,0-1 1,-1 0 0,1 1-1,-1-1 1,1 0-1,0-3 1,1-18-2235,0 1 1,-2-28-1,0-69-7663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4226,'0'0'20841,"398"-9"-20760,-281 9-81,-30 0-513,-19 0-1023,-48 0-1826,-20-35-8740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8724,'0'0'13574,"5"79"-11335,-5-76-2213,53 639 2856,6 216-1839,-59 60-1820,0-921 781,0 0-1,0 0 0,1 1 0,-1-1 0,1 0 1,0 1-1,-1-1 0,1 1 0,1-1 0,-1 1 1,0-1-1,1 1 0,-1-1 0,1 1 0,-1 0 1,1 0-1,4-3 0,-1 0 14,1 1 1,-1 1-1,1-1 1,0 1-1,0 0 1,0 0-1,8-2 1,12-2 64,0 1 0,49-4 1,-65 9-77,132-8 153,-79 9-5235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2497,'0'0'28061,"11"32"-28005,-1-4-38,0-5 12,-2 0 0,-1 1-1,-1 0 1,0 0 0,-2 1 0,-1 0-1,0 27 1,-3-8 135,1-19-30,0 1 0,-2-1 0,-1 1 0,-1-1 0,-2 1 0,-9 33 0,4-35-46,-25 43-1,2-4-33,20-25-43,11-31-19,0 0-1,-1 0 1,1 0 0,-1-1-1,-6 10 1,6-12 560,3-3-750,-1 0 1,1 0-1,-1 0 0,0 0 0,1 0 0,-1 0 0,0 0 0,0 0 1,0-1-1,1 1 0,-1 0 0,0-1 0,0 1 0,0 0 0,0-1 1,0 0-1,0 1 0,0-1 0,-1 1 0,1-1 0,0 0 1,0 0-1,0 0 0,0 1 0,0-1 0,0 0 0,-1 0 0,1-1 1,0 1-1,-2 0 0,-36 0-3882,-16 0-3122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1533 13014,'0'0'11669,"90"-53"-10943,290-176-449,-328 197-250,-3-2 0,53-46-1,-70 51-14,-1-2 0,-1-1 0,-2-2-1,27-41 1,-47 62 34,0-1 0,-2 0-1,0 0 1,0 0 0,-2-1 0,0 0-1,0 0 1,1-17 0,-1-14 513,-3-63-1,-1 57-182,-1 20-259,0 0 0,-2 0 0,-9-39-1,7 51-111,-1 0-1,-1 1 1,0 0-1,-2 0 1,0 1-1,-12-19 1,4 11 7,-1 2 0,0 0 0,-39-38 0,46 53 11,1 0 0,-1 0 0,-1 1-1,1 1 1,-2 0 0,1 0 0,-1 1-1,1 1 1,-2 0 0,-20-4 0,-22 1 413,-1 3 0,-106 3 0,81 3-90,59-1-267,0 0-1,1 1 1,-1 1 0,0 2-1,1 0 1,0 1 0,0 1-1,0 1 1,-26 13 0,-3 9 171,-86 66 0,110-75-185,-14 12 12,1 1-1,2 3 0,1 1 0,2 1 0,2 2 1,1 2-1,3 0 0,-31 59 0,47-75-21,1 0 1,1 1-1,2 1 0,1-1 1,-8 50-1,8-18 53,2 100-1,6-154-107,0 1 0,0 0 0,1 0 0,0-1 0,0 1 0,0 0 0,1-1 0,-1 1 0,1-1 0,1 0 0,-1 1 0,5 5 0,-2-4 0,2 0 0,-1 0 0,1 0 0,0-1 0,0 0 0,13 7 0,-3-2 0,1-1 0,1 0 0,0-1 0,0-2 0,37 11 0,-10-7 0,71 6 0,154-11 0,-166-7 0,-99 1 0,146-6 0,-134 4 0,-1-1 0,1-1 0,0 0 0,-1-1 0,0-1 0,19-10 0,89-43 0,-121 57 0,-1 0 0,1 1 0,-1-1 0,1-1 1,-1 1-1,0 0 0,0-1 0,0 1 0,0-1 0,3-4 0,7-7-73,-11 13-501,-2 10-5930,0 34-1681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9252,'0'0'9172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23 2113,'0'0'19868,"0"-5"-18937,0-13-254,0 28 144,0 47 79,0 547 1963,-6-464-2480,-26 149 0,31-273-365,1-15-74,-2-10-74,-16-160-308,10-496 233,9 646 207,0 0 1,1 0-1,7-27 1,-8 41-3,0 1 0,1 0 0,-1-1 1,1 1-1,0 0 0,0 0 1,0 0-1,1 1 0,-1-1 0,1 0 1,0 1-1,0 0 0,0 0 1,1 0-1,-1 0 0,1 0 0,-1 1 1,1-1-1,0 1 0,6-3 1,-9 5 1,1-1 0,0 0 0,0 0 0,-1 1 1,1-1-1,0 1 0,0 0 0,0 0 0,0-1 1,-1 1-1,1 0 0,0 1 0,0-1 0,0 0 1,0 0-1,-1 1 0,1-1 0,0 1 0,0 0 1,-1-1-1,1 1 0,0 0 0,-1 0 0,1 0 1,-1 0-1,1 0 0,-1 1 0,1-1 0,-1 0 1,2 2-1,0 3 10,1 1 0,-1-1 0,0 1 1,-1-1-1,1 1 0,1 10 0,-3-12 0,17 66 186,-3 0 1,-3 1-1,-4 0 1,-1 88-1,-4-130-354,-3-31 148,0 1-1,0 0 1,0 0-1,0 0 0,0 0 1,0 0-1,0 0 1,0-1-1,0 1 1,0 0-1,0 0 1,0 0-1,0 0 0,0 0 1,0 0-1,0 0 1,0-1-1,0 1 1,0 0-1,0 0 0,0 0 1,1 0-1,-1 0 1,0 0-1,0 0 1,0 0-1,0 0 1,0-1-1,0 1 0,0 0 1,1 0-1,-1 0 1,0 0-1,0 0 1,0 0-1,0 0 0,0 0 1,0 0-1,1 0 1,-1 0-1,0 0 1,0 0-1,0 0 1,0 0-1,0 0 0,0 0 1,1 0-1,-1 0 1,0 0-1,0 0 1,0 1-1,0-1 0,0 0 1,0 0-1,0 0 1,1 0-1,-1 0 1,0 0-1,0 0 1,0 0-1,0 0 0,0 1 1,0-1-1,0 0 1,0 0-1,0 0 1,17-51-872,-12 35 1006,19-72-244,37-113 98,-49 170 37,1 1 1,2 0-1,1 1 1,27-39-1,-38 61-14,0 1-1,1-1 1,0 1-1,0 0 1,0 0-1,1 1 0,-1-1 1,1 2-1,1-1 1,12-6-1,-10 8 53,1 0 0,0 0-1,0 1 1,0 0 0,0 1-1,1 0 1,12 1 0,-22 0-33,0 0 0,0 0 1,0 0-1,1 0 0,-1 0 1,-1 1-1,1-1 0,0 1 1,0 0-1,0-1 0,0 1 0,0 0 1,0 0-1,-1 0 0,1 0 1,0 1-1,1 1 0,1 2 38,-1-1 0,0 1 0,0 0 0,0 0 0,2 6 0,0-1 22,13 26 37,-2 1 1,-1 1 0,-2 0 0,-2 1-1,-1 0 1,-2 1 0,5 66-1,-13-97-136,4 62-663,-8 121 1,3-190 575,1-1 1,-1 1-1,1 0 1,-1 0-1,0 0 1,0 0-1,0-1 1,0 1-1,0 0 1,0-1-1,0 1 1,-1 0 0,1-1-1,0 0 1,-1 1-1,1-1 1,-1 0-1,0 0 1,1 0-1,-1 0 1,0 0-1,0 0 1,0 0-1,0-1 1,-3 2-1,-7 3-628,-21 11-4096,-49 17 1,14-14-4252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22 361 10261,'0'0'14569,"75"-12"-14390,233-39-171,-288 48-25,-1-1-1,1-1 1,32-12 0,-50 16 11,0 0 0,0-1 0,0 1 1,0 0-1,-1-1 0,1 1 0,0-1 0,-1 0 0,0 0 1,1 1-1,-1-1 0,0 0 0,0 0 0,0 0 0,0 0 0,0-1 1,0 1-1,-1 0 0,1 0 0,-1 0 0,1-4 0,2-21-41,0 0-1,-2-1 1,-2 1-1,-3-33 1,4 58 47,-1 0 0,1-1 0,0 1 0,-1 0 0,0-1 1,1 1-1,-1 0 0,0 0 0,0 0 0,0-1 0,0 1 0,-1 0 0,1 0 1,0 1-1,-1-1 0,1 0 0,-1 0 0,0 1 0,0-1 0,0 1 0,0 0 0,0-1 1,0 1-1,0 0 0,0 0 0,0 0 0,0 0 0,-3 0 0,-6-1 11,0 0 1,1 1-1,-1 0 0,0 1 0,-12 1 0,-3 0 20,-9-2 65,14 1 71,1 0 1,-31 4-1,43-3-137,1 1-1,-1 0 1,1 0-1,0 1 1,-1 0-1,1 0 1,1 1 0,-1 0-1,0 0 1,-7 7-1,-4 5 84,1 1 1,1 1-1,1 0 0,0 1 0,2 1 0,0 0 0,1 1 0,1 0 0,1 1 0,1 0 0,1 0 0,1 1 1,1 0-1,1 0 0,1 1 0,1 0 0,0 24 0,2 9 194,0-26-153,1-1 1,5 42 0,-4-69-145,0 0 0,0 0 1,0 0-1,1 0 0,-1 0 0,1-1 0,-1 1 1,1 0-1,0-1 0,0 1 0,0-1 0,0 0 0,1 0 1,-1 0-1,1 0 0,-1 0 0,1 0 0,0 0 1,3 1-1,6 2-2,-1-1-1,1 1 1,16 2 0,-13-4-32,-1-2 1,1 1-1,28-3 0,-13 1-113,-16 0-79,-1-1 0,1 0 0,-1-1 1,0 0-1,0-1 0,0-1 0,0 0 1,0 0-1,-1-2 0,1 1 1,-1-2-1,-1 1 0,1-2 0,12-9 1,78-58-7370,-78 62-85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0 1 5378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5378,'691'0'11558,"-604"-18"-8933,49 9-1921,29 1 1329,20-27-1985,-68 35-32,-30 0-16,-19-9-96,-29 0-448,-29 0-529,-10-8-1152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0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6563,'0'0'15813,"-3"44"-15186,1-29-580,-2 37 74,3 0 0,1 0-1,3-1 1,10 59-1,3 15-721,1 212-1,11-335-5541,-22-2 5110,88-2-5042,-38-5 3167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312 269 2225,'0'0'21298,"-8"-15"-20343,5 9-855,0 0-27,0 0 0,0 1 1,-1-1-1,1 1 1,-1 0-1,-9-8 1,11 11-50,0 1 0,1 0 0,-1-1 0,0 1 0,0 0 1,0 0-1,0 1 0,0-1 0,0 0 0,-1 1 1,1-1-1,0 1 0,0-1 0,0 1 0,0 0 1,-1 0-1,1 0 0,0 1 0,0-1 0,0 0 0,-1 1 1,1-1-1,0 1 0,0 0 0,0 0 0,0 0 1,0 0-1,0 0 0,-2 2 0,-8 6 49,0 0 0,1 1 0,1 1 0,-1-1 0,2 2 0,-13 17 0,-49 83 473,68-107-501,-3 4 69,1-1 1,0 1-1,1 0 0,0 1 1,0-1-1,1 1 0,0 0 1,0 0-1,1 0 0,1 0 1,-1 0-1,2 0 0,0 15 1,6-24-211,5 0 74,0-1 0,-1-1 0,1 0 1,14-4-1,-19 3 3,0 0 1,-1 0-1,1-1 1,-1 0-1,0 0 1,0-1-1,0 1 1,0-1 0,-1 0-1,8-8 1,8-12-133,0-1 0,-2-1 1,-1 0-1,-1-1 0,21-51 1,47-155-1214,-65 184 969,-2 28 275,-14 22 257,-2 7-24,-1-1-8,9 36 263,1-1 1,2-1-1,33 75 1,-35-91-261,-7-19-86,47 107 322,-44-103-332,-1 0-1,1 0 1,1 0-1,0-1 1,1 0 0,-1 0-1,19 15 1,-24-22-127,0-1 0,1 0 0,-1 1 0,0-1 0,1 0 0,-1 0 0,1-1 1,-1 1-1,1 0 0,3 0 0,14-1-5409,-12 0 1435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0 9316,'0'0'14938,"-52"25"-14429,-161 83-138,205-104-346,-1 1-1,1 1 1,0-1 0,1 1-1,-1 0 1,1 1-1,-7 8 1,12-11 3,0-1 0,0 1-1,1-1 1,-1 1 0,1 0 0,0-1 0,0 1 0,0 0 0,0 0-1,1 7 1,-1-7 11,-1 92 639,3-65-575,-1-28-98,0 0-1,0 0 1,1 0 0,-1 0-1,1 0 1,0-1-1,0 1 1,0 0-1,0 0 1,0-1-1,1 1 1,-1-1-1,1 1 1,0-1-1,0 0 1,-1 1-1,2-1 1,-1 0-1,0 0 1,0-1-1,4 3 1,5 3 13,0-1 1,1 0 0,21 7 0,-4-3 12,27 12 8,-29-12-6,-1 0-1,0 2 0,28 17 0,-37-19-12,15 2-11,-31-11-5,1 7 21,-2-5 2,0 6-22,0 0 0,0 0 0,-1 0 0,0 0 1,0 0-1,-1 0 0,-1-1 0,1 1 0,-1-1 0,-1 1 0,0-1 0,0 0 0,0 0 0,-1-1 0,0 1 0,-1-1 0,-11 12 0,-4 3-106,-1-2-1,-1 0 1,-1-1 0,0-1-1,-2-2 1,0 0-1,-43 18 1,52-28-260,0 0 0,-1-2 0,0 0 0,0 0 0,0-2 0,0 0 0,-1-1 0,-24-2 0,14 0-645,22 2 555,1-1 1,-1-1-1,0 1 0,1-1 1,-1 0-1,-12-4 1,17 3 264,0 1 0,-1 0 1,1-1-1,0 1 0,0-1 1,0 0-1,0 1 0,0-1 1,0 0-1,0 0 0,0 0 1,1-1-1,-1 1 0,1 0 1,0-1-1,0 1 1,0-1-1,0 1 0,-1-5 1,0-5-907,0-1 1,0 1 0,1-1 0,1-13 0,0 26 1091,0-65-6096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1 0 3874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3874,'-107'44'7203,"194"-44"-2817,1 0-1120,-1 70 527,-9 0-3809,-49 9-1664,-19 8-1314,-10 9-1376,0-8-1328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1521,'0'0'16663,"320"-78"-14678,-203 60-592,-10 1-817,10-10-432,-59 1-144,10 0-752,-48 0-1137,9 26-912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1169,'0'0'22388,"26"79"-21913,-26-79-475,108 344 275,-90-279-216,-2 0 1,-3 1-1,5 87 0,-15-114-40,9 342 140,-12-335-166,-1-43 0,1 0 1,0-1-1,0 1 0,0 0 0,0-1 0,0 1 0,1 0 1,-1-1-1,1 1 0,0-1 0,-1 1 0,1-1 0,1 1 0,-1-1 1,0 1-1,0-1 0,1 0 0,0 0 0,-1 0 0,1 0 1,2 2-1,0-2-149,1 0 0,-1-1 0,1 1 0,-1-1 0,1 0 1,-1 0-1,1-1 0,0 1 0,0-1 0,7-1 0,12 2-928,-19-1 929,0 1-1,0-1 1,0 1-1,0-2 1,0 1 0,0 0-1,0-1 1,0 0-1,0 0 1,0-1 0,-1 1-1,1-1 1,0 0-1,-1 0 1,1-1-1,-1 1 1,7-6 0,20-33-782,-27 34 649,0 0-1,1 1 1,0 0-1,0 0 1,0 0-1,7-6 1,-8 10-61,-1 1 1,1-1 0,0 1-1,0-1 1,-1 1 0,1 0-1,0 1 1,7-2 0,13-2-4268,-4 3-2253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9957,'0'0'14275,"-21"44"-13970,-63 146-84,79-178-160,0 1 1,2 0-1,0 0 1,0 0-1,1 1 1,0-1-1,2 1 1,0 25-1,2-7 149,-2 53 452,0-84-655,1 0 0,-1 0 0,1 0 0,0 0 0,0 0 0,-1 0 1,1 0-1,0 0 0,0-1 0,0 1 0,0 0 0,0 0 0,0-1 0,0 1 1,0-1-1,1 1 0,-1-1 0,0 1 0,0-1 0,0 0 0,1 1 0,-1-1 1,0 0-1,0 0 0,0 0 0,1 0 0,-1 0 0,0 0 0,2-1 0,1 1-11,-1 0 0,0 0 0,0 0-1,0-1 1,0 1 0,0-1-1,0 0 1,0 0 0,-1 0 0,1 0-1,0 0 1,0 0 0,-1-1-1,4-2 1,2-6-57,1-1 0,-2 0 0,0-1 0,0 0 0,-1 0 0,9-25 0,22-90-595,0-58-1502,-36 176 3129,0 9-902,-1 0-43,1 0 0,-1 0 0,1 0 0,-1 0 0,1 1 0,-1-1 0,0 0 0,1 0 0,-1 0 0,1 0 0,-1 0 0,1 1 0,-1-1 0,0 0 0,1 0 1,-1 1-1,1-1 0,-1 0 0,0 1 0,1-1 0,-1 0 0,0 1 0,0-1 0,1 0 0,-1 1 0,0-1 0,0 1 0,1 0 0,1 1-8,7 13 111,1-1 0,19 20 0,-25-30-117,0 0 0,0 0 1,0-1-1,1 0 0,-1 0 0,1 0 1,0 0-1,0-1 0,0 1 0,0-1 1,0-1-1,1 1 0,6 1 0,52-1-1773,-41-3-5581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3073,'0'0'19772,"13"104"-17301,39 359-828,-38-180-802,-14-253-759,9 224 372,0 80-257,-1-165-290,-5-150-389,-3-30-224,-1-22 458,0-65-166,3-142 66,1 195 347,2-1-1,2 1 1,16-55-1,-20 89 5,3-12 4,1 0-1,1 0 0,2 1 1,14-27-1,-21 44 22,1 0-1,-1-1 0,1 1 1,1 1-1,-1-1 1,1 1-1,0-1 1,0 1-1,0 1 0,0-1 1,1 1-1,0 0 1,-1 0-1,1 0 0,0 1 1,0 0-1,1 0 1,-1 1-1,0-1 1,9 1-1,90-1 365,-100 2-374,0 0 0,-1 1 0,1-1 0,0 1 0,0 0 0,-1 0 0,1 0 0,-1 1 0,1 0 0,-1 0 0,1 0 0,-1 0 0,0 1-1,0 0 1,6 5 0,-5-3 8,0 1 0,-1-1-1,0 1 1,0 0 0,0 0-1,-1 0 1,0 0 0,0 1-1,3 11 1,0 7 25,-1 1-1,-1-1 1,-2 1 0,0 42 0,-1 0-44,-4 83-558,3-148 492,0 0 0,0 0 0,-1 0 0,1 0 0,-1 0 0,0 0 0,0 0 0,0 0 0,0-1 0,0 1 0,-1 0 0,-2 3 0,1-3-114,0 0-1,-1 0 0,0-1 1,1 1-1,-1-1 0,0 0 1,-5 2-1,-2 1-208,-23 13-1014,9-5-1913,-31 13 0,-3-1-4652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5827,'0'0'18632,"126"-70"-23626,-126 122-2353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4050,'0'0'23194,"-9"175"-23594,-1-88-1441,-9 27-1504,-1-18-2290,-19 18-3249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9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36 9957,'0'0'15236,"-11"47"-14481,6-26-680,-11 41 140,4 0 0,2 1 1,-4 114-1,14-145-115,1-1 0,1 1 0,8 38 0,0-36-18,1 1-1,1-1 0,19 34 0,59 99 293,6-16 130,142 170-1,-207-281-426,-15-20-29,-3-4 20,0 0-1,-1 1 1,-1 1-1,-1-1 1,14 32-1,-24-48-63,1 1-1,0-1 1,-1 1-1,1-1 1,-1 1-1,0-1 1,1 1-1,-1-1 1,0 1-1,0-1 1,0 1-1,0-1 0,0 1 1,0-1-1,-1 1 1,1-1-1,0 1 1,-1-1-1,1 1 1,-1-1-1,0 1 1,1-1-1,-1 0 1,0 0-1,0 1 1,0-1-1,0 0 1,-2 2-1,0-1-22,-1 1-1,0-1 1,0-1 0,0 1-1,0 0 1,0-1 0,0 0-1,-1 0 1,1 0-1,-8 0 1,-46 2-207,0-3 0,1-3 0,-1-1-1,1-4 1,0-1 0,1-4 0,0-1 0,-82-34 0,-137-85-906,256 124 1094,-20-14-14,37 21 52,0 1 0,1-1 0,-1 0 0,0 1 0,1-1 0,0 0 0,-1 0 0,1 0 0,0 0 0,0-1 0,0 1 0,0 0 0,0 0 0,1-1 0,-1-2 0,0-1 10,0 0 1,0-1-1,1 1 1,0 0-1,0 0 1,1 0-1,0 0 1,0 0-1,0-1 1,1 2-1,0-1 1,0 0-1,0 0 1,1 1-1,0-1 1,0 1-1,4-6 1,4-2 28,1 1 0,0 0 0,1 0 0,27-18 0,74-50 224,93-72 191,-43 5-171,79-91 57,-211 202-309,-1-2-1,-3-1 1,-1-2 0,39-78 0,-56 99-26,-2-1 0,0 0 0,-2 0 0,0-1 0,-1 0 0,-1 0 0,-1 0 0,-1-44 0,-1 42-4,0 18-9,-1 0 0,0-1 0,0 1 0,0 0-1,-1-1 1,-1-7 0,1 13 2,1 1-1,-1-1 1,1 1-1,-1-1 1,1 1-1,-1 0 1,1-1-1,-1 1 1,0 0-1,1-1 1,-1 1-1,1 0 1,-1 0-1,0-1 1,1 1 0,-1 0-1,0 0 1,1 0-1,-1 0 1,0 0-1,1 0 1,-1 0-1,0 0 1,1 0-1,-1 1 1,0-1-1,0 0 1,-207 0-2555,202 0 2356,-1 0 0,0 1 0,0 0 0,0 0 0,1 0 0,-1 1 0,0 0 0,1 0 0,0 0 0,-1 1 0,1 0 0,-7 5 0,1 1-545,1 1 0,0 0-1,1 0 1,-16 22-1,-51 68-5470,-1 18-1471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778 730 9684,'0'0'14260,"0"106"-12470,0-47-1556,1 112 457,-8-1-1,-44 257 1,-8-95 40,-19 104-123,72-409-571,-37 219 209,38-221-222,3-19-59,1-1 0,0 1 1,1 0-1,-1 0 0,1 10 0,-1-205-407,4-236 270,3 299 167,30-163 0,9 79-166,125-349 1,-146 495 83,58-113 0,-72 155 67,0 3 177,-9 22-114,0 0-1,0-1 1,0 1 0,-1 0 0,1 0 0,-1 0 0,0-1 0,0 1 0,0 0 0,0 0-1,-1 3 1,-5 127 568,-7-45-234,-38 140-1,-47 87-18,60-201-271,-240 733 295,200-618-310,16-66-46,43-89-17,16-57-11,-1 0 0,-1 0 0,-7 16-1,8-26-55,4-14-212,0-48-171,-1 24 289,2-1-1,9-59 0,4 25 114,25-75 1,23-58 65,154-509-70,-116 389 21,10 62 12,-73 179-26,4 2 1,55-77-1,-80 130 29,-9 12 8,0 1 0,1 0-1,1 1 1,13-13 0,-18 19 109,-8 19 269,-10 38-113,-2-1 0,-2 0 0,-37 73 0,-72 142-71,-111 296-125,31-71-52,66-176 17,-36 103 103,140-322-140,36-96-30,-5 20 72,6-23-42,0 1 1,0 0-1,1 0 0,-1 0 1,0 0-1,0 0 0,0 0 1,0 0-1,0 0 1,0 0-1,0 0 0,0 0 1,0 0-1,0 0 0,0 0 1,0 0-1,0 0 0,0 0 1,1 0-1,-1 0 0,0 0 1,0 0-1,0 0 1,0 0-1,0 0 0,0 0 1,0 0-1,0 0 0,0 0 1,0 0-1,0 0 0,0 0 1,0 0-1,0 0 1,0 0-1,1 1 0,-1-1 1,0 0-1,0 0 0,0 0 1,0 0-1,0 0 0,0 0 1,0 0-1,0 0 0,0 0 1,0 0-1,0 0 1,0 0-1,0 0 0,0 0 1,0 0-1,0 1 0,0-1 1,0 0-1,0 0 0,0 0 1,0 0-1,0 0 1,0 0-1,0 0 0,0 0 1,0 0-1,0 0 0,10-14-444,62-100-15,44-79 207,35-79 204,56-185 81,-22-21 33,-106 267-66,49-135 0,30-76-9,-30 121-11,-115 269 15,129-271-79,-133 287 91,-6 11 5,0 1 1,-1 0 0,1-1 0,-1 0-1,0 1 1,2-9 0,-5 17 13,1-1 1,-1 1-1,0-1 1,1 1-1,-2-1 1,1 0-1,0 0 0,-1 0 1,1 1-1,-1-1 1,0-1-1,-4 6 0,-99 126 457,-63 82-281,-191 324 0,151-163-105,-159 403-1,351-742-95,5-13-21,1 0 1,1 1-1,-10 44 0,19-62-221,5-10 130,15-20-86,77-113-286,44-86 282,58-143 9,-79 139 87,-73 140 69,178-314-30,-160 294 63,125-152 1,-186 252 2,1-1 0,0 0 0,0 1 1,1 0-1,9-7 0,-15 12 3,0 0 0,0 0-1,1 0 1,-1 0 0,0 0-1,0 0 1,0 0 0,0 0-1,0-1 1,0 1 0,1 0-1,-1 0 1,0 0 0,0 0-1,0 0 1,0 0 0,0 0-1,1 0 1,-1 0 0,0 0 0,0 0-1,0 1 1,0-1 0,0 0-1,0 0 1,1 0 0,-1 0-1,0 0 1,0 0 0,0 0-1,0 0 1,0 0 0,0 0-1,0 0 1,1 1 0,-1-1-1,0 0 1,0 0 0,0 0-1,0 0 1,0 0 0,0 0 0,0 0-1,0 1 1,0-1 0,0 0-1,0 0 1,0 0 0,0 0-1,0 0 1,0 1 0,0-1-1,0 0 1,0 0 0,0 0-1,0 0 1,0 0 0,0 1-1,0-1 1,0 0 0,0 0 0,-5 28 87,-6 17 68,-22 56 0,-70 122 220,59-141-306,-55 107 23,-69 199 81,90-200-148,-165 470-2040,240-650 250,-2 1 4049,4-6-2899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837 1 4194,'0'0'23066,"-321"463"-22073,224-288-337,-10 18-480,20-10-144,28-25-32,-9-27-32,20-26 0,9-52-384,29-36-656,10-78-16200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15431,'0'0'11733,"127"428"-11733,-98-393-384,-10-9-624,1-8-849,-1-18-1713,1 0-1776,9 0-2130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1 6179,'0'0'22346,"-282"472"-21866,175-315-320,10-8-160,0-44-208,19-17-464,20-62-753,9-26-688,20 0-1600,29-61-1858,0-18-1984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9796,'0'0'12358,"214"455"-12358,-185-359-752,-19-17-1169,-10 35-1281,0-53-2288,0 0-3490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13046,'0'0'8270,"5"92"-5847,2 34-1735,18 450 1609,-22-409-1768,13 465 228,-14-593-755,-2-21-65,1 0-1,0 0 1,7 27 0,-8-44 51,0 0-1,0-1 0,1 1 1,-1 0-1,1-1 0,-1 1 1,0 0-1,1-1 1,-1 1-1,1-1 0,-1 1 1,1-1-1,-1 1 0,1-1 1,0 1-1,-1-1 0,1 0 1,0 1-1,-1-1 0,2 1 1,-2-1-17,1 0 0,-1 0 1,0 0-1,1 0 0,-1 0 0,0-1 1,1 1-1,-1 0 0,0 0 1,1 0-1,-1 0 0,0 0 0,1-1 1,-1 1-1,0 0 0,1 0 1,-1 0-1,0-1 0,0 1 0,1 0 1,-1 0-1,0-1 0,0 1 0,0 0 1,1-1-1,-1 1 0,0 0 1,0-1-1,0 1 0,0 0 0,0-1 1,1 1-1,-1 0 0,0-1 1,0 1-1,0 0 0,0-1 0,0 1 1,0 0-1,0-1 0,0 1 0,0-1 1,-1 1-1,1-1 0,0-400-2089,0 387 2125,0-11-22,0-1 1,7-38 0,-5 54 48,1 0 0,0 0 1,1 0-1,0 0 0,0 0 1,1 1-1,0 0 0,1 0 1,9-12-1,5 0 261,0 2 0,1 0 1,1 2-1,37-24 0,-45 32-192,11-6 109,2 0-1,28-10 1,-39 17-156,31-8 49,-41 15-159,0-1 0,0 1 1,0-2-1,-1 1 0,1-1 1,0 0-1,-1 0 0,0 0 1,6-5-1,-10-6-2244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17960,'0'0'8948,"58"674"-7747,-28-394-641,-11 8-112,-9-16-320,-1-36-112,-9-44-16,0-17-64,0-61-480,0-44-929,-29 0-1184,-10-44-2561,-9-26-4691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1072,'0'0'24521,"86"-13"-23384,272-40-449,-317 47-582,-1 2-1,67 0 1,-76 5-82,-30-1-22,0 0 0,0 0-1,0 0 1,1 0-1,-1 0 1,0 0-1,0 0 1,0 0 0,0 1-1,0-1 1,0 0-1,0 1 1,0-1-1,0 1 1,0-1 0,0 1-1,0-1 1,0 1-1,0 0 1,0-1-1,0 1 1,-1 0 0,1 0-1,0 0 1,-1 0-1,1 0 1,0 0-1,0 1 1,0 1-3,-1 1 1,1-1-1,-1 0 1,0 0-1,0 1 0,0-1 1,-1 6-1,0 7-5,1 10-20,1-17 14,0-1 1,-1 1-1,0-1 0,-1 0 1,0 1-1,0-1 0,-1 0 0,0 0 1,0 0-1,-6 13 0,-1-9-20,0 1 0,0-1-1,-1-1 1,-24 21 0,-57 42-97,60-52-14,-35 17 1,-19 13-401,-49 57-646,129-104 1147,0 0 0,0 1 0,0 0 0,1 0 0,0 0 0,0 0 0,1 1 0,0-1 0,0 1 0,0 0 0,1 0 0,0 0 1,0 0-1,-1 14 0,2 7 374,0-1 1,6 49 0,-5-75-326,0 4 62,1 1-1,1-1 1,-1 1 0,1-1 0,-1 0 0,2 1-1,-1-1 1,0 0 0,1 0 0,0 0 0,0-1-1,5 5 1,-1 0 56,1-1 0,1 0 0,0 0 0,0-1 1,15 9-1,14 4 216,1-1 0,57 18 1,-49-19-162,-15-5-78,-1-2 0,1-1 0,1-1 0,65 8 0,63-14-239,-100-3-1663,-60-6-279,0-4 808,-1 7 829,1-1-1,-1 0 0,0 1 1,0-1-1,0 1 1,-1-1-1,1 1 0,-1-1 1,0 0-1,0 1 0,0 0 1,0-1-1,0 1 0,-1 0 1,0 0-1,-3-6 0,-7-2-1528,-1 1-1,0 1 0,-22-12 0,35 21 1960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5250,'0'0'22059,"574"-26"-22059,-418 26-1921,-49 0-3170,9 61-7026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9364,'0'0'16680,"94"-13"-16173,679-89 419,-255 28-735,-184 26-126,-228 32-60,211-21 22,-203 30-526,-114 7 469,1 0 1,-1 0-1,0 0 1,1 0-1,-1 0 1,1-1-1,-1 1 1,1 0-1,-1 0 0,0 0 1,1 0-1,-1-1 1,0 1-1,1 0 1,-1 0-1,1-1 1,-1 1-1,0 0 1,0 0-1,1-1 1,-1 1-1,0 0 0,1-1 1,-1 1-1,0-1 1,0 1-1,0 0 1,0-1-1,1 1 1,-1-1-1,0 1 1,0 0-1,0-1 1,0 1-1,0-1 1,0 1-1,0-1 0,0 1 1,0 0-1,0-1 1,0 1-1,0-1 1,-1-1-118,1-1-1296,-29 3-12718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3522,'0'0'22154,"496"157"-22138,-438-104-16,-29 8 16,-19 35 0,-10 0 144,0 44 112,-39-17-96,-58 8-176,-10-35-416,-20 18-977,40-35-2304,9-1-4419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3874,'0'0'20687,"16"76"-19410,-4-23-1038,93 544 1718,-61 92-268,-36-1-1598,-8-683-924,-5-10-3566,-11-15 624,-24-40 0,-3-5-1121,-58-56-6568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6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4818,'0'0'22571,"487"-35"-22219,-390 35-352,0 0-112,-39 0-993,-38 0-1216,-1 0-1745,-19 35-2545,-39 61-2385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18713,'0'0'4177,"544"-175"-4481,-398 157-2145,-49 18-3618,-58 0-6098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0 3041,'0'0'22976,"-1"109"-20972,-7 361-566,-9-124-561,8-208-655,8 105 24,-3 38-223,3-277-29,1 4-28,0 0 1,-1 0-1,-1-1 0,1 1 0,-4 9 0,4-15-3,0 0 0,0-1 1,0 1-1,0-1 0,0 0 1,0 1-1,0-1 0,0 0 0,0 0 1,-1 0-1,1 0 0,0 0 0,-1 0 1,1 0-1,-1 0 0,1 0 1,-1 0-1,1-1 0,-1 1 0,0-1 1,1 1-1,-1-1 0,0 0 0,1 0 1,-1 0-1,0 0 0,-1 0 1,-16 1-563,0-2 0,1 0 0,-1-1 0,-19-5 0,28 4 176,0 0 1,1-1-1,0-1 0,0 1 0,0-2 1,0 1-1,1-1 0,-1 0 0,-7-9 1,-72-75-6395,1-7-2043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0 429 3570,'0'0'17178,"44"77"-13963,141 256-857,-90-141-817,-39-79-681,-50-100-806,1 1-1,1-1 0,0-1 0,1 1 0,1-1 0,-1-1 0,2 0 0,0 0 0,15 11 0,-20-18-65,0 0-1,1-1 0,0 1 1,-1-2-1,1 1 0,0-1 1,1 0-1,-1 0 0,0-1 1,0 0-1,1 0 0,-1-1 1,0 0-1,12-1 0,-6 1-69,-11 0 80,-1 0 0,0 0 0,0 0 0,0 0 0,0 0 1,1-1-1,-1 1 0,0 0 0,0-1 0,0 1 0,0-1 0,0 1 0,0-1 0,0 1 0,0-1 0,0 0 0,0 1 0,0-1 0,0 0 0,-1 0 0,1 0 0,0 0 0,0 0 0,-1 0 0,1 0 0,-1 0 0,1 0 0,-1 0 1,1-1-1,19-53 2,26-113 0,61-312 576,-102 460-625,68-310-836,-67 290-626,-2-1 0,-2-68 1,-2 76-534,0 24-2566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2929,'0'0'24852,"8"104"-23633,28 346-509,-2 58-81,-24 7-872,-10-1338-1115,0 756 1350,11-77-1,-5 105 12,2 0 0,2 1 0,21-56 0,-24 76-2,-2 5-2,0 1 1,11-21 0,-13 29 0,0 0 1,0 0-1,0 0 1,0 0-1,1 0 1,0 1-1,0 0 1,0 0-1,0 0 1,0 0-1,5-2 0,11-3 78,1 1-1,0 0 1,0 2-1,0 1 0,0 0 1,1 1-1,0 2 0,-1 0 1,1 1-1,37 5 1,-50-3-48,1 0 0,-1 0 1,0 1-1,1 0 1,-2 0-1,1 1 0,0 0 1,-1 1-1,1 0 1,-1 0-1,-1 1 0,1 0 1,11 12-1,-3 0 35,-1 0-1,-1 1 0,0 1 0,14 27 1,-16-24 4,-1 1 1,-1 1-1,-1 0 1,-2 0 0,0 0-1,-1 1 1,-2 0-1,0 1 1,-2-1 0,-1 29-1,-1 177 339,-1-215-395,0 0 0,0 0 0,-2 0 0,0 0 0,-1-1 0,0 1-1,-2-1 1,0 0 0,-15 28 0,4-16 5,-2 0-1,-1-2 1,-1-1-1,-31 30 1,14-16-140,-1-1 0,-3-2 1,0-2-1,-53 31 0,83-59-44,0 0 1,-1-1-1,0 0 0,0-1 0,-1-1 0,-24 4 0,2-4-1760,-44-3-1,39 0-451,38 0 1836,-1 0 1,1 0 0,0 0 0,-1 0 0,1 0 0,0-1 0,-1 0 0,1 0 0,-6-2 0,7 1-325,-1 0 0,1 0-1,0-1 1,-1 1 0,1-1-1,1 1 1,-1-1 0,0 0 0,-1-4-1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817 1 12934,'0'0'10461,"-84"48"-8143,84-48-2318,-357 213 1550,332-198-1396,1 2 1,0 1-1,1 1 0,1 1 1,-36 42-1,35-34-76,1 0 0,2 2 0,0 0 0,3 1 0,0 1 0,2 0 0,2 2 0,-18 64 0,20-25 4,4 0 0,3 138 0,4-136-3,0-64-60,0 1-1,1-1 1,0 1-1,1-1 1,0 1-1,4 11 1,-5-20-23,1 1 0,-1-1 0,1 0 0,0 0 0,0 1 0,0-1 0,0 0 0,1-1 0,-1 1 0,1 0 0,0-1 0,0 0 0,0 1 0,0-1 0,0 0 0,0 0 0,0-1 0,1 1 1,-1-1-1,1 0 0,-1 1 0,1-1 0,6 0 0,29 3-292,-1-2 1,41-4 0,-15 1-276,-43 1 326,110-4-2049,-112 2 1410,0-1-1,-1 0 1,1-2 0,33-13 0,23-12-4306,-22 16-1938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29 299 1521,'0'0'24867,"13"45"-23533,49 145-603,-59-182-697,1 0 1,-1 0-1,2 0 0,-1-1 0,1 1 1,0-1-1,1 0 0,12 12 0,-12-14-22,1-1-1,0 0 1,0 0-1,0 0 1,0-1-1,11 3 1,-10-3-17,4 2-34,0-1-1,1-1 1,-1 0-1,1-1 1,0-1-1,0 1 0,0-2 1,0 0-1,-1-1 1,16-2-1,-25 3 22,-1-1-1,1 0 1,0 0-1,-1 0 0,1 0 1,0 0-1,-1-1 1,1 1-1,-1-1 0,0 0 1,1 0-1,-1 1 1,0-2-1,0 1 0,0 0 1,-1 0-1,1 0 1,2-5-1,1-3-20,-1 0 0,-1 0 0,5-20 0,-6 25 28,7-42-20,-1 0 0,2-63 0,-6-96-67,-4 185 62,0 13 19,-1 1 1,1 0-1,-1 0 0,0 0 0,-1 0 0,1 0 0,-6-13 0,5 17 5,0-1 0,0 1 0,0 0 0,0 0 0,0 0-1,-1 0 1,0 0 0,1 0 0,-1 0 0,0 1 0,-6-4 0,-1 1-79,0 2 1,0-1 0,0 1-1,0 1 1,0-1-1,0 2 1,-1 0 0,1 0-1,-22 1 1,-1-1-255,-52 1-707,77 1 865,1 0 0,-1 0 0,1 1-1,0 0 1,-1 0 0,1 1 0,0-1 0,0 2 0,-8 4 0,7-2-164,1 0-1,-1 1 1,1-1 0,0 2 0,1-1 0,0 1 0,0 0 0,0 0 0,1 0-1,1 1 1,-1 0 0,-5 17 0,4-7-943,2-1-1,0 1 1,1 0-1,0 1 1,1 30 0,2 32-7161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0 1 16968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0 569 16968,'303'-33'2392,"-266"29"-1964,0 2 1,1 2 0,-1 2-1,38 6 1,-70-8-347,0 1 0,0 0-1,0 1 1,0-1 0,0 1-1,0 0 1,-1 0 0,1 1-1,-1 0 1,1-1 0,-1 1-1,0 1 1,0-1 0,0 0-1,-1 1 1,1 0 0,-1 0-1,0 0 1,0 0 0,4 9-1,-4-3 91,0 1 1,0-1-1,-1 1 0,-1 0 0,0-1 0,0 1 0,-2 14 0,1 325 3929,0-236-3696,0-134-959,5-104-250,27-122 546,-10 91 244,-5 13 0,60-235-1,-72 357 25,-3 11-16,1 0 0,0-1 0,0 1 0,6-11 0,-8 18 13,0 0 0,1 0 0,-1 0 1,0 1-1,1-1 0,-1 1 0,1-1 0,0 1 0,-1-1 1,1 1-1,0 0 0,0 0 0,0 0 0,0 0 0,0 0 1,0 0-1,0 0 0,0 1 0,0-1 0,0 1 0,0-1 1,1 1-1,2 0 0,-3 0 23,-1 0 0,1 0 0,-1 1 0,1-1 0,0 0 0,-1 1 0,1-1 0,-1 1 0,1 0 1,-1-1-1,1 1 0,-1 0 0,1 0 0,-1 0 0,0 0 0,0 0 0,1 0 0,-1 0 0,0 0 0,0 1 0,0-1 0,0 0 0,0 1 0,-1-1 0,1 1 0,0-1 1,0 1-1,-1-1 0,1 4 0,11 33 362,-1 2 0,9 74 1,-14-80-231,24 289 595,-29 2-1680,-1-174-1163,0-142 1777,0 7-827,1-1 0,-2 1 0,0 0-1,-1 0 1,0-1 0,-8 25 0,8-37 480,0 0-1,0 0 1,0 0 0,0 0-1,-1 0 1,1-1 0,-1 1-1,0-1 1,0 1 0,1-1 0,-6 3-1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8196,'0'0'16984,"496"-97"-15896,-341 80-720,-28-18-368,-30 17-64,-29 10-688,-29-10-449,-20-26-960,-9 27-1408,-10 8-1554,0 0-1104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16167,'0'0'6555,"18"72"-4941,22 80-1039,64 265 545,-4 170-411,-62-332-621,-36-246-88,1 14-9,1 1 0,1 0-1,10 25 1,-14-47-17,0 1 0,0-1 0,0 0 0,0-1 0,0 1 0,1 0 0,-1 0 0,1 0 0,-1-1 0,1 1 0,2 1 0,-4-3-38,1 1-1,0-1 1,0 0 0,0 1 0,-1-1-1,1 0 1,0 0 0,0 0 0,0 0-1,-1 0 1,1 0 0,0 0 0,0 0-1,0 0 1,-1 0 0,1 0 0,0 0-1,0-1 1,0 1 0,-1 0 0,1-1-1,0 1 1,-1 0 0,1-1 0,0 1-1,-1-1 1,1 1 0,0-1 0,-1 1-1,1-1 1,-1 0 0,1 1 0,-1-1-1,1 0 1,-1 1 0,1-2 0,19-26-2860,-1-1 1,-2-1 0,19-45-1,-15 18-5738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4482,'0'0'19182,"16"87"-17101,49 289-782,-48-179-586,-17-181-649,9 201 397,-10-202-455,4 33 58,-3-47-70,0 0 1,0 0-1,1 1 0,-1-1 1,0 0-1,1 0 0,-1 0 1,1 0-1,-1 0 0,1 0 1,-1 0-1,1-1 0,0 1 0,-1 0 1,1 0-1,0 0 0,0-1 1,0 1-1,0 0 0,0-1 1,-1 1-1,1 0 0,0-1 1,0 0-1,0 1 0,1-1 1,-1 1-1,0-1 0,0 0 1,0 0-1,2 0 0,-3 0-1,1 0-1,-1 0 0,1 0 1,-1 0-1,1 0 1,-1 0-1,0 0 1,1 0-1,-1 0 0,1 0 1,-1-1-1,0 1 1,1 0-1,-1 0 1,0 0-1,1-1 0,-1 1 1,0 0-1,1-1 1,-1 1-1,0 0 0,1 0 1,-1-1-1,0 1 1,0-1-1,0 1 1,1 0-1,-1-1 0,0 1 1,0-1-1,0 1 1,0 0-1,0-1 1,0 1-1,0-1 0,0 1 1,0 0-1,0-1 1,0 1-1,0-1 0,0 1 1,0-1-1,0 0 1,3-121-485,-3 39 386,22-183-32,-14 215 143,3 0 0,1 1 1,23-54-1,-29 86 54,1 1 0,1 0 0,1 0 0,0 1 0,2 0 0,15-19 0,-23 32-26,0 1 0,0-1 0,1 1 0,-1-1 0,1 1-1,0 0 1,0 1 0,-1-1 0,1 1 0,0 0 0,1-1-1,-1 2 1,6-2 0,5 1 109,1 1-1,19 1 1,-4 0-21,-21-1-90,-7 0-26,0-1 1,0 1-1,1 0 0,-1 0 1,0 0-1,0 0 1,0 1-1,1-1 0,-1 1 1,0 0-1,0 0 1,0 0-1,0 0 0,0 0 1,-1 1-1,1 0 1,0-1-1,0 1 0,4 4 1,-1 7-50,0 0 0,-1 0 0,0 1 0,-1 0 0,-1-1 0,3 27 0,1-5-219,2 15-1441,-3 1 0,-1 0 0,-5 89 0,-1-56-2893,1 49-6448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12438,'0'0'14758,"-12"88"-14328,-33 283-14,38-301-189,2 104 0,6-122-123,-1 61 264,0-113-367,0 1-1,1-1 1,-1 1 0,0-1 0,0 1 0,1-1-1,-1 1 1,1-1 0,-1 1 0,0-1-1,1 1 1,-1-1 0,1 0 0,-1 1 0,1-1-1,-1 0 1,1 0 0,0 1 0,-1-1-1,1 0 1,-1 0 0,1 0 0,-1 1 0,1-1-1,0 0 1,-1 0 0,1 0 0,-1 0-1,1 0 1,0 0 0,-1-1 0,1 1 0,-1 0-1,1 0 1,0 0 0,0-1 0,1 1-9,0 0-5,0 0 0,0 0 1,1 0-1,-1-1 0,0 1 0,0 0 0,0-1 0,0 0 0,0 1 0,0-1 0,0 0 0,0 0 0,3-2 0,-2 0-2,0 0 0,-1 0 0,1 0 0,-1 0 0,0 0 0,0 0 0,0-1 0,0 1 0,2-5 0,46-133-303,-34 92 236,-4 10-26,-1-1 0,-2 0 0,-2 0-1,-1-1 1,-2 1 0,-3-55 0,-1-191-2619,0 285 2681,0 0-1,0 0 1,-1 0 0,1 0-1,0 0 1,-1 0 0,1 0 0,-1 1-1,1-1 1,-1 0 0,1 0-1,-1 0 1,0 1 0,1-1-1,-1 0 1,0 1 0,1-1-1,-1 0 1,0 1 0,0-1-1,0 1 1,0-1 0,0 1-1,1 0 1,-1-1 0,0 1 0,0 0-1,0 0 1,0-1 0,0 1-1,0 0 1,-2 0 0,-43 0-1035,29 1 398,11-1 379,1 1 0,-1-1 0,1 1 1,0 0-1,0 1 0,-1-1 0,1 1 0,0 0 0,0 1 1,1-1-1,-1 1 0,0 0 0,1 0 0,-1 0 0,1 1 1,0-1-1,-4 6 0,-5 6-1480,0 2 0,2-1-1,-13 24 1,23-38 1608,-40 75-7900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4226,'0'0'22031,"3"110"-21078,10 376-356,-10-44-206,-3-318-328,2 54-39,-14 319-280,11-479 39,-5 18-71,6-34 196,-1-1 0,1 1 0,-1-1 0,1 0 0,-1 1 0,0-1 0,0 0-1,1 0 1,-1 1 0,0-1 0,0 0 0,0 0 0,-1 0 0,1 0 0,0 0 0,0 0 0,0 0 0,-3 0-1,1 1-2052,3-47-7760,0-34 5100,0-42-3410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12246,'0'0'11909,"0"551"-10404,0-306-657,0 26-320,0 9-143,0-26-321,-10-44-64,1-53-32,-20-43-849,29-70-960,0-27-2673,-10-17-3521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16856,'0'0'8817,"78"0"-8606,236-13-369,-308 12 139,0 1 0,0-1-1,0-1 1,0 1-1,-1-1 1,1 0 0,0 0-1,-1-1 1,0 0-1,0 0 1,8-5 0,-11 6-2,-1 0-1,1 0 1,-1-1 0,1 1 0,-1 0 0,0-1 0,0 1 0,0 0 0,0-1-1,0 1 1,0-1 0,-1 1 0,1-1 0,-1-5 0,4-134-1187,-5 98 748,2 31 217,-1 1 0,-1-1-1,-1 1 1,1 0-1,-2-1 1,0 1-1,-6-17 1,6 23 163,0 0 0,0 1 1,0 0-1,-1 0 0,0 0 0,0 0 1,0 1-1,-1-1 0,1 1 1,-1 0-1,0 0 0,0 1 0,-1 0 1,1 0-1,0 0 0,-7-2 1,-5-1 174,0 1 0,0 1 0,-1 0 0,1 1 0,-1 1 0,1 1 0,-1 0 0,0 2 0,1 0 0,-22 4 0,34-4-1,1 0-1,-1 0 0,0 0 0,1 1 0,-1 0 0,1 0 1,-1 0-1,1 0 0,0 1 0,0 0 0,0 0 1,0 0-1,1 0 0,-1 0 0,-3 6 0,-1 1 122,2 0-1,-1 1 1,1 0 0,-7 19-1,1 2 210,2-1-1,1 1 0,-7 53 1,1 97 614,13 76 249,2-160-784,0-83-457,0 0 0,0 0-1,2 0 1,-1 0 0,2 0-1,0 0 1,9 24 0,-10-36-162,0-1 0,1 1 0,-1-1 0,0 0 0,1 0-1,-1 0 1,1 0 0,-1 0 0,1 0 0,0-1 0,0 1 0,0-1 0,0 0 0,0 0 0,0 0 0,0 0 0,0-1 0,1 1 0,-1-1 0,0 0 0,0 0 0,0 0 0,1 0 0,-1-1-1,0 1 1,0-1 0,0 0 0,0 1 0,0-2 0,0 1 0,4-2 0,-1-2-876,0-1-1,-1 0 1,1-1-1,-2 1 1,1-1-1,-1 0 1,1 0-1,-2 0 1,1-1 0,-1 0-1,3-10 1,15-50-12089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6355,'0'0'17635,"-1"97"-14631,-9 316-1233,8-351-1374,-3-1-1,-13 65 0,7-66-198,6-16-640,-1 71-1,6-113-243,0-12-98,0-276-457,0 259 1258,1 1 0,1-1 0,6-27 0,-4 39 55,0 0 0,1 1 0,1 0 0,0 0-1,1 0 1,15-21 0,-11 16 35,-10 16-76,0 1 0,0-1 0,1 1-1,-1 0 1,0-1 0,1 1 0,0 0 0,-1 0-1,1 0 1,0 0 0,0 0 0,0 0 0,1 1 0,-1-1-1,0 0 1,0 1 0,1 0 0,-1 0 0,1 0-1,-1 0 1,1 0 0,0 0 0,-1 0 0,1 1 0,0 0-1,3-1 1,17 0-28,-19 0-65,0 1 0,0 0 0,1-1 0,-1 1 0,0 1 0,0-1 1,1 1-1,-1-1 0,0 1 0,0 0 0,0 1 0,0-1 0,0 1 0,5 2 0,-2 2-175,-1-1-1,-1 1 1,1 0-1,-1 0 1,0 1-1,0-1 0,-1 1 1,6 13-1,28 69-2877,-33-77 2584,43 123-6162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4290,'0'0'23848,"3"80"-22999,10 270-425,-10-61-326,-3-214-105,0 176 1,4-230-497,4-19-801,4-13-600,7-18 131,-3-1 0,0 0 0,-2-1 0,19-58 0,-30 75 387,0 0 0,0 0 0,0-22 0,-1-43-6148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9556,'408'-298'6481,"-396"289"-5910,1 0 0,1 0 0,25-11 0,-39 20-531,1 0-1,-1 0 0,1 0 0,0 0 0,-1 0 0,1-1 1,-1 1-1,1 0 0,0 0 0,-1 1 0,1-1 0,0 0 1,-1 0-1,1 0 0,-1 0 0,1 0 0,0 1 0,-1-1 1,1 0-1,-1 0 0,1 1 0,-1-1 0,1 1 0,-1-1 1,1 0-1,-1 1 0,1-1 0,-1 1 0,0-1 0,1 1 1,-1-1-1,0 1 0,1-1 0,-1 1 0,0-1 0,0 1 1,1 0-1,-1-1 0,0 1 0,0-1 0,0 1 0,0 0 1,0-1-1,0 2 0,7 30 916,-1 1-1,-2 0 1,0 37 0,-4 123 1062,-1-95-1437,1 691 767,-5-623-1354,2-141-144,0 0-1,-2-1 1,-1 1 0,-10 27 0,16-51 65,0 0-1,0 0 1,-1 0-1,1 0 0,0 0 1,-1 0-1,1 0 1,-1 0-1,1 0 1,-1 0-1,1 0 0,-1-1 1,0 1-1,1 0 1,-1 0-1,0 0 0,0-1 1,1 1-1,-1 0 1,0-1-1,0 1 1,0-1-1,0 1 0,0-1 1,0 0-1,0 1 1,0-1-1,0 0 0,0 1 1,0-1-1,-2 0 1,1-1-49,1 0 1,-1 0-1,1 0 1,0 0 0,-1 0-1,1 0 1,0 0-1,0-1 1,0 1 0,0 0-1,0-1 1,0 1-1,0 0 1,1-1-1,-1 0 1,0 1 0,1-1-1,-1 1 1,1-1-1,-1 0 1,1-3-1,-5-38-1917,3-1 0,3-54-1,0 34-119,-1-45-1027,0-37 982,0 48 6409,0 98-4109,0-1 0,0 1 0,0 0-1,0-1 1,0 1 0,0 0 0,0-1 0,0 1 0,0-1 0,0 1 0,1 0 0,-1-1 0,0 1 0,0 0 0,0-1 0,0 1-1,1 0 1,-1-1 0,0 1 0,0 0 0,1-1 0,-1 1 0,0 0 0,1 0 0,-1-1 0,0 1 0,1 0 0,-1 0 0,0 0 0,1 0-1,-1-1 1,0 1 0,1 0 0,-1 0 0,1 0 0,75-22 3349,-41 12-2667,39-15 0,-1-9-422,-44 19-1058,1 1-1,39-12 1,-48 23-2951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7796,'0'0'14246,"9"569"-12181,1-272-944,-10 62-641,0 0-192,0-9-160,0-27 48,0-69-176,0-70-16,-10-53-1153,1-70-831,-11 1-1346,-9-62-1584,10 0-2594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11893,'0'0'14823,"20"508"-13974,-1-351-529,0-8-304,11-26-16,9-27-192,-10-61-160,0-18-241,-10-17-543,1 0-705,9-17-1633,-10-36-640,10-25-2224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15495,'0'0'9637,"0"481"-8549,0-367-608,0-18-480,0-9-64,-20-34-1072,-19 8-1650,-9-17-2832,-11-9-3250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9989,'0'0'12133,"399"-122"-13782,-370 122-2288,-29 52-10022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13574,'0'0'9252,"554"0"-8883,-506 61 127,-28 18 32,-20 0-144,0 17-384,0 0-288,0-17-496,0-18-1377,-39 27-1249,-10-45-2801,-9-25-4321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16119,'0'0'9221,"18"31"-8723,56 100-76,-28-41-285,-2-11-151,-39-70 10,-5-8-4,1 0 0,-1 0-1,1 0 1,-1 0 0,1 0 0,-1 0 0,1 0 0,0 0-1,-1 0 1,1 0 0,0-1 0,0 1 0,0 0 0,0 0 0,-1-1-1,1 1 1,0 0 0,0-1 0,0 1 0,1-1 0,-1 0-1,0 1 1,0-1 0,0 0 0,0 1 0,2-1 0,0 0-403,36 3-1206,-33 0 1608,1 1 0,-1 0 0,0 1 0,0-1 0,6 7 0,23 16 26,-35-27-17,6 5 9,1-1 0,-1 0 0,1-1 0,0 1 0,0-1 0,0-1 1,0 1-1,0-1 0,0-1 0,1 1 0,13 0 0,-9-1 6,0 0 0,0 0 1,13 5-1,-12-3-356,-1-1 1,1 0-1,14 0 0,-25-3 136,-1 1 0,1 0 0,-1 0 0,1 0 0,-1 0 0,0 1 0,1-1 0,-1 0 0,1 1 0,-1-1-1,0 0 1,1 1 0,-1 0 0,0-1 0,1 1 0,-1 0 0,0 0 0,0 0 0,0-1 0,1 1 0,-1 1 0,0-1 0,-1 0 0,1 0 0,2 2 0,-2 1-289,0-1 1,0 1 0,-1-1 0,1 1 0,-1-1 0,0 1-1,0 0 1,0 3 0,0-1-22,0 32-5106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3105,'0'0'21066,"554"-53"-20730,-428 27-336,-19 9-112,-39-18-752,-29 17-1313,-19 18-1617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17400,'0'0'10149,"-48"551"-9525,96-455-352,30-43-192,0-10-80,0-43-144,-1 0-576,1 0-785,-20-78-1040,-19 8-2161,-19 26-4306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808 40 9652,'0'0'14794,"31"-6"-14543,42-6-65,129-5 1,-156 15-113,-33 1-46,1 0-1,-1 1 1,0 0-1,1 1 1,-1 1-1,20 4 1,-29-4-26,-1-1 0,1 1 0,0 0 0,-1 0-1,1 0 1,-1 1 0,0-1 0,0 1 0,0-1 0,0 1 0,0 0 0,-1 0 0,1 1 0,-1-1 0,0 0-1,0 1 1,0 0 0,0-1 0,-1 1 0,1 0 0,-1 0 0,1 5 0,1 10 32,0 1 1,-1-1 0,-2 33 0,0-41-5,1 36 53,0-1 17,-8 68 0,6-100-103,-2 0 0,0 0 0,0-1-1,-2 1 1,1-1 0,-2 0 0,0 0 0,0-1-1,-11 17 1,2-12-73,0-1 1,0 0-1,-1-1 0,-35 24 0,-1-4-148,-1-3-1,-2-2 1,0-3 0,-2-2-1,-1-3 1,-1-2-1,-90 18 1,-51-1-278,105-16 259,40-8 118,-1-1-1,-1-4 1,-73 3 0,91-11 320,42-6-27,1 0-145,1 1 0,0-1 1,0 1-1,0 0 0,1 0 1,0 0-1,0 1 0,0-1 1,0 2-1,0-1 0,1 1 1,0 0-1,8-3 0,5-3 62,54-23 294,2 3 1,145-35-1,166 1 209,-226 59-2925,-105 5-3402,-28 2-373,-27-2 5531,0-1 0,0 1 0,0 0 1,0 0-1,0 0 0,0 0 0,0 0 0,0 0 0,-1 0 1,1 0-1,0 0 0,-1 0 0,2 2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1 560,'0'0'20732,"19"84"-18736,-13-57-1846,23 98 274,-5 0 1,-6 1 0,2 160 0,-20-214-294,-9 305 344,4-314-450,-3 0 0,-3-1 1,-33 109-1,-13-30-367,57-141 323,0 1 0,0-1 1,0 1-1,-1-1 0,1 1 0,0-1 0,0 1 0,0-1 0,0 1 0,-1-1 0,1 1 0,0-1 0,-1 1 0,1-1 0,0 0 0,-1 1 1,1-1-1,0 0 0,-1 1 0,1-1 0,0 0 0,-1 1 0,1-1 0,-1 0 0,1 0 0,-1 0 0,1 1 0,-1-1 0,1 0 0,-1 0 1,1 0-1,-1 0 0,1 0 0,-1 0 0,1 0 0,-1 0 0,1 0 0,-1 0 0,1 0 0,-1 0 0,1 0 0,-1-1 0,1 1 0,-1 0 1,1 0-1,0 0 0,-1-1 0,1 1 0,-1 0 0,1-1 0,-1 1 0,1 0 0,0-1 0,-1 1 0,1 0 0,0-1 0,0 1 0,-1-1 1,1 1-1,0-1 0,0 1 0,-1-1 0,-4-10-163,0 0 0,0 0 0,1 0 0,0-1 0,1 0 0,-3-23 0,-1-1-78,-5-43 53,3 0 1,3-145 0,6 218 216,0-30 209,6-49-1,-4 70-121,1 1-1,0 0 1,1 1-1,1-1 1,0 1-1,1 0 1,8-14-1,-1 8 11,0 2 0,1-1 0,0 2 0,2 0-1,-1 1 1,2 1 0,0 0 0,23-14 0,165-83 588,-198 107-677,379-169 832,-331 149-774,14-2-34,-44 18-171,-1-2-1,33-17 0,-52 24-747,-7 28-5145,1-20 5599,0 0 0,-1-1 0,0 1 0,0 0 0,0 0 0,0-1 0,-1 1 0,-3 4 0,-6 6-1305,0-1 1,-2 0-1,-20 18 0,32-30 1511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2673,'0'0'19689,"252"114"-19673,-203-71-16,-20-25-1296,-9 8-1522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4034,'0'0'17851,"38"85"-15333,121 286-693,-147-336-1645,-1 0 0,-2 0 0,-1 1 0,-2 0 0,2 41 1,3 304 961,-11-216-3102,0-62-1843,-1-161 2989,-1 16 1305,2 0 0,6-45 0,-4 80-416,0 0-1,1 0 1,0 0 0,0 0 0,0 0 0,1 1 0,0-1-1,0 1 1,1 0 0,-1 1 0,1-1 0,1 1-1,6-6 1,11-13 102,0-3-30,-4 6-56,0 1-1,28-24 1,28-16-342,-69 54 50,-5 5 66,0 0 1,-1 1-1,1-1 0,0 0 1,0 0-1,0 0 0,0 0 1,0 1-1,1-1 0,-1 1 1,0-1-1,0 0 0,0 1 1,1 0-1,-1-1 0,0 1 1,0 0-1,1 0 0,0 0 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14038,'0'0'11318,"175"507"-10566,-145-279-448,-11 8-208,-19-44-80,0-34-32,0-36-64,0-43-752,0-9-817,0-26-1440,0-9-1313,-29-18-2882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8692,'0'0'16589,"80"0"-16242,242 3-257,-244 3-78,-56-1-8,-22-4-4,2-1-6,-1 1 0,0 0 0,0 0 1,0 0-1,0 0 0,0 0 0,-1 0 0,1 0 0,0 0 0,0 0 0,-1 0 0,1 1 0,0-1 0,-1 0 0,0 0 0,1 1 0,-1-1 0,0 0 0,1 1 0,-1-1 0,0 3 0,-1 35-207,0-22 101,2 10 17,0-18 75,-1 0 1,0 0 0,0 0 0,-1 1-1,0-1 1,0 0 0,-1 0 0,-1 0-1,-3 12 1,-2-9-17,0 0 0,-1-1 0,-18 21-1,14-18 6,-21 26-227,-2-3 1,-1 0-1,-2-3 0,-70 49 0,65-55-431,-80 68-1,111-80 661,12-15 92,0 0 0,1 1 0,-1-1 1,1 0-1,-1 1 0,1-1 0,0 1 1,0-1-1,-1 1 0,1-1 0,0 0 0,0 1 1,0-1-1,1 1 0,-1-1 0,0 1 1,0-1-1,1 1 0,-1-1 0,1 0 1,-1 1-1,1-1 0,0 0 0,0 1 0,-1-1 1,1 0-1,0 0 0,0 0 0,2 2 1,3 2 6,0 0 1,0 0-1,0-1 1,11 6-1,-12-7 55,57 31 657,0-2 0,122 42-1,-92-43-392,1-3 0,173 27-1,-226-48-1602,-108-38-12232,-47-17 4554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9716,'0'0'15704,"573"-61"-15096,-407 26-608,-11 8-496,-9 27-1825,-39 44-3266,0 52-5906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176 166 22122,'0'0'3746,"-175"-166"-19834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18809,'0'0'10500,"515"0"-10179,-330-35-177,-29-9-144,-40 26-16,-38-17-977,-49 35-463,-19-17-978,-39 52-15718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8788,'0'0'15618,"81"23"-15266,256 80-285,-311-93-66,46 23 0,-65-29-1,0 0 0,0 1 0,0 1 0,8 7 0,-9-7 7,0 0 0,-1 1 0,0 0 0,0 0-1,0 0 1,-1 1 0,0-1 0,0 1 0,-1 0-1,0 0 1,0 0 0,1 12 0,0 5 92,-2-1 1,-2 49 0,0-31 75,0-30-130,0 1 0,-1-1-1,0 0 1,-1 0 0,-1 0-1,-3 12 1,3-18-53,1 0 0,-1 0 0,-1 0 0,1 0 0,-1-1 0,0 0 0,0 1 0,0-1 0,-1-1 0,0 1-1,0-1 1,-7 6 0,-15 6-375,0-1-1,-1-1 0,-56 19 0,59-24-520,0 1-1,1 0 0,0 2 1,0 1-1,-22 17 0,-26 29-4612,4-5-2126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16279,'0'0'10437,"302"44"-10213,-244-9-176,-29-18-48,-19 9 0,-10 9-48,0 27-272,0 16-336,-68 54-401,-39-27-607,-19 43-1650,-1-25-1520,-19-44-2337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0 11269,'0'0'12200,"42"43"-11943,127 136-215,-163-172-44,-1 0 0,1 0 0,-2 1 0,1 0-1,5 14 1,-9-20-8,0 1 1,0 0-1,-1 0 0,1 0 1,-1-1-1,0 1 0,0 0 0,0 0 1,0 0-1,-1 3 0,0 0-51,-1 0 0,1 0 0,-1 0 0,0-1-1,0 1 1,-1-1 0,0 1 0,0-1 0,0 0 0,-1 0 0,1 0-1,-7 6 1,-2-1-141,1 0-1,-2 0 0,-22 13 0,-23 7-726,-1-2-1,-2-3 1,0-2-1,-110 24 1,39-27-262,34-6 570,68-6 531,25-6 234,1-1-1,-1 0 1,0 0-1,0 0 1,1 0 0,-11 0 2680,37-1-401,504 0 1350,8 0-3656,-520-1-686,0 2-1,0-1 1,0 2 0,22 5 0,-33-7 267,0 1 0,0 1 0,1-1 0,-1 0 0,0 1 0,0 0 0,-1 0 0,1-1 0,0 2 0,-1-1 0,1 0 0,-1 0 0,1 1 0,-1 0 0,0-1 0,0 1 0,0 0 0,-1 0 0,1 0 0,-1 0 0,0 0 1,2 3-1,-2 2-1027,1 0 1,-1-1 0,-1 1 0,0 12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80 3121,'0'0'18745,"90"-13"-17123,283-40-715,-339 48-754,-1 0 0,47 2-1,-60 3-90,-19 0-58,0 0-1,0 1 0,0-1 0,0 0 1,0 1-1,0-1 0,0 1 0,0-1 0,0 1 1,0 0-1,0-1 0,0 1 0,0 0 1,0-1-1,-1 1 0,1 0 0,0 0 0,0 0 1,-1 0-1,1 0 0,-1 0 0,1 0 1,-1 0-1,1 0 0,-1 0 0,0 0 0,1 0 1,-1 0-1,0 0 0,0 0 0,0 0 1,0 3-1,0 47 80,-1-34-59,1-10-30,0-1 0,-1 1 0,0-1 0,0 1 0,-1-1 1,0 0-1,0 1 0,0-1 0,-1 0 0,1 0 0,-1-1 0,-1 1 0,1-1 0,-1 1 0,0-1 1,-1 0-1,-8 8 0,-6 2-102,0-1 1,0-1 0,-39 18-1,47-25 49,-26 14-626,-1-2 0,0-2 0,-1-1 1,-1-3-1,0-1 0,-1-1 0,0-3 0,0-1 0,-43 0 0,1-6 886,90 0 996,411 0 4451,-415 0-5617,12 1 52,1-1 1,-1 0 0,1-2-1,-1 0 1,0 0-1,0-1 1,20-8-1,-82 40-5792,-24 32 3174,40-33 900,-98 83-4920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1 229 672,'0'0'13284,"86"-29"-10790,283-94-410,-158 66-608,-66 41-412,10 13-314,-114 3-559,-37 0-168,0 0-1,0 0 0,-1 0 0,1 0 1,0 1-1,-1-1 0,1 1 1,-1 0-1,1 0 0,-1 1 0,1-1 1,-1 1-1,1-1 0,-1 1 0,4 3 1,-3-1 17,-1 0 1,0 1-1,0-1 1,-1 1 0,1-1-1,-1 1 1,0 0 0,0 0-1,0 0 1,1 7-1,3 15 218,0 0 0,-2 0 0,1 37 0,-5 90-83,0-86-341,0-57 2,0-1 0,-1 1 1,0-1-1,-1 0 0,0 1 0,-1-1 1,0 0-1,0 0 0,-1 0 0,-6 10 1,1-5-612,-2-1 0,0 1 1,0-2-1,-24 21 0,26-24 204,-3 1-768,0 0 0,-19 14 0,13-15-717,0 0-1,-29 10 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15815,'0'0'7860,"360"-79"-8500,-360 71-817,0-1-960,-19 70-8292,-30 35 4770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7059,'224'88'5299,"-234"-88"-1714,-19 0-1088,0 78-1408,0 10-753,0 17-288,-1-9-48,-8-35-288,18-8-801,1-36-655,9 1-289,10 8-897,0-8 225,10-18-4162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0 1201,'284'117'5586,"-227"-94"1983,-59-16-6454,-1 3-1122,0-1 0,-1 1 0,0-1 0,0 0-1,-1-1 1,0 1 0,0-1 0,-1 0 0,-1 0 0,1-1-1,-12 11 1,-1 2-75,-30 34-294,-1-3 1,-3-2-1,-2-2 0,-64 41 1,-146 84-490,237-152 4483,31-20-2732,372 0 2625,-352 1-3625,1-2 1,0 0 0,-1-2-1,1 0 1,31-10-1,-39 7-121,-2 1-619,1 0 1,0 0-1,1 2 0,-1 0 1,28-2-1,0 5-4591,-13 0-2254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3298,'0'0'18387,"25"97"-15423,-13-49-2586,31 120 876,-7 2 0,20 262 0,-42 592 659,-15-699-1790,1 262-1305,0-577 259,0-23 2,0-525-1344,0 507 2290,2 1 0,1-1 0,1 0 0,1 1 0,12-35 0,-10 45 60,0 0 0,2 1-1,0 0 1,2 0 0,0 1-1,0 1 1,28-31-1,-36 43-70,1 1 0,1-1 0,-1 1-1,1 0 1,-1 0 0,1 0 0,0 0-1,1 1 1,-1 0 0,1 0 0,-1 1-1,1-1 1,0 1 0,0 1 0,0-1-1,0 1 1,0 0 0,0 0-1,11 0 1,3 1-234,-16-1 110,1 0 0,-1 1 0,0 0 0,0 0 0,0 0 0,1 1 0,-1-1 0,0 1 0,0 0 0,0 0 0,0 1 0,0-1 0,0 1 0,6 3 0,-4 2-297,0 0-1,0 0 1,0 1 0,-1 0 0,6 11-1,-8-12 133,48 84-4818,-39-60 1114,10 35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19609,'0'0'8868,"496"-35"-7940,-292 18-479,-19-1-353,-39 10-96,-59 8-48,-38 0-497,-40 0-367,-28 0-12918,-59 26 1072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4130,'0'0'22634,"505"-18"-22378,-437 36-176,-10 17-80,-48 26-32,-10 0 0,0 35-32,-19 1 32,-59-19-80,-19 19-352,0-45-881,-10 9-1360,29-17-2753,0-26-3682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 26 9684,'0'0'17246,"21"-5"-16606,66-12-243,-54 14-231,-32 3-162,-1 1 0,1-1 0,-1 1 0,1-1 0,-1 1 0,0-1-1,1 1 1,-1 0 0,0-1 0,1 1 0,-1-1 0,0 1 0,0 0 0,0-1-1,0 1 1,0 0 0,1-1 0,-1 1 0,0 0 0,0-1 0,0 1 0,-1 0 0,1-1-1,0 1 1,0 1 0,0 4 18,0 33 80,-9 70 1,6-92-65,-1 0 1,-1 0-1,0-1 1,-1 0-1,-1 0 1,-16 29-1,4-16-26,-2-1-1,-1-1 0,-42 41 0,-89 64-141,102-91-75,-2-3 0,-2-1 0,-1-4 0,-2-1 0,-100 38 0,144-65-55,0 0 0,-1-1-1,0-1 1,0-1 0,0 0-1,-28 0 1,41-8 143,3 1 145,-1-1 0,1 1 1,0-1-1,0 1 1,0 0-1,1-1 0,0 1 1,0 0-1,0 0 1,1 0-1,0 0 0,-1 1 1,2-1-1,-1 1 0,0 0 1,1-1-1,0 2 1,7-7-1,8-4 172,1 0-1,0 2 1,28-13 0,1-1 124,-23 11-163,0 2 0,1 1 0,1 1 0,-1 1 0,2 2 1,-1 1-1,1 1 0,0 1 0,46-1 0,-16 6-22,-54 0-246,-5 5-1470,-2 9 1031,0-1 0,-1 0 0,0 1-1,-1-1 1,-1-1 0,0 1 0,0-1-1,-1 0 1,-14 20 0,8-11-541,-32 54-3750,34-62 2622,-2 0-1,-21 18 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1 403 1633,'0'0'23675,"505"-175"-22939,-359 140-576,-39 0-160,-29 8-80,-39 10-656,-10-1-609,-29 1-1232,0-1-1281,0 10-912,0-10 496,0-17-4002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64,'0'0'22042,"68"455"-20441,-29-166-561,-20 8-271,1-8-337,-20-18 80,0-17-320,0-61-192,0-53 0,-20-62-384,1-43-865,-30-17-1248,1-18-3009,-20-18-3426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49 1409,'0'0'18824,"58"-10"-17882,187-26-376,-234 34-532,1 2 0,0-1 1,-1 2-1,1-1 0,0 2 0,13 2 1,-20-2-11,1 0-1,-1 0 1,0 1 0,0 0 0,0 0 0,0 0-1,5 4 1,11 7 69,-5-6-3,-13-7-24,0 0 0,-1 0 0,1 0 0,0 1 0,-1-1 0,1 0 0,-1 1 1,1 0-1,-1 0 0,0 0 0,0 0 0,0 0 0,0 0 0,0 0 0,0 1 0,2 3 0,-3 1 105,0 1-1,0-1 0,-1 1 1,1-1-1,-2 0 0,1 1 1,-1-1-1,0 0 0,-1 1 0,0-1 1,-5 13-1,-1-10-113,-1 0-1,-1-1 1,0 0-1,0 0 1,0-1-1,-1 0 1,-1-1-1,-16 9 1,-24 16-88,-41 36-223,53-46-118,-2-1-1,-57 18 0,86-34 13,0-1-1,0 0 1,-1-1-1,1-1 1,-1 0-1,-24 0 0,38-3 373,0 0 0,0 0-1,0 0 1,0 1 0,1-1-1,-1 0 1,0 0 0,1 0-1,-1 0 1,1 0 0,-1 1-1,1-1 1,-1 0-1,1 0 1,-1 1 0,1-1-1,0 1 1,-1-1 0,1 0-1,0 1 1,1-1 0,34-13 412,0 2-1,1 1 1,73-10 0,-88 17-252,273-66 1287,-294 70-1457,0 0 0,0 0-1,-1 0 1,1-1-1,0 1 1,0 0-1,-1 0 1,1-1 0,0 1-1,0-1 1,-1 1-1,1-1 1,-1 1-1,1-1 1,0 1 0,-1-1-1,1 1 1,-1-1-1,1 0 1,-1 1 0,1-2-1,2-5 239,-3 6-335,0 1-1,0-1 1,-1 1 0,1-1-1,0 1 1,0-1 0,0 1-1,-1-1 1,1 1-1,0 0 1,-1-1 0,1 1-1,0-1 1,-1 1 0,1 0-1,-1-1 1,1 1 0,0 0-1,-1 0 1,1-1 0,-1 1-1,1 0 1,-1 0 0,1 0-1,-1 0 1,1-1-1,-1 1 1,1 0 0,-1 0-1,1 0 1,-1 0 0,1 0-1,-1 0 1,1 0 0,-1 0-1,1 1 1,-1-1 0,0 0-1,-8 0-635,0 0-1,0 1 1,0 0 0,0 1-1,0 0 1,-15 5 0,-1 5-2517,1 1 0,-39 28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1633,'0'0'19032,"564"-148"-17863,-477 148-657,-9 0-368,-39 35-16,-30 43 513,-9 36-209,0 26-432,0-17-336,-38 8-737,-50 0-1488,20-26-2897,-39-70-3763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146 193 3922,'0'0'16906,"68"-32"-16191,206-96-744,-247 115-251,13-5 479,-40 18-252,1 0-1,-1 0 1,0 0 0,0 0 0,0 0-1,0-1 1,1 1 0,-1 0 0,0 0-1,0 0 1,0 0 0,1 0 0,-1 0-1,0 0 1,0 0 0,0 0 0,1 0-1,-1 0 1,0 0 0,0 0 0,1 0-1,-1 0 1,0 0 0,0 0 0,0 0-1,1 0 1,-1 0 0,0 0 0,0 0-1,0 0 1,1 0 0,-1 1 0,0-1-1,0 0 1,0 0 0,0 0 0,1 0-1,-1 0 1,0 1 0,0-1 0,0 0-1,0 0 1,0 0 0,0 1 0,1-1-1,-1 0 1,0 0 0,0 0 0,0 1 0,0-1-1,0 0 1,0 0 0,0 0 0,0 1-1,0-1 1,0 0 0,-1 14-210,0 0 0,0-1 1,-2 1-1,1-1 0,-2 0 0,0 0 1,-9 20-1,-5 4-426,-27 39 0,40-66 530,-242 347-3758,241-348 3530,6-22-754,-1-8 1090,0 3 48,1 1 1,0 0 0,2 0 0,0 0 0,4-19 0,-1 24 10,1 0 0,0 0 0,0 0 0,1 1 1,1 1-1,0-1 0,0 1 0,1 0 1,15-12-1,-5 6 15,0 0 1,1 2 0,1 0-1,30-14 1,98-32 80,-137 59 399,-12 8 259,-18 18-413,-49 45-475,-21 45-526,-10 12-211,-101 72-2456,193-193 3263,0 0 0,1-1 1,-2 0-1,1-1 0,-1 1 0,1-1 0,-1 0 0,-1-1 0,1 1 1,0-2-1,-1 1 0,1-1 0,-1 0 0,0 0 0,-9 0 0,7-2 5315,17 0-3789,19-3-834,1-1 1,-1 0-1,0-3 0,0 0 1,30-13-1,50-13 63,117-35-784,-138 39-2090,-78 27 1438,-1-1 0,1 0 0,0 0 0,9-7 1,23-22-4101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14423,'2'74'7278,"6"897"-118,-6-734-6414,-23 517-401,14-696-800,-2 0 0,-22 78-1,28-128 241,-8 20-238,11-27 379,-1 0 0,1-1 1,0 1-1,-1 0 0,1-1 0,-1 1 0,0 0 0,1-1 0,-1 1 0,0 0 1,1-1-1,-1 1 0,0-1 0,1 0 0,-1 1 0,0-1 0,0 1 1,0-1-1,1 0 0,-1 0 0,0 1 0,0-1 0,-1 0 0,-3-2-668,2-15-4,0-231-1144,4 131 1720,-1 97 206,1 0 0,1 0 0,1 0 0,0 0 0,11-34 0,-9 41 84,0 1 1,1 0-1,0 0 0,1 1 1,0-1-1,1 1 0,0 1 1,1 0-1,16-15 0,-7 10 31,1 2-1,1 0 1,0 1 0,1 1-1,0 1 1,31-10-1,-40 16-475,0 0 1,0 1-1,0 0 0,0 1 1,1 1-1,12-1 0,-24 2 201,0 0 1,0 0-1,-1 0 0,1 0 0,0 0 1,0 0-1,0 0 0,0 0 1,0 0-1,0 0 0,0 0 0,0 1 1,0-1-1,0 0 0,0 1 1,-1-1-1,1 1 0,0-1 0,0 1 1,0-1-1,-1 1 0,1-1 0,0 1 1,0 0-1,-1 0 0,1-1 1,-1 1-1,1 0 0,-1 0 0,1 0 1,0 0-1,1 10-1278,-1-1 1,0 1-1,0 0 0,-2 12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7185 282 14423,'0'0'2969,"-97"-36"-1878,-319-117 59,342 127-775,-89-19 1,120 38-93,-77-2 0,108 8-245,-593-4 1634,333 7-1020,-233 32 292,-159 21-257,-121 17-138,372-3-339,199-31-74,143-26-95,-161 32 65,27 12-34,115-30-34,-98 23 83,-132 42 224,-80 68 327,228-87-292,96-39-291,1 2 1,2 4 0,-100 70 0,133-80-82,2 2 0,1 2 0,1 1 0,2 2 0,2 1 1,1 2-1,-26 43 0,-79 159 259,69-102 7,32-61-135,2-13 8,-30 67 16,52-104-158,-3 3-18,1 1-1,1 1 1,2 0 0,2 1-1,1-1 1,-4 42 0,9 128-85,3-116 89,-1-71 14,2 0 0,-1 0-1,2 0 1,0 0 0,1-1 0,1 1 0,0-1 0,1 0-1,1-1 1,0 1 0,19 26 0,7 2 58,2 0 0,53 48 0,-64-66-38,69 60 22,2-4 0,171 110 0,-169-134 24,128 54-1,-161-81-69,146 61 1,-48-42-5,-89-28-4,-67-20 6,452 119-49,-129-59 268,442 25-1,22-65 319,39 2-386,-278-9-71,-206-8-68,500 9 139,-629-14-95,314-5 183,-102-46 100,-140 9-174,230-21-60,-515 61-103,478-66 43,3 37-87,559 30 41,-975 0 1,-1-3 0,1-4 1,106-22-1,204-76 15,-213 56-12,-81 26-35,-1-4 1,-2-4-1,128-66 0,-117 40-35,147-119-1,62-92-180,-289 254 221,162-165-235,-167 167 232,-1 0 1,0-1 0,-1-1-1,0 1 1,-1-1 0,11-30-1,-12 22 8,-1 0-1,-1 0 0,-1 0 1,0-27-1,-1-202 8,-3 195-26,-3 1 1,-2-1-1,-3 1 0,-2 1 1,-2 0-1,-3 0 1,-2 2-1,-2 0 0,-49-88 1,34 76 13,-3 2 0,-46-57 1,53 82 38,-1 0-1,-2 3 1,-75-60 0,54 55 2,-2 3 0,-1 1 0,-2 4 0,-66-26 1,-267-70 53,158 70 127,-3 10 0,-412-27 0,-495 51 92,955 23-228,26 0 5,-1306 14 117,957-10-241,316-5-804,192 1 102,3-5-755,0-1 757,-2-6-169,2 0-3753,15 12-2333,52 0-3085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7797 10982 14086,'0'0'6049,"94"33"-3638,321 113-599,110 33 514,-323-116-1787,229 39 0,-348-84-480,48 6 73,1-6 1,258 2-1,-261-19-86,227-7 77,-304 1-102,0-2-1,-1-2 1,0-2 0,89-33-1,-88 20 27,0-1-1,-2-3 0,-2-2 1,0-2-1,-2-3 1,-2-1-1,57-59 0,225-263 551,-195 208-337,-44 52-105,176-193 100,-182 206-201,170-183 37,-21-23-33,-196 239-15,-2-1 0,-2-1-1,-2-1 1,23-71 0,22-102 207,-51 161-185,37-121 60,4-72 70,59-534-1,-90-53-114,-32 770-79,-8-291-2,3 303 5,-3 0 0,-3 0 0,-30-96 0,18 100 30,-2 2 0,-4 0 0,-1 2-1,-3 1 1,-3 2 0,-2 1-1,-82-87 1,-4 16 186,-239-184 0,-68 0-65,-72 21-38,-62 3 17,-70 12-36,-477-94-94,-30 99-18,-342 43 94,157 119-67,-643 92-13,1320 14 0,293-1 0,75 0 0,195 0 0,-37 2 0,1-6 0,-128-20 0,150 6 4,1-4-1,1-4 1,2-5-1,-124-56 1,172 63-27,1-1 1,2-3-1,1-2 1,1-2-1,1-1 0,2-3 1,2-1-1,1-2 1,-62-84-1,46 41-32,4-2 1,4-3 0,3-1-1,-51-157 1,81 202 31,2 0 1,-9-82 0,12-88-119,8 211 139,5-121-69,-2 106 65,0 1 1,0-1-1,2 1 0,0 0 1,12-25-1,-3 14 1,1 2 0,1-1 0,37-41 0,77-68-28,4 18 27,6 5 1,202-123 0,-258 184 9,2 3 0,2 3 0,2 5 0,2 4 1,2 4-1,116-25 0,2 18-19,306-18 1,-168 47-101,-248 8-1494,-66 2-2998,-46 2-2501,-56 11 417,-51 25-4090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8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12278,'0'0'12248,"81"3"-12091,271 20-143,-321-18-20,0 0 1,0 2 0,0 2 0,56 23 0,-86-32 4,25 10-26,-1 2 0,0 0 0,-1 1 0,0 1 0,-1 1 0,32 29 0,-49-39 19,-1 1 1,0 0 0,0 0-1,0 0 1,-1 1-1,0-1 1,0 1 0,-1 0-1,0 0 1,0 1 0,2 11-1,-2-3 9,-1 0-1,-1 0 1,-1 30-1,-1-11-18,1-23-25,-1 1-1,0 0 0,-1-1 0,-1 0 1,0 1-1,0-1 0,-1 0 0,-7 13 0,-5 6-525,-34 48 0,6-11-465,-40 79-2344,5-4-2824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1008,'0'0'21296,"107"-19"-20248,342-61-733,-240 41-211,-199 37-98,144-22 84,-125 22-45,-29 2-46,1 0 0,-1 0 0,0 0 0,1 0 0,-1 0 0,0 0 0,0 0 0,1 0 0,-1 0-1,0 0 1,1 0 0,-1 0 0,0 1 0,1-1 0,-1 0 0,0 0 0,0 0 0,1 0 0,-1 0 0,0 1 0,0-1-1,1 0 1,-1 0 0,0 0 0,0 1 0,0-1 0,0 0 0,1 0 0,-1 1 0,0-1 0,0 1 0,4 4-18,-1 1 0,0 0 1,-1 0-1,1 0 1,-1 0-1,2 11 0,6 17-40,6 9-42,-7-20-581,0 1-1,-2 0 0,-1 0 1,0 1-1,3 45 1,-8-42-290,2-8-206,-2-1 1,0 1-1,-2-1 0,0 1 0,-1-1 0,-1 0 0,-8 30 1,1-27-1098,-2 0 1,0-1-1,-19 25 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11813,'0'0'9525,"438"-122"-9509,-409 122-16,-19 0-144,-30 87-9061,-96 27 3507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35 13174,'-641'420'3490,"728"-455"-1569,79-17-97,67-18-367,20-9-304,-10 9-449,-29 9-576,-59 17-128,-67 9-16,-20 26-704,-59 9-1233,-48 105-6195,-116 18 1569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1 237 9252,'0'0'12747,"97"-29"-10722,318-94-1062,-193 68-637,-204 51-310,30-5-12,0 2 1,63-2-1,-108 9-260,-8 11-144,-6 11 340,-1-1-1,-2 0 1,0-2-1,-1 1 1,-33 32-1,30-32-8,-308 317-1201,286-297 1095,20-19 68,-37 29-1,48-40 908,13-6-511,29-4-387,-7-1 199,36 2 39,97-3 242,-135 0-353,-1-1 1,0-1-1,0-1 1,42-15-1,-30 4-93,0-1 0,-1-2-1,33-24 1,91-79-2646,-142 109 1224,-1-1-1,19-22 0,-27 25-344,0 1 0,0-2 0,7-16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14727,'0'0'8059,"73"3"-7786,219 12-369,-229-6-178,-62-9 262,-1 0 0,1 0 0,-1 0 0,1 0 0,-1 1 0,0-1 0,1 0 0,-1 0 0,1 0-1,-1 1 1,0-1 0,1 0 0,-1 0 0,0 1 0,1-1 0,-1 0 0,0 1 0,1-1 0,-1 0 0,0 1-1,0-1 1,0 0 0,1 1 0,-1-1 0,0 1 0,0-1 0,0 0 0,0 1 0,0-1 0,1 1 0,-1-1-1,0 1 1,0-1 0,0 1 0,-1 3-92,1-1 1,0 0-1,0 1 0,-1-1 0,0 0 1,0 0-1,0 0 0,0 0 0,0 0 1,-1 0-1,1 0 0,-1 0 0,-2 3 1,-37 36-779,-229 167-1816,34-31 1698,214-162 1073,18-13-10,0-1 1,0 1-1,1 0 1,-1 0-1,0 0 0,1 0 1,0 0-1,0 1 1,0 0-1,0-1 1,0 1-1,1 0 0,0 1 1,-1-1-1,2 0 1,-1 1-1,0-1 1,-1 8-1,1 2 471,1 1 0,0 0 1,1 0-1,1 0 0,0 0 0,4 19 0,-3-28-428,-1-1-1,1 0 0,0 0 0,0 0 1,0 0-1,1 0 0,-1-1 0,1 1 0,0-1 1,1 0-1,-1 0 0,1 0 0,0 0 1,0 0-1,0-1 0,0 0 0,1 0 1,-1 0-1,1 0 0,7 2 0,5 0-4,1-1 0,-1-1-1,0 0 1,1-1-1,0-2 1,-1 1-1,24-4 1,9 2-132,-48 1 2,1 0-1,0 0 1,0 0 0,0-1 0,0 1-1,0-1 1,-1 1 0,1-1-1,0 0 1,-1 0 0,1 0-1,0 0 1,4-3 0,-4 0-163,0 1 0,0-1-1,0 1 1,0-1 0,-1 0 0,4-8 0,-3 7-19,5-9-586,-5 10 264,-1 0 0,1 1 0,-1-1-1,-1 0 1,1 0 0,0 0 0,-1-1-1,0 1 1,0 0 0,0 0 0,-1-1-1,1-5 1,-1-25-6596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0 534 2993,'0'0'16501,"73"-61"-16202,229-194-971,-198 163-527,-93 81 599,1 1 0,0 0 0,0 0 0,1 2-1,17-10 1,-23 14-27,1 1 1,-1-1-1,1 1 0,0 1 0,0 0 0,0 0 0,0 0 0,1 1 0,-1 0 1,0 1-1,16 1 0,-7-1-697,-16-1 1242,0 1 1,0 0 0,0-1 0,0 1 0,0 0 0,0-1-1,-1 1 1,1-1 0,0 0 0,0 1 0,0-1 0,-1 0-1,1 1 1,0-1 0,-1 0 0,1 0 0,0 0 0,-1 1-1,1-1 1,-1 0 0,0 0 0,1 0 0,-1 0 0,1-1-1,-1 1 220,1-1-1,-1 1 0,1 0 0,-1 0 0,1 0 1,0 0-1,0-1 0,-1 1 0,1 0 0,0 0 1,0 1-1,2-3 0,0 2 1949,1 11 2157,2 6-2968,2 29 1569,5 87-1,-16 60-1287,2-184-1604,0 0 1,0 0-1,-1 1 1,0-1-1,-1-1 1,0 1-1,-6 12 1,-2-1-310,-22 29 1,10-18-64,18-23 325,-48 67-3985,-114 125 1,16-59-4021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9893,'0'0'11957,"545"-43"-11653,-468 43-160,-28 0-144,-10 43-80,-29 10-48,9 17 80,-19 17-400,0 10-513,0 43-1552,0-18-1376,-19-8-2386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3506,'0'0'20937,"165"175"-20441,-97-87-95,-9-18-209,-11-35-144,-19-18-48,1-8-128,-11-9-993,-9 0-992,19 0-1280,-29-17-1842,0-36-1552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740 517 2993,'60'-430'8335,"-58"414"-7619,1 1-1,9-29 1,-11 43-685,-1 1 0,0-1 0,0 1 0,0-1 0,1 1 0,-1-1 0,0 1 0,0-1 0,1 1 0,-1-1 0,1 1 0,-1-1 0,0 1 0,1-1 0,-1 1 0,1 0 0,-1-1 0,1 1 0,-1 0 0,1-1-1,-1 1 1,1 0 0,-1 0 0,1 0 0,0-1 0,-1 1 0,1 0 0,-1 0 0,1 0 0,-1 0 0,1 0 0,0 0 0,314 0 1100,-303 0-1357,-1 0 0,1 1-1,0 0 1,0 1-1,-1 0 1,1 1-1,-1 0 1,16 7-1,-20-6-97,0 0 0,0 0-1,-1 1 1,1 0 0,-1 1-1,0-1 1,0 1 0,-1 1-1,0-1 1,0 1 0,0 0-1,-1 0 1,4 8-1,1 3-483,-1 1-1,-1 0 0,-1 0 0,0 0 0,-2 1 0,0 0 0,2 34 0,-5-28 1412,-4 37-1,2-53-142,-1 0 0,-1 0 0,0 0 0,0 0 0,-1 0-1,0-1 1,-1 0 0,0 0 0,-1 0 0,0 0 0,-9 10 0,-2 5 485,-15 24 388,-3-1 0,-1-2 0,-2-1 0,-2-3-1,-2-1 1,-59 44 0,16-31-861,-1-3 0,-161 66 1,113-64-297,-270 68 0,365-110-192,33-7-71,8-2-26,55-4-188,-31 0 396,857-116 2629,-829 109-2791,-1-3 1,-1-2-1,83-35 0,-120 43-215,-9 4-210,-1 0 0,1 1 0,0-1 0,1 1 0,-1 1 0,0-1 0,13-1 0,-15 5-1542,-3 9-334,-4 62-3301,-14 42-1390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10021,'0'0'11800,"68"21"-11120,225 60-221,-275-76-425,1-1 0,0-1-1,-1 0 1,1-2 0,0 0 0,0-1 0,22-3 0,-26-1-11,-1 0 0,1-1 0,-1 0 0,0-1 0,25-16 1,-34 19-21,27-14-106,0-1-1,-2-2 1,0-1-1,-2-1 0,50-50 1,-74 67-23,-2 4 51,0-1-1,0 0 1,0 0 0,-1 0-1,1 0 1,-1 0 0,0-1-1,1 1 1,-1 0 0,0-1-1,0 1 1,0-1 0,-1 1-1,1-1 1,0-3-1,-1 5-505,-26 3-195,0-1 0,-28-3 0,3 1-295,-185 15-4352,133-5 2026,-14-6-1285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9 10661,'0'0'12523,"84"-1"-12227,255-5-179,-248 5-87,-90 1-137,-2 11-261,-2 1 304,0-1 0,0 0 0,-1 0 0,-1 0 0,1 0 0,-2-1 0,0 0 0,0 0 0,-11 14 0,-80 83-501,69-78 263,-9 6-521,-1-2 1,-2-1-1,-72 43 1,54-37-560,41-26 363,0-1-1,-1 0 1,-1-2-1,1 0 1,-1 0-1,-1-2 1,-34 8-1,33-13-1371,-37 0-1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12662,'0'0'6851,"68"700"-4578,-48-350-848,-20 44-641,0-27-96,0-43-143,0-44-177,0-87-288,0-62-80,0-61-1009,0-44-1216,0-8-2593,-39-18-2817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14807,'0'0'10050,"63"5"-9770,190 12-240,-190-11-61,-62 19-155,0-17 24,-1 1 0,1 0-1,-2 0 1,1-1-1,-1 1 1,-1 0-1,0-1 1,-3 10-1,-1-8-43,-1 0 0,0 0 0,-1-1-1,0 1 1,0-2 0,-12 10 0,-13 14-506,-75 71-2330,69-68 4463,45-35-711,276 0 1695,-281 0-2439,-1 0 1,1 0 0,-1 0-1,1 0 1,-1 0 0,1 0-1,-1 0 1,1-1 0,0 1-1,-1 0 1,1 0 0,-1 0-1,1-1 1,-1 1 0,0 0-1,1-1 1,-1 1 0,1-1-1,-1 1 1,1 0 0,-1-1-1,0 1 1,1-1 0,-1 1 0,0-1-1,0 1 1,1-1 0,-1 1-1,0-1 1,0 1 0,0-1-1,0 1 1,1-2 0,-1-20-2765,-1 12-1467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5939,'0'0'18328,"564"-17"-17912,-477-10-272,-9-8-144,-39 9 0,-20 0-608,-19 0-913,0 17-1040,-116 18-7203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13846,'253'343'4069,"-246"-335"-3862,0-1-1,0 0 1,1 0 0,0-1 0,1 0 0,-1 0-1,16 6 1,-18-9-4,0-1 0,1-1 0,-1 1 0,1-1 0,-1 0 0,13 0 0,-17-1-149,160 12 2837,48 1-1609,-202-13-1278,-6-1-6,0 1 0,0 0 0,0 0 0,0 0-1,0 0 1,0 0 0,0 0 0,0 1 0,0-1 0,0 1 0,0-1 0,0 1-1,0 0 1,0 0 0,0 0 0,1 1 0,-2 0-67,0 0 1,-1 0-1,1-1 1,-1 1-1,0 0 1,0 0 0,0 0-1,0 0 1,0 0-1,0 0 1,0 0-1,0 0 1,-1 0-1,1 0 1,-1 0-1,1 0 1,-1-1-1,0 1 1,0 0-1,0 0 1,0-1-1,0 1 1,-2 2-1,-8 5-179,-1 0-1,0-1 0,-1 0 0,-25 11 0,-12 8-443,39-21 526,-119 80-1723,119-78 1749,1 0 0,0 1 0,0 0 0,1 0 0,1 1 0,-1 1 0,1-1 0,1 1 0,-8 16 0,13-19 340,0 0 0,0 0 1,1 0-1,0 0 1,1 0-1,0 0 0,0 0 1,0 0-1,4 15 1,-3-19-31,-1-2-107,0 0 1,1 0-1,-1 0 0,1 0 1,0 0-1,-1 0 0,1 0 1,0-1-1,0 1 0,0 0 1,0-1-1,1 1 0,-1 0 1,0-1-1,1 1 0,-1-1 0,1 0 1,-1 0-1,1 1 0,0-1 1,3 1-1,1 1 44,1-1 0,0 0 0,0 0 0,12 1 0,-8-1 38,49 6 8,0-4 0,102-4 0,-67-2-2424,-90 2 1824,-1 0-1,0 0 0,1 0 0,-1 0 0,0 1 0,0 0 0,1 0 0,6 2 0,-10-2 55,1 1 0,-1-1-1,0 1 1,1-1 0,-1 1-1,0-1 1,0 1-1,0 0 1,0 0 0,0-1-1,-1 1 1,1 0 0,0 0-1,-1 0 1,1 2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1 903 512,'0'0'25892,"11"-4"-25646,34-15-166,-44 19-88,0-1 1,0 1 0,-1 0 0,1-1-1,0 1 1,0-1 0,-1 1 0,1-1 0,0 1-1,-1-1 1,1 1 0,-1-1 0,1 0 0,-1 1-1,1-1 1,-1 0 0,1 0 0,-1 1-1,0-1 1,1 0 0,-1 0 0,0 1 0,0-1-1,0 0 1,1 0 0,-1 0 0,0 0 0,0 0-1,0 1 1,0-1 0,0 0 0,-1 0-1,1 0 1,0 0 0,-1 0 0,1-6-144,1-9-132,1 0 0,1-1 1,0 1-1,1 1 0,1-1 0,12-27 1,-2 6 46,10-26 125,2 3-1,3 0 0,63-94 0,-60 109 324,1 1 1,2 2-1,2 1 0,80-66 0,-112 102-121,0-1 1,1 1-1,0 0 1,0 1-1,0-1 0,0 2 1,0-1-1,1 1 1,0 0-1,0 0 1,0 1-1,0 0 0,0 1 1,15-2-1,1 2 181,-16 1-129,-1-1 1,1 1 0,-1 0 0,1 1-1,9 2 1,-16-3-135,0 0 1,-1 1-1,1-1 0,-1 1 0,1-1 1,0 0-1,-1 1 0,1 0 0,-1-1 1,1 1-1,-1-1 0,0 1 0,1-1 1,-1 1-1,1 0 0,-1-1 0,0 1 1,0 0-1,1-1 0,-1 1 0,0 0 1,0 0-1,0-1 0,0 1 0,0 0 1,0 0-1,0-1 0,0 1 0,0 1 1,3 177 562,-4-99-539,1-79-32,0 36-61,-1-1 1,-7 43-1,5-68 13,1 1 0,-2-1 0,1 1 0,-1-1-1,-1 0 1,0 0 0,-1-1 0,0 0 0,-1 0 0,-11 14 0,0-4-311,-1-2 0,-2 0 0,1-1 0,-2-1-1,0 0 1,-1-2 0,-1-1 0,-45 18 0,55-27-145,0 0 1,-1-1-1,1-1 1,-1 0-1,1-1 1,-24-2-1,18 1-381,17 0 1687,30 0 918,17 0-1294,-12 2-100,0-2-1,0-2 1,-1-1-1,43-9 0,-45 3-317,0-1-1,0-1 0,-1-2 1,-1-1-1,0-1 0,-1-1 1,-1-2-1,43-38 0,-52 41-165,18-18-1901,48-35-1,-80 67 1675,0-1 0,0 1 0,0 0 0,0-1 0,0 0 0,-1 1 0,1-1 0,0 0 1,-1 0-1,1 0 0,-1 0 0,2-3 0,0-27-6774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14343,'0'0'7718,"12"105"-5109,33 356-998,-33-157-792,-12 297-168,0-574-665,0 0 0,-9 49 0,6-64-32,-1 1 0,-1-1 0,-9 18 0,5-11-45,-1 7-84,10-23 121,-1 0 0,1 1-1,-1-1 1,0 0 0,0 0-1,-1 0 1,1 0 0,-1 0-1,1-1 1,-1 1 0,0 0-1,0-1 1,0 1-1,0-1 1,0 0 0,-1 0-1,1 1 1,-1-2 0,0 1-1,1 0 1,-1 0 0,-4 1-1,-26 0-1313,33-3 1319,-1 0 0,1 0 0,-1 0 0,1 0 0,-1 0 1,1 0-1,-1 0 0,1 0 0,-1 0 0,1 0 0,-1 0 1,1 0-1,-1 0 0,1-1 0,-1 1 0,1 0 0,0 0 0,-1 0 1,1-1-1,-1 1 0,1 0 0,0-1 0,-1 1 0,1 0 1,-1-1-1,1 1 0,0-1 0,0 1 0,-1 0 0,1-1 1,0 1-1,0-1 0,-1 1 0,1-1 0,0 1 0,0-1 0,0 1 1,0-1-1,-7-27-1103,1 0 0,1 0 0,-1-54 1,4 49 526,-2-248-1743,5 185 2524,-2 87 27,1-1 0,1 1-1,0 0 1,0 0 0,3-12 0,-2 18-51,-1-1 1,1 1 0,0-1-1,0 1 1,0 0 0,0 0-1,1 0 1,0 0-1,-1 0 1,1 0 0,0 1-1,0-1 1,6-3 0,8-4 438,0 1 0,0 0 0,1 2 1,25-9-1,85-17 1618,-47 12-1349,103-21 126,-178 40-489,-6 2-534,0 0 0,1 0 0,-1-1 0,1 1 0,-1 0 0,1 0 1,-1 0-1,1-1 0,-1 1 0,1 0 0,-1 0 0,1 0 0,-1 0 0,1 0 1,-1 0-1,1 0 0,-1 0 0,1 0 0,-1 0 0,1 0 0,-1 0 1,1 1-1,-1-1 0,0 0 0,1 0 0,-1 0 0,1 1 0,-1-1 0,1 1 1,0 2-380,0 0 0,-1 0 0,0 0 0,1 1 0,-1-1 1,0 0-1,0 0 0,-1 5 0,0 3-104,0 0 0,-1 0 0,0 0 0,0 0 1,-1 0-1,-1-1 0,-9 21 0,-3-7-1078,-1 0 1,-2-1 0,-36 35-1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88 6515,'0'0'15530,"87"-9"-13260,284-29-1091,-170 11-614,-136 16-412,5 8-148,-67 3-279,-29 3-642,-21 8 561,0 3-1,-73 30 0,83-30 170,-118 42-2286,-243 53 0,159-50-281,231-58 2802,1 1 0,0-1 0,-1 0 0,1 0 0,-11-1 0,8-1 532,7 1 731,12-5-338,16-8-504,1 1 0,0 1 1,0 2-1,1 0 0,32-5 0,151-16 1333,374 18 730,-376 14-3532,-169-2-522,-38-1 1457,-1 1 0,1 0 1,-1 0-1,1 0 0,-1 0 0,1 0 1,-1 0-1,1 0 0,-1 0 1,1 0-1,-1 0 0,1 1 0,-1-1 1,1 0-1,-1 0 0,0 0 0,1 1 1,-1-1-1,1 0 0,-1 0 0,1 1 1,-1-1-1,0 0 0,1 1 0,-1-1 1,0 0-1,1 1 0,-1-1 0,0 1 1,0-1-1,1 0 0,-1 1 1,0-1-1,0 1 0,0-1 0,1 1 1,2 17-1416,0 0 0,-1 0 1,-1-1-1,-1 25 1,0 20-4658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53 15111,'0'0'8409,"92"-9"-6800,288-26-659,-232 26-599,-131 9-342,-17 0-9,0 0-1,0 0 1,1 0 0,-1 0 0,0 0 0,0 0 0,0 0 0,1 0-1,-1 0 1,0 0 0,0 0 0,0 0 0,1 1 0,-1-1 0,0 0-1,0 0 1,0 0 0,0 0 0,1 0 0,-1 0 0,0 0 0,0 0-1,0 1 1,0-1 0,1 0 0,-1 0 0,0 0 0,0 0 0,0 1-1,0-1 1,0 0 0,0 0 0,0 0 0,0 0 0,0 1 0,1-1-1,-1 0 1,0 0 0,0 0 0,0 1 0,0-1 0,0 0 0,0 0-1,0 0 1,0 1 0,0-1 0,0 0 0,-1 0 0,1 0 0,0 1-1,0-1 1,0 0 0,0 0 0,0 0 0,0 1 0,-1 6 1,1 0 1,-1 0 0,0 0 0,-1 0-1,0 0 1,0 0 0,0 0-1,-1 0 1,0-1 0,0 0 0,-1 1-1,0-1 1,-9 11 0,-13 14-149,-1-2 0,-2 0 0,-1-2 0,-1-1 1,-1-2-1,-47 28 0,16-16-768,0-3 0,-122 44 0,168-71 643,1-1 0,-23 3 0,-4-5 176,35-3 1016,10 0-861,0 0-1,0-1 1,1 1-1,-1-1 1,0 1-1,0-1 1,0 0-1,0 0 1,4-2-1,16-6 166,22 0 396,1 2 0,70-2 1,-44 5-161,214-11 810,-194 6-1252,-90 9-597,-3 1-1188,0-1 1365,0 1 0,0-1 0,-1 1 1,1-1-1,0 0 0,0 0 0,-1 0 0,1 0 1,-4-1-1,-14-1-1136,-74 2-4942,-36 0-4869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0 1 13910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0 718 13910,'272'-595'3330,"-184"551"-2226,-1-8 337,1 26-961,-11 26-1936,-57 0-2514,-20 96-2817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302 123 7764,'0'0'13782,"292"-122"-13782,-273 122-176,-106 70-2209,-39 9 464,9 52-1793,-29-17-688,10-9-592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428 446 4290,'-427'237'3554,"504"-299"-225,21 45-47,28-36-497,10 27-960,0-9-353,10-17-559,0-1-593,-30-8-320,-9-9-224,-29 0-1521,-20 17-1568,-38-17-1682,-20 9-2000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4946,'0'0'17000,"136"621"-14727,-116-271-1024,-11 18-577,1 8-192,-10-26-208,0-70-144,0-18-128,0-69-80,0-44-816,0-44-865,-19-9-1696,-10-17-2402,-10-53-2657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3 420 12854,'0'0'13238,"0"47"-13091,0 154-49,-2-127-64,2-52-13,3 44-1,-3-64-17,0 0-1,1 0 1,-1-1 0,0 1-1,1 0 1,0 0 0,-1-1 0,1 1-1,0 0 1,0-1 0,0 1-1,0 0 1,0-1 0,0 1-1,0-1 1,0 0 0,1 1-1,-1-1 1,1 0 0,-1 0-1,3 2 1,-2-3-19,0 1 0,0-1 0,1 1 1,-1-1-1,0 1 0,0-1 0,1 0 0,-1 0 0,0 0 0,0-1 0,1 1 0,-1 0 1,0-1-1,0 1 0,1-1 0,-1 0 0,0 0 0,0 0 0,2-1 0,1-1-16,0 0-1,-1-1 0,0 1 0,1-1 1,-1 0-1,0 0 0,-1 0 0,1 0 1,-1-1-1,0 0 0,3-5 0,26-62-368,-30 65 358,19-57-1110,-2-2-1,-4 0 1,-3-1 0,7-125 0,-15 51-3265,-4 8-1766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6291,'0'0'11845,"68"455"-8499,-48-175-577,-20 0-976,0 0-561,0-35-479,0-35-385,0-26-272,0-62-64,-10-43-32,-19-27-688,9-25-1217,-19-27-912,10 0-2978,-19-35-3505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0 237 880,'0'0'23947,"457"-201"-23803,-399 192-144,-19-8-272,-39 8-1585,0 88-13574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6307,'58'481'9284,"-58"-498"-7347,68 8-1313,39-17 449,20-18-1073,-11 18-817,1 17-2784,-20 9-3763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7075,'0'0'21402,"117"-175"-21402,-59 149-32,-19 9-656,-10 17-961,-29 104-10309,-68 10 3363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0 815 16632,'0'0'8972,"89"-13"-8695,271-41-746,-288 41 191,-48 9-46,-43 27-4549,0-3 4617,1 2 0,-25 36 0,-40 81 467,74-121-14,7-15-51,1 0-1,-1 0 1,0 0-1,0 0 1,0 0-1,0 0 1,0 0-1,-6 4 1524,13-45-1199,6 3-619,2 0 0,1 1 0,20-34 0,-4 8-125,80-204-2696,-19-20-3379,-40 61-707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18296,'0'0'3482,"0"92"-803,0 685 1346,-27 236-2768,3-727-1246,-41 115-681,53-351-929,-30 77-1,42-125 1068,-9 16-1552,5-21-459,3-19-3767,1-353-1529,0-214 9299,0 477 914,0 106-1953,0 1-1,0-1 1,1 0-1,0 0 0,2-7 1,-2 11-244,-1 0 1,1 1 0,0-1 0,0 1-1,-1-1 1,1 1 0,0-1 0,0 1-1,1-1 1,-1 1 0,0 0 0,0 0-1,3-2 1,0 1 135,1 0 0,0 1 0,-1 0 0,1 0 0,0 0 0,0 0 0,-1 1 0,1-1 0,0 1 0,7 1 0,-2-1-133,52 0 1343,356 8 2583,-303-7-4293,-115-1 187,1 0-38,-1 0-1,1-1 1,0 1-1,0 0 1,-1 0-1,1 0 1,0 0-1,-1 0 1,1 0-1,0 0 1,0 0-1,-1 1 1,1-1-1,0 0 1,-1 0-1,1 1 1,0-1-1,-1 0 1,1 1-1,-1-1 1,1 0-1,0 1 1,-1-1-1,1 1 1,-1-1-1,1 1 1,-1-1-1,0 1 1,1-1-1,-1 1 1,1 0-1,-1-1 1,0 1-1,0 0 1,1-1-1,-1 2 1,2 8-826,0 0 0,-1 0 1,-1 17-1,-6 50-5897,-19 22-4193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19929,'0'0'8004,"408"342"-8228,-291-342-513,-10-79-815,-10-52-994,-10 26-1519,1-44-1778,-1 9-2273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0 352,'0'0'25166,"-10"94"-23477,-29 302-862,29-135-272,11-202-416,-1-57-136,3 94 172,-2-87-161,0 1 0,1 0 0,1-1 0,-1 1 0,1-1 0,1 0 1,4 9-1,-7-17-54,1 1-1,-1-1 1,0 0 0,1 1 0,-1-1 0,1 0 0,-1 0 0,1 0 0,-1 0 0,1 0 0,0-1 0,0 1-1,-1 0 1,1-1 0,0 1 0,0-1 0,0 0 0,0 1 0,0-1 0,-1 0 0,1 0 0,0 0 0,0-1-1,0 1 1,0 0 0,0-1 0,0 1 0,-1-1 0,1 0 0,0 1 0,-1-1 0,1 0 0,0 0-1,-1 0 1,3-2 0,2-2-122,0 0-1,-1 0 0,1 0 0,-1-1 1,-1 0-1,1 0 0,-1 0 0,0 0 1,5-12-1,26-72-1361,-30 76 1250,23-71-2694,18-95 1,-38 132-568,6-83 1,-13 3-5339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185 140 10725,'-185'-52'5250,"195"52"-3489,58 0-560,29 0-689,10-35-512,0 9-1265,-10 17-2288,-29-9-3266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14455,'0'0'8953,"-2"93"-7051,-25 1179 2455,-61 840-2594,69-1840-1771,2-100-68,-5 142-1318,22-305 791,-2-15 91,-2-10 313,0-1 0,1 1-1,-1-32 1,0-7 22,-28-460-317,27-8 503,5 459 20,4 1 0,13-71 0,-9 93 59,1 1-1,3 1 1,1-1 0,23-44-1,-19 49 120,2 1 0,2 0 0,1 2-1,2 0 1,1 2 0,1 0 0,1 2 0,2 1-1,52-38 1,-53 45-105,152-106 183,-178 124-539,1 0 0,0 0 0,0 0 0,0 0 0,0 1 0,0-1 0,1 1 0,-1 0 0,0 0 0,7-1 0,-9 3-98,0 1 1,0-1-1,0 1 1,-1 0-1,1 0 1,-1-1-1,1 1 1,-1 0-1,0 0 1,0-1-1,1 1 1,-1 0 0,0 0-1,-1 0 1,1-1-1,0 1 1,-1 0-1,0 2 1,0 38-2127,1 124-10520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59 184 7187,'0'0'23131,"-19"-184"-29262,-20 184-8292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13510,'0'0'14407,"-398"429"-14151,398-386-256,0 10-32,39-53-849,0 0 81,-1 0-528,-18-70-529,19 0-801,-20 35-1728,-19-26-2689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6131,'88'-525'9732,"-69"525"-5554,1 0-1953,9 79-464,10 52-272,0 44-561,-10 26-528,0 18-240,-29-18-160,0-35-480,0-17-512,0-35-609,-29 8-1889,-29 1-1648,-40-10-1857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15223,'0'0'8740,"311"498"-7764,-224-401-559,1-19-369,-10-16-48,-30-27-561,-19-35-607,-19 0-4419,-10-53-319,0-26 719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1969,'0'0'21466,"29"542"-21194,-29-419-272,0-1-1409,0 9-2320,-48-52-4323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18360,'0'0'4691,"399"0"-25245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16327,'0'0'6222,"86"15"-5059,-86-15-1163,355 71 550,-340-67-524,0 1 0,0 1 1,-1 0-1,26 14 1,-35-16-17,0-1 1,0 2-1,0-1 1,0 0-1,-1 1 1,7 10-1,-3-5 2,-1 0 0,-1 1 0,0 0 0,-1 0-1,0 1 1,0-1 0,5 25 0,-6-11-6,-1-1-1,0 51 1,-2-46-45,0 29-80,-1-54 103,0 0-1,-1 0 0,0 0 0,0 0 0,0 1 0,0-1 0,-1-1 1,1 1-1,-1 0 0,0 0 0,-3 3 0,-2 1-37,-1 0 1,0-1-1,-1 0 0,-13 8 0,2-1-56,-31 23-237,-91 60-1024,10-10 29,100-65 1054,8-7 206,18-12 25,0 0 1,1 1-1,0-1 1,0 1-1,-6 6 1,9-8 146,0 0 1,0 1-1,1-1 1,-1 0-1,1 1 1,0 0-1,0-1 1,0 1-1,0 0 1,0-1-1,0 1 1,1 0 0,-1 0-1,1 0 1,0 5-1,0-6-38,0 0 0,0 0 0,1-1 0,-1 1 0,1 0 1,-1 0-1,1-1 0,-1 1 0,1 0 0,0-1 0,0 1 0,0 0 0,0-1 0,0 1 0,0-1 0,1 0 0,-1 1 0,2 0 0,38 23 282,-23-17-188,1-1 0,1-1-1,-1-1 1,1 0 0,39 3-1,109-3 361,-141-5-480,230-2-66,-241 1-206,0 0-1,0-1 0,0-1 1,0-1-1,15-5 1,-24 6-236,1 0 1,-1 0-1,0-1 1,0 0-1,0 0 1,-1 0-1,1-1 0,-1 0 1,0-1-1,8-9 1,-13 14 74,0-1 1,0 0-1,0 0 1,0 0-1,0 0 1,0 0-1,-1 0 1,1 0-1,-1 0 1,0 0-1,1 0 1,-1 0-1,0 0 1,0 0-1,-1-4 1,1 6 406,0-62-9775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1713,'0'0'23515,"544"-44"-23355,-456 44-160,-20 0-513,-49-35-1215,10 35-1682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3330,'97'254'10180,"-77"-254"-5105,48 0-3523,29 0-1312,39-18-32,10 1-208,-30 8-752,-9 9-3138,-48 0-2785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5747,'0'0'20345,"87"595"-19625,-48-359-416,0 9-304,-10-9-464,-29-26-736,0-17-721,0 25-1521,0-25-1488,-87-27-2882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12854,'0'0'9172,"506"-61"-7747,-302 43-865,-39 18-528,-29 0-32,-48 0-480,-20 61-625,-49 36-63,-19-1-97,0 9-368,0 26-912,-19-17-2129,-59-35-1729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 1585,'0'0'21028,"87"-3"-19617,278-4-554,-344 7-799,0 0 0,0 2 0,0 0 0,32 9 0,-48-10-42,0 1 0,0 1 0,-1-1 0,1 1 0,-1 0 1,1 0-1,-1 0 0,0 0 0,0 1 0,4 5 0,9 7 40,-12-12-47,-1 0-1,0 0 1,0 0 0,0 1 0,0-1 0,-1 1 0,0 0 0,0 0 0,0 0 0,4 11 0,-5-4 43,0-1 0,-1 0 1,0 1-1,-1 18 1,0-14 52,1-7-72,0-1 0,-1 0 0,0 0-1,-1 0 1,0 1 0,0-1 0,-1 0 0,0 0 0,0 0 0,-1-1 0,0 1 0,0 0 0,-5 7-1,0-6-27,-1-1-1,1 0 1,-2 0-1,1-1 1,-1 0 0,0 0-1,-12 5 1,-87 39-77,93-44 46,-87 34-1110,-174 47-1,274-87 1113,-18 3-343,0 2 1,0 0-1,0 2 1,-20 10-1,41-18 357,0 0-1,0 0 0,0 0 1,0 0-1,0 0 1,0 0-1,0 0 0,0 0 1,1 0-1,-1 0 0,0 0 1,0 1-1,0-1 1,0 0-1,0 0 0,0 0 1,0 0-1,0 0 1,0 0-1,0 0 0,0 1 1,0-1-1,0 0 1,0 0-1,0 0 0,0 0 1,0 0-1,0 0 1,0 0-1,0 1 0,0-1 1,0 0-1,0 0 1,0 0-1,0 0 0,0 0 1,0 0-1,0 0 1,0 1-1,0-1 0,0 0 1,0 0-1,0 0 1,-1 0-1,1 0 0,0 0 1,0 0-1,0 0 1,23 0 157,-1 0-60,23 0 234,143-4 1457,-70-14-806,22-1-28,-95 16-655,73-8 297,-104 8-592,-1 0 0,0 0 0,0-2 0,0 1-1,-1-1 1,18-10 0,-26 12-701,-7 11-4781,3-6 5250,-1 0-1,0 0 1,0 0-1,0 1 1,0-1-1,-1 0 1,1 0-1,0-1 1,-3 3-1,-80 82-5793,-30 25-3639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10693,'0'0'11904,"92"-16"-10695,299-48-513,-340 56-537,94 0-1,-113 7-105,-8 0-10,36 3-1,-54-1-38,0 0 1,1 0-1,-1 1 0,0-1 1,-1 1-1,1 0 0,0 1 1,-1-1-1,1 1 0,-1 1 0,6 3 1,-6-2 7,0 0 1,0 1 0,-1 0-1,0 0 1,0 0 0,0 0-1,-1 0 1,0 1 0,0 0-1,0-1 1,-1 1 0,3 14-1,0 6 96,-2 0 0,0 29 0,-1 209 92,-2-236-283,-1-1 0,-1 0 0,-12 53-1,11-68-44,-1-1 0,-1 1-1,0-1 1,-1 0-1,0-1 1,-1 1 0,0-1-1,0 0 1,-18 18-1,12-16-624,-1-1 0,0 0 0,-1-2 0,-25 16 0,26-19-542,1 0 1,0-1-1,-1-1 1,0 0-1,-1-1 1,-17 3-1,2-4-4203,-36-2-1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80 6787,'0'0'17806,"101"-13"-16726,317-40-464,-367 46-517,93 1 0,-112 6-78,-3 0-34,-28 0 13,-1 1 0,1-1-1,0 0 1,0 1 0,0-1 0,-1 1 0,1-1 0,0 1 0,-1-1 0,1 1-1,0-1 1,-1 1 0,1 0 0,-1-1 0,1 1 0,-1 0 0,1-1 0,-1 1 0,1 0-1,-1 0 1,0 0 0,0-1 0,1 1 0,-1 0 0,0 0 0,0 0 0,0 0-1,0 0 1,0 0 0,0-1 0,0 1 0,0 2 0,-2 38-20,1-32 25,0 1-11,0 0 0,-1 0 0,0-1 0,-1 1 0,0-1 0,-1 1 0,-6 11 0,-4 5-67,-23 28-1,27-39 42,-41 55-722,-2-3 0,-4-3 1,-2-1-1,-107 86 0,-17 12-5076,173-152 5409,1 1-346,-1-1 1,-1-1-1,1 0 0,-1 0 1,-19 9-1,20-13-154,0-1-1,-1 0 0,0 0 0,1-1 1,-16 1-1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3954,'0'0'19657,"-20"499"-18217,20-211-223,0 19-305,0 25-543,0 18-305,0-18-64,0-52-32,0-26-321,0-44-527,0-79-801,0-34-1360,0-36-2450,-19-61-3409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11493,'0'0'15501,"18"45"-15224,56 152-175,-66-174-113,0 0 1,-2 1 0,-1 0 0,-1 0 0,-1 1 0,-1-1 0,-1 1-1,-3 25 1,1 5-61,1 69-1466,0-123 902,5-1-1971,96 2 3541,105-3 338,-163-1-1164,0-2 1,71-17 0,-94 16-147,0 1 1,35-3-1,-12 6-2761,-43 10-5391,0-7 7804,-1 0 0,0-1 0,1 1 0,-1-1 0,0 1 0,0-1 0,0 0 0,0 1 0,0-1-1,-2 2 1,-62 66-8179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15511,'0'0'8372,"534"-131"-7380,-349 61-447,-20 0-545,-38 26-385,-49 1-1279,-20 25-1714,-39 18-1168,-9 0-2641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8404,'0'0'18408,"29"394"-18264,58-324-128,-9-9 0,0-34-16,0-27-256,-1 0-864,11-18-1361,-1-52-2114,20 0-4433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15655,'0'0'14810,"0"88"-14589,0 278-88,2-201-106,-1-153-54,0 1 1,1-1-1,1 0 0,0 0 1,0 0-1,2 0 0,-1 0 1,2-1-1,11 21 0,-15-29-416,-2-3 392,0 0 22,1 0-1,-1 0 1,0 0-1,1 0 1,-1 0-1,0-1 0,1 1 1,-1 0-1,0 0 1,1 0-1,-1 0 1,1 0-1,-1 0 0,0-1 1,0 1-1,1 0 1,-1 0-1,0 0 1,1-1-1,-1 1 1,0 0-1,0 0 0,1-1 1,-1 1-1,0 0 1,0-1-1,0 1 1,1 0-1,-1-1 0,0 1 1,0 0-1,0-1 1,0 1-1,0-1 1,33-108-1305,-16 66 1346,1 2 0,3 0 0,1 1 0,2 1 0,1 2 0,45-51 0,-49 64 125,2 1 1,1 1-1,0 1 1,2 1-1,0 1 1,1 2-1,1 0 1,0 2-1,58-22 1,-57 30-10,-1 1-1,2 1 1,-1 2-1,0 1 1,52 3-1,-36-1 68,-42 1-131,-3 8 17,0 136-65,0-136-53,0 1 0,-1-1 0,-1 1 0,1-1 1,-1 1-1,-1-1 0,0 0 0,0 0 1,-1 0-1,0 0 0,0-1 0,-1 1 0,-9 11 1,-3 0-217,-1-2 1,-1 0-1,-33 25 1,29-25 29,-21 17-452,-2-2 0,-1-2 0,-2-2 0,0-2 0,-59 22 0,77-43 219,26-6 453,26-3 436,48-15 201,0-4 0,65-30 0,-129 50-610,106-49 599,23-8-433,-117 56-390,-13 3-568,-6 0-438,-22 16-424,11-5 1190,-76 59-2249,8-22-1702,-2-3 1,-137 54-1,-27-3-2332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1 569 13366,'0'0'8999,"82"-24"-7948,646-155 1585,-655 164-2402,747-161 1365,-590 122-1538,-62 23-104,-127 19-202,-1-2 0,57-28 0,-56 23-391,-30 16 92,-9 3 66,-2 1 324,0 42 580,-1 0 0,-2-1 0,-14 70 0,-97 341 1293,101-404-1685,12-40-67,-1 0 1,0-1-1,-1 1 0,0-1 1,0 0-1,0 0 1,-1 0-1,-1 0 0,1-1 1,-1 1-1,-1-1 1,-6 8-1,9-13-122,0 1-1,-1 0 1,1-1-1,-1 1 1,1-1-1,-1 0 1,0 0-1,0-1 1,0 1-1,0-1 1,0 0 0,0 0-1,0 0 1,-7 0-1,-20 5-996,-58 19-2895,59-22 749,-52 0 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6931,'0'0'22683,"515"253"-22347,-340-200-304,-19-9-16,-40-27-16,-38-17-496,-10 0-513,-29 0-640,-20-17-992,1-62-1201,-20-17-1152,0-1-2898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15447,'0'0'9989,"74"10"-9349,226 38-213,-292-46-401,1 0 0,-1 0 0,0 1 0,0 0 1,0 0-1,11 7 0,-18-9-17,0-1 0,0 1 0,0 0 1,0 0-1,0 0 0,0 0 0,0 0 0,-1 0 1,1 0-1,0 0 0,-1 0 0,1 0 0,-1 0 1,0 1-1,1-1 0,-1 0 0,0 0 0,1 0 1,-1 1-1,0 0 0,2 34 483,-4 58 0,2-86-459,-1-1 0,0 0 0,-1 0 0,1 0 0,-1 0 0,-1 0 0,1 0 0,-1-1 0,0 1-1,-7 10 1,-1-3-13,-1 0-1,0-1 1,-15 13-1,20-19-16,-74 62-423,-154 102 0,214-156 115,0-1 1,-1-1-1,-1-1 1,0-1-1,-34 12 0,78-24 575,0 1-1,1 1 1,-1 0-1,0 2 1,0 1-1,33 10 1,-25-4-67,-1 1 1,33 20-1,-49-24-192,-1 0 0,-1 1-1,1 0 1,-1 0 0,-1 1 0,0 1-1,15 19 1,-19-22-1,0 1 0,-1-1 0,0 1 0,0 0 1,-1 0-1,0 0 0,0 1 0,2 14 0,-2 5-2059,-1 48 0,-2-66 1184,0-8 616,0 0-1,0 0 0,0 0 0,0 0 1,0 0-1,-1 0 0,1 0 0,-1 0 1,1 0-1,-1 0 0,1-1 0,-1 1 1,0 0-1,0 0 0,-2 1 0,1-1-130,0-1 0,0 0 0,0 1 1,0-1-1,0 0 0,0 0 0,-1-1 0,1 1 0,0 0 0,-1-1 0,1 1 0,0-1 0,-1 0 0,1 0 0,-1 0 0,-2 0 0,-52 0-8512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13222,'0'0'13179,"81"-31"-12730,256-98-279,-215 74-121,-112 49-43,0 0-1,-1-1 1,11-9 0,1-1 0,30-27-913,-51 951-187,1-894-263,0-1-1,1 1 1,3 12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15655,'0'0'8017,"7"94"-5618,28 334-559,38 75-584,-32-244-1010,72 592 53,-100-731-264,73 593 69,-37-359-128,-7-64-216,32 78-1953,-71-357 1442,12 67-306,-12-53-2959,-3 1-5050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3009,'0'0'26733,"117"-27"-27054,-98 27-1503,20 0-1186,-29 79-3121,-10 26-6082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23947,'0'0'6819,"68"140"-13030,-39-26 80,-29 17-3857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63 752,'0'0'10461,"0"-9"-9871,0-43 2072,-22 52 2004,-19-1-2537,7 0-1178,-35 4 0,59-2-940,-1 1 1,1 0-1,-1 1 1,1-1-1,0 2 0,0 0 1,-15 8-1,-3 6-10,0 2-1,1 2 1,1 0 0,1 1-1,2 2 1,0 0-1,1 2 1,-34 55 0,47-67-2,1 1 1,0 0 0,0 1 0,2 0 0,0 0-1,1 1 1,1 0 0,1-1 0,0 1-1,1 0 1,1 23 0,1-38-19,0-1 1,0 0-1,0 0 0,1 0 0,-1 0 1,0 0-1,1 0 0,0 0 0,-1 0 1,1 0-1,0 0 0,0 0 1,0 0-1,0 0 0,0-1 0,1 1 1,-1 0-1,0-1 0,1 1 0,-1-1 1,3 2-1,1 0-8,0 0 1,1-1-1,-1 1 0,0-1 1,12 2-1,-2 1-17,11 2-111,0-1 0,1-1 0,49 2 0,83-6-3153,-79-3-1520,-56 2-924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7668,'0'0'11461,"49"463"-9893,-20-226-463,0 25-481,0 9-160,0 1-207,0-28-161,-19-60-96,0-26 0,-10-62-577,0-35-623,0-26-897,0 26-1025,-29-26-2256,-20-17-497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118 606 1217,'0'0'20905,"55"-32"-20201,178-106-511,-210 124-194,-1-1 0,0 0 1,25-25-1,-38 30-37,-1-1 1,0 1-1,0-2 0,10-19 1,-16 27 22,6-10-137,-1 1 0,-1-1 0,0 0 0,-1-1 0,0 0 0,-1 1 0,-1-1 0,-1-1-1,0 1 1,0 0 0,-2-19 0,0 26 88,1 6 57,-1 0 1,0 0-1,0 0 0,1 0 0,-1 0 0,-1 0 1,1 0-1,0 0 0,0 0 0,-1 0 0,1 0 1,-1 1-1,0-1 0,1 0 0,-1 0 0,0 0 1,0 1-1,0-1 0,0 1 0,-1-1 0,1 0 1,0 1-1,0 0 0,-1-1 0,1 1 0,-1 0 1,0 0-1,1 0 0,-1 0 0,-2-1 0,-13-3 6,0 1-1,-1 0 0,0 1 0,1 1 0,-1 1 1,0 0-1,-22 3 0,6-1 57,26-1-43,0-1 27,-1 0 0,0 1-1,0 1 1,0-1 0,1 2-1,-1-1 1,0 1-1,1 0 1,-1 1 0,1 0-1,0 0 1,0 1 0,0 0-1,-13 9 1,1 4 58,1 1 1,1 1 0,1 1-1,0 1 1,1 0 0,2 1-1,0 0 1,1 1 0,-10 27-1,7-10 210,1 1 0,2 0 0,2 1-1,-11 82 1,19-83 205,2 59 0,2-36 38,-1-57-505,0-1 0,0 1 0,0-1 0,1 0 1,0 1-1,1-1 0,-1 0 0,1 0 0,3 7 0,-3-9-36,1-1 0,-1 0 1,1 0-1,-1 0 0,1 0 0,0 0 1,0-1-1,0 1 0,1-1 1,-1 0-1,0 0 0,1 0 0,0 0 1,-1-1-1,1 1 0,5 0 1,15 5-71,1-2-1,0-1 1,0 0 0,0-2 0,0-1 0,1-2 0,-1 0 0,27-5 0,-46 5-28,0 0-1,-1 0 1,1-1 0,-1 1-1,1-1 1,-1-1-1,0 1 1,0-1 0,0 0-1,0 0 1,0 0 0,7-7-1,-3-1-333,1 1 0,-2-2-1,13-18 1,21-28-2132,-11 32-486,-22 20 1720,7-13-4920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5010,'0'0'12988,"6"106"-10539,25 362-576,19 136 232,-21 396-1174,-28-1101-1755,-6-148 420,-5 165 409,-5-116 41,15 144-39,-1 8-6,5-48-1,-3 89 2,1 0-1,-1 0 0,1 0 1,0 0-1,1 1 1,0-1-1,0 1 1,0-1-1,1 1 0,0 0 1,0 0-1,0 1 1,1-1-1,0 1 1,0 0-1,0 0 1,1 1-1,0-1 0,-1 1 1,1 0-1,9-3 1,-2 1 36,1 0 1,0 1-1,0 1 1,1 0 0,-1 1-1,1 0 1,0 2-1,24-1 1,147 2 671,-182 0-682,0 0 0,1 1 0,-1 0 0,0-1 0,0 1 1,0 1-1,0-1 0,0 1 0,0-1 0,-1 1 0,1 0 1,0 0-1,-1 1 0,0-1 0,1 1 0,-1 0 0,0 0 1,0 0-1,-1 0 0,1 0 0,-1 0 0,1 1 0,-1 0 1,0-1-1,0 1 0,-1 0 0,1 0 0,-1 0 0,2 7 1,2 10 21,-1 1 1,-1-1 0,-1 1 0,-1 33 0,-1-31-62,0-4-50,0-1 0,-5 29 0,4-41 2,-1 1 0,-1-1-1,1 1 1,-1-1 0,0 0-1,-1 0 1,0 0-1,0 0 1,-6 7 0,-2 0-192,-1 0 0,-1-1 0,0 0 1,-25 16-1,17-12-939,-27 26 0,-8 22-2181,18-17-579,6-16-1505,-4-4-3035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145 143 11893,'0'0'13988,"-25"92"-12971,25-92-1017,-97 386 563,90-359-508,2-1 1,1 1-1,0 0 1,1 47-1,4-66-47,-1 1 0,1-1 1,0 0-1,0 0 0,1 0 0,1 0 1,-1 0-1,1 0 0,0-1 0,1 1 0,6 10 1,-7-15-23,0 1 0,1-1 0,-1 0 0,1 0 0,0 0 1,0 0-1,0 0 0,0-1 0,0 0 0,1 0 0,-1 0 1,1 0-1,-1-1 0,1 0 0,0 0 0,-1 0 0,1 0 0,0-1 1,0 0-1,5 0 0,-8 0 2,-1 0 0,1 0 0,-1 0 0,1-1 0,-1 1 0,1 0 0,-1-1 0,1 1 0,-1-1 0,0 1 0,1-1 0,-1 0 0,0 0 0,1 1 0,-1-1 0,0 0 0,0 0 0,0 0 0,0 0 0,1-2 0,17-33-70,-17 31 61,23-68-128,-4 0 0,14-82-1,-23 98 22,-3 8-289,4-96 0,-12-59-1317,-1 111 191,0 89 1362,0 3 132,1 0-1,-1 0 1,0-1-1,1 1 1,-1 0-1,0 0 1,0 0-1,0 0 1,0 0-1,0-1 1,0 1-1,0 0 1,-1 0-1,1 0 1,0 0-1,-1 0 1,1 0-1,0 0 1,-1 0-1,0 0 1,1 0-1,-1 0 1,1 0-1,-1 0 1,0 0-1,0 0 1,0 0-1,1 1 1,-1-1-1,0 0 1,0 0-1,0 1 1,0-1 0,0 1-1,0-1 1,-2 0-1,-1 1-141,-3-1-309,0 0 1,0 0-1,0 1 1,0 0-1,-12 1 1,16 0 171,0-1 0,-1 1 0,1 0 0,0 0 0,0 1 0,1-1 0,-1 1 0,0-1 0,0 1 0,1 0 0,-1 0 0,1 0 0,-1 0 0,1 0 0,0 1 0,0-1 0,0 1 0,0 0 0,-1 3 0,-35 78-5710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7075,'0'0'15439,"3"98"-13563,15 313-681,-1-249-630,5-77-70,-14-58-349,-3-10-68,-1-1-35,1 0-1,10 21 0,-15-36-49,1-1-1,-1 0 1,0 1-1,0-1 1,0 0-1,1 1 0,-1-1 1,0 0-1,0 1 1,1-1-1,-1 0 1,0 0-1,1 1 0,-1-1 1,0 0-1,1 0 1,-1 1-1,0-1 1,1 0-1,-1 0 1,0 0-1,1 0 0,-1 0 1,0 0-1,1 0 1,-1 0-1,1 0 1,-1 0-1,0 0 0,1 0 1,-1 0-1,1 0 1,-1 0-1,0 0 1,1 0-1,-1 0 1,0 0-1,1 0 0,-1-1 1,1 1-1,-1 0 1,0 0-1,1-1 1,0 0-33,1-1 0,-1 1 1,0 0-1,0-1 0,0 1 1,0-1-1,0 0 0,0 1 1,-1-1-1,1 0 0,0 1 1,0-4-1,9-48-545,2-57-1,-3 31 330,10-149-52,2-19 159,-5 164 144,-3 41 29,-12 41-21,-1 1-1,0-1 0,0 1 1,1 0-1,-1-1 1,0 1-1,1 0 1,-1-1-1,1 1 0,-1 0 1,0-1-1,1 1 1,-1 0-1,1 0 1,-1 0-1,1-1 1,-1 1-1,1 0 0,-1 0 1,1 0-1,-1 0 1,1 0-1,-1 0 1,1 0-1,-1 0 0,1 0 1,-1 0-1,1 0 1,-1 0-1,1 1 1,-1-1-1,0 0 0,1 0 1,-1 0-1,1 1 1,-1-1-1,1 0 1,-1 0-1,0 1 1,1-1-1,-1 0 0,0 1 1,1-1-1,-1 1 1,1 0-1,5 6 63,-1 0-1,0 1 1,0-1 0,-1 1-1,1 1 1,-2-1 0,1 0-1,-1 1 1,-1 0 0,1 0-1,0 12 1,9 23 176,158 471 1650,-159-486-1868,16 33-1,-17-41-35,0 7-288,-8-22-924,4-5-2849,-3-5 1313,-3-55-16213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0 0 15783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15783,'326'42'2446,"-269"-34"-1717,-2 3-1,76 24 1,-124-32-616,1 0 1,-1 0-1,1 0 1,-1 1-1,0 0 1,0 0 0,-1 1-1,1 0 1,-1 0-1,0 0 1,-1 1-1,1 0 1,-1 0-1,5 8 1,-6-7 30,-1 1 1,0 1-1,0-1 0,-1 0 0,0 1 0,-1-1 1,0 1-1,1 12 0,-2-19-109,27 574 4041,-27-522-4100,0-44-144,1-10 141,-1 1 2,1-1 0,-1 0 0,1 0-1,0 0 1,-1 0 0,1 0 0,-1 0-1,1 0 1,-1 0 0,1-1 0,-1 1 0,1 0-1,-1 0 1,1 0 0,0-1 0,-1 1-1,1 0 1,-1 0 0,0-1 0,1 1-1,-1 0 1,1-1 0,-1 1 0,1-1-1,-1 1 1,0-1 0,1 1 0,-1 0-1,0-1 1,0 1 0,1-1 0,-1 1-1,0-1 1,0 0 0,0 1 0,0-1-1,1 1 1,-1-1 0,0 1 0,0-2-1,5-71-718,-2-11 701,5-1 1,3 1-1,33-125 0,-38 190 98,1 0-1,1 1 0,0-1 0,2 2 1,16-25-1,-20 32 4,-5 8-46,0 0-1,0 0 1,0 0-1,1 0 1,-1 0-1,0 0 1,1 0-1,0 0 1,-1 1-1,1-1 1,0 1-1,0-1 1,-1 1-1,1 0 1,0-1-1,1 1 1,-1 0-1,0 0 1,0 1-1,0-1 1,0 0-1,1 1 1,-1-1-1,0 1 1,1 0-1,-1 0 1,0 0-1,4 0 1,127 0 391,-130 0-393,0 0 0,0 0 0,0 1 0,-1-1 0,1 1 0,0-1 0,0 1 0,0 0 0,0 0 0,-1 0-1,1 1 1,-1-1 0,1 1 0,-1-1 0,1 1 0,-1 0 0,0 0 0,4 3 0,-1 2 11,0 0-1,-1 1 1,1-1-1,5 16 1,-6-13-1,16 40-75,-2 1 0,-2 1 0,-3 1 0,-2 0 0,6 75-1,-5 75-3654,-10-7-6544,-2-131 79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6547,'0'0'15412,"-21"3"-13982,10-1-1253,2-2-82,0 1-1,0 1 1,0 0 0,0 0 0,-14 6-1,20-7-73,0 1-1,-1 0 0,1 0 1,0 0-1,0 0 0,0 1 1,1-1-1,-1 1 0,0-1 1,1 1-1,0 0 0,-1 0 1,1 0-1,1 1 0,-1-1 1,0 0-1,1 1 1,0-1-1,-1 1 0,1-1 1,0 5-1,-3 26 30,2 1 0,2 48 0,1-32 29,-1 335 1586,0-380-1638,0 0 1,0 0-1,1-1 1,-1 1-1,2 0 0,-1 0 1,0-1-1,1 1 0,0-1 1,0 1-1,1-1 0,0 0 1,0 0-1,0 0 0,0 0 1,1-1-1,0 1 1,0-1-1,0 0 0,0 0 1,0-1-1,1 1 0,0-1 1,0 0-1,9 5 0,-3-4-65,0 0 0,0-1 0,0 0 0,1-1 0,-1 0-1,1-1 1,0 0 0,-1 0 0,1-2 0,0 1 0,15-4 0,-23 3-56,1 0 1,-1 0-1,1-1 1,-1 1 0,1-1-1,-1 0 1,0 0 0,0-1-1,0 1 1,0-1 0,6-6-1,-1 0-271,0 0 0,12-21-1,-9 14-56,28-35-1252,16-22-3943,-25 22-1258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283 465 5955,'0'0'18125,"47"-41"-18013,147-134-173,-181 164-18,-2-1 1,0 0-1,0-1 0,15-25 0,-23 31-37,0 1-1,-1 0 1,0-1-1,0 1 1,-1-1-1,0 0 0,1-10 1,-2 16 97,2-62-1050,-2 62 1069,0 1 0,0-1 0,0 0 0,-1 0 0,1 1 0,0-1 0,0 0 0,0 1 0,0-1 0,-1 0 0,1 1 0,0-1 0,-1 0 0,1 1 0,-1-1 0,1 1 0,0-1 0,-1 1 0,1-1 0,-1 1 0,1-1 0,-1 1 0,0-1 0,1 1 0,-1-1 0,1 1 0,-1 0 0,0 0 0,1-1 0,-1 1 0,0 0 0,0 0 0,0-1 0,-13-3 42,0 1 0,0 0 0,-1 1 0,-23-1 0,-77 1 387,97 2-340,9 0-42,0 0 0,0 0 0,1 1 0,-1 0 0,1 1 0,-1 0 0,1 0 0,-1 1 0,1 0 0,0 0 0,0 1 0,1 0 0,-1 0 0,1 1 1,0 0-1,0 0 0,0 1 0,-6 7 0,-7 4 113,1 1 1,1 0-1,0 2 1,2 0-1,-24 37 1,28-35 91,0 0 1,2 1 0,0 1-1,2 0 1,0 0 0,2 0-1,1 1 1,1 0 0,-2 36-1,5-18 242,3 55 402,-2-90-850,1-1 0,0 1 1,1-1-1,0 0 0,0 1 0,1-1 0,-1 0 0,2 0 1,6 11-1,-6-13-18,2 1 0,-1-1 0,0 1-1,1-2 1,0 1 0,0 0 0,13 6 0,50 21 48,-59-28-74,11 4-45,0-1-1,0-1 1,1 0 0,-1-2-1,1 0 1,1-2-1,-1 0 1,0-2 0,0 0-1,36-6 1,-52 5-55,0 0 1,0 0-1,0-1 1,0 0-1,0 0 1,0-1-1,-1 1 1,1-1-1,-1-1 1,0 1-1,0-1 1,0 0-1,5-5 1,1-3-385,-1 0 0,0-1 1,12-21-1,6-8-1229,-25 37 1141,1 0 0,0 1-1,0 0 1,1-1 0,-1 2-1,1-1 1,5-3 0,22-6-6150,14 10-4683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59 114 16263,'0'0'8644,"-5"69"-8198,-3 221-227,8-279-202,1 0 1,0-1-1,1 1 0,0 0 1,1-1-1,0 1 1,1-1-1,0 0 1,0 0-1,9 13 0,-7-15-1,1 0 1,0-1-1,1 0 0,-1 0 0,2-1 0,-1 0 0,14 8 0,-10-7-14,0 0-1,0 0 1,1-1 0,0-1 0,0 0 0,0-1-1,0 0 1,1-1 0,-1-1 0,1 0-1,16 0 1,-27-2-12,-1 0 0,1 0-1,0 0 1,-1-1-1,1 1 1,-1-1 0,1 1-1,0-1 1,-1 0 0,0 0-1,1 0 1,-1 0 0,0-1-1,1 1 1,-1-1 0,0 1-1,0-1 1,0 0 0,3-3-1,-1-1-26,0-1-1,0 1 1,-1-1-1,0 0 1,-1 0-1,3-10 1,4-18-103,-2-1 1,-1 0 0,1-41-1,-3-113-488,-4 176 565,-2-100-991,2 109 922,0-1 0,0 0-1,-1 0 1,0 1 0,0-1 0,0 0-1,-1 1 1,0-1 0,0 1 0,0-1-1,-1 1 1,0 0 0,0 0 0,0 0-1,0 1 1,-1-1 0,0 1 0,0 0-1,0 0 1,-5-4 0,1 4-186,1 0 0,-1 1 0,0 0 0,0 0 0,0 1 0,0 0 0,-1 1 0,1-1-1,0 1 1,-1 1 0,1 0 0,-1 0 0,-11 2 0,7-1-386,-1 1 0,1 0-1,0 1 1,0 0 0,0 1-1,1 1 1,-14 6 0,-9 10-2220,1 1 0,-38 33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7619,'0'0'13463,"516"-9"-12135,-312 9-463,10 0-369,-30-18-496,-38 1-320,-48 17-1793,-40 0-1025,-19 0-2112,-10 0-1265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16440,'0'0'7507,"0"744"-5906,0-324-497,0 52-127,0 9-529,0-8-336,0-79-112,0-62-304,0-69-817,0-27-1712,0-61-4050,0-61-7604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1 15511,'0'0'10914,"0"100"-10519,0 329-259,0-86 83,0-330-212,-3 62 13,3-69-18,-1 1 1,0-1-1,0 0 0,-1 0 1,1 0-1,-1 0 0,-1 0 1,-3 7-1,6-12-2,0-1 0,-1 1-1,1 0 1,-1-1 0,1 1 0,-1-1 0,1 1-1,-1 0 1,1-1 0,-1 1 0,0-1 0,1 0-1,-1 1 1,1-1 0,-1 1 0,0-1 0,0 0-1,1 0 1,-1 1 0,0-1 0,1 0-1,-1 0 1,0 0 0,-1 0 0,-1 0-48,9-20-921,0 14 959,0-1-1,1 2 0,0-1 0,0 1 0,0 0 1,0 1-1,1-1 0,0 1 0,0 1 0,0 0 1,0 0-1,0 0 0,1 1 0,12-1 0,13-3 79,1 3-1,47 0 0,89 3 299,-164 0-350,-1-1 1,1 2-1,-1-1 1,1 1-1,-1 0 1,0 0-1,1 0 1,-1 1-1,0 0 1,0 0-1,0 1 0,0 0 1,0 0-1,-1 0 1,0 1-1,1 0 1,-1 0-1,0 0 1,-1 0-1,1 1 1,-1 0-1,0 0 1,0 0-1,0 1 1,-1-1-1,0 1 0,0-1 1,3 12-1,0 4 47,-1 1-1,-2 0 0,0 0 0,-1 1 0,-1-1 1,-4 40-1,1 5 132,2-52-141,0 0 1,-2-1-1,1 1 0,-2 0 1,0 0-1,-1-1 1,0 0-1,-1 0 0,-1 0 1,0 0-1,-1-1 0,-15 23 1,2-8 31,0-2 0,-2 0 0,-1-2 0,-1 0 1,-41 31-1,42-38-49,0-2-1,-1 0 1,-1-1 0,0-1 0,-1-2 0,0-1 0,-35 10-1,-4-9-33,-102 7-1,143-17-17,-191 3-805,140-5 100,58 2 367,-20-2-390,35 0 597,1 1 0,-1-1 1,0 0-1,1 1 0,-1-1 0,0 0 0,1 0 1,-1 0-1,1-1 0,-1 1 0,1 0 0,0 0 1,0-1-1,-1 1 0,1-1 0,0 1 1,0-1-1,0 1 0,-1-4 0,-1-5-717,0 0 0,0 0 1,0 0-1,-1-17 0,1-72-5819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17016,'0'0'8468,"593"0"-8468,-505 0-48,9 27-961,-10 25-1488,-38-17-2129,-10 9-3506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23 118 14086,'0'0'11715,"-5"71"-11245,-11 226-110,15-283-323,1 0 1,0 1-1,1-1 0,1 1 1,6 25-1,-7-37-24,1 1 1,-1-1-1,1 0 1,0 0-1,0 0 1,0 0-1,0 0 1,1-1-1,-1 1 1,1-1-1,0 1 1,5 3-1,10 8 36,-13-9-40,-1-1-7,0 0 0,1 0 1,-1 0-1,1 0 0,-1-1 1,1 0-1,0 0 0,1 0 1,-1-1-1,0 1 0,1-1 1,-1 0-1,1-1 0,0 0 1,0 1-1,-1-2 0,13 1 1,103-1-27,-117 0 15,0 0 0,-1 0 0,1 0 0,-1-1 0,1 0 0,-1 0 0,1 0 0,-1 0 0,1 0 0,-1-1 0,0 1 0,0-1 0,1 0 0,-1 0-1,-1 0 1,7-5 0,-3 0-9,-1-1-1,1 1 0,-1-1 1,8-16-1,-4 6-17,5-8 32,-1 0-1,-1-1 1,-1-1-1,-2 0 1,-1 0 0,-1-1-1,-1 1 1,-2-2 0,-1 1-1,-1-45 1,-1 15 73,-3-108 195,1 166-259,1-1 0,0 1 0,-1-1-1,1 1 1,-1 0 0,0-1 0,1 1 0,-1 0-1,0 0 1,0-1 0,0 1 0,0 0-1,0 0 1,0 0 0,0 0 0,0 0-1,0 0 1,0 1 0,-1-1 0,1 0 0,0 0-1,-1 1 1,1-1 0,0 1 0,-1 0-1,1-1 1,-1 1 0,1 0 0,-1 0-1,1-1 1,-1 1 0,1 0 0,-1 1 0,1-1-1,0 0 1,-1 0 0,1 1 0,-3 0-1,-2-1 43,-60-1 432,43-1-338,0 1 0,-1 2 0,1 0 0,0 1 1,0 2-1,-39 10 0,-45 27-178,103-40-16,1-1 1,0 1 0,0-1 0,0 1 0,-1-1 0,1 0 0,-5 0 0,1 0-238,6 20-1269,1-3 894,-1-10 269,1 1-1,0-1 1,1 1 0,-1-1 0,2 1 0,2 9 0,-2-13 52,0 0 0,0 0 1,0 0-1,1 0 0,0-1 0,0 1 0,0-1 1,0 0-1,0 1 0,1-2 0,-1 1 0,1 0 1,6 3-1,1 1-1030,0-1 1,1 0-1,0-1 1,15 6 0,-15-9-216,0 0 0,0 0 0,1-1 0,16-1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10 160,'0'0'27949,"-20"-9"-27197,78 9-448,10 0-304,10 0 0,-10 0 0,-9 0 0,-30 0-320,19 0-656,20 0-1153,-9 0-1633,-1 9-3233,-19 8-5683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28 14471,'0'0'9740,"-3"83"-8131,-10 269-542,11-311-897,1 0-1,6 44 1,-4-80-147,0 1 1,1 0 0,0-1 0,0 1-1,0-1 1,0 1 0,1-1-1,0 0 1,0 0 0,0 0 0,1-1-1,0 1 1,0-1 0,5 5-1,-2-2 4,0-1-1,1 0 1,0 0-1,0-1 1,1 0-1,-1 0 1,1-1-1,0 0 1,0 0-1,18 4 1,-4-4-69,-1-1 1,1-1-1,30-1 1,-50-1 24,1 0 0,-1 0 1,0-1-1,1 1 0,-1-1 1,1 1-1,-1-1 0,0 0 1,0 0-1,1-1 0,-1 1 1,0-1-1,0 1 0,0-1 1,-1 0-1,1 0 0,5-5 1,-3 0-17,1-1-1,-1 0 1,-1 0 0,1 0 0,5-17 0,15-41-122,-3-2 0,15-83 0,13-143-84,-48 278 107,0 0 0,-2-23 1,0 16-35,0 22 166,0 0-1,0 0 0,0 1 1,0-1-1,-1 0 1,1 1-1,0-1 0,0 0 1,0 0-1,-1 1 0,1-1 1,0 1-1,-1-1 0,1 0 1,0 1-1,-1-1 1,1 1-1,-1-1 0,1 0 1,-1 1-1,1 0 0,-1-1 1,0 1-1,1-1 1,-1 1-1,0 0 0,1-1 1,-1 1-1,0 0 0,1 0 1,-1-1-1,-1 1 1,-29-1 23,15 2-4,-97-3 77,-161 7-603,237 0 210,1 2 0,-61 20 0,93-26 259,-2 1-84,0 0 0,0 0 0,0 1-1,0-1 1,-10 7 0,14-7 33,1 0-1,-1 0 0,0 0 1,1 0-1,-1 0 1,1 0-1,0 0 1,-1 0-1,1 0 1,0 1-1,0-1 1,1 0-1,-1 1 0,0-1 1,1 1-1,-1-1 1,1 5-1,-1 0-323,0 0-382,0 1-1,1-1 1,-1 0 0,1 1-1,1-1 1,0 0 0,0 0-1,3 14 1,21 14-5840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506 352 272,'0'0'26930,"-3"43"-26082,-5 133-749,8-170-104,0 0-1,0 0 1,1-1 0,0 1 0,0 0-1,1-1 1,-1 1 0,1 0-1,0-1 1,1 0 0,4 9 0,-4-11-1,0 0 0,0 0 1,0 0-1,0 0 0,0 0 0,1-1 1,-1 0-1,1 1 0,4 1 1,3 2-9,-7-3-20,1 0-1,0-1 0,-1 1 0,1-1 0,0 0 1,0 0-1,0 0 0,1-1 0,-1 0 0,0 0 0,1 0 1,-1-1-1,0 0 0,1 0 0,-1 0 0,0 0 0,1-1 1,-1 0-1,0 0 0,0-1 0,0 1 0,1-1 0,-2 0 1,1 0-1,0-1 0,0 0 0,-1 0 0,1 0 1,-1 0-1,0 0 0,0-1 0,0 0 0,-1 0 0,1 0 1,-1 0-1,3-6 0,8-12-58,-1-2 0,-1 0 1,-1 0-1,-1-1 0,-2 0 1,0-1-1,-2 0 0,5-35 1,-3-24-246,-3-109 1,-5 169 331,0 21 9,0 0 0,0 0 1,-1 1-1,1-1 1,-1 0-1,1 0 1,-1 0-1,0 1 0,-1-1 1,1 0-1,-1 1 1,-2-5-1,2 5 5,0 1-1,-1 0 1,1 0-1,-1 0 1,1 0-1,-1 0 1,1 0-1,-1 1 1,0-1-1,0 1 1,0 0-1,0 0 1,0 0-1,-6-1 1,-2 0 66,-1 1-1,0 0 1,0 1 0,-12 1 0,-4-1 99,13 1-104,-1 1 1,0 0-1,0 1 1,1 1-1,0 0 1,-1 1 0,2 0-1,-1 2 1,1 0-1,0 0 1,-15 11 0,-16 14 9,-74 68 1,112-94-71,-236 249 95,211-222-157,25-28 7,2 0 1,-1 1-1,1 0 1,-9 12 0,12-15-97,1 1 0,-1-1 1,1 0-1,0 1 1,0-1-1,0 1 1,1-1-1,-1 1 0,1-1 1,0 1-1,0-1 1,0 1-1,0-1 1,1 6-1,0-7 45,-1-1 0,0 1 0,1 0 1,-1-1-1,1 1 0,0 0 0,-1-1 0,1 1 0,0-1 0,0 1 1,0-1-1,0 0 0,0 1 0,0-1 0,0 0 0,1 0 0,-1 0 1,0 0-1,1 0 0,-1 0 0,1 0 0,2 1 0,33 12-2311,0-1 1,1-2-1,54 8 0,-66-16-512,48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0 0 6515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6515,'576'-146'10575,"-476"123"-7514,-87 23-2038,-11 7-203,-3 20 381,0 3 48,2 1 1,8 56-1,3-40-1052,3-2 0,2 0-1,26 50 1,-39-87-190,0 0-1,1 0 1,-1 0-1,2-1 1,-1 1-1,1-1 1,0-1-1,0 1 1,1-1-1,0 0 1,0-1 0,15 9-1,-11-9-18,0-1 0,1 0 0,-1-1 0,1 0-1,0-1 1,0 0 0,0-1 0,23 0 0,-31-2 4,0 1-1,0-1 1,0 0-1,0 0 1,0 0-1,0 0 1,-1-1-1,1 1 1,-1-1-1,1 0 1,-1 0-1,0-1 1,1 1-1,-1-1 1,0 1 0,0-1-1,-1 0 1,1 0-1,-1 0 1,1-1-1,-1 1 1,0 0-1,0-1 1,-1 0-1,3-4 1,2-9-1,0 0 0,-1 0 0,-1-1 1,3-24-1,-2-2 13,-4-84 1,-2 83 18,2 15 21,-1 18-13,1 0 0,-1 0-1,-1 1 1,0-1 0,-1 0-1,-6-21 1,7 30-21,-1-1 0,-1 1 1,1 0-1,0 0 0,-1 0 0,0 0 0,1 0 1,-1 0-1,0 1 0,-1-1 0,1 1 0,0 0 1,-1 0-1,1 0 0,-1 1 0,0-1 0,1 1 0,-1 0 1,0 0-1,0 0 0,0 0 0,-7 0 0,-22-2 131,-1 1-1,-49 3 1,19 0-120,48-1-49,0 1-1,0 0 0,-1 1 1,1 1-1,0 1 1,1 0-1,-1 1 0,-19 9 1,16-4-118,0 1 1,0 1-1,2 1 0,-1 0 1,-28 30-1,27-23-160,1 0-1,0 1 1,2 1-1,0 1 0,2 0 1,1 1-1,0 1 1,2 0-1,-13 42 1,-73 277-8378,56-184 1334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14054,'0'0'8316,"13"82"-5544,41 272-779,-44-265-1267,0 102 0,-8-115-529,6 136 51,-8-209-261,0-20-219,0-443-1097,0 444 1333,0 1 0,1 0-1,1-1 1,0 1 0,1 0 0,1 0 0,0 1 0,1-1-1,0 1 1,2 0 0,-1 0 0,2 0 0,0 1 0,0 1-1,20-24 1,-23 31 46,0 1 0,0-1-1,1 1 1,-1 0 0,1 0 0,0 1-1,0-1 1,0 2 0,1-1-1,-1 0 1,1 1 0,0 0-1,-1 1 1,1 0 0,0 0 0,0 0-1,0 1 1,7 0 0,-13 0-32,0 0 0,0 0 0,0 0 0,0 0 1,0 0-1,0 1 0,1-1 0,-1 0 0,0 1 1,0-1-1,0 1 0,0-1 0,-1 1 0,1 0 1,0-1-1,0 1 0,0 0 0,0-1 0,-1 1 1,1 0-1,1 1 0,11 26 195,-8-15-122,18 45 293,26 96 0,-23-27-21,-14-77-236,-2-14-50,-2 0 0,5 60 0,-11 89-1467,-2-128-1756,0-51-266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 12118,'0'0'14860,"-55"39"-14321,-168 126-435,210-155-98,0 0-1,-16 20 1,27-28-3,1 0-1,-1 0 1,1 0-1,0 0 1,0 0-1,-1 0 1,2 1-1,-1-1 1,0 0-1,-1 4 1,0 17 65,0-1 0,3 32 0,-1-26-19,0-26-43,0 1-1,0-1 0,0 1 0,1-1 0,-1 1 0,1-1 1,-1 1-1,1-1 0,0 0 0,0 1 0,0-1 0,0 0 0,0 0 1,1 0-1,-1 0 0,4 4 0,-1-3-1,1 1 0,-1-1 0,1 0-1,0 0 1,9 4 0,3 1 11,-5-1-2,55 30 59,2-3 0,78 27 0,-141-60-66,-1 1 1,1 0-1,-1 1 0,1-1 0,-1 1 0,0 0 1,0 1-1,0-1 0,8 9 0,-10-9 9,-1 0 0,0 0 0,0 1 0,0 0 0,0-1 0,0 1 0,-1 0 0,0 0 0,1 0 0,-1 0 0,-1 0 0,1 0 0,-1 0 0,1 0 0,-2 5 0,2 35 390,-3 99 710,1-137-1098,0 0-1,0 1 0,0-1 0,-1 0 0,0 0 1,0-1-1,-1 1 0,1 0 0,-1-1 0,-1 1 1,1-1-1,-1 0 0,1 0 0,-2-1 0,1 1 1,0-1-1,-1 0 0,0 0 0,-5 4 0,-9 3-11,0 0 0,-1-1-1,-1-1 1,-22 7-1,6-4-84,0-1 0,-1-2 0,0-2-1,-46 3 1,-152-5-1997,185-5 1268,39 1 223,-1-1 0,1 0 0,0-1 0,0 0 0,0-1 0,0 0 0,-18-6-1,27 6 266,0 1 0,1-1 0,-1 1-1,1-1 1,0 0 0,-1 0-1,1 0 1,0-1 0,0 1 0,0 0-1,0-1 1,-2-4 0,1 1-344,1-1-1,-1 1 1,1 0 0,1-1-1,-1 0 1,1 1 0,0-8 0,-3-101-9263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16087,'0'0'11077,"253"412"-11893,-243-255-881,-10 1-2016,0 17-1730,-98 17-2240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6723,'0'0'19526,"98"0"-17989,337 0-150,104 0 334,434 0-279,-591 0-6787,-468 0-6500,29 0-404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17592,'0'0'12830,"92"64"-12755,300 211-78,-189-122 86,-12 33 55,-185-180-128,-1 0-1,0 0 0,0 1 0,0-1 1,-1 1-1,0 0 0,0 0 1,-1 1-1,0-1 0,0 1 0,-1-1 1,0 1-1,0 0 0,-1 0 0,0 0 1,0 0-1,-1 0 0,-1 14 0,1-20-2,0 0 0,0 0 0,0-1 0,-1 1 0,1 0-1,-1 0 1,1-1 0,-1 1 0,1 0 0,-1 0 0,0-1 0,0 1-1,0-1 1,0 1 0,0-1 0,0 1 0,-1-1 0,1 0-1,0 0 1,-1 1 0,1-1 0,-1 0 0,1 0 0,-1 0-1,1-1 1,-1 1 0,0 0 0,0-1 0,1 1 0,-1-1-1,-3 1 1,-33 9 21,0-2-1,-72 5 1,27-4-57,35-3-39,-199 31-548,202-27 56,0 2 0,1 2 0,-58 26 0,77-28-543,1 1 0,-30 22 0,45-29 180,0 1-1,0 1 1,1 0-1,0 0 1,0 1 0,-9 12-1,16-18 71,-1 0 0,0 0 0,1 0 1,0 1-1,-1-1 0,1 0 0,0 1 0,1-1 0,-1 0 0,1 1 0,-1-1 0,1 8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59 316 496,'0'0'20017,"-9"-9"-18685,-30-26-161,29 26 4720,13 9-5843,4-1-49,1 1 1,-1 0-1,0 0 1,1 1 0,-1 0-1,0 0 1,0 1 0,0 0-1,0 0 1,0 1-1,0-1 1,-1 1 0,1 1-1,-1-1 1,0 1 0,0 1-1,0-1 1,-1 1-1,1 0 1,4 6 0,83 93 96,-5-4 21,103 90 0,-159-161-125,2-2 0,1-1 0,2-2 0,0-2 0,1-1 0,1-2 0,54 18 0,-66-28-14,32 10-1,-56-18 23,0 1 1,1-1-1,-1 1 0,0 0 0,0 0 0,0 0 1,0 0-1,-1 0 0,1 1 0,-1-1 0,1 1 1,2 4-1,-3-5 595,-33-2-67,1 0-415,1 2 0,0 0 0,0 2 0,-29 7 0,-138 39 58,-198 56-77,342-92-137,-11 5 32,49-14-166,43-8-19,-7 4 137,0-2 1,0-1 0,0-1 0,0-1-1,39-11 1,169-82 42,-199 83 27,60-32 55,100-68 0,-5 1-56,-140 88 4,2 2 0,55-18 0,-53 24 63,-41 15-146,-7-24 322,-2 22-252,1 0 0,-2 0-1,1-1 1,0 1-1,-1 0 1,0 0-1,0 0 1,0 0-1,0 0 1,-1 0-1,1 1 1,-4-6-1,1 4-19,0 1-1,-1 0 0,1 0 0,-1 0 0,0 0 0,-10-5 1,0-1-7,-11-9 9,-35-34 1,-9-6 57,21 27 30,-1 2 0,-100-43 0,107 57-42,0 3 0,-1 1-1,-1 2 1,-81-7-1,59 9-45,24 6 12,34 2 0,0 0 0,0 0 0,0-1 0,-9-2 1,15 3 5,0-1 1,0 1-1,1-1 1,-1 1 0,0-1-1,1 0 1,-1 0 0,1 0-1,-1 0 1,1-1 0,-1 1-1,1-1 1,0 1 0,0-1-1,0 0 1,0 0 0,0 0-1,0 0 1,0 0 0,-2-5-1,-4-18-84,8 24 22,5 2-272,23 11 311,-1 0 0,0 2 0,-1 1 0,0 2 0,23 18 0,25 16 28,139 108 175,-116-82-79,240 208 125,-325-273-213,-8-7-20,1-1 1,-1 0-1,1 0 1,0-1 0,1 1-1,-1-1 1,7 3-1,-7-3-10,-6-5 16,1 1 0,-1-1 0,0 1 0,1-1 0,-1 1 0,0-1 0,0 1 0,0 0 0,0-1 0,0 1 0,-1 0-1,-2-2 1,0-2-7,-23-19-77,-44-29 0,11 9-12,-288-219-72,230 185 186,16 11-9,-26-29 8,-109-74-2,192 145-12,35 8 2,8 13-26,7 8-54,106 81 54,-37-32 53,82 53 128,-76-54-62,190 118 230,-144-92-293,-88-54-12,109 64 74,-124-74-84,32 23-1,-43-28-2,4-3-127,-20-7 108,0 1 0,-1-1 0,1 0 0,0 0 0,0 0 0,0 0 0,0-1 0,0 0 0,0 0 0,-5-3 0,-41-32-107,16 11 50,-134-74-188,90 57 132,62 33 97,1 2-1,-1 0 0,-1 1 1,-18-6-1,-17-4-3,29 14 29,28 4 3,1 0 0,-1 0 0,0 0 0,0 1 1,-1 0-1,1 0 0,0 0 0,-1 0 0,1 1 0,-1 0 1,1 0-1,3 3 0,2 1 1,336 192 260,-269-166-202,-74-32-68,3 1-1,-3 16-20,-3-12 26,1 0 1,0 1-1,1-1 1,0 0 0,-1 0-1,2 0 1,-1 0-1,1 0 1,7 10 0,-7-11 1,0 1 1,0-1-1,-1 0 1,1 1-1,-1 0 0,0-1 1,-1 1-1,1 0 1,0 11-1,-2-15 13,0 0-1,0-1 0,0 1 1,0 0-1,-1 0 1,1-1-1,-1 1 0,1 0 1,-1-1-1,0 1 1,1-1-1,-1 1 0,0-1 1,0 1-1,0-1 1,0 0-1,-1 1 0,1-1 1,0 0-1,0 0 0,-1 0 1,-2 2-1,-1 0-3,-1 0-1,0-1 0,0 0 1,-11 3-1,6-2 21,-23 9-7,0 2 0,-36 20 0,-3 1-10,40-18 0,-40 27 0,46-27-3,-52 25 0,-55 4-24,123-42 18,1 0 1,0-1-1,-17 3 0,-48-4 22,72-2-26,-1 0-43,8 0-378,24 1 412,0-1 1,0-2 0,0 0-1,0-2 1,0-2-1,38-11 1,257-111 217,-137 51-95,-183 76-115,157-69 35,-141 60-40,-1-1 0,-1 0 1,0-2-1,0 0 0,-2 0 0,21-22 0,-9 0 3,-15 27 43,-11 8 243,-3 0-270,0-1 1,0 1-1,0-1 0,1 0 0,-1 0 1,0 0-1,0 0 0,1 0 1,-1 0-1,0 0 0,-1-3 1,-11-6 23,-78-43 34,-112-49 0,1 3-63,87 36 6,-115-60-4,-270-114-69,497 235 58,2 2 1,-1-1-1,1 0 1,0 0 0,-1 0-1,1-1 1,0 1 0,0 0-1,0-1 1,0 0 0,0 1-1,0-1 1,-2-3 0,3-12-19,1 13-34,5 4-41,3 0 82,0 2-1,-1-1 0,1 1 0,0 0 0,0 1 1,-1 0-1,0 0 0,1 0 0,10 8 0,637 389 235,-647-394-217,368 247 192,-266-174-197,-102-74 9,-6-4-7,0 0 0,-1 0 0,1 1 0,0-1 0,-1 1 0,1-1 0,-1 1 0,1 0 0,-1 0 0,0-1 0,0 1 0,0 0 0,0 0 0,0 0 0,1 3 0,-1-2-43,-1-2 44,0 0 0,0 0 0,0 0 0,0 0 0,-1 0 0,1 0-1,0 1 1,-1-1 0,1 0 0,-1 0 0,1 0 0,-1 0-1,1 0 1,-2 1 0,-73 61 133,35-26-81,-2-2-1,-87 55 0,-109 47 87,122-72-69,92-51-82,-36 15-1,50-27 32,3-2-23,6 0-49,17 1-6765,-12 0 5990,0-1 1,0 0 0,-1 1-1,1-2 1,0 1 0,0 0-1,0-1 1,-1 1-1,1-1 1,7-3 0,-10 3 159,0-1 0,1 1 0,-1-1-1,0 1 1,0-1 0,0 1 0,0-1 0,0 0 0,-1 1 0,1-1 0,1-3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14983,'0'0'14334,"104"13"-13536,345 43-38,-217-31-301,12 5 163,-220-26-569,348 40 542,-262-39-493,357 11-41,-394-18-61,-25 1 0,62 5 0,-81 2 0,-48-4-295,3-3-3961,16-25-10210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7748,'0'0'15036,"0"83"-13326,0 273-611,0 33 347,0-310-1302,0-76-261,3-3-107,297-15-854,-155 12 1159,-101 4-45,-29-2-25,-6 1 1,1-1-1,0 1 1,0 0-1,0 1 1,0 1-1,-1-1 1,1 1-1,0 1 1,-1 0 0,0 0-1,16 8 1,-17-5 4,-1 0 0,0 0 1,-1 1-1,1 0 0,-1 0 1,0 0-1,-1 1 1,0 0-1,0 0 0,-1 0 1,0 0-1,0 1 0,-1 0 1,4 16-1,-1 3 214,-1-1 0,-2 1 0,0 50 0,-4-69-180,1-1-1,-1 0 0,0-1 0,-1 1 0,0 0 0,0 0 1,-1 0-1,0-1 0,0 0 0,0 1 0,-1-1 0,0 0 1,-1-1-1,-9 11 0,-2 0 59,-1 0 1,-1-2-1,-29 21 1,-9 0 23,-1-2 0,-2-2 0,-98 38 0,103-53-303,0-1 0,-1-3 1,0-2-1,-93 5 0,71-8-645,65-6 465,5-1-136,1 0 1,-1 0-1,0 0 0,1-1 0,-1 0 0,0 0 1,1-1-1,-1 0 0,-10-3 0,17 3 229,-1 0-1,0 0 0,0 0 1,1-1-1,-1 1 0,1 0 1,-1 0-1,1-1 1,0 1-1,0 0 0,-1-1 1,1 1-1,0 0 0,0-1 1,0 1-1,0-1 0,0 1 1,1 0-1,-1-2 0,0-81-7803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4034,'0'0'20169,"292"-70"-20201,-224 70-112,39 0-1105,0 35-1312,-29 26-2401,-10-8-1905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119 195 10469,'0'0'16490,"-2"36"-15692,-4 117-286,5-144-462,0 0-1,1 0 1,0 0-1,1 0 1,0 0 0,0-1-1,1 1 1,0 0 0,5 12-1,-5-17-23,1 0 1,1 0-1,-1-1 0,1 1 1,-1-1-1,1 0 0,0 1 0,0-2 1,0 1-1,1 0 0,6 2 0,-8-3-15,6 2 0,0 0 0,0 0 0,0-1 0,1 0 0,-1-1 0,1 0 0,16 1 0,74-2-192,-48-3 60,-47 3 99,0-1 0,-1 0 0,1-1 0,0 1 0,0-1 1,-1 0-1,1 0 0,-1 0 0,1-1 0,-1 0 0,1 0 0,-1 0 0,0 0 0,0 0 0,0-1 0,0 0 0,0 0 0,-1 0 0,1 0 0,-1-1 0,0 1 0,0-1 0,0 0 1,-1 0-1,1 0 0,-1 0 0,0-1 0,0 1 0,0 0 0,1-8 0,4-10-33,-1 0-1,-1-1 1,-1 0 0,1-28 0,-1-93-15,-4 141 69,0-5 6,0 0-1,-1 1 1,1-1 0,-2 1-1,1-1 1,-1 1 0,0-1-1,0 1 1,-1 0 0,0 0-1,-1 0 1,1 1 0,-1-1-1,-1 1 1,1 0-1,-1 0 1,-6-7 0,4 8 1,1 0 1,-1 0 0,0 1-1,-1-1 1,1 2-1,0-1 1,-1 1 0,0 0-1,0 1 1,0 0-1,0 0 1,0 0 0,-1 1-1,1 1 1,-11-1 0,-4 1 14,14-1 5,0 1-1,-1-1 1,1 2 0,0-1 0,0 1 0,0 1-1,0 0 1,0 0 0,1 1 0,-1 0 0,-15 7-1,4 3-12,0 1-1,1 1 1,1 1 0,0 1-1,1 0 1,1 1-1,0 1 1,-19 30-1,27-35-268,1-1 0,0 1 0,1 0 0,0 1 0,1 0 0,1 0 0,0 0 0,1 0 0,1 1 0,0-1 0,1 1 0,1-1 0,0 1 0,4 24 0,-2-35 27,-1 0-1,1 0 1,0 0-1,0 0 1,0 0-1,1 0 1,0-1-1,0 1 1,0-1 0,0 0-1,1 0 1,-1 0-1,1 0 1,0 0-1,0-1 1,1 0-1,-1 0 1,1 0-1,-1 0 1,1-1-1,0 0 1,8 3-1,7 1-1069,0 0-1,1-1 0,0-1 1,29 1-1,40-2-4588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6307,'0'0'17848,"0"64"-16533,0 212-378,-2-125-231,5 37 322,-1-162-949,2-1 0,0 0 0,1 0 0,16 42 0,-18-25-55,5-39-83,49-3-461,-56 0 384,19-3-753,-10-10 850,0 0 0,-1-1 0,0 0 1,11-26-1,5-12-23,39-71-98,-46 95 78,-1-1 1,-1 0-1,-2-1 0,-1 0 0,13-48 0,5-73 18,-14 51-25,3-7-217,-13 71 154,6-27 40,-12 56 110,-1 6 2,0 1 0,0 0-1,0-1 1,0 1 0,0-1 0,0 1 0,0 0 0,0-1 0,0 1-1,0-1 1,0 1 0,0 0 0,1-1 0,-1 1 0,0 0 0,0-1-1,0 1 1,1 0 0,-1-1 0,0 1 0,0 0 0,1-1 0,-1 1-1,0 0 1,1 0 0,-1 0 0,0-1 0,1 1 0,-1 0-1,0 0 1,1 0 0,-1-1 0,0 1 0,1 0 0,-1 0 0,1 0-1,-1 0 1,2 0 630,-2 3-401,1 54 203,-3 1-1,-18 110 0,3-79-217,-7 107-1,21-165-152,-1 205 346,5-139-299,-1-93-105,0 0-1,0 0 1,0 0-1,1 0 1,-1 0-1,1 0 1,0 0-1,0 0 1,1-1 0,-1 1-1,1 0 1,0-1-1,0 1 1,0-1-1,0 1 1,1-1-1,4 6 1,-2-6-9,-1 0 0,1 0 1,0-1-1,-1 0 0,1 1 1,0-1-1,0-1 0,1 1 0,-1-1 1,0 0-1,0 0 0,1-1 1,-1 1-1,10-2 0,48 1-1354,-61 0 1198,0 0 0,0 0 0,0-1-1,1 1 1,-1-1 0,0 0 0,0 0 0,0 1 0,0-1 0,3-2 0,9-5-470,87-19-5683,-67 12 219,-5 12-2326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10805,'0'0'15466,"-30"26"-15320,-86 85-130,90-77-4,23-19 8,3-9 44,1 13 81,0-16-145,0-1 0,0 0 0,0 1 0,1-1 0,-1 0 0,1 0 0,-1 0 0,1 0 0,0 0 0,0 0 0,0 0 0,0-1 0,0 1 0,0 0 0,0-1 0,0 0 0,1 0 0,-1 0 0,0 0 0,1 0 0,5 1 0,6 4-14,60 28-86,100 43-5,-166-74 99,1 1 1,-1 0-1,0 0 0,12 10 1,-17-12 4,-1-1 1,0 1-1,0 0 1,0 0-1,-1 0 1,1 1-1,0-1 1,-1 0-1,1 1 1,-1-1 0,0 0-1,0 1 1,0 0-1,0-1 1,0 1-1,-1 0 1,1-1-1,-1 1 1,0 3-1,1 29 65,-7 125 555,3-141-571,0 0 1,-1 0-1,0 0 1,-2-1-1,0 0 1,-13 24-1,14-33-25,-1-1 0,0 1-1,0-1 1,-1 0 0,0 0-1,-1-1 1,0 0 0,0 0-1,-16 9 1,9-4-18,-7 4 2,17-11-10,0-1-1,0 0 0,-1 0 1,1 0-1,-1-1 0,0 0 0,1 0 1,-2 0-1,1-1 0,0 0 1,0 0-1,-1-1 0,1 1 0,-1-2 1,1 1-1,-11-1 0,-28 2-286,29-1-1,0 0 0,-1-1 0,1-1 1,0 0-1,-25-6 0,38 5 144,0 1 0,0-1 0,0 0 1,0 0-1,0 0 0,0 0 0,1 0 1,-1-1-1,1 1 0,-1-1 0,1 0 0,0 1 1,0-1-1,0 0 0,1 0 0,-1-1 1,1 1-1,-1 0 0,1 0 0,0-1 1,0-3-1,-2-7-1292,1 1 1,1-1-1,0-23 1,1 34 1126,0-60-6481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1 1 2497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2497,'-146'17'5251,"155"-17"2592,30 0-4705,20 0 1280,9 0-3506,9 18-368,-8 26-288,-11 8-64,-10 9-111,-18 1 15,-21-1-96,1 18-321,19-1-1183,-19-8-1906,9-9-3233,11-43-6707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2242 192,'0'0'19785,"-4"-3"-17264,-16-9-488,15 9 1628,320 2-1854,427 5-445,173 11-762,1389-15-125,-2302 0-296,-2-3-123,0-41-130,-3 0 0,-14-81 1,-9-20 37,-16-70 40,-41-261 72,69 382-64,-33-273-18,44 327-43,2 31 54,1-1 0,-1 1 0,-1-1 0,-4-14 0,-45-112 17,-1-3-60,46 122 20,-27-80-121,31 94 135,1-1 0,-1 1 0,0-1-1,0 1 1,0 0 0,0 0 0,-1 0 0,1 0 0,-7-5 0,2 3 15,-1 0 1,0 0 0,-15-6-1,-64-31 114,-66-28-84,120 58-59,8 2 2,-1 1 0,-1 0-1,0 3 1,-51-8 0,-278 11-37,200 5 34,-239-2 3,380 0 16,-715 26-14,73-7-43,461-20 18,-795 1-443,989 0 477,0 0 1,0 1-1,0 0 1,0-1 0,1 1-1,-1 0 1,0 0 0,0 0-1,1 0 1,-1 0 0,1 0-1,-1 1 1,1-1 0,-1 0-1,1 1 1,0-1 0,0 1-1,0 0 1,-1-1-1,2 1 1,-1 0 0,0 0-1,0-1 1,1 1 0,-1 0-1,0 3 1,-4 7-25,2-7 27,1 1 0,0-1 1,0 0-1,0 1 0,0-1 0,1 1 1,0 0-1,1-1 0,-1 1 1,1 8-1,-7 51-35,4-52 35,-28 177 4,15-34 37,-5 95-17,17 421-21,6-342 35,-2-253-278,21-77-9,994-30 480,-761 19-87,203 7-36,-359 5-3396,3-1-3424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15223,'0'0'13598,"63"0"-13054,209 0-135,-127 2-181,26-6 77,-165 4-294,45-7 64,-50 7-76,1 0 0,-1 0 0,0 0 1,1 0-1,-1-1 0,0 1 0,1-1 0,-1 1 0,0-1 0,1 1 0,-1-1 1,0 0-1,0 0 0,0 0 0,0 1 0,0-1 0,1 0 0,-2 0 0,1-1 1,0 1-1,0 0 0,0 0 0,0 0 0,-1 0 0,1-1 0,-1 1 0,2-2 1,-2 0-347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12118,'397'-350'7534,"-318"280"-3850,-64 70-1998,38-1-978,-14-2-560,0 3 1,0 1-1,61 11 1,-87-9-121,-1 2-1,1-1 1,-1 2-1,0 0 1,-1 0-1,1 1 1,-1 0 0,12 11-1,-21-15 14,-1-1 0,1 1 0,0 0 0,-1 0 0,1 0 0,-1 0 0,0 0 0,0 0 0,0 0 0,0 0 0,-1 0 0,1 1 0,-1-1 0,0 0 0,0 0 0,0 1 0,0-1 0,-1 5 0,0 11 901,1-16-868,-1 0 0,0 1 0,0-1 0,0 0-1,0 0 1,-1 0 0,1 0 0,-1 0 0,1 0 0,-1-1 0,0 1 0,0-1 0,-1 1 0,1-1-1,0 1 1,-1-1 0,-3 2 0,-3 5 34,-160 167 608,79-79-794,28-38-107,44-44-183,1 1 0,0 1 0,1 1 0,-16 25 0,29-39 123,1 1 1,0 0 0,0-1-1,1 1 1,-1 0-1,1 0 1,0 0 0,0 7-1,0-10 93,1-1 0,0 1 0,0 0 0,0-1 0,0 1 0,0 0 0,0 0 0,0-1 0,0 1 0,1 0 0,-1 0 0,1-1 0,-1 1 0,1-1 0,0 1 0,0 0 0,-1-1 0,1 1 0,0-1 0,0 0 0,1 1 0,-1-1 0,0 0 0,3 2 0,5-1-732,0 0 0,1-1 0,-1 0 0,0 0 0,14-2 0,79 1-7032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234 150 2209,'0'0'25782,"-31"39"-25093,-7 10-598,-40 67-1,76-114-89,0 1 0,1 0 0,-1 0 0,1 0 0,0 0 0,0 0 0,0 1 0,0-1 0,1 0 0,-1 0-1,1 1 1,0-1 0,0 6 0,1-7-1,0 0 0,-1 0-1,1-1 1,0 1 0,0-1-1,0 1 1,0-1 0,0 1-1,0-1 1,1 1 0,-1-1-1,0 0 1,1 0 0,-1 0 0,4 2-1,3 2-7,0-1-1,1 0 1,-1 0-1,1 0 1,0-1-1,0-1 1,0 0-1,16 2 1,10-1-243,36-1 0,-56-3 106,-13 1-87,-2-13-29,0-9 143,1 2-6,0 0 1,-2 0-1,-1 0 0,-5-28 0,2 33 32,0 0-1,-1 1 1,-1 0 0,0 0-1,-14-19 1,-48-60-927,69 93 1010,-17-22-741,9 12 288,0-1 1,-1 2-1,0-1 0,-11-8 1,16 15-129,0 0 1,-1 1 0,1-1 0,-1 1 0,0 0 0,1 1 0,-1-1 0,0 1-1,0 0 1,0 0 0,0 0 0,0 1 0,-7 0 0,-27 0-6060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9604,'515'-543'10565,"-515"657"-7139,0 43-1633,0 36-753,0-18-432,0-18-159,0 1-385,0-18-64,-9-9-433,-30-35-303,10 27-929,9-27-1040,-38-35-1969,-10-43-2401,-39-1-2338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17000,'0'0'6035,"341"428"-6292,-273-366-655,0-62-1153,-20 0-1809,-19-44-1696,-29-70-913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4418,'0'0'19481,"0"446"-18921,0-306-384,-20-26-176,20-9-928,-19-35-1889,-49-44-2882,0-26-3025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10069,'0'0'14182,"437"-27"-19881,-369 27-1744,-58-17-3266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20073,'0'0'7417,"26"9"-7137,78 30-229,-103-38-49,0-1 0,1 1 0,-1-1 0,0 1 0,1-1 0,-1 1 0,0 0 0,0-1 0,1 1 0,-1 0 0,0 0 0,0 0 0,0 0 0,0 0 0,0 0 0,-1 0 0,1 0 0,0 1 0,0-1 0,-1 0 0,1 0 0,0 1 0,-1-1 0,0 0 0,1 1 0,-1-1 0,0 1 0,1-1 0,-1 0 0,0 1 0,0 1 0,0 10 13,0-4-38,1-1 0,-1 1 0,0 0 0,-1 0 0,0-1 0,-1 1 0,1 0 0,-2-1 0,1 1 0,-1-1 0,-1 0 0,1 0 0,-1 0 0,-1 0 1,-5 7-1,-16 14-198,-1-1 1,-1-1 0,-2-2-1,-55 38 1,-146 70-2083,205-117 2253,25-16 66,1 0 0,-1 1 1,1-1-1,-1 1 0,1-1 0,0 0 1,-1 1-1,1-1 0,0 1 1,0-1-1,-1 1 0,1-1 0,0 1 1,0-1-1,0 1 0,-1-1 1,1 1-1,0-1 0,0 1 1,0-1-1,0 1 0,0 0 0,0-1 1,0 1-1,0-1 0,0 1 1,0-1-1,1 1 0,-1-1 0,0 1 1,0-1-1,0 1 0,1-1 1,-1 1-1,0-1 0,0 1 0,1-1 1,-1 1-1,1-1 0,-1 0 1,0 1-1,1-1 0,-1 0 0,1 1 1,-1-1-1,1 1 0,6 4 80,1 0 0,-1 0-1,1-1 1,0 0 0,0 0-1,1-1 1,-1 0-1,1 0 1,11 1 0,89 11 337,195-3 953,-173-12-4477,-68 0-953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44 112,'0'0'23291,"292"-43"-23291,-254 43-192,21 0-1409,-20 43-1537,-39-8-2144,0-8-1505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3201,'-78'193'8244,"78"-211"-1697,68 1-4498,59-10-1745,9 10 64,-10 17-319,10-18-49,-48 18-2450,-40-34-3600,-28-10-3827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14022,'0'0'12262,"-10"473"-12230,10-298-32,0-18-480,0 18-465,0 0-751,0-18-1522,-19-25-1504,-49-36-2017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7347,'0'0'19049,"505"70"-18937,-466-26-80,-19 17-32,-20 9-64,0 9-144,0-18-240,-30 18-192,-8-1-753,28-16-672,0-27-2177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3 10133,'0'0'16871,"-10"39"-16326,1-3-496,2 0 1,-6 63 0,13-91-46,1 0 1,0 0-1,0 0 1,1 0-1,0 0 1,0 0-1,1 0 0,0-1 1,0 0-1,1 1 1,0-1-1,0 0 0,1-1 1,0 1-1,0-1 1,1 0-1,-1 0 1,1-1-1,0 1 0,1-1 1,-1-1-1,1 1 1,0-1-1,0 0 1,1-1-1,-1 1 0,1-2 1,-1 1-1,1-1 1,0 0-1,0-1 1,0 1-1,0-2 0,11 1 1,-18-1-16,0 0 0,0 0-1,0 0 1,0 0 0,0 0 0,0 0 0,0 0 0,0 0 0,-1 0 0,1-1 0,0 1 0,0 0-1,0-1 1,0 1 0,0 0 0,-1-1 0,1 1 0,0-1 0,0 0 0,-1 1 0,1-1 0,0 1-1,-1-1 1,1 0 0,0-1 0,1-21-206,-3 9 109,1-138-879,0 142 921,0 0 0,-1 0 0,0-1 0,-1 1 0,0 0 0,-1 0 0,0 0 0,0 1 0,-9-18 0,9 21-8,-1 1 0,0 0 0,0 0 0,0 0 0,0 0 0,-1 1 0,0 0 1,0 0-1,0 0 0,0 0 0,-1 1 0,1 0 0,-1 0 0,0 0 0,0 1 1,0 0-1,-7-2 0,-14 0-631,0 1 0,-1 1 0,1 2 0,-54 5 0,68-3 231,-1 0-1,1 1 0,-1 0 0,1 1 0,0 0 1,1 2-1,-21 10 0,5 1-1585,-50 41 0,-59 60-4868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5715,'0'0'15975,"622"-78"-14390,-447 69-785,-58-9-560,-49 18-240,-10 0-720,-38 0-1041,-11 79-928,-9-18-2145,0 18-1729,-97-27-1185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18 8468,'0'0'16594,"80"-3"-16196,237-9-361,-238 9-245,-94 4-971,0 0 724,0 0-1,0 2 0,0 0 1,-27 8-1,9 3 81,-36 19 1,15-6-276,10-8 82,15-6-116,1 0 0,0 2-1,-31 22 1,10 1 84,34-29 574,14-9 61,1 1 0,-1-1-1,1 0 1,-1 0-1,1 0 1,0 1-1,-1-1 1,1 0 0,0 0-1,-1 1 1,1-1-1,0 0 1,-1 1-1,1-1 1,0 0 0,0 1-1,-1-1 1,1 1-1,0-1 1,0 0-1,0 1 1,-1-1-1,1 1 1,0-1 0,0 1-1,0-1 1,0 1-1,0 0 1,-1 4 834,6-2 574,8 4-788,0 0 0,24 7 0,7 3-176,51 18 916,177 40 0,-215-64-1192,0-1 0,71 1 0,123-8-160,-160-3-212,-59 0-258,0-2 0,0-1 0,0-1 0,0-2 0,35-10-1,-43 7-873,0 0 0,-1-1 0,0-2 0,30-19 0,-25 10-2355,33-31 0,-61 52 3642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1 13638,'0'0'12281,"47"20"-11716,141 65-309,-147-61-193,-41-23-60,1-1-1,-1 1 1,1-1-1,-1 1 1,1 0 0,-1-1-1,0 1 1,1 0-1,-1-1 1,0 1 0,1 0-1,-1-1 1,0 1-1,0 0 1,0-1 0,1 1-1,-1 0 1,0 0-1,0-1 1,0 2 0,0 1 4,0-1 0,-1 0 0,1 1-1,0-1 1,-1 1 0,1-1 0,-1 0 0,0 1 0,0-1 0,1 0 0,-2 0 0,1 1 0,0-1 0,0 0 0,-1 0 0,1 0 0,-4 3 0,-27 22-4,-1-2 0,0-1 1,-2-2-1,-45 21 0,4-7-486,-2-4 0,-1-3 0,-140 32 0,182-54-776,-1-1-1,0-2 0,-58-1 0,124-9 1268,14-8 23,39-12 975,107-23 0,-78 33 1329,219-4-1,-219 20-1947,-106 0-752,-4 3 8,0-1 1,0 1 0,0 0-1,0-1 1,0 1 0,0-1-1,-1 1 1,1 0 0,-1-1-1,1 1 1,-1-1 0,0 1 0,0-1-1,0 1 1,-1-1 0,1 0-1,-2 3 1,-1-3-135,1-1 0,-1 1 0,0-1 0,1 1 1,-1-1-1,0 0 0,0 0 0,0-1 0,0 1 0,0-1 0,-7 0 0,-80 1-9348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1 1 13638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302 526 13638,'-302'-525'977,"458"525"-977,9 44-1009,-29 69-6146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1 5058,'0'0'12129,"-99"58"-10761,-316 182-989,251-155-351,138-73-56,-26 15-115,-30 13-648,81-40 760,0 0 0,0 0-1,1 0 1,-1 1 0,0-1-1,0 0 1,0 0 0,1 1 0,-1-1-1,0 1 1,0-1 0,1 1-1,-1-1 1,0 1 0,1-1-1,-1 1 1,0 0 0,1-1 0,-1 1-1,1 0 1,-1-1 0,1 1-1,0 0 1,-1 0 0,1-1-1,0 1 1,-1 0 0,1 0-1,0 0 1,0 0 0,0-1 0,0 1-1,0 0 1,0 0 0,0 1-1,0 1-65,2-1-9,7-2 89,109 1 247,265-7 2325,-303 0-1834,0-3-1,141-35 0,-10-19-200,43-12-522,-230 69-429,0-1 1,-1-1 0,1-1-1,-2-1 1,31-17-1,-51 26 195,0-1 0,0 1 0,-1 0 0,1-1-1,0 0 1,-1 1 0,1-1 0,-1 0 0,1 1-1,-1-1 1,0 0 0,0 0 0,0 0 0,0 0-1,0 0 1,0-3 0,3-43-5855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15159,'0'0'6195,"77"630"-4835,-28-341-127,-10-18-497,-10 9-400,-29-26-320,0-27-16,0-52-128,0-35-576,0-44-881,0-43-1056,-10-9-1937,-9-27-1425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1429 1 14759,'0'0'10951,"-64"84"-10641,-213 278-150,124-168-99,112-147-67,-2-2-1,-1-2 0,-71 52 1,110-91-48,2-1-1,0 0 0,-1-1-1,1 1 1,-1-1 0,1 0-1,-1 0 1,0 0 0,0-1-1,0 1 1,0-1 0,0 0-1,0 0 1,0 0 0,-5 0 0,415-1 1301,-402-1-1224,-1 1 0,0 0 1,1 0-1,-1 1 0,0-1 1,1 1-1,-1-1 0,0 1 1,0 0-1,1 0 1,-1 0-1,0 1 0,0-1 1,0 1-1,-1 0 0,1 0 1,0 0-1,0 0 1,-1 0-1,0 0 0,1 1 1,-1-1-1,0 1 0,0 0 1,0 0-1,-1-1 0,2 4 1,-1-2-1,1 0 2,-1 0 1,0 0-1,0 0 0,-1 0 1,1 0-1,-1 0 0,0 1 1,0-1-1,0 0 0,-1 1 1,0-1-1,0 1 0,0-1 1,0 5-1,-1 7 56,2 9 27,0-18-80,0-1 0,-1 1 0,0 0 0,0 0 0,0 0 1,-1-1-1,0 1 0,-1 0 0,1-1 0,-1 1 0,-1-1 0,-5 12 0,-1-5-19,-2-1-1,0 0 0,0-1 1,-22 16-1,2-4-55,-41 23 1,46-32-40,0-2 0,-1 0 1,-36 9-1,-90 17-432,136-34 453,-238 44-1357,-30 7-985,261-49 2419,-35 6 1550,575 5 1157,253 1-783,-338-17-4921,-257 8-1656,-32 7-3946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0 6883,'0'0'16394,"0"82"-14358,0 263-926,0-92-35,0-154-1961,11-121-69,-6 15 880,-1 1 0,1-1 0,0 1-1,0 0 1,0 0 0,1 1 0,0 0 0,0 0 0,0 0-1,14-7 1,4-1 0,1 1-1,27-10 0,-32 16 99,1 1 0,0 1 0,0 1 0,0 1 0,0 0-1,0 2 1,27 2 0,7-1 210,-53-1-221,-1 0 0,1 0 1,-1 0-1,1 0 0,-1 1 0,1-1 0,-1 0 0,0 1 0,1-1 0,-1 1 0,1-1 0,-1 1 0,0 0 0,0-1 0,1 1 0,-1 0 0,0 0 0,0 0 0,0 0 0,0 0 0,0 0 0,0 0 0,0 0 0,0 1 0,1 1 0,-1 2 15,1-1 0,-1 1 0,0 0 0,0-1-1,0 1 1,0 5 0,1 9 102,5 22 237,-1 0 0,-2 0 1,-3 60-1,-1-68-212,0-6 65,-5 44 0,3-60-177,0-1-1,-1 1 1,0 0 0,-1-1-1,0 0 1,-1 0 0,-6 11 0,-4 1-5,0-1 1,-2-1-1,0 0 1,-1-2-1,-33 27 1,4-9-27,-74 43 1,89-60-87,0-2 1,-1-1 0,0-1-1,-2-2 1,1-2 0,-44 9-1,-91 5-837,138-20 617,-168 21-1892,167-24 721,0 0 1,-1-3-1,-60-7 0,82 6 190,0-1 0,1-1-1,-1 0 1,1 0 0,-14-8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12005,'0'0'11078,"525"35"-14696,-447 44-4290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73 11285,'0'0'16373,"-8"87"-15677,-23 279-346,29-342-323,1 0 1,0 0-1,2 0 1,1 0-1,8 38 0,-6-51-17,0-1-1,1 0 0,-1-1 0,2 1 1,0-1-1,0 0 0,14 16 0,-11-15-4,1 2-2,-3-2-1,1 0 0,0-1 0,16 14 0,-20-20-2,-1-1-1,1 0 1,0 0-1,0 0 1,0 0-1,0 0 1,0-1 0,0 0-1,1 1 1,-1-2-1,0 1 1,1 0-1,6-1 1,3 1-7,-12-1-2,0 1 1,0-1-1,0 0 0,0 0 0,0 1 0,0-1 0,0-1 0,0 1 0,0 0 1,0-1-1,0 1 0,0-1 0,0 1 0,0-1 0,0 0 0,0 0 0,0 0 0,-1 0 1,1 0-1,0 0 0,-1 0 0,1-1 0,-1 1 0,1-1 0,-1 1 0,0-1 1,0 1-1,1-1 0,-1 0 0,0 1 0,0-1 0,-1 0 0,1 0 0,1-4 0,11-28-56,-1-2-1,-2 1 0,-2-1 0,-1-1 1,4-62-1,-6-204 9,-6 189 12,1 86 7,1 13-5,-1 1 0,0-1-1,-5-24 1,5 36 39,-1 0-1,1 1 1,-1-1-1,0 1 1,0-1-1,0 1 1,0 0-1,0 0 1,-1-1-1,1 1 1,-1 0-1,1 0 1,-1 0-1,0 0 1,0 0-1,0 1 1,0-1-1,0 1 1,0-1-1,0 1 1,0 0-1,-1-1 1,1 1-1,0 0 1,-5-1-1,-7 0 29,0 0 0,1 1 0,-1 1 0,-19 1 0,-7 1 8,36-2-33,0 0 0,-1 1 0,1-1 0,0 1 1,0 0-1,0 0 0,0 1 0,0-1 0,0 1 0,0 0 0,1 0 0,-1 0 0,1 1 0,-1-1 0,1 1 0,0 0 1,0 0-1,-3 4 0,-5 6-51,1 1 1,1 1-1,-10 20 0,7-14-47,-2 3-252,1 1-1,1 0 0,1 1 0,2 0 1,-13 50-1,18-30-1635,2 80-1,2-80-242,-1-41 1682,1 0 0,0 0 1,0 1-1,1-1 0,0 0 1,-1 0-1,2 1 0,-1-1 1,1 0-1,2 5 0,-1-5-229,2 0 1,-1-1-1,0 0 0,1 0 0,-1 0 0,1-1 0,0 1 0,8 3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1 0 2417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2417,'460'-123'6070,"-445"118"-5621,48-10 3324,-63 15-3719,0 0-1,0 0 0,0 0 0,1-1 0,-1 1 1,0 0-1,0 0 0,1 0 0,-1 0 1,0 0-1,0 0 0,0 0 0,1 0 1,-1 0-1,0 1 0,0-1 0,0 0 0,1 0 1,-1 0-1,0 0 0,0 0 0,0 0 1,1 0-1,-1 0 0,0 1 0,0-1 1,0 0-1,0 0 0,1 0 0,-1 0 0,0 1 1,0-1-1,0 0 0,0 0 0,0 0 1,0 1-1,0-1 0,1 0 0,-1 0 0,0 0 1,0 1-1,0-1 0,0 0 0,0 0 1,0 1-1,0-1 0,0 0 0,0 0 1,0 0-1,0 1 0,0-1 0,-1 0 0,1 0 1,0 0-1,0 1 0,0-1 0,0 0 1,0 0-1,0 0 0,0 1 0,-1-1 0,1 0 1,0 0-1,0 0 0,0 0 0,0 0 1,-1 1-1,1-1 0,0 0 0,-1 2 237,-15 50 4464,-16 90 0,23-101-3756,-2 13-434,-110 606 2194,120-656-2748,1 0 0,-1 0 1,0 0-1,0 0 0,0 0 1,0 0-1,-3 6 0,2-7-23,1-7-140,1 0 67,-1 0-1,1 0 1,0 0 0,0 1-1,0-1 1,1-5 0,0-12-171,-3-139-1865,6-195-1268,-3 342 3096,0 0 0,1 0 0,0 1 0,1-1 0,1 0 0,0 1-1,6-14 1,-9 24 260,0 0 0,0 0 0,1 0 0,-1 0 0,0 1-1,1-1 1,-1 0 0,1 1 0,-1-1 0,1 1 0,0-1 0,0 1 0,-1 0-1,1 0 1,0 0 0,0 0 0,0 0 0,4-1 0,0 1-4,0 0 1,1 0-1,-1 1 0,0 0 1,7 1-1,8-1 117,-18 1-31,0-1 1,1 0-1,-1 0 0,0 1 0,0 0 0,0-1 1,0 1-1,0 0 0,0 1 0,-1-1 0,1 0 1,0 1-1,-1 0 0,1-1 0,-1 1 0,4 3 1,0 3 147,1-1 0,-1 1 1,10 16-1,-6-7 72,237 423 5171,-186-321-4534,-51-101-755,-8-11-94,1 0 0,1-1 0,-1 1-1,1-1 1,0 0 0,0 0 0,1 0-1,0-1 1,0 0 0,0 0 0,9 7-1,4-8 71,-14-5-153,0-11-66,12-39-166,-1 0 1,-4-1 0,9-78 0,-1-175-86,-17 32-1643,1 273 1949,-2 0 64,0 1 0,0-1 1,0 0-1,0 0 0,0 1 0,0-1 0,0 0 0,0 1 0,0-1 1,0 1-1,0 0 0,-1-1 0,1 1 0,0 0 0,0-1 0,-1 1 1,1 0-1,0 0 0,-1 0 0,1-1 0,0 2 0,13 28 433,0-1-194,49 67 21,-34-36-203,54 55-33,-12-16-84,-68-95-71,-1 1 1,1-1 0,-1 0-1,0 1 1,-1 0 0,1-1-1,-1 1 1,0 0 0,0 0-1,-1 0 1,1-1 0,-1 1-1,0 0 1,0 0 0,-2 6 0,3 28-1245,13 15-1487,-2-16-2454,-2-18-2666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9 64,'0'0'20369,"-26"-3"-17591,3 0-2167,-1 1 0,-39 2-1,58 1-509,1 0 0,0 0-1,-1 0 1,1 1-1,0 0 1,0 0-1,0 0 1,0 0 0,0 0-1,0 1 1,1 0-1,-1 0 1,1 0-1,0 0 1,0 0 0,0 1-1,0-1 1,-4 7-1,-7 9 279,6-9-350,1 0 1,0 0-1,0 0 1,1 1-1,1 0 1,0 0-1,0 0 1,1 1-1,1 0 1,0-1-1,0 1 1,1 0-1,1 1 1,0-1-1,1 21 1,-2 4-23,1-24 3,0 1 0,1-1 0,3 23 0,-3-32-8,1 0 0,0 0 0,0 1 0,1-1 0,-1 0 0,1-1 0,0 1 1,0 0-1,0 0 0,1-1 0,-1 1 0,1-1 0,0 0 0,0 0 0,0 0 0,5 3 0,52 33 30,116 56-1,-11-8-8,-151-79-35,-12-7 7,0 1 1,-1-1 0,1 0 0,0 0-1,0 0 1,0 0 0,0 0-1,0 0 1,0-1 0,0 1 0,1-1-1,-1 0 1,4 1 0,-5-1 6,-1 1-1,1-1 1,0 0 0,0 1 0,-1-1 0,1 1 0,0-1-1,-1 1 1,1-1 0,0 1 0,-1 0 0,1-1 0,-1 1-1,1 0 1,-1-1 0,1 1 0,-1 0 0,0-1 0,1 1-1,-1 0 1,0 0 0,0 0 0,1 0 0,-1-1 0,0 1-1,0 0 1,0 0 0,0 0 0,0 0 0,0-1-1,0 1 1,-1 1 0,-1 34 193,1-32-167,0 3 22,-2 1 1,1-1-1,-1 1 1,-1-1-1,1 0 1,-1 0-1,0-1 1,-1 1-1,1-1 1,-1 0-1,-1 0 1,1 0-1,-1-1 1,0 0-1,-9 7 1,-15 8 108,-59 34 0,84-52-154,-21 11 20,0-1 0,0-1 0,-1-2 0,-1 0 0,1-2 0,-43 5 0,-7-5-729,-85-4-1,133-3 285,-37 0-1152,51-1 422,10-8-336,3-77-5604,3 50 3802,-1-42-3720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1 1 4802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4802,'-243'157'9332,"369"-157"-4785,-9 0-1826,9 61 2625,-28 0-5170,-79-8-80,-9 8-96,-10 18-384,0 0-928,0-1-1474,0-43-3761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574 135 3105,'0'0'17723,"-16"17"-16029,-49 59-877,64-75-800,0 0 1,0 1-1,-1-1 0,1 1 1,0-1-1,1 1 1,-1-1-1,0 1 0,0 0 1,1-1-1,-1 1 1,1 0-1,-1 0 0,1-1 1,0 1-1,0 0 1,0 0-1,0 0 0,0-1 1,0 1-1,0 0 1,0 0-1,1 0 1,-1-1-1,1 1 0,-1 0 1,1-1-1,0 1 1,0 0-1,1 1 0,1 0-6,0 0 0,0-1 0,0 1 0,0-1-1,0 0 1,1 0 0,-1 0 0,1-1 0,4 2-1,-6-2-4,24 8 2,40 8-1,-56-15-8,0 0-5,1-1-2,28-1-10,-38 0 14,1 0 1,-1 0-1,0 0 1,0-1-1,0 1 1,1 0-1,-1 0 1,0-1-1,0 1 1,0-1-1,0 1 1,0-1 0,0 1-1,0-1 1,0 0-1,0 0 1,0 1-1,0-1 1,0 0-1,0 0 1,-1 0-1,1 0 1,0 0-1,-1 0 1,1 0-1,0 0 1,-1 0 0,0 0-1,1 0 1,-1 0-1,1-2 1,0-4-7,0 0 0,0 0 0,-1 0 1,-1-11-1,1 4 23,0-218 240,0 231-252,0 0 0,0 1 0,0-1 0,0 0 0,0 1 0,0-1 0,0 0 0,0 1 0,0-1 0,0 1 0,0-1-1,-1 0 1,1 1 0,0-1 0,0 0 0,-1 1 0,1-1 0,0 1 0,-1-1 0,1 1 0,-1-1 0,0 0 0,-4 0-6,0-1 1,0 1-1,-1 0 0,1 1 1,0-1-1,-1 1 1,1 0-1,0 0 1,-8 2-1,-16-1-51,-33-2-125,-65 1-697,111 1 645,1 1-1,0 0 0,0 1 1,0 1-1,1 0 0,-20 9 1,16-3-269,0 1 0,0 0 0,1 1 0,-19 18 0,-62 65-3906,-9 23-2393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2577,'0'0'19737,"535"-35"-17656,-302 35-384,-19-17-1169,0-18-208,-59 26-320,-38-26-64,-39 17-752,-39 18-465,-30 0-720,1 0-576,-10-26-4866,0 9 2977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8036,'0'0'12742,"0"507"-11110,9-349-431,11-9-737,-20-27-224,0-26-224,0-52-16,0-26-192,0-36-5266,0-104 623,29-10-1536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3089,'408'79'8004,"-408"-1"-3874,0 54-1889,19 25-960,1 18-129,-20 0-560,19-17-303,-19-1-289,0-43-49,0-18-831,0-52-1089,0-27-2577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15975,'0'0'8367,"26"0"-8068,-4 0-276,0 1 0,38 6 0,-59-7-24,1 0 1,-1 1-1,0-1 1,0 0-1,1 1 0,-1 0 1,0-1-1,0 1 1,0 0-1,0 0 0,1-1 1,-1 1-1,0 0 1,-1 0-1,1 0 0,0 0 1,0 0-1,0 1 1,-1-1-1,1 0 0,0 0 1,-1 0-1,1 1 0,-1-1 1,1 0-1,-1 1 1,0-1-1,0 0 0,0 1 1,1-1-1,-1 0 1,-1 1-1,1-1 0,0 0 1,0 1-1,0-1 1,-1 0-1,1 2 0,-3 5-21,0 0-1,0 0 1,0-1-1,-9 14 1,0-3-57,-1 0 1,-1-1-1,-1 0 1,0-1-1,-28 22 1,-95 64-1030,134-99 1057,-20 13-211,-91 57-840,105-67 885,-1-1 0,1 0 0,-1-1 0,0 0 0,-1-1 0,1 0 0,0-1 1,-23 2-1,29-4 329,15 0 240,16 0-16,116 4 1348,-120-2-1404,0 2-1,-1 0 1,1 1-1,34 13 0,-22-5-8,71 32 261,-93-39-521,0 1 0,0 0-1,-1 1 1,0 0 0,-1 0-1,12 12 1,22 42-553,-36-50-73,0 0-1,1 0 1,12 13-1,-20-24 332,0-1-1,0 1 1,1 0-1,-1-1 1,0 1-1,0 0 1,0-1 0,0 1-1,1-1 1,-1 0-1,0 1 1,0-1-1,1 0 1,-1 0-1,0 0 1,0 0 0,1 0-1,1 0 1,2 0-2753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9941,'0'0'8611,"88"464"-5025,-49-175-1665,9 52-576,-9 0-305,-19-9-608,-1 18-240,-19-52-144,0-27-48,0-61-192,0-52-816,0-18-929,0-27-1553,0-69-3009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14182,'0'0'9477,"350"-18"-9477,-340 18-112,-10 18-2818,0 8 513,0-9-1889,-10 18-656,-87 9-3970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150 167 9604,'-142'307'6873,"135"-278"-5815,10-16-224,-2-12-770,1-1-1,-1 0 1,0 1 0,1-1 0,-1 0 0,1 0 0,-1 0-1,0 0 1,1 0 0,-1 0 0,1-1 0,-1 1-1,0 0 1,1-1 0,-1 1 0,1-1 0,0 0 0,5-1 96,53-13 769,50-17 47,-84 24-835,26-11 220,-48 17-420,-1 0 0,0 1-1,0-1 1,0 0 0,0 0 0,0-1 0,0 1 0,0-1 0,-1 1-1,1-1 1,3-5 0,-5 5-1635,0 9-1670,-5 10 2770,3-11 177,-11 28-273,-23 45 0,-10 23 367,41-88 351,0 0 0,0 0 0,1 0 0,1 1 0,-1 25 1,3 56 3047,0-95-3031,0 1 0,0 0 0,0 0 1,0-1-1,0 1 0,0 0 0,0-1 1,0 1-1,0 0 0,0-1 0,1 1 1,-1 0-1,0-1 0,1 1 0,-1 0 1,0-1-1,1 1 0,-1-1 0,1 1 0,-1-1 1,1 1-1,-1-1 0,1 1 0,-1-1 1,1 1-1,0-1 0,-1 0 0,1 1 1,-1-1-1,1 0 0,0 1 0,-1-1 1,1 0-1,0 0 0,0 0 0,-1 0 0,1 0 1,0 0-1,-1 0 0,1 0 0,0 0 1,0 0-1,-1 0 0,1 0 0,0 0 1,-1-1-1,1 1 0,1-1 0,6 1 273,18 1 140,34-1 214,-55 0-645,0-1-1,-1 0 1,1 0 0,-1 0 0,0 0 0,1-1-1,-1 1 1,0-1 0,0 0 0,0-1 0,5-2 0,-3-1-28,-1 1 1,1-1 0,-1-1-1,0 1 1,0-1 0,-1 0-1,0 0 1,0 0 0,0 0-1,-1-1 1,3-11 0,2-13-133,7-53-1,-3 14-204,20-53-802,4-21-1439,-20 3-1335,2-6-1187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11653,'0'0'4578,"8"105"-1552,60 725 1373,-46 214-1863,-23-747-2511,-1-127-75,2-154-21,-1 0 1,0 0-1,-2 0 1,0 0-1,-7 22 1,9-35-16,0 0-1,0 0 1,0 0-1,-1 0 1,0-1 0,1 1-1,-1 0 1,0-1 0,0 1-1,0-1 1,-1 0-1,1 0 1,-1 0 0,1 0-1,-1 0 1,0 0-1,1-1 1,-1 1 0,0-1-1,0 0 1,0 0 0,0 0-1,0 0 1,-1 0-1,1-1 1,0 1 0,-6-1-1,7 0 0,1 0-1,0 0 1,0 0-1,-1 0 1,1 0-1,0 0 1,0 0-1,0-1 0,-1 1 1,1 0-1,0-1 1,0 1-1,0-1 1,0 1-1,0-1 1,0 0-1,0 0 1,0 1-1,0-1 0,0 0 1,0 0-1,0 0 1,0 0-1,1 0 1,-1 0-1,-1-2 1,-6-11-486,-1-1 0,2 0-1,0-1 1,1 0 0,0 0 0,-3-20 0,-16-110-2677,4-117-1357,17 1 3619,4 262 988,0-16 95,0 0 0,1 0 0,5-27 0,-4 37 35,0 1 0,0-1 0,0 1 0,1-1 0,0 1 0,0 0 0,0 0 0,1 1 0,-1-1 0,1 0 0,0 1 0,9-7 0,12-7 883,-1 2-1,2 1 1,40-17 0,-28 14-24,248-94 3944,-227 92-4456,-52 18-443,0-1-1,0 0 0,0-1 0,12-7 0,-17 9-61,-1 0 1,1 1-1,1-1 1,-1 0-1,0 1 1,0 0-1,0-1 1,1 1-1,-1 0 1,1 0-1,-1 0 1,1 1-1,-1-1 1,1 1-1,-1-1 1,1 1-1,0 0 1,-1 0-1,4 0 1,-1 0-77,-3 0-42,-1 1 0,1-1 0,0 0-1,0 0 1,0 0 0,-1 0 0,1 0-1,0-1 1,0 1 0,0 0 0,-1-1-1,1 0 1,0 1 0,-1-1 0,1 0 0,0 0-1,-1 0 1,1 0 0,-1 0 0,0 0-1,1 0 1,-1 0 0,0-1 0,1 1-1,-1 0 1,0-1 0,0 1 0,0-1 0,0 1-1,-1-1 1,1 0 0,0 1 0,-1-1-1,1 0 1,-1 0 0,1-2 0,17-39-5361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2705,'0'0'19689,"-39"665"-18520,39-315-609,0 17 16,20 27-224,-11 17-207,-9-26-97,0-52-48,0-62-241,0-70-511,0-52-913,10-70-1872,-10-53-2402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160 289 11157,'0'0'13913,"-29"45"-13593,29-45-320,-113 194 46,110-188-46,0 0 0,1-1 0,0 1 0,0 0 0,0 0 0,1 0 1,0 0-1,0 0 0,0 0 0,1 1 0,0-1 0,0 0 0,2 9 0,0-10 4,0 0 0,0 0-1,0 0 1,1 0 0,0-1-1,0 1 1,0-1 0,1 0-1,5 6 1,-2-1 11,-5-6-3,1 0 0,-1 0 0,1-1 0,0 1-1,0 0 1,0-1 0,0 0 0,0 0 0,0 0 0,1 0 0,-1 0 0,1 0 0,-1-1 0,1 0-1,0 0 1,-1 0 0,1 0 0,0 0 0,0-1 0,0 0 0,-1 0 0,1 0 0,8-1-1,-12 1-13,0 0-1,1 0 1,-1 0-1,1 0 0,-1 0 1,1 0-1,-1 0 1,0-1-1,1 1 0,-1 0 1,1 0-1,-1 0 1,0 0-1,1-1 0,-1 1 1,0 0-1,1 0 1,-1-1-1,0 1 0,1 0 1,-1-1-1,0 1 0,0 0 1,1-1-1,-1 1 1,0 0-1,0-1 0,0 1 1,0-1-1,1 1 1,-1 0-1,0-1 0,0 1 1,0-1-1,0 1 1,0 0-1,0-1 0,0 1 1,0-1-1,0 1 1,0-1-1,0 1 0,-1-1 1,4-178-1391,-4 97 694,1-135-2690,0 75-2173,0 58-747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13030,'321'-96'5667,"-321"350"-3074,0-1-592,10 19-449,9-19-511,1-16-593,-20-19-304,0-25-144,0-62-192,-20-35-544,20-34-945,-19-62-1184,-10-18-2706,-10-139-1776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9396,'0'0'12694,"476"-61"-16296,-456 61-4753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14791,'-29'236'8612,"77"-236"-8612,40 0-96,48 0-289,-10 18-1279,-19-18-4259,-39 0-6675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0 160,'0'0'26380,"535"0"-25884,-467 35-496,-49-17-176,-19 25-1216,0 10-1041,0-9-2017,-9 8-3186,-89-8-3137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5683,'0'0'15556,"32"-27"-15559,98-78-1173,-98 79-1732,-32 34 2164,0-1 1,-1 0-1,0 0 1,-1 0-1,0 0 0,0 0 1,0 0-1,-1 0 1,0 0-1,-4 6 0,-4 5 404,-1-1 1,-16 18-1,16-22 324,1 1 0,1 0 0,-14 25 0,20-31 256,0 1 0,1 0 0,0 0 0,0 1 0,1-1 0,-2 17 0,3 29 5321,1-49-4609,0-5-867,0 0-1,0-1 1,0 1-1,0 0 1,0 0-1,0-1 1,0 1 0,0 0-1,0-1 1,1 1-1,-1 0 1,0 0-1,0-1 1,1 1 0,-1 0-1,0-1 1,1 1-1,-1-1 1,1 1-1,-1 0 1,1-1 0,-1 1-1,1-1 1,0 1-1,-1-1 1,1 0-1,-1 1 1,1-1 0,1 1-1,9 3 168,1 0 0,-1-1-1,1 0 1,-1-1 0,1 0-1,18 0 1,-13-2-111,1 0 0,-1 0 1,0-2-1,24-4 0,-32 3-147,-1 0-1,1 0 1,-1-1-1,0 0 1,0-1-1,-1 1 1,1-2-1,10-8 1,3-6-252,24-29 0,-45 48 250,19-21-691,-2-2 0,0-1-1,-2 0 1,0 0 0,-2-2-1,-1 0 1,15-48 0,13-78-5056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1425,'0'0'23562,"0"552"-21673,10-342-288,-10-18-593,9-17-719,-9-35-289,0-9-417,0-8-367,-9-45-657,-11 19-1072,1-36-976,-1-44-1602,1-17-1344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5442,'0'0'13591,"515"-35"-12631,-437 35-720,-20 9-240,-9 17-784,-20 9-1841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8916,'0'0'18457,"506"131"-18137,-380-131-320,10 0-577,10-17-1680,-49-27-2081,-19-26-4258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23099,'0'0'6739,"223"508"-6771,-145-447 32,-10-26-401,-39-18 49,10-17-144,-10 0-592,-9 0-881,38 0-945,-29-70-1664,-9-26-1360,-20-26-4243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1 368 304,'77'-175'17160,"-77"193"-14471,78-18-2369,19 0-320,40 0-544,-40-35-1521,-10-44-3361,-19-17-5843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80,'-2'88'15965,"-4"317"-8818,6 575-998,15-550-4830,-1-67-965,-6 113-1248,-8-471 345,0-18-107,-1-225-853,4-327 536,-3 542 984,2 1 0,0 0 0,2 0 0,0 0-1,1 0 1,13-31 0,-11 38 53,0 0 1,2 0-1,0 1 1,0 0-1,2 0 1,-1 1-1,2 1 1,0-1-1,14-10 1,-14 12-34,1 1 0,-1 0 0,2 1 0,0 0 0,0 1 0,0 1 0,1 0 0,0 1 0,0 1 0,1 0 0,-1 1 0,1 1 0,0 0 0,0 1 0,26 0 0,-19 2-121,10 0-386,41 4-1,-60-2 53,-1 1-1,0-1 1,0 2 0,-1 0 0,1 1 0,-1 0-1,13 7 1,4 8-1962,0 1 0,38 37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107 508 21546,'0'0'6739,"-107"-508"-31438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2140 3842 15463,'0'0'12440,"151"0"-11116,545 0-110,-67 0-249,-20-21-503,-407-5-339,199-52 0,192-85 26,-112 0-61,-360 112-55,129-76 1,-178 85-38,120-92 0,-162 109-12,-1-1 0,-1-2 0,-2 0 0,24-34 0,-36 41 13,0-1-1,-1 0 0,-2 0 1,0-2-1,-1 1 1,10-42-1,-12 28 9,-2-1 0,-2 0-1,-1-44 1,-2 44 10,-2 0 0,-1 0 0,-12-57 0,8 69-3,-1 1 1,-2 0 0,0 0 0,-2 1 0,-1 0 0,-18-28 0,-3 4-4,-3 1 1,-70-71 0,-1 16 6,-226-166-1,-165-56-11,338 231-4,-4 7 1,-4 7 0,-209-67-1,188 89 21,-2 7 0,-2 9 0,-2 9-1,-330-13 1,162 43-5,26 12 19,184 11-11,1 8 0,-168 53 0,219-52-24,2 4 0,1 3 0,3 6 0,-125 73 0,99-39 0,3 5 0,4 5 0,3 5 0,5 4 0,-109 129 0,168-171 0,4 2 0,1 1 0,4 3 0,2 1 0,2 1 0,-41 110 0,52-91 0,3 0 0,3 1 0,4 1 0,4 1 0,3-1 0,10 154 0,-2-213 0,0 0 0,2 0 0,1 0 0,1 0 0,1-1 0,0 0 0,16 29 0,-9-25 0,2-2 0,1 0 0,1-1 0,1-1 0,34 33 0,-6-11 0,3-3 0,89 60 0,-72-60 0,2-4 0,123 50 0,-80-48 0,181 38 0,178 1 0,240-32 0,19-44 0,-443-3 0,311-7 0,-1-29 0,-67-37 0,-78-14 0,-99-8 0,-304 80 0,-2-1 1,0-3-1,-1-2 0,-1-2 0,56-37 1,-80 44-9,-1 0 1,-1-2 0,0 0 0,-1-1-1,-1-1 1,-1 0 0,-1-1 0,0-1-1,-2 0 1,0-1 0,16-44 0,-17 30-21,-1 0 1,-2 0-1,-1-1 0,3-46 1,-7 11 5,-6-99 0,-1 122 12,-1 1-1,-3 0 0,-23-80 1,14 81 5,-3 0 1,-2 2 0,-2 0 0,-40-58 0,-141-166-31,66 112-19,-7 6 1,-6 6-1,-284-210 1,328 281 31,-231-120-1,248 153 19,-3 4 0,-1 4 0,-125-28 0,85 36 35,-259-16 0,-145 33 87,532 9-117,-20 0 7,-495 14 174,429-6-152,0 5 0,1 3 0,-145 46 0,38 14 7,3 8 0,4 8 1,-188 124-1,259-139-37,4 4 0,3 5 0,4 5 0,-175 190 0,244-235 0,2 3 0,2 1 0,-47 88 0,66-104 0,1 1 0,2 1 0,2 1 0,1 0 0,1 0 0,-6 65 0,9 90 0,7-168 0,0-1 0,1 1 0,1-1 0,1 1 0,1-1 0,14 42 0,-6-39 0,2-1 0,1-1 0,1 0 0,0 0 0,2-2 0,1 0 0,22 19 0,14 12 0,3-3 0,77 51 0,-6-17 0,4-6 0,3-6 0,254 94 0,-197-100 0,2-9 0,286 46 0,43-49 0,0-38 0,-490-16 0,486 3 0,-3-35 0,-316 0 0,-3-9 0,321-109 0,-429 119 0,-1-4 0,-1-4 0,114-70 0,-162 83 0,-1-1 0,-1-2 0,-2-2 0,-1-1 0,-1-2 0,-2-1 0,-1-2 0,39-63 0,-47 59 0,-1-1 0,-3-1 0,-1-1 0,-3-1 0,-1 0 0,-3-1 0,9-66 0,-9 11 0,-5 0 0,-9-135 0,0 183 0,-2 0 0,-2 0 0,-23-88 0,10 84 0,-1 2 0,-4 0 0,-1 1 0,-39-57 0,-5 6 0,-86-97 0,43 69-12,-204-185 0,233 246 8,-3 4 0,-3 4 0,-162-87 0,143 98 9,-3 5 0,-1 6 0,-3 4 0,0 5 0,-3 5 0,0 6 0,-214-13 0,-93 28-5,213 8 0,0 9 0,-267 49 0,216-5 0,4 12 0,2 11 0,4 12 0,5 10 0,-281 156 0,161-28 0,303-179 0,3 3 0,-82 85 0,109-98 0,2 2 0,2 1 0,-36 61 0,52-72 0,1 0 0,1 1 0,1 1 0,2-1 0,1 2 0,-5 34 0,7-4 0,3 0 0,3 65 0,2-128 0,-1 42 0,2-1 0,2 1 0,1-1 0,15 61 0,-6-63 0,3-2 0,0 0 0,3 0 0,1-2 0,40 55 0,1-10 0,123 127 0,-70-98 0,5-6 0,4-5 0,4-5 0,4-6 0,218 108 0,-190-121 0,3-7 0,2-8 0,3-6 0,329 57 0,42-58 0,6-42 0,27-26 0,-410-2 0,0-7 0,310-91 0,-298 57 0,-3-7 0,228-123 0,-282 124 0,-4-6 0,-2-4 0,-4-5 0,157-154 0,-211 180 0,-2-2 0,-3-2 0,-2-2 0,53-96 0,-73 109 0,-3 0 0,-2-2 0,-2 0 0,-2-1 0,-2-1 0,13-102 0,-17-108 0,-9 219 0,-2 0 0,-2 0 0,-1 0 0,-17-67 0,6 67 0,-2 0 0,-2 1 0,-2 1 0,-1 0 0,-33-42 0,-17-16 0,-3 3 0,-5 4 0,-4 3 0,-3 4 0,-5 4 0,-2 4 0,-4 4 0,-122-67 0,112 79 0,-3 5 0,-3 5 0,-1 5 0,-3 5 0,-1 5 0,-1 6 0,-2 4 0,-125-7 0,-235 19 0,482 13 0,-511 21 0,353 4 0,-236 68 0,-152 90 0,236-58 0,-411 231 0,300-99 0,335-196 0,-149 139 0,197-162 0,2 1 0,1 2 0,2 2 0,-30 51 0,45-61 0,1 1 0,2 0 0,1 1 0,1 0 0,2 1 0,-9 56 0,12-14 0,2 0 0,6 81 0,0-94 0,3 0 0,3-1 0,24 109 0,-12-114 0,4 0 0,1-2 0,4-1 0,64 103 0,-18-51 0,5-2 0,4-5 0,4-3 0,5-3 0,3-5 0,5-4 0,3-5 0,4-3 0,138 75 0,-74-66 0,4-6 0,3-9 0,221 59 0,-198-79 0,3-9 0,2-9 0,288 11 0,96-36 0,-589-9 0,575-19 0,-418-1 0,237-62 0,85-68 0,-341 100 0,133-70 0,-189 75 0,-1-3 0,89-73 0,-129 89 0,-2-2 0,-1-1 0,-2-2 0,50-68 0,-61 68 0,-2 0 0,-1-2 0,-2 0 0,-2-1 0,17-56 0,-17 34 0,-2-1 0,-3-1 0,-3 0 0,-2 0 0,-4-1 0,-4-85 0,-4 94 0,-2-1 0,-3 1 0,-3 1 0,-2 0 0,-2 0 0,-2 2 0,-40-81 0,11 50 0,-4 1 0,-99-123 0,-158-129 0,232 264 0,-2 3 0,-113-73 0,116 95 0,-1 3 0,-128-51 0,140 69 0,-1 3 0,-1 3 0,-82-14 0,50 23 0,-148 3 0,209 7 0,-301 4 0,-8 30 0,154 3 0,-196 64 0,-184 100 0,330-103 0,-441 246 0,630-313 0,2 2 0,-74 62 0,111-82 0,1 0 0,0 1 0,1 0 0,0 1 0,1 0 0,1 0 0,1 1 0,0 1 0,1 0 0,1 0 0,0 0 0,-7 34 0,9-16 0,2 0 0,1 52 0,2-87 0,0 23 0,0 0 0,1 0 0,2 0 0,0-1 0,1 1 0,9 27 0,0-22 0,0 0 0,2 0 0,1-1 0,1-1 0,1-1 0,31 34 0,7 0 0,2-3 0,86 64 0,203 115 0,-206-155-3,3-6 1,184 67-1,-133-73 13,268 56-1,-155-67-55,3-13-1,433 5 1,-382-46-866,-267-3-345,122-17 0,-184 12 293,0-1 0,-1-2 0,1-1 1,-2-1-1,1-2 0,50-27 0,-52 19-1659,0-1-1,-2-2 0,0 0 1,33-38-1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1220 13398,'0'0'14556,"-33"-2"-14353,-95-6-115,110 6-63,27 1 1,14-3 32,-18-8 1,-5 11-52,0 0-1,1 0 1,-1 0-1,0 0 0,0 0 1,1 0-1,-1 1 0,1-1 1,-1 0-1,1 0 0,-1 0 1,1 0-1,-1 0 0,1 1 1,0-1-1,-1 0 0,1 1 1,0-1-1,0 0 0,-1 1 1,1-1-1,0 1 0,0-1 1,0 1-1,1-1 0,28-2 164,-22 3-137,-1 0-1,0-1 0,1 0 0,11-2 0,63-24 120,131-61 0,-85 32-101,127-43 46,-102 41-50,-43 19-42,2 4 1,1 5-1,1 5 0,1 5 1,1 5-1,179 0 0,-36 15 17,-244 0-7,0 0 1,-1 2-1,1 0 1,0 0-1,-1 2 0,1 0 1,-1 0-1,0 1 1,0 1-1,-1 0 1,0 1-1,0 1 0,14 10 1,422 320 381,-413-309-388,0-1-1,2-2 1,1-2-1,1-2 1,42 18-1,11-8-11,-59-15-9,-17-7 12,0-2 1,1 0-1,24 7 1,32 2-4,-68-15 3,8 3 0,0-1 0,1 0 0,-1-1 0,1-1 0,26 2 0,204-4-51,-233-1 54,0 0-1,0 0 1,0-1-1,0-1 0,-1 0 1,1-1-1,-1 0 1,1 0-1,11-7 0,7-7 11,49-37-1,-49 33-15,87-64 38,120-82 65,-192 140-91,2 2 0,0 2 0,76-27 0,-98 45 6,1 1 0,1 1 1,-1 1-1,1 2 1,-1 0-1,33 5 1,12-3 76,-26-2-34,-23 0-36,0 1 1,-1 0 0,1 2 0,0 0 0,26 7-1,-4 7 39,73 37 0,-40-17-1,120 54 36,-121-56-32,0-13-19,-21 11-37,-41-25-10,0 0-1,1-2 1,-1 0 0,1 0-1,1-2 1,-1 0-1,24 2 1,118-3 17,-90-3-11,159 1-49,-212 0 45,0-1-1,0 0 1,0-1 0,0-1-1,0 0 1,16-6 0,-1-4 10,42-23 1,-22 10 10,16-8-9,2 4 0,1 2 0,86-23 0,-98 40 1,62-2 0,-40 5-4,219-5 7,-288 13-8,0 1 1,0 0-1,0 1 1,0-1 0,-1 2-1,1-1 1,-1 1 0,1 1-1,-1 0 1,0 0-1,0 0 1,8 7 0,15 18 24,-28-25-25,0-1-1,0 1 1,1 0-1,0-1 1,-1 0-1,1 0 0,0 0 1,1 0-1,-1-1 1,0 1-1,1-1 1,0 0-1,-1-1 1,1 1-1,0-1 1,0 0-1,8 1 1,15-1-58,54-4-143,-61 0 189,0 0-1,0-2 1,0 0 0,24-11-1,80-39 34,13-6 1,158-29-14,-200 63-10,-50 13-13,1 2-1,0 3 1,0 1 0,1 2 0,54 1 0,174 5-41,-264 0 50,1 0 1,-1 0-1,1 1 1,-1 0-1,1 2 1,-1-1-1,0 1 1,0 1-1,0 0 1,-1 1-1,1 0 0,15 10 1,18 17 20,-24-17 5,44 25 0,-56-36-24,0 0-1,0-1 0,0 0 1,1 0-1,0-1 0,-1 0 1,1 0-1,17-1 0,2 0-15,-2-1-17,0 0 0,28-5 1,-36 2 23,0-1 0,0-1 0,-1-1 0,34-16 0,80-50 5,-103 56 3,97-53 6,4 5 0,2 7-1,176-53 1,-252 95-20,1 2 1,0 3-1,1 2 0,99-1 1,100 9-14,-249 0 27,0 0 0,0 0 0,0 1 0,0 0 0,0 1 0,0 0 0,0 0 0,-1 0 0,13 7 0,-10-3 1,-1 0 1,1 1-1,-1 1 0,-1 0 0,14 15 1,16 22 57,35 53 0,-41-52 48,53 58 0,-47-70-54,-37-33-56,1 0 0,0 0 0,-1 0 0,1 0 0,0 0 0,-1-1 0,1 1 0,0-1 0,0 1 0,-1-1 0,1 0 0,0 1 0,0-1 0,0 0 0,-1 0 0,1 0 0,0 0 0,3-1 0,9-1-35,36 3-7,0-2 0,0-2-1,0-3 1,-1-2 0,63-17 0,13-9 56,0 6 0,198-17 0,-89 37-22,-195 10 6,-1 1 0,0 2 0,69 18 0,-80-13 16,0 1 0,-1 2 0,0 0-1,-1 2 1,36 27 0,-42-28-2,1 0 0,0-1-1,1-1 1,1-1 0,-1 0 0,1-2 0,1-1 0,33 8 0,-40-14-25,1-1-1,26-1 1,-19-1-17,-17 1 16,0 0 0,0-1-1,0 0 1,12-3-1,45-16-11,-2-3 1,74-37-1,-63 26 29,48-17 29,146-42 0,-182 69-14,1 4 1,154-15 0,217 27-14,-268 10 16,294-2 179,596 0-200,-1064 0-1,0 1 0,1 1-1,-1 0 1,0 1-1,0 0 1,0 1-1,0 1 1,23 11-1,-29-13 10,10-3-19,-11 0-7,2 0 11,20 1-5,1-2 0,-1 0-1,1-2 1,-1-1 0,50-14 0,114-47 22,-153 51-7,259-91 5,-277 97-7,298-95 11,-198 76-6,0 5 0,172-9 0,243 21-69,-457 10 36,-71 0 25,14-1-6,0 2 0,0 0 1,40 8-1,-57-7 8,0 0 0,0 1 0,-1 0 0,1 0 0,-1 0 0,1 1 0,-1 0-1,0 0 1,-1 0 0,1 1 0,-1 0 0,1 0 0,-2 0 0,1 1 0,6 9 0,-1 2 7,-1 0 1,0 0 0,-1 1 0,6 22-1,19 82 88,3 7 36,-35-125-125,0 1 1,1-1-1,0 0 1,0 1-1,0-1 1,0 0-1,1 0 1,-1-1 0,7 8-1,-6-9-5,1-1 0,-1 1 0,0-1 0,0 0 0,1 0 0,-1 0 0,1-1 0,-1 1-1,0-1 1,1 0 0,-1 0 0,7-1 0,43 2-57,-8 0 12,1-2 1,50-8-1,115-40 39,-21-7 39,445-106 23,-198 108-167,-220 49 23,-163 6 86,-43-2 2,-1 2 0,1-1 0,-1 1 0,0 1 0,1 0 0,13 5 0,-16-4 3,-1 1 1,0 0-1,0 0 0,0 0 0,-1 1 0,1 0 0,9 12 0,86 100 145,-4-4 113,-46-65-147,-28-22-77,-14-14-27,0 0 1,18 14-1,-25-23-11,1 0 0,-1-1-1,1 0 1,0 0 0,-1 0 0,1 0 0,0 0-1,0-1 1,0 0 0,0 0 0,1 0 0,-1 0 0,7 0-1,35 0-33,-25 0 19,1-1 0,-1-1-1,0 0 1,-1-2 0,22-5 0,-2-5 9,45-22 1,-68 28 5,64-26 2,1 4 0,1 3-1,1 4 1,1 3 0,1 5-1,1 3 1,126 0 0,146 11 0,-358 0-1,3 0 7,0-1-1,-1 1 1,1 0 0,0 0-1,0 0 1,-1 1-1,1-1 1,0 1-1,-1 0 1,1 0-1,-1 0 1,1 0 0,-1 1-1,0-1 1,1 1-1,-1 0 1,0 0-1,0 0 1,5 6-1,-5-6 5,-1-1 0,1 1-1,0 0 1,0-1-1,0 1 1,0-1-1,0 0 1,0 0 0,0 0-1,0 0 1,0-1-1,5 1 1,49-1 20,-19-1-73,-6 0 35,0-2 0,0 0 0,44-12 0,93-35 8,-146 42-2,827-246-37,-678 205 0,123-30-95,-218 61 86,137-11 0,8 24 70,-170 5 5,-48 0-25,-1 0 0,1 0-1,0 0 1,0 0 0,0 1 0,0-1 0,-1 1 0,1 0-1,0 0 1,0 1 0,-1-1 0,1 1 0,-1 0 0,0 0-1,1 0 1,-1 0 0,0 0 0,0 1 0,3 3 0,-2 1 7,1-1 1,-2 2 0,1-1 0,-1 0 0,0 1 0,0 0 0,1 10 0,0-6 8,43 175 303,20 65-131,-60-227-194,-7-21 3,1 0-1,0 1 1,1-1-1,-1 0 1,1 0-1,-1 0 1,6 7-1,-6-10-1,1 1 0,0-1-1,0 1 1,-1-1-1,1 0 1,0 1-1,0-1 1,0 0-1,0 0 1,1-1-1,-1 1 1,0 0 0,0-1-1,0 1 1,1-1-1,-1 0 1,0 0-1,1 0 1,2 0-1,143 0-264,-9 1 192,271-8 62,-70-38 37,-169 19-26,375-51-1,-322 45 44,20 15-311,-210 15-113,-30 2-397,-27 0-12176,-39 0-2103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0 16616,'0'0'7974,"66"53"-7166,-66-53-808,272 227 603,-258-213-534,-1-1 0,0 2 0,19 27 0,-28-35-21,0 1-1,0 0 0,-1 0 1,0 0-1,3 11 0,3 23 208,-2 1 0,-2 0-1,-2 0 1,-4 68 0,1-42-8,0-48-168,-1 0-1,-1 0 1,-7 31 0,7-42-63,-1 0 1,-1 0 0,0 0 0,0-1 0,-1 1 0,0-1 0,0-1-1,-1 1 1,-9 10 0,4-7-10,-1-1-1,0-1 0,-1 0 1,0 0-1,-23 12 1,-78 31-9,60-32-114,-1-3 0,0-3-1,-1-2 1,-69 7 0,-233-2-994,355-18 1179,30 0 9,32-2-46,-1-2 1,62-14 0,120-36 613,-163 37-550,-44 11-40,40-12 0,-21-6-26,-44 19-63,1 1 1,-1 0-1,1 0 1,0 1-1,0 0 0,1 1 1,-1 0-1,0 0 1,19-1-1,-4 2-387,-16 0 12,0 1 0,1 0 0,-1 0 0,0 0 0,1 1 0,-1 0 0,0 1 0,12 4-1,-6 1-337,0 0 0,0 1 0,-1 1 0,-1 0 0,19 17 0,57 63-6445,-86-87 6976,48 52-5329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217 241 16824,'0'0'11178,"19"86"-10820,-19-86-358,88 355 40,-82-333-38,2 0 1,16 34 0,-22-51 0,1-1 0,0 1 0,0-1 0,1 0 0,-1 0 0,1 0 0,6 5 0,-3-2-6,2-1 0,-1 0 0,1-1 0,-1 0 0,1 0 1,1-1-1,-1 0 0,1 0 0,0-1 0,-1 0 0,1-1 1,0 0-1,1-1 0,14 0 0,-24-1-7,0 0 0,0 0 0,1 0 0,-1 0 0,0 0 0,0 0 0,0-1 0,1 1 0,-1-1 0,0 1 0,0 0 0,0-1 0,0 0 0,0 1 0,0-1 1,0 0-1,0 0 0,1 0 0,3-5-22,0 1 1,-1-1-1,1 0 1,-1 0 0,-1 0-1,1 0 1,-1-1 0,5-13-1,0-5-125,6-37-1,-2-24-88,-5-1-1,-4-107 1,-4 151 161,2 31 45,-1-14-155,-6-48 1,5 65 152,-1 1 1,0 0-1,-1-1 1,0 1 0,0 0-1,-1 0 1,0 0-1,-1 1 1,-6-10 0,4 8 20,0 1 0,0 0 1,0 1-1,-1 0 0,0 0 0,-1 0 1,1 1-1,-1 0 0,-1 1 1,1 0-1,-1 1 0,0 0 1,0 0-1,0 1 0,0 0 1,0 1-1,-1 0 0,1 1 1,-16-1-1,-31 1 99,36-1 13,-1 2 0,0 0 1,-36 6-1,49-3-99,0 0 0,0 1 0,1 0 0,0 0 0,0 1 0,0 0 0,0 0 0,1 1 0,-1 0 0,1 0 0,1 1 0,-1 0 0,1 0 0,1 0 0,-1 1 0,-5 12 0,-4 6-66,1 2 0,1 0 0,-16 52 0,19-41-665,2 1 0,1 0 0,2 1 0,2-1 0,2 1 0,2 0 0,6 46 0,-5-77 95,0 1 1,1-1 0,1 1-1,-1-1 1,2 0 0,-1 0 0,1 0-1,1-1 1,0 0 0,0 0-1,1 0 1,0-1 0,0 0 0,1 0-1,9 7 1,-5-6-1061,1 0 1,0-1 0,17 8-1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263 230 2993,'0'0'23184,"2"44"-22327,-1-15-771,8 111 94,-6-116-160,2 0-1,0-1 0,2 0 0,1 0 0,12 27 0,-13-35-14,1 0 0,0-1 0,1 0 0,0-1 0,1 0-1,0 0 1,1-1 0,1 0 0,0-1 0,0-1 0,1 0 0,1 0-1,-1-2 1,2 1 0,-1-2 0,22 9 0,-29-15-13,0 1-1,1-1 1,-1 0 0,1-1-1,-1 0 1,8-1 0,2 1-25,-15 0 26,0 0 0,0 0 0,0 0-1,0 0 1,0-1 0,-1 1 0,1 0-1,0-1 1,0 0 0,0 1 0,0-1-1,0 0 1,-1 0 0,1 0 0,0 0-1,-1 0 1,1-1 0,-1 1 0,1 0 0,0-2-1,2-3-7,-1 1 0,-1 0-1,1-1 1,-1 1 0,0-1 0,2-6-1,3-12-38,-2 0 0,-1-1-1,3-41 1,-7-81-107,-2 54 139,2 64 29,1-6-44,-2 0 0,-7-50 1,6 76 20,0 0 1,0 0 0,-1 0 0,0 0 0,0 1 0,-1-1 0,0 1-1,-1 0 1,1 0 0,-2 0 0,1 1 0,-1-1 0,0 1 0,-9-7-1,6 7 16,0 1 0,-1-1 0,1 2 0,-1-1 0,-1 1 0,1 1 0,-1 0 0,0 1 0,0 0 0,-16-3 0,-6 3 84,0 1-1,-40 2 1,21 1 52,41 0-148,-1 0-1,1 0 0,0 1 1,0 1-1,0 0 0,0 0 0,0 1 1,0 1-1,-9 5 0,0 1-140,1 1 0,1 1 0,-29 25 0,41-32 23,0 0 0,1 0 0,-1 1 0,1 0 0,1 0-1,-1 0 1,1 1 0,0-1 0,1 1 0,0 0 0,0 0 0,-2 11-1,1 4-879,1 1 0,1 0-1,1 30 1,1-42 285,0 0-1,1 1 1,1-1-1,3 15 1,-4-23 369,0 1 1,1-1-1,-1 0 0,1 0 1,0-1-1,0 1 1,1 0-1,-1-1 1,1 1-1,-1-1 1,1 0-1,0 0 0,1 0 1,-1 0-1,7 4 1,-4-4-448,1 0 0,-1-1 1,1 0-1,0 0 0,0 0 1,0-1-1,10 1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340 116 4850,'0'0'22496,"8"67"-22048,35 213-280,-41-266-147,2-1-1,-1 0 0,2 0 1,0-1-1,0 1 1,14 20-1,-14-26 6,1 0 0,0 0 0,0-1-1,1 0 1,-1 0 0,9 5 0,4 3 37,-12-9-42,-1 0-1,1 0 1,0-1 0,1 0-1,-1 0 1,1-1 0,-1 0-1,1 0 1,14 2 0,-2-2-9,0-1 0,32-1 0,-37-1-28,-13 0 9,0 0 0,0 0 1,0 0-1,0 0 0,0 0 0,0-1 1,0 1-1,0-1 0,0 1 0,-1-1 1,1 1-1,0-1 0,0 0 1,-1 0-1,3-2 0,19-31-120,-22 33 124,8-18-24,0 1 1,-2-2-1,0 1 0,-1-1 0,7-41 0,-7 14-22,0-80 1,-6 68 32,2 11 18,-7-58 1,4 102 3,0 0 0,0 0 0,0-1 1,0 1-1,0 0 0,-1 0 0,1 0 0,-1 1 1,0-1-1,-1 0 0,1 1 0,-1-1 0,1 1 1,-1 0-1,0 0 0,0 0 0,0 0 0,-1 1 1,1-1-1,-1 1 0,1 0 0,-1 0 0,0 0 1,0 0-1,0 0 0,0 1 0,-5-1 0,-10-2 66,-1 1-1,0 1 1,1 1 0,-35 2-1,19-1 1,14 0-40,-13-1-41,1 2 0,-1 0 0,1 3 0,0 0 0,-35 11 0,36-2-194,0 2-1,1 1 0,-35 25 1,32-20-108,31-19 161,-10 6 10,0 0-1,0 1 1,1 0 0,-18 18 0,26-23-166,1 1 1,0-1-1,0 1 0,0 0 0,0 0 0,-3 8 0,4-7-731,0 1-1,1-1 0,-1 1 0,1 0 1,1 0-1,-1 8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53 512,'0'0'21754,"-26"-9"-20569,-77-26-385,77 27 27,34 8 115,15 1-642,0 1 0,0 1 0,0 1 1,0 2-1,24 8 0,-46-14-287,202 64 1025,-77-22-544,153 29-1,245-7 81,7-39-252,171-17-79,-163-5-216,-42 24 98,-396-20-544,-100-7-45,1 7-1737,-2-6 2035,0 0 0,0 0 0,1-1 1,-1 1-1,0 0 0,0 0 0,0 0 1,0 0-1,0 0 0,0-1 0,0 1 0,0 0 1,-1 0-1,1 0 0,0 0 0,0 0 0,-1 0 1,0 1-41,-1-1 1,1 0 0,0 0-1,-1-1 1,1 1 0,-1 0-1,1 0 1,-1-1 0,1 1-1,-1-1 1,1 1 0,-1-1-1,0 0 1,1 0 0,-1 1-1,0-1 1,-2-1 0,-106 6-5214,-32 9-2528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13318,'0'0'16882,"118"16"-16118,4 0-576,727 112 915,-120 9-783,-429-74-237,-65 2-43,-175-47-89,-2 1 0,0 4 1,62 33-1,-4 2-633,-100-52 197,0 0 0,0-1-1,0-1 1,1-1 0,21 2-1,-36-4 367,-1-1 1,1 0-1,-1 1 0,1-1 0,-1 0 0,1 0 1,-1 0-1,1 0 0,0 0 0,-1 0 0,1-1 1,-1 1-1,1 0 0,-1-1 0,1 1 0,-1-1 1,0 0-1,1 1 0,-1-1 0,0 0 0,1 0 1,-1 0-1,0 0 0,0 0 0,0 0 0,0 0 0,0 0 1,0 0-1,0-1 0,0 1 0,1-3 0,1-13-1378,0 0-1,-1-1 0,-1 1 0,-2-28 1,1-135-12392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 10469,'0'0'14743,"-34"70"-13975,-117 226-291,129-258-341,-39 51 0,44-66-63,-45 71 171,-20 28-147,68-107-100,11-13 8,0 0-1,1 1 1,-1-1 0,1 1-1,-1 0 1,1 0 0,0 0-1,0 0 1,0 0 0,1 1-1,-1-1 1,1 0 0,0 1-1,0-1 1,0 1 0,0-1-1,0 1 1,1 5-1,0-9-13,0 1 6,0-1-1,0 1 1,0-1-1,0 1 1,0-1 0,0 1-1,0-1 1,0 0-1,0 1 1,0-1 0,0 1-1,0-1 1,1 1-1,-1-1 1,0 1-1,0-1 1,1 0 0,-1 1-1,0-1 1,0 0-1,1 1 1,-1-1 0,0 0-1,1 1 1,-1-1-1,1 0 1,-1 0 0,0 1-1,1-1 1,-1 0-1,1 0 1,-1 0 0,1 1-1,-1-1 1,0 0-1,1 0 1,-1 0-1,1 0 1,-1 0 0,1 0-1,-1 0 1,1 0-1,0 0 3,41 12 50,2-1 0,60 7 0,105 2 261,-132-14-215,128 14-39,78 7 23,-97-20-6158,-222-33-6684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9364,'0'0'14247,"0"499"-13687,19-307-560,10-17-16,-19 9-976,-10-35-1345,0-27-2033,-48-8-2930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19081,'0'0'8961,"72"13"-8835,129 21 256,271 12 1,511-41 994,-550-7-884,-31 2-302,119 0 81,-177 0-3245,-344 0 2888,1 0 1,-1 0-1,0 1 1,0-1 0,1 0-1,-1 0 1,0 0-1,0 0 1,1 1-1,-1-1 1,0 0-1,0 0 1,0 1-1,0-1 1,1 0-1,-1 0 1,0 1-1,0-1 1,0 0-1,0 0 1,0 1-1,0-1 1,0 0-1,0 1 1,0-1-1,0 0 1,0 0-1,0 1 1,0-1-1,0 0 1,0 1-1,0-1 1,0 0-1,0 0 1,0 1-1,0-1 1,-1 3-485,1-2 406,0 1 0,0-1-1,0 0 1,0 1 0,-1-1 0,1 1 0,0-1 0,-1 1 0,1-1-1,-1 0 1,0 1 0,1-1 0,-1 0 0,0 0 0,0 0 0,0 1-1,0-1 1,0 0 0,0 0 0,0 0 0,0-1 0,-2 2 0,-41 17-3096,33-15 2437,-112 37-6579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8516,'0'0'20116,"125"0"-18924,832 0 76,-670-2-963,426 8 230,-589 3-448,205 41 1,106 63 97,-225-39-82,20 5 58,-123-60-161,-106-19-109,0 1 0,0-1 0,0 1 0,-1-1 0,1 1 0,0-1 0,0 1 0,-1-1 0,1 1 0,0 0 0,-1-1 0,1 1 0,-1 0 0,1 0 0,-1-1-1,1 1 1,-1 0 0,0 0 0,1 0 0,-1 0 0,0 0 0,0-1 0,1 1 0,-1 0 0,0 0 0,0 0 0,0 0 0,0 0 0,0 0 0,0 0 0,0 0 0,-1 0 0,1-1 0,0 1 0,0 0-1,-1 0 1,1 0 0,-1 0 0,1-1 0,-1 1 0,1 0 0,-1 0 0,1-1 0,-1 1 0,1 0 0,-1-1 0,-1 2 0,-3 1-396,-1 0 0,1 0-1,-1 0 1,0 0 0,-9 2 0,-229 72-10564,91-26 3001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0 4018,'0'0'22525,"8"57"-22378,25 181-163,-28-204-269,-2 1 1,-2 60 0,-2-47-320,1-47 597,1 0 1,-1 0 0,1-1-1,-1 1 1,1-1 0,-1 1-1,1 0 1,0-1-1,-1 1 1,1-1 0,0 1-1,-1-1 1,1 0 0,0 1-1,-1-1 1,1 0-1,0 1 1,0-1 0,0 0-1,-1 0 1,1 0-1,0 0 1,0 0 0,0 0-1,-1 0 1,1 0 0,1 0-1,37 0-181,-25-1 147,44-2 48,88-16 0,-89 10 70,90-4 0,-58 13 8,-88 0-83,0 0-1,0 1 0,0-1 1,0 0-1,0 0 0,0 0 1,0 1-1,0-1 0,0 0 1,0 1-1,0-1 1,0 1-1,0-1 0,-1 1 1,1-1-1,0 1 0,0-1 1,-1 1-1,1 0 1,0 0-1,-1-1 0,1 1 1,0 0-1,-1 0 0,1 0 1,-1 0-1,0 0 0,1 0 1,-1-1-1,0 1 1,1 0-1,-1 0 0,0 2 1,0 37 136,-1-23-48,1-6-17,0 14 161,0 0 1,-6 35-1,4-51-184,-1 0 1,0 0-1,0 0 0,-1 0 0,0 0 0,0 0 0,-1-1 1,0 0-1,-8 10 0,-8 8 43,-2 0 1,-1-2-1,-1 0 0,0-2 1,-2-1-1,-58 35 0,67-46-90,0-1 0,-1 0 0,1-2 0,-2 0 0,1-1 0,-1-1 0,0-1 0,0-1 0,0-1 0,-33 0-1,-120-2-1840,163 0 1577,1 0 0,-1-1 0,0 0 0,1-1 0,-1 0-1,1 0 1,-14-6 0,5-1-665,-1-1 0,-19-15 0,12 8-17,-101-59-4089,7-16-1824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0 0 11317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11317,'88'-26'3826,"19"26"-1825,39 0-384,-20 0-1041,20 0-752,-78 17-2129,-39 27-1489,-29 17-1280,0 9-2770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9108,'0'0'11312,"1"29"-9653,0-23-1556,1 17 174,-1 0 1,-2 0-1,0 0 0,-1 0 1,-1-1-1,-1 1 0,-1-1 1,-1 0-1,-13 32 0,-122 203 1826,36-72-1479,61-101-363,-56 163 1,77-182-235,-23 78-7,40-119-10,1 1 1,1-1-1,-2 48 0,6 12-178,9-82 107,13-2 6,-13 1 45,0 0 0,0-1 0,-1 0 0,1 0 0,0-1 0,0 0 1,0-1-1,-1 0 0,1 0 0,-1-1 0,1 0 0,-1-1 0,0 1 1,7-6-1,3-7-3,-2-1 0,0 0 1,-1-1-1,-1 0 0,-1-1 0,0-1 1,-2 0-1,0-1 0,-1 0 1,-1-1-1,-1 0 0,8-40 0,-12 21-6,-4 28 1,0 11-59,-7 2-222,-4 0 75,-1-1 1,1 2-1,0 0 1,-1 0-1,1 1 1,0 0-1,0 1 1,0 0-1,0 1 1,0 0-1,1 1 0,-1 0 1,-15 11-1,-222 159-11557,157-98 4548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1793,'0'0'26044,"-156"324"-25948,117-245-96,1-9 0,8-9-16,1-26-400,0-9-561,10-17-704,-20-9-1280,-20 0-3442,30-70-5234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16904,'206'0'4778,"-143"0"-2377,452 0-403,-511 0-2023,4 2-61,-7 12 16,0 26 91,0-14 60,-1-1 0,-1 1 0,-1-1 0,-1 1-1,-2-1 1,-7 26 0,-5-9 19,-23 43 0,29-63-79,-65 132 64,-243 459-68,226-456-410,74-120 63,8-16-147,-24 35 1,31-51 231,0 0 1,0 0-1,0 0 1,-1-1-1,0 0 1,1 0-1,-2 0 1,1-1-1,0 0 0,-1 0 1,-6 3-1,10-5-14,0 0-1,1-1 0,-1 1 0,0 0 0,1-1 0,-1 0 0,0 1 1,0-1-1,0 0 0,1 0 0,-1 0 0,0 0 0,0 0 0,0 0 0,0 0 1,1-1-1,-1 1 0,0-1 0,0 1 0,1-1 0,-1 0 0,0 0 0,1 0 1,-1 0-1,1 0 0,-3-2 0,-1-4-1534,0-1 0,1 1 0,-1-1 0,2 0 0,-1 0 0,-2-11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15831,'0'0'7969,"2"92"-7150,4 310 307,-5-321-841,-1 139 680,-17-35-153,-69 175 213,63-279-886,-80 293 103,68-246-164,-3-19-244,37-108 134,1-1 0,0 1 0,-1-1-1,1 1 1,0-1 0,-1 1 0,1-1-1,0 0 1,-1 1 0,1-1 0,-1 0-1,1 0 1,-1 1 0,1-1 0,-1 0-1,1 0 1,-1 1 0,1-1 0,-1 0 0,1 0-1,-1 0 1,1 0 0,-1 0 0,0 0-1,1 0 1,-1 0 0,1 0 0,-2 0-1,-1-9-2956,3-217-12434,0 137 6269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0 4722,'0'0'17133,"0"75"-15668,-5 246-499,3-278-690,-2 1 0,-11 53 0,4-60 134,-25 58-1,36-95-407,-135 305 1386,91-219-1019,-83 121 0,97-165-329,-74 117 8,102-156-302,2-174-12674,0 45 6013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17160,'0'0'7475,"243"525"-7379,-166-455-64,-18-17-32,-1-18-16,-39 0-112,-9-26-912,0-9-3778,9 0-11926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0 4610,'0'0'21738,"-126"490"-21274,67-385-16,-18 9-79,-11-27-97,20 1-256,10-36-16,38-34-528,10-18-1329,10-26-17016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10501,'0'0'10196,"136"534"-10180,-97-473-16,-20-26-560,1-35-1441,-11 0-1216,-9-35-9333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13174,'0'0'7025,"10"83"-4742,2 18-1735,40 451 1391,-47 164 150,-6-418-1414,1-277-648,0 0 0,-2 1 0,0-1 0,-1 0 0,-7 23 0,7-29-75,3-14-194,0-5-577,-1-86-1961,5-138 912,-2 212 1839,0-1 0,1 1 0,0 1 0,2-1 0,-1 0 0,2 1 0,8-17 0,-8 22 40,0 0 0,1 1 0,0 0 0,0 0 0,1 0 0,0 1-1,1 0 1,0 1 0,0 0 0,0 0 0,12-5 0,-5 3 62,1 0 0,0 1 1,0 1-1,0 1 1,22-5-1,24-5 185,-48 11-240,1 0-1,-1 2 1,1 0 0,21-1 0,-31 4-99,-1 1-39,-1-1 0,1 0 1,0 0-1,-1 0 0,1 0 1,-1-1-1,1 0 1,-1 0-1,1 0 0,-1 0 1,1-1-1,-1 0 0,0 0 1,8-4-1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14215,'0'0'8563,"146"638"-7746,-107-393-49,-30-17-48,-9-9-63,0-36-353,0-25-208,0-53-96,0-35-16,0-35-432,0-53-8484,0-69 2417,0-18-2706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4626,'0'0'19940,"79"6"-19348,253 19-298,-119-5-73,-212-20-204,1 0 1,-1 0-1,1 0 0,-1 1 1,1-1-1,-1 0 0,1 1 1,-1-1-1,1 1 0,-1-1 1,1 1-1,-1 0 0,1-1 1,-1 1-1,0 0 0,2 1 1,-2 0 20,-1-1 0,1 0 1,-1 1-1,0-1 0,1 1 1,-1-1-1,0 1 1,0-1-1,0 0 0,0 1 1,0-1-1,0 1 0,-1 1 1,0 16 207,1-11-214,-1 1 0,0-1-1,-1 1 1,0-1 0,0 0 0,-1 0 0,0 0 0,0 0-1,-1 0 1,0-1 0,0 1 0,-1-1 0,-9 11-1,-163 207-73,-100 166 50,271-383-20,1 1 0,0 0 1,0 0-1,1 1 0,1-1 1,-1 1-1,1 0 0,1 0 0,0 0 1,1 0-1,-1 0 0,2 16 1,0-23 6,0 0 1,0 0-1,0 0 0,1 0 1,-1 0-1,1 0 1,0-1-1,0 1 0,0 0 1,0 0-1,1-1 1,-1 1-1,1 0 1,2 2-1,1 1 6,0-1-1,1 0 1,-1-1 0,9 6-1,-9-7-1,30 20 21,0-3-1,2-1 1,1-2-1,0-1 1,72 19-1,-53-22-546,0-3-1,0-3 0,1-1 1,60-4-1,-117-2 409,-1 0 0,1 0 1,0-1-1,0 1 0,0 0 1,0-1-1,-1 1 0,1 0 1,0-1-1,-1 1 0,1-1 1,0 1-1,-1-1 0,1 1 1,0-1-1,-1 0 0,1 1 1,-1-1-1,1 0 0,-1 1 1,1-1-1,-1 0 0,0 0 1,1 0-1,-1 1 0,0-1 1,0 0-1,1 0 0,-1 0 1,0 0-1,0 1 0,0-1 0,0 0 1,0 0-1,0 0 0,0 0 1,-1-1-1,1-1-149,-1 0 1,1 0-1,-1 0 0,1 0 0,-1 0 1,0 1-1,0-1 0,0 0 0,-1 0 1,1 1-1,-1-1 0,-2-2 1,-4-3-764,-1 1 1,0 0 0,0 0 0,-1 1-1,-14-7 1,-78-32-9220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12646,'0'0'11669,"506"-35"-11365,-331 26-304,-10-26-48,-19 27-1328,-20 8-2338,-68 0-2305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10917,'0'0'8065,"-22"8"-7902,2 0-153,0 0-1,-33 20 1,50-26-6,1 1 1,-1-1-1,1 1 0,-1 0 0,1-1 0,0 1 1,0 0-1,0 0 0,0 0 0,0 1 0,1-1 1,0 0-1,-1 1 0,1-1 0,1 1 0,-2 5 1,1 3 93,0 1 1,1-1-1,2 16 0,-1-3 211,-1-24-299,0 10 167,0 0 0,0 0 0,1 0 1,5 21-1,-4-28-145,0 1 0,0-1 0,0 1 0,1-1 0,0 0 0,0 0 0,0 0 0,0-1 0,0 1 0,1-1 0,0 1 0,7 4 0,28 18 89,67 33 0,7 3-50,-92-50-29,-19-12-15,-1 1 1,1 0-1,-1-1 1,1 1-1,0 0 0,-1 0 1,0 0-1,1 0 0,-1 0 1,0 0-1,1 0 0,-1 0 1,0 1-1,0-1 0,0 0 1,0 1-1,0-1 0,0 1 1,0-1-1,-1 1 0,1 0 1,0-1-1,-1 1 1,1 0-1,-1-1 0,0 1 1,0 0-1,0-1 0,1 1 1,-2 0-1,1 2 0,1 10 69,-1-12-56,0 1 0,0 0 0,1 0 0,-1 0 0,-1 0-1,1 0 1,0-1 0,-1 1 0,0 0 0,1 0 0,-1 0 0,0-1 0,0 1 0,-1-1 0,1 1 0,0-1 0,-1 1 0,0-1 0,0 0-1,1 1 1,-1-1 0,0 0 0,-1 0 0,-2 2 0,-25 14 237,-1-1-1,-1-1 1,-55 18 0,74-29-231,-4 1-167,0-1 0,-1-1 0,1 0 0,-1-1 0,0-1 1,0-1-1,0-1 0,1 0 0,-33-6 0,47 6-141,0-1 0,0-1 0,0 1 0,0 0 0,0-1 0,0 0-1,0 1 1,0-1 0,1 0 0,-1-1 0,1 1 0,-1 0 0,1-1 0,0 1 0,0-1 0,0 0 0,-3-5-1,-3-7-1472,0-1 0,-6-19 0,9 20 133,-17-46-5103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0 1 6787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 6787,'-87'-9'5283,"135"9"-1826,30 0-880,10 9 1121,9 43-3234,-58-17-368,9-9-96,-28 1-112,-10-1-1296,-1 18-1170,-9 26-1455,0-27-2675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12454,'0'0'8564,"331"0"-7908,-224 0-384,9-35-272,-18 26-32,-30-17-320,-10 8-1105,-29 10-1184,-19 8-1665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13062,'0'0'6606,"0"74"-4696,0 253-736,0 263 8,0 230-337,0-820-847,0 1 0,0-1 0,0 1 0,0-1-1,1 1 1,-1-1 0,0 0 0,0 1 0,0-1 0,1 1-1,-1-1 1,0 0 0,1 1 0,-1-1 0,0 0 0,1 0-1,-1 1 1,0-1 0,1 0 0,-1 0 0,1 1 0,-1-1-1,1 0 1,-1 0 0,0 0 0,1 0 0,-1 0 0,1 1-1,-1-1 1,1 0 0,-1 0 0,1 0 0,22 0-53,-15 0 19,34 0-139,-19 2-57,-1-2-1,1-1 1,0 0 0,-1-2 0,1 0-1,-1-2 1,39-12 0,4-16-984,-52 25 432,0 0 1,1 2-1,0-1 1,0 2-1,0 0 1,1 0 0,22-3-1,5 7-5096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3298,'0'0'21041,"-41"50"-20406,-127 166-139,156-200-406,1 0-1,1 1 0,0 0 1,2 1-1,-13 35 1,12-14 203,1 0 1,2 1 0,1 0-1,2 0 1,4 53 0,-1-80-176,8-11-254,-2-2 113,1 1-1,-1-2 1,1 1-1,-1-1 1,0 0-1,1 0 1,-1 0-1,0-1 1,0 0-1,0 0 1,0-1-1,0 0 1,0 0-1,-1 0 1,10-7-1,-5-3-38,1 0 0,-2-1 0,0 0 0,0-1 0,-2 0 0,0 0 0,0 0-1,-2-1 1,5-19 0,32-156-687,-42 188 735,10-67-711,-3-1 0,-3-101 0,-4 167 1366,7 12-345,1 6-203,0-1 0,-1 1 1,0 0-1,-1 1 1,6 15-1,21 45 379,-19-47-362,2 0-1,1-1 0,1-1 1,24 26-1,-37-46-137,1 0 0,0 0 0,0-1 1,1 0-1,-1 0 0,1 0 0,0-1 0,0 0 0,0 0 0,1-1 0,-1 0 0,13 2 1,7-1-1756,0-1 0,29-1 0,-45-1 518,21 0-5173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1 0 2817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2817,'427'-262'8388,"-446"262"3137,87 0-11349,0 0 129,0 0-65,10 0-240,-10 0-16,0 0-128,-19 0-1009,-1-27-1472,-38 10-1697,-10-9-3362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3185,'0'0'17718,"0"56"-15861,0 190-1012,3-147-506,21 144-1,-4-73 58,-8 400 1372,-13-395-1458,1-168-307,0 1 2,0 0 1,0 0-1,1 0 1,0 0-1,0 0 1,4 10-1,-4-16-12,0 0-1,0 1 1,0-1-1,1 0 0,-1 0 1,1 0-1,-1 0 0,1 0 1,0 0-1,0 0 0,0 0 1,0-1-1,0 1 1,0-1-1,0 0 0,1 1 1,-1-1-1,0 0 0,1 0 1,-1-1-1,1 1 0,-1 0 1,1-1-1,-1 1 0,4-1 1,-2 0-39,17 3-604,37-2-1,-52-1 478,0 0 0,0-1-1,-1 1 1,1-2 0,0 1 0,0-1-1,-1 1 1,1-1 0,-1-1 0,0 1-1,1-1 1,5-5 0,5-8-738,-1-1 1,0-1-1,-1 0 1,-1-2-1,-1 1 1,12-26-1,-20 34-320,-1 0-1,0-1 1,0 0-1,1-20 1,-4 32 1231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0 387 384,'0'0'22691,"80"3"-22355,255 9-304,-291-10-51,74-5 0,-112 2 19,0-1 0,0 1-1,0-1 1,0 0-1,0 0 1,-1 0-1,1-1 1,-1 0 0,0 0-1,1-1 1,-1 1-1,-1-1 1,1 0-1,0 0 1,-1-1 0,0 0-1,0 1 1,-1-1-1,1 0 1,-1-1-1,0 1 1,0-1 0,-1 1-1,0-1 1,0 0-1,2-9 1,2-11-2,-2-1 0,-1 0-1,-1-1 1,-3-44 0,0 32-88,1 38 77,0-1-1,0 1 1,0-1-1,-1 1 0,1-1 1,0 1-1,-1-1 1,0 1-1,0-1 0,1 1 1,-2 0-1,1 0 1,0-1-1,0 1 1,-1 0-1,1 0 0,-1 0 1,1 0-1,-1 1 1,0-1-1,0 0 0,0 1 1,0-1-1,0 1 1,0-1-1,0 1 1,-1 0-1,1 0 0,0 0 1,-5-1-1,-4 0 9,-1 0 0,0 1 0,0 0 0,0 1 0,-15 1-1,2-1-1,-16 0 40,11-1 117,-38 4 1,58-2-88,0 1 0,0 0-1,1 1 1,-1 0 0,1 0-1,-1 1 1,-14 9 0,6-2 120,1 1 0,0 1 0,1 1 0,1 1 0,-23 25 0,29-28-17,-1 0-1,2 1 0,-1 0 0,2 0 0,0 1 0,0 0 0,2 0 1,-7 22-1,2 23 264,3 0 1,2 0-1,2 1 1,9 86-1,-6-139-408,1 0 0,1 0-1,-1 0 1,1 0-1,1 0 1,-1-1-1,1 1 1,0-1 0,0 0-1,1 0 1,0 0-1,0 0 1,0 0 0,1-1-1,0 0 1,0 0-1,0 0 1,1-1-1,-1 0 1,1 0 0,0 0-1,1-1 1,-1 1-1,13 3 1,4 1-18,1-1-1,1 0 1,-1-2 0,1-1 0,42 1-1,20-1-1045,117-10 0,-195 6 632,0-1 1,0 0-1,0-1 1,0 0-1,0 0 1,0-1-1,0 0 1,-1-1-1,1 0 1,-1 0-1,0-1 1,0 0-1,0 0 1,-1-1-1,7-6 1,-7 3-1347,0 0 1,-1-1 0,8-13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9012,'0'0'15751,"29"516"-14822,20-376-513,-1-26-192,1-35 0,-10-1-224,-10-43 0,-10-35-16,-9 0-960,0 0-1185,9-61-2657,-19-26-1345,0-45-2273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4322,'428'87'12086,"-428"-25"-8693,0 8-704,0 26-1168,0-17-929,0 17-432,9-17-96,-9 8-32,0-8-32,0-18-240,0-26-880,0-9-1361,-68-8-2258,-10-18-5361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2369,'0'0'18457,"369"-96"-22507,-330 78-2801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7523,'661'-79'6868,"-622"70"-4323,19 1-1057,20-10-431,0 9-1,0-8-848,-20 17-159,-19-26-49,-10 17-721,-10 9-1328,-19-9-656,-19 9-6211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2433,'0'0'18168,"447"0"-18168,-350 0-736,-29-9-1585,-38-26-2113,-30 0-1777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10693,'0'0'12918,"58"595"-11558,-29-350-799,-9-17-385,-11-1 48,-9-34-176,0-27-32,0-35-16,0-17-160,-38-44-977,-21-9-1520,-28-17-2097,-20-44-4306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13990,'0'0'12694,"506"446"-12694,-380-437 0,-19-9-1056,-19 0-1041,-10-61-1233,-30-27-1840,-48-17-3218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9 528,'0'0'23051,"272"-9"-23051,-223 9-48,-20 0-1201,-10 0-1760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1201,'-348'394'12117,"342"-388"-11740,0 1-1,1-1 1,-1 2 0,2-1-1,-1 0 1,1 1 0,-5 11-1,10-18-334,-1 0-1,0-1 1,0 1-1,0 0 1,0-1 0,1 1-1,-1-1 1,0 1-1,1 0 1,-1-1-1,0 1 1,1-1-1,-1 1 1,1-1-1,-1 1 1,1-1 0,-1 1-1,1-1 1,-1 0-1,1 1 1,-1-1-1,1 0 1,-1 1-1,1-1 1,0 0-1,-1 0 1,1 0-1,0 1 1,-1-1 0,1 0-1,0 0 1,-1 0-1,1 0 1,0 0-1,-1 0 1,1 0-1,-1 0 1,2-1-1,0 1 19,377 24 5161,47-24-4621,-423 0-792,-25 0-982,-80 0 1177,100 0 1238,-9 7-1279,-137 80-958,78-48 594,2 3-1,-106 85 1,169-124 455,2 0 1,-1 1 0,0 0 0,1 0 0,-1 0 0,1 0 0,0 1 0,1-1-1,-1 1 1,-1 6 0,2-3 140,0 0 1,1 0-1,0 0 0,1 0 0,0 11 1,0-17-187,0-1 0,0 1 0,1-1 0,-1 0 1,0 1-1,1-1 0,0 0 0,-1 1 0,1-1 0,0 0 1,-1 0-1,1 1 0,0-1 0,0 0 0,0 0 0,0 0 1,0 0-1,0 0 0,0 0 0,0 0 0,1-1 0,-1 1 1,0 0-1,1-1 0,-1 1 0,0-1 0,1 1 0,-1-1 1,0 0-1,1 1 0,1-1 0,9 2 23,0-1 1,0 0-1,13-1 0,-1 0 47,184 8-943,-206-9 677,0 1 0,1 0 0,-1-1 0,0 0 0,0 1 0,1-1 0,-1 0 0,0 0 0,0 0 0,0 0 0,0-1 0,0 1 0,0 0 1,2-3-2,-3 3 138,0 1 0,-1-1 0,1 1 0,0 0 0,0-1 0,0 1 0,0 0 0,0 0-1,0 0 1,0 0 0,0 0 0,0 0 0,0 0 0,0 0 0,-1 0 0,1 0-1,2 1 1,2-1-21,17 0 33,0 0 1,33-7-1,-43 5-13,-1-1 0,0-1 0,0 0 0,0 0 0,0-1 0,19-12 0,-9 3-271,12-7-659,32-27 0,-55 41 323,-1-1-1,-1-1 1,0 0 0,0 0 0,0 0 0,-1-1-1,-1 0 1,7-13 0,-7 6-1632,0-1 0,6-30 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9140,'0'0'6950,"0"76"-2417,0 41-3176,4 491 3040,4-325-3100,10 560 1141,-18 358-2531,0-1411-2944,0-108 2830,-1 311 240,1-1-1,1 1 1,-1-1 0,1 1 0,1-1-1,-1 1 1,1-1 0,0 1-1,1 0 1,0 0 0,0 0 0,1 1-1,-1-1 1,1 1 0,1-1-1,-1 1 1,1 1 0,11-11 0,11-14 253,-13 14 11,-1 1 0,2 1 1,26-20-1,-17 19 90,33-14 0,-15 8-209,-21 12-148,0 0 0,43-11 0,-35 12-82,-6 1-401,1 2 0,0 0 1,32-1-1,31 4-4916,-27 2-2858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21258,'0'0'5746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4131 9572,'0'0'10146,"-10"-85"-10028,-29-287-41,28 8 77,12 257-54,-2-72 209,-2-8 513,28-250-1,6 240-351,8 1 0,112-329-1,-147 512-431,55-166 49,-52 148 479,0 0 0,-2-1-1,2-61 1,-7-144 1638,6 226-2164,8 0-1,0 1 1,1 0-1,0 1 1,28-12-1,79-27 187,-68 28-159,-6 2-39,0 2-1,1 2 0,0 2 0,0 3 0,2 2 0,75-2 0,312 7 120,-257 3-62,332 33 213,-101-1-113,151-29-82,-325-5-81,673-49 594,-427 14-325,1300-27-29,-1498 64-194,366-4 104,-38-51 154,-348 22-175,19 1-107,462-43-13,-105 37-13,-328 20-15,147-32 7,-2-28 10,223-30-4,396 36 53,-574 62-55,521 9-423,-814 15 151,-80-2 92,-69-9 93,116 25-1,-141-23 42,-31-6 24,-1 1 1,0-1-1,1 1 1,-1 0-1,0 0 1,0 1-1,0 0 1,0-1-1,0 2 1,0-1-1,8 6 1,-4-1-3,-8-6-1,1 1 0,0-1-1,0 1 1,-1-1 0,1 1-1,-1-1 1,0 1-1,1 0 1,-1 0 0,0 0-1,0-1 1,0 1 0,0 0-1,0 0 1,-1 1 0,1-1-1,-1 0 1,1 0-1,-1 0 1,0 0 0,0 0-1,0 1 1,0-1 0,0 3-1,2 38-37,9 49-1,3 44 67,17 818 396,-19 157-29,-14-710-256,2 767 758,-28-1175-2431,21 2 1104,-1 1-1,1-1 1,0-1-1,0 1 1,1-1-1,0 0 1,0 0-1,0-1 1,-4-7-1,3 5-905,2-1 0,-1 1-1,1-1 1,-5-17 0,1-4-7319,-7-47 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2593,'0'0'26836,"14"-1"-25971,65-3-161,134 11 1,-109 0-455,481 1 925,-219-8-7325,-373 2 1500,-25 5-3736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4306,'0'0'25969,"56"57"-25811,194 176-148,-237-222-11,0-1 0,0-1-1,1 0 1,1 0 0,-1-2-1,1 0 1,1 0 0,-1-2-1,22 6 1,32 4-10,26 8-21,-93-23 37,-1 1 0,1 0 0,-1 0 0,1 0 0,0 0 0,-1 0 0,0 0 0,1 0 0,-1 0 0,0 1 0,1-1 0,-1 0 0,0 1 0,0-1 0,0 1-1,0-1 1,0 1 0,-1 0 0,1-1 0,0 1 0,-1 0 0,1 0 0,-1-1 0,0 1 0,0 0 0,1 0 0,-1 0 0,0-1 0,0 1 0,-1 0 0,1 0 0,0 0 0,-1-1 0,0 4 0,0 0 8,1 0 16,-1 0-1,0-1 1,0 1 0,-1-1-1,1 1 1,-1-1 0,0 0-1,0 0 1,0 0 0,-1 0-1,-5 7 1,-1-1 22,-1-1 1,-20 16-1,10-9-5,-157 142 71,4-1-252,63-66-474,-31 55-3275,141-146 3882,-8 8-1284,-1 0-1,0-1 0,-15 10 0,21-16 272,-1 0 0,1 0 0,-1 0 0,1 0 0,-1 0 0,1-1 0,-1 1 0,1-1 0,-6 0 0,8 0 848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1 560,'0'0'22776,"9"99"-21853,-4-27-805,79 623 671,-28-362 81,-15 2 0,-2 357-1,-39 21 193,0-687-1028,0 0-1,-2-1 1,-1 1 0,-10 43-1,11-58-22,2-10-27,1-24-9217,-2 7 6279,1-32-4815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17 14086,'0'0'10218,"-43"-3"-10052,-136-9 109,156 11-99,0 1 1,-38 4-1,51-2-106,1 0 0,-1 0-1,1 1 1,0 0 0,0 0 0,-10 6-1,8-1 46,1-1-1,0 1 0,0 1 0,1 0 0,0 0 0,0 1 0,1 0 0,0 0 0,-12 23 0,14-23-47,0 0 0,1 0 0,-1 1 0,2-1-1,0 1 1,0 0 0,1 0 0,0 1 0,1-1 0,0 1 0,1-1 0,0 15 0,0 23 86,1 56 43,1-96-178,0 0 0,0-1 0,1 1-1,0 0 1,1-1 0,0 0 0,0 1 0,1-1 0,5 9 0,-4-10-7,1 0 0,0 0 0,0-1 0,1 0 0,0 0 0,0 0 1,14 8-1,63 28 30,-48-25-11,-25-12-23,0-1 0,0 0 0,1 0 0,-1-1 0,1-1 0,17 2 1,73-3-318,-55-2-164,-39 1 292,0-1 0,1 0 0,-1 0 0,0-1 0,0 0 0,-1-1 0,1 0 0,0 0 0,-1-1 0,0 1 0,1-2 0,-2 1 0,9-7 0,13-7-823,35-10-3629,-58 26 3378,0-1 0,-1 0 1,1 0-1,0 0 0,6-7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98 519 15783,'0'0'11171,"72"12"-10945,229 35-234,-282-44 4,1 0 0,-1-1-1,1-1 1,-1-1-1,33-3 1,-44 1-12,-1 0 0,0-1 0,0 0 0,0 0 0,0 0 0,0-1 0,-1 0 0,1 0 0,-1-1 0,0 0-1,-1 0 1,1 0 0,-1 0 0,0-1 0,0 0 0,6-11 0,-2 3-56,-2-1-1,0 1 0,0-1 0,-1-1 1,-1 1-1,4-24 0,-5 14-114,-1 0 0,-2-1 0,-2-33 0,1 13-7,0 31 143,0 1-17,0-1-1,-1 1 0,-3-20 0,3 30 49,0 0 0,-1-1 0,1 1 0,-1 0 0,0-1 0,0 1-1,0 0 1,0 1 0,-1-1 0,0 0 0,0 1 0,0-1-1,0 1 1,0 0 0,-6-5 0,-2 3 12,1 0 0,-1 0 0,0 1 0,0 0 0,-1 1 0,1 0 0,-1 1 0,0 0 1,1 1-1,-15 0 0,-122 7 214,144-6-194,-7 1 35,0 1 1,0 0-1,0 0 1,0 1-1,1 0 1,-1 1-1,1 0 1,0 1-1,-11 7 1,0 2 98,1 2-1,-30 28 1,29-25-13,1 1 0,1 1 0,1 1 0,1 0 0,1 1 1,0 1-1,-20 46 0,21-32 93,1 1 0,3 0 0,1 1 1,1 1-1,-2 48 0,1 209 1034,10-267-1175,0-28-81,0 0-1,0 0 0,0 0 1,0 0-1,0 0 0,1 0 1,0-1-1,-1 1 1,1 0-1,0 0 0,0 0 1,1-1-1,-1 1 0,0 0 1,1-1-1,0 0 0,-1 1 1,1-1-1,0 0 1,0 0-1,0 0 0,4 3 1,0-2-20,0-1 0,0 1 0,1-1 1,-1 0-1,1 0 0,0-1 0,-1 0 1,1 0-1,9-1 0,179 2-1408,-170-2 1074,1-1 1,0-1-1,28-6 1,2-8-1428,-1-4 1,70-34-1,-95 41 506,-5 1-1102,-1 0-1,25-18 1,-24 12-3117,23-23 1,-48 40 5396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14471,'0'0'10567,"13"92"-8825,44 310-672,-2 89 197,-18-129-528,-31-319-591,1 76 0,-7-117-144,0-1 0,0 1 0,0 0 0,0-1 0,0 1 0,0 0 0,0-1-1,0 1 1,1 0 0,-1-1 0,1 1 0,-1 0 0,1-1 0,1 3-1,0-4-16,-1 1 0,1 0 0,-1-1 0,1 1 0,-1-1 0,1 1 0,-1-1 0,1 0 0,0 0-1,-1 0 1,1 0 0,0 0 0,1 0 0,-2 0 0,0 0 1,-1-1-1,1 1 0,-1 0 0,1 0 1,0 0-1,-1 0 0,1-1 0,-1 1 1,1 0-1,-1-1 0,1 1 0,-1 0 1,1-1-1,-1 1 0,1-1 0,-1 1 1,1 0-1,-1-1 0,0 1 0,1-1 1,-1 1-1,0-1 0,1 0 0,-1 1 1,0-2-1,23-42-63,-1-2 0,-3 0 0,17-65 0,-6 20 172,-14 47-56,75-237 115,-23 64-174,-39 126-8,-20 59-135,23-52-1,-21 66 338,-3 5-2483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3298,'0'0'16546,"-2"111"-14409,2-79-1977,-8 856 2609,18 337 497,-10 338-745,0-1558-2623,-2-15-170,-33-164-443,17 50 632,0-129-1,13-133-14,5 306 115,0 46-3,9-67 0,-7 87-11,1 1 1,1-1-1,0 1 0,1-1 0,1 1 0,0 1 0,9-15 0,0 5-1,1 0-1,0 1 1,2 1-1,1 1 1,24-21-1,-30 30 8,-1 0 1,1 1-1,0 1 0,1 0 0,0 0 1,1 2-1,-1-1 0,1 2 1,31-7-1,-8 8 35,76 2-1,-65 3-7,-31 0-12,0 0 0,0 1 0,0 1 0,0 1 0,0 1 0,-1 0 0,0 1 0,0 1 1,0 0-1,-1 2 0,0 0 0,-1 0 0,28 23 0,-17-8-7,0 1 1,-1 1-1,-2 1 0,-1 1 1,-1 1-1,19 34 0,-33-50 8,0-1 0,-1 1-1,0-1 1,-1 2 0,0-1-1,-1 1 1,-1-1-1,0 1 1,-1 0 0,-1 0-1,0 0 1,-1 15 0,0-2 55,0-26-78,0-1 0,0 0 0,1 1 0,-1-1 0,0 1 0,0-1 0,0 0 0,0 1 0,0-1 0,0 1 0,-1-1 1,1 0-1,0 1 0,0-1 0,0 0 0,0 1 0,0-1 0,0 0 0,-1 1 0,1-1 0,0 0 0,0 1 0,-1-1 0,1 0 0,0 1 1,0-1-1,-1 0 0,1 0 0,0 1 0,-1-1 0,1 0 0,0 0 0,-1 0 0,1 0 0,0 1 0,-1-1 0,1 0 0,-1 0 1,1 0-1,0 0 0,-1 0 0,1 0 0,-1 0 0,0 0 0,-37 3 31,-74-3 0,36-2-115,-231 2-748,298 1 669,0 0 0,0-2 0,0 1-1,-1-1 1,1 0 0,0-1 0,0 0 0,0 0-1,0-1 1,1 0 0,-1-1 0,1 0-1,-13-8 1,10 6-557,5 5-670,3 41-9907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38 2593,'0'0'20458,"-42"89"-18618,42-89-1840,-170 378 1380,161-357-1213,0 0 0,2 0-1,1 1 1,0 0 0,2 1 0,-4 42 0,7 132 1207,0-192-1341,1 1 0,0-1 0,0 0 0,1 0-1,0 1 1,0-1 0,0 0 0,0 0 0,1 0 0,0 0 0,4 7-1,-4-10-28,0 1 0,0-1 0,0 0 0,0-1 0,1 1 0,-1 0 0,1-1 0,-1 1 0,1-1 0,0 0 0,-1 0 0,1 0 0,0 0 0,0 0 0,0-1 0,0 1 0,0-1 0,5 0 0,5 2-27,0-1 1,0 0-1,0-2 0,0 1 1,-1-1-1,19-5 0,-25 4 11,1 0 0,-1-1 0,0 0 0,-1 0 0,1 0 0,0-1 0,-1 0 0,0 0 0,0 0 0,0-1 0,0 0 0,-1 0 0,0 0 0,5-9 0,11-17-41,-1-2 1,-2 0-1,19-55 1,28-117-58,-51 145 10,-2 0 0,-3-1 0,-2 0 1,-3-77-1,-3 109-9,-2-52-452,2 79 519,0 0 0,0 1 0,-1-1 0,1 1 0,0-1 0,-1 0 0,0 1 0,1-1 0,-1 1 0,0 0 0,1-1 0,-1 1 0,0-1 0,0 1 0,0 0 0,0 0-1,0-1 1,-1 1 0,1 0 0,0 0 0,0 0 0,-1 0 0,1 1 0,-1-1 0,1 0 0,-1 1 0,-1-2 0,-4 1-312,0 0-1,0 0 1,-1 1 0,1 0 0,-11 1-1,-11 0-1429,24-1 1245,0 0 0,0 0 1,1 0-1,-1 0 0,0 1 1,0 0-1,1 0 0,-1 0 1,0 0-1,1 1 0,-1 0 1,1 0-1,0 0 0,0 1 1,0-1-1,0 1 0,0 0 1,0 0-1,1 0 0,-5 5 1,6-4-701,0 0-1,0 1 1,0-1 0,0 0 0,1 1-1,-2 8 1,1-2-1142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4226,'159'8'6634,"-145"-7"-5888,1 1 0,-1 0 0,0 1 0,1 0 0,-1 2 0,17 6 0,-28-9-543,1 0 0,-1 0 0,0 1 0,0-1-1,0 1 1,0 0 0,0-1 0,0 1 0,-1 1 0,1-1 0,-1 0 0,0 0 0,0 1-1,0 0 1,0-1 0,-1 1 0,3 7 0,-1 4 405,-1 0 1,-1-1-1,0 28 0,0 98 2239,6-1 0,33 179-1,-38-303-2811,1 1 0,1-1-1,0 0 1,1 0 0,0 0-1,1-1 1,14 24 0,-19-37-41,0 1 1,1-1-1,-1 0 1,1 1-1,-1-1 0,1 0 1,0 0-1,-1 0 1,1 0-1,0 0 1,0-1-1,0 1 0,-1-1 1,1 1-1,0-1 1,0 1-1,0-1 1,0 0-1,0 0 0,0 0 1,0 0-1,0 0 1,0 0-1,0-1 1,0 1-1,-1-1 0,1 1 1,0-1-1,0 0 1,0 0-1,-1 0 1,1 0-1,1-1 0,3-2-40,-1-1 0,0 0 0,0 0 0,-1-1 0,0 1 0,0-1 0,0 0 0,0 0 0,2-8 0,24-67-239,-22 56 195,42-136-627,34-203-1,-47 189 302,-12 296 2382,9 19-1668,6-3 0,69 160 0,-83-245-333,-25-50 3,0 0 0,0 0 0,0 0 1,1 0-1,-1 0 0,1-1 0,-1 1 0,1 0 0,0-1 0,3 3 0,-5-4-42,1 0 0,0 1-1,-1-1 1,1 0 0,0 0-1,-1 1 1,1-1 0,0 0 0,0 0-1,-1 0 1,1 0 0,0 0-1,0 0 1,-1 0 0,1 0-1,0 0 1,0-1 0,-1 1 0,1 0-1,0 0 1,-1-1 0,2 1-1,0-2-241,0 0 0,0 0-1,0 0 1,0 0-1,0 0 1,-1-1 0,1 1-1,-1 0 1,1-1-1,-1 0 1,0 1 0,0-1-1,0 1 1,1-5-1,1-8-1869,0 0 1,0-27-1,-1-64-6661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80,'0'0'22947,"0"86"-20600,0 286-794,0-10-88,0-108-993,-1-408-1658,3-257 576,0 362 593,2 0 0,2 0-1,14-54 1,-15 82 30,1 0-1,2 0 1,0 0-1,1 1 1,1 0-1,1 1 1,0 0-1,2 1 1,18-23-1,-26 36 24,1 0-1,-1 0 1,1 0-1,0 1 1,0 0-1,0 0 0,1 0 1,-1 1-1,1 0 1,0 0-1,11-3 1,-7 4 48,-1 0 0,1 1 0,0 0 1,0 1-1,0 0 0,0 1 0,15 3 1,-21-3-48,0 0 1,0 1-1,1-1 1,-1 1-1,-1 0 1,1 1 0,0-1-1,0 1 1,-1 0-1,0 0 1,1 0-1,6 8 1,0 2 85,0 0 0,15 26 0,-18-27-57,16 26 79,-2 2-1,-2 1 1,-1 1 0,-2 0 0,-2 1 0,12 55-1,-8 18-51,-14-72-1217,21 74 0,-24-112 297,0 0 0,0 1 1,-1-1-1,0 0 0,0 1 0,0-1 1,-1 10-1,0-4-832,0 26-7844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1969,'0'0'18299,"-42"3"-16858,3-1-1063,0 2 0,-60 15-1,94-18-322,-1 1 0,1 0 0,0 1 0,0-1 0,0 1 0,0 0-1,0 0 1,1 1 0,-1-1 0,1 1 0,0 0 0,0 0-1,1 1 1,-1-1 0,1 1 0,0 0 0,-4 8 0,-10 18 387,1 0 0,2 2 1,2-1-1,0 2 0,3 0 1,-9 49-1,8-6 572,1 142 1,9-213-1000,-1 2-2,1-1 1,-1 1-1,2-1 1,-1 1-1,1-1 1,0 1 0,1-1-1,0 1 1,0-1-1,0 0 1,1 0-1,0 0 1,1 0 0,-1 0-1,9 10 1,-4-7-18,1 0 1,0-1-1,0 0 0,1 0 1,0-1-1,0-1 1,1 0-1,0 0 1,1-1-1,-1 0 1,1-1-1,0 0 0,1-1 1,21 5-1,-18-7-138,1-1 1,-1 0-1,0-1 0,0 0 0,1-2 0,-1 0 0,17-4 1,-20 2-120,0-1 1,-1 0-1,0-1 1,0-1-1,-1 1 1,0-2-1,0 0 1,18-16-1,0-4-1758,46-57-1,-17 5-4287,-6 5-7704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390 193 512,'0'0'26375,"65"0"-26391,206-7-408,-256 6 351,0-1 1,0-1 0,19-6 0,0-8-207,-32 16 256,0-1 0,1 1 0,-1-1-1,0 0 1,0 0 0,-1 0 0,1 0 0,0 0 0,-1 0 0,1 0 0,-1 0 0,0-1 0,0 1 0,1-1 0,-2 1 0,1-1 0,0 1 0,0-1 0,-1 1 0,1-1 0,-1 0 0,0 1 0,0-1 0,0 0 0,0 1 0,-1-1 0,0-2 0,1-12 59,0 15-26,0 0 0,0 0 0,0 1 0,0-1 0,-1 0 0,1 0 0,0 0 0,-1 1 0,1-1 0,-1 0 0,0 0-1,1 1 1,-1-1 0,0 0 0,0 1 0,0-1 0,0 1 0,0-1 0,-2-1 0,-1 1-1,0-1 0,0 1-1,-1 0 1,1 0 0,-1 1 0,1-1 0,-9-1 0,-29-4-4,0 1 1,0 3 0,-71 2-1,75 1 13,23 0 12,0 1 0,-1 0 1,1 1-1,0 0 1,0 2-1,0 0 0,0 0 1,1 1-1,-1 1 0,1 1 1,1 0-1,-22 14 1,3 1 220,1 1 0,1 1 1,1 2-1,2 1 0,-29 34 1,42-44-42,1 1 0,1 0 0,1 0 0,0 2 1,2-1-1,0 1 0,1 0 0,1 1 1,1 0-1,-6 37 0,8 2 309,3 62 1,2-62-361,-1-50-136,1-1 0,0 0 0,1 0 0,-1 0 0,2 0 0,-1 0 0,1 0 0,0 0 0,1-1 0,0 0 0,1 1 0,0-1 0,0-1 0,0 1 0,1-1 0,10 10 0,-6-8-15,1 0-1,-1-1 0,2 0 1,-1-1-1,1 0 0,0-1 1,0 0-1,1-1 0,0 0 1,24 5-1,-1-5-28,0-2-1,0-1 1,47-4 0,-16 1-54,-43 2-57,1-2 0,-1 0 1,0-1-1,0-2 0,0-1 0,0 0 0,0-2 1,-1 0-1,38-19 0,25-28-1309,-59 35 801,10-6-1464,35-30 1,-55 39-1389,29-34-1,4-7-8115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9716,'0'0'17214,"0"72"-16369,0 496 588,0 427 218,0-994-1664,0-5-94,-1-97-163,2-93 212,1 152 90,2 0 0,16-66 0,3 35 21,3 1-1,35-69 1,-46 109-3,2 2 1,0-1 0,2 2-1,32-38 1,-40 54 27,0 1-1,2 0 1,-1 0-1,1 1 1,1 1 0,0 0-1,1 1 1,0 0 0,0 2-1,31-12 1,-34 16-3,1 1 1,-1 1-1,0 0 1,0 1-1,23 2 1,-1 0-436,-27-3 33,0 1 0,0 1 1,0-1-1,0 1 0,0 1 0,0-1 0,12 5 0,-15-4 59,-1 0 1,1 1-1,-1-1 0,1 1 1,-1-1-1,0 1 0,0 0 1,-1 0-1,1 0 0,-1 1 0,1-1 1,-1 1-1,3 6 0,-1-2-940,0 2-1,-1-1 1,0 0-1,-1 1 1,3 16-1,-2 46-11359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1713,'0'0'24803,"65"2"-23941,213 14-206,-242-12-546,0 1-1,-1 1 0,37 12 1,-16-4 52,-30-10-58,-23-4-96,0 0-1,0 0 1,0 1 0,0-1-1,0 1 1,0 0 0,0 0-1,0 0 1,4 3 0,-5-3 8,-1 1 0,0-1 1,0 1-1,0-1 0,0 1 1,0-1-1,0 1 0,0 0 0,0 0 1,-1-1-1,1 1 0,0 0 1,-1 0-1,0 0 0,1 0 1,-1 0-1,0-1 0,0 1 1,0 0-1,-1 2 0,1 0 11,0 0-1,0 0 1,-1 0-1,0-1 1,1 1-1,-2 0 1,1 0-1,0-1 1,-1 1 0,1-1-1,-4 6 1,-30 32 153,20-25-105,-27 24-127,-2-1-1,-1-3 1,-2-1 0,-2-3-1,0-1 1,-2-3-1,-97 38 1,124-56-291,-1-2 1,1 0-1,-1-2 0,-38 5 0,-11-7-4039,82-26-2405,-1 17 6762,1-1 0,0 2 1,0-1-1,0 1 0,0 0 0,1 1 0,12-4 1,79-18 713,-53 15-54,205-37 2825,-23 5-2516,-194 34-1068,31-6-455,-21 10-2605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8292,'0'0'9257,"92"0"-7037,312 0-697,43-10-599,-319 4-780,11 5-14,-133 1-132,-6-1 1,1 1 0,0 0 1,0 0-1,0 0 0,0 0 0,0 0 0,-1 0 0,1 0 0,0 0 0,0 1 0,0-1 0,0 0 0,-1 0 0,1 1 0,0-1 1,0 1-1,1 0 0,1 22 166,-3 410 377,0-425-693,0 5-669,0 1 1,-1-1 0,-5 26 0,6-36 509,-1 0 1,0-1-1,0 1 1,0 0 0,-1 0-1,1 0 1,-1-1 0,1 1-1,-1-1 1,0 1 0,0-1-1,0 0 1,0 1-1,-1-1 1,1 0 0,-1-1-1,1 1 1,-1 0 0,1-1-1,-1 1 1,-4 1 0,0-2-875,0 1 0,-1-1 1,1 0-1,0-1 0,-12 0 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71 16936,'0'0'6219,"95"-9"-4637,309-29-905,-303 28-556,88-3 100,-116 13-264,-70 0-72,-3 16-45,-1-1 149,0 0 0,-1 0 0,-1 0-1,-1-1 1,0 1 0,-1-1-1,0 0 1,-11 20 0,-72 113 14,52-92-17,-266 385-1416,279-406 781,-2-1 1,-1-1-1,-1-2 0,-55 47 0,72-70 221,0-1 0,-1 0 0,0 0 0,-1-2 0,1 1 0,-1-1-1,0-1 1,0 0 0,0 0 0,0-1 0,0-1 0,-14 0 0,21 0 6,1-1 0,-1 0-1,1 1 1,-1-2 0,0 1 0,1 0 0,-1-1 0,1 0 0,-1 0-1,1 0 1,0-1 0,-5-2 0,6 1-209,0 0 0,0 0-1,1 0 1,-1-1 0,1 1-1,0-1 1,0 0 0,0 1 0,1-1-1,-1 0 1,1 0 0,-1-5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 6707,'0'0'15799,"0"464"-13398,0-123-768,0 18-640,0-1-545,-29-25-288,0-10-48,-29-51-80,28-36-32,-28-70-240,19-43-897,-9-62-575,9-17-1378,-29-44-3697,0-18-5699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5042,'0'0'18670,"92"7"-15909,292 31-1154,-364-36-1482,0 1 0,0 2 0,-1-1 0,1 2 1,-1 1-1,20 9 0,-32-12-68,24 9 163,-26-11-190,0-1-1,0 2 1,0-1-1,0 1 1,0-1-1,-1 2 1,1-1-1,-1 0 0,0 1 1,0-1-1,6 9 1,17 16-21,-26-26-42,-3 3-34,2-4 57,0-1 0,0 1 0,0-1 0,0 1 0,0-1 0,-1 1 1,1-1-1,0 1 0,0-1 0,-1 1 0,1-1 0,0 1 0,-1-1 0,1 1 0,0-1 0,-1 0 0,1 1 0,0-1 0,-1 0 0,1 1 0,-1-1 0,1 0 0,-1 1 0,1-1 0,-1 0 0,1 0 1,-1 0-1,1 1 0,-1-1 0,1 0 0,-1 0 0,1 0 0,-1 0 0,0 0 0,1 0 0,-1 0 0,-151 35-881,-8 1-544,137-30 1209,-409 125-3870,424-128 4024,-42 20-225,48-22 297,1 0 1,-1 0-1,0 0 0,1 0 1,-1 1-1,1-1 1,-1 0-1,1 1 0,-1-1 1,1 1-1,0 0 0,0-1 1,0 1-1,0 0 1,0 0-1,0-1 0,0 1 1,1 0-1,-1 0 1,1 0-1,-1 3 0,1 8 197,-1-9-143,1 1-1,-1 0 1,1 0 0,0-1-1,1 1 1,-1 0 0,1 0-1,0-1 1,0 1 0,0-1-1,1 1 1,0-1 0,-1 1-1,2-1 1,-1 0 0,0 0-1,1 0 1,0 0-1,0 0 1,5 5 0,10 2 128,0-1 1,1 0-1,0-1 0,0-1 1,24 6-1,14 7 303,28 15 167,-53-21-468,1 0 0,1-3 0,0-1 0,0-1 0,64 9 0,6-18-451,-101 0 190,0-1-1,-1 0 1,1 1 0,0-1 0,0-1 0,0 1 0,0 0-1,0-1 1,0 0 0,-1 1 0,1-1 0,0 0-1,0 0 1,-1-1 0,1 1 0,-1-1 0,1 1 0,-1-1-1,0 0 1,1 0 0,-1 0 0,0 0 0,0 0 0,0 0-1,-1-1 1,1 1 0,1-4 0,4-5-437,-1-1 0,0 0 0,-1 0 0,-1-1 0,6-23 0,-7 21-1517,0 0 0,-1 0 0,-1-16 0,-1-6-8934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14839,'0'0'12550,"642"18"-11766,-447-18-608,-30 0-176,-29 0-336,-49 0-1089,-28-18-1008,-49-25-1201,-10 34-896,0 0-1905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8052,'0'0'17520,"106"15"-15770,342 43-907,-239-39-514,-153-16-274,-44-2-55,8 2-33,-19-3 21,-1 1 0,0-1 0,1 0 0,-1 1 0,0-1 0,1 1 0,-1-1 0,0 0 0,1 1 0,-1-1 0,0 1 0,0-1 0,0 1 0,0-1 0,1 1 0,-1-1 0,0 1 0,0-1 0,0 1 0,0-1 0,0 1 0,0 0 0,0-1 0,0 1 1,0-1-1,-1 1 0,1-1 0,0 1 0,0-1 0,0 1 0,-1-1 0,1 1 0,-1 0 0,1 0-9,-1 0 0,0 1 1,0-1-1,0 0 0,0 1 0,0-1 1,0 0-1,-1 0 0,1 0 0,0 0 1,-1 0-1,1 0 0,0-1 0,-1 1 1,1 0-1,-1-1 0,-2 2 0,-198 79-981,44-18 83,-35 31-52,49-23 795,138-68 342,6-2-112,0 1 0,0-1 0,0 1 0,0 0 0,1-1 0,-1 1 1,1-1-1,-1 1 0,1-1 0,-1 1 0,1-1 0,0 0 0,0 1 0,-1-1 1,1 0-1,0 1 0,0-1 0,1 0 0,-1 0 0,0 0 0,0 0 0,0 0 0,1 0 1,1 1-1,4 1-20,1 0 1,-1 0-1,1-1 1,9 2-1,-3-1 105,74 16 308,145 11 0,104-18-449,-294-12-194,181 6-1293,-194-3 561,-1 1 0,0 1-1,0 1 1,0 2 0,33 13 0,-43-12-1555,0 1 0,21 14 1,-39-23 2409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8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957 9 1088,'0'0'21341,"-81"-4"-20375,-259-1-443,326 6-496,1 1 0,0 0 1,0 1-1,0 0 0,0 1 0,-14 6 1,19-6 5,-1 1 1,1 0-1,1 1 1,-1 0-1,-10 10 1,-30 30 252,2 2 1,3 1-1,-63 94 0,88-116-230,2 1 0,1 1 0,1 1 0,2 0 0,1 0 0,1 1 0,2 1 0,1-1 0,-5 57 0,10-57-50,0-10-3,0 0-1,2 0 0,3 21 0,-2-36-3,0 0 0,0 0-1,0-1 1,1 1 0,0 0-1,0-1 1,1 1 0,-1-1 0,1 0-1,0 0 1,1 0 0,-1 0-1,1-1 1,0 1 0,6 5-1,1-2-19,1 0-1,-1-1 1,1 0-1,1-1 1,-1-1-1,1 0 1,0 0-1,0-1 1,0-1-1,20 3 1,15-1-474,80-2 0,-87-4 54,-22 1 0,-1-2 1,1 0-1,-1-1 0,0-1 1,0-1-1,0 0 0,0-1 1,-1-1-1,0-1 0,-1-1 1,1 0-1,-2-1 0,1 0 1,-1-1-1,-1-1 0,0-1 1,12-14-1,-15 14-1134,0-2 1,-1 0-1,14-26 0,-23 41 1533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5218,'0'0'18377,"0"578"-17929,0-351 128,0 9-320,0-34 17,-9-45-209,-11-34-48,-9-45-16,19-25-161,1-18-687,9-18-737,0 27-1952,0-35-3298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129 283 624,'0'0'25737,"5"38"-25366,-3-14-341,0-5-16,0 0-1,1 0 1,1 0 0,6 19 0,-7-29-10,1-1 1,-1-1-1,1 1 1,1 0-1,-1-1 0,1 0 1,1 0-1,-1 0 1,1-1-1,0 0 1,0 0-1,1 0 1,0-1-1,12 8 1,-1-4-6,0-1 0,1 0 0,0-2 1,0 0-1,0-1 0,0-1 0,33 3 0,2-4-124,84-5 1,-132 1 93,1 0 0,-1 0 0,0 0 1,1-1-1,-1 0 0,0 0 1,0-1-1,0 1 0,0-1 1,0-1-1,-1 1 0,0-1 1,1 0-1,-1 0 0,-1 0 1,1-1-1,-1 0 0,1 0 1,-1 0-1,-1 0 0,1-1 1,-1 1-1,0-1 0,5-12 1,0-4-45,-2 0 1,0 0-1,-1 0 1,-1-1-1,1-44 1,-2 27-6,-2 0 0,-8-68 0,6 102 80,-1-1 1,0 1-1,0 0 1,-1 0-1,0 0 1,0 0-1,0 0 1,-1 1-1,1 0 1,-1-1 0,-1 1-1,1 1 1,-1-1-1,0 1 1,0-1-1,0 2 1,0-1-1,-1 0 1,-9-3 0,-2-2 5,-1 2 1,0 1-1,-1 0 1,1 1 0,-26-3-1,-1 3 63,0 2 0,-65 3 0,27 2 42,75-3-107,-1 1 0,1 0 0,-1 1 0,1 0 0,0 0 0,-1 1 0,1 0 0,0 0 0,0 1 0,0 0 0,0 1 0,1-1 0,0 1 0,-1 1 0,1 0 0,1 0 0,-11 9 0,-4 6-17,1 1-1,-24 31 1,38-43-90,1 0 0,0 0 0,0 1 0,1-1 0,0 1 0,1 0 0,0 0 0,0 0 0,-2 19 0,5-23-7,-2 4-466,1 0-1,1 0 1,1 17 0,-1-24 350,1 0 0,-1-1-1,1 1 1,-1-1 0,1 1 0,0-1-1,0 1 1,0-1 0,0 0 0,1 1-1,-1-1 1,1 0 0,-1 0 0,1 0-1,0 0 1,0 0 0,-1 0 0,2-1-1,-1 1 1,3 1 0,3 1-587,0-1 1,1 0-1,-1-1 1,1 0-1,0-1 1,11 2-1,74 0-7385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0 6131,'0'0'15620,"-92"2"-15137,-284 12-125,363-13-344,0 1-1,0 0 1,0 0 0,0 1 0,-16 7 0,26-9-11,1 1-1,0-1 1,0 0 0,0 1-1,0-1 1,0 1-1,0 0 1,0 0 0,0-1-1,1 1 1,-1 0 0,1 0-1,-1 1 1,0 1-1,-3 6 21,1 0-1,0 0 1,0 0-1,1 0 0,1 1 1,-3 20-1,1 67 236,4-82-230,0-9-19,0 0 0,0 0 0,1 0 0,0 0 0,0-1-1,1 1 1,0 0 0,3 9 0,-2-12-8,-1 0 1,1 0-1,0 0 0,0-1 1,0 1-1,0-1 0,1 1 1,-1-1-1,1 0 1,0-1-1,0 1 0,0-1 1,6 3-1,12 5-19,0-1 0,0-1 0,1-1 0,0-1 0,45 5 0,-18-7-806,91-3 1,-129-2 485,0 0 0,0 0 1,-1-1-1,1-1 1,14-4-1,-20 4 34,0 1 0,0-1 0,-1 0 1,1-1-1,-1 0 0,0 1 0,1-2 0,-2 1 0,1 0 0,0-1 0,3-6 1,2-4-1085,-1 0 0,0 0 0,7-21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10917,'0'0'6819,"3"91"-2689,50 641 219,17 627-3191,-69-1334-1303,-2 0 0,0 0 1,-2 0-1,-9 41 1,12-65 105,0 0 0,0 0 0,-1 0 0,1 0 0,0 0 0,0 0 0,-1 0 0,1 0 0,-1 0 0,1 0 0,-1-1 0,1 1 0,-1 0 0,1 0 0,-1 0 0,0-1 0,1 1 0,-1 0 0,0-1 0,0 1 0,1 0 0,-1-1 0,0 1 0,0-1 0,0 1 0,0-1 0,0 0 0,0 1 0,0-1 0,0 0 0,0 0 0,0 0 0,-1 0 0,0 0-17,0-1 0,1 0 0,-1 0-1,0 0 1,1 0 0,-1 0 0,1-1 0,-1 1 0,1 0-1,-1-1 1,1 1 0,0-1 0,0 0 0,0 1-1,0-1 1,0 0 0,0 1 0,0-1 0,0-4-1,-8-20-335,2 0 0,1 0-1,-5-50 1,3-93-549,8 116 945,-1 8 51,5-50 1,-2 87-18,-1-1 1,1 1-1,1-1 1,-1 1 0,1 0-1,1 0 1,-1 1-1,1-1 1,1 1-1,-1 0 1,1 0 0,9-9-1,5-3 209,0 1 1,39-26-1,-50 38-196,38-24 216,77-38 0,14-9-33,-90 47-313,85-57-453,-55 26-2621,-74 59 2442,0-1 1,0 0 0,0 0-1,0 0 1,-1 0 0,0 0-1,4-6 1,-3-10-7035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13862,'0'0'10629,"476"481"-10629,-418-455-160,-9-8-1569,-20-1-1872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0 7267,'0'0'14346,"-90"9"-12764,-288 38-1057,360-44-494,-1 1-1,1 1 1,1 1 0,-21 9-1,32-12-12,1 0 0,-1 0 0,1 1 0,-1 0 0,1 0 0,1 1-1,-8 7 1,-2 4 29,1 0 0,0 1 1,1 1-1,1 0 0,1 1 0,0 0 0,1 0 0,1 1 0,1 0 0,1 0 0,1 1 0,1-1 0,-3 42 0,6-40 14,-2 26 157,2 0 1,3 0-1,8 55 1,-8-90-161,1 0-1,0 1 1,1-2 0,1 1 0,0 0 0,0-1 0,1 0 0,1-1 0,0 1-1,1-1 1,0 0 0,0-1 0,1 0 0,1 0 0,-1-1 0,13 8-1,-2-3-90,2-2 0,0 0 0,0-2-1,1 0 1,1-2 0,-1 0 0,1-2-1,0-1 1,1 0 0,-1-2 0,1-1-1,0-1 1,0-1 0,0-1-1,-1-1 1,30-6 0,-46 6-93,0-1 1,-1 0-1,1 0 1,0 0-1,-1-1 0,0 0 1,0-1-1,0 1 1,0-1-1,-1-1 1,9-8-1,-2-1-500,-1-1-1,-1 0 1,16-30-1,-17 29-269,-1 0 0,0-1-1,-2 0 1,7-21-1,-10 16-837,-1-1 0,-1 1 0,-1-34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1569,'0'0'23226,"204"621"-22617,-165-411-273,-20 0-128,-9-44-96,-10 1-112,0-62 0,0-44-880,0-9-1313,0-25-2322,-19-27-3440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1729,'0'0'19625,"506"-87"-20666,-467 87-2144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4690,'-19'61'13526,"19"18"-10356,0 35-529,0-9-1040,0 8-993,19-8-464,1 0-32,-20-8-48,0-10-32,0-26 16,0-17-48,0-18-384,0-96-16744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5426,'0'0'15242,"18"96"-12083,60 317-1249,-56-297-1138,47 143 1,5-45-400,-55-164-303,-18-49-70,0 0 0,0 0 0,0 1 0,0-1 0,0 0 0,0 0 0,0 0 0,0 0 0,0 0 0,1 0 0,-1 0 0,0 0 0,1 0 0,-1-1 0,1 1 0,-1-1 0,0 1 1,1-1-1,-1 1 0,1-1 0,-1 0 0,1 0 0,0 0 0,-1 1 0,1-2 0,-1 1 0,3 0 0,-1-1-19,0 1 1,0-1-1,0 0 1,0 0-1,0 0 0,0 0 1,-1 0-1,1-1 1,0 1-1,-1-1 1,1 1-1,-1-1 0,0 0 1,3-2-1,8-17-1,0 1-1,-2-2 1,0 0 0,-1 0-1,12-43 1,-17 49 20,26-89 74,24-166 0,-32 148-38,51-267-7,-52 299 1356,-15 63-4892,-5 79-19828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1 2257,'0'0'23459,"-18"48"-22878,-53 150-351,68-188-218,0 1 1,0-1 0,-2 21-1,5-29-10,0 0 0,0 0 0,0 0 0,0 0-1,0 0 1,1 0 0,-1 0 0,0 0 0,1 0 0,0 0-1,-1 0 1,1 0 0,0 0 0,1 1 0,0-1-3,0-1 0,-1 0 0,1 0 0,0 1 0,0-1 0,0-1 0,0 1 0,0 0 0,0 0 0,1-1 0,-1 1 0,0-1 0,0 0 0,0 0 0,1 1 0,-1-1 1,0-1-1,0 1 0,4-1 0,6 1-21,12 0-50,-13 1 27,0-1-1,1 0 1,14-3-1,-22 2 34,-1 0 0,0 1-1,1-2 1,-1 1-1,0 0 1,1-1-1,-1 0 1,0 1 0,0-1-1,0-1 1,0 1-1,-1 0 1,1-1-1,4-4 1,8-18-145,0 0 0,-2 0 0,-1-1 0,0-1 0,8-35 0,-18 56 117,-2 7 100,0 1-33,0 0-1,0 0 1,0 0-1,-1-1 1,1 1 0,-1 0-1,1-1 1,-1 1-1,1 0 1,-1-1 0,0 1-1,-1 1 1,-10 17 50,-1 0 1,-1-1 0,-1-1 0,-1 0 0,-1-1-1,-20 16 1,-27 29-62,-111 132 43,162-181-68,-127 117 136,124-117-243,-2-1 0,1 0 1,-2-1-1,1-1 1,-2-1-1,-33 11 1,52-20 89,0 0 0,-1 1 0,1-1 0,0 0 0,0 0 0,0 1 0,-1-1 0,1 0 0,0 1 0,0-1 0,0 1 0,0 0 1,0-1-1,0 1 0,0 0 0,0 0 0,0-1 0,0 1 0,0 0 0,0 0 0,1 0 0,-1 0 0,0 0 0,0 1 0,1 0-72,3-2-89,5 0 150,0 0 1,0 1-1,-1 0 1,1 1-1,0 0 0,14 5 1,21 6 41,46 5 123,161 11 0,101-25-624,-325-5-107,0 0-1,-1-2 1,44-11 0,-62 12 126,0 0 0,0 0 0,0-1 0,-1 0 0,1 0 0,-1 0 1,0-1-1,0 0 0,0 0 0,0-1 0,-1 0 0,0 0 0,0 0 0,0 0 1,0-1-1,-1 0 0,7-11 0,-10 12-353,1 0 1,-1 0-1,0 0 0,0 0 0,0 0 1,0-1-1,-1 1 0,0-7 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2817,'0'0'11632,"20"96"-5592,-12-55-5503,110 708 5471,-88-156-3521,-29 1-1523,-3-291-715,2 5-1436,0-866-5961,0 278 6546,0 280 602,0-22 71,0 0 0,1 0 0,8-39 0,-7 55 25,-1 0-1,2 0 1,-1 0-1,1 0 1,0 1-1,0-1 1,1 1-1,-1-1 1,1 1-1,0 0 0,1 1 1,-1-1-1,1 1 1,0 0-1,0 0 1,7-4-1,7-3 200,0 1-1,0 1 1,1 1 0,0 0-1,1 1 1,0 2 0,29-5-1,48 0-1432,2 8-4315,-50 2-4701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11333,'0'0'13086,"10"56"-12795,38 182 32,-41-216-227,0 1-1,1-1 1,17 31 0,-18-41-28,3 10 138,1-1 1,25 33-1,-28-44-138,0-1-1,1-1 1,0 1 0,1-2-1,-1 1 1,2-1 0,10 6-1,-11-8-54,1 0 0,-1-1 0,1-1 0,0 1 0,0-2-1,0 1 1,0-1 0,17 0 0,95-5-674,-117 2 585,0 1-79,0-1 1,0 0-1,0 0 0,0-1 1,0 1-1,-1-1 1,1-1-1,-1 1 1,1-1-1,7-5 1,-2 0-450,-1-1 1,0 0-1,10-12 1,-9 9-220,15-20-2804,-23 26 2414,0-1 0,-1 0 0,0 0 0,0 0 0,1-9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704 176 14551,'194'-138'3428,"-155"110"-1387,-34 27-1166,11-2-1008,-1 0 0,1 2 1,-1 0-1,27 1 0,-18 0-372,-19 0 268,-1 0 0,1 0 0,-1 1 0,1-1 0,0 1 0,-1 0 0,0 0 0,1 1 0,-1-1 0,0 1 0,1 0 0,-1 0 0,0 0 0,0 1 0,-1-1 0,1 1 0,0 0 0,-1 0-1,0 0 1,0 0 0,0 1 0,0 0 0,0-1 0,-1 1 0,1 0 0,2 6 0,0 5-508,-1 0 0,0 1 0,0-1 0,-2 1 0,0-1-1,0 23 1,0 187-1584,-7-113 2849,3-99-275,0 0 1,-1 0-1,-1 0 1,0 0 0,0-1-1,-10 18 1,-6 1 619,-1 0 0,-2-1 1,-1-1-1,-1-1 1,-2-2-1,0 0 0,-50 34 1,42-37-521,0-1 0,-1-2 0,-2-2 0,0-1 0,-51 15 1,15-11-20,-145 21 1,31-4-189,47-7-175,117-29-289,46-4 665,427-48 4061,-125 29-3516,-94 7-3113,-171 13-959,-35 1-1147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55 3682,'0'0'20100,"47"62"-19460,1 3-523,2-3 1,68 64-1,-110-119-106,0 0 0,1 0 0,0-1 0,1 0 0,-1-1 0,1 0 0,0 0 0,0-1 0,0 0 0,1-1 0,0 0 0,-1-1 0,1 0 0,0-1 0,0 0 0,14-1 0,24 2 16,-1 0-7,0-1-1,76-10 0,-113 6-17,1 0-1,-1 0 1,1-1 0,-1 0-1,-1-1 1,1-1 0,-1 0-1,0 0 1,0-1 0,0 0-1,-1 0 1,10-11-1,-16 15 3,0-1-1,1 1 0,-1-1 0,-1 0 0,1 0 1,-1 0-1,1 0 0,-1-1 0,0 1 0,-1-1 0,3-6 1,-3 1 36,0-1 1,0 1 0,-2-20-1,1-1 85,-1 26-122,1 0 1,-1 0-1,0 1 0,0-1 1,-1 0-1,1 1 0,-1-1 1,0 1-1,0 0 1,-1 0-1,1-1 0,-1 1 1,0 1-1,0-1 0,0 0 1,-1 1-1,1 0 0,-1-1 1,0 2-1,-6-5 0,-9-5-23,0 1-1,-1 1 0,-26-10 0,8 7-26,0 1 1,-1 1-1,-1 3 1,1 1-1,-43-2 1,-208 4-657,179 6-330,108-1 917,1 0-1,-1 0 1,1 0-1,-1 0 0,1 0 1,-1 1-1,1-1 1,-1 1-1,1 0 0,-1-1 1,1 1-1,0 0 1,0 0-1,-1 1 0,-2 2 1,3-2-237,0 1 0,0 0 0,0-1 1,1 1-1,-1 0 0,1 0 0,0 0 0,0 0 0,0 0 1,-1 4-1,-7 16-7325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27 2593,'0'0'20538,"84"-4"-19530,266-14-717,-191 13-171,-133 6-80,-25-1-38,0 0-1,0 0 1,0 0-1,0 0 1,0 0-1,0 0 1,0 1 0,-1-1-1,1 0 1,0 1-1,0-1 1,0 1-1,0-1 1,0 1 0,0-1-1,-1 1 1,1 0-1,0-1 1,0 1-1,-1 0 1,1 0 0,0 0-1,-1-1 1,1 1-1,-1 0 1,1 0 0,-1 0-1,0 0 1,1 0-1,-1 0 1,0 0-1,0 0 1,1 0 0,-1 1-1,-2 44 116,1-33-86,0-7-15,0 0 1,0 0-1,0-1 0,-1 1 1,0-1-1,0 1 1,0-1-1,-1 0 1,0 0-1,-6 9 1,-2-1-16,0 0 1,-20 16 0,12-11-26,-9 8-31,-119 113-1763,-169 123-1,201-185-278,113-75 2049,-95 60-2801,85-56 2214,0 0 1,-1-1-1,1 0 0,-1-1 1,0 0-1,-16 1 1,-53 0-5542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11573,'0'0'12470,"59"638"-10933,-30-331-897,-19 16-80,9 1-64,-19-26-207,0-36-145,0-69-80,0-45-64,0-69-176,0-35-1297,0-18-1216,-29-26-3858,-20 0-3266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13174,'0'0'14375,"544"-9"-14375,-486 9-385,-28 0-911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4418,'74'328'9367,"-73"-323"-9150,1-1 0,-1 1 0,1 0-1,0-1 1,1 1 0,-1-1 0,1 0 0,0 1 0,0-1-1,0-1 1,5 6 0,-5-7-101,-1-1-1,0 0 0,1 0 1,-1 0-1,1-1 1,-1 1-1,1 0 0,-1-1 1,1 0-1,-1 1 1,1-1-1,0 0 1,2-1-1,353 1 4764,-317 0-4740,0-3-1,0-1 0,49-12 0,-66 12-32,0 0 1,0 2 0,30 0 0,-51 2-99,-9 0-1172,-315 0 607,318 0 1691,21 0-1012,166 0 273,-182 0-507,-4 0-177,0-1 242,0 1 1,0 0 0,0 0-1,0 0 1,0 0-1,0 0 1,0 0-1,0 0 1,0 1-1,-3 0 1,-10 1-192,-36 7-625,1 3 0,1 1 0,0 3 0,1 1 0,-68 36 0,-271 157-668,384-208 1674,0 0 0,0 0 0,0 0 0,1 0 1,-1 0-1,1 1 0,-1-1 0,1 1 0,0 0 1,0 0-1,0 0 0,-2 4 0,4-6-100,-1 1 1,1-1-1,0 0 0,0 1 0,0-1 0,0 1 0,0-1 1,0 1-1,0-1 0,0 1 0,0-1 0,0 1 0,1-1 0,-1 0 1,1 1-1,-1-1 0,1 0 0,0 1 0,-1-1 0,1 0 1,0 0-1,0 1 0,0-1 0,0 0 0,0 0 0,0 0 1,0 0-1,0 0 0,0-1 0,1 1 0,-1 0 0,0 0 1,1-1-1,1 2 0,8 2 60,0 0 0,0 0 0,0-1 0,1 0 0,-1-1 0,0 0 0,14 0 0,100 0 243,-80-2-326,15 1-18,100-5-41,-142 3-9,1-2 0,0-1 0,-1 0 0,1-1-1,-1-1 1,25-12 0,-20 6-345,1-2 1,-2 0-1,0-2 0,33-30 0,-45 37-257,-1 0 0,-1 0-1,1-2 1,-1 1 0,-1-1 0,0 0-1,-1 0 1,0-1 0,0 1 0,-1-1-1,6-25 1,-8 13-2201,-1 0 0,-1-32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5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4562,'0'0'9247,"15"93"-4581,53 336-1360,27 313 743,-90-692-3889,52 677 1361,-52 346-306,-7-615-1296,2-452-455,0-26-475,0-461-2068,0 432 3066,5-183 48,-3 193 7,3 1 0,1 0 0,18-61-1,-15 77 61,0 0-1,2 1 1,0 0 0,1 1-1,2 0 1,17-20-1,-26 33-41,1-1-22,-1 0 0,1 1 0,1 0 0,-1 0 0,1 1 0,0 0-1,1 0 1,-1 1 0,1-1 0,0 2 0,1-1 0,-1 1 0,1 0-1,0 1 1,0 0 0,0 1 0,0 0 0,0 0 0,1 1 0,12-1-1,133 0-1357,-102 3-190,-53-1 1510,4-1-361,1 1 0,-1 0 0,1 0 0,-1 1 0,1-1 0,-1 1 0,1 0 0,-1 0 0,6 3 0,-6-1-305,0 0-1,-1 0 0,1 0 0,-1 1 1,0 0-1,0-1 0,0 1 1,3 5-1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1167 1 8372,'0'0'18280,"-71"74"-17399,-240 251-559,-44 50-140,209-239-131,12-38 19,51-37-63,72-53-84,9-6 2,-1 1-1,0-1 1,1 0-1,-1 0 0,0 0 1,0 0-1,0 0 1,0-1-1,-1 1 0,1-1 1,0 0-1,-1 0 1,1 0-1,-1-1 1,-4 1-1,7-8-957,1 0 914,0 0 0,0 0-1,1 1 1,1-1 0,-1 0-1,1 1 1,0-1 0,0 1-1,1 0 1,0-1 0,0 1-1,4-6 1,0 4 93,-1 0 0,2 0 1,-1 1-1,1 0 0,0 0 0,0 0 0,12-6 0,3-1 32,0 1-1,0 1 0,2 1 1,-1 1-1,1 1 0,0 1 1,1 2-1,0 0 0,0 2 1,0 1-1,33 0 0,103 3-162,-156-1 90,0 2 1,0-1-1,-1 1 0,1-1 0,0 1 1,0 1-1,0-1 0,-1 1 1,1 0-1,-1 1 0,7 3 0,-5-1-214,1 1 0,-1 0 0,0 1 0,-1 0 0,10 12 1,-9-11-329,-1 0 0,0 0 0,-1 0 0,1 1 0,-2 0 0,1 0 1,-1 0-1,-1 0 0,0 1 0,0-1 0,-1 1 0,0 0 0,1 11 1,-2 36-5606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4322,'0'0'14807,"19"86"-11678,62 308-954,-49-142-1213,-23-169-708,14 108 176,23 269 66,-31 542 573,-17-686-1010,2-235-171,-14 107 0,7-149-631,-1-1-1,-1 0 0,-2-1 0,-30 67 0,35-92-50,0 0-1,-1 0 1,-13 17 0,17-25 207,0 0 1,-1 0 0,1-1-1,-1 1 1,0-1 0,0 0-1,0 0 1,-1-1-1,1 1 1,-1-1 0,1 0-1,-1 0 1,-8 2 0,-24 0-6310,16-4 2539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27 1617,'0'0'22615,"74"-4"-22081,228-14-281,-210 14-44,-89 4-189,-2 0-5,1-1-1,-1 1 0,1 0 0,-1 0 0,0 1 1,1-1-1,-1 0 0,0 0 0,1 1 0,-1-1 1,0 1-1,1-1 0,-1 1 0,2 0 1,-2 1 7,0 0 1,0-1-1,0 1 1,0 0-1,0 0 1,0-1-1,0 1 1,0 0 0,-1 0-1,1 0 1,-1 0-1,0 0 1,1 0-1,-1 0 1,0 4-1,3 231 1412,-5-126-1160,3-78-252,-2 1 1,-1-1 0,-2 0-1,-2 0 1,0 0-1,-3-1 1,0 0-1,-2-1 1,-1 0-1,-29 51 1,-50 53-484,74-113 174,-1 0 1,-1-2 0,-37 32 0,48-47 67,0 0 1,-1 0-1,1 0 1,-1-1-1,0-1 0,0 0 1,-1 0-1,1 0 1,-1-1-1,-13 1 0,-12-1-2636,-54-3 0,35 0-918,-25 1-3724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6467,'0'0'15239,"495"-113"-18473,-446 113-2880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15815,'0'0'12278,"370"0"-11942,-312 0-208,-29 0-128,20 0-64,-20 0-704,-19-18-1361,-10 1-1569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11909,'20'420'4290,"67"-420"-2033,39 0-592,11 0-1137,-11-35-528,-19-18-16,-20-17-1664,-28 26-1474,-50-8-2897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15591,'0'0'8164,"0"673"-6723,0-314-833,0 35-144,0 17 48,-39-8-80,-9-45-47,9-69-305,0-44-80,39-70-272,0-52-1329,0-27-2145,0-61-4065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11029,'0'0'13942,"-60"85"-13064,-180 262-141,225-324-589,-23 46 1,37-65-122,0-1 0,0 0 1,0 0-1,0 1 0,0-1 0,1 1 0,-1-1 0,1 6 0,0-6 1,4 39 243,-3-40-266,-1 0 0,1 0 0,0-1 0,-1 1 0,1-1 0,0 1 0,0 0 0,0-1 1,1 0-1,-1 1 0,0-1 0,0 0 0,1 1 0,-1-1 0,1 0 0,-1 0 0,1 0 1,-1 0-1,1-1 0,0 1 0,1 1 0,12 0-22,0 1 0,0-2 0,1 0 0,-1-1 0,21-2 0,3 1-135,-35 1 118,-1 1 0,1-1 0,-1 0 0,1-1 0,-1 1 0,1 0 0,-1-1 0,1 0 0,-1 0 0,1 0 0,-1 0 0,0-1 0,1 1 0,-1-1 0,0 0 0,0 0 0,0 0 0,-1 0 0,1 0 0,0-1 0,-1 1 0,1-1 0,-1 0 0,0 1 0,0-1 0,0 0-1,0 0 1,2-6 0,1-3-162,0 0-1,-1-1 0,-1 1 0,0-1 0,0 0 0,1-20 0,-1-84-2383,-3 98 2086,1-18-826,-3-53-5665,-6 39 248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8468,'0'0'13238,"127"656"-9716,-79-323-1474,-19 17-1231,-9 0-225,-20-35-80,0-27-224,0-25-191,-29-62-97,9-61-97,1-61-767,-10-62-801,-10-17-1840,-29 0-4099,-10-113-7747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12358,'0'0'13382,"545"-53"-12774,-399 45-496,-30-19-112,-48 10-1040,-29-1-833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16936,'0'0'9892,"535"-97"-9892,-331 80-1360,-39 17-2418,-58 0-4946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21978,'0'0'7363,"544"-53"-7363,-446 36-256,-40 17-896,0 0-1265,-29 0-1617,-48 44-16696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5539,'0'0'16973,"84"0"-15234,279 0-1112,-220 1-565,38-3-666,-181 2 604,17 0-824,0-1 0,-1-1-1,1 0 1,25-8 0,-38 9-860,-15 1 1132,1 0 532,0 0 0,0 1 0,0 1 0,0 0 0,0 0 0,0 0 0,0 2 0,1-1 0,-1 1 0,1 0 0,-13 9 0,8-3 29,0 1 1,1 1-1,0-1 1,1 2-1,0 0 1,-12 18-1,-3 5 86,12-18 201,1 0 0,1 1 0,-20 39-1,27-33 261,5-22-417,1-1 0,0 1 0,-1-1 0,0 1-1,1-1 1,-1 0 0,0 1 0,0-1 0,0 0 0,0 0 0,-1 0-1,1 0 1,-1 0 0,-1 2 0,1-2 771,12-5-486,2-2-482,-1 0 1,1 0-1,-1-2 1,0 1-1,0-1 0,-1-1 1,0 0-1,0 0 1,-1-1-1,9-11 1,16-21-643,32-48 0,-50 65 302,1 1-579,0-2-1,-2 1 0,-1-2 0,-1 0 1,-1 0-1,-1-1 0,-2-1 0,-1 0 0,6-31 1,-9 7-4430,-2-67 1,-3 118 5371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4178,'0'0'18862,"0"112"-15530,0 382-976,0-269-1406,5 177 34,9-191-816,5 119-104,-16 123-445,-5-257-5179,-1-253 570,-13-25 2106,1 3 1305,10 11 1371,4-92-1,2 74 2857,0 82-2470,-1-1 0,0 1 0,1-1-1,0 1 1,0 0 0,1-1 0,-1 1 0,1 0 0,0 0 0,0 0 0,0 0 0,0 0 0,1 1 0,-1-1 0,1 1 0,0-1-1,0 1 1,1 0 0,-1 0 0,1 1 0,-1-1 0,1 1 0,0-1 0,0 1 0,0 0 0,8-2 0,7-3 225,0 2 1,1 0-1,0 1 1,38-3 0,294-2 627,-305 9-1158,-28 0-92,30 1-1019,-46-1 1067,-1 1 0,0-1-1,0 0 1,0 1-1,0-1 1,0 1 0,0 0-1,0 0 1,0 0 0,0 0-1,0 0 1,0 0-1,-1 0 1,1 0 0,0 1-1,2 2 1,-3 0-383,1 0 1,-1 0-1,0 0 0,0 0 0,0 0 1,0 1-1,-1-1 0,0 0 1,0 1-1,0 4 0,0-9 554,0 54-10066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3714,'0'0'24091,"185"472"-24091,-40-463-64,1-9-497,-10 0-927,-9-70-1282,-40-17-2688,-28-18-3810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7171,'0'0'18451,"22"69"-17600,76 231 257,-4 31 850,-85-300-1826,0 3 19,1 0 1,2-1 0,20 37-1,-29-63-168,0 0 0,1 0 0,1 0 0,-1-1 0,1 0 0,0 0 0,0 0 0,1-1 0,-1 0 0,1 0 0,0 0 0,1-1 0,-1 0 0,1 0 0,0 0 0,0-1 0,0 0 0,0-1 0,1 1 0,11 1 0,-10-3-135,4 1-306,1-1-1,25-1 1,-35 0 326,0 0-1,0-1 1,-1 0 0,1 1-1,0-2 1,-1 1 0,1 0-1,-1-1 1,1 1 0,-1-1 0,0 0-1,1 0 1,-1 0 0,0-1-1,5-4 1,2-7-396,-1 0 0,0-1 0,-1 0 0,0 0 0,-1-1 1,8-30-1,-7 17-1655,-1 0 1,-1 0 0,2-50 0,-6-42-8885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5971,'175'-87'12950,"-175"104"-8788,0-8-2258,0 0-1039,107-9-865,9 0-1089,30 0-463,-39-18-1442,-39-17-2304,-48-8-3234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3698,'0'0'12568,"0"76"-7117,0-67-5320,33 664 5663,-5-459-4408,25 224 339,-4 210-639,-11-134-873,-25 2-531,-13-408-391,0-102 213,0-10 95,1-70-299,0 1 60,-9-80 1,-7 36 166,-13-131-273,19-290 1282,9 450 1353,0 88-1848,0-1 0,0 1 0,0-1 0,0 0 0,0 1 0,0-1 0,1 1 0,-1-1 0,0 1 0,0-1 0,1 1 0,-1-1 0,0 1 0,0-1 0,1 1 0,-1-1 0,1 1 0,-1-1 0,0 1 0,1 0 0,0-1 0,7-4 104,0 1 1,0 0 0,0 0-1,0 1 1,0 0 0,1 1 0,0 0-1,-1 0 1,14-1 0,26-6 243,122-23 226,-33 8-566,114-29-113,-206 41-47,-10 2-523,1 1 0,0 3 0,47-4 0,27 8-4853,-26 2-5124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25212,'0'0'7283,"97"-167"-28413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0 13014,'0'0'11787,"-45"20"-10854,-3 2-559,-86 51-1,131-71-355,0 0 0,0 0-1,0 1 1,0-1 0,0 0-1,1 1 1,-1 0 0,1 0-1,-1 0 1,1 0 0,0 0-1,0 0 1,1 0 0,-1 1-1,1-1 1,-1 1 0,1-1-1,0 1 1,0 0-1,1-1 1,-1 1 0,1 0-1,0-1 1,0 1 0,1 7-1,-1 0 21,2-1-1,-1 1 0,2-1 0,-1 1 1,1-1-1,1 0 0,0 0 1,8 16-1,3-3 39,0-1-1,22 25 1,203 207 426,-148-162-273,93 118 1,-170-192-186,-2 2 1,0 0 0,14 30-1,-22-38-28,-1 0-1,0 0 0,-1 0 1,0 1-1,-1 0 0,0-1 1,0 24-1,-2-8 22,-2 48 137,2-74-171,-1 0 0,1 0 0,0 0 0,-1 0 0,0 0 0,1-1 0,-1 1 0,0 0 0,0 0 0,0 0 0,0-1 0,-1 1 0,1 0 0,0-1 0,-1 1 0,1-1 0,-1 1 0,1-1 0,-1 0 0,0 0 0,0 0 0,1 0 0,-1 0 0,-3 1 0,-3 1-8,-1-1-1,1-1 0,-1 1 0,-14 0 0,11-1-5,-177 2-438,121-4 231,40 2 129,0-2 1,0-2 0,1 0 0,-1-2-1,1-1 1,0-1 0,1-1 0,-1-1-1,2-2 1,-1 0 0,1-2 0,-36-24-1,51 30 87,0-1 0,0 0 0,0-1 0,1 0 0,0 0 0,1-1 0,-10-13 0,14 15-14,0 0 0,0 0 0,1 0 0,0 0 0,0 0 0,1-1 0,0 1 0,0-1 0,1 0 0,0 1 0,1-11 0,0 15 10,0-1 0,0 0 0,0 0 0,1 1 0,0-1 0,0 0 0,0 1 0,0-1 0,1 1 0,0-1 0,0 1 0,4-7 0,-1 5 2,1 0-1,-1 1 1,1 0 0,0 0-1,0 0 1,1 1 0,-1 0-1,11-5 1,59-25 121,134-42 1,-44 18 186,-69 20-122,-2-4 0,108-66 1,-192 102-175,6-4 14,-1-1 1,28-23 0,-40 30-13,0 0 0,0 0 0,-1 0 0,1-1 0,-1 0 0,0 1 0,0-1 0,-1 0 0,1 0 0,-1-1 0,0 1 0,-1 0 0,1-1 1,0-7-1,0-8 84,0-39 1,-2 54-84,-1 0 1,0-1-1,0 1 0,0 0 1,-1 0-1,1 0 1,-2 0-1,1 0 1,-1 0-1,-5-10 0,-3 4-17,0-1 0,0 2 0,-2-1-1,1 2 1,-1 0 0,-18-11 0,3 4-139,-2 0 0,-42-16 1,38 19-376,10 4-291,-40-11 1,53 18-820,0 1 0,-1 0 1,-18 0-1,29 2 1424,0 0 0,1 0 0,-1 0 0,1 0 0,-1 0 0,1 0 0,-1 0 0,0 0 0,1 1 0,-1-1 0,1 0 0,-1 0 0,1 0 0,-1 1 0,1-1 0,-1 0 0,1 0 0,-1 1 0,1-1 0,-1 1 0,1-1 0,-1 0 0,1 1 0,0-1 0,-1 1 0,1-1 0,-1 2 0,-2 34-8473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6 5330,'0'0'14388,"-27"-2"-12256,16 2-1947,-1-2-19,-1 1 1,0 1-1,0 0 0,0 1 0,0 0 1,0 1-1,1 0 0,-1 1 0,1 1 0,0 0 1,-1 0-1,2 2 0,-1-1 0,-18 13 1,-2 6 138,1 1 1,2 2-1,0 1 1,2 1-1,1 1 1,-41 63-1,52-69-272,2 1-1,1 0 0,0 1 1,2 0-1,2 1 0,0 0 1,1 0-1,2 0 0,1 1 1,-1 47-1,4-55 11,0-15-33,0 0 1,1 0-1,0-1 1,0 1-1,0 0 1,0 0-1,1 0 1,0 0-1,0-1 1,0 1-1,1 0 1,-1-1-1,1 1 1,3 4-1,1-2-3,0-2 0,0 1 0,1-1 1,-1 0-1,1 0 0,0-1 0,15 7 0,62 23 16,-71-29-23,34 9-125,0-2 0,1-2 0,0-3 0,1-1 0,-1-2 0,50-4 0,-84 1-226,-1-2-1,0 0 1,0 0-1,1-2 1,-1 1-1,-1-2 1,15-5 0,-23 8-12,1-2 0,-1 1 0,0 0 0,0-1 0,-1 0 0,1 1 0,0-2 0,-1 1 0,5-6 0,-6 6-183,0 0 0,0 0 1,0 0-1,-1-1 0,1 1 1,-1 0-1,0-1 0,0 0 0,0 1 1,0-1-1,-1 1 0,1-1 1,-1-5-1,0-34-10953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4434,'185'105'13622,"-146"43"-9572,68 1-1729,19-9-1440,-9-35-2386,-69-61-1809,-28-27-1968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1371 0 3618,'0'0'16437,"0"6"-12457,-1 7-3476,0-1-1,0 1 1,-1-1 0,-1 1 0,0-1-1,-8 18 1,-38 73-82,29-64-99,-63 131 110,-213 380 703,-355 326-1424,557-763-609,52-73 248,32-31 187,-1 0 0,1 1 1,1 0-1,0 1 0,1 0 0,0 1 1,-8 14-1,-5 28-4353,9-29-2856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12822,'0'0'12277,"-52"79"-11767,-155 245-67,194-303-362,-19 45 0,30-62-66,1 0 1,0 0-1,0-1 1,0 1-1,1 0 0,-1 0 1,1 6-1,0 101 290,0-108-303,0 1 1,1-1 0,-1 1 0,1-1-1,-1 1 1,1-1 0,0 1 0,1-1-1,-1 1 1,0-1 0,1 0 0,0 0-1,0 0 1,0 0 0,0 0 0,5 4-1,-3-3 0,1 0-1,0 0 1,1 0-1,-1-1 1,1 0-1,0 0 1,-1 0-1,13 3 1,8 0-59,0-1 1,0-1-1,45 0 1,-68-4 45,38 2-942,80-7-1,-106 3 426,-1-1-1,1 0 0,-1-1 0,1 0 0,-1-1 0,-1 0 0,1-2 0,21-12 0,-23 11-431,-1-1-1,0-1 0,-1 1 0,1-2 0,10-14 0,-13 14-990,0-1-1,-1-1 0,7-15 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5314,'0'0'21050,"87"613"-19897,-38-333-321,-30 26 64,-9 0-463,0-35-17,-10-43 32,0-62-352,0-61-96,0-44-16,0-26-544,-20-105-20410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59 587 17480,'0'0'10389,"84"-18"-10176,-84 18-213,350-80-16,-329 74-16,0-1 0,38-17 0,-54 21 11,0 0 1,0 0 0,0-1 0,-1 1-1,1-1 1,-1 0 0,5-6-1,-3 1-41,0 1 1,-1 0-1,0-1 0,0 0 0,-1-1 0,0 1 0,-1-1 0,0 1 0,0-1 0,1-13 1,0-8-125,-1-59 0,-3 85 187,0-6-24,0 0-1,-1-1 1,0 1-1,-4-16 1,3 22 9,1 1 0,-1 0-1,0-1 1,0 1 0,0 0 0,-1 0 0,1 0 0,-1 1 0,0-1 0,0 1 0,0-1 0,-1 1 0,-4-3-1,-2 0 7,1 0 0,-1 1 0,-1 0-1,1 1 1,-1 0 0,0 0 0,0 1-1,0 1 1,-20-2 0,-111-2 269,117 7-119,20-2-104,-1 1 0,0 1 0,0-1 0,0 1 1,1 0-1,-1 0 0,0 1 0,1 0 0,-1 0 1,1 0-1,0 1 0,-8 4 0,3 2 34,-1 0-1,2 0 0,-1 1 1,-11 16-1,-4 9 133,0 0 0,3 2-1,1 1 1,1 0 0,2 2-1,2 0 1,2 0-1,2 2 1,1 0 0,2 0-1,-5 73 1,11 80 820,3-136-773,0-44-187,-1 8 110,6 40-1,-4-55-145,1-1 0,0 1 0,0-1 0,0 0 0,1 1 0,0-1 0,1-1 0,0 1 0,6 9 0,0-4 0,1 0 1,1 0-1,0-1 0,0-1 0,1 0 0,0-1 0,0 0 0,29 13 0,-22-14-21,-1-1 1,1 0-1,0-1 0,0-1 1,0-1-1,36 2 0,-31-4-15,-9 0-3,1-1 0,-1-1-1,0 0 1,0-2 0,1 1-1,-1-2 1,23-6 0,-21 1-67,0 0-1,-1-1 1,0-1 0,0-1-1,-1 0 1,-1-1 0,22-22 0,95-114-1681,-46 48-1171,-22 31-3123,-28 28-4437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0 245 3602,'0'0'27137,"46"-11"-26931,-33 7-193,83-20 230,187-23 0,57 37 128,-11 0-150,-127-7 10,351-77 0,-540 91-231,26-7 22,-38 10-22,0 0 1,0 0-1,0 0 0,1-1 1,-1 1-1,0-1 0,0 1 1,0-1-1,0 1 0,0-1 1,0 0-1,0 1 0,0-1 1,0 0-1,0 0 1,0 0-1,-1 0 0,1 1 1,1-3-1,-2 1-286,-32 2-12154,-53 0 2580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6307,'0'0'24579,"78"65"-24277,251 203-198,-311-253-95,1-1 0,0-1 0,1-1 0,1 0 1,0-2-1,36 13 0,-48-20-4,1 1 1,-1-1-1,15 10 0,-22-12-1,1 1-1,-1 0 1,0 0-1,0 0 1,0 0-1,0 0 1,0 1-1,0-1 1,-1 1-1,1-1 1,-1 1-1,0 0 1,1-1-1,-1 1 1,-1 0 0,1 0-1,0 0 1,-1 0-1,1 0 1,-1 0-1,0 0 1,0 0-1,0 0 1,0 0-1,-1-1 1,0 5-1,0 10 19,2-4 15,-1-1 16,0 1-1,0-1 1,-1 1-1,-1-1 1,0 0-1,0 0 1,-2 0-1,-7 20 1,-1-7 4,-2-1-1,-1 0 1,-28 34 0,-67 68 48,16-20-149,-78 115-709,153-196 556,-5 9-559,-19 36 1,19-29-2279,-3 0-5133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27 2161,'0'0'12982,"0"-3"-12515,0-20 6720,-23 23-6589,-59 0 773,80 0-1350,-3 0-1147,4 0 1061,0 0-1,0 0 1,0 0-1,0 0 1,0 0-1,0 0 0,0 0 1,0 1-1,0-1 1,0 1-1,0-1 0,0 0 1,1 1-1,-1-1 1,0 1-1,0 0 0,0-1 1,0 1-1,1 0 1,-2 1-1,-9 22-1480,3-3 374,-26 37-3803,-4-4-3245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8084,'0'0'11549,"7"51"-11328,19 161 380,-22-181-134,-2-1 0,-1 41-1,-2-38-135,1 300 686,-2-295-940,-2 0 1,-2 0 0,-1 0 0,-18 51 0,20-71-19,5-14-46,-1 0 0,0-1 0,-1 1 0,1-1 0,0 0 0,-1 1 0,0-1 0,0 0-1,0 0 1,0 0 0,-1 0 0,1 0 0,-4 2 0,4 1-18,2-4-35,0 17-10989,0-18 10705,0 1 1,0-1 0,0 1-1,0-1 1,0 1 0,1-1-1,-1 0 1,0 1-1,1-1 1,-1 1 0,1-1-1,-1 0 1,2 3-1,0-3-325,0 0 0,0 1 0,-1-1-1,1 0 1,0 0 0,0 0 0,1 0-1,-1-1 1,0 1 0,2 0-1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64 12038,'0'0'13064,"-22"65"-12624,22-65-440,-84 279 459,78-258-348,2 0-1,0 0 1,1 0-1,-1 41 0,4-19 145,2 67 520,-2-108-760,0 1 0,0-1 0,1 1 0,-1-1 0,1 1 0,0-1-1,0 0 1,0 1 0,0-1 0,0 0 0,0 0 0,0 0 0,1 0 0,-1 0-1,1 0 1,0 0 0,-1 0 0,1 0 0,0-1 0,0 1 0,0-1-1,0 1 1,1-1 0,-1 0 0,0 0 0,0 0 0,1 0 0,2 0 0,6 1-22,0 0 1,0-1 0,0-1 0,1 1-1,13-3 1,7 1-6,-20 1-2,0-1 0,0 0-1,0 0 1,0-1 0,-1-1 0,1 0 0,-1 0 0,1-1 0,16-9-1,-15 6 8,-2-1 0,1-1 0,-1 0 0,0 0 0,-1-1 0,0 0 0,16-23 0,-8 9-56,-2 0 0,0-2-1,-2 0 1,-1 0 0,-1-1 0,-1-1-1,-1 0 1,-2 0 0,-1-1-1,4-34 1,1-187-49,-12 248 116,0-1 1,0 1-1,0-1 0,0 1 0,0-1 1,0 1-1,-1-1 0,1 1 0,-1-1 1,0 1-1,0-1 0,0 1 0,0 0 1,0 0-1,0-1 0,-1 1 1,-2-4-1,1 5 5,0-1 1,1 1-1,-1 0 0,0 0 1,0 0-1,0 0 0,-1 0 1,1 1-1,0-1 1,0 1-1,0 0 0,0 0 1,-4 1-1,-40-2 74,15 0-80,-54 5 0,77-3 0,0 0-1,0 1 1,1 1-1,-1-1 1,0 1 0,1 1-1,0 0 1,-1 0-1,2 0 1,-12 9 0,-1 4-53,2 0 0,-32 37 0,48-52-55,1 1-1,-1 0 0,1 0 1,-1 0-1,1 0 1,0 0-1,0 0 1,0 0-1,0 0 1,1 0-1,-1 7 0,2 43-2986,1-20 712,-2-19 770,0-1 1,5 27-1,-3-34 678,0 0 0,0 0 1,1 0-1,0 0 0,0 0 0,6 8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13814,'0'0'8922,"10"92"-7914,32 301-552,-17-189-198,-8-47 47,-13 51 459,-5-138 54,1-761-2018,1 621 1115,13-95-1,-9 132 63,2 0-1,1 0 1,1 1-1,25-56 1,-32 84 28,0 0 0,0 0 0,0 0 0,1 0 0,-1 0 0,1 1-1,0-1 1,0 1 0,0-1 0,1 1 0,-1 0 0,1 0 0,0 1 0,-1-1 0,6-2 0,-1 3 68,0 0-1,0 0 1,1 0-1,-1 1 0,0 0 1,1 1-1,9 0 1,-15 0-41,0 0 1,-1 1 0,1-1-1,0 0 1,-1 1 0,1 0-1,0 0 1,-1-1-1,1 2 1,-1-1 0,1 0-1,-1 0 1,0 1 0,1-1-1,-1 1 1,0 0 0,3 2-1,0 3 52,1 1-1,-1-1 1,0 1-1,4 8 1,1 1 71,-9-14-135,31 51 582,45 105 1,2 72-78,-62-185-543,-3 1-1,14 74 0,-25-98-519,-1 0 1,-2 32-1,-1-11-2656,0 9-7128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0 7587,'0'0'17625,"-45"37"-17265,-17 13-226,-59 62 1,116-107-121,0 0 0,0 0 0,1 1 0,0 0 0,0 0 0,0 0 0,1 0 0,0 0 0,0 1 0,0 0 0,1-1 0,0 1 0,0 0 0,1 0 0,0 0 0,0 12 0,-1 167 706,2-113-384,1-67-327,0 0 0,0 1-1,0-1 1,0-1 0,1 1 0,0 0-1,1 0 1,-1-1 0,1 1 0,0-1 0,0 0-1,1 0 1,-1 0 0,1 0 0,0-1-1,1 1 1,-1-1 0,1 0 0,0 0-1,0-1 1,0 0 0,6 4 0,12 5-9,1-1 0,0 0 0,0-2 1,28 7-1,69 10 23,-79-19 2,-1 3 0,50 17 1,-87-26-19,-1 0 1,1 0 0,-1 0-1,0 1 1,1-1 0,-1 1-1,0 0 1,0 0 0,0 0-1,-1 0 1,1 1 0,0-1-1,-1 1 1,0 0 0,1-1-1,-1 1 1,0 0 0,0 0-1,-1 1 1,1-1 0,-1 0-1,0 1 1,1-1 0,-1 0-1,-1 1 1,1-1 0,0 1-1,-1 0 1,0-1 0,0 1-1,0 5 1,0 7 101,0-8-18,1 0-1,-1 0 0,-1 0 1,1-1-1,-1 1 0,-1 0 1,1-1-1,-1 1 0,-1-1 1,1 1-1,-1-1 0,-1 0 1,-6 11-1,-14 14 75,-1-1-1,-1 0 1,-53 44 0,-104 74-15,170-139-135,3-2-33,-28 21 58,-73 44-1,97-65-123,0-1-1,-1-1 1,0 0-1,0-1 1,0-1-1,-1 0 1,1-1-1,-1-1 1,-24 0-1,34-1-97,-1-1 0,0-1-1,1 1 1,-1-1 0,1-1 0,0 1-1,-1-1 1,1 0 0,0 0 0,0-1-1,0 0 1,0 0 0,0 0 0,1-1 0,-1 1-1,-7-8 1,6 2-400,0 0 0,0 0 0,1 0 0,1-1 0,-1 0 0,1 0-1,1 0 1,0-1 0,-5-18 0,-21-103-7029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9556,'0'0'17496,"418"315"-17496,-369-262-816,-20 8-737,-29 18-1168,0-1-2753,0 1-4675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3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98 587 2177,'0'0'5587,"0"-11"-5393,0-36 196,0 35 4756,0-15-4401,0-287 1066,0 310-1802,0 0 0,1 0 0,-1 0 0,1 0-1,0 0 1,0 0 0,1 0 0,-1 0 0,1 1 0,0-1 0,0 1 0,0-1 0,0 1 0,1-1-1,-1 1 1,1 0 0,3-2 0,-4 3 95,1 1 0,-1 0 0,1 0 0,-1 0 0,1 0 0,0 1 0,-1-1 0,6 1 0,12-4 145,8-1-94,1 2-1,-1 1 1,55 4 0,-30-1 127,-52-1-226,11 0 222,-9-1-263,0 1 1,0 1-1,1-1 1,-1 0-1,0 1 1,0 0-1,1 0 1,-1 0-1,0 0 1,0 0-1,0 1 1,0-1-1,0 1 1,4 3-1,-2 0-9,-1 0-1,1 0 1,-1 0 0,0 0 0,-1 1-1,5 8 1,-7-11 25,0 0 0,-1 0 0,1 1 0,-1-1 0,1 0-1,-1 1 1,0-1 0,0 0 0,-2 6 0,1 7 282,1 157 1194,0-170-1490,0-1 1,0 0-1,-1 1 1,1-1-1,-1 0 0,0 0 1,0 0-1,0 1 1,0-1-1,0 0 0,0 0 1,0 0-1,-1 0 1,1-1-1,-1 1 0,-2 2 1,-37 27 261,34-27-234,0 1 0,1 0 0,-1 0 0,1 1 0,-8 8 1,-5 8-13,0-2 1,-1 0-1,-30 23 1,4-3-19,42-37-8,1 0 0,-1 1-1,1-1 1,-1 0 0,0-1 0,0 1-1,0-1 1,0 1 0,-1-1 0,1-1-1,-1 1 1,1 0 0,-1-1 0,-6 1-1,7 7 200,-61-9 293,57 3-326,0 0 1,1 1-1,-1 0 0,-11 8 1,10-32-99,8 19-76,-6-17-12,0-1 1,1 0-1,1 0 0,0-1 0,2 0 0,-2-38 0,5-180-3,0 235 15,0-1 1,0 1-1,1-1 0,0 1 1,0-1-1,0 1 1,0 0-1,0-1 1,1 1-1,-1 0 0,1 0 1,0 0-1,2-4 1,36-32-8,-29 29 0,-6 7 3,1-1-1,-1 1 1,1 0 0,0 0-1,0 1 1,0 0 0,0 0-1,11-2 1,17-6-11,-14 2 16,40-10 0,-25 9 0,-25 7-19,0 0-1,1 1 1,-1 1 0,0 0 0,18 2 0,0-1-10,30-1 23,-56 0-20,1 0-5,-1 0 29,1 0 1,0 0-1,-1 1 1,1-1-1,-1 1 1,1-1 0,3 3-1,2 5 46,-1 1 1,0 0-1,9 15 1,6 10 9,-17-26-49,-1 1 0,0 0-1,0-1 1,-1 1 0,0 0-1,0 1 1,-1-1 0,-1 0-1,1 1 1,-1 11 0,5 24 15,-3-18 32,-1 0-1,-1 0 1,-4 31-1,1 2 50,2-56-86,0 1 0,0-1-1,-1 1 1,0-1 0,0 1 0,0-1-1,0 1 1,-1-1 0,1 0 0,-1 0-1,0 0 1,-1 0 0,1 0 0,-1 0-1,1 0 1,-1-1 0,-4 5 0,-9 12-1,-64 69 18,20-19-28,52-61 0,0-1 0,-1-1 0,1 1 0,-2-2 0,1 1 0,-13 6 0,7-2 7,-8 4 42,20-14-49,0 1 0,0-1 0,0 1 0,0-1 0,0 1 0,0 0 0,0 0 0,-3 4 0,4-4 0,1-1 0,-1 1-1,0-1 1,0 1 0,0-1-1,0 0 1,-1 1 0,1-1-1,0 0 1,0-1 0,-1 1-1,1 0 1,0 0 0,-1-1 0,1 0-1,-5 1 1,-48 7 39,38-7-145,15 0 100,0-1 0,0 0 0,0 1-1,0-1 1,0 0 0,0 0-1,0 0 1,-1 0 0,1-1 0,0 1-1,0 0 1,0-1 0,0 1-1,0-1 1,0 0 0,0 0 0,1 0-1,-1 0 1,0 0 0,0 0 0,1 0-1,-1-1 1,0 1 0,1-1-1,0 1 1,-3-3 0,-3-7 8,5 9-5,1 1 0,0-1 0,0 0 0,0 1 1,0-1-1,0 0 0,0 0 0,0 0 0,0 0 0,0-3 1,1 4-19,0-28-228,0-344-38,0 369 275,0 0 0,0 1 0,0-1-1,0 0 1,0 1 0,1-1 0,0 1-1,0-1 1,0 1 0,0-1 0,1 1 0,-1 0-1,1-1 1,0 1 0,0 0 0,0 0-1,0 0 1,0 1 0,1-1 0,-1 0-1,1 1 1,0 0 0,3-3 0,-5 4 1,0 1 1,0-1-1,0 1 1,-1-1-1,1 0 1,0 1-1,-1-1 1,1 0-1,0 0 1,-1 1-1,1-1 1,-1 0-1,1 0 1,-1 0-1,1 0 1,-1 0-1,0 0 1,1-1-1,-1 2 2,0-1-1,0 0 1,0 1-1,1-1 0,-1 0 1,0 1-1,0-1 1,1 0-1,-1 1 1,1-1-1,-1 1 1,0-1-1,1 1 1,-1-1-1,1 1 1,-1-1-1,1 1 0,0 0 1,-1-1-1,1 1 1,0-1-1,15-15-40,-1-3 15,-9 14 30,0 0 0,0 0 1,0 1-1,0 0 0,1 0 0,0 0 0,0 1 1,0 0-1,13-4 0,9-9 1,-13 9 3,-14 6-4,-1 1 0,0-1 0,0 1 0,1-1 0,-1 1 0,1 0 0,-1 0 0,0 0 1,1-1-1,-1 1 0,1 0 0,-1 1 0,0-1 0,3 0 0,6 0-25,28-7 9,-30 6 21,1 0-1,-1-1 1,0 0-1,0 0 1,0-1-1,8-4 1,-6 0 12,-8 6-8,-1 1-81,0 0 72,0 0 0,0 0 1,0 1-1,1-1 0,-1 1 0,0-1 1,0 1-1,0-1 0,0 1 0,0 0 1,0-1-1,0 1 0,0 0 1,-1 0-1,1 0 0,1 1 0,4 9 16,-2 1-1,1 0 1,-1-1 0,-1 1-1,0 0 1,-1 1-1,1 20 1,-2 97 151,-3-62 29,4-27-116,-1 33-25,-1-67-48,0 0 0,-1-1-1,0 0 1,0 1-1,-1-1 1,0 0 0,0 1-1,-3 5 1,-3 0 2,7-10-4,0-1-1,0 0 1,0 1-1,0-1 1,0 0-1,1 1 1,-1-1-1,0 1 1,1 0 0,-1-1-1,1 1 1,0-1-1,-1 1 1,1 2-1,0-3 5,0 1 1,-1-1-1,1 0 0,-1 1 0,0-1 1,1 1-1,-1-1 0,0 0 0,1 1 0,-1-1 1,0 0-1,0 0 0,0 0 0,0 0 0,-1 0 1,1 0-1,0 0 0,0 0 0,-2 1 1,-8 8 42,7-6-14,0 1-1,0-1 0,-1 0 1,1 0-1,-1-1 0,0 1 0,0-1 1,-1 0-1,-6 3 0,-51 16 119,62-21-153,-18 5-5,0-1-1,0 0 1,-1-2-1,1 0 1,-38 0-1,56-3-41,-2 0-58,3 1 96,-1-1-1,0 0 1,0 0-1,1 0 1,-1 0-1,0 0 1,0 0-1,1 0 1,-1-1-1,0 1 1,0 0-1,1 0 1,-1-1-1,0 1 1,1 0-1,-1-1 1,0 1 0,1 0-1,-1-1 1,0 1-1,1-1 1,-2 0-1,-5-17-22,1 0-1,1 0 0,0 0 1,2-1-1,-3-25 1,-1-1 13,-4-24-310,2 0 0,0-81-1,9-49 326,1 195 0,-1 0 1,1 0 0,0 0 0,0 0 0,0 0 0,1 0 0,0 1 0,-1-1-1,1 0 1,0 1 0,1-1 0,-1 1 0,6-6 0,45-41-31,-36 34 21,-4 6-15,1 0 0,23-13 0,5-4 16,-38 24 5,1 0 1,0 0-1,0 0 1,1 1-1,-1-1 1,0 1-1,1 1 0,-1-1 1,9-1-1,5 2-51,38 0-1,-5 2 58,-49 0 2,1 0 0,-1 0-1,0 0 1,1 0-1,-1 0 1,0 1-1,0 0 1,0 0 0,0 0-1,0 0 1,0 0-1,-1 0 1,1 1-1,-1-1 1,4 5-1,33 46 93,-37-50-92,9 13 51,-2 1 1,0 0-1,0 1 0,-2 0 0,0 0 0,8 37 1,-9-19 85,-2 1 0,0 63 1,-3-50-46,1-27-29,-2 1 0,-4 35 0,2-53-45,1-1 1,-1 1-1,0 0 1,-1-1-1,1 0 1,-1 1-1,0-1 1,0 0-1,0-1 1,-1 1-1,0-1 1,0 1-1,0-1 1,0 0-1,-1 0 1,0-1-1,-7 5 0,-10 5 62,0-2-1,-43 16 1,21-9-109,27-8 41,16-9-14,0 0 0,-1 0 0,1-1 1,-1 1-1,1 0 0,0-1 0,-1 1 0,1-1 0,-1 1 1,1-1-1,-1 0 0,1 1 0,-1-1 0,1 0 1,-1 0-1,-2-1 0,-90 1 23,92 0-48,1-4-216,-10-29 182,2 0 0,1-1 1,2 0-1,-3-46 0,5-145-206,4 161 129,0 62 131,1-1 0,0 1 1,0-1-1,-1 1 0,1 0 1,1-1-1,-1 1 1,0 0-1,1 0 0,-1 0 1,1 0-1,-1 0 0,1 0 1,0 1-1,0-1 1,4-2-1,43-29-7,-35 24 4,7-6 4,-12 8-16,0 1 0,1 0-1,-1 0 1,1 1 0,19-7 0,0 7-24,-1 1 0,1 1 0,0 1 0,36 4 1,-12-2 19,-48 0 23,0-1 0,0 1 1,0 1-1,0-1 1,0 1-1,0-1 0,0 1 1,0 1-1,0-1 0,0 1 1,-1-1-1,1 2 0,-1-1 1,1 0-1,-1 1 1,0 0-1,0 0 0,0 0 1,0 0-1,-1 1 0,5 5 1,3 6 29,0 0 1,-1 1 0,-1 0-1,-1 1 1,0 0-1,5 19 1,22 106 256,-30-117-263,6 31 49,4 111 1,-13-64-3211,-2-103 3137,0 1-172,0 1 1,0-1 0,0 0 0,0 0 0,0 1 0,0-1 0,0 0 0,-1 0 0,1 1 0,0-1 0,-1 0-1,1 0 1,-1 0 0,1 1 0,-1-1 0,0 0 0,1 0 0,-1 0 0,0 0 0,0 0 0,0 0 0,-1 1-1,-5 1-684,0-1-1,0 0 0,0 0 0,0-1 1,0 0-1,-8 1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3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332 386 1024,'0'0'11648,"0"74"-11066,0 247 13,-10-8 1166,8-276-1443,-2 0 1,-2-1-1,-1 0 1,-14 41 0,5-36-50,6-18-21,-11 46 0,20-64-218,-8 28 125,9-32-148,-1 0 0,1 0 0,0-1 0,-1 1 0,1 0 0,0 0-1,-1 0 1,1 0 0,-1 0 0,0-1 0,1 1 0,-1 0 0,0 0 0,1-1 0,-1 1 0,0 0-1,0-1 1,0 1 0,1-1 0,-1 1 0,0-1 0,0 0 0,0 1 0,-2-1 0,2 0 17,1-4-219,0-483 435,2 428-239,3 0 0,2 0 0,3 0 1,19-65-1,88-223 37,-114 340-34,-2 25 3088,0 29-2977,-4-8-2,-1 0 0,-1 0 0,-23 76 0,21-86-93,-74 313 394,-52 187 1013,86-395-992,42-124-401,5-22-132,2-15 20,1-58 32,22-135 0,36-96 97,-27 151-100,13-92-286,61-277-915,-104 513 1314,-4 18 539,0 7-104,0 29-95,0-16-320,0 0 0,-1 1-1,-6 31 1,-57 170 45,29-110-106,-82 279 54,38-76 190,35-147-69,41-152-143,1-7-72,2-10-45,2-26-19,-3-12 64,0-17 48,11-88 1,124-418-171,-116 498 59,32-93-334,-42 140 348,1 1 1,1 0-1,1 1 0,0 0 0,28-32 1,-37 47 95,5-6-95,-5 11 158,0 11 220,-2 35-183,-7 213 198,-110 463 144,116-719-466,-20 103 127,-28 133 214,25-145-107,16-48-77,7-46-157,1 0-1,-1-1 1,0 1-1,0 0 1,0-1 0,0 1-1,0-1 1,0 1-1,0-1 1,-3 2-1,3-4-23,0-1-1,1 0 0,-1 0 1,1 0-1,-1 1 0,1-1 1,0 0-1,0 0 0,0 0 1,0 0-1,0 0 1,0 0-1,1-3 0,-1 5 19,1-39-49,2 1 0,2-1 0,15-57 0,43-115 152,-48 167-90,184-499-603,-183 499 470,-12 33 88,0 0-1,1 0 0,0 0 1,1 0-1,0 1 0,0 0 1,1 0-1,1 1 0,-1-1 0,2 2 1,16-16-1,-21 65 166,-4 12-12,-8 205 284,-77 147-125,43-234-72,24-92-108,-35 142 83,44-210-1213,3-10-461,3-13-833,3-46-5061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 3073,'0'0'16725,"-16"5"-16618,-49 22 315,63-26-328,1 0 0,-1 0 0,1 0 1,0 0-1,0 0 0,-1 0 0,1 1 1,0-1-1,0 0 0,0 1 0,0-1 1,0 1-1,1-1 0,-1 1 0,0-1 1,1 1-1,-1 0 0,1-1 0,0 1 1,-1 0-1,1 0 0,0-1 0,0 1 1,0 0-1,0-1 0,0 1 0,1 0 1,0 2-1,-1 6 155,-4 7 30,-1 0-1,-1-1 0,0 0 1,-11 20-1,6-14-88,-11 35 0,15-31 18,-4 36 1,7-32 39,-12 39-1,-23 48 592,-82 167 0,20-38-561,92-224-297,0 0 1,-23 35 0,-3 7-138,32-60-5,1 1 0,0-1 0,-1 1 0,0-1 0,0 0 0,0 0 0,0 0 0,-1-1 0,0 1 0,0-1 0,0 0 0,0 0 0,0 0 0,0 0 0,-1-1 0,-8 4 0,10-5-161,1 0 1,-1 0 0,1 1 0,0-1-1,0 1 1,0-1 0,0 1-1,0 0 1,0 0 0,0 0-1,1 0 1,-1 0 0,1 0-1,-1 1 1,1-1 0,0 0 0,0 1-1,0-1 1,0 1 0,0-1-1,0 1 1,0 4 0,0 20-7045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333 177 14391,'0'0'12251,"-13"78"-11619,-39 238-72,47-286-313,-3 52 0,8-79-189,0 0 0,0 0 1,0 0-1,0 0 1,1 0-1,-1 0 0,1 0 1,0 0-1,-1 0 0,4 4 1,-3-5-40,0-1 0,0 0 1,1 1-1,-1-1 0,1 0 1,-1 0-1,1 0 0,0 0 1,-1 0-1,1-1 0,0 1 1,-1 0-1,1-1 0,0 1 0,0-1 1,0 0-1,3 1 0,1 0-23,-1 0 0,1 0-1,0-1 1,0 0-1,0 0 1,0 0-1,-1-1 1,1 0-1,0 0 1,0 0-1,-1-1 1,1 0-1,-1 0 1,1 0 0,-1-1-1,8-4 1,-7 1-33,1 0 0,-1 0 0,0-1 0,-1 0 0,0 0 0,0 0 0,0-1 0,-1 0 0,0 0 0,4-11 0,5-12-92,-1-1 1,-1 0 0,-2 0 0,-2-1 0,-1 0 0,-1 0 0,0-42 0,-5-89-590,0 157 708,0 0-1,-1 1 0,0-1 0,0 1 1,0-1-1,-1 1 0,0-1 0,0 1 1,-1 0-1,0 0 0,0 0 0,0 0 1,-1 1-1,1-1 0,-1 1 0,-1 0 1,-8-8-1,7 8 12,-1 0 0,1 0 0,-1 1 0,0 0 0,0 1 0,-1 0 0,1 0 0,-1 0 0,1 1 0,-1 0 0,0 0 0,0 1 0,0 0 0,-12 0 0,-6 1 15,19-1-10,0 0 0,0 1-1,0 0 1,0 0 0,0 1-1,0 0 1,0 0 0,0 1-1,0 0 1,0 0-1,0 0 1,1 1 0,0 0-1,-12 7 1,2 4 11,0 0-1,0 1 1,2 0-1,0 2 0,-19 27 1,8-5 80,-30 64 0,50-90-188,0 1-1,1-1 0,1 1 0,0-1 0,1 1 0,1 0 0,0 0 0,0 0 0,3 18 0,-2 0-1840,1-28 1580,-1-1 0,1 1 0,0 0 0,0 0 0,0-1 0,0 1 0,0-1 0,1 1 0,0-1 0,0 1 0,0-1 0,0 0 0,0 0 0,1 0 0,-1 0 0,1 0 0,0-1 0,0 1 0,0-1 0,0 0 0,6 3 1,-5-1-222,61 34-6508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1 0 2497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2497,'484'-29'8983,"-429"25"-6276,-43 4-819,-14 0-142,-9 3-43,8-3-1436,0 1 0,1 0 0,-1 1 0,1-1 0,-1 0 0,1 1 0,-1-1 0,1 1 0,0 0 0,0 0 0,0-1 1,0 2-1,0-1 0,0 0 0,1 0 0,-1 0 0,1 1 0,-3 4 0,0 3 256,1 0 0,0 0-1,-3 19 1,2-4 334,-5 11-377,2 0 0,2 0 1,-2 55-1,7 80 152,0-165-622,0 1 0,0-1-1,1 0 1,-1 0 0,1 0 0,1 0-1,-1 0 1,1 0 0,0 0 0,1 0-1,-1 0 1,1-1 0,0 0 0,1 1-1,-1-1 1,1 0 0,0-1 0,0 1-1,1-1 1,-1 1 0,1-1 0,0-1-1,0 1 1,0-1 0,1 1 0,-1-2-1,1 1 1,9 3 0,-1-3-13,-1-1 0,1-1 0,0 0 0,25-2 0,-8 1-25,-23 0 14,0 0 1,0-1-1,-1 0 0,1 0 0,0-1 0,-1 0 0,1 0 1,-1-1-1,0 0 0,0 0 0,0 0 0,0-1 0,10-8 1,-6 3-38,-2 0 0,1-1 0,-2 0 0,1-1 0,-1 1 1,-1-2-1,8-14 0,0-3-46,-1-1 1,-2 0-1,-1-1 1,-2 0-1,0-1 0,-3 0 1,0 0-1,-2 0 1,0-51-1,-4 45 126,1 19 88,-1 1-1,-3-30 1,2 47-100,0-1-1,1 0 1,-1 1-1,0-1 1,0 1-1,0-1 1,-1 1 0,1-1-1,0 1 1,0 0-1,-1-1 1,1 1-1,-1 0 1,1 0-1,-1 0 1,0 0 0,1 0-1,-1 1 1,0-1-1,0 0 1,1 1-1,-1-1 1,0 1-1,0 0 1,0 0 0,0-1-1,0 1 1,-2 1-1,-6-3 56,-32-3-3,0 1-1,-78 4 0,66 1-809,53-1 598,-1 0 1,1 0-1,0 0 0,-1 0 1,1 0-1,-1 1 0,1-1 1,0 0-1,-1 1 0,1-1 1,0 1-1,-1 0 0,1-1 1,0 1-1,0 0 0,0 0 1,0 0-1,0 0 0,0 0 1,0 0-1,0 0 0,0 0 1,0 0-1,1 1 0,-1-1 1,0 0-1,1 0 0,-1 1 1,1-1-1,-1 3 0,-1 2-446,2 0 0,-1 0 0,1 0 0,-1-1 0,2 9 0,0-6-394,-1 38-6164,0 6-4461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137 255 3906,'0'0'20575,"-21"27"-18884,6-7-1403,4-9-153,1 2 0,1-1 1,-1 1-1,2 1 0,0 0 1,1 0-1,0 0 0,1 1 1,1 0-1,0 0 0,1 1 1,1-1-1,-2 19 0,3 168 1164,2-128-1002,0-70-292,0 0 0,0 0 0,0 1 0,0-1 1,1 0-1,0 0 0,0 1 0,0-1 0,0 0 1,1 0-1,-1 0 0,1 0 0,0-1 0,0 1 0,1 0 1,-1-1-1,1 1 0,0-1 0,0 0 0,0 0 0,0 0 1,0 0-1,1-1 0,-1 1 0,1-1 0,-1 0 1,1 0-1,8 3 0,6-1-23,0 0-1,0-1 1,0-1-1,1 0 1,31-2 0,-41 0-11,0 0 0,0-1 0,0 0 0,0 0 1,0-1-1,-1 0 0,1-1 0,0 0 0,-1 0 1,0 0-1,0-1 0,0-1 0,0 1 0,0-1 1,-1-1-1,0 1 0,0-1 0,-1-1 0,10-11 0,4-6-155,-1-1-1,-1-1 0,-2 0 0,0-2 0,-2 0 0,-1 0 0,-1-1 0,-2-1 0,-1 1 1,7-40-1,-3-13-435,-3 0 1,-1-143-1,-9 220 616,0-1-1,0 0 1,0 0-1,-1 0 1,0 0 0,0 1-1,-4-12 1,3 15 7,1-1 1,-1 1-1,1 0 1,-1 0-1,0 0 0,0 0 1,0 0-1,0 0 1,-1 0-1,1 1 1,0-1-1,-1 1 1,1-1-1,-1 1 0,1 0 1,-1 0-1,-3-1 1,-12-2 148,0 1 0,0 1 0,0 0 1,-1 1-1,-17 2 0,17-1 55,11 0-186,-1 1 0,1 1 0,0-1 0,0 2 0,0-1-1,0 1 1,0 0 0,1 0 0,-1 1 0,1 0 0,0 0 0,0 1 0,1 0 0,-1 0-1,1 1 1,-11 12 0,-3 5-42,1 2-1,1 1 1,-17 31 0,-42 97-606,72-142 347,1-1 0,1 1 0,0 0 0,0 0 0,-1 18 0,3 55-4916,1-59 2478,0 6-4187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2737,'0'0'24337,"14"85"-23382,46 274-464,-50-305-279,-4 1 0,1 95 0,-7-113-133,0 81 238,0-104-276,0-13-39,0-3-15,0-61-244,-2-56-158,9-192 9,2 236 354,29-110 0,-33 166 50,1 0 1,0 1-1,2-1 1,0 1-1,1 1 1,1 0-1,1 0 1,0 1 0,1 0-1,26-26 1,-31 37 4,-1 0 1,1 1 0,0 0 0,0 0 0,0 1-1,0 0 1,1 0 0,-1 0 0,1 1-1,0 1 1,9-2 0,-4 1 80,0 1 0,0 1 1,0 0-1,-1 1 0,1 0 0,19 5 1,-28-5-47,1 0 1,-1 1-1,1 0 1,-1 0 0,0 0-1,0 1 1,0 0 0,0-1-1,0 1 1,-1 0-1,1 1 1,-1-1 0,0 1-1,1-1 1,2 7-1,3 5 56,-1 0-1,-1 1 0,6 16 0,-12-29-80,18 52 152,-3 0 0,-2 0 0,-3 2 0,5 60 0,-3 230 0,-13-300-413,0 23-260,0-18-4616,1-51 4768,-1 0 1,0 0-1,0 0 1,-1 0-1,1 0 1,0 0-1,0 0 1,0 0-1,-1 0 1,1 0-1,0 0 1,-1 0-1,1 0 1,-1 0-1,0 1 1,-24 16-8828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16648,'0'0'10260,"-37"42"-10100,-112 132-80,116-128-47,29-28 4,3 3 63,1-16-67,0 0 0,0 0 0,0 0 0,0 0 0,1 0 1,-1 0-1,1-1 0,3 9 0,-2-10-29,0 0 0,0-1 0,0 1 0,1-1 0,-1 0 0,0 1 0,1-1 0,0 0 0,0-1 0,-1 1 0,1 0 0,0-1 0,0 0 1,0 1-1,0-1 0,4 0 0,86 30 99,82 30-28,-140-47-58,-1 1 0,62 39 0,-81-43-2,-1 0-1,0 1 1,-1 1-1,0 0 1,15 20-1,-22-26 52,-1 1-1,0 0 0,0 0 1,0 0-1,-1 0 0,-1 1 1,1 0-1,-1 0 0,-1 0 1,0 0-1,0 0 0,1 15 1,-2 10 402,1-26-423,-1 1 0,-1 0 0,0-1 0,0 1 0,0 0 0,-1 0 0,-1-1 0,0 1 0,0-1 0,-3 10 0,-4-8-21,0 0 0,0-1 0,-1 0 0,-21 15 0,10-7-11,12-9-23,0-1 0,-1 0 0,0 0 0,0-1 0,0-1-1,-1 1 1,1-2 0,-1 1 0,-1-2 0,1 1 0,0-1 0,-1-1 0,-11 1 0,7-2-245,0 0 0,0-1 0,-29-5 0,37 4 74,0-1 1,0 0-1,1-1 0,-1 0 0,1 0 0,-1-1 0,1 1 0,0-2 0,0 1 0,-7-7 0,-21-24-2266,1-1 1,-37-53-1,65 82 1930,-62-87-6801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0 0 12358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12358,'-48'105'6627,"135"-105"-2722,20 0-1215,10 0-161,-20 0-2289,-29 0-144,-19 0-96,-20 0-352,-10 0-993,-19 35-1552,0 18-2914,0-18-5362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55 48,'0'0'21815,"-63"15"-20446,-189 53-790,247-66-566,0-1 0,0 1-1,1 0 1,-1 1 0,1-1 0,0 1 0,-1 0 0,1 0-1,1 0 1,-1 1 0,-4 3 0,7-4-4,0-1 0,0 0 0,0 1 0,0-1 0,0 0 0,1 1 1,-1-1-1,1 1 0,-1-1 0,1 1 0,0-1 0,0 6 0,0 33 92,-1-12 23,1 1 0,1 0 0,7 38 1,4-31 125,1 0 1,2 0 0,1-2 0,30 49 0,-39-72-174,160 242 1356,-106-168-984,58 106 1,-111-172-435,0-1 0,-1 1 0,-1 1 0,-1-1 0,-1 1 0,-1 0 0,0 0 1,-2 0-1,0 0 0,-2 0 0,-4 32 0,5-52-21,0 0 1,0 0-1,0 0 0,0 0 1,-1 0-1,1 0 0,0 0 1,-1 0-1,1 0 0,-1 0 1,1 0-1,-1 0 0,1 0 1,-1 0-1,0 0 0,1 0 1,-1 0-1,0-1 0,0 1 0,0 0 1,1-1-1,-1 1 0,0 0 1,0-1-1,0 1 0,0-1 1,0 0-1,0 1 0,0-1 1,-2 1-1,-20 2-120,1-1-1,-1-1 1,-33-2 0,4 0-119,23 0 86,1-1-1,0-2 0,0-1 0,1-1 1,-1-1-1,1-1 0,-42-20 0,30 10-87,2-3-1,0-1 1,2-1-1,-46-39 0,69 52 171,1 0 0,-16-19 0,24 25 71,0 0-1,0 0 1,1 0 0,0 0 0,-1-1-1,2 0 1,-1 1 0,0-1-1,1 0 1,0 1 0,-1-7 0,2 5 7,-1 1-10,0 0 0,0 0-1,1 0 1,-1 0 0,1 0 0,1 0-1,-1 1 1,1-1 0,0 0 0,0 0-1,0 0 1,0 1 0,1-1-1,0 0 1,2-3 0,2 1 8,0 1 0,0 1 1,0-1-1,1 1 0,0 1 0,0-1 0,10-4 1,65-28 74,-48 23-35,28-14 107,-2-3 0,76-51 1,-101 58-80,-1-2 1,-1-2-1,-1-1 1,53-63-1,-66 68-44,-1-1 1,-2-1-1,0-1 0,18-43 1,-26 49-4,-1-1 0,-1 0 1,0 0-1,-2 0 0,-1 0 0,1-44 1,-4 39-28,1 4 31,-2 0 0,0 0-1,-8-42 1,7 59-34,1-1-1,-1 1 0,-1 0 0,0-1 1,1 1-1,-2 0 0,1 1 1,-1-1-1,0 1 0,0-1 1,0 1-1,-1 1 0,0-1 1,0 0-1,0 1 0,0 0 0,-12-6 1,9 7-92,0 0 0,0 0 0,0 1 1,-1 0-1,1 1 0,-1 0 1,1 0-1,-1 1 0,1 0 0,-11 1 1,-2 0-264,15-2 75,-1 1 0,1 0 0,0 0-1,-1 0 1,1 1 0,0 0 0,-1 1-1,1-1 1,0 1 0,0 0-1,0 1 1,0-1 0,1 1 0,-1 0-1,1 1 1,0-1 0,-1 1 0,2 0-1,-9 8 1,-69 82-5971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1 5827,'0'0'16146,"-91"11"-14924,-278 48-505,357-57-679,0 1-1,1 0 1,-1 1-1,1 1 0,0 0 1,-14 8-1,22-11-15,0 1-1,0-1 0,1 1 1,-1 0-1,1-1 0,-1 1 0,1 1 1,0-1-1,0 0 0,-3 6 1,-9 23 213,1 0 0,1 1 0,2 0 0,-11 61 1,13-33 404,-1 115 1,8-158-502,2-1 0,0 0 0,0 0 1,8 28-1,-8-39-120,2 0-1,-1-1 1,1 1 0,0 0-1,0-1 1,0 0 0,1 1-1,0-2 1,0 1 0,0 0-1,0-1 1,1 1 0,0-1-1,0-1 1,0 1 0,7 3-1,8 4-30,0 0-1,0-2 0,1-1 1,1 0-1,-1-1 0,1-2 1,39 6-1,73-9-1477,-81-3 120,-40 1 537,0-1 0,0 0 0,0-1 0,0-1 0,0 0 0,-1 0 0,21-10 0,20-13-5624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7716,'0'0'19352,"262"341"-19352,-194-315-288,-19-17-1040,-10-9-1089,0 9-2658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1 6307,'0'0'19676,"-55"91"-19220,-185 312-131,-39 72 198,198-341-317,-183 270 98,134-220-859,129-181 426,-1 0 0,-1 0 0,1 0 0,0 0 0,-1 0 1,0-1-1,1 1 0,-1-1 0,0 0 0,0 0 0,0 0 0,-1 0 0,-3 2 1,-7 3-1472,14-7 1291,-1 1 1,1 0 0,-1-1 0,1 1 0,-1 0-1,1 0 1,0-1 0,-1 1 0,1 0 0,0 0-1,-1 0 1,1-1 0,0 1 0,0 0 0,0 0-1,0 0 1,0 0 0,0-1 0,0 1-1,0 0 1,0 1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1 192,'0'0'19897,"-63"1"-18720,-206 14-179,256-14-903,0 1-1,0 0 1,0 1 0,0 0 0,0 2 0,0-1 0,1 1 0,0 1 0,-17 11 0,-162 111 1598,162-106-1334,1 2 0,0 1-1,2 1 1,-27 35 0,45-51-239,1 0 0,0 1-1,1 0 1,0 0 0,1 0-1,0 1 1,1 0 0,0 0-1,1 0 1,0 0 0,1 1-1,1-1 1,-1 22 0,1-9-50,0-18-63,0-1-1,1 1 0,0 0 1,0 0-1,0-1 0,1 1 1,0 0-1,1-1 0,-1 1 1,1-1-1,5 11 0,0-7-7,1-1 0,0-1 0,0 1-1,1-1 1,0-1 0,1 0 0,-1 0 0,1 0-1,0-2 1,13 6 0,114 46 9,-109-47-14,-1-1-1,2-1 1,-1-2 0,1-1-1,0-1 1,0-1 0,41-2-1,-39 0-63,-12 0-147,-1 0 1,35-5 0,-48 3 130,0 0 1,0 0-1,-1 0 0,1 0 0,-1-1 1,1 0-1,-1 0 0,0 0 0,1-1 1,-1 1-1,0-1 0,-1 0 0,1 0 1,0 0-1,-1-1 0,4-4 0,2-6-487,-2 0 0,0 0-1,0 0 1,-1-1 0,-1 0 0,6-29-1,-7 24-2114,-1-1 0,1-36 0,-4-13-7714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5074,'0'0'8570,"0"22"-7098,0 399 3550,0 244-1603,10-280-1981,-10-381-1478,3 27 285,-2-30-285,-1 0-1,1 0 0,-1 0 1,1-1-1,0 1 1,-1 0-1,1-1 0,0 1 1,0 0-1,-1-1 1,1 1-1,0-1 1,0 1-1,0-1 0,0 1 1,0-1-1,0 0 1,0 1-1,0-1 0,0 0 1,0 0-1,0 0 1,0 0-1,0 0 1,0 0-1,1 0 0,0-6-1381,-2 0 1075,1 0-1,0 0 1,0 0 0,1 0-1,0 1 1,0-1-1,0 0 1,0 1-1,5-6 1,9-25-3665,-13 11-1822,-3 6-3016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98 325 6659,'0'0'17128,"88"0"-16931,273 0-133,-220 0-2,-136 1-60,1-1 0,-1 0 0,0-1 0,0 1 0,1-1 0,-1 0 0,0 0 0,0-1 0,0 1 0,0-1 0,0 0 0,-1-1 0,1 1 0,-1-1 0,1 0 0,-1 0 0,0 0 0,0-1 0,0 1 0,0-1 0,-1 0 0,1 0 0,2-5 0,-1-1 13,-1 0 0,0 0-1,-1 0 1,0 0 0,-1-1 0,0 0-1,0 1 1,-1-1 0,0 0 0,-2-12-1,1-91 115,0 114-128,0-1 1,0 1 0,0-1-1,0 1 1,0-1 0,0 1 0,0 0-1,0-1 1,0 1 0,0-1-1,-1 1 1,1-1 0,0 1 0,0-1-1,0 1 1,-1 0 0,1-1-1,0 1 1,-1 0 0,1-1 0,0 1-1,-1 0 1,1-1 0,0 1 0,-1 0-1,1 0 1,-1-1 0,1 1-1,-1 0 1,0 0 0,-6-4 31,0 2-1,0-1 1,-1 1-1,1 0 1,-1 0 0,1 1-1,-13 0 1,-62 1 442,39 1-173,25-2-150,0 1-1,0 1 1,1 1 0,-1 0 0,0 1 0,1 1 0,-1 1 0,1 1 0,0 0 0,1 1 0,0 1-1,0 0 1,0 1 0,-14 12 0,4 1 47,0 0-1,2 2 1,1 1 0,1 1-1,2 0 1,-28 46 0,16-15 59,2 1 1,-30 87-1,49-112-123,3-1-1,0 2 1,2-1 0,2 1-1,1 0 1,2 45-1,1-62-84,-1-8-30,1 1 1,1-1-1,0 1 1,3 16-1,-3-22-15,1 0-1,-1-1 0,1 1 0,0 0 1,0-1-1,0 0 0,1 1 0,-1-1 1,1 0-1,0 0 0,0-1 0,0 1 1,0-1-1,5 4 0,13 6 11,-1-1-1,1-1 1,1-1-1,0-1 0,0 0 1,0-2-1,29 4 1,22 1 32,75 1 1,88-10-11,-132-3-37,-83 1-5,0-1 1,40-6-1,-53 5-16,0 0 0,0-1 0,0 0 1,-1 0-1,1 0 0,-1-1 1,0 0-1,0-1 0,0 1 0,6-8 1,-2 3-29,0-1 0,-1-1 0,0 0 0,14-22 0,-6-9-2219,-16 34 451,0 0 0,-1 0 0,0 0 0,0-10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12390,'0'0'5634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0 422 6083,'0'0'15420,"5"-5"-14350,13-8-585,0 0 0,1 1 0,29-13-1,21-14 170,-14 4-182,3-2-212,62-29 1,-32 23-139,140-60-10,-205 96-106,0 0-1,0 2 0,1 1 0,31-2 0,94 5 64,-85 2 101,-53-1-126,25-1 261,50 7 0,-74-4-225,0 1 1,0 0-1,0 0 0,-1 1 0,0 1 1,0 0-1,17 10 0,7 9 252,0 2 1,57 58-1,0-1 85,-72-66-309,-8-6-27,1-1 0,20 12 0,-28-19-73,1 0 1,-1-1 0,1 1-1,0-2 1,0 1 0,0 0-1,0-1 1,0 0-1,0-1 1,7 1 0,9-1-8,-11 1-5,-1 0-1,0-1 1,0-1 0,0 0 0,1 0-1,-1-1 1,0 0 0,0-1 0,-1 0 0,13-5-1,-5-5 30,0 0 0,0-1 0,28-32 0,4-4 41,96-71 8,-135 114-69,1-1 0,1 2 0,-1-1 0,1 2 0,0-1 0,1 2 0,-1 0 0,1 0-1,17-2 1,8 1 10,73 2 0,-100 3-16,4 0 22,1 0 0,-1 1 0,0 1 0,0 1 0,0 0 0,0 1 0,0 0 0,0 1 0,22 12 1,135 84 199,-118-66-176,1-2 0,2-3-1,98 38 1,-131-62-52,0-1 1,0-2-1,1 0 1,-1-1-1,42-3 1,-25 0-22,-21 1 25,0-2 1,0 0-1,-1-2 0,1 0 0,30-11 1,90-45 35,17-6 41,-120 56-71,0 1 0,1 2 1,64-4-1,121 8 3,-138 4 15,-72-1-10,0 1 1,1 0 0,-1 0 0,0 2-1,0 0 1,0 0 0,0 1 0,-1 1-1,17 7 1,-8-2 0,1-1-1,1-2 1,0 0-1,0-2 1,46 6-1,114-5 14,-139-7-9,-3 1-13,0-2 0,-1-2 0,1-1 0,-1-3 0,0-1 0,69-25 0,-101 30-3,164-57 27,-137 51-31,1 1 1,69-8-1,-45 14-11,66 5 1,-115-2 18,-1 2 1,0 0 0,0 0 0,0 0 0,0 1 0,0 1-1,-1 0 1,1 0 0,-1 1 0,0 0 0,11 8 0,4 7 32,-1 0 0,30 33 0,-29-27-4,37 30-1,-56-52-37,0-1-1,1 1 0,-1-1 1,1-1-1,0 1 1,-1-1-1,1 0 0,0 0 1,1-1-1,5 1 1,65 1-210,-54-3 201,-7-1 12,1-1 1,-1 0-1,0-1 1,0-1 0,0-1-1,0 0 1,26-13-1,-11 5 3,71-21 12,1 3 1,201-30-1,-146 43-35,258 5 1,-402 13 21,12-1 2,14 4-3,28 18 40,-64-20-41,-1 0-1,0 0 1,1-1 0,-1 1-1,1-1 1,-1 0 0,7 0-1,11-1-29,576 8-181,-233-4 223,-203-4 7,270-18-15,154-6-76,-446 25-841,-139 7-884,0 104-9152,0-19-4072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5138,'0'0'17016,"0"95"-15460,6 307-994,-4-362-517,2 0-1,2-1 0,12 46 0,-17-79-39,66 315 360,-65-290-226,-1 50 0,-1-40-94,0-41-48,0 1 1,0-1-1,0 1 0,0-1 0,0 1 0,1-1 1,-1 0-1,0 1 0,0-1 0,0 0 1,1 1-1,-1-1 0,0 0 0,0 1 0,1-1 1,-1 0-1,0 1 0,1-1 0,-1 0 0,0 0 1,1 1-1,-1-1 0,1 0 0,-1 0 1,0 0-1,1 1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14983,'0'0'14724,"87"75"-14180,278 222-205,-347-283-308,1-1 0,0-1 1,32 14-1,-46-24-18,0 0 0,0-1 0,0 1 0,1-1 0,-1 0 0,0-1 0,11 1 0,16-1 60,-13 1-32,1-1 0,-1-1 0,20-4 0,-33 4-35,1-1 0,-1 1 0,0-2-1,-1 1 1,1 0 0,0-1 0,-1 0-1,1-1 1,-1 1 0,0-1 0,0 0-1,0 0 1,5-6 0,6-13 17,0 0 1,-2-1 0,0-1-1,-2 0 1,15-44-1,-8 7-183,-2 0 0,12-94 0,-18 91-320,7-54-1452,-15 79-1137,-1 0-3386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0 13286,'0'0'12424,"20"86"-11610,-20-86-814,97 374 579,-84-338-486,1-1-1,2 0 1,1-1-1,36 53 0,-51-84-84,79 117 261,118 202 518,-191-308-739,-1 0 1,0 0-1,-1 1 0,-1-1 1,0 2-1,-1-1 0,0 0 0,-2 1 1,2 27-1,-4 46 24,0-88-82,1 0 1,-1 0-1,0-1 0,0 1 0,0 0 1,0 0-1,0 0 0,-1-1 0,1 1 1,0 0-1,0 0 0,0 0 1,-1-1-1,1 1 0,0 0 0,-1 0 1,1-1-1,-1 1 0,1 0 0,-1-1 1,1 1-1,-2 0 0,-22 2-342,12-3 234,-18 0-126,-155-6-941,154 2 1045,0-1 0,1-1 0,0-2 0,-41-16 0,-9-12-51,1-4 0,-112-76 0,163 97 161,0 0 1,2-2 0,0-1-1,1-1 1,2-1 0,0-1-1,-19-28 1,37 45 18,0 0 1,1 0-1,0 0 1,0 0-1,0-1 0,1 0 1,1 0-1,-1 0 1,2 0-1,-2-14 0,3 19 5,0-1-1,1 1 0,-1 0 0,1 0 0,0 0 1,0 0-1,1 0 0,-1 0 0,1 1 0,0-1 1,0 0-1,0 1 0,0-1 0,1 1 0,0 0 1,-1 0-1,1 0 0,0 0 0,1 0 0,-1 1 1,0-1-1,1 1 0,-1 0 0,1 0 0,7-3 1,13-5 6,0 1 1,1 1 0,30-5 0,88-11 103,-98 17-43,339-67 733,-304 54-620,-1-4-1,131-58 1,-208 81-171,13-6 33,-1 0 0,1-1 1,-2 0-1,16-12 0,-29 20-30,1-1-1,-1 1 1,0-1 0,1 1-1,-1-1 1,0 1 0,1-1-1,-1 1 1,0-1 0,1 1 0,-1-1-1,0 1 1,0-1 0,0 0-1,0 1 1,1-1 0,-1 1-1,0-1 1,0 0 0,0 1-1,0-1 1,-1 0 0,2-20 301,0 14-247,-1 0 0,0 0-1,0-1 1,0 1 0,-1 0-1,0 0 1,-1 0 0,1 1-1,-1-1 1,-1 0 0,1 0-1,-7-11 1,-1 4-47,-1 1 1,-1 0-1,0 1 1,0 0-1,-1 0 1,-19-12-1,1 3-70,-2 1 0,-36-17 0,46 28-124,-1 0 0,0 1 0,-1 1 0,0 2 0,-42-5 0,-134 3-5854,198 7 5498,0 0 0,-1 0 1,1 0-1,-1 0 0,1 0 0,0 1 0,0 0 1,-1 0-1,-5 2 0,8-2 113,0 0 0,1 0 0,-1 1-1,0-1 1,0 0 0,1 1 0,-1-1 0,1 0-1,-1 1 1,1-1 0,-1 1 0,1-1 0,0 1-1,0-1 1,0 0 0,0 1 0,0-1 0,0 1-1,0 1 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214 319 1153,'0'0'23490,"-16"90"-22913,-39 285-239,54-362-320,0 1-1,1-1 0,1 0 1,0 1-1,0-1 0,5 14 0,-5-23-8,0 0 0,1 0-1,0-1 1,0 1 0,0 0-1,0 0 1,1-1 0,0 0-1,-1 1 1,6 4-1,4 2 15,0 0 0,1-1-1,0-1 1,0 0 0,1 0 0,0-2-1,0 1 1,1-2 0,0 0-1,0-1 1,0 0 0,0-1-1,0-1 1,1 0 0,18-1-1,-31-1-22,-1 0 1,1 0-1,-1 0 0,1-1 0,-1 1 0,1-1 0,-1 1 0,1-1 1,-1 0-1,1 0 0,-1 0 0,0 0 0,1 0 0,-1-1 1,0 1-1,0 0 0,4-4 0,-3 0-2,0 0 0,0 1 0,0-1 0,0 0 0,-1 0 0,0-1 0,2-5 0,2-10-19,-1-1 0,0 0-1,-2 1 1,2-32 0,-5-102-130,-2 73 37,2 69 95,2-28-42,-3 0 0,-1 1 1,-2 0-1,-18-77 0,11 87 24,-2 1 0,0 0 1,-2 1-1,-1 0 0,-36-45 0,46 66 44,0 0 1,0 1-1,-1-1 0,0 1 1,0 1-1,-1 0 0,1 0 1,-1 0-1,0 1 1,0 0-1,-1 0 0,1 1 1,-1 0-1,0 1 0,0 0 1,0 0-1,0 1 0,0 0 1,0 1-1,0 0 1,0 0-1,0 1 0,0 0 1,-17 4-1,22-3-7,0 0 0,0-1 0,0 1 0,0 1 0,0-1 0,1 1 0,-1-1 0,1 1 1,0 0-1,0 0 0,0 0 0,0 1 0,0-1 0,1 1 0,-3 3 0,-2 6-12,1 0-1,0 0 1,-4 15 0,-1 15-252,-12 81 1,14-68-189,0 9-1617,-1 89 0,9-9-4602,1-90 2705,0 34-5513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0 1 13654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13654,'303'149'2757,"-79"-24"-317,-214-119-2230,0 1 1,0 0-1,-1 1 0,1 0 0,-2 0 0,1 1 0,-1 0 1,10 14-1,-16-18-90,0-1 0,0 1 1,0 0-1,-1 0 0,0 0 0,0 0 1,0 0-1,0 0 0,-1 0 1,0 0-1,0 5 0,0 29 637,1 0 0,2-1 0,2 1 0,11 42 0,-12-67-627,0-1-1,2 1 0,-1-1 1,1-1-1,1 1 0,11 14 1,-13-20-127,1 0 1,0 0-1,0-1 1,1 0-1,-1 0 1,1 0-1,1-1 1,-1 0-1,1-1 1,0 0-1,8 3 1,1-1-16,0-1 0,0-1 0,0 0-1,1-2 1,-1 0 0,1-1 0,0 0 0,-1-2 0,1 0 0,21-4 0,-35 4-1,0 0 0,-1 0 1,1-1-1,0 1 0,0-1 1,0 0-1,-1 0 0,1 0 1,-1 0-1,0-1 0,0 1 1,0-1-1,0 0 0,0 0 1,0 0-1,-1-1 0,4-4 1,0-4-18,0 0 0,-1-1 0,8-25 1,-8 19 10,6-19-6,-2 0 1,-1-1-1,3-64 1,-9-120-109,-4 110-20,2 98 148,0 0 1,-1 0-1,-1 0 1,0 0-1,-1 0 1,-1 1-1,-6-16 1,6 21 9,0 1 0,-1-1 0,0 1 0,0 0 0,-1 0 0,0 1 0,-1-1 0,0 1 0,0 1 0,0-1 0,-15-8 0,16 10 2,-1 1 0,0 1 1,-1 0-1,1 0 0,0 0 0,-1 1 1,0 0-1,-13-2 0,-3 2 65,-37 2-1,31 0 25,23 0-114,0 1 0,0 0 0,0 0 0,0 1 0,0 0 0,0 0 0,1 1 0,-1-1 0,1 1 0,0 1 0,0-1 0,0 1 0,0 0 0,0 1 0,1-1 0,0 1 0,0 0 1,-5 7-1,-9 12-347,2 1 1,1 0 0,-14 31-1,2-6-787,22-40 625,1 0-1,0 0 0,1 1 0,0-1 0,1 1 0,-5 21 1,6-5-2323,0 44 1,2-61 2224,0 52-5231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2017,'0'0'14767,"7"14"-11865,9 28-1602,-1 0 1,-2 0-1,13 82 0,-16-47-69,1 123 0,-11 42 121,0-238-1395,2-27-104,-2 0 0,-1-24-1,0-6 137,0-97-2,3-216-14,0 340 32,0 1-1,1-1 1,2 1 0,1 0-1,1 0 1,1 0 0,0 1 0,2 1-1,1-1 1,2 1 0,0 1 0,21-28-1,-32 47 13,0 0-1,0 0 1,0 0 0,1 0-1,-1 0 1,1 0-1,0 0 1,0 1 0,0 0-1,0-1 1,0 1-1,0 0 1,1 0 0,-1 1-1,1-1 1,-1 1-1,1 0 1,0 0 0,-1 0-1,1 0 1,0 1-1,0-1 1,0 1 0,-1 0-1,1 0 1,6 1-1,8-1 128,-12-1-99,0 1 1,1-1-1,-1 1 0,0 1 1,0-1-1,0 1 1,1 0-1,-1 0 0,0 1 1,-1 0-1,1 0 1,0 0-1,0 1 0,-1 0 1,1 0-1,5 4 1,1 5 41,-1 1 0,-1 0 1,0 0-1,-1 1 0,0 0 1,12 28-1,-7-11-7,-1 2 0,11 46 0,54 283-152,-76-344-80,-3-17 71,1 0 0,0-1 0,0 1-1,0 0 1,0-1 0,-1 1-1,1 0 1,0-1 0,0 1-1,1 0 1,-1-1 0,0 1-1,0 0 1,0-1 0,0 1-1,0 0 1,1-1 0,-1 1-1,0 0 1,1-1 0,-1 1-1,0-1 1,1 1 0,-1-1-1,1 1 1,-1-1 0,1 1-1,-1-1 1,1 1 0,-1-1-1,1 1 1,0-1 0,-1 0-1,1 1 1,0-1 0,-1 0-1,2 0 1,-2 0-2,0 0 0,1 0 0,-1 0 0,0 0-1,1 1 1,-1-1 0,1 0 0,-1 0 0,0 0 0,1 0 0,-1 0 0,0 0 0,1 1-1,-1-1 1,1 0 0,-1 0 0,0 0 0,0 1 0,1-1 0,-1 0 0,0 1-1,1-1 1,-1 0 0,0 1 0,0-1 0,0 0 0,1 1 0,-1-1 0,0 0-1,0 1 1,0 0 0,3 10-1887,0 1 0,-1 0-1,-1 0 1,0-1 0,-1 21 0,0 28-10516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8228,'0'0'17245,"-21"41"-16482,-63 134-107,79-165-567,1 1-1,1 0 1,0 0-1,0 0 1,1 0-1,-1 20 1,3-25-39,-13 95 978,7-61-387,-3 61 0,9 125 258,0-218-887,0 1 0,1-1 0,0 1-1,1-1 1,-1 1 0,1-1 0,1 0 0,0 0-1,0 0 1,0 0 0,1-1 0,0 0-1,9 13 1,-8-15-19,0 0 0,0 0 0,1 0 0,0 0 0,-1-1 0,2 0 0,-1 0 0,0-1 0,1 1 0,-1-2 0,1 1 0,0-1 0,0 0 0,0 0 0,0 0 0,11 0 0,89-1-108,-99-1 109,0-1 1,-1 0-1,1 0 0,-1-1 1,1 1-1,-1-2 0,0 1 1,0-1-1,0 0 0,0-1 1,8-5-1,-4 1 4,1-1 0,-1 0-1,-1-1 1,0 0 0,14-18 0,-4 0-46,-2-1 1,0 0 0,-2-2 0,17-45 0,-22 47-30,-2 1 1,-1-2 0,-1 1 0,-1-1-1,-2 0 1,1-47 0,-5-8-188,0-92-3215,0 177 3304,-1 0 0,1 0 0,0-1 0,-1 1 0,1 0 1,-1 0-1,1 0 0,-1 0 0,1 0 0,0 0 0,-1 0 0,1 1 0,-1-1 0,1 0 0,-1 0 1,1 0-1,0 0 0,-1 0 0,1 1 0,-1-1 0,1 0 0,0 0 0,-1 1 0,1-1 0,0 0 0,-1 1 1,1-1-1,0 0 0,-1 1 0,1-1 0,0 0 0,0 1 0,-1 0 0,-3 5-1152,-1 0 0,1 1 0,0 0 0,-5 10 0,-20 64-10278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1088,'0'0'22955,"-65"22"-22139,-196 71-450,252-89-344,-1-1 0,1 2 0,1 0-1,-16 10 1,23-14-17,0-1-1,0 1 0,0 0 0,1 0 1,-1 0-1,0 0 0,0 0 1,1 1-1,-1-1 0,0 0 1,1 0-1,0 0 0,-1 0 0,1 1 1,-1-1-1,1 0 0,0 3 1,-5 69 148,6 81 1,1-53 171,-2 96 265,1-194-590,0 0 1,0 1-1,0-1 1,1 0-1,-1 0 1,1 0-1,0 0 1,-1 0-1,1-1 1,1 1-1,-1-1 1,0 1-1,1-1 1,4 4 0,21 25 84,-23-21-45,0 1 0,0-1 0,-1 1 0,0 0 0,-1 0 0,0 0 0,2 23 0,-1 76 1113,-4-96-767,0-642-914,1 618 530,1 0 0,-1 0-1,2 0 1,-1 0 0,1 0 0,1 0-1,0 1 1,0 0 0,1 0 0,0 0-1,0 0 1,1 1 0,0 0-1,1 0 1,0 0 0,0 1 0,11-9-1,-8 8 21,0 0-1,1 0 1,-1 1-1,1 1 0,1 0 1,-1 0-1,1 1 1,0 0-1,1 1 0,-1 1 1,1 0-1,-1 1 1,23-2-1,69 5 328,-102 0-338,0-1-1,1 0 0,-1 1 0,0-1 0,0 1 0,0-1 0,0 1 0,0 0 0,0 0 0,0 0 0,0 0 0,0 0 0,0 1 0,-1-1 0,1 1 0,0-1 0,-1 1 0,1-1 0,-1 1 0,2 2 0,0 1 17,-1 1 0,1 0 1,-1 0-1,0 1 0,1 8 0,3 4 50,7 36 106,-1 0-1,-3 1 1,2 67-1,-8 172-42,-4-169-199,1-89-78,0 56-2399,0-35-5865,0-30 1176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7475,'0'0'18297,"-42"15"-17649,-133 53-58,169-65-547,0 0 1,1 0-1,0 0 1,-1 1-1,1 0 1,0 0-1,1 0 1,-1 0-1,1 1 1,0-1-1,0 1 0,0 1 1,1-1-1,0 0 1,0 1-1,-3 7 1,3-3 42,1 0 0,1 0 0,-1 0 0,2 0 0,-1 0 1,3 19-1,-2-2 34,0 120 280,0-139-392,-1-1 0,1 0 0,1 0 0,-1 1 0,1-1 0,1 0 0,-1 0 0,1 0 0,0 0 0,1-1 0,0 1 0,0 0 0,0-1 0,1 0 0,-1 0 0,2 0 0,-1 0 0,6 5 0,5 4-2,1-2 0,1 1 1,0-2-1,32 17 0,80 34-48,-94-49-136,71 18 1,-15-5-177,-89-27 352,-1 1 1,1 0 0,0 0 0,0-1 0,0 1 0,0 0 0,0 1-1,-1-1 1,1 0 0,-1 0 0,1 1 0,-1-1 0,1 1-1,-1-1 1,0 1 0,1 0 0,-1-1 0,1 4 0,-1-1 12,0 0 1,0-1 0,-1 1 0,1 0-1,-1 0 1,0 0 0,-1 6-1,1 7 24,0-17-34,0 16 100,-1 0 0,-3 20 0,3-30-87,0-1 0,-1 1 0,0-1 0,0 1 0,0-1 0,-1 0 0,0 0-1,0 0 1,-6 7 0,-4 4 8,-1-1-1,-1-1 0,0 0 0,-1-1 1,0-1-1,-1 0 0,0-1 1,-1-1-1,0-1 0,-22 8 1,11-7-183,1-1 0,-1-2 0,-1-1 0,1-2 1,-1 0-1,-41-1 0,47-2-266,18 0 195,0 0 0,0-1-1,-1 1 1,1-2 0,0 1-1,-1-1 1,1 0 0,0 0-1,0 0 1,0-1 0,-11-4-1,5-2-954,0-1 1,0-1-1,1 1 0,1-2 0,-1 1 0,-15-24 1,-13-24-6322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44 688,'0'0'24700,"408"-44"-24140,-350 71-32,-28 43-32,-11 0-176,0-9-127,-9 0-145,-10-17-48,0-9-817,0-9-1152,0 9-3105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7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13014,'0'0'13259,"-3"51"-12717,0-5-365,1 1 0,10 86 0,-5-118-110,1-1 0,1 1 1,0 0-1,1-1 0,1 0 0,0-1 0,1 1 1,0-1-1,19 21 0,7 12 137,37 47 505,82 143 1,-136-206-601,-1 0 0,-2 2 1,-1 0-1,-2 0 0,-1 1 1,-2 0-1,-1 1 0,-1 0 1,1 51-1,-6-55-65,-3 43-29,2-71-16,0-1 0,-1 0 1,1 0-1,0 1 0,0-1 1,-1 0-1,1 0 0,-1 0 1,1 0-1,-1 0 0,1 0 0,-1 1 1,0-1-1,1 0 0,-1-1 1,0 1-1,0 0 0,0 0 1,0 0-1,0 0 0,0-1 1,0 1-1,0 0 0,0-1 0,0 1 1,-2 0-1,-15 3-63,-1-1 0,0 0 0,1-1 0,-1-2 0,-24-1 0,20 1-45,10 0 53,-189-6-714,175 3 649,0-2 0,1 0 1,0-1-1,0-2 0,-33-14 0,27 7-23,1-2-1,1-1 1,0-2-1,-51-44 0,73 57 116,4 5 12,1-1 1,-1 0-1,1 0 0,0 0 1,0 0-1,0 0 1,0-1-1,0 1 0,1-1 1,-1 0-1,1 1 1,0-1-1,1 0 0,-1-1 1,0 1-1,1 0 1,0 0-1,0-1 0,0 1 1,1 0-1,0-8 1,-2-8-35,2 14 46,-1 0-1,0-1 0,1 1 0,1-1 0,-1 1 1,1-1-1,0 1 0,0-1 0,1 1 1,-1 0-1,2 0 0,3-10 0,4 3 11,1 0 1,0 1-1,0 0 0,24-18 0,64-43 60,-23 23 10,-21 15 45,59-49 0,-63 39-73,57-64 0,-93 92-37,-1 0 0,-1 0 0,0-2 0,-1 0 0,-1 0-1,-1-1 1,12-34 0,-19 42 4,-1 0 1,0 0-1,-1 0 0,0-1 0,-1 1 0,-2-15 0,1-8 85,1 28-82,1 5-15,-1 0 0,0 0 0,0 1 0,0-1 0,0 0 0,0 0 0,-1 0 0,1 1 0,0-1 0,-1 0 0,1 0 0,-1 1 0,0-1 0,1 0 0,-1 1 0,0-1 0,0 1 0,0-1 0,0 1 0,-1-1 0,1 1 0,0 0 0,0-1 1,-1 1-1,1 0 0,-1 0 0,1 0 0,-1 0 0,0 0 0,-2 0 0,-23-11-135,1 2 0,-1 0 0,-1 2 0,0 2 1,-56-7-1,-153 3-4422,235 10 4402,0 0 0,0-1 0,1 1 0,-1 0 0,0 0 0,0 1 0,1-1 0,-1 0 0,0 1 0,0-1 0,1 1 0,-1-1 0,0 1 0,1 0 0,-1 0 0,1-1 0,-1 1 0,-1 2 0,1 0-181,1 0 1,0-1 0,0 1-1,1 0 1,-1 0 0,0 0-1,1 0 1,0 0 0,0 0-1,0 0 1,0 4 0,0 59-6196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 8612,'0'0'18040,"-24"61"-17367,-80 197-223,11-45 60,63-149-398,-11 24-69,-64 151-476,105-237 306,-1 0-1,0 1 1,1-1-1,-1 0 1,0 0 0,0 1-1,-1-1 1,1 0-1,0 0 1,-1 0-1,1-1 1,-1 1-1,1 0 1,-1-1-1,0 1 1,0-1-1,0 1 1,-2 1-1,0-2-2246,4-20-8229,0-41 1613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12262,'0'0'12122,"28"86"-11281,92 276-228,-56-207-127,-57-141-409,5 11 63,-9-16-87,0 0 0,1-1 0,0 0 0,0 0-1,1 0 1,0-1 0,1 1 0,0-1 0,0 0 0,0-1 0,1 1 0,13 8-1,-20-14-55,1 0 0,-1-1-1,1 0 1,-1 1-1,1-1 1,0 1 0,-1-1-1,1 0 1,0 1-1,-1-1 1,1 0 0,0 0-1,0 0 1,-1 0-1,1 1 1,0-1 0,0 0-1,-1 0 1,1 0-1,0 0 1,0-1 0,-1 1-1,1 0 1,0 0-1,-1 0 1,1-1 0,0 1-1,-1 0 1,1 0-1,0-1 1,-1 1 0,1-1-1,0 1 1,-1-1-1,1 1 1,-1-1 0,1 1-1,-1-1 1,1 1-1,-1-1 1,0 0 0,1 1-1,-1-1 1,0 0-1,1 1 1,-1-1 0,0 0-1,0 1 1,1-1-1,-1-1 1,4-33-133,23-294-222,-27-163-1373,0 482 1697,-1 5 27,1 1 1,0-1-1,0 1 0,0-1 1,1 1-1,0 0 1,0-1-1,0 1 1,0 0-1,3-6 0,-3 7 53,2 5 238,-1 0-237,-1-1 0,1 1 0,0-1-1,0 1 1,-1 0 0,1 0 0,-1 0-1,0 0 1,2 2 0,49 177 1095,35 40-180,-69-182-819,2-1 0,1 0 0,38 49 0,-58-85-159,1-1-1,-1 1 1,0 0 0,1-1-1,-1 1 1,1-1 0,-1 0 0,1 1-1,-1-1 1,1 0 0,0 0-1,0 0 1,0 0 0,0 0-1,0-1 1,0 1 0,0 0 0,0-1-1,0 0 1,0 1 0,0-1-1,0 0 1,0 0 0,0 0 0,0 0-1,2-1 1,10 1-342,-12 0 261,0 0-1,1-1 0,-1 1 1,0 0-1,0-1 1,1 0-1,-1 1 1,0-1-1,0 0 0,0 0 1,0 0-1,0 0 1,0-1-1,0 1 0,0 0 1,0-1-1,0 1 1,1-4-1,3-1-224,-2-1 0,1 0-1,6-15 1,-9 17-161,0 1 0,0-1 0,0 1 0,1 0 0,-1 0 0,1 0 0,0 0 0,0 0 0,1 1 0,-1-1 0,1 1-1,-1 0 1,7-4 0,3 4-6685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15 6979,'0'0'18385,"-13"-3"-17166,5 1-1031,-40-7 511,44 9-621,0 0 1,1-1-1,-1 2 1,0-1-1,0 0 1,1 1-1,-1 0 1,0-1-1,1 2 1,-1-1-1,1 0 1,-7 4-1,-1 4 140,0 0 0,1 1 0,0 0-1,1 1 1,0 0 0,1 1 0,-13 23 0,16-25-203,1 1 0,0 0 0,1 0 1,0 0-1,1 0 0,0 0 1,1 1-1,0-1 0,2 19 0,-1-21-35,1 0 0,1 0 0,-1-1 0,2 1 0,-1 0-1,1-1 1,0 0 0,1 1 0,0-1 0,0-1-1,1 1 1,6 8 0,8 4-2,0 0 1,1-1-1,1-1 0,1-1 0,1-1 1,0-1-1,35 17 0,-25-17-34,1 0-1,1-3 1,-1-1 0,2-1-1,39 5 1,-73-15 51,-1 0 0,1 0-1,-1 0 1,1 1 0,0-1 0,-1 0 0,1 1-1,-1-1 1,1 1 0,-1 0 0,1-1 0,-1 1 0,0 0-1,1 0 1,-1 0 0,0 0 0,0 0 0,2 3-1,-2-2 28,0 0-1,0 1 0,-1-1 0,1 0 0,-1 1 0,0-1 0,0 1 1,0-1-1,0 6 0,-1 4 18,2 41 166,1-19-81,-6 51 1,3-80-117,0-1 1,-1 0-1,1 0 1,-1 0 0,0 0-1,0 0 1,-1 0-1,1 0 1,-1 0 0,1-1-1,-1 0 1,0 1-1,-1-1 1,1 0 0,0 0-1,-1-1 1,0 1 0,1-1-1,-1 0 1,0 0-1,-8 3 1,-9 3 26,1-1 1,-1-1-1,-24 4 0,17-6-72,0-1-1,-1-1 1,-38-2-1,15-1-340,47 1 327,3 1 8,0-1 0,1 0 0,-1 0 0,0 0 0,1 0 0,-1 0 0,0-1 0,1 1 0,-1 0 0,0-1 0,1 1 0,-1-1-1,1 0 1,-1 1 0,1-1 0,-1 0 0,1 0 0,-1 0 0,1 0 0,0 0 0,-1 0 0,1 0 0,0-1 0,0 1 0,0 0 0,0-1 0,0 1 0,0-1-1,1 1 1,-1-1 0,0 1 0,1-1 0,-1 0 0,0-2 0,-28-52-1155,-11-25-467,21 24 249,13 36-359,-1-1 0,-16-34 0,-10-12-5066,29 53 3407,0-1-1,-2-23 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10709,'29'0'5602,"39"0"-2528,20 0-689,9 0-416,0 26-689,-10 9-559,-9 0-1,-29-8-320,-10 8-80,-20-9-143,-9 0-177,-10 18-353,0 17-1055,0 27-1810,0-1-5218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13190,'0'0'9594,"84"2"-9298,268 5 117,-91 2 246,0-9-150,-149 0-8835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5170,'0'0'20813,"71"29"-20683,224 94-138,-152-58-123,-119-53 100,-22-11 29,1 1 1,0-1 0,-1 1-1,0 0 1,1-1 0,-1 1-1,0 0 1,0 1 0,0-1-1,0 0 1,0 1 0,0-1 0,-1 1-1,1-1 1,-1 1 0,0 0-1,0-1 1,2 7 0,-2 1 16,1 0 0,-1 0 1,-1 0-1,-1 15 0,0 3 54,1 156-48,0-169-75,-1 0-1,-1 0 1,-1 0 0,0 0 0,0 0-1,-11 24 1,-3 0-292,-24 39-1,39-75 323,-9 17-419,-1-1 0,-2 0-1,0-1 1,-19 20-1,26-31-159,0 1 0,0-1 0,1 1-1,-8 14 1,12-18 19,0 1-1,0-1 1,1 1 0,0-1-1,-1 1 1,1-1 0,1 1-1,-1 0 1,1 7-1,0 8-5706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9 6387,'0'0'10976,"-3"-9"-4045,-3 10-6716,0 0 1,1 1 0,-1-1-1,1 1 1,-1 0-1,1 1 1,0-1 0,0 1-1,0 0 1,-9 7-1,8-6-136,0 1-1,1-1 0,-1 1 1,1 1-1,0-1 0,1 1 0,-1-1 1,-5 11-1,9-13-58,0 1 0,0-1 1,0 0-1,1 0 0,-1 1 1,1-1-1,0 0 0,0 0 1,0 1-1,1 4 0,0 8 18,0 184 90,0-190-116,0 0 1,1 1-1,0-1 0,0 0 0,1-1 0,0 1 0,7 13 0,2-1 36,26 36 0,-29-46-35,56 87 120,-2-14 61,-22-30 65,41 71 1,-12 11 212,-64-125-409,-1 0 1,0 1-1,-1 0 0,0 0 1,-1 0-1,-1 1 0,0-1 1,0 0-1,-2 1 1,-1 25-1,1-30-43,0-8-16,0-1 0,0 1 0,0 0-1,0 0 1,0 0 0,0-1 0,0 1 0,0 0-1,-1 0 1,1 0 0,0-1 0,-1 1-1,1 0 1,0 0 0,-1-1 0,1 1-1,-1 0 1,1-1 0,-1 1 0,0-1-1,1 1 1,-1-1 0,0 1 0,1-1-1,-1 1 1,0-1 0,1 1 0,-2-1 0,-29 5 8,29-5-11,-246 0-489,226-1 381,0-2 0,0-1 0,1-1 0,-1-1 0,1 0 0,1-2 0,-1 0 0,-28-18 0,15 10-5,27 13 69,7-2 4,0 0-1,1 0 1,-1-1-1,1 1 1,1 0-1,-1 0 1,0 0-1,1 0 1,0 0-1,0 0 1,1 0-1,4-7 1,1 3 47,-1 0 1,1 1-1,19-15 0,6-8-19,40-49 46,62-93-1,-99 126-28,-7 8 6,-1-1 0,39-77 0,-57 97-28,-2-1 0,0-1 0,-2 0 0,0 0-1,-1 0 1,-1 0 0,-2-1 0,1-28-1,-3-36 130,0 87-114,1-1 0,-1 0 1,0 0-1,0 0 0,0 0 1,0 0-1,0 0 0,0 0 1,0 0-1,0 0 1,0 0-1,0 0 0,-1 0 1,1 0-1,0 0 0,-1 0 1,1 0-1,-1 1 1,1-1-1,-1 0 0,1 0 1,-1 0-1,1 1 0,-1-1 1,0 0-1,1 1 1,-1-1-1,0 0 0,0 1 1,0-1-1,1 1 0,-1-1 1,0 1-1,0 0 1,0-1-1,0 1 0,0 0 1,0 0-1,0-1 0,0 1 1,0 0-1,0 0 0,0 0 1,0 0-1,0 0 1,0 0-1,1 1 0,-1-1 1,-2 1-1,-5-1-2,-116 0-1063,42 0-2484,80 0 3301,0 0-1,0 0 0,1 0 0,-1 1 0,0-1 0,0 1 1,0-1-1,1 1 0,-1 0 0,0-1 0,0 1 0,1 0 1,-1 0-1,1 0 0,-1 1 0,1-1 0,-1 0 0,1 0 1,0 1-1,0-1 0,-1 1 0,1-1 0,-1 3 0,-1 2-861,1 0 0,-1 0-1,1 0 1,0 1-1,-2 10 1,1 34-5996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11 8820,'0'0'12264,"-14"3"-11394,7-2-781,0 1 1,1-1-1,-1 1 1,1 0-1,0 1 0,-1 0 1,-6 4-1,10-2-20,0 0 0,0 0 0,0 0 0,0 1 0,1-1 0,0 1 0,0 0 0,0 0 0,1 0 0,0 0 0,-1 8 0,-3 11 181,-1 7 15,2 1 0,1-1 0,1 1 0,4 46-1,0-11 85,-3-44-269,1-10-20,0 1-1,3 23 1,-2-34-54,0 0 0,0 0-1,0 0 1,1 0 0,-1 0-1,1 0 1,0 0 0,0-1-1,0 1 1,1-1-1,-1 1 1,1-1 0,4 5-1,-1-4 0,-1 1-1,1-1 1,0 0-1,1 0 1,-1-1-1,1 0 0,-1 0 1,1 0-1,0-1 1,10 2-1,2-1 6,1 0-1,34-2 1,-50 0-12,-1-1 1,1 0-1,-1 0 1,1 0-1,-1 0 1,0-1-1,1 1 1,-1-1-1,1 0 1,-1 0 0,0 0-1,0-1 1,0 1-1,1-1 1,-1 1-1,-1-1 1,1 0-1,0 0 1,0 0-1,-1-1 1,1 1-1,-1-1 1,0 1-1,0-1 1,0 0-1,3-5 1,2-9-10,0 0-1,-1 0 1,-1 0 0,-1-1 0,0 0 0,1-27 0,-1-114 20,-4 120-2,0-92 7,0 128-8,1 0 0,-1 1 0,0-1 0,-1 0 1,1 0-1,0 1 0,-1-1 0,1 0 0,-1 1 0,0-1 0,0 1 1,0-1-1,0 1 0,-1-1 0,1 1 0,-1 0 0,1 0 1,-4-4-1,-1 2 6,1 1 1,-1 0 0,0 0-1,0 1 1,0-1 0,-13-2-1,19 5-12,-20-4-227,0 1 0,0 1 0,0 1 0,-38 2-1,18-1-687,38 0 748,0 0 1,0 0 0,0 1 0,-1-1 0,1 0 0,0 0-1,0 1 1,1 0 0,-1-1 0,0 1 0,0 0 0,0 0-1,0 0 1,0 0 0,1 0 0,-1 0 0,1 0 0,-1 1-1,1-1 1,-1 1 0,1-1 0,0 1 0,-1-1 0,1 1-1,0 0 1,0 0 0,0 0 0,1-1 0,-1 1 0,0 0-1,0 3 1,-1 4-646,1 1-1,0-1 1,1 1 0,-1 0-1,3 12 1,-1 0-1616,-1 23-3075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0 0 8820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8820,'251'146'6539,"-207"-120"-4374,-37-18-651,-2 85 2609,-4-78-3986,2 0 0,0 0 1,1-1-1,1 0 0,0 1 0,1-2 1,12 23-1,-6-16 102,1 0-1,0-1 0,27 28 1,-34-41-203,0 0 1,0-1-1,1 1 0,-1-1 1,1-1-1,0 0 0,1 0 1,-1 0-1,1-1 1,-1 0-1,1 0 0,0-1 1,0 0-1,11 1 0,122-1 34,-139-2-71,1-1 0,-1 1 0,1 0 0,-1-1 0,1 1 0,-1-1 0,0 0 0,1 0 0,-1 0 0,0 0 0,0 0 0,0 0 0,0-1 0,0 1 0,0-1 0,0 1 0,2-3 0,-1 0 0,1 0-1,-1-1 0,0 1 0,0-1 1,-1 0-1,1 0 0,1-7 0,2-5 17,-2 0 0,0-1 0,-1 1 0,0-19 0,0-136 116,-4 102-4,1 63-103,0 1 0,0 0-1,-1-1 1,0 1 0,0-1-1,-1 1 1,0 0 0,0 0-1,0 0 1,0 0 0,-1 0-1,0 0 1,-1 1 0,-5-8-1,3 6 5,-1 0 0,-1 1 0,1-1 0,-1 2-1,-1-1 1,1 1 0,-1 0 0,-14-6 0,14 8-15,0 1 1,0 0 0,0 0-1,0 1 1,-1 0-1,1 0 1,-1 1 0,-13 1-1,-9 0-127,-52-1-1337,83 1 1373,0-1 1,0 1 0,0-1 0,1 1-1,-1-1 1,0 1 0,1 0 0,-1-1-1,1 1 1,-1 0 0,1 0-1,-1-1 1,1 1 0,-1 0 0,1 0-1,0 0 1,0 0 0,-1 0 0,1-1-1,0 1 1,0 0 0,0 0 0,0 0-1,0 0 1,0 0 0,0 0 0,0 1-1,0 41-2855,1-26 1571,-1 101-7923,0-56 1946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49 353 3346,'0'0'7299,"-5"-8"-6896,-19-28 9561,24 92-7172,0 72-2260,1-112-497,0 0-1,2-1 0,0 1 0,1 0 1,0-1-1,1 0 0,1 0 0,0 0 1,1-1-1,1 0 0,12 17 0,-18-28-32,1 1-1,0-1 1,0 0 0,0-1-1,0 1 1,1 0-1,-1-1 1,1 0 0,-1 0-1,1 0 1,0 0-1,0 0 1,0-1-1,0 0 1,8 2 0,1-1-22,1-1 1,0-1 0,21-2 0,1 1-26,-31 0 32,1 1 0,-1-2 0,0 1 0,1 0-1,-1-1 1,0 0 0,0 0 0,0-1 0,0 1 0,0-1-1,-1 0 1,1 0 0,-1-1 0,0 0 0,0 1 0,0-1-1,0 0 1,5-9 0,-2 3 5,0 0 0,-1-1 0,0 0 0,-1 0 0,0 0 0,0-1 0,5-23-1,-4-11 72,-2 0 0,-2 0 0,-3-49 0,-1 13 0,2 71-54,-1-1-1,-1 1 1,0 0-1,0 0 0,-1 0 1,0 0-1,-1 0 1,-1 0-1,-5-10 0,1 5-4,-1 0 0,-1 0 0,0 1 0,-21-21 0,29 33 3,0 1 0,-1-1 1,1 1-1,-1 0 0,0 0 0,1 0 0,-1 0 0,0 1 0,0-1 0,0 1 0,0 0 0,0 0 0,-1 1 0,-4-1 0,-3 0 131,-1 1-1,1 1 1,-17 2 0,26-2-126,1-1 0,-1 1 0,1 0 1,-1 0-1,1 0 0,-1 0 0,1 0 1,-1 0-1,1 1 0,0-1 0,0 1 1,0 0-1,0 0 0,0-1 0,-3 5 1,-18 34-3,19-32-3,-15 32 37,1 2-1,3 0 1,1 1-1,2 0 1,-8 56 0,13-53-26,1-14-306,-1 58 0,7-89-665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3298,'0'0'16535,"3"10"-16172,9 33 168,-1 1 1,-3 0-1,-1 0 1,1 77-1,-8 175 1331,0-294-1784,0-9-214,-2-102-34,5-150 91,1 237 64,0 0-1,2 0 0,0 0 0,2 1 1,0 0-1,19-35 0,4-10 4,-27 57 10,0-1 0,1 1 0,0 0 0,12-15 0,-15 22 2,0-1 0,0 1 0,0 0 0,1 0 0,-1 0 0,1 0 0,0 0 0,-1 0 0,1 0-1,0 1 1,0 0 0,0-1 0,0 1 0,0 0 0,0 0 0,0 1 0,0-1 0,5 1 0,6-1 2,-11 1 25,-1-1 1,1 1 0,0 0-1,-1 0 1,1 0-1,0 0 1,0 0 0,-1 0-1,1 1 1,0-1-1,-1 1 1,1 0 0,-1 0-1,1 0 1,-1 0-1,1 0 1,-1 1 0,0-1-1,0 1 1,1-1-1,-1 1 1,0 0 0,0 0-1,-1 0 1,1 0-1,0 0 1,-1 0 0,1 1-1,-1-1 1,0 1-1,0-1 1,1 3 0,13 28 83,-2 1 0,-2 0 0,-1 0 0,-1 1 0,-3 0 1,0 1-1,-2-1 0,-1 42 0,-3 193 177,0-269-504,0-28-467,0-459 408,0 483 283,0 1 0,0-1 0,0 0 0,0 1 0,1-1-1,-1 1 1,1-1 0,0 1 0,0-1 0,0 1 0,0-1 0,0 1-1,1-1 1,-1 1 0,1 0 0,-1 0 0,1 0 0,0 0 0,0 0 0,0 0-1,0 1 1,0-1 0,0 1 0,1-1 0,-1 1 0,0 0 0,1 0-1,-1 0 1,1 0 0,-1 0 0,1 0 0,0 1 0,-1-1 0,1 1-1,0 0 1,-1 0 0,6 0 0,12-1 255,22-1 189,-40 2-422,1 1 0,-1-1 1,0 0-1,1 1 0,-1-1 0,0 1 1,0-1-1,0 1 0,0 0 0,0 0 1,1 0-1,-2 0 0,1 1 0,3 1 1,4 11 53,-1 0 1,0 0-1,-1 1 1,-1 0-1,0 0 1,4 19-1,-6-22-51,10 25-8,-3 2 1,-1-1-1,-2 1 0,-1 0 1,2 52-1,-9 111-2221,0-200 956,7-2-3084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 2225,'0'0'18643,"-2"-3"-18216,2 1-383,0 2-19,-1-1 1,1 0-1,0 0 1,-1 1-1,1-1 0,0 0 1,-1 1-1,1-1 1,-1 0-1,1 1 0,-1-1 1,0 1-1,1-1 1,-1 1-1,1-1 1,-1 1-1,0-1 0,0 1 1,1-1-1,-1 1 1,0 0-1,0 0 0,1-1 1,-1 1-1,0 0 1,0 0-1,0 0 0,1 0 1,-1 0-1,0 0 1,0 0-1,0 0 0,1 0 1,-1 0-1,0 0 1,0 1-1,1-1 0,-1 0 1,0 1-1,0-1 1,1 0-1,-1 1 1,0-1-1,0 1 0,-5 4 99,1-1 0,0 1 1,0 0-1,0 1 0,1-1 0,-1 1 0,1 0 0,1 0 0,-1 0 0,1 0 0,0 1 0,-2 8 0,0-1 177,2 0 0,0 0 0,0 0-1,1 0 1,0 23 0,2 101-82,1-137-221,-1 1 1,1-1 0,0 0 0,0 0 0,0 0 0,0 0-1,0 0 1,0 0 0,0 0 0,0 0 0,0 0-1,0-1 1,1 1 0,-1 0 0,0-1 0,2 2 0,-1-1-3,10 5 6,0-1-1,0 0 1,0 0 0,0-1 0,1-1 0,19 4 0,-13-4 6,0 2-1,-1 0 1,0 1 0,18 8 0,-11-4-2,-13-6-4,-10-4-4,0 1 0,0-1 0,0 1 1,0 0-1,-1-1 0,1 1 0,0 0 1,0 0-1,-1 0 0,1 0 0,0 1 1,-1-1-1,0 0 0,1 1 0,0 1 1,1 0 2,0 0-1,0 0 1,1-1 0,-1 1 0,0-1 0,1 0 0,0 0 0,5 3 0,-7-5 1,0 1-1,1 0 1,-1 0 0,0 0 0,0 0 0,1 1 0,-1-1 0,0 1 0,0-1 0,0 1 0,-1 0 0,1-1 0,0 1 0,-1 0 0,1 0 0,-1 0 0,1 1 0,-1-1 0,0 0 0,0 0 0,0 1 0,0-1 0,-1 0 0,1 1 0,0-1 0,-1 4 0,1 31 67,0-17 105,-2 0 0,-3 31-1,3-44-145,-1 1 0,0-1 0,-1 0 0,1 0-1,-1 0 1,-1 0 0,1 0 0,-1-1 0,0 0 0,-7 8-1,2-3 9,-5 7 28,-27 25 0,38-40-53,-1 0 0,0 0 0,0 0 1,1 0-1,-2 0 0,1-1 0,0 0 0,0 0 0,-1 0 0,1 0 1,-1-1-1,0 0 0,1 0 0,-7 1 0,-20-1-71,21 1-77,0-2 0,-1 0 0,1 0-1,0-1 1,-16-2 0,22 1 61,0 0 0,1 0 0,-1 0-1,1 0 1,0 0 0,0-1 0,0 1 0,0-1-1,0 0 1,0 0 0,1 0 0,-1 0 0,1-1-1,0 1 1,-2-4 0,-4-8-626,1-1 1,-7-23-1,3-1-863,-2-8-1157,-2 12-2531,-3-3-475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7267,'0'0'14471,"28"-3"-13553,90-4-134,-114 7-735,1 0 0,-1 0 0,0 1 0,1 0 0,-1 0 0,0 0 0,0 0 0,0 0 0,1 1 0,-2 0 0,1 0 0,0 0 0,0 0 0,-1 1 0,1-1 0,-1 1 0,1 0 0,-1 0 0,0 0 0,-1 0 0,1 1 0,0-1 0,-1 1 0,0 0 0,0-1 0,3 9 0,15 20 501,-16-27-532,0 1 0,0-1-1,0 1 1,-1 0 0,1 1 0,-2-1 0,1 0 0,-1 1-1,0-1 1,2 9 0,-1 31-3002,-3 50-6626,0-51-216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2460 8068,'0'0'8977,"-9"-11"-7920,-25-36 159,32 45-380,0-1-1,0 0 0,1 0 1,-1 0-1,1 1 1,-1-1-1,1-1 1,-1-2-1,1 1-723,0 0 0,0-1-1,1 1 1,0 0 0,0-1-1,1-4 1,0-12 418,-1-219 697,0 230-1186,1 0 0,0 0-1,1 0 1,0 0 0,1 0 0,0 0-1,6-13 1,3-1 31,23-38 1,-4 12-16,9-24-18,-2 4 14,79-112-1,-99 159-45,-9 10-6,1 1 1,0 0 0,1 1 0,0 1 0,0-1 0,2 2 0,15-12 0,-19 17 12,-1-1-1,0-1 1,0 0 0,0 0 0,-1 0-1,9-11 1,11-11 45,52-45 55,59-50 44,126-65-87,-183 134-49,3-1 16,2 3 0,143-64 1,-171 93-29,0-3-1,70-44 1,-85 46 48,0 2 1,2 3-1,78-27 0,-56 23 112,486-143 214,-340 105-232,89-15-42,-253 64-95,1 2 0,-1 3 1,68-4-1,151 10 64,-148 3-9,539-1 333,-599 2-391,-1 3 0,0 3 0,0 2 0,-1 2 0,85 31 0,255 128 193,-244-100-119,-104-45-83,-2 2-1,63 48 1,-47-31-3,-28-21 0,-1 2 0,-2 2 0,0 0 0,-2 3 0,-1 0 0,-1 2 0,-2 1 0,-1 1 0,35 67 0,-45-70 0,2 8 0,3-1 0,44 66 0,75 87 0,-70-79 0,1-3 0,-31-53 0,-27-39 0,-11-17 0,-1 0 0,0 1 0,0-1 0,1 1 0,-1 0 0,0-1 0,0 1 0,0 0 0,-1 0 0,1 0 0,0 0 0,-1-1 0,1 1 0,-1 0 0,0 0 0,1 0 0,-1 4 0,0-5 0,1 1 0,0 0 0,0-1 0,0 1 0,0-1 0,1 1 0,-1-1 0,0 1 0,1-1 0,-1 0 0,1 0 0,-1 0 0,1 0 0,-1 0 0,1 0 0,0 0 0,-1 0 0,1-1 0,2 1 0,6 1 0,-2-2-152,-7 0-664,-1-10-2813,0-82-4852,0 63 653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1 911 11221,'0'0'14505,"24"-3"-13499,-6 1-807,38-4 556,60 0-1,-99 7-473,1 0 0,-1 1 1,0 1-1,1 1 1,-2 1-1,30 11 0,96 54 675,-35-15-589,-46-27-276,198 84 277,-167-78-304,-65-28-33,-22-6-20,-1 0 0,1 1-1,-1 0 1,1 0 0,-1 1 0,5 1-1,4 5 8,-10-6-14,0-1-1,0 1 1,-1 0 0,1-1-1,1 0 1,-1 0 0,0 0-1,0 0 1,0 0 0,0-1-1,6 1 1,-8-1-5,-1 0 1,1 0 0,0 0-1,-1 0 1,1-1 0,-1 1-1,1 0 1,-1 0 0,1 0-1,0 1 1,-1-1 0,1 0-1,-1 0 1,1 0 0,-1 0-1,1 0 1,0 1 0,-1-1-1,1 0 1,-1 1 0,1-1-1,-1 0 1,0 1 0,1-1-1,-1 0 1,1 1 0,-1-1-1,0 1 1,1-1-1,-1 1 1,0-1 0,1 1-1,-1-1 1,0 1 0,0-1-1,1 1 1,-1 0 0,0-1 9,0 1 0,0-1 1,0 1-1,0-1 0,0 0 1,1 1-1,-1-1 0,0 0 1,0 1-1,0-1 0,0 0 1,1 1-1,-1-1 0,0 0 1,0 0-1,1 1 0,-1-1 1,0 0-1,0 0 0,1 1 1,-1-1-1,0 0 0,1 0 1,-1 0-1,0 0 0,1 0 1,0 1-1,2-1 68,11 0-58,-13 0-19,0 0 0,-1 0 0,1 0 0,0 0 0,-1-1 0,1 1 0,0 0 0,-1 0 0,1 0 0,0-1 0,-1 1 0,1 0 0,0 0 0,-1-1 0,1 1 0,-1-1 0,1 1 0,-1 0 0,1-1 0,-1 1 0,1-1 0,0-1 0,7-10 0,0-1 0,-1 0 0,0-1 0,-1 1 0,-1-1 0,0-1 0,4-20 0,143-598 0,-97 254 0,-53 367-90,0 1-1,1-1 1,0 1 0,0 0-1,1 0 1,0 1-1,11-19 1,-13 27-100,-1 0 1,1 1-1,-1-1 1,1 0-1,0 1 1,0-1-1,0 1 0,0-1 1,0 1-1,0 0 1,0 0-1,0 0 1,0 0-1,1 1 1,-1-1-1,0 0 0,1 1 1,-1 0-1,0-1 1,1 1-1,-1 0 1,0 0-1,1 0 0,2 1 1,0-1-875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2179 7235,'0'0'13012,"-3"-26"-11721,-10-85-272,8 51 592,5-89 0,2 66-631,-2 75-900,1-1 1,0 1-1,1-1 1,0 1-1,0 0 1,1 0-1,6-15 1,-3 9-21,2-4 46,1-1 0,1 2-1,0-1 1,21-25 0,-7 10 46,53-62 128,-19 28-99,62-64 191,-17 21-122,-1 6-66,-30 33 69,-44 42-112,45-34 0,-6 6 12,-5 8-28,1 2 0,3 3-1,108-53 1,2-8 171,-90 56-211,-27 14 54,3 2 0,110-43 0,-95 51-17,101-20 1,-63 17-91,-15 2 96,23 5 3,203-10 0,-111 7 4,8-2-44,-172 23-26,372-13 76,-324 19-5,180 28 0,-243-25-136,176 26 0,-190-29 0,38 10 0,-22-4 0,47 15 0,-60-16 0,43 9 0,-35-12 0,-14-3 0,1 2 0,21 6 0,-19-3 0,146 54 0,-116-42 0,-36-14 0,-1 0 0,0 1 0,23 13 0,307 191 0,-218-122 0,-108-74 0,-1 1 0,0 1 0,-1 0 0,0 2 0,17 24 0,-29-36 0,1 0 0,-1 0 0,2-1 0,6 6 0,-8-7 0,-1-1 0,1 1 0,-1 1 0,0-1 0,0 0 0,7 10 0,10 15 0,1-1 0,40 39 0,8 9 0,-55-59 0,35 29 0,-37-36 0,-1 0 0,-1 1 0,1 0 0,-2 1 0,0 0 0,11 17 0,-17-22 0,9-6-93,-9-1-508,-4 5-3206,-4 18-685,-12 11-2810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7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1120 14983,'0'0'11482,"29"-1"-10873,96-5 92,50 4 1503,-153 4-1728,0 0 1,34 8-1,-35-6-311,0 0 0,33 1 0,-13-3-27,41 7 1,-22-1-83,49 10 190,-71-10-175,0-1 0,0-3 1,42 1-1,-79-5-71,0 0 0,1 0 0,-1 0 0,1 0 0,-1 0 0,0-1 0,1 1 0,-1 0 0,0-1 0,1 1 0,-1-1 0,2 0 0,-1-1 0,-1 1 0,1-1 0,-1 0 0,1 1 0,-1-1 0,0 0 0,1 0 0,-1 0 0,0 0 0,0 0 0,-1 0 0,1 0 0,0-1 0,0-2 0,20-89 0,14-169 0,-16-107 0,-13 210 0,-3 113-88,15-74-1,6 19-3469,-22 96-823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302 439 3298,'0'0'14179,"0"-12"-12527,0-35 23,0 36-247,0 8-297,-1-29 1150,3-45-931,-2 70-1318,1 1 1,0-1-1,1 1 1,0 0-1,0 0 1,0-1 0,0 1-1,1 1 1,5-10-1,7-2 31,0 0 1,1 1-1,1 0 0,30-21 0,10-10 5,-52 43-59,0 1-1,0-1 0,0 1 0,0 0 1,0 0-1,1 0 0,-1 1 1,1 0-1,0 0 0,0 1 0,10-2 1,0 1 19,0 1 1,0 1-1,19 3 1,-28-2-15,0 0 1,0 0-1,0 1 1,-1 0-1,1 1 1,0 0 0,-1 0-1,1 0 1,-1 0-1,0 1 1,0 0-1,-1 1 1,1-1-1,7 9 1,3 6 90,0 0 0,22 37 0,-36-54-99,13 24 90,0 1 0,-2 0 0,-1 1 0,-1 1 0,-1-1 0,10 54 0,-10-22 253,-4 1 1,0 88-1,-6-127-300,0 14 35,-5 45 1,3-68-65,0-1-1,-1 1 1,-1-1-1,0 0 1,0 0-1,-1 0 0,-8 13 1,3-9-18,0 0 0,-1-1-1,-1 0 1,0-1 0,-1 0 0,0-1 0,-1 0 0,-1-1-1,0-1 1,0 0 0,-1-1 0,-1-1 0,1-1-1,-2 0 1,1-1 0,-1-1 0,0 0 0,0-2 0,0 0-1,-1-1 1,-23 1 0,-334-1-998,214-4 495,156 1 395,16 0-311,378-30 1222,-242 14-540,35-6-85,50-5-1192,-228 27 1003,47-6-1301,-47 5 890,1 0 0,-1 0 0,0 0 0,1 0 0,-1-1 0,0 0 0,0 1 0,0-1 0,0 0 0,3-3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1008,'0'0'19695,"6"66"-17657,4 22-1473,29 374 1335,-34 150-524,-7-346-1151,3-188-196,-4 127 28,1-165-51,-2 0 0,-19 75 0,7-79-195,15-34 139,0-1 0,0 0 0,-1 1 1,1-1-1,0 0 0,-1 0 1,1 0-1,-1 0 0,1 0 1,-1 0-1,0-1 0,1 1 1,-1 0-1,0-1 0,1 1 1,-1-1-1,0 0 0,0 0 0,1 0 1,-1 1-1,0-2 0,0 1 1,1 0-1,-1 0 0,0 0 1,0-1-1,1 1 0,-1-1 1,0 0-1,1 1 0,-1-1 0,0 0 1,1 0-1,-1 0 0,1 0 1,0 0-1,-1 0 0,1 0 1,0-1-1,-1 1 0,1 0 1,0-1-1,0 1 0,0-1 1,0 1-1,1-1 0,-2-2 0,-4-16-117,1 1-1,0-1 1,2 0-1,-2-25 0,1-88 235,4 127-61,0-5 20,0-1 0,1 1 0,0-1 0,1 1 0,0-1 0,1 1 0,0 0 0,1 0 0,0 0 0,1 1 0,0-1 0,0 1 0,1 0-1,1 1 1,0-1 0,0 1 0,1 1 0,13-13 0,22-19 310,1 1 0,1 3-1,76-45 1,163-74 312,-252 138-630,-28 15-214,1 0-1,-1-1 0,1 0 0,-1 0 1,0 0-1,0 0 0,0-1 1,-1 0-1,1 1 0,3-8 1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11541,'0'0'12582,"282"359"-12582,-243-315-512,-30-27-945,1-8-784,-10 8-1393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4610,'0'0'19193,"13"98"-16949,42 326-924,-40-297-688,-1 198 0,-14-306-597,0 566 558,1-568-632,-1-8 30,0 0 0,0 0 0,-3 15 0,3-23-22,0 0 0,0 0 0,0 1-1,-1-1 1,1 0 0,0 0 0,-1 0 0,1 0 0,-1 0 0,0 0 0,1 0-1,-1 0 1,0 0 0,1 0 0,-1 0 0,0 0 0,0 0 0,0-1 0,0 1-1,0 0 1,0 0 0,0-1 0,0 1 0,0-1 0,0 1 0,0-1 0,0 0-1,-1 1 1,1-1 0,0 0 0,0 0 0,-2 1 0,0-1-168,0 0-1,0 0 1,0 0-1,0-1 1,0 1 0,0 0-1,0-1 1,1 0 0,-1 0-1,0 0 1,0 0-1,0 0 1,1-1 0,-1 1-1,1-1 1,-4-2 0,3 0-22,-1-1 0,1 1 0,0-1 0,1 1 0,-1-1 0,1 0 0,-3-10 0,-4-17 33,2 0 0,1 0 0,1 0 0,2-1-1,2-64 1,1 91 271,1 1 0,-1-1 0,1 1 0,0-1 0,0 1 0,1 0 0,-1 0 0,1-1-1,0 1 1,1 0 0,-1 1 0,1-1 0,6-7 0,-4 5 39,2 1 0,-1 0 1,0 0-1,1 0 0,0 1 0,1 0 1,13-7-1,5 1 186,0 1 1,1 1 0,0 1-1,36-5 1,127-7 612,-91 12-1007,-87 7-38,-10 1 38,0 1 0,0-2 1,0 1-1,-1 0 0,1 0 0,0-1 0,0 1 1,0-1-1,0 1 0,0-1 0,0 0 0,-1 0 1,1 0-1,0 0 0,-1 0 0,1 0 0,-1 0 1,1 0-1,-1-1 0,1 1 0,1-3 0,2-1 319,-4 4-863,0-1 0,0 1-1,0 0 1,0 0-1,0-1 1,0 1-1,0-1 1,0 1-1,-1-1 1,1 1-1,0-1 1,-1 0-1,1 1 1,-1-1-1,0 0 1,0 1 0,1-1-1,-1 0 1,-1-2-1,1-28-8808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6499,'0'0'18665,"49"455"-17609,-20-228-608,-20 18-64,-9 26-144,0-8-159,0-18 47,0-35-128,0-53-257,0-52-959,0-44-769,0-8-2257,-19-36-3858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13958,'0'0'15685,"72"14"-15063,233 49-254,-266-55-327,0 2 1,47 18-1,-49-14 0,-23-10-24,-9-3-25,0 1-1,0-1 0,0 1 1,0 1-1,0-1 0,0 0 1,7 6-1,-10-6-11,-1 0 0,0 0 0,0 0 0,1 0 0,-1 0 0,-1 0 0,1 0 0,0 0 0,0 0 0,-1 0 1,1 0-1,-1 0 0,0 0 0,1 1 0,-1-1 0,0 0 0,0 0 0,-1 0 0,1 1 0,0-1 0,-2 3 0,1-1-4,-1 1-1,1-1 1,-1 0 0,0 0-1,0 0 1,-1 0 0,1-1-1,-1 1 1,0-1-1,0 1 1,0-1 0,0 0-1,-1 0 1,1 0 0,-1-1-1,0 1 1,1-1-1,-9 4 1,-6 5-70,-239 175-1414,205-142 1240,2 2 1,-73 86-1,107-113 271,5-6-1,0 0 1,-11 21-1,19-29 14,0 1-1,0 0 1,1 0 0,0 0-1,0 0 1,1 0-1,-1 0 1,1 0-1,1 1 1,-1 6 0,0 8 63,1-15-50,-1 1-1,1-1 1,0 1 0,0-1 0,1 1 0,0-1 0,0 0 0,0 1 0,1-1 0,4 11 0,-2-12 5,1 1 0,0-1 0,0 0 0,0 0 0,0 0 0,1-1 0,0 0 1,0 0-1,7 4 0,66 28 305,-39-22-121,-1-1 0,2-2-1,-1-2 1,55 4 0,170-1-3067,-263-20 834,-2-3 956,1 1 52,-1 1-1,0 0 1,-1 0-1,0 0 0,-3-14 1,1 15-839,-1 1 1,0-1-1,-9-13 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2481,'0'0'23147,"525"-17"-23147,-379 17-1713,-49 0-2817,-48 0-5459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683 3 6227,'0'0'17165,"-56"-1"-16818,-3-1-331,0 3 0,-61 9 0,108-8-16,1 1 1,-1 0-1,0 1 0,1 0 0,0 1 1,0 0-1,0 1 0,1 0 1,-13 10-1,6-2 6,1 2-1,0 0 1,-14 19-1,3-4 13,-6 5 35,-28 42 0,53-66-15,0 1-1,0 0 1,1 1 0,1 0 0,0 0-1,1 0 1,-5 24 0,7-18 52,1 1-1,1-1 1,0 1 0,2-1 0,3 24 0,-3-40-81,0 0 0,0 0 1,0 0-1,0 0 0,1 0 0,0 0 1,-1-1-1,1 1 0,1-1 1,-1 1-1,0-1 0,1 0 0,0 1 1,0-2-1,0 1 0,5 4 1,1-1-1,0-1 0,0 0 0,1-1 1,-1 0-1,12 3 0,8 0-31,0-1 1,0-1-1,1-2 0,0 0 1,56-5-1,-29 2-197,-32 0 67,37 0-373,-58 0 432,0 0-1,0-1 1,0 0 0,0 1 0,0-1-1,-1-1 1,1 1 0,0-1 0,-1 1-1,1-1 1,-1 0 0,4-3 0,-4 2-66,0-1 1,-1 1-1,1-1 0,-1 0 1,0 0-1,0 0 0,0-1 1,0 1-1,-1 0 1,1-1-1,0-6 0,6-58-2379,-6-9-1926,-2-8-2419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5106,'0'0'16472,"107"613"-14567,-88-359-689,1 26-415,-20-9-113,0-26-80,0-44-79,0-43-481,0-45-48,0-34-641,0-35-1088,0-1-1424,0-8-2562,0 9-3361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59 508 5667,'0'0'19408,"71"-8"-19055,226-35-284,-284 41-76,1 0-1,0-2 1,-1 0-1,0 0 1,0-1-1,0-1 1,13-7 0,-22 10-27,1-1 1,-1 0 0,0 0 0,-1 0-1,1 0 1,-1-1 0,0 1 0,0-1 0,0 0-1,3-8 1,-4 9-4,3-6-38,-1-1-1,0 0 0,-1 0 0,-1 0 0,1 0 0,-2 0 0,1-12 0,-2-84-406,-1 56 294,1 48 171,0-1 1,-1 0 0,1 0-1,-1 1 1,0-1 0,0 0 0,0 1-1,0-1 1,-1 1 0,0-1 0,1 1-1,-1 0 1,0-1 0,-1 1 0,1 0-1,0 1 1,-1-1 0,0 0-1,1 1 1,-1-1 0,0 1 0,-1 0-1,1 0 1,0 0 0,0 0 0,-1 1-1,1-1 1,-7-1 0,-5-1-9,-1 0 1,0 1-1,0 1 1,0 1-1,-25 0 1,32 1 26,0 0-1,0 1 1,0 0 0,0 1 0,1 0 0,-1 0 0,1 1 0,-1 0 0,1 1 0,0 0 0,0 0 0,1 0 0,-13 10-1,0 3 68,1 2 0,1 0 0,-21 29 0,22-27 26,-9 10 190,2 2 0,1 1 1,-27 56-1,39-67-12,2 1 1,0 0-1,1 0 1,2 1-1,0 0 0,-4 50 1,8 91 894,2-154-1083,1 0 0,0 0 0,0 0 0,1 0 0,1 0 0,0 0 0,5 14 0,-5-20-64,0 1 0,1-1 0,0 0 1,0 0-1,0 0 0,1 0 0,0-1 0,0 0 1,0 0-1,0 0 0,1-1 0,0 0 1,7 5-1,4-1-18,1 0-1,0-1 1,1-1 0,-1-1 0,1 0-1,0-1 1,0-1 0,24 0 0,155-5-801,-194 1 749,6 0-177,0 0 0,0-1-1,-1 0 1,1-1 0,-1 0-1,0 0 1,1-1 0,-1 0 0,13-9-1,11-5-826,7 2-635,-2 1-1516,-12 0-2087,-5 3-5939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4546,'0'0'19814,"10"118"-18557,2 22-874,41 651 1294,-49 73-84,-5-502-1223,1 96-367,0-452-331,0-16-273,-1-216-588,4-314 1221,-3 504-17,3 0 1,1 0-1,1 1 1,2 0 0,1 0-1,23-57 1,17-14 29,-42 93-39,2-1 0,0 1 0,0 0 0,21-22 0,-25 32-7,0-1-1,1 1 1,0 0 0,0 1 0,-1-1 0,2 1 0,-1 0 0,0 0-1,0 0 1,1 1 0,-1 0 0,0 0 0,10 0 0,0 0-3,1 1 0,-1 1 0,22 3 0,-33-3 4,0 0 1,-1 0-1,1 0 1,0 0-1,-1 1 1,1-1 0,-1 1-1,1 0 1,-1 0-1,0 1 1,1-1-1,-1 1 1,-1-1 0,1 1-1,0 0 1,2 4-1,2 2 17,-1 2 0,-1-1-1,9 21 1,-8-17 13,7 20 29,-2-1 0,-1 2 0,-2-1-1,-1 1 1,4 58 0,-9 183 28,-4-148-6,2-122-80,0 0 0,0 0 0,-1 0 0,0 0 0,0 0 1,0-1-1,0 1 0,-1 0 0,0-1 0,-1 1 0,1-1 1,-1 0-1,0 0 0,0 0 0,-1 0 0,1 0 0,-1-1 1,0 1-1,-6 4 0,3-4-44,-1 0 1,0-1-1,0 1 0,0-2 1,-1 1-1,1-1 1,-1 0-1,0-1 0,0 0 1,0 0-1,-16 0 0,-62 0-2057,28-2-2576,4-1-6833,42 1 2139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2529,'0'0'22194,"0"82"-20684,0 265-475,0-166-405,0-164-534,0 1-1,1-1 1,1 1-1,6 24 1,-6-36-80,0 1 1,1-1 0,-1 0-1,1-1 1,1 1 0,-1 0-1,1-1 1,-1 0 0,2 0-1,-1 0 1,0 0 0,1-1-1,0 1 1,0-1 0,6 3-1,-6-4-32,-1-1-1,1 0 0,-1 0 0,1 0 1,0-1-1,0 0 0,0 0 0,0 0 1,0 0-1,0-1 0,0 0 0,0 0 0,0 0 1,0-1-1,0 1 0,-1-1 0,1 0 1,0-1-1,0 1 0,7-4 0,-8 1-5,0 0-1,0 0 1,-1 0-1,1 0 1,-1 0-1,0-1 0,0 0 1,0 1-1,-1-1 1,4-9-1,6-21-22,-1 0 0,-1-1 1,8-61-1,4-125-143,-19 188 128,8-404-1419,-11 419 1310,0 12 40,0 33-3115,0 116-6622,0-56-269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23 210 6083,'0'0'15255,"-4"-7"-14575,4 6-670,-14-34 394,13 33-366,0 0 0,1 1 0,-1-1 0,1 0-1,-1 0 1,1 0 0,0 0 0,0 0-1,0 0 1,0 1 0,0-1 0,0 0 0,0 0-1,1 0 1,-1 0 0,1 0 0,0 1-1,-1-1 1,1 0 0,0 0 0,0 1 0,2-3-1,70-49 329,-65 45-375,1 1 0,0 0 0,1 1 0,0 0 0,0 0 0,0 1 0,1 0 0,-1 1 0,1 0 0,0 1 0,1 0 0,-1 1 0,19-2 0,-29 10-473,9 96-983,0 6-2598,-10-45-1719,0-9-3374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1 0 1969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1969,'356'-248'6923,"-294"207"-3110,-61 41-3761,-1-1 0,0 1 1,0 0-1,0 0 0,1 0 0,-1 0 0,0 0 0,0-1 0,1 1 0,-1 0 1,0 0-1,0 0 0,1 0 0,-1 0 0,0 0 0,0 0 0,1 0 1,-1 0-1,0 0 0,0 0 0,1 0 0,-1 0 0,0 0 0,0 0 0,1 0 1,-1 0-1,0 0 0,0 1 0,1-1 0,-1 0 0,0 0 0,0 0 1,0 0-1,1 0 0,-1 1 0,0-1 0,0 0 0,0 0 0,1 0 0,-1 1 1,0-1-1,0 0 0,0 0 0,0 1 0,0-1 0,0 0 0,0 0 0,0 0 1,1 1-1,-1-1 0,0 0 0,0 1 0,0-1 0,0 0 0,0 0 1,0 1-1,0-1 0,0 0 0,-1 0 0,1 1 0,0-1 0,0 0 0,0 0 1,0 1-1,0-1 0,0 0 0,-1 1 0,1 115 5858,0 68-2704,0-83-2525,1-53-507,2 1 1,2-1 0,2 0 0,2 0-1,2-1 1,2 0 0,34 78 0,-47-124-176,20 34 29,-19-34-32,0 0-1,0 0 1,0 0 0,0 0 0,1 0 0,-1 0 0,0 0 0,1 0 0,-1 0 0,1 0 0,-1-1 0,1 1 0,-1-1 0,1 1 0,0-1 0,-1 1 0,1-1 0,-1 0 0,3 0 0,-3 0-14,0 0-1,0 0 0,0 0 1,0 0-1,-1-1 0,1 1 1,0 0-1,0 0 0,0-1 1,-1 1-1,1 0 0,0-1 1,0 1-1,-1-1 1,1 1-1,0-1 0,-1 1 1,1-1-1,0 0 0,-1 1 1,1-1-1,-1 0 0,1 0 1,12-30-394,16-69-348,24-166 0,-14 58 565,-36 193 233,-3 14-32,-1 1 1,1-1-1,0 0 0,0 1 0,0-1 1,0 1-1,0-1 0,0 0 0,0 1 1,0-1-1,0 1 0,1-1 0,-1 0 1,0 1-1,0-1 0,1 1 0,-1-1 1,0 1-1,0-1 0,1 1 0,-1-1 1,0 1-1,1-1 0,-1 1 0,1-1 1,-1 1-1,1 0 0,-1-1 0,1 1 1,-1 0-1,1-1 0,-1 1 0,2 0 0,3 7 488,6 23-274,-2 1 1,-1 0-1,-1 0 1,3 38-1,0-6 132,38 213-61,-45-259-407,0 0 1,9 27-1,-10-39-938,-2-5 859,1 0 48,-1 0 0,0 0 0,1 0 0,-1 0 0,0-1 0,1 1 0,-1 0 0,0 0 0,1 0 0,-1 0 0,0 0 0,1-1 0,-1 1 0,0 0 0,1 0 0,-1-1 0,0 1 0,0 0 0,1 0 0,-1-1 0,0 1-1,0 0 1,0-1 0,1 1 0,-1 0 0,0-1 0,0 1 0,0 0 0,0-1 0,0 1 0,0 0 0,1-1 0,-1 1 0,0 0 0,0-1 0,0 1 0,0 0 0,0-1 0,-1 1 0,1-1 0,0 1 0,0-1 0,2-57-7556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14086,'0'0'9933,"8"73"-9826,25 219-118,-25-219-154,-8-88-374,3-113-372,6 0 0,37-183 1,-40 285 951,0 0 0,18-44 1,-22 65 13,0 0 1,0 0-1,1 0 1,0 0-1,0 0 1,0 0 0,0 1-1,1 0 1,-1 0-1,1 0 1,0 0-1,1 0 1,-1 1 0,0 0-1,1 0 1,0 0-1,0 0 1,0 1-1,7-3 1,3 3 229,0 0-1,0 1 1,1 0 0,-1 2 0,0 0-1,28 5 1,-35-4-209,-1 1 0,0 1 0,-1-1-1,1 1 1,-1 0 0,1 1 0,-1-1 0,-1 1 0,1 1 0,-1-1 0,1 1 0,-1 0-1,-1 0 1,0 0 0,1 0 0,-2 1 0,4 7 0,14 33 153,-2 1 1,19 70-1,-26-71-123,-2 2-1,6 89 0,-11-19-1285,-4-2-3951,-1-99 3814,0 29-5375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3201,'0'0'19527,"-18"4"-18316,8-2-1139,0 1 1,1 0-1,-1 0 0,1 1 1,0 0-1,0 1 0,0-1 1,1 2-1,0-1 0,0 1 1,0 1-1,1 0 0,0 0 1,0 0-1,0 0 1,-6 11-1,-9 17 129,1 1 0,2 1 0,1 1 0,2 0 1,2 1-1,2 1 0,1 0 0,2 1 0,-4 44 0,-7 380 1360,20-453-1522,1 0 1,0-1-1,0 1 0,1 0 0,0-1 1,1 1-1,1-1 0,8 19 0,-8-23-34,0 0-1,0 0 0,1-1 0,0 1 0,0-1 1,0-1-1,1 1 0,0-1 0,0 0 0,0 0 1,1-1-1,0 1 0,0-2 0,7 4 0,-5-4-24,0 0 0,0-1 0,1 0 0,-1-1-1,0 0 1,1 0 0,16-2 0,-10 1-112,-14 0 78,1 0 0,-1 0 0,1 0 1,-1 0-1,1-1 0,-1 1 0,1-1 0,-1 0 0,1 1 1,-1-1-1,0 0 0,0 0 0,1-1 0,3-2 0,-2-1-128,1 1 0,-1-1 0,-1-1 0,1 1 0,3-6 0,-1 1-68,5-8-873,0 0 1,-2 0-1,0-1 1,-1 0-1,0-1 1,7-36 0,-3-24-8531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423 512 4306,'0'0'17891,"73"-6"-17312,227-28-598,-290 32-1,1 0-1,-1-1 1,0 0-1,0 0 1,0-1-1,9-6 1,-16 8 5,0 0-1,0 0 1,0 0 0,0-1-1,-1 1 1,1-1-1,-1 0 1,0 0 0,0 0-1,2-3 1,1-4-20,0 0 0,-1 0 1,0 0-1,-1 0 0,0 0 0,0-1 1,-1 0-1,1-12 0,-2-6-2,-3-53 0,1 76 33,0-1-1,0 1 1,-1 0 0,1 0-1,-1 0 1,-1 0 0,1 0-1,-1 0 1,0 0 0,0 1-1,-1 0 1,0-1 0,0 1-1,0 1 1,0-1 0,-1 0-1,-5-3 1,-6-4-59,1 2 0,-2 0 1,1 1-1,-29-11 0,24 13 27,-1 0 0,0 2 0,0 0 0,0 1 0,-1 2 1,1 0-1,-1 1 0,0 2 0,1 0 0,-44 8 0,52-5 100,1 0-1,0 1 1,0 1 0,0 0-1,1 0 1,-1 1 0,1 1-1,1 0 1,0 0-1,-14 15 1,-9 11 617,-48 65 1,66-79-405,-10 14 358,2 2-1,1 0 1,2 1 0,-25 63 0,34-70-298,2 1 1,1 1-1,1-1 0,2 1 1,1 1-1,-1 51 1,5-48-130,-1-26-171,1 0-1,1 0 1,0 0-1,0 1 1,1-1-1,1 0 1,-1 0-1,2 0 1,5 18-1,-2-20-35,0-1 0,0 1 1,0-1-1,1 0 0,0-1 0,0 0 0,1 0 0,0 0 0,14 7 0,-10-7-30,0 1-1,1-1 1,0-1 0,1-1-1,-1 0 1,19 4 0,-4-6-427,1 0 1,48-5-1,-75 3 425,3 0-103,0-1 0,1 1 0,-1-1 1,0 0-1,0-1 0,0 1 0,0-1 1,0 0-1,0 0 0,0-1 0,-1 1 1,1-1-1,5-5 0,-1-1-300,-1 0 0,0 0 0,0-1 0,8-14 0,-12 18 235,13-20-1928,19-37 1,-26 39-1124,11-36 1,-18 50 2345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15735,'0'0'7046,"3"83"-4856,14 273-762,-6-192-742,-3 2-9,-8 140-98,-1-413-1394,4-174 614,-3 270 241,0 0 0,1-1 0,1 1 0,0 0 1,1 0-1,0 1 0,0-1 0,1 1 1,0-1-1,1 1 0,0 0 0,1 1 0,0-1 1,1 1-1,0 0 0,0 1 0,0 0 1,1 0-1,1 0 0,-1 1 0,1 0 0,1 1 1,-1 0-1,1 1 0,10-5 0,-2 2 37,0 0 0,0 2 0,1 0-1,-1 1 1,1 1 0,0 0 0,1 2 0,22 0-1,104 2-358,-143-1 127,-1 1 0,1 0 1,0 0-1,-1 0 1,1 0-1,-1 0 1,1 1-1,0-1 1,-1 1-1,1 0 0,-1 0 1,1 0-1,-1 0 1,0 0-1,0 0 1,1 1-1,-1-1 1,0 1-1,0-1 0,0 1 1,0 0-1,-1 0 1,1 0-1,0 0 1,-1 0-1,1 0 1,-1 1-1,2 3 0,1 7-1426,-1 0-1,0 0 1,2 25-1,-5-38 1524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18152,'0'0'1489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0 735 144,'0'0'21375,"15"-29"-19659,51-93-252,-58 110-1171,-1 1 1,2 1-1,0-1 0,0 1 0,0 1 0,15-11 0,-5 4 155,6-7 232,1 1-1,38-24 0,65-38 503,-74 47-885,113-59 1,-121 74-216,79-31 83,-108 47-134,1 2 0,0-1 0,0 2-1,0 1 1,27-1 0,-10 3 29,-16-2-43,-1 2 0,1 0 0,0 1 0,-1 2 0,1-1 0,-1 2 1,0 1-1,23 8 0,-22-3 14,-2 1 0,0 0 1,33 27-1,51 54 80,-22-19 13,-12-13 59,73 59 139,-117-101-276,1-1 0,0-2 1,1 0-1,29 11 0,-46-23-45,-1 0 1,1-1-1,-1 0 0,1-1 0,0 0 0,0 0 0,0 0 0,17-3 0,2 2 0,-15 0-1,1-1 0,0 0 0,0-1 0,0-1 0,-1 0 0,0-1 0,1 0 0,-1-1 0,-1 0 0,1-1 0,-1-1 0,0 0 0,0 0 0,17-16 0,107-81 0,49-35 0,-160 122 0,1 1 0,1 2 0,1 0 0,0 2 0,0 1 0,1 1 0,0 2 0,1 1 0,0 1 0,0 1 0,1 2 0,34 0 0,2 2 0,80 4 0,-133-1 0,0 1 0,0 1 0,-1 0 0,0 0 0,0 2 0,0-1 0,0 2 0,15 10 0,12 5 0,-31-18 0,-1-2 0,1 1 0,-1-1 0,1 0 0,0-1 0,0 0 0,0 0 0,-1-1 0,1 0 0,15-2 0,16 0 0,-9 2 0,3 1 0,0-2 0,0-1 0,47-9 0,18-14 0,-44 10 0,0 2 0,63-6 0,201 18 0,-304 2 0,1 1 0,-1 1 0,-1 0 0,1 1 0,0 1 0,-1 0 0,0 1 0,0 1 0,-1 0 0,0 0 0,19 16 0,8 9 0,-1 2 0,35 40 0,-39-38 0,90 88 0,-120-117 0,0-1 0,1 0 0,0-1 0,1 1 0,-1-1 0,1-1 0,0 1 0,0-1 0,0 0 0,1 0 0,-1-1 0,1 0 0,0-1 0,0 0 0,0 0 0,0 0 0,0-1 0,0 0 0,1-1 0,10 0 0,15 0 0,-14 1 0,0-1 0,-1 0 0,1-2 0,-1 0 0,1-2 0,25-7 0,-10-4 0,-1-1 0,-1-2 0,46-33 0,-17 11 0,18-9 0,159-70 0,-200 104 0,0 1 0,0 2 0,1 1 0,0 3 0,1 1 0,75-3 0,-84 9 0,-25 0 0,1 0 0,0 1 0,0 0 0,-1 0 0,1 1 0,0 0 0,0 0 0,-1 1 0,1 0 0,11 4 0,-8 4 0,0-1 0,0 1 0,-1 1 0,0 0 0,-1 0 0,15 26 0,-2-6 0,26 39 0,-30-42 0,2 0 0,0-1 0,38 37 0,-54-60 0,0-1 0,-1-1 0,2 1 0,-1 0 0,0-1 0,0 0 0,1 0 0,-1-1 0,1 1 0,0-1 0,7 2 0,3-2 0,1 0 0,21-2 0,-2 0 0,34 2 0,-15 1 0,103-11 0,-89-4 0,-1-4 0,94-37 0,37-10 0,-162 55 0,-1 2 0,1 1 0,68-2 0,272 8 0,-349-1 0,0-1 0,0-2 0,-1-1 0,1-1 0,40-15 0,127-61 0,-137 56 0,89-39 0,3 7 0,290-73 0,-411 125-150,0 1 0,1 1 0,55 0 0,-83 11-3683,0-3 3241,-1-1-1,0 0 1,0 1-1,0-1 1,0 0-1,-1 0 1,1 1-1,-1-1 1,0 0-1,0 0 1,0 1-1,0-1 1,-1 0-1,1 0 1,-1-1-1,0 1 1,-4 5-1,-5 2-2242,0 0-1,-1-1 1,0 0-1,-1-1 1,-17 9-1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1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37809 1 9348,'0'0'10378,"-16"0"-10044,-49 1 34,64 0-228,0-1 1,0 0-1,0 1 1,0-1-1,0 1 1,0-1-1,0 1 1,0-1-1,0 1 1,0 0-1,0-1 0,1 1 1,-1 0-1,0 0 1,0 0-1,1 0 1,-1-1-1,1 1 1,-1 0-1,1 0 1,-1 0-1,1 0 0,-1 0 1,1 1-1,0-1 1,0 0-1,-1 0 1,1 0-1,0 0 1,0 0-1,0 0 1,0 0-1,0 0 0,1 0 1,-1 1-1,0-1 1,0 0-1,1 0 1,0 2-1,0 1 373,-1-2-100,14 3-323,0 0-1,0-1 0,1 0 0,24 3 1,-2 0 61,-7-2 45,-25-5-128,1 1-1,0 0 1,-1 0 0,1 0 0,-1 1-1,1 0 1,-1 0 0,0 0-1,1 1 1,-1-1 0,7 6-1,-10-6-38,0-1 0,1 0 0,-1 0 0,1 0 0,-1 0 0,1 0 0,-1-1 0,1 1 0,4 0 0,20 5 159,30 25 113,-40-20-244,1-1 0,18 7 0,-17-10-27,-7-1-13,0-2 1,0 0-1,19 4 0,42 12 16,-31-6-5,-32-12-22,30 8 168,77 30 1,-96-34-112,-18-5-55,-1-1-1,1 1 1,-1-1-1,0 1 1,1 0 0,-1 0-1,0 0 1,0 0-1,3 2 1,-2 7 80,11-1 0,-12-7-84,-1-1 1,1 1 0,0 0 0,0-1 0,0 0 0,0 1-1,0-1 1,0 0 0,0 0 0,0 0 0,1-1-1,-1 1 1,0 0 0,3 0 0,-1-1 3,0 0 0,0 0 0,0 1 0,0 0 0,0 0 0,0 0 0,-1 0 0,1 1 0,6 3 0,23 7 11,160 41 58,-180-48-75,-10-4 2,-1 0 0,0-1 1,0 1-1,1 0 0,-1-1 0,0 1 0,1-1 0,-1 0 0,5 0 0,31 9 4,-32-9-7,-6-1-1,1 1 1,0 0 0,0 0 0,0-1 0,0 1 0,-1 0-1,1 0 1,0 0 0,0 0 0,0 0 0,0 0 0,-1 0-1,1 0 1,0 1 0,0-1 0,0 0 0,0 0 0,-1 1-1,1-1 1,0 1 0,0-1 0,-1 0 0,1 1 0,0-1-1,-1 1 1,1 0 0,-1-1 0,1 1 0,0-1 0,0 2-1,-1 0-8,19 15 46,-12-12-35,0 0 1,1 0-1,-1-1 1,1 0-1,10 4 0,-5-3 11,75 19-24,-38-7 20,-16-9-2,0 2-1,35 14 0,16 6 6,-34-7 0,-42-18-10,0 0 1,0-1-1,1 0 0,0 0 0,10 2 0,200 48-51,-166-41 61,59 24 1,-85-27-4,72 31 30,-64-25-45,45 14 0,-59-24 7,-1 2-1,1 0 1,-2 1 0,1 1 0,-1 1-1,-1 1 1,0 1 0,31 27 0,-29-23 5,40 24 0,-42-29-7,0 0 0,-1 1-1,24 23 1,39 40 3,-33-12 13,-10-3-19,-15-21 6,-18-29 0,1 0-1,1-1 1,8 11-1,-9-13 0,0 1 0,0-1 0,-1 1 0,0 0 0,-1 0 0,0 0 0,-1 0-1,4 16 1,14 32 21,-11-39-21,-7-13-1,0-1 0,0 1 0,-1-1 0,1 1 0,-1 0 0,-1 0 0,1 0 0,1 9 0,1 9 7,1-1 0,10 28 1,-9-34-2,0 1 1,-2 0 0,0 1 0,2 33 0,-6-49-8,0 0-1,0 0 0,1-1 1,-1 1-1,0 0 1,1-1-1,-1 1 1,1 0-1,-1-1 0,1 1 1,0-1-1,-1 1 1,1-1-1,0 1 0,2 2 1,-2-3 2,0 0 1,0 0-1,0 1 1,0-1-1,0 1 0,0-1 1,-1 1-1,1-1 1,-1 1-1,1-1 0,-1 1 1,0 0-1,1-1 1,-1 1-1,0 3 1,10 23-19,-1 164 18,-9-169-2,-1-9 7,1 1 0,1 0-1,3 16 1,2 4-1,-1 0 0,0 60 1,-5 791 249,-3-844-245,-1 0 0,-2-1 0,-16 56 0,-11 75 57,-14 66-9,19-110-46,10-27 8,-11-2-13,-15 116 37,-127 342 77,70-243-35,-248 644 233,202-582-262,71-195-4,-8-4-1,-146 228 0,-186 191 73,-38-27-121,167-213 46,-300 302 114,101-236-91,-47-45-57,481-343-17,-819 551-8,193-127-32,324-213 40,-228 114 29,428-267-26,-1138 606 5,-33-79 0,-175-29-8,257-241 0,496-143 0,-321 78 0,-193-34 0,688-142 0,-285 44 0,464-85 0,-433 66 0,356-59 0,-2 8 0,-219 29 0,-164 29 0,660-106 0,-672 114 0,77-18 0,-523 81 0,-8-59 0,-363-71 0,220-74 0,40-1 0,4 44 0,-853 159 0,1178-69 0,169-47 0,676-71 0,61-1 0,1 9 0,-231 66 0,156-28 0,-181 57 0,-134 121 0,-113 101 0,592-296 0,-446 241 0,503-266 0,2 2 0,1 2 0,1 1 0,-43 45 0,-52 39 0,-129 156 0,216-215 0,36-42 0,1-1 0,-2-1 0,1 0 0,-26 20 0,36-31 0,0 0 0,0 0 0,-1-1 0,1 1 0,-1 0 0,1 0 0,0-1 0,-1 1 0,1-1 0,-1 1 0,0-1 0,1 0 0,-1 0 0,1 0 0,-3 0 0,0 2 0,4 10 0,0 2 0,-3-5 0,0 0 0,0 0 0,-1 0 0,0-1 0,-7 11 0,7-12 0,-35 56 0,-15 30 0,35-62 0,17-29 0,0 1 0,0 0 0,0 0 0,0 0 0,0 0 0,1 0 0,-1 0 0,1 0 0,0 1 0,0-1 0,0 0 0,0 1 0,1-1 0,-1 5 0,0 1 0,1 0 0,-2 0 0,1-1 0,-1 1 0,-1 0 0,0-1 0,-6 15 0,-35 55 0,13-24 0,23-40 0,-1 0 0,-1 0 0,-12 13 0,-3 6 0,17-25 0,8-7 0,-1-1 0,1 0 0,-1 1 0,1-1 0,-1 1 0,1 0 0,-1-1 0,1 1 0,-1-1 0,1 1 0,0 0 0,-1-1 0,1 1 0,0 0 0,0-1 0,0 1 0,-1 0 0,1-1 0,0 1 0,0 1 0,0 8 0,0-8 0,1-1 0,-1 1 0,0 0 0,0 0 0,0-1 0,0 1 0,0 0 0,-1 0 0,1-1 0,-1 1 0,1 0 0,-1-1 0,1 1 0,-1-1 0,0 1 0,0 0 0,0-1 0,0 0 0,0 1 0,0-1 0,0 1 0,0-1 0,0 0 0,-1 0 0,-1 1 0,-9 11 0,-14 42 0,2 1 0,-18 66 0,-22 50 0,53-143 0,1 1 0,-10 48 0,3-11 0,-31 138 0,-110 541 0,103-428 0,52-275 0,-5 22 0,-52 244 0,2 139 0,54-378 0,-20 197 0,-7-2 0,22-197 0,6-45 0,-3 36 0,6-24 0,-8 50 0,-1 42 0,5 13 0,-2-47 0,5-50 0,-9 48 0,0-16 0,3 0 0,4 97 0,3-148 0,-10 97 0,8-74 0,-10 56 0,5-55 0,-1 57 0,6-57 0,-14 73 0,14-104 0,1 0 0,0 28 0,2-33 0,-1 0 0,-1-1 0,0 1 0,-3 17 0,2-19 0,0 0 0,1 0 0,1 0 0,0 0 0,1 18 0,1 8 0,-2 60 0,-4-78-150,-2-18-4,5-1 68,-9 1-382,-22 2-975,31-2 1311,0 0 0,0 1 1,0-1-1,-1 1 1,1-1-1,0 1 0,0-1 1,0 1-1,0 0 0,0 0 1,0 0-1,0-1 1,0 1-1,0 0 0,0 0 1,1 0-1,-1 0 0,0 0 1,0 0-1,1 1 1,-1 1-1,-2 9-1445,3-11 1338,0 0 0,0 0 0,0 0 0,-1 0 0,1 0 0,0 0 0,0 0 0,-1 0 0,1 0 0,-1 0 0,1-1 0,-1 1 0,1 0 0,-1 0 0,0 1 0,-15 2-5450,-11-4-4900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1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56 158 3570,'0'0'24808,"-10"0"-24498,7 0-282,-1-1-17,1 1 1,-1 0-1,1 0 1,0 0-1,-1 0 1,1 1-1,-4 0 1,6 0-10,0-1 0,1 0 0,-1 0 0,0 1 0,1-1 1,-1 0-1,1 1 0,-1-1 0,1 1 0,-1-1 0,1 1 0,-1-1 0,1 1 1,-1-1-1,1 1 0,-1-1 0,1 1 0,0-1 0,-1 1 0,1 0 0,0 1 2,0-1 0,-1 0-1,1 1 1,0-1-1,1 0 1,-1 1-1,0-1 1,0 0-1,0 1 1,1-1-1,-1 0 1,1 1 0,-1-1-1,1 0 1,0 1-1,84 134 360,-14-27-72,-35-47-167,96 184 619,-25-5-175,-89-197-510,1-1 0,2-1 0,33 49 0,-48-85-52,0 1-2,3 24 29,-8-25-24,2-1-14,9-5 60,-8 0-31,-3 0 229,0 5-249,0 0 0,0 0 1,0 0-1,1-1 0,0 1 0,0-1 0,0 1 1,0-1-1,1 1 0,-1-1 0,1 0 0,0 0 0,4 3 1,10 16 3,29 47 1,81 92 1,-117-149-6,-10-12-2,1 0-1,-1 0 0,1 0 1,0 0-1,-1 0 0,1 0 1,0 0-1,0 0 0,0 0 1,-1-1-1,1 1 1,0 0-1,0 0 0,1-1 1,-1 1-1,0-1 0,0 1 1,0-1-1,2 1 1,-1-1 32,37 0 497,-29 0-494,0 0 0,0-1 1,-1 0-1,1-1 0,0 0 0,17-6 0,-2-4-10,35-21 0,-51 28-15,184-109 70,71-31-26,315-226-39,-410 246-47,201-193 1,-295 244-172,2-1-270,92-71 0,-141 125-272,2 1-1,0 1 0,1 2 1,1 1-1,1 2 1,0 0-1,41-9 0,106-11-8999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10357,'0'0'11909,"87"0"-9916,19 0-1558,942 10 3313,1039 8-576,-1410-20-2742,-86 2-441,-589-4-293,-2-8-312,0 0-1,0 1 1,-2-1 0,1 1-1,-1-1 1,-1 1-1,-7-18 1,8 24 141,-1 0 0,0 0 0,0 0-1,0 0 1,-1 1 0,0 0 0,0-1 0,0 1 0,0 1 0,-1-1 0,1 1-1,-1 0 1,0 0 0,0 0 0,0 0 0,-1 1 0,-9-3 0,-4 0-2478,0 1 0,0 1 1,-26-1-1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0 14823,'0'0'13019,"-49"57"-12667,49-57-352,-202 248 120,184-224-94,2 0-1,1 1 1,-24 53-1,36-70-20,-113 233 81,98-209-69,-2-1 0,0-1-1,-3-1 1,0 0 0,-36 32 0,57-59-240,0 0 0,0 0 0,1 0 0,-1 1 0,0-1 1,1 0-1,-1 1 0,1-1 0,0 1 0,0-1 0,0 1 1,0-1-1,-1 7 0,2-8 36,0 0-1,0 0 1,0 0 0,0 1 0,0-1-1,1 0 1,-1 0 0,0 0 0,1 1-1,-1-1 1,1 0 0,-1 0 0,1 0-1,-1 0 1,1 0 0,0 0 0,0 0 0,-1 0-1,1 0 1,0 0 0,0-1 0,0 1-1,0 0 1,0 0 0,0-1 0,0 1-1,0-1 1,1 1 0,-1-1 0,0 1-1,0-1 1,0 0 0,0 0 0,1 1-1,1-1 1,57 3-5573,8-3-984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70 309 11493,'0'0'13070,"3"71"-12899,18 228-32,-19-285-125,0-1 0,0 1 0,1 0 0,1-1 0,0 0 0,1 0 0,9 18 0,-10-25-2,0-1 0,1 0 0,-1 0 0,1 0 0,0 0 0,1-1 0,-1 0 0,1 0 0,7 4 0,-6-4-10,0 0 0,1-1 1,-1 0-1,1 0 0,0-1 1,0 0-1,0 0 0,0-1 1,0 0-1,0 0 0,0-1 1,9-1-1,-11 1-12,1-1 0,-1 0-1,-1 0 1,1 0 0,0-1-1,0 0 1,0 0 0,-1 0 0,1-1-1,-1 0 1,0 0 0,0 0-1,0-1 1,0 1 0,0-1 0,-1-1-1,5-4 1,3-9-21,-1-1-1,-1 0 0,-1 0 1,-1-1-1,0 0 1,-2 0-1,0-1 1,5-32-1,-3-5-114,-2-1-1,-2-59 1,-2 51 62,-2-60-10,-1 113 84,0 1 0,-1-1 0,-1 1 0,0 0 0,-1 0 0,-8-22 0,9 30 8,1 0 0,-1 1 0,0-1 0,-1 1 0,1 0 1,-1 0-1,1 0 0,-1 0 0,0 0 0,-1 1 0,1 0 0,-1 0 0,1 0 0,-1 0 0,0 1 0,0 0 1,0 0-1,0 0 0,-6-1 0,-8 0 27,0 0 0,0 2 0,-1 0 1,-20 2-1,5-1 26,29 0-56,-1 0 0,1 1 1,-1-1-1,1 1 0,-1 0 1,1 1-1,-1 0 0,1 0 1,0 0-1,0 1 0,0 0 1,-10 6-1,4 1-78,1 0 0,0 1 0,1 0 1,-12 18-1,13-19-122,2 0 0,-1 1 0,1-1 0,1 2 0,0-1 0,1 1 0,0 0 0,1 0 0,0 1 0,1-1 0,0 1 0,-2 22 0,2 11-2225,2 0 0,5 63 1,13-20-3176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0 1 16696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16696,'470'246'3959,"-459"-240"-3754,-1 1 1,0 0-1,0 1 0,-1-1 1,0 2-1,14 15 0,-21-21-113,0 1 0,0-1 0,-1 1 0,1-1-1,-1 1 1,0 0 0,0-1 0,0 1 0,0 0 0,-1 0-1,1 5 1,-1-6-38,2 11 171,0 0 1,1-1 0,0 1-1,1 0 1,1-1-1,9 20 1,-3-13-25,1-1 1,1 1-1,25 29 1,-20-28-133,0 1-22,33 30-1,-42-44-42,0 0 0,1-1 0,0-1 1,0 0-1,0 0 0,1-1 0,15 5 0,-1-3-26,0-2 0,0-1 0,0-1 1,1-1-1,40-2 0,-46 0-2,-9 0 15,-5 0 6,1 0-1,-1 0 1,1-1-1,0 1 1,7-3-1,-12 2 3,1 0 0,-1 0 0,1 0 0,-1 0 0,0-1 0,0 1 0,0-1 0,1 1 0,-1-1 0,-1 0 0,1 0 0,0 0 0,0 0 0,-1 0 0,1 0 0,-1 0 0,3-5 0,2-9-13,-1 1 0,0-1 0,-1-1 0,-1 1 0,2-33 0,-1-99-215,-4 127 185,1-30-40,0 24 42,-1-1 0,-5-45 0,3 64 38,0 1 0,0 0 0,0-1 1,-1 1-1,0 0 0,-1 0 0,0 1 1,0-1-1,-1 1 0,0 0 0,0 0 1,-11-11-1,6 9 10,-1 0 0,-1 1 0,1 0 1,-1 1-1,0 0 0,-1 1 0,0 1 1,0 0-1,0 0 0,0 1 0,-27-4 0,-8 3 45,-1 1 0,-50 3-1,63 1-44,21 0-54,0 0 1,0 1 0,0 0-1,0 1 1,0 1-1,0 0 1,1 1 0,-1 1-1,1 0 1,0 1-1,1 0 1,-16 11 0,25-14-51,-1 0 0,1 0 1,1 1-1,-1 0 1,0 0-1,1 0 1,0 0-1,0 0 0,0 1 1,0-1-1,1 1 1,0 0-1,0-1 1,0 1-1,1 0 0,-1 0 1,1 0-1,-1 9 1,1 2-713,1 0 1,0 1-1,1-1 1,5 24-1,-6-36 523,1-1 0,0 0 0,0 0 0,0 1 0,0-1 0,0 0 0,1 0 0,-1 0-1,1 0 1,0 0 0,0-1 0,0 1 0,0-1 0,1 1 0,-1-1 0,1 0 0,4 4 0,1-1-451,0-1-1,1 0 1,-1-1 0,16 5 0,-10-4-248,82 24-5380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30 496,'0'0'16973,"-4"-8"-13755,4 7-3116,0 0 1,-1 0-1,0-1 1,1 1-1,-1 0 1,1 0-1,-1 0 1,0 0-1,0 0 1,0 0-1,0 0 1,0 0-1,0 0 1,0 0-1,0 0 1,0 1-1,0-1 1,0 0-1,0 1 1,0-1-1,-1 1 1,1-1-1,0 1 1,-1 0-1,1 0 1,0-1-1,0 1 1,-1 0-1,1 0 1,-2 0-1,-3 2 72,0 0 1,0 0-1,0 0 0,1 0 1,-1 1-1,1 0 0,0 0 1,-5 5-1,-174 139 2082,169-134-2178,-33 32 193,-75 93 0,0 0-60,61-76-156,9-7-69,-101 80-1,34-37-1228,85-62-119,33-34 1181,1 0 0,-1 0 0,1 1-1,0-1 1,0 1 0,0-1 0,0 1 0,0-1 0,0 1 0,1-1 0,-1 1 0,1 0-1,0 3 1,0 1-3754,0-33-9980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9172,'0'0'16152,"457"315"-16120,-418-245-32,-10 0-737,0 35-847,10-18-1202,0 1-1792,-10-36-1729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907 1 8676,'0'0'14665,"-57"77"-13563,-184 257-283,109-137-93,-39 33 498,165-221-1191,-14 17 88,-24 28 0,-21 2 21,38-31-107,18-15-35,-1-1 1,0 0-1,-1 0 1,-22 13-1,-26 12-928,58-33 833,0 0 1,0 0 0,0 0 0,0 0 0,1 0 0,-1 0 0,0 0-1,0 0 1,1 1 0,-1-1 0,1 0 0,-1 0 0,1 1 0,-1-1-1,1 0 1,0 1 0,0-1 0,0 1 0,0-1 0,0 0 0,0 1-1,0-1 1,0 0 0,0 1 0,1 1 0,0 2-430,-2 0-139,3 4-1763,10-8-774,-4-1 2034,58 0-5797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88 6339,'0'0'21194,"-13"54"-20914,-36 169-222,47-212-55,1-1 0,0 0-1,1 1 1,0 11-1,1-19 0,-1 1-1,1-1 1,0 1-1,0-1 0,1 1 1,-1-1-1,3 4 0,-4-6 0,8 14 6,0-1 1,18 26-1,-22-35-5,1 0-1,0 0 0,-1-1 0,2 1 0,-1-1 1,0 0-1,1-1 0,0 1 0,0-1 0,0-1 1,7 4-1,4-2-40,-1 0 0,1-1 1,0-1-1,0 0 0,24-1 1,-38-1-1,1 0 0,-1 0 0,1 0 1,-1-1-1,0 1 0,1-1 0,-1 1 0,0-1 1,1 0-1,-1-1 0,0 1 0,0-1 1,4-1-1,-4-1-24,0 1 1,0 0-1,0-1 1,0 0-1,0 0 0,-1 0 1,0 0-1,0 0 1,3-9-1,3-8-142,-1-1 0,-1 0 0,-1-1 0,4-44 0,-5-98-143,-4 144 374,1 9-23,-2-1-1,0 1 1,0-1 0,-1 1 0,0 0 0,-1-1-1,-1 1 1,-4-12 0,5 19-2,1 0 1,-1 1-1,0-1 1,0 1-1,-1 0 0,1 0 1,-1 0-1,0 1 1,0-1-1,0 1 0,0 0 1,-1 0-1,1 0 1,-1 0-1,0 1 0,0 0 1,0 0-1,0 0 1,0 1-1,0 0 0,-7-1 1,-7 0 26,-1 0 0,-20 3 1,10-1 41,22 0-45,-1 1 1,1 0 0,-1 0 0,1 1 0,-1 0 0,1 1 0,0-1-1,0 2 1,0-1 0,0 1 0,-12 9 0,-3 4 67,1 1-1,-26 27 1,22-20-65,-9 9-5,-61 77-1,81-88-28,10-17-5,1 0-1,0 0 1,-1 0-1,0 0 1,-9 6 0,13-11-79,0 0-1,0-1 1,0 1 0,1 0 0,-1 0 0,0 0 0,0-1 0,1 1 0,-1 0 0,0 0 0,1 0 0,-1 0 0,1 1 0,-1-1 0,1 0 0,0 0 0,-1 0 0,1 2 0,0-3 27,0 1 0,1-1 1,-1 1-1,0 0 0,0-1 0,1 1 1,-1-1-1,1 1 0,-1-1 0,0 1 1,1-1-1,-1 0 0,1 1 0,-1-1 1,1 1-1,-1-1 0,1 0 0,-1 0 1,1 1-1,0-1 0,-1 0 1,1 0-1,-1 0 0,2 1 0,7 0-599,-1 1-1,1-2 1,16 1-1,-21-1 456,8 0-282,1 0 0,-1-1 0,0-1 0,0 0 0,-1 0-1,1-1 1,0-1 0,-1 0 0,1 0 0,-1-1 0,-1 0-1,1-1 1,-1-1 0,0 0 0,0 0 0,10-10 0,0-3-1575,32-44 1,-41 49 1350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 1425,'0'0'23402,"-21"33"-21817,21-33-1582,-37 59 491,3 2 0,2 0 1,-27 78-1,24-30-102,5 2 0,-20 145 0,41-161-206,5 135 0,4-156-171,0-74-18,0 0-1,0 0 1,0 1-1,0-1 1,0 0-1,0 1 1,0-1-1,0 0 1,1 0-1,-1 1 1,0-1-1,0 0 1,0 0-1,0 1 1,0-1-1,1 0 1,-1 0 0,0 1-1,0-1 1,0 0-1,1 0 1,-1 0-1,0 1 1,0-1-1,1 0 1,-1 0-1,0 0 1,1 0-1,-1 0 1,0 0-1,0 0 1,1 1-1,-1-1 1,0 0 0,1 0-1,-1 0 1,0 0-1,1 0 1,-1 0-1,0-1 1,0 1-1,1 0 1,-1 0-1,0 0 1,1 0-1,-1 0 1,3-1-42,2 2 4,0-1 1,-1 0-1,1 0 0,0 0 0,0-1 1,-1 1-1,1-1 0,0 0 1,0-1-1,-1 1 0,1-1 0,-1 0 1,0 0-1,1 0 0,-1-1 1,0 0-1,0 1 0,-1-1 0,1-1 1,-1 1-1,1 0 0,2-5 1,4-7-38,0 0 0,-1-1 0,0 0 1,-2 0-1,0-1 0,8-30 1,-8 20 54,-2 1 1,0-1-1,-2 0 1,-1-30-1,-2 55 117,-5 3-58,0-1 1,-1 1 0,1 0 0,0 0-1,0 0 1,0 1 0,0-1-1,0 1 1,0 1 0,0-1 0,0 1-1,-6 5 1,-8 3 17,-18 11-73,0 1 0,1 2 0,-51 46 0,76-60-109,0 0 1,0 1 0,1 0 0,1 0 0,0 1-1,1 0 1,0 1 0,1 0 0,0 0 0,2 1-1,-1-1 1,2 1 0,-5 27 0,3 152-4312,7-133 1962,-1 56-4131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0 8708,'0'0'17419,"-37"72"-16008,-122 240-624,70-109-366,23-58-172,-67 103-100,79-166-162,24-37-161,29-43 64,0 0-1,0 0 1,0 0 0,0 0-1,-1 0 1,1 0-1,0 0 1,-1 0-1,0 0 1,1-1 0,-1 1-1,0-1 1,0 1-1,0-1 1,0 0 0,0 1-1,-3 0 1,2 1 473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1 992,'0'0'20330,"-29"81"-17921,-101 277-808,-32 51 186,129-323-1538,-115 270 233,122-295-511,22-48-111,-1-1-1,0 1 0,-1-1 0,0 0 0,-1-1 0,0 1 0,-1-1 0,0-1 0,-11 11 0,15-17-176,1-1 0,-1 1 0,1 0 0,0-1 0,0 2 0,-3 5 1,3-43-15714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1 8484,'0'0'18792,"-360"455"-17879,292-254-337,-10-9-256,30 1-240,-1-18 0,10-35-80,20-53-48,0-34-80,57-53-5570,50-61-417,-1-79-2241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0 587 6227,'0'0'20585,"263"-184"-20665,-137 123 80,-9 0 0,-30 17-320,-9 9-1025,-10-9-767,-39-8-1106,-29 8-2513,0-17-2096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0 13030,'0'0'14383,"71"34"-13951,-71-34-432,288 143 253,-275-137-240,-1 1-1,-1 1 1,0 0-1,11 11 1,-20-18-11,-1 1 1,1-1 0,-1 1 0,0 0 0,1 0-1,-1-1 1,0 1 0,0 0 0,0 0 0,0 0-1,-1 0 1,2 5 0,1 14 5,-1 1 0,-1 0 0,-1 0 0,-5 38 0,5-57-9,-1 0-1,1 0 1,-1 0-1,0 0 1,0 0-1,0 0 1,0 0 0,-1 0-1,1 0 1,-1 0-1,0-1 1,0 1-1,0-1 1,0 1 0,0-1-1,-3 3 1,-2 0-14,-1 0 1,1-1 0,-1 0 0,-10 4-1,13-5 4,-62 23-179,41-17 4,1 2-1,-43 23 1,66-33 185,0 0 1,0 0 0,1 1 0,-1-1 0,1 1 0,-1-1 0,1 1 0,-1-1 0,1 1-1,0 0 1,0 0 0,0 0 0,0-1 0,0 1 0,0 0 0,1 0 0,-1 0-1,1 0 1,-1 1 0,1-1 0,0 0 0,-1 2 0,2-1 5,-1 1 0,1-1 0,-1 1 0,1-1 0,0 0 0,0 1 0,0-1 0,1 0-1,-1 0 1,1 0 0,0 0 0,0 0 0,3 3 0,13 13-3,1 0-1,1-2 1,24 16-1,9 9 9,15 15 41,121 112 288,-186-166-313,-1 1 1,0-1-1,0 1 0,0 0 1,0-1-1,-1 1 1,1 0-1,-1 0 1,0 0-1,0 0 0,-1 0 1,1 0-1,-1 0 1,0 0-1,0 6 0,0-6 2,-1 0-1,1 0 0,0-1 0,-1 1 0,0-1 0,0 1 0,0 0 0,0-1 0,-1 0 0,1 1 0,-1-1 0,0 0 0,0 0 0,0 0 0,0 0 0,-1 0 0,-3 3 1,-8 3 47,-1-2 1,-1 0 0,-20 7 0,28-11-51,-459 129 428,309-102-500,114-24-57,0 2 0,1 2-1,0 1 1,-65 28 0,99-35-20,0 1 0,1 0 0,0 0 0,0 1 0,0 0 0,0 0 0,1 1 0,-11 13 0,15-15-155,0-1 0,0 1 1,1-1-1,-1 1 0,1 0 0,0 0 0,-1 7 0,2-7-346,0 1-1,0-1 1,1 0 0,0 0-1,0 1 1,0-1 0,1 0-1,1 7 1,14 32-9259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18056,'0'0'4066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837 0 4322,'0'0'21450,"-554"508"-20442,466-377-463,30-35-273,9-43-272,20-1 0,10-17-561,9-17-623,10 17-529,0-18-1072,-29-17-8628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0 648 19161,'0'0'6307,"506"-315"-5059,-273 210-415,-19 26-449,-20 0-304,-48 44-80,-49 0-336,-48 35-593,19 0-591,-19 0-1234,-20 0-1103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0 11301,'0'0'13516,"-2"95"-12708,-8 313-493,7-321-241,-30 166-1,24-200-65,-28 139-3,33-157-136,4-29-66,10-6-700,444-9 993,-397 9-29,-56 0-62,1 0-1,0 0 1,-1 0-1,1 1 1,0-1-1,-1 0 1,1 1-1,0-1 1,-1 1-1,1-1 1,0 1-1,-1 0 1,1 0-1,-1 0 1,0 0 0,1 0-1,-1 0 1,0 0-1,1 0 1,-1 0-1,0 1 1,0-1-1,0 0 1,0 1-1,0-1 1,-1 1-1,1-1 1,0 1-1,-1-1 1,1 1-1,0 2 1,1 5 35,-1 0-1,0 0 1,-1 1 0,-1 16 0,0-4 30,2 11 38,-1 7 130,-6 53-1,4-79-189,0-1 0,-1 1 0,-1-1 1,0 0-1,-1 0 0,0 0 0,-13 21 0,-7-1 10,0 0 0,-3-2 0,0-1-1,-2-1 1,-40 29 0,41-36-42,-1-2 0,-1-1 1,0-2-1,-48 19 0,-139 37-76,178-63-75,1-1-1,-77 5 1,-79-9-1365,165-5 1072,23 0 176,0 0-1,0 0 1,0 0 0,0-1 0,0 0 0,1-1 0,-1 1-1,0-1 1,-9-4 0,13 3 22,0 1-1,0 0 1,0-1-1,0 0 1,1 1 0,-1-1-1,1 0 1,0 0 0,0 0-1,0-1 1,0 1-1,1 0 1,-1-1 0,1 1-1,0-1 1,0 0-1,0 1 1,0-5 0,-3-13-2015,2 0 1,1-36-1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6867,'0'0'17160,"476"9"-17640,-379 87-1953,-29 18-2482,-9-9-3472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128 293 19161,'0'0'7392,"-2"79"-6420,0 20-795,14 130 0,-11-219-169,1 0-1,0 0 0,1-1 0,0 1 0,0 0 0,1-1 0,0 0 0,7 10 0,-7-14-3,0 1 0,1-1-1,-1-1 1,1 1 0,0-1-1,0 1 1,11 5 0,-3-1-4,2-1 0,-1 0 1,1-1-1,0-1 0,0 0 0,1-1 1,0-1-1,0 0 0,0-1 0,25 1 0,104-3-264,-142 0 240,1-1 0,0-1-1,-1 1 1,1 0 0,-1-1-1,1 0 1,-1 0 0,1 0-1,-1 0 1,1 0 0,-1-1-1,0 0 1,0 1 0,1-1-1,4-5 1,-4 3 4,0-1 1,0 0-1,-1 0 0,1-1 0,-1 1 0,-1 0 1,1-1-1,-1 0 0,3-8 0,2-14-4,-1 1 1,-1-1-1,2-54 0,-7-100-63,-1 97 5,1-62 50,0 129 32,0 1 0,-2-1 0,0 1 0,-6-25 0,6 34 1,-1 1 0,0-1 0,0 1-1,-1 0 1,0 1 0,0-1 0,0 0 0,-1 1 0,0 0 0,0 0 0,-8-5 0,7 5 13,-2 1 1,1 0-1,0 1 1,-1-1-1,0 2 1,0-1-1,0 1 1,-1 0-1,1 1 0,-1 0 1,1 0-1,-1 1 1,0 0-1,0 1 1,1-1-1,-1 2 1,0-1-1,0 1 1,1 1-1,-1 0 0,1 0 1,-1 0-1,-13 7 1,13-3 20,1 1 0,0 0 0,0 1 0,0 0 0,1 0 0,0 1 0,1 0 0,-7 12 0,-32 51-74,4 3 1,3 1 0,3 2 0,3 1-1,5 1 1,2 2 0,4 0 0,-15 132-1,18 346-2838,18-434 1798,0 256-3718,0 3-3553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1013 1 3282,'0'0'20588,"-86"0"-20348,-263 8 88,335-7-280,1 1 0,-1 0 0,0 1 0,-20 7 0,31-9-19,0 1 0,0-1 0,0 1 0,0 0 0,0 0 0,0 0 0,0 0 0,1 1-1,-3 2 1,4-4-14,-16 15 248,12-11-156,0-1 0,1 0 0,0 1 0,0 0 1,0 0-1,0 1 0,1-1 0,-4 8 0,0 2 63,3-8-124,1-1 0,0 1 0,1 0-1,-1 0 1,1 0 0,1 0-1,-1 1 1,0 9 0,1 19-43,0-27-6,0 0 0,1 0 0,0-1-1,1 1 1,-1 0 0,2 0 0,-1 0 0,1-1 0,0 1 0,1-1 0,0 1 0,1-1 0,7 14 0,2-4 0,1-2 1,1 1-1,0-2 1,1 0-1,0-1 1,23 15-1,125 75 12,-123-79-5,93 53-6,119 75 67,-184-107-23,98 85-1,-154-119-30,-1 0 0,0 0 0,0 1-1,12 19 1,-20-25 16,0 0 1,-1 0-1,1 0 0,-2 1 1,1-1-1,-1 1 0,0 0 1,0 0-1,-1 0 0,0 0 1,0 10-1,-1 5 112,1-13-59,-1 0 1,0 0-1,-1 0 0,-2 13 1,2-20-60,0 1 0,-1 0 0,1-1 1,-1 1-1,1-1 0,-1 1 0,0-1 1,-1 0-1,1 0 0,0 0 0,-1 0 0,0 0 1,0-1-1,1 1 0,-5 2 0,-5 2 16,0 0-1,-1-1 1,0-1 0,1 0-1,-27 7 1,-84 10 50,-60-8-257,-210-11 0,216-5-458,50 2-459,-38 0-1779,50 0-8839,85 0 590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0 205 528,'0'0'22491,"514"-205"-22299,-400 205-192,-29 0-48,-28 64-112,-14 26-129,-14 13-591,13-1-1249,-27-37-2481,-15-53-3762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9941,'0'0'17392,"48"141"-16886,152 454-297,-108-309-159,-77-236-38,39 155 46,-52-157-18,-2-43-34,0 0-1,0 0 1,0 0-1,0 0 1,1 1-1,0-1 1,0 0 0,0 0-1,3 6 1,-3-10-7,0 0 1,0 1 0,0-1 0,0 0 0,0 0-1,1 0 1,-1 0 0,1 0 0,-1 0 0,0 0-1,1 0 1,2 0 0,-4-1 0,4 3-37,0-4-71,3 2 75,-3-14-403,5-200-307,-2 75 646,34-208-130,-34 309 189,1 1 0,2 0 0,2 1 0,1 0 0,2 1 0,1 1 0,29-44 0,-43 72 40,3-3-8,0 0-1,1-1 0,0 2 1,8-9-1,-12 14 17,0 0 1,1 0-1,-1 1 1,1-1-1,-1 1 1,1-1-1,0 1 1,0 0-1,0 0 1,-1 0-1,1 1 0,0-1 1,0 1-1,0-1 1,0 1-1,4 0 1,-6 0-1,0 0 1,0 1-1,0-1 1,0 0-1,0 1 1,0-1-1,0 0 0,0 1 1,0-1-1,0 1 1,0 0-1,0-1 1,-1 1-1,1 0 1,0-1-1,0 1 1,0 0-1,-1 0 0,1 0 1,-1 0-1,1 0 1,0 0-1,-1-1 1,1 3-1,24 41 168,-2 1 1,-2 1-1,22 72 0,-31-84-90,141 434 817,-83-245-639,-67-214-256,56 155 159,-46-137-120,29 43 0,-35-60-41,-2-2-3,0 0-1,0 0 0,1 0 1,1-1-1,-1 0 0,1 0 1,10 8-1,-12-13-7,0 1 1,0-1-1,0 0 0,1 0 1,-1 0-1,0-1 0,1 0 1,-1 0-1,1 0 0,-1-1 1,12 0-1,-14 0-8,0 0 1,0 0-1,0 0 0,0 0 1,0-1-1,0 0 0,0 1 1,0-1-1,-1 0 0,7-3 1,-4 1 7,1-1 1,-1 0 0,0 1 0,0-1-1,-1-1 1,1 1 0,-1-1-1,0 0 1,0 0 0,0 0 0,-1 0-1,4-10 1,10-21 5,12-45-1,-8 21 7,3-6 5,38-110 25,-17-2-27,-24 89-13,41-146-15,-22 36-11,-25 148-1,26-61 0,-18 52-60,-9 22-54,-12 31-124,-2 18-3488,0 51-784,0 45-3156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64 14375,'0'0'11784,"71"-10"-11560,231-33-56,-267 38-119,65 0 1,-95 5-45,0 1 0,1 0 1,-1 0-1,0 0 0,0 0 1,0 1-1,0 0 0,0 0 1,0 0-1,0 1 0,-1 0 1,8 5-1,-8-5 18,0 1 1,0-1-1,-1 1 0,1 0 1,-1 0-1,0 0 0,0 0 1,-1 1-1,1-1 0,-1 1 1,0-1-1,0 1 0,0 0 1,-1 0-1,2 8 0,-1 5 81,0 1 0,-2 0 0,-1 20-1,1 0-32,0-26-55,-6 163 99,2-147-112,0 0 0,-2 0 1,-1 0-1,-14 33 0,5-22-6,-3 0 0,0-2 0,-35 49 0,36-61-18,-1-1 1,-1-2 0,-2 0 0,0-1 0,-40 31-1,32-33-75,-39 19-1,52-30 61,-5 3-17,0-2 0,0 0 0,-1-2 0,-47 12 1,20-12-84,-65 1 0,-74-6-350,115-4 46,69 1 338,6-6 101,0 0 0,0 0 0,-1-1 0,0 1 0,-1-7-1,1 6 22,-1 0 0,1 1 0,1-1 0,-1 0 0,3-6 0,-1 5 12,1 1 0,0 0 0,1 0 0,-1 0 0,1 1 0,1-1 1,-1 1-1,1 0 0,0 0 0,1 1 0,-1-1 0,1 1 0,0 0 0,1 1 1,9-6-1,8-4 149,1 1 1,53-19 0,-47 22-49,0 2 0,0 1 0,0 1-1,35-1 1,124 2 274,-147 5-304,85-1 150,170 4 102,-280-2-400,0 1 1,0 0-1,0 2 1,-1 0-1,1 0 1,-1 2-1,0 0 1,0 1-1,-1 1 0,1 0 1,-2 2-1,21 14 1,-30-19-178,-1 0 0,1 0 1,-1 0-1,0 1 0,0 0 0,-1 0 1,0 0-1,5 9 0,11 18-1603,20 16-2779,-38-46 4040,-1-1 1,0 1-1,0 0 1,0 0-1,0-1 0,0 1 1,0 0-1,-1 0 1,1 0-1,-1 0 1,0 0-1,0 4 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65 16327,'0'0'11128,"-55"90"-10957,55-90-171,-209 370 45,205-362-44,0 1-1,0-1 1,1 1-1,0 0 1,1 0-1,0 0 0,0 1 1,1-1-1,-1 12 1,3-19-1,-1 0 0,0 0-1,1 0 1,0 0 0,-1 0 0,1 0 0,0 0 0,0 0 0,0 0 0,0 0 0,0 0 0,1 0 0,-1-1-1,1 1 1,-1-1 0,1 1 0,-1-1 0,1 1 0,3 1 0,5 4-1,1-1-1,0 0 1,0 0 0,1-2 0,-1 1-1,1-1 1,0-1 0,0 0 0,13 2-1,17-1-11,59-2 0,-91-2 9,9 1-1,-8-1-3,0 0 1,0 0-1,20-4 1,-27 3-1,0 0 1,0 0 0,0 0-1,-1-1 1,1 0 0,0 1 0,-1-1-1,1-1 1,-1 1 0,0 0 0,0-1-1,0 0 1,0 0 0,0 0-1,3-4 1,3-10-59,1-1 0,11-32 0,-14 32 19,0 1 2,4-10-146,16-55 0,-20 35-535,-3 1-1,-1-1 1,-6-63-1,2 35-1460,2 44 575,-1 26 1084,1 0 0,0 0 1,-1 0-1,0 0 1,0 1-1,-1-1 0,0 0 1,1 0-1,-1 0 1,-1 0-1,1 1 0,-1-1 1,-3-6-1,2 9-21,0-1 0,-1 1 0,1 0 0,-1 0 0,0 1 0,0-1-1,1 1 1,-1 0 0,0 0 0,-7-1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0 796 1217,'756'-796'16455,"-756"835"-13830,0 153-1296,0 65-401,0 25-31,0 13-465,0 1-192,0-40 16,0-38-192,0-25-64,-43-39-288,0-39-1425,15-38-1328,-44-38-2178,1-39-2448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4962,'0'0'21674,"599"385"-21674,-471-333-128,-28-14-848,-43 13-993,0-38-624,-14-13-2434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52 10725,'0'0'14425,"133"-9"-14299,411-25-212,-363 26-421,-169 8-50,-12 36 89,1-28 461,-1 1 0,0 0 0,-1 0 1,0 0-1,0-1 0,-1 1 0,0 0 0,0-1 0,-5 10 0,-2 2 25,0 0 0,-2-1 0,0-1 0,-1 0 0,-18 21 0,-82 84-2,104-115-19,-70 73-326,-5-4 0,-2-4 0,-108 71 0,163-124 36,-128 80-997,133-87 493,1-2-1,-1 0 1,-1-2-1,-50 13 1,26-18-2637,7-4-1328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10869,'0'0'14465,"21"132"-12643,72 454-522,-62-374-699,6 346 1,-33 426-343,-5-580-998,1-393-115,0-28-146,0-781-1826,-1 765 2857,1 0-1,2 1 0,2-1 1,8-37-1,-7 53 30,2 0 0,0 0 0,1 0 0,0 1 0,2 1 0,0-1 0,1 2 0,0-1 0,1 1 0,19-17 0,-13 15 102,0 1 0,2 1 0,0 1 0,0 0 0,1 2 0,1 0 0,30-10 0,-14 8 161,0 3 1,0 1 0,72-7-1,121 10 269,-187 6-536,-38 0-64,-2-1-48,1 1 0,-1 0 0,1 0 0,-1 0 0,1 0 0,-1 1 0,1 0 0,-1 0 0,1 0 0,-1 0 0,0 1 0,0 0 0,1 0 0,-1 0 0,0 0 0,-1 0 0,1 1 0,0 0 0,-1 0 0,7 6 0,75 111-6059,-42-69-1177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1556 0 12246,'0'0'13977,"-128"114"-13148,-419 369-188,252-224-137,103-107-197,189-150-304,-165 114 166,149-105-163,-1-1-1,1-1 1,-1-1 0,-1-1 0,0 0 0,0-2 0,-23 4-1,13-7-159,26-5-104,5-16-135,0-227-1515,-1 235 1848,1 1 1,0-1-1,1 0 0,0 0 0,1 0 1,0 0-1,0 1 0,1-1 0,8-18 1,-4 18 27,0 1-1,0 0 1,1 0 0,1 1 0,-1 0 0,2 0 0,10-7 0,1 0-17,1 2 0,43-22 0,-11 12 26,1 3 0,66-17 0,-38 17 70,2 4 0,0 4-1,151-4 1,135 6 113,-371 11-162,0 0 1,1 0-1,-1 0 0,0 0 0,0 0 1,0 0-1,0 0 0,0 0 0,1 0 0,-1 0 1,0 1-1,0-1 0,0 0 0,0 0 1,0 0-1,0 0 0,1 0 0,-1 0 0,0 0 1,0 1-1,0-1 0,0 0 0,0 0 1,0 0-1,0 0 0,0 0 0,0 1 0,0-1 1,0 0-1,0 0 0,0 0 0,1 0 1,-1 1-1,0-1 0,0 0 0,-1 0 0,1 0 1,0 0-1,0 1 0,0-1 0,0 0 1,0 0-1,0 0 0,0 0 0,0 0 0,0 1 1,0-1-1,0 0 0,0 0 0,-1 0 1,1 189-2648,0-66-3266,0-103 4319,0 14-4572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15911,'0'0'9258,"0"165"-7604,12 1108-104,-5-831-1339,13-31-145,-16-10-28,-1-99-12,9 642-87,-12-942 8,10-2-1519,3 0-1136,99 0-3876,-19 0-107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1369 74 5939,'0'0'16669,"-88"-17"-15311,-275-39-529,353 55-798,-1 1 0,1 0 0,0 1 0,0 0 0,0 0 0,0 1 0,0 0 0,-11 5 0,17-6-11,1 1 0,-1 0 0,0 1 0,1-1 0,0 1 0,-1-1 0,1 1 0,0 0 0,1 0 0,-6 7 0,-7 11 141,0 0-1,-20 41 1,31-51-115,-1 0 0,2 0 1,-1 1-1,1-1 1,1 1-1,0-1 0,1 1 1,0 11-1,1 5 19,-1-3 0,1 1-1,2-1 1,5 25 0,-5-40-45,0 0 0,1-1 0,1 0 0,0 0 1,0 0-1,1 0 0,0-1 0,0 1 0,1-1 1,0 0-1,9 8 0,14 12 51,2-2 0,1-1 0,49 30 0,116 57 125,-113-65-135,37 19-2,-93-53-46,29 17 20,-52-26-28,0 0 1,0 0-1,0 1 1,-1 0 0,5 5-1,1 3 10,10 3 12,-18-15-22,1 1 0,-1-1 1,0 1-1,0 0 0,1 0 1,-1 0-1,0 0 0,-1 0 0,1 0 1,0 0-1,-1 1 0,1-1 1,-1 1-1,1-1 0,-1 1 1,0-1-1,0 1 0,0 0 1,-1 0-1,1-1 0,-1 1 1,1 5-1,-1 0 5,1-6-4,-1 0 0,0 0 1,1 1-1,-1-1 0,0 0 1,-1 0-1,1 0 0,0 1 1,-1-1-1,1 0 1,-1 0-1,1 0 0,-1 0 1,0 0-1,0 0 0,0 0 1,0 0-1,0 0 0,-1 0 1,1-1-1,-1 1 1,1 0-1,-1-1 0,1 1 1,-1-1-1,-2 2 0,-58 29 155,17-11-84,-92 50 16,60-41-140,0-2-1,-154 32 1,-169 3-1185,144-40-910,87-20-3135,168-3 5131,0 1 1,0-1-1,0 0 1,0 0-1,0 0 1,0 0-1,0 0 1,0 0-1,0 0 1,0 0-1,0 0 1,0 0-1,0-1 1,0 1-1,0 0 1,0-1-1,0 1 1,0-1-1,0 1 1,0-1-1,0 1 1,0-1-1,1 0 1,-1 1-1,0-1 1,0 0-1,1 0 1,-1 0-1,0 1 1,1-1-1,-1 0 1,1 0-1,-1 0 1,1 0-1,0 0 1,-1-1-1,-1-16-1842,0-1-1,1-30 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11525,'0'0'14727,"556"39"-14727,-528 51-560,-28 12-961,29 14-960,-29-14-2561,0-12-2834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16584,'0'0'9252,"684"-25"-9252,-584 25-913,0 0-895,-29 0-834,-42 0-2048,-29-26-2705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1 648 3986,'138'-519'7030,"-133"496"-5894,-1 0 0,2-34 0,-6 56-944,0-1 1,0 0 0,0 1-1,0-1 1,0 1-1,0-1 1,0 0-1,-1 1 1,1-1-1,-1 1 1,1-1-1,-1 1 1,0-1-1,-4-1 3682,4 11-2918,0 22-468,9 105 728,38 119-335,-5-42-606,31 344 58,-51-161 9,-21 6 217,-2-160-379,2-234-298,111-7-1797,-100-1 1750,-1 1 1,1-2-1,-1 1 1,0-2-1,1 1 1,-1-1-1,0-1 1,-1 0-1,12-6 1,5-5-1040,44-33 0,-5 2-1976,4 1-2756,-53 30 1721,27-30 1,-43 45 4135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65 7331,'0'0'20821,"-43"55"-20592,-128 187-106,165-233-121,0 1 1,1 0 0,0 0-1,1 0 1,0 1 0,1 0-1,0-1 1,1 1 0,0 0-1,0 0 1,2 1 0,-1 12-1,1 177-18,0-195-32,5-38-1830,16-47 540,46-110 0,-10 31 130,-36 77 557,-18 63 511,1 0 0,1 0 0,0 1 0,2 0-1,14-30 1,-16 41 133,-1 0 1,1 0-1,0 0 0,10-8 0,-15 13 22,0 1 0,1-1 0,-1 1 0,0 0 0,1-1-1,-1 1 1,1-1 0,-1 1 0,1 0 0,-1-1 0,1 1 0,-1 0 0,1 0 0,-1-1 0,1 1 0,-1 0 0,1 0 0,-1 0 0,1 0 0,0 0 0,-1-1 0,2 1 0,17 0 1268,-19 0-1226,1 0 0,-1 1 0,1-1-1,-1 0 1,1 0 0,-1 0 0,1 0 0,-1 0-1,1 1 1,-1-1 0,1 0 0,-1 0 0,1 1 0,-1-1-1,1 0 1,-1 1 0,0-1 0,1 1 0,-1-1-1,1 0 1,-1 1 0,0-1 0,0 1 0,1-1 0,-1 1-1,0 0 1,104 145 2476,-46-61-1928,-16-27-392,28 40-61,-55-72-141,-5-9-39,0-1-1,14 17 0,-10-9-390,-13-21 191,0-1 0,0 1 0,1-1 0,-1 1 0,0-1 1,1 0-1,-1 0 0,1 1 0,0-1 0,0 0 0,0-1 0,0 1 0,0 0 0,0 0 0,0-1 0,1 0 0,2 2 0,16-1-4384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5747,'0'0'17816,"470"-51"-17672,-341 51-144,-30 0-865,1 0-399,0 13-977,-43-13-2625,-43 0-1889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1857,'0'0'23461,"5"139"-22740,18 462-345,-1-296-210,-18-248-129,14 682 252,-19-567-290,1-170-149,5-2-471,19 1-738,-14 0 642,0 0 0,0-1-1,-1 0 1,1 0 0,0-1-1,-1-1 1,1 1 0,16-7-1,-17 4-120,-1-1-1,0 0 1,-1 0-1,1-1 0,12-11 1,-14 9-655,0 1 1,0-1 0,-1 0-1,7-13 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19321,'0'0'8393,"105"-21"-8340,327-71-122,-311 60-92,-73 11-73,-43 18 174,-1 0 0,0 0 0,0 0 0,0 0 0,0 0 0,0-1 0,-1 0-1,1 0 1,-1 0 0,0 0 0,0 0 0,-1-1 0,1 1 0,-1-1 0,3-6 0,-3-1-170,0 1 1,0 0 0,-1-1-1,0 0 1,-2-13-1,1 10-36,0 14 258,0 1-1,0-1 0,0 1 0,0-1 0,0 1 1,0-1-1,0 0 0,0 1 0,0-1 1,0 1-1,0-1 0,0 1 0,-1-1 1,1 1-1,0-1 0,0 1 0,-1-1 1,1 1-1,0-1 0,-1 1 0,1 0 0,0-1 1,-1 1-1,1-1 0,-1 1 0,1 0 1,-1-1-1,-20 0-64,8 1 23,-140-2-197,-231 6 1353,375-4-1002,0 1 1,1-1-1,-1 2 0,1-1 1,-1 1-1,1 1 0,0-1 0,-1 1 1,1 1-1,1-1 0,-15 10 0,21-12-62,0 1 0,0-1-1,0 0 1,0 0 0,0 1-1,1-1 1,-1 0 0,0 1-1,1-1 1,0 1 0,-1-1-1,1 0 1,0 1 0,-1-1-1,1 1 1,0-1 0,0 1-1,0-1 1,0 1 0,1-1-1,-1 1 1,1 1 0,0 8 139,-2 31 115,0-4-17,9 72 0,-6-97-238,0 0 1,2 0 0,-1 0-1,2-1 1,0 1-1,0-1 1,1 0-1,1-1 1,9 14 0,13 9 83,0-1 1,2-2 0,2-1 0,1-1-1,1-2 1,52 31 0,-58-41-136,0 0-1,1-3 1,1 0-1,0-2 1,1-1-1,0-2 1,0-1 0,1-1-1,0-2 1,38 1-1,-40-6-231,38-1-911,-64 1 995,0 0 0,0-1 0,0 0 0,0-1-1,-1 1 1,1-1 0,0 1 0,-1-2 0,0 1 0,6-3-1,-3-2-323,0 0 0,-1 0-1,1-1 1,-1 1 0,-1-1-1,0 0 1,0-1 0,0 0-1,-1 1 1,3-11 0,24-43-7184,-26 55 5692,1 0-1,0 0 0,1 1 1,7-7-1,-14 13 1924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96,'0'0'25601,"-24"118"-24011,-73 376-733,62-274-540,34-211-306,-6 39 23,4-27-87,0 0 1,1 0-1,1 1 0,3 31 0,-3-53 24,0-1-1,1 1 0,-1 0 0,0 0 1,1 0-1,-1-1 0,0 1 1,1 0-1,-1-1 0,1 1 1,-1-1-1,0 1 0,1 0 0,-1-1 1,1 1-1,-1-1 0,1 0 1,0 1-1,-1-1 0,1 1 1,-1-1-1,1 0 0,0 1 0,0-1 1,-1 0-1,1 1 0,0-1 1,0 0-1,0 0 0,-6-31-178,1 1-1,2-1 1,1 0-1,3-33 1,-1 39 92,-2-85-318,0 26 284,11-115 1,-7 187 157,0 1 0,1-1 0,1 1 1,0 0-1,0 0 0,1 0 0,1 1 0,7-13 1,1 3 50,2 1 1,30-32 0,-27 31 36,1 1-1,1 2 1,1 0 0,47-30-1,-55 41-13,1 0-1,0 1 1,0 0 0,0 1-1,1 1 1,0 0-1,0 1 1,0 1-1,32 0 1,-46 2-68,-1 0 0,0 0 0,1 0 0,-1 0 0,1 0 0,-1 0 0,0 1-1,1-1 1,-1 0 0,0 1 0,0-1 0,1 1 0,-1-1 0,0 1 0,0 0 0,0 0 0,0-1 0,1 1 0,-1 0 0,0 0 0,-1 0 0,1 0-1,0 0 1,0 0 0,0 1 0,-1-1 0,1 0 0,0 0 0,-1 1 0,1 1 0,1 5 45,-1 1 1,0-1 0,0 1-1,-2 15 1,1-7 21,0 663 1536,0-636-1597,-2-1 1,-1 1 0,-14 57 0,11-76-45,-2-1 1,0 1 0,-2-2 0,-1 1-1,0-1 1,-27 38 0,28-47-170,0 1-1,-2-2 1,0 0 0,0 0 0,-1-1 0,-1 0 0,0-1-1,0-1 1,-1 0 0,0-1 0,-1-1 0,0 0-1,0-1 1,-1-1 0,0 0 0,0-2 0,-1 0 0,1 0-1,-1-2 1,1 0 0,-29-1 0,-25-1-3379,70 0 3480,1 0 1,-1 0 0,1 0 0,-1 0-1,1 1 1,-1-1 0,1 0 0,-1 0 0,1 0-1,0 0 1,-1 0 0,1 0 0,-1 0-1,1 0 1,-1 0 0,1-1 0,-1 1-1,1 0 1,-1 0 0,1 0 0,0 0 0,-1-1-1,1 1 1,-1 0 0,1 0 0,0-1-1,-1 1 1,1 0 0,0-1 0,-1 1 0,1 0-1,0-1 1,-1 1 0,1-1 0,0 1-1,0 0 1,0-1 0,-1 1 0,1-1 0,0 1-1,0-1 1,0 1 0,0-1 0,0 1-1,0-1 1,0 1 0,0 0 0,0-1 0,0 1-1,0-1 1,0 1 0,0-1 0,0 1-1,0-1 1,1 1 0,-1-1 0,0-79-5725,0-31-75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0 578 7876,'0'0'17384,"784"-244"-17032,-727 244-208,0 0-144,-28 0-128,-15 0-1185,-14-13-976,14-51-800,-14-39-2178,0-51-1840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0 10613,'0'0'16439,"0"847"-15190,28-462-657,-28 26-400,0-14-112,0-37-80,0-27 0,-57-63-240,0-39-448,-14-39-849,0-50-1344,-29-78-1953,0-64-4371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1255 0 5106,'0'0'19935,"-107"116"-19311,-349 374-408,206-242-157,-30-30-265,258-203-27,-33 19-1,47-31 157,1 1 1,0-1 0,-1-1-1,1 1 1,-1-1-1,0-1 1,0 1 0,-14-1-1,20-1-83,4 0-443,685 0 1099,-662 0-410,1 0-1,-1 1 1,0 2-1,0 0 0,-1 2 1,38 11-1,-59-14-99,1-1 1,-1 1-1,0 0 0,0 0 1,0 0-1,0 0 1,0 0-1,0 1 0,0-1 1,-1 1-1,1 0 0,-1 0 1,0 0-1,0 0 0,0 0 1,0 0-1,-1 0 0,1 1 1,-1-1-1,2 7 0,-1 2-525,-1-1-1,0 0 0,0 0 0,-1 0 0,-2 13 0,0 6-3265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 12902,'0'0'14214,"128"872"-12869,-128-474-641,0 13-367,0-26-225,0-39-112,0-38-64,-28-77-497,-72-51-847,0-39-1842,-57-64-3009,-42-51-5778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15127,'0'0'11797,"813"436"-11797,-614-436-192,-13 0-640,-44-12-1137,-14-117-1265,1-25-3377,-58 0-4898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1 1585,'0'0'25617,"86"51"-24758,263 169-520,-332-208-314,0 0 0,-2 1 0,25 27 0,-36-36-16,-1 0 0,-1 0 0,1 0 1,-1 0-1,1 0 0,-1 1 0,0-1 0,-1 1 1,2 6-1,1 10 29,-1 0 1,-1 0 0,-1 1-1,-1-1 1,0 0 0,-2 0 0,-6 28-1,6-38-38,-1 0 0,0 0 1,-1 0-1,0-1 0,-1 0 0,0 1 0,0-2 0,-1 1 0,-1-1 0,1 0 0,-2 0 0,-10 10 0,-4 1-33,-1-1-1,-1-2 0,-42 24 1,9-9-351,-1-2 1,-2-3 0,0-3-1,-2-3 1,0-2 0,-1-3-1,-1-2 1,0-4-1,-130 5 1,21-15-3141,171 0 3474,1 0-1,0 0 1,-1 0 0,1 0 0,0 0 0,-1 0-1,1 0 1,0 0 0,0 0 0,-1-1 0,1 1-1,0-1 1,0 1 0,-1-1 0,1 1 0,0-1-1,0 0 1,0 0 0,0 1 0,0-1 0,0 0-1,0 0 1,0 0 0,0 0 0,1 0 0,-1 0-1,-1-2 1,1-1 5,1 1 1,-1-1-1,0 0 0,1 0 1,0 0-1,0 0 0,1-7 0,0-12-51,-1 22 103,0 0 0,0-1 0,1 1-1,-1 0 1,0 0 0,0 0 0,1 0 0,-1-1-1,0 1 1,1 0 0,-1 0 0,1 0 0,-1 0-1,1 0 1,0 0 0,0 0 0,-1 0 0,1 1-1,0-1 1,0 0 0,0 0 0,0 1 0,0-1-1,0 0 1,0 1 0,0-1 0,0 1 0,0-1-1,0 1 1,2-1 0,15-6 146,0 0 0,1 2-1,0 0 1,27-4 0,102-7 897,555 2 2503,-484 15-4046,-219 10-4254,-9-9-2461,-39-2-1998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17400,'0'0'6728,"40"109"-3958,-40-109-2770,164 489 1843,-148-427-1646,-4 1-1,-2 0 0,-3 0 1,-2 67-1,-1 783 544,-5-528-896,1-367 61,0-4-40,0-1 0,-1 1 1,-3 18-1,4-29 62,-1 0 1,0 0-1,0 0 1,0 0 0,0-1-1,0 1 1,-1 0-1,1-1 1,-1 1-1,0-1 1,0 0-1,0 1 1,0-1 0,0 0-1,0 0 1,0 0-1,-1-1 1,1 1-1,-1 0 1,-2 1 0,0-2-381,0 1 0,0-1 1,1 0-1,-1 0 0,0 0 1,0-1-1,0 0 0,0 0 1,0 0-1,0-1 0,-10-1 1,6-5-1282,1-16-94,1-26 346,2 0 0,1-51 0,8-119 1259,-3 201 471,0 0 0,1 0 0,1 1-1,1-1 1,0 1 0,2 0 0,0 0 0,0 0-1,2 1 1,0 0 0,0 0 0,2 1-1,0 0 1,1 1 0,18-19 0,13-12 640,2 2 0,2 2 0,2 2 1,60-37-1,-69 52-494,1 1-1,0 2 1,2 1 0,1 3 0,0 1 0,52-11 0,-82 25-300,1-1 1,0 2-1,27 0 1,-21 2-68,-20-1-41,1 0 0,-1 1-1,1-1 1,-1 0 0,1 1 0,-1-1-1,0 0 1,1 1 0,-1-1-1,0 1 1,1-1 0,-1 1-1,0-1 1,0 1 0,1-1 0,-1 1-1,0-1 1,0 1 0,0-1-1,0 1 1,0-1 0,0 1-1,0 0 1,1-1 0,-2 1 0,1-1-1,0 1 1,0-1 0,0 1-1,0-1 1,0 1 0,0-1 0,-1 1-1,1 0 1,0 10-190,0 25-301,2-10-94,-2-1-1,-1 1 1,-1-1 0,-1 0 0,-10 42-1,6-49-101,-1 0 0,-1-1-1,0-1 1,-1 1 0,-1-2-1,-1 1 1,-15 15 0,-15 11-3414,-63 49-1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7171,'0'0'18577,"152"-8"-17611,492-27-609,-321 27-261,-295 8-88,11-1-16,-1 2-1,1 1 1,47 10 0,-76-10 2,1 1 0,-1 0 0,0 1 1,0 0-1,-1 0 0,1 1 1,-1 1-1,0-1 0,0 1 0,-1 1 1,0 0-1,0 0 0,0 0 1,-1 1-1,0 0 0,5 10 0,-5-7 0,0 1-1,-1 0 0,-1 0 0,0 1 0,0 0 1,-1 0-1,-1 0 0,3 24 0,-3 4-73,-3 62 0,-1-41-37,2-11-32,0-20-237,-1-1-1,-7 48 1,7-73 244,-1 0-1,-1 0 0,1 0 0,-1 0 0,0 0 1,0-1-1,0 1 0,0-1 0,-1 1 0,0-1 1,0 0-1,0 0 0,-1 0 0,1 0 0,-1-1 1,0 1-1,-8 4 0,5-4-484,-1 0 0,0-1 0,0 0 1,0 0-1,-1-1 0,1 0 0,-1-1 0,1 0 0,-1 0 0,-13-1 1,-58 0-6375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1377,'0'0'23381,"22"-8"-23024,-15 4-335,1 1 0,0 1 0,0-1 0,0 1-1,0 0 1,0 1 0,0 0 0,0 1 0,1-1-1,-1 1 1,8 2 0,-4 2 36,0 1 0,-1 1 0,0 0 1,0 0-1,0 1 0,-1 0 0,0 1 0,-1 0 0,11 12 1,291 249 618,-290-251-705,1-2 0,0 0 0,2-1 0,-1-1 0,2-2 0,0 0 0,0-2 0,1 0 0,32 6 0,-35-11-672,-1-1-1,1-1 1,37 0 0,-55-3 432,0 0-1,-1 0 1,1 0 0,0-1 0,-1 1 0,1-1 0,-1 0-1,1-1 1,-1 1 0,0-1 0,1 0 0,-1 0-1,0 0 1,0-1 0,-1 1 0,1-1 0,0 0-1,-1 0 1,1 0 0,-1-1 0,0 1 0,0-1 0,-1 0-1,1 1 1,3-9 0,-1-1-699,-1 0-1,0 0 1,-1-1-1,0 1 1,-1-1-1,1-27 1,-1-98-8795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14 911 10949,'-14'-667'11701,"71"629"-11220,143-39-33,14 12-448,14 1-1729,-57 64-3810,-57 0-5522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1797 0 13574,'0'0'13767,"-855"359"-15224,683-320-1472,-13 38-641,0 13-1008,-15-1-513,0 1 914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1 296 352,'0'0'15367,"727"-142"-12325,-456 91-1154,14 13-399,-28-1-592,-44 13-577,-56 26-224,-57 0-96,-57 0-1249,-29 0-1488,-14 39-3794,0 25-4386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457 117 19625,'0'0'8567,"45"98"-8509,154 302-58,-190-386-1,-1 0-1,2-1 0,0 0 0,0-1 1,23 21-1,-29-30-2,0 0 0,0 0 0,1-1 0,0 1 0,-1-1 0,1 0 0,0 0 0,0-1 0,10 3 0,11 0-115,1-2 1,0 0-1,28-3 1,-19 0-123,-33 2 208,1-1 0,-1 0 1,1 0-1,-1 0 0,1-1 1,-1 1-1,0-1 0,1 0 0,-1 0 1,0 0-1,0 0 0,1-1 1,-1 1-1,0-1 0,-1 0 1,1 1-1,5-5 0,-5 1 5,0-1-1,0 1 0,0 0 1,0-1-1,-1 0 0,0 1 1,0-1-1,-1 0 0,2-10 1,6-53-157,-3-1 1,-4-114-1,-2 109 128,0 50 36,0 1-65,-4-47 0,3 64 64,-1 0 1,1 1-1,-1-1 1,0 1-1,-1-1 1,1 1-1,-1 0 1,0 0-1,-1 0 1,0 0-1,-6-7 1,5 8 13,-1 0 1,1 0-1,-1 0 1,-1 1-1,1 0 1,0 0-1,-1 1 1,0 0-1,0 0 1,0 1-1,0-1 0,0 2 1,-8-2-1,-14-1 12,0 1 0,-36 2 0,-9 1 38,-173 2 255,219 0-309,-1 1 0,1 1 0,0 2-1,0 0 1,1 2 0,0 1 0,0 2 0,1 0-1,0 1 1,1 2 0,1 1 0,0 1 0,-40 34-1,54-41-128,-1 0 0,1 1 0,1 0 0,0 0 0,0 1 0,1 0 0,1 1 0,-12 23 0,14-23-506,1 0 0,0 0 0,-3 21 0,4-12-2712,-1 39 0,4 5-7366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13878,'0'0'12054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2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7031 2312 1185,'0'0'20900,"-57"-26"-19569,11 5-1098,-24-12 116,-1 3-1,-1 3 1,-130-29-1,-989-201 1896,433 148-1281,207 101-352,332 10-539,95-4 0,30 0 2,-1 3 0,-93 15 0,127-4-52,0 3 1,1 2 0,-97 42 0,-170 101 177,294-143-168,-27 14 16,-117 64 90,-110 93 112,105-66-33,-419 287 359,423-284-399,-150 113-1,53 18-139,274-255-37,-178 205 93,140-157-98,25-32 2,-12 14-6,-27 42 0,26-20 8,2 0 0,3 1 1,-29 104-1,12-33 28,31-100-7,2 1 0,1-1 0,0 1 0,0 30 0,4 105 62,3-78-59,-2 197 73,0-247-85,1 0 0,2 0 0,2 0 0,15 58 0,-12-67-6,2 1 0,0-1-1,1-1 1,2 0 0,0-1-1,28 36 1,23 15 43,126 113 0,-130-136-40,1-3-1,72 42 1,143 68 13,-224-128-14,450 212 12,-219-132 37,332 120 66,-376-147-61,190 61 20,519 116 284,-599-173-290,143 33 8,-231-61-59,467 79 21,-431-91-8,-145-20-34,98 8-3,449 92 0,-312-53 0,-229-44 0,325 54 0,-157-45 0,-2 14 0,22 3 0,149 15 0,476 53 0,-597-91 0,-319-27 0,624 47 0,-597-50 0,166 5 0,59 21 0,676 8 0,-745-32 0,670 0 0,-516-6 0,290-27 0,-332-14 0,18 9 0,15-9 0,1 9 0,-6-7 0,144 8 0,-343 23 0,221-2 0,-127 5 0,14-8 0,113-2 0,273-7 0,-258 7 0,31-8 0,-129 5 0,56 10 0,575-42 0,-363 16 0,-55-4 0,-64 3 0,-420 34 0,903-69 0,-728 49 0,1094-136 0,-947 104 0,-24 18 0,-13-6 0,-259 35 0,837-105 0,-531 62 0,159-22 0,-367 48 0,271-47 0,-77-14 0,-115 25 0,306-77 0,-10-37 0,-480 151 0,127-46 0,65-7 0,-1-12 0,1 12 0,454-212 0,-366 116 0,-265 132 0,59-33 0,185-132 0,-246 148 0,-2-4 0,-3-3 0,90-103 0,-132 129 0,-1-1 0,-2-1 0,-2-1 0,-2-2 0,-1 0 0,29-87 0,-33 67 0,-2-1 0,-3 0 0,-3-2 0,4-104 0,-12-105 0,-4 184 0,1 56 0,-1-1 0,-3 0 0,-11-53 0,8 66 0,0-1 0,-2 1 0,-1 1 0,0-1 0,-26-39 0,10 27 0,-1 1 0,-1 1 0,-2 1 0,-48-40 0,-154-100 0,79 77 0,-313-144 0,-183-20 0,417 171 0,185 71 0,-714-257 0,553 210 0,-336-101 0,-15 29 0,-861-106 0,910 161 0,-391-33 0,-372 23 0,426 68 0,-4963 24 0,5758 0 0,-1079-28 0,691-8 0,-152-5 0,167 14 0,256 14 0,-206-13 0,8 17 0,182 5 0,-314-13 0,31 11 0,-264-22 0,209 4 0,-9-16 0,342 10 0,-186 4 0,-1 22 0,341 4 0,-879 0 0,-827 0 0,941-30 0,732 24 0,-432-22 0,-2071 28 0,2299 8 0,97 17 0,93-11 0,-300 37 0,-47 7 0,377-50 0,-704 136 0,515-84 0,167-45 0,-83 21 0,-124 55 0,86-26 0,29-14 0,-277 93 0,312-100 0,-114 44 0,-103 78 0,330-156 0,-86 48 0,-114 84 0,196-126 0,6-4 0,-100 67 0,-117 106 0,109-70 0,6 5 0,-167 220 0,-21 53 0,271-346 0,2 2 0,2 1 0,3 2 0,1 0 0,-27 75 0,31-57 0,3 2 0,3 0 0,4 1 0,2 1 0,4 0 0,1 85 0,7 62 0,-1-174 0,3 0 0,11 73 0,5-49 0,4-1 0,2 0 0,4-2 0,56 102 0,-34-90 0,3-1 0,89 99 0,-104-133 0,-11-12 0,326 382 0,-242-296 0,172 142 0,-207-203 0,1-3 0,3-4 0,3-3 0,172 72 0,14-23 0,-184-68 0,-4-1 0,221 72 0,319 50 0,-444-112 0,107 22 0,228 54 0,-79 0 0,294 69 0,-292-102 0,1102 135 0,-920-147 0,689 72 0,849 11 0,431-65 0,-2456-83 0,393 16 0,110 35 0,-51 5 0,-21-10 0,-144 0 0,183 17 0,828-24 0,-899-42 0,836-5 0,-3-47 0,99-77 0,-1294 108 0,619-72 0,3 29 0,-324 44 0,612-46 0,42-101 0,-11-74 0,-677 141 0,588-153 0,-351 36 0,-148-5 0,-21-58 0,-316 170 0,273-180 0,-152 74 0,22-17 0,-182 125 0,351-274 0,-420 319 0,151-131 0,-162 132 0,80-97 0,-116 123 0,30-50 0,-49 70 0,0-1 0,-2 0 0,0-1 0,0 0 0,-2 0 0,5-24 0,-5-2 0,-2 0 0,-3-62 0,-1 37 0,2 41 0,-2 1 0,0-1 0,-2 1 0,-1 0 0,-1 0 0,-1 0 0,-2 1 0,0-1 0,-23-45 0,1 20 0,-66-88 0,-57-44 0,56 69 0,-244-325 0,240 306 0,-272-310 0,273 341 0,-5 6 0,-125-90 0,51 56 0,-243-132 0,54 91 0,-612-160 0,-34 85 0,422 126 0,-14 28 0,-677-120 0,-127 16 0,-18 59 0,-996-4 0,1631 100 0,63-6 0,65 8 0,73 7 0,52-8 0,-44 10 0,-188-13 0,-65-30 0,-670 20 0,974 52 0,-892 6 0,457 35 0,14 29 0,22-3 0,352-29 0,79-9 0,119-2 0,2 18 0,-538 132 0,535-71 0,-449 187 0,645-217 0,-317 135 0,124-31 0,175-80 0,-516 284 0,710-377 0,-297 176 0,150-88 0,-335 223 0,321-202 0,-600 452 0,679-491 0,-38 29 0,-206 216 0,265-240 0,4 3 0,-108 175 0,-36 151 0,198-376 0,2 1 0,1 0 0,1 0 0,3 1 0,-7 60 0,8 183 0,6-187 0,0-73 0,1 1 0,0-1 0,2 0 0,0 0 0,1 0 0,1 0 0,0-1 0,2 0 0,0 0 0,1 0 0,17 28 0,2-11 0,1-1 0,1-1 0,68 58 0,25 16 0,241 162 0,-92-106 0,539 237 0,-370-223 0,-139-50 0,306 123 0,769 212 0,-723-296 0,958 117 0,-648-193 0,-84-9 0,1890 256 0,-2308-278 0,165 26 0,520 58 0,623-40 0,-482-100 0,-785-4 0,-427 1 0,1554-25 0,-48-33 0,-1451 54 0,27-1 0,299-12 0,164-21 0,-28 16 0,69-12 0,-245 11 0,102-1 0,0-17 0,19 5 0,20-19 0,-35 3 0,490-29 0,24-7 0,-748 65 0,581-70 0,-587 49 0,278-82 0,367-200 0,-352 96 0,-486 195 0,112-46 0,96-58 0,5 11 0,306-176 0,-515 252 0,-2-4 0,-2-4 0,-4-4 0,-2-4 0,-3-3 0,105-121 0,-128 123 0,-4-4 0,-2-1 0,40-82 0,-66 107 0,-3-1 0,-2-1 0,-2-1 0,-2 0 0,-2-1 0,6-61 0,-13-53 0,-6 142 0,-2 0 0,-1 0 0,-1 1 0,-10-41 0,8 50 0,-1 0 0,0 1 0,-1 0 0,0 0 0,-1 0 0,-1 1 0,0 0 0,-20-21 0,-6 0 0,-1 2 0,-2 2 0,-43-28 0,-178-94 0,-62 3 0,-41-25 0,2 14 0,-97-45 0,-331-223 0,22-51 0,708 441 0,-281-174 0,143 105 0,-344-132 0,-247-19 0,-155 27 0,-18 48 0,-382-21 0,-840-5 0,-189 1 0,2264 198 0,-2386-214 0,1402 129 0,1011 88 0,-689-55 0,-23 29 0,765 32 0,-743-20 0,-303 16 0,734 6 0,-305 7 0,-52 43 0,8 27 0,335-36 0,-1344 108 0,1262-122 0,-549 51 0,403-2 0,14 26 0,413-69 0,-385 91 0,9 28 0,454-128 0,-849 309 0,217-54 0,-311 160 0,971-418 0,-518 253 0,55-26 0,-165 57 0,-88 41 0,442-185 0,241-114 0,-134 103 0,175-117 0,1 2 0,2 2 0,2 2 0,1 0 0,2 3 0,-36 62 0,48-68 0,2 2 0,2 0 0,1 0 0,2 2 0,2 0 0,1 0 0,-5 56 0,0 297 0,15-330 0,-1-29 0,2-1 0,2 1 0,0 0 0,10 35 0,-1-32 0,2-1 0,1 0 0,2-1 0,30 45 0,44 56 0,195 224 0,-171-233 0,5-6 0,5-5 0,5-6 0,5-5 0,4-6 0,4-7 0,184 89 0,381 110 0,31-71 0,429 13 0,19-124 0,-694-93 0,-342-12 0,1194 18 0,604 3 0,-1093 13 0,819 22 0,498-57 0,-1195-6 0,914-51 0,-698-58 0,-135 10 0,-142 35 0,53 27 0,-1 36 0,-529 4 0,255 1 0,851-6 0,-280-62 0,-814 21 0,479-60 0,-904 101 0,384-50 0,-10 18 0,-25-5 0,-78 20 0,162-17 0,157-52 0,-414 58 0,-50 8 0,480-89 0,-264 21 0,-20 15 0,263-85 0,-516 136 0,513-182 0,-531 178 0,32-10 0,115-46 0,-87 25 0,-3-7 0,-4-5 0,-2-6 0,163-132 0,-224 157 0,-3-4 0,91-101 0,-138 137 0,0 0 0,-2-1 0,-1-1 0,-1 0 0,0-1 0,-2-1 0,-1 0 0,-2 0 0,0-1 0,-1 0 0,6-48 0,-9 2 0,-3 0 0,-9-89 0,3 134 0,0 0 0,-2 1 0,-1 0 0,-1 0 0,-2 0 0,0 1 0,-2 0 0,0 1 0,-19-26 0,-17-18 0,-100-109 0,68 93 0,-4 4 0,-4 3 0,-145-98 0,78 75 0,-246-118 0,14 40 0,-22-10 0,-488-265 0,492 245 0,25 23 0,-8 16 0,-467-137 0,-91 62 0,-21 52 0,-1186-70 0,1423 229 0,-1553 8 0,2175 26 0,-752 17 0,96 57 0,684-65 0,-214 25 0,-1151 126 0,7-48 0,527-82 0,318-13 0,-142 13 0,368-18 0,-722 36 0,-380 63 0,425-22 0,9 0 0,417-46 0,71 2 0,55-9 0,10 21 0,75-7 0,-895 97 0,1026-111 0,1 12 0,-362 112 0,-26 83 0,639-233 0,-292 120 0,-12 35 0,131-63 0,71-39 0,-494 234 0,-20-8 0,517-232 0,-162 72 0,-315 153 0,469-212 0,4 5 0,-161 124 0,252-167 0,0 0 0,-33 43 0,44-47 0,-84 111 0,56-68 0,20-22 0,2 2 0,2 2 0,3 0 0,-21 61 0,32-78 0,2 1 0,2 0 0,1 1 0,1 0 0,3 0 0,1 1 0,0 60 0,4-40 0,0-16 0,7 78 0,-4-105 0,1-1 0,1 1 0,0-1 0,1 0 0,1 0 0,0 0 0,1 0 0,16 25 0,6-4 0,2-1 0,66 58 0,122 91 0,-7-27 0,7-9 0,279 140 0,126-18 0,-533-234 0,299 120 0,40-9 0,60-1 0,420 31 0,26-70 0,154-42 0,7-49 0,-660-16 0,1236 18 0,-380 41 0,-494-19 0,750 21 0,-479-42 0,426 3 0,2150-22 0,-2035 12 0,-1165-11 0,643-4 0,-786-8 0,309-53 0,-569 58 0,347-45 0,35 12 0,576-106 0,-688 93 0,954-168 0,-84-22 0,-478 113 0,-193 38 0,-365 63 0,500-100 0,-543 105 0,158-33 0,-7 15 0,93-19 0,216-77 0,-15-46 0,-445 137 0,124-73 0,86-78 0,347-295 0,-613 450 0,56-61 0,-80 73 0,-2-1 0,24-43 0,-35 55 0,0-1 0,-2 0 0,-1 0 0,0-1 0,-1 0 0,4-25 0,-5 4 0,-3 1 0,-1-53 0,-2-544 0,-2 560 0,-3 1 0,-4-1 0,-3 1 0,-3 1 0,-4 0 0,-3 1 0,-36-81 0,36 108 0,-2 1 0,-2 0 0,-2 2 0,-2 2 0,-42-49 0,40 54 0,-243-273 0,64 94 0,-305-242 0,336 323 0,-370-209 0,97 131 0,-65 2 0,-81 16 0,-81 12 0,-455-36 0,-16 61 0,-310 9 0,-18 82 0,-702 68 0,1399 21 0,97 35 0,593-48 0,-2710 183 0,2264-174 0,-248 11 0,-1151 115 0,882-4 0,31-2 0,-1143 55 0,396-150 0,1659-41 0,-1782 127 0,1781-114 0,-132 13 0,-67-10 0,63 17 0,6-2 0,191-27 0,-114 12 0,-60 21 0,0-10 0,8 21 0,-11-8 0,-196 83 0,354-100 0,-406 168 0,188-68 0,-76 39 0,70-29 0,127-65 0,-256 119 0,274-102 0,15-16 0,-41 44 0,175-114 0,-9 6 0,1-1 0,1 1 0,-14 12 0,20-16 0,-1 1 0,1-1 0,0 1 0,0 0 0,1-1 0,-1 1 0,0 0 0,1 0 0,0 0 0,0 0 0,0 0 0,0 0 0,0 0 0,0 0 0,1 1 0,-1 4 0,2-7 0,-1-1 0,0 1 0,0 0 0,0-1 0,0 1 0,0-1 0,0 1 0,0-1 0,0 1 0,0-1 0,0 1 0,-1-1 0,1 1 0,0-1 0,0 1 0,0-1 0,-1 1 0,1-1 0,0 1 0,-1-1 0,1 1 0,0-1 0,-1 1 0,1-1 0,0 0 0,-1 1 0,1-1 0,-1 0 0,1 1 0,-1-1 0,1 0 0,-1 0 0,1 1 0,-1-1 0,1 0 0,-1 0 0,1 0 0,-2 0 0,-1 1 0,0 3 0,1-1 0,-1 1 0,1-1 0,0 1 0,0 0 0,0-1 0,-1 6 0,-9 15 0,5-15 5,0 0-1,-1-1 1,-1 0 0,1-1-1,-1 1 1,-15 8 0,-30 26-169,50-38 69,0 0 0,0 1 0,1-1 1,0 1-1,0-1 0,0 1 0,0 0 1,1 0-1,0 0 0,-2 7 0,-7 49-1888,10-47 689,-1-1 0,0 0 0,-1 0-1,-1 0 1,-7 18 0,11-30 905,0 0 1,0-1-1,-1 1 1,1 0 0,0-1-1,-1 1 1,1 0-1,0-1 1,-1 1 0,1-1-1,-1 1 1,1-1-1,-1 1 1,1-1 0,-1 1-1,0-1 1,1 1-1,-1-1 1,0 0 0,1 1-1,-1-1 1,0 0-1,1 0 1,-1 1-1,0-1 1,1 0 0,-1 0-1,-1 0 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2593 0 12118,'0'0'9294,"-93"169"-6996,-306 573-458,166-248-527,228-483-1286,-104 240 493,-143 334 414,103-202-451,11-53-155,26-76-206,38-85-111,63-144-26,-23 40 1,33-63-6,0 0 0,-1 0 0,1-1 0,-1 1 0,1 0 0,-1-1 0,0 1 0,1-1 0,-1 0 1,0 1-1,0-1 0,0 0 0,0 0 0,0 0 0,0 0 0,-1-1 0,1 1 0,0 0 0,0-1 0,-1 0 0,1 1 0,0-1 1,0 0-1,-4 0 0,2-1-120,0-4-1585,3-11 1146,2-3-68,-1-17-271,2 0-1,10-57 0,4 27-501,46-118-1,345-678-8674,-269 590 5443,178-495 1,-260 604 4918,13-38 3091,-7 0 5516,-61 199-8650,-1-1 0,1 1 0,0 0 0,-1 0 0,1 0 0,0-1 0,0 1 0,1 0 0,-1 0 0,0 0 0,1 1 0,-1-1 0,1 0 0,-1 0 0,1 1 0,0-1 0,0 1 0,3-3-1,-2 4-57,-1-1-1,1 1 1,0-1-1,-1 1 0,1 0 1,0 0-1,0 0 1,-1 0-1,1 0 0,0 1 1,-1-1-1,1 1 1,-1 0-1,1 0 0,4 2 1,0 0 44,-1 1 0,1 0-1,-1 0 1,0 0 0,0 1 0,0 0 0,-1 0 0,0 1 0,0 0 0,0 0-1,7 12 1,9 16 362,-1 1 0,-2 1-1,23 65 1,24 127 851,-47-157-1080,-16-65-315,160 685 2011,-98-349-1401,88 245 90,-78-367-594,2-56-73,-66-143-57,29 55 1,-35-71-7,-1 0 0,1 0 0,0 0 0,0-1 0,0 0 0,1 0 0,-1 0 0,1 0 0,9 5 1,-10-7 13,-3-1-16,-1-1 0,0 1 0,1-1 1,-1 0-1,1 1 0,-1-1 0,0 0 0,1 0 0,-1 1 0,1-1 1,-1 0-1,1 0 0,-1 1 0,1-1 0,-1 0 0,1 0 0,0 0 1,-1 0-1,1 0 0,-1 0 0,1 0 0,-1 0 0,1 0 0,-1 0 1,1 0-1,-1 0 0,1 0 0,0-1 0,-1-31-307,-3 14 263,0 1 0,-1-1 0,-1 1 0,0 0 0,-2 0 0,0 0 0,-14-23 0,-7-5 33,-58-72 0,-27-16 34,-6 5 0,-201-167-1,167 172-10,-5 7 0,-177-96 0,-31 26 8,27 38 8,244 114-12,-110-24 0,-89 3 128,201 40-42,0 0 43,90 15-128,0-1 0,1 1 0,-1-1 0,0 0 0,0 0 0,0 0 0,1 0 0,-1 0 0,1-1 0,-5-2 0,6 3 5,0-1 0,0 1-1,1 0 1,-1-1 0,0 1 0,1-1-1,0 1 1,-1-1 0,1 1 0,0-1-1,-1 1 1,1-1 0,0 1-1,0-1 1,1-2 0,3-2 4,25-1-12,156-3 22,127 3 0,96-16 77,1092-172 294,-560-29-259,-658 138-131,340-156 1,-562 212 10,-55 27 33,-13 2 19,-63 8 100,25 1-98,0 2-1,-52 19 1,4 7 16,-97 54 1,-178 113-23,-68 69-35,-223 190 56,4 26 111,529-393-149,-322 243 146,62-21-49,61-35-123,72-44-29,-5 18 0,235-232-128,27-24-717,7-1 419,1-1-1,-1 0 1,20-6-1,210-67-2465,134-21-1045,60-20-2133,19 20-3192,-452 96 9243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1084 1 14871,'0'0'12000,"-43"115"-10082,-299 799 230,-12 72-961,197-556-976,147-404-224,-1 0 1,-1 0-1,-1-1 0,-1 0 1,-1-1-1,-34 40 1,17-35-341,31-28 241,0-1-1,0 1 0,1-1 1,-1 1-1,0-1 1,0 1-1,0-1 1,0 1-1,0-1 0,0 1 1,0-1-1,0 0 1,0 0-1,1 0 1,-1 1-1,0-1 0,0 0 1,0 0-1,0 0 1,0-1-1,0 1 1,0 0-1,0 0 0,0 0 1,0-1-1,0 1 1,0 0-1,0-1 1,-2 0-1,1-40-3483,2 41 3596,10-180-5539,37-98-2414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1626 0 13798,'0'0'13316,"57"163"-10856,188 558-932,-107-219-827,-136-491-687,103 393 464,-16-129-290,-59-188-155,72 225 23,42 88-37,-89-253-38,-52-140-29,-13-24-320,-20-32 263,-2 2-1,-2 2 1,-74-75 0,-679-578-184,462 453 255,6 50 28,46 54 9,186 102 39,-1 3 0,-139-35-1,196 64-18,-30-8 78,-72-27 0,121 37-86,9 5-3,0-1-1,-1-1 1,1 1-1,1 0 1,-1-1-1,0 0 1,0 1-1,-4-5 1,6 4-4,0 0 0,0 0-1,0 0 1,0 0 0,0-1 0,1 1 0,-1 0 0,1 0 0,0 0 0,-1-1-1,1 1 1,0 0 0,1-4 0,2-9 29,-2 14-36,0 0-1,1 0 1,-1 0 0,0 0 0,1 1-1,-1-1 1,0 0 0,1 1 0,-1-1-1,0 1 1,1 0 0,-1-1 0,1 1-1,2 0 1,59-7 24,104-16 81,64-18 80,90-18-17,1250-176 88,-355 61-269,-978 136 12,-195 30 0,0 0 0,41-16 0,-52 14 0,-19 6 0,-13 2 0,-24 3 0,-5 0 0,-21 1 0,1 3 0,0 2 0,0 2 0,1 2 0,0 2 0,1 2 0,-54 25 0,-321 181 0,417-219 0,-1513 811 0,1171-633 0,54-29 0,77-35 0,71-33 0,90-43 0,35-24 0,-1-1 0,-1-1 0,-26 12 0,40-23-92,0-2 0,0 1-1,0-1 1,0-1 0,0 1 0,0-2 0,-14 0-1,5 0-575,16 1 572,0 0 0,1 0 0,-1-1 0,0 2 0,0-1-1,1 0 1,-1 0 0,0 0 0,0 0 0,1 0 0,-1 1 0,0-1 0,1 0 0,-1 0 0,0 1 0,1-1-1,-1 1 1,0-1 0,1 0 0,-1 1 0,1-1 0,-1 1 0,1 0 0,-1-1 0,1 1 0,-1-1-1,0 2 1,0 20-1968,2-10 718,-1-9 890,-1 1 0,2 0 1,-1 0-1,0 0 1,1-1-1,0 1 1,0 0-1,0 0 1,0-1-1,0 1 1,1-1-1,0 1 1,-1-1-1,1 0 0,4 5 1,9 6-2529,0 0-1,2-1 1,31 20 0,-48-33 2969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19353,'0'0'10693,"15"-39"-18473,27 39-6610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1883 1 4082,'0'0'15796,"-136"13"-12896,-429 53-1456,527-60-1257,1 3 0,-57 19 0,78-21-65,0 0 0,0 2-1,-19 13 1,-1 1 195,0 3 0,2 1 0,-57 59-1,85-80-266,1-1-1,1 1 0,-1 0 0,1 1 1,0-1-1,0 1 0,-4 12 0,5-9-4,1 0 0,1 1 1,0 0-1,0-1 0,1 13 0,1-10-27,1 0 0,0 0 1,1 0-1,1 0 0,0 0 0,0-1 1,1 0-1,1 0 0,0 0 1,0-1-1,1 1 0,1-2 0,0 1 1,14 13-1,2 1 60,1-1 0,1 0 0,1-3 0,49 31 0,35 8 112,127 49 1,-237-109-190,77 32 88,1-4 1,111 25 0,35-3-26,-213-48-52,-9-2-10,0 0 0,-1 0 0,1 1 0,0-1-1,-1 1 1,1 0 0,-1-1 0,1 1 0,-1 0 0,1 1 0,-1-1 0,3 2 0,-4 0 9,0-1 0,0 1 1,0-1-1,-1 1 1,1 0-1,-1 0 0,0 0 1,1-1-1,-1 1 0,0 0 1,-1 4-1,1 2 30,0-4-10,-1 0 1,1 0-1,-1 0 1,1 0-1,-2 0 1,1 0 0,0 0-1,-1 0 1,0-1-1,0 1 1,0-1 0,-1 0-1,0 1 1,1-1-1,-2 0 1,1 0 0,0-1-1,-8 7 1,-48 42 75,-2-3-1,-83 49 1,53-43-237,-3-5 1,-2-3-1,-2-5 0,-200 57 1,221-78-174,-103 14 0,63-26-637,-118-7 0,143-2-256,66 0 689,8 0-216,0 0-1,0-1 1,-30-5 0,43 5 406,0-1 0,0 1 1,0-1-1,1 0 0,-1 0 1,1-1-1,-1 1 0,1-1 1,0 0-1,0 0 0,0-1 1,0 1-1,1-1 0,-1 0 1,1 0-1,0 0 0,-3-4 1,-1-8-1126,0 0 0,1-1 0,1 1 0,-5-24 0,10 40 1427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16904,'0'0'8964,"285"-38"-8964,-213 38-512,-15 38-801,14 39-1296,-14 0-1857,-29 0-1873,-28 0-3794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5667,'832'107'10066,"-685"-87"-6965,-116-12-1048,-22-3-1708,-1 1 0,0-1 0,0 2 0,-1-1 0,0 1 0,0 0 0,0 0 0,-1 1 0,0 0 1,6 12-1,3 7 180,-1 1-1,12 39 1,43 146 1233,19 29-626,2 36-456,41 116-344,-110-340-309,2-1 0,57 94 1,-40-93-14,-39-53-23,0 1-1,0-1 1,1 0 0,-1 1-1,0-1 1,1 0 0,-1 0-1,0 0 1,1 0 0,0 0-1,-1 0 1,1 0-1,-1-1 1,1 1 0,0-1-1,0 1 1,-1-1 0,1 1-1,0-1 1,0 0 0,0 0-1,-1 0 1,1 0-1,2 0 1,-2-1-12,1-1 0,-1 1 0,0 0-1,0-1 1,0 1 0,0-1 0,0 1 0,-1-1-1,1 0 1,0 0 0,-1 0 0,1 0 0,-1 0 0,0 0-1,0-1 1,0 1 0,0 0 0,0 0 0,1-4-1,8-33-141,-1-1 0,3-43 0,8-79-38,31-199 4,-31 254 121,43-136 0,-60 233 78,0 1 0,1-1-1,0 1 1,10-16 0,-12 23 2,0-1 1,-1 1 0,1 0 0,0 0-1,1 0 1,-1 1 0,0-1-1,0 0 1,1 1 0,-1-1 0,1 1-1,-1 0 1,1 0 0,0 0 0,4-1-1,-4 2-2,-2-1 6,0 1 0,-1 0-1,1-1 1,0 1 0,0 0 0,0 0 0,-1 0 0,1 0-1,0 0 1,0 0 0,0 0 0,-1 0 0,1 0 0,0 0-1,0 0 1,0 0 0,-1 1 0,1-1 0,0 0 0,0 1-1,-1-1 1,2 1 0,0 2 18,0 0 0,-1 0 0,1 0-1,-1 0 1,0 0 0,0 0 0,0 0 0,0 1 0,1 4-1,29 141 308,163 538 828,-176-634-1062,3-1 0,1-1 0,46 75-1,-62-118-72,0 0 0,0 0 0,1 0-1,0-1 1,13 10 0,-17-15-26,1 1-1,0-1 1,-1 0 0,1 0 0,0 0-1,0-1 1,0 1 0,0-1 0,0 0-1,1 0 1,-1 0 0,0-1-1,0 1 1,1-1 0,-1 0 0,7-1-1,7 0-34,-12 1 22,0 0-1,0 0 1,0 0-1,-1-1 1,1 0-1,0 0 1,0-1-1,0 0 1,-1 0-1,7-3 1,-6 1 2,0 0 0,-1-1 0,0 0 1,1 0-1,-2 0 0,1 0 0,-1-1 1,0 0-1,0 0 0,5-10 0,62-140-9,5-50 77,-42 63-53,20-188 0,-37 132-106,-16 163-94,1 1 1,1 0-1,17-67 1,-17 92-160,0 0 172,5 11-6621,-6 0 6530,-1 0 0,0 0 0,1 0 0,-1 0 1,0 0-1,0 1 0,0-1 0,0 0 0,0 1 0,0-1 0,0 1 0,0-1 0,0 1 0,0 1 0,4 14-2607,-1 1-1,4 24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2065,'0'0'26188,"133"83"-24899,416 281-468,-518-340-756,0 1 0,-2 1 0,31 35 0,-50-48-31,0 1 0,-1-1 0,0 2 0,11 25 0,-2 2-2,-2 0 1,-2 1 0,-2 1-1,-2 0 1,-1 0-1,-3 1 1,-1 0 0,-3 55-1,-2 16 35,1-107-67,-1 0 0,-1 1 1,0-1-1,0 0 0,-1 1 1,0-1-1,-1 0 0,0 0 0,0 0 1,-6 11-1,3-11-5,-1 0 0,0 0 0,-1-1 0,0 0 0,0 0-1,0 0 1,-1-1 0,-12 7 0,-4 2-37,-1-2-1,0 0 1,-1-2-1,0-1 1,-1-1-1,0-1 1,0-2-1,-55 7 1,-12-5-328,-133-6 1,131-4 172,58 1 62,0-1 0,-59-9 0,76 4 80,-1-2 1,2 0 0,-1-1-1,1-1 1,-30-20 0,18 11 25,28 16 28,-1 0-1,1-1 1,-1 1-1,1-1 1,-6-6-1,10 9 13,0 0 0,0-1 0,0 1 0,0-1 1,0 1-1,0-1 0,1 1 0,-1-1 0,0 0 0,1 1 0,-1-1 0,1 0 0,0 0 0,-1 1 0,1-1 0,0 0 0,0 0 0,0 1 0,0-1 0,1 0 0,-1 1 0,1-3 0,16 4 256,1760 0 1478,-1774 0-1983,0 0-1,-1 1 1,1-1 0,0 1 0,0-1-1,-1 1 1,1 0 0,-1 0 0,1 0-1,0 0 1,-1 1 0,0-1-1,3 2 1,-3-1-249,0-1 0,0 1 0,0-1 0,0 0 1,0 0-1,0 0 0,1 0 0,-1-1 0,0 1 0,0 0 0,1-1 0,3 1 0,11-1-8874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0 411 4258,'0'0'25550,"93"-8"-24338,720-35 199,327 26-1075,-828 0-336,-117 11 0,-77 5 0,-1-5 0,125-24 0,-239 30 0,0 0 0,0-1 1,-1 1-1,1-1 0,0 0 0,0 0 0,-1 0 1,1 0-1,-1 0 0,1-1 0,-1 1 0,1-1 1,-1 0-1,0 1 0,4-5 0,-5 3-2,0 0 0,0 0 0,0 0 0,0 0 0,-1 0 0,1 0 0,-1 0 0,0 0-1,0 0 1,0 0 0,-1-4 0,1-11-32,-1 12-138,0 0 0,0 0 0,-1 0 1,0 0-1,0 1 0,0-1 0,-1 1 0,0-1 0,0 1 1,0 0-1,-1 0 0,0 0 0,0 0 0,0 1 0,0 0 1,-10-7-1,-2-3-1722,-1 2 1,0 0-1,-35-17 1,-46-11-8638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21226,'0'0'7598,"133"77"-7457,411 241-53,-403-228-73,-133-84-12,0 0-1,0 0 0,13 15 0,-17-17 14,-1 1-1,1 0 0,-1 0 1,0 0-1,0 0 0,0 0 1,-1 1-1,0 0 0,0-1 1,1 8-1,-1 1 107,0-1 0,-2 1 0,0 14 0,-1-3 51,1-14-118,0 0-1,-1 0 0,0 0 1,-1-1-1,-1 1 1,1 0-1,-2-1 1,0 1-1,0-1 1,0 0-1,-12 17 1,-2-3 1,-1-1 1,-1-1 0,-27 24-1,25-25-38,-32 32-5,-117 86-1,-173 59-754,189-115-335,132-71 722,8-4 122,0 0 0,1 1 1,-20 16-1,31-22 36,0 0 1,0 0 0,0 0-1,0 1 1,1-1-1,0 1 1,-1-1-1,1 1 1,1 0-1,-1-1 1,0 1-1,1 0 1,0 0 0,0 1-1,0-1 1,1 0-1,-1 0 1,1 4-1,0 20-5640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10821,'0'0'18897,"3"130"-17902,13 427-478,-12-490-453,2 1 0,22 92 0,-3-57 31,4 0-1,55 127 0,-79-213-72,-5-15-68,5-6-18,-3 2 54,0-1 0,0 1 0,0 0 0,0-1 0,0 0 0,-1 1 0,1-1 1,-1 0-1,1 0 0,-1 0 0,0 0 0,0 0 0,0-4 0,2-45-61,-2 15 20,4-55-1,5 1 0,3 0 0,44-154 0,-29 154 47,3 1 1,58-112-1,8 46 5,-92 149 0,17-26 5,2 1-1,2 0 0,0 2 0,61-52 1,-69 67 21,-7 5-7,0 1 1,1 1-1,17-11 1,-22 16 8,1 0 1,-1 0-1,1 1 1,-1 0-1,1 0 1,0 1 0,0 0-1,0 0 1,8 1-1,-1-1 48,-10 0-52,0 0 0,0 1 1,0 0-1,0-1 0,0 2 0,0-1 0,0 1 0,0 0 0,0 0 0,0 0 0,0 0 0,-1 1 0,1 0 1,4 2-1,-3 4 16,-1-1 1,0 1 0,0-1 0,-1 2 0,0-1-1,3 10 1,-7-18-41,20 49 100,-3 2 0,-1 1 0,-3 0-1,11 85 1,-5 225-100,-19-114-432,0-242 334,0 0 0,-1 0 0,0 0-1,0 0 1,0 0 0,-1 0 0,0 0 0,0-1 0,0 1 0,-6 8 0,0-2-382,0-1 1,-20 20-1,20-23-6,1 0 0,0 1 0,0-1 0,1 1 0,0 0 0,-8 16 0,12-18-279,0-1 1,0 1 0,1 0-1,0-1 1,0 1 0,1 0-1,0 8 1,0-15 764,0 43-10007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285 360 17496,'0'0'12102,"0"118"-11913,12 380-42,-9-463-138,2 0 1,13 57-1,-13-78-7,0 0 0,0-1 0,2 1-1,12 20 1,-4-11 5,1 0 0,1-1 0,1-1 0,30 28 0,-37-40 4,0 0 0,0 0 0,0-1 1,1-1-1,1 0 0,-1-1 0,1 0 0,0-1 0,0 0 0,1-1 0,16 3 0,-26-6-10,12 1 6,-1 1 1,1-2-1,-1 0 0,1-1 0,20-3 1,-30 2-8,-1 0 1,0 0-1,1-1 1,-1 0-1,0 0 1,0 0 0,0-1-1,0 0 1,0 0-1,-1 0 1,1-1-1,-1 1 1,0-1-1,0 0 1,0 0-1,-1 0 1,1-1 0,-1 1-1,0-1 1,3-6-1,8-21-9,-1 0-1,-2-1 0,-1 0 1,-2 0-1,-1-1 0,3-47 1,2-225-68,-12-124-3,1 391 78,-5-88 3,3 114 5,-1 0-1,0 0 1,-1 1-1,-1-1 0,0 1 1,0 0-1,-8-14 1,8 20-1,0 0 1,0 0 0,0 1 0,-1 0-1,1 0 1,-1 0 0,0 0 0,-1 1-1,1 0 1,-1 0 0,0 0 0,0 1-1,0 0 1,0 0 0,-1 1-1,1-1 1,-1 1 0,-7-1 0,-12-1 13,-1 1 0,1 1 0,-40 3 1,26-1 42,31 0-60,1 1 0,-1-1 0,1 1 1,-1 1-1,1 0 0,0 0 0,-1 1 0,1 0 0,0 0 0,1 0 1,-11 8-1,-1 2-11,0 2 1,2 0-1,-19 20 1,-11 18-297,1 2 0,4 1 0,1 3 0,4 1 0,2 2 0,-40 96 1,59-122-536,1 1 0,2 1 1,2 0-1,2 0 0,1 1 1,-5 68-1,10 30-5171,3-38-2296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16424,'0'0'12971,"31"135"-12403,95 434-274,-86-327-216,-35-210-63,33 151 164,-36-155-147,-2-23 21,0-23-154,0-730-705,0 710 776,2-69-29,-1 95 56,0 0 0,1 0 0,0 0 0,1 1 0,1-1 1,5-12-1,-5 16 4,1 0 1,1 0 0,-1 1-1,2-1 1,-1 1 0,0 0-1,9-6 1,-15 13-2,6-5 27,-1 1 1,1 0-1,-1 0 1,1 0-1,0 0 1,9-2-1,-14 5-8,0 0 0,0 1-1,1-1 1,-1 1-1,0 0 1,1-1 0,-1 1-1,0 0 1,1 0-1,-1 0 1,0 0-1,1 0 1,-1 0 0,0 0-1,1 0 1,-1 1-1,0-1 1,1 0 0,-1 1-1,0-1 1,0 1-1,1 0 1,-1-1-1,0 1 1,0 0 0,0 0-1,0-1 1,0 1-1,0 0 1,0 0 0,0 0-1,0 0 1,1 3-1,2 6 63,-1 1 0,0-1 1,-1 1-1,2 22 0,22 316 584,-23 5-116,-3-281-525,0-22-99,1-44-40,3-12-31,-1 0 103,1 0 1,-1-1-1,0 1 1,-1-1 0,1 0-1,-1 0 1,1-8 0,29-158-380,1-9 323,-2 65-15,75-183-1,-90 263 100,2 1 0,1 0 0,1 2 0,2 0 0,1 1 0,2 2 0,42-42 0,-52 57 20,1 1-1,0 0 1,1 1 0,1 1 0,0 1-1,0 0 1,1 1 0,1 1 0,0 1-1,0 1 1,0 0 0,1 2 0,0 0-1,0 2 1,0 0 0,0 1 0,25 2-1,-26-1 69,-1 2 0,1 0 0,23 6 0,-37-6-41,0 1 1,0 0-1,0 0 1,0 1-1,0-1 0,0 2 1,-1-1-1,1 0 0,-1 1 1,0 0-1,0 0 0,8 9 1,-5-2 17,0 1 1,-1-1-1,0 2 1,-1-1 0,0 0-1,-1 1 1,4 18-1,23 104 250,-27-111-255,8 60-100,-4 0 0,-3 152-1,-6-227-10,-1 7-811,0 0 0,-1 1 0,-8 27 0,6-29-1151,0 0-1,2 1 1,-2 27 0,4 8-6803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443 216 5843,'0'0'18640,"-52"-6"-16666,13 0-1575,0 3-1,-1 1 0,-59 4 0,95-1-358,0 0-1,0-1 0,0 2 1,0-1-1,0 0 1,0 1-1,0 0 0,0 0 1,1 0-1,-1 0 1,1 1-1,0-1 0,-1 1 1,-4 5-1,4-2 28,0 0 1,1 0-1,-1 1 0,1-1 0,0 1 1,-3 11-1,-14 45 238,2 0-1,3 1 1,3 1-1,3 1 1,-2 94 0,11 356 1034,0-514-1332,-1 0 0,1 0 1,0 0-1,0 0 0,0 0 1,0 0-1,1 1 0,-1-1 1,1 0-1,-1 0 0,1 0 1,0 0-1,-1 0 0,1 0 1,0 0-1,0-1 0,1 1 1,-1 0-1,0 0 0,2 1 1,0-2-10,-1 0 0,1 0 0,0 0 1,-1-1-1,1 1 0,0-1 0,-1 0 1,1 0-1,0 0 0,-1 0 0,6-1 1,13 1-31,-17 0 23,0 0-1,1-1 1,-1 1 0,0-1-1,0 1 1,0-1-1,0-1 1,0 1 0,0 0-1,0-1 1,-1 0-1,5-2 1,-3 0-4,-1 0-1,0 0 1,0 0-1,0 0 1,0-1 0,-1 1-1,0-1 1,0 0-1,5-10 1,4-15-61,-2-1 0,13-55 1,35-282-699,-31-2-297,-10 156 263,-12 172 531,14-49 0,-19 89 277,0 1-1,0-1 1,1 0-1,-1 0 0,1 0 1,-1 1-1,1-1 1,-1 0-1,1 1 1,0-1-1,0 0 0,0 1 1,0-1-1,0 1 1,0 0-1,1-1 0,-1 1 1,2-2-1,4 3 279,1 13 139,11 73 590,13 47-442,5-2 1,7-1-1,68 143 1,40 16-512,-139-266-56,1 0 0,1 0 0,1-1 0,0-1 0,22 21 0,-9-23-40,-25-17-229,-3-23-1106,0 1 1,1-1 0,1 1 0,12-39 0,35-67-6789,-7 34-1722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9893,'0'0'21449,"0"834"-20152,-28-462-1169,13 0-128,-13-12 0,-1-40 0,1-37 0,-15-52 0,14-64 0,-13-65 0,-1-76-928,43-90-22603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90 6547,'0'0'22778,"-114"-64"-29052,114 39-3763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1028 288,'0'0'17926,"-22"-22"-15675,-85-85 1949,119 107-2578,1031 0 3596,-572 0-4724,670-33 69,18-41-394,-489 29-133,1531-87-36,-1481 87 0,633-5 0,-790 34 0,1316-1 0,-1320 19 0,600-2 0,-878 6 0,28 22 0,315 0 0,-2-26 0,-371-2 0,-197 0 0,1075-13 0,-420 0 0,-258 0 0,-4 0 0,408-14 0,158-65 0,-685 51 0,-36 20 0,53-7 0,-233 12 0,70-7 0,16 14 0,-99 6 0,262-17 0,143-5 0,-133 25 0,157-7 0,-408-1 0,138-7 0,293-35 0,-465 38 0,1 4 0,89 3 0,-69 5 0,-93-2 0,-11-9 0,-3-62-2385,0 69-1177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1 18969,'0'0'11173,"-556"718"-11573,470-589-177,58 25-431,-1-26-513,15-51-496,14-38 0,0-1-1168,28-38-3378,86 0-3378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0 5827,'0'0'26332,"-542"552"-27069,471-372-1824,-43-13-3810,14 38-9300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34:57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35:19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33 288,'0'0'18104,"11"4"-17546,2 0-274,27 13 2575,-36-16-2636,0 0 1,0 0-1,0-1 1,0 0-1,0 0 1,0 0-1,0 0 1,6-1-1,6-1 9,438 2-26,-452-5-2396,-2-21-2437,0 0-3654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3121,'0'0'14015,"0"72"-12953,3 236-414,0-247-406,19 115 0,-13-126-198,2 44 885,-2 164-1,-9-751-915,0 477 17,1 0-1,1 0 1,0 0-1,2 0 1,-1 0-1,2 1 1,0 0-1,1 0 1,1 0-1,0 1 1,0-1-1,2 2 1,0-1-1,0 1 1,1 1-1,1 0 1,0 0-1,16-12 1,-21 19 41,0 2-1,1-1 1,-1 1 0,1 0 0,0 0 0,-1 1 0,1 0 0,0 0-1,1 1 1,-1 0 0,0 0 0,0 0 0,0 1 0,1 0 0,8 2 0,1-2 30,-14 0-93,1 0 0,0 1 0,-1-1 0,1 1 0,-1 0 0,1 0 0,-1 1 0,1-1 0,-1 1 0,0-1 0,1 1 0,2 3 0,35 31-150,-10-8-826,-24-23 403,-6-4 328,0-1-1,0 1 1,0-1 0,0 1-1,0 0 1,-1-1-1,1 1 1,0 0 0,0 0-1,0-1 1,-1 1 0,1 0-1,0 0 1,-1 0 0,1 0-1,-1 0 1,1 0 0,-1 0-1,0 0 1,1 0 0,-1 0-1,0 0 1,0 2 0,0 4-5852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15 182 10949,'0'0'9124,"45"2"-9030,141 6-30,-122-10 10,-62 2-69,0 0 1,-1-1-1,1 1 1,-1-1-1,1 0 0,0 1 1,-1-1-1,1 0 1,-1 0-1,0 0 1,1 0-1,-1 0 1,2-2-1,-1 1 2,1-2 11,-1 1 0,0-1 0,0 1-1,-1-1 1,1 0 0,-1 0 0,0 1 0,0-1 0,0 0 0,0 0 0,-1 0-1,1 0 1,-1 0 0,0 0 0,0-1 0,-1 1 0,0-6 0,0-12 95,1 19-102,0-1 1,0 0-1,0 1 1,-1-1-1,1 0 0,-1 1 1,0-1-1,0 1 1,0-1-1,0 1 0,-1-1 1,0 1-1,1 0 1,-4-4-1,3 5-2,0 0 0,-1 0 0,1 0 0,-1 1 0,0-1 0,1 1 0,-1-1 0,0 1 0,0 0 0,0 0 0,0 0 0,0 0 0,0 1 0,0-1-1,0 1 1,0 0 0,0 0 0,-4 0 0,-30 0 502,18-1-163,0 0 0,1 2 0,-30 4-1,42-3-291,1-1 0,-1 1 0,1 0 0,-1 0 0,1 0 0,0 1-1,0 0 1,0 0 0,0 0 0,0 1 0,1-1 0,-1 1 0,1 0 0,0 1-1,-6 7 1,4-2 19,0 0 0,1 0 0,-1 0-1,2 1 1,0-1 0,0 1 0,1 0 0,-3 19-1,2 3 94,1 56 0,3-86-167,1-1 1,-1 0 0,0 1-1,1-1 1,-1 0-1,1 0 1,0 1 0,0-1-1,0 0 1,0 0-1,0 0 1,0 0 0,1 0-1,-1 0 1,0 0-1,1-1 1,0 1 0,-1-1-1,1 1 1,0-1 0,0 1-1,0-1 1,0 0-1,0 0 1,0 0 0,0 0-1,0 0 1,1 0-1,-1-1 1,5 1 0,7 2-144,1-1 1,0 0 0,27-2 0,-30 0-126,11 1-170,34-1-1241,-53 0 1318,0-1-1,0 1 0,0-1 1,0 0-1,1 0 0,-1-1 1,-1 1-1,1-1 0,0 0 0,0 0 1,3-3-1,-3 2-425,0-1 0,-1 0 0,1 0 1,-1 0-1,0 0 0,3-7 0,11-28-6415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1729,'0'0'16213,"-8"0"-14874,-1 1-1129,-1 0 0,1 0 0,0 1 0,0 0 0,0 0 0,0 1 1,0 0-1,1 1 0,-1 0 0,1 0 0,0 1 0,0 0 0,1 1 0,-1-1 0,-10 12 0,12-10-167,0-1 0,1 1 0,-1 0 0,2 0 0,-1 1 0,1-1 0,0 1 0,1 0 0,-1 0 0,2 0 0,-1 1 0,1-1 0,0 1 0,1-1 0,0 1 0,1 14 0,-1-9-16,0-11-26,1 1 0,0-1 1,-1 0-1,1 0 0,0 1 1,1-1-1,-1 0 0,0 1 1,1-1-1,0 0 1,0 0-1,0 0 0,0 0 1,1 0-1,-1 0 0,1 0 1,3 5-1,15 6 2,1-1 0,1 0 0,0-2 0,1 0 0,33 10 0,-37-14-10,-12-4 8,1 0 1,0 1 0,-1 0-1,9 7 1,-16-10 43,0 13 246,-1-10-266,1-1 0,-1 0 1,0 1-1,0-1 0,0 0 0,-1 0 1,1 0-1,-1 0 0,1 0 0,-1 0 0,0 0 1,0-1-1,-1 1 0,1-1 0,-1 1 1,1-1-1,-1 0 0,1 0 0,-1 0 1,0 0-1,0 0 0,0-1 0,0 0 1,0 1-1,-6 0 0,-5 3-59,0 0 0,-1-1 0,1-1 0,-26 2-1,-75-4-2470,110-1 2152,0-1-1,0 1 0,1-1 1,-1 0-1,0 0 0,0-1 1,1 1-1,-1-1 1,1 0-1,0-1 0,-1 1 1,1-1-1,0 1 0,0-1 1,1 0-1,-1-1 0,-5-6 1,-35-39-5677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0 0 2673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20 2673,'-178'-19'11750,"200"25"-8165,6 7-2320,8 6-705,7 7-560,-22 0 16,0-1 64,-14 7-64,8-6-16,-1 0-464,-14-13-817,0-7-4257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9909,'0'0'11314,"8"4"-10249,3 1-1000,0-1 1,-1 0-1,1-1 1,1 0-1,-1-1 1,20 2-1,96-1 243,-119-3-274,-8 0-31,1-1 0,-1 1 0,0-1 0,1 1 0,-1-1 0,0 0 0,0 1 0,1-1-1,-1 1 1,0-1 0,0 1 0,0-1 0,0 0 0,0 1 0,0-1 0,0 1 0,0-1 0,0 0 0,0 1 0,-1-2 0,1 0 7,0-64 313,-4 63-251,-27-1 181,0 1 0,-56 4 0,41-1-185,44 0-54,0 0 0,0 1 0,0-1 0,0 0 0,0 1 0,0-1 0,0 1 0,0-1-1,0 1 1,0 0 0,0 0 0,1 0 0,-1 0 0,0 0 0,1 1 0,-1-1 0,1 0 0,-1 1 0,-1 1 0,1 1 22,-1 0 1,1-1-1,0 2 0,0-1 1,0 0-1,0 0 0,1 1 1,-2 5-1,0 9 156,1 0 0,0 0 0,2 23 0,0-36-120,-1-2-42,1-1-1,0 1 1,0 0 0,1-1 0,-1 1-1,1-1 1,0 1 0,0-1 0,0 1-1,1 3 1,-1-6-28,1 0-1,-1 1 1,0-1 0,1 0-1,-1 0 1,1 0 0,-1 0-1,1 0 1,-1 0 0,1 0-1,0-1 1,-1 1-1,1-1 1,0 1 0,0-1-1,-1 0 1,1 1 0,0-1-1,2 0 1,30 4-790,0-1-1,0-1 1,67-6 0,-96 3 443,1 0 0,-1 0 1,0-1-1,0 1 0,0-1 1,0 0-1,-1-1 0,1 1 1,0-1-1,-1 0 0,6-5 1,-4 3-1088,-1-1 1,0 1-1,0-1 1,6-10-1,-1-5-5315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10517,'0'0'10645,"85"0"-10373,-42 0-144,-7 0-80,-8 0-48,22 0-80,-21-19-1681,-22-19-1504,-7-7-2658,0 6-3634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11093,'0'0'11920,"0"61"-11162,0 200-40,0 165 1773,0-191-2165,0-234-329,1-1 0,-1 1 0,1 0 0,-1 0 0,1 0 0,-1 0 0,1 0 0,-1 0 0,1-1 0,0 1 1,0 0-1,-1 0 0,1-1 0,0 1 0,0-1 0,0 1 0,0-1 0,0 1 0,0-1 0,0 1 0,-1-1 0,1 0 0,0 0 0,2 1 0,31 6 4,-25-5 0,19 5 16,-7-1-10,1-1 1,38 3 0,97-3-1243,-91-5-8252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0 576,'0'0'16784,"3"3"-15269,5 1-702,-1-1-1,1 1 0,0-1 1,0-1-1,10 3 0,10 0 704,41 2-1,-4-1-704,-44-3-663,19 3 69,53 1 0,182 6-372,-260-13-300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0 528,'0'0'7828,"7"8"-6241,29 29 10581,-38-37-12081,0-1-1,0 1 1,1 0-1,-1-1 1,0 1-1,0 0 1,0 0-1,0 0 1,1 1-1,-4-1 1,-2 1 55,-210-1 365,209 0-488,0 0 0,1 1 0,-1 0 0,1 0 0,-1 0 0,1 1 0,0 1 0,0-1 0,0 1 0,0 0 0,0 0 0,0 1-1,1 0 1,-8 6 0,7-3-4,0 0-1,0 0 1,1 0-1,0 1 0,1 0 1,0 0-1,0 0 0,1 1 1,-7 17-1,2 4 108,2 0 0,1 1 0,2 0 1,0 0-1,2 53 0,2-79-103,0 0 1,0 0 0,1-1-1,-1 1 1,1 0-1,0-1 1,0 1 0,1 0-1,-1-1 1,4 8 0,-2-9-15,-1-1 0,0 1 1,1 0-1,-1-1 0,1 1 1,0-1-1,0 0 0,0 0 1,0 0-1,0 0 0,0-1 1,1 1-1,4 1 1,14 3-10,1-1 0,-1-1 1,0 0-1,1-2 1,0-1-1,33-2 0,-20 0-187,-29 1 64,-1 0-1,0-1 0,1 0 0,-1 0 0,0-1 0,0 0 0,0 0 1,0 0-1,0-1 0,0 0 0,-1 0 0,1 0 0,-1-1 0,0 1 1,0-1-1,5-6 0,-3 3-700,0 0 0,-1-1 1,9-15-1,9-27-7307,-21 35-1784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2817,'0'0'9477,"0"52"-7631,0 171 261,0 161 4538,0 124-5120,-7-444-1333,7-63-286,0-7-1837,0-201-8061,0 137 4155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1905,'0'0'21522,"14"43"-20575,0-3-768,0 2-17,0-1 0,-3 2 0,-2 0 1,7 82-1,-8 307 473,-9-309-2306,1-370 1277,1 239 398,0 1 1,0-1 0,1 1 0,0-1 0,0 1 0,1-1-1,0 1 1,0 0 0,0 0 0,1 1 0,0-1 0,1 1-1,-1 0 1,1 0 0,1 0 0,-1 1 0,10-9 0,14-8 72,0 0 0,51-27 1,-25 16 19,-13 1-77,-34 25-54,1 0 0,-1 1 0,1 0 0,15-7 0,-22 12-98,-1 0 0,1 0 0,0 1 0,0-1 0,-1-1 0,1 1 0,-1 0 0,1 0 0,-1-1-1,1 1 1,-1 0 0,0-1 0,0 0 0,1 1 0,-1-1 0,0 0 0,-1 1 0,1-1 0,0 0-1,0 0 1,0-2 0,1-25-8502,-2 23 5752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1 1 10549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10549,'320'468'6867,"-320"-430"-3698,22 20-1424,28 6 192,7 20-1601,-14-20-144,-8 13-64,1-13-32,-15 0-96,8-19-320,-15-32-1184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10597,'0'0'10413,"19"13"-9872,124 83 510,56 29 1823,-188-118-2811,5 3 39,0 0-1,1-1 1,26 11-1,182 73 113,-210-88-193,0 1 0,0 0 1,0 2-1,22 13 0,-34-20-17,-1 1-1,1-1 1,0 0-1,-1-1 1,1 1-1,0 0 1,0-1-1,0 0 1,4 1-1,-5-1 50,-2 22 2052,0-21-2082,0 1 0,0-1 0,0 0 0,0 1 0,0-1 0,0 0 0,-1 1 0,1-1 0,0 0 0,-1 0-1,1 1 1,-1-1 0,1 0 0,-1 0 0,1 0 0,-1 1 0,0-1 0,0 0 0,1 0 0,-1 0 0,0 0 0,0 0-1,0-1 1,0 1 0,0 0 0,0 0 0,-1-1 0,1 1 0,0 0 0,0-1 0,0 1 0,-1-1 0,1 0 0,0 1-1,-1-1 1,1 0 0,-1 0 0,-5 3-8,-26 9 135,0 0 1,0-2-1,-1-1 0,-1-2 1,-67 5-1,-121-12-145,124 0-8523,85 0 2264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2865,'0'0'16667,"1"6"-16393,5 40 4950,4-45-5132,1 1 0,-1 0 0,0 0 0,0 1 0,0 0 0,-1 1 0,1 0 0,14 9 0,-10-5 96,0-2 0,25 9 1,0-4-37,0-2 0,0-2 0,1-1 0,54 0 0,140 1 67,656-7 1784,-889 0-1541,0 0-385,4 0-34,-4 0-51,0 0-99,-1-1 0,1 1 0,0 0 0,0 0 0,-1 0 0,1 0 0,0 0 0,-1 0 0,1 0 0,0 0 0,0 0 0,-1 0 0,1 1 0,0-1 0,-1 0-1,1 0 1,0 1 0,-1-1 0,1 0 0,0 1 0,-1-1 0,1 1 0,-1-1 0,1 1 0,-1-1 0,1 1 0,-1-1 0,1 1 0,-1-1 0,1 2 0,1 19-5808,-3-14 3697,1 15-12532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5619,'0'0'19841,"5"0"-19337,1006 0 3540,-841 6-3737,309 7 219,1024-13 672,-1199-22-1046,-56 0-56,343 19 73,-309 5-111,1072-8 195,-905 8-253,506-5 0,-721-5 0,113-2 0,-99 8 0,378 10 0,-250 1 0,-98-4 0,1328 9 0,-1038-16 0,-386 3 0,191-3 0,-245-5 0,224-4 0,-343 11 0,62 0 0,99-12 0,-99 10 0,-56 2 0,-1 0 0,1 0 0,-1-1 0,22-5 0,-24 2 0,-5 2 0,-4-7-496,-3 5 146,3 1-181,-1 0 0,0 0 0,-1 0 0,1 0 0,0 0 0,-1-1 0,1 1 0,-1 0 0,0-1 0,0 1-1,-1-1 1,1 1 0,-1-1 0,0 0 0,0-4 0,0-29-7222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16472,'0'0'10620,"-2"15"-10395,0-6-197,1-5-11,0-1-1,0 1 0,0 0 0,1-1 0,-1 1 1,1 0-1,0-1 0,0 1 0,0 0 1,1 0-1,-1-1 0,1 1 0,0 0 0,0-1 1,0 1-1,0-1 0,1 1 0,-1-1 0,1 0 1,0 0-1,0 0 0,1 0 0,-1 0 1,0 0-1,1 0 0,0-1 0,4 5 0,153 111 1185,-129-99-845,64 28-1,-79-40-386,-15-6 37,0-1-1,0 1 1,0-1-1,0 1 1,0-1-1,-1 1 1,1 0-1,0-1 1,0 1-1,-1 0 1,1 0-1,0-1 1,-1 1-1,1 0 1,-1 0-1,1 0 1,-1 0-1,1 0 1,-1 0-1,0 0 1,1 0-1,-1 0 1,0 0-1,0 0 1,0 0-1,0 0 1,0 0-1,0 0 1,0 0-1,0 0 1,-1 2-1,2 3 32,-1 0 0,-1 1-1,1-1 1,-1 0 0,0 0-1,0 0 1,-1 0 0,0 0-1,0 0 1,0-1-1,-1 1 1,0-1 0,0 1-1,0-1 1,0 0 0,-1 0-1,0 0 1,-7 5 0,-46 48-46,-3-2 0,-96 69 0,145-118-286,0 0 0,0 0 0,0-1 0,-1-1 0,0 0-1,0 0 1,-22 4 0,13-5-2988,-39 2 0,-4-5-8968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1633,'0'0'21239,"19"16"-20690,-6-5-471,109 84 407,-42-25 180,-74-64-560,0-1 0,-1 1 0,1 0 0,4 7 0,15 16 261,-21-27-343,-1 0 1,0 1-1,0 0 0,0 0 1,0 0-1,0 0 1,0 0-1,-1 1 1,0-1-1,0 1 1,0-1-1,0 1 1,0 0-1,-1 0 0,1 0 1,-1 0-1,0 0 1,0 6 1277,0-6-1180,-1 0 0,1-1-1,-1 1 1,0 0 0,0 0 0,0 0-1,-1 6 1,0-1 7,1-2-104,-1-1 1,0 0 0,0 0-1,0 1 1,-1-1-1,0 0 1,0 0-1,-1 0 1,0-1-1,0 1 1,0-1-1,0 1 1,-1-1-1,-6 7 1,-7 6 92,-1-1 1,-29 22-1,4-4 195,23-18-460,-1-2 0,0 0 0,-1-2 0,0 0 0,-1-2 0,-1 0 0,0-2 0,0 0 0,-32 6 0,45-14-1297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0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6611,'0'0'11685,"0"21"-8958,-1 41-173,-13 105 1,8-110-2133,3 1-1,4 70 1,0-38-246,-8 242 619,-2-191-500,3-62-155,-4-2-1,5-51-81,-1 43 1,-8 217 146,8-217-138,-4 560 439,12-390-244,-2 123-6,-7-208-120,-7-82-114,6-1 50,10-11-39,0-37-23,-1-1-1,-1 0 0,-1 1 0,-1-1 1,-1 0-1,-9 33 0,11-49 4,0 1-1,0 0 1,0 0-1,1 0 1,0 0-1,0 0 1,2 9-1,-1 11 16,1 45 32,-1 8-215,-3-48-5397,9-66 1925,-1-1 0,0-37 1,-4 9-4623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1 674 10709,'0'0'13838,"40"-34"-12512,135-115-328,-99 85-647,3 4 1,3 3-1,160-84 1,-70 61-2041,-169 78 1329,0 0 1,0 0-1,0-1 0,0 1 1,0-1-1,-1 1 0,1-1 0,-1 0 1,0 0-1,0 0 0,0 0 0,0-1 1,0 1-1,-1 0 0,2-6 0,6-9-3267,4-3-4070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10101,'0'0'13998,"25"6"-12928,4 0-763,-7-1-98,-1 0-1,1 1 1,-1 1-1,0 2 0,23 12 1,-27-12-41,0 1 1,-2 0-1,1 1 1,-1 1-1,-1 0 0,17 19 1,-25-24-94,0 0 0,-1 1 0,0 0 0,0 0 0,-1 0 0,0 0 0,0 0 0,-1 1 1,0 0-1,0 0 0,-1 0 0,0 0 0,-1 0 0,1 15 0,-2 112 459,0-134-534,0 0 1,0 0 0,-1 0 0,1 1 0,0-1 0,-1 0-1,0 0 1,1 0 0,-1 0 0,0 0 0,0 0 0,0 0 0,0-1-1,0 1 1,-1 0 0,1 0 0,0-1 0,-3 3 0,1-2-4,-1 0 0,1 1 0,-1-1 0,1 0 1,-1-1-1,0 1 0,0-1 0,0 1 0,-4 0 0,-10 1-48,-1-1-1,1-1 0,-28-1 0,29 0-25,-30 0-168,42 0 133,23 0-5,21-1 180,-19 0-33,1 0 0,-1 2 1,25 3-1,-42-3-26,0 0 1,0 1-1,0-1 1,0 1-1,0-1 0,0 1 1,-1 0-1,1 0 1,0 0-1,-1 1 1,0-1-1,1 1 1,-1-1-1,0 1 1,0 0-1,-1-1 1,1 1-1,0 0 1,-1 0-1,0 0 1,0 1-1,0-1 1,0 0-1,0 0 1,-1 1-1,1 3 1,2 14 83,-1 0 1,-1 0-1,-3 22 0,2-17-2,-1-23-79,1 0 0,-1 0 0,0 0 1,0 0-1,0 0 0,0 0 0,0 0 0,-1-1 1,1 1-1,-1 0 0,1-1 0,-1 1 1,0-1-1,0 0 0,-1 0 0,1 0 0,0 0 1,-1 0-1,1 0 0,-4 1 0,-3 3 12,-1 0 0,-1-1 0,1 0-1,-14 4 1,-3-3-30,1-1 0,-1-1 0,0-1-1,-1-1 1,-29-3 0,38 1-26,13 0 11,0-1-1,0 1 0,0-1 0,1-1 1,-1 1-1,0-1 0,0 0 0,1 0 1,-1-1-1,1 0 0,0 0 0,0 0 1,0 0-1,0-1 0,0 0 1,1 0-1,-7-7 0,-3-5-145,2-1 1,0-1-1,-15-29 0,21 36 78,-2-4-424,2 0-1,-1 0 1,2-1-1,0 1 1,-5-33-1,8 39 151,-2-11-575,-5-24-2287,-1 16-1857,-9 0-4909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2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1105,'0'0'12843,"-11"0"-11149,-26 0-548,24 0 2394,-5 0 3534,23 22-6482,1-11-546,1-1-1,0 0 1,0 0 0,1-1-1,0 0 1,1 0-1,0 0 1,0-1 0,15 9-1,15 8 44,52 24 1,-7-4-53,-50-20-34,-28-20-3,0 0 0,-1-1 0,1 1 0,1-2 0,-1 1 0,1-1 0,-1 0 0,11 3 0,-16-6-5,0 0 1,0 0-1,0 1 0,0-1 0,0 0 1,0 0-1,0 1 0,0-1 0,0 0 1,0 1-1,0-1 0,-1 1 0,1-1 1,0 1-1,0-1 0,0 1 0,0 0 1,-1-1-1,1 1 0,0 0 0,-1 0 1,2 1-1,3 1-142,-4-3 147,-1 0 0,0 0 1,0 0-1,0 0 0,0 0 0,1 1 1,-1-1-1,0 0 0,0 0 0,0 0 1,1 0-1,-1 0 0,0 0 1,0 0-1,0 0 0,0 1 0,0-1 1,1 0-1,-1 0 0,0 0 0,0 0 1,0 0-1,0 1 0,0-1 0,0 0 1,0 0-1,0 0 0,0 1 0,1-1 1,-1 0-1,0 0 0,0 0 0,0 0 1,0 1-1,0-1 0,0 0 0,0 0 1,0 0-1,0 1 0,0-1 1,-1 0-1,1 0 0,0 0 0,0 1 1,0-1-1,0 0 0,0 0 0,0 0 1,0 0-1,0 1 0,-1-1 0,1 14 81,1-8-58,-1 0 0,0-1 0,0 1 1,-1 0-1,1 0 0,-1 0 0,-1 0 0,1-1 0,-1 1 0,0 0 0,0-1 0,-1 0 0,1 1 0,-5 5 0,-6 10 31,4-6 18,0-1 0,-17 20 0,-6 1 108,6-4-154,0-2 0,-2-1 0,-2-2 0,0 0 0,-41 25 0,51-40-182,11-6-247,0 1 0,0-1 0,-15 14 0,22-16 182,-1-1 0,1 1 0,-1 0 0,1 0 0,0 0 0,0 1 0,1-1 0,-1 0 0,1 1 0,-1-1 0,1 1 0,0-1 0,0 1 0,0 6 0,0 49-6670,1-33 563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33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1 576,'0'0'13286,"-7"18"-10727,7 464 3233,0-366-5187,-11 6-257,0 6-133,11 1415 1242,-1-1518-1365,-2-1 1,-12 48-1,-3 20 205,12-63-220,4-24-70,1 1 1,0 0-1,0-1 1,0 1 0,0 6-1,-13 395 225,14-84-197,-14-176 16,7 46-35,7 622 149,0-806-141,0-7 3,0 3 26,0 215 78,0-207-131,0-3-5,0-7-19,3-3-86,27-1 156,-8 0-16,-1 1 0,0 1-1,1 1 1,-1 0-1,0 2 1,32 9 0,-22-3-15,1-2 1,0-1-1,0-2 1,60 3-1,-90-8-15,79 14 20,-27-4-5,3-3 766,-57 1-1516,0 11-365,-28-14-18610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3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53 203 2625,'0'0'10995,"-8"-4"-10144,-25-13-368,32 16-54,0 0 0,0 0 1,0 1-1,0-1 0,0 0 1,1 0-1,-1 0 0,0-1 1,1 1-1,-1 0 1,1 0-1,-1 0 0,1 0 1,0-1-1,-1 1 0,1 0 1,0 0-1,0-1 1,0 1-1,0 0 0,0 0 1,0-1-1,0 1 0,0 0 1,1 0-1,0-3 1,-1 1-2051,1-5 1629,-1 0 0,1 0 1,0 0-1,1 0 0,0 0 0,0 1 0,0-1 0,1 1 1,1-1-1,-1 1 0,1 0 0,0 0 0,1 1 0,-1-1 0,1 1 1,9-9-1,-10 13-6,0 0 0,0 1 0,1-1 0,-1 1 0,0 0 0,0 0 0,1 0 0,-1 0 0,1 1 0,-1 0 0,1 0 0,-1 0 0,0 0 0,7 2 0,15 0 461,-7-3-407,31 2-40,-47 0-11,-1-1 1,1 1-1,-1 0 0,1-1 1,-1 1-1,0 0 0,1 1 1,-1-1-1,0 0 1,0 1-1,0-1 0,0 1 1,0 0-1,0-1 0,0 1 1,-1 0-1,3 3 0,27 29 42,-28-31-44,1 0 1,0 1-1,-1-1 0,1 1 1,-1 0-1,0 0 0,0 0 1,-1 0-1,1 1 0,-1-1 1,0 1-1,0-1 0,2 7 1,17 52 49,-16-34-18,-2-17 122,-1 0-1,1 24 0,-3-35 255,0 3-321,0-4-86,0 0 1,0 1-1,0-1 1,1 1-1,-1-1 1,0 0-1,0 1 1,0-1-1,0 1 1,0-1-1,0 0 1,0 1-1,0-1 1,-1 1-1,1-1 1,0 0-1,0 1 1,0-1-1,0 1 1,0-1-1,-1 0 1,1 1-1,0-1 1,0 0-1,-1 1 1,1-1-1,-98 30 268,63-29-152,12-1-32,-17 0-253,38 0 184,-2 0-3573,3 0 3497,0 0 1,0 0 0,0 1 0,0-1-1,0 0 1,0 0 0,0 1 0,0-1-1,0 0 1,0 1 0,0-1 0,1 1-1,-1-1 1,0 1 0,0 0 0,0-1-1,1 1 1,-1 0 0,0-1 0,1 1-1,-1 0 1,0 0 0,1 0 0,-1 0-1,1-1 1,0 1 0,-1 0 0,1 0-1,0 0 1,-1 2 0,-1 39-3489,2-15-490,-6 6-3537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5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7523,'0'0'12233,"0"-5"-11593,0 1 29,2-9 5663,3 20-6147,0 0 0,0 1 0,1-1 0,-1-1 0,1 1 0,1-1 0,-1 0 1,1-1-1,14 9 0,-6-4 68,1-1 1,0 0-1,33 11 1,-21-12-153,0-1 0,0-1 0,51 3 0,88-8 22,-70-3 36,-96 2-493,-1 17-9821,0-7 7766,0 47-7693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5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60 1857,'0'0'19657,"-7"-9"-19110,-25-30 82,30 38-572,0-1 0,0 1 0,-1 0 0,1 0-1,0 0 1,-1 0 0,1 0 0,-1 0 0,1 1-1,-1-1 1,1 1 0,-1 0 0,1-1 0,-1 1 0,1 1-1,-1-1 1,1 0 0,-1 0 0,0 1 0,1 0-1,0-1 1,-4 2 0,6-1-38,-11 4 137,1 0 0,0 1-1,0 0 1,0 1-1,1 0 1,0 1 0,0 0-1,-12 16 1,5-5-112,1 1-1,1 1 1,1 1 0,1 0 0,1 0-1,1 1 1,1 1 0,1-1 0,-5 27 0,11-37-39,0 2 1,1-1 0,0 0 0,3 21-1,-1 3-263,20-37 245,-11-1 8,-7-1 2,0 1 0,0 0 0,-1 0 0,1 0 0,0 0 0,0 1 0,0-1 0,5 2 0,-2 5-36,0-4 136,16-2-471,-11-1 95,-11 11-2186,0 12-59,0-22 2243,1 0-1,-1 0 1,0 1 0,0-1 0,1 0-1,-1 0 1,0 0 0,1 0 0,-1 0-1,1 0 1,-1 0 0,1 0 0,0 0-1,-1-1 1,1 1 0,0 0 0,0 0-1,0 0 1,0-1 0,0 1 0,-1 0-1,1-1 1,0 1 0,0-1 0,0 1-1,1-1 1,-1 0 0,0 1 0,0-1-1,0 0 1,0 0 0,0 0 0,0 1-1,0-1 1,1 0 0,-1-1 0,0 1-1,0 0 1,1 0 0,0 0-248,13 0-4823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5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3233,'0'0'21333,"3"-6"-20928,-2 4-388,0-1-1,0 1 0,1 0 0,-1 0 0,1 0 0,-1 1 0,1-1 0,0 0 0,0 1 0,0-1 0,0 1 1,0-1-1,0 1 0,0 0 0,0 0 0,1 0 0,-1 0 0,0 0 0,1 0 0,-1 1 0,1-1 0,-1 1 1,3 0-1,12-2 93,1 1 1,25 3 0,-7-1 39,1223-1 510,-1181 3-657,0 3 0,-1 3 0,0 4 0,82 25 0,-131-28 1,-24-8-2,0 0-1,0-1 1,0 1 0,0-1-1,0 0 1,1-1 0,4 2-1,6 3 32,-9-4-7,-5-1 23,15 343 869,-2-113-551,16 132 35,-11-170-178,5 45-154,2 16 105,-14-149-111,3 27 29,-5 26 12,3 92 64,-11-193-99,11 61 1,-1-20-17,-9-10 2,1 11 34,0-46-38,-5 82 1,-1-48 26,2 41 48,17-127-428,55-3 434,97-17-1,18-2 126,513 9 418,-547 13-579,195 20-61,-272-13-27,-45-5-4,133 8-16,-163-10-4,-5 0-1206,0-1 605,-1 1 0,0 0-1,0 0 1,0 1 0,0-1 0,1 1-1,-1 0 1,0 1 0,1-1 0,-1 1-1,1 0 1,-1 0 0,1 0 0,0 0-1,0 1 1,0 0 0,0 0-1,-4 4 1,-34 45-10940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5397 12726,'0'0'12627,"1"-2"-11052,10-2-1088,-2 4-215,0 0 0,0 1-1,0 0 1,0 0 0,0 1-1,0 0 1,-1 1 0,13 4-1,28 8 374,-18-7-445,67 16 251,178 19-1,350-33-277,-388-12-124,214 2 319,-450-3-384,0-1-1,0 1 1,0 0 0,0-1-1,-1 1 1,1-1-1,1-5 1,3-7-45,19-50 71,-2 0 0,-4-2 0,20-135 0,-9-145-12,-29-6 57,-2 186-41,1 37-1,21-751-168,-6 655 166,19-199-131,-19 200 75,11-98-56,-11 105 76,-4-43 18,-9 145-163,29-200 0,-11 183-27,-14 93 174,-1 0 0,-2-43 0,1-7-31,5 19 2,-4 45 25,1-47-1,1-60 39,0 49 3,-7 71-26,0 4 23,-1 0-1,2 0 1,-1 1-1,1-1 0,1 0 1,0 0-1,5-15 1,-4 18 64,-3 7-58,0 0 0,0-1 0,0 1 1,0-1-1,1 1 0,-1 0 0,0-1 1,0 1-1,0-1 0,1 1 0,-1 0 0,0 0 1,0-1-1,1 1 0,-1 0 0,0-1 1,1 1-1,-1 0 0,0 0 0,1-1 0,-1 1 1,0 0-1,1 0 0,-1 0 0,1 0 1,-1 0-1,0-1 0,1 1 0,-1 0 0,1 0 1,-1 0-1,0 0 0,1 0 0,-1 0 1,1 0-1,-1 0 0,0 1 0,1-1 0,-1 0 1,1 0-1,-1 0 0,2 0-68,346-12 344,22-13 32,17 12-225,-232 12 45,291-39 0,-341 24-145,189-5 0,-90 8 0,-191 11 0,-10 1 0,1 0 0,0 0 0,0 0 0,0 1 0,0-1 0,0 1 0,6 1 0,266-1-1121,-277 0 864,-1 0-1,0 1 1,1-1-1,-1 0 0,0 1 1,1 0-1,-1-1 1,1 1-1,-1 0 0,1 0 1,-1 0-1,1 0 0,0 0 1,-1 0-1,1 0 1,0 1-1,0-1 0,0 0 1,0 1-1,-1 1 0,-19 38-4177,14-26 1934,-33 69-11565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 6563,'0'0'11133,"0"-4"-9124,0 10-1494,14 362 5324,-5-200-4424,-4-69-912,3 110 200,-8 246 417,-1-446-1098,0-1-1,0 1 0,0-1 0,-1 0 1,-1 1-1,1-1 0,-1 0 0,-1 0 1,1-1-1,-1 1 0,-9 12 0,-3 6 55,11-8-25,5-17-51,0 0 1,0 0 0,0-1-1,0 1 1,0 0 0,0 0-1,-1-1 1,1 1-1,0 0 1,0-1 0,-1 1-1,1 0 1,-1-1-1,1 1 1,-1 0 0,1-1-1,-1 1 1,1-1 0,-1 1-1,1-1 1,-1 1-1,-1 0 1,-2-3-66,3 2-561,-18 0-256,13 0-2085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10805,'0'0'10450,"-37"5"-10178,-9 2-112,-60 16 0,101-22-106,0 1 0,0 0 0,0 0-1,0 1 1,1-1 0,-1 1 0,1 0 0,-1 1-1,1-1 1,0 1 0,1-1 0,-1 1 0,0 0-1,1 1 1,0-1 0,0 1 0,-3 5-1,-5 7 367,3-6-231,1 1 1,-1-1 0,2 1 0,0 1 0,0-1 0,1 1-1,1 0 1,0 0 0,1 1 0,0-1 0,1 1 0,-1 25-1,3-37-190,0 0 0,0-1 0,1 1-1,-1-1 1,0 1 0,1 0-1,-1-1 1,1 1 0,-1-1 0,1 1-1,0-1 1,0 0 0,0 1 0,0-1-1,0 0 1,0 1 0,0-1-1,0 0 1,2 2 0,31 15-28,-18-11 25,57 33 4,-38-19 0,55 23 0,-78-39 1,1 1 0,-1 1 0,0 0 0,0 1 0,-1 0 0,0 1 0,17 17 0,-25-22 3,0 1 0,0 0 1,-1 0-1,0 0 0,0 0 1,0 1-1,-1-1 0,0 0 1,0 1-1,0-1 0,-1 1 1,1-1-1,-1 1 0,-1-1 1,1 1-1,-2 5 0,1 15 43,1 146 868,0-160-815,-1-1 0,0 1 0,-1 0 0,0 0-1,-1-1 1,0 1 0,-1-1 0,0 0 0,-1 0 0,0 0 0,-1-1 0,0 0 0,-1 0 0,-9 11 0,10-14-62,-1 0 0,0-1 1,0 1-1,0-2 1,0 1-1,-1-1 1,0 0-1,0 0 0,-1-1 1,1 0-1,-1-1 1,0 0-1,0 0 1,0-1-1,0 0 0,-1-1 1,-16 1-1,-2-1 9,17 0-60,0-1 0,0 0 0,0 0 0,-12-3 0,20 2-22,-1 0 0,1 0 0,-1 0 0,1-1 0,-1 1 0,1-1 0,0 0 0,0 0 0,0 0 0,0 0 0,0-1 0,0 1 0,1-1 0,-1 0 0,1 0 0,-4-4 0,-7-15-510,0-1 1,2 0 0,0-1 0,2 0 0,-9-32 0,13 34-1009,0 1 0,2-2 0,-1-40 0,4 2-4906,0 13-2780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5266,'0'0'17000,"221"-19"-16872,-199 19-48,-8 0-16,-7 19-64,-7 7-144,0 12-992,7 20-1121,0 13-2513,7-7-2082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0 304,'397'5'8465,"-347"-4"-6292,-26 2 5475,-27 265 34,7 306-4879,-2-549-2749,10 45-1,0-5-19,-5-34-110,-4-31 10,-1-7-8,7-57-129,-7 46 233,48-320-153,-23 168-277,-24 143 309,2 0 1,1 0 0,2 0-1,0 1 1,1 0 0,15-26-1,-15 43 103,-2 13 23,1 19 73,33 147 682,2 5-353,-34-125-374,5 36 13,4-1 0,34 96 0,-29-110-63,-11-52-15,-9-18-28,-1 0 0,0-1 1,1 1-1,-1 0 0,1-1 0,-1 1 1,1-1-1,-1 0 0,1 0 0,-1 0 1,1 0-1,-1 0 0,5-1 0,9 0-63,-13 0 92,1 1 0,-1-1 0,1 0 0,-1 0 0,0 0 0,1 0 0,-1 0 0,0-1 0,0 0 0,0 1 0,0-1 0,0-1 0,0 1 0,-1 0 0,1 0 0,-1-1 0,1 0 0,-1 1 0,0-1 0,0 0 0,0 0 0,2-6 0,5-9-7,-1 0 0,10-36-1,-17 50 9,25-91 90,-5 0 0,11-114 0,-28 163-86,20-125 42,-21 158-49,-3 10-5,0 1 1,1 0-1,-1-1 0,1 1 1,0 0-1,-1-1 1,1 1-1,0 0 0,0 0 1,0 0-1,1 0 0,-1 0 1,0 0-1,1 0 1,2-3-1,-3 4-115,0 0 0,0-1 0,0 1 0,0-1 0,0 1 0,0-1 0,-1 0-1,1 1 1,-1-1 0,0 0 0,1 1 0,-1-1 0,0 0 0,0 1 0,0-1 0,0 0 0,0-2 0,0-1-1619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271 302 3426,'0'0'10090,"-1"-8"-9656,-5-35 11999,-2 60-12372,-100 300 78,95-273-66,-27 116 115,10 41-169,26-160-8,3-32-11,1 1 0,-1-1 1,0 1-1,-1-1 0,0 0 1,-1 1-1,-4 8 0,4-16 14,-7-2-14,8 0-14,1-57-89,2 1 53,3-1-1,2 1 1,14-57 0,76-324 98,-93 421-46,1 0-1,0 0 1,1 1-1,1 0 1,1 0-1,15-27 1,-21 37 46,-1 4 592,0 21-104,0 31-257,2-1-214,-3 0 0,-1 0 0,-3 0 0,-19 79-1,-40 155 246,56-249-255,-4 43 1,8-47-33,-1-1 1,-13 42-1,12-52-11,6-16-5,-1-1 1,1 1-1,-1-1 0,0 1 1,0-1-1,0 0 0,-1 1 1,1-1-1,-1 0 0,0 0 0,0 0 1,0 0-1,0-1 0,0 1 1,-1 0-1,-3 2 0,3 1-123,4-14-40,-1-10 121,-1-22 22,1-1 0,3 1-1,1-1 1,18-79 0,114-442-134,-99 312 11,-36 236 135,-1 5-3,1 1 1,0 0-1,0 0 1,1 0-1,0 0 1,1 0-1,5-12 1,-7 81 341,-1-23-259,-1 0 0,-3 0 0,-14 68-1,-21 31 64,-19 73 31,13 21-5,17-111-146,19-90-18,2 1 1,-6 48-1,12-67 7,0-1 0,-1 0 0,0 0 0,-1 0 0,0 0 0,0 0 0,-8 15 0,12-43-155,-1 1 0,-1-24 0,-1-9 141,4 28-12,1-1-1,1 1 1,1-1 0,1 1 0,15-37-1,-20 55 9,4-15 58,-3 8-419,-1 54-16274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78 464,'0'0'23862,"-3"-5"-22670,-2 2-472,1 14-206,-2 37 73,2 65 76,4-27-391,1-84-274,-1 0 0,0 0-1,1-1 1,-1 1 0,1 0 0,-1 0-1,1 0 1,0-1 0,0 1 0,0 0-1,0-1 1,0 1 0,0-1-1,0 1 1,0-1 0,1 0 0,-1 1-1,1-1 1,-1 0 0,1 0 0,-1 0-1,1 0 1,-1 0 0,1 0-1,0 0 1,0-1 0,0 1 0,-1-1-1,1 1 1,0-1 0,3 1 0,8 1-62,0-1 0,1 0 0,19-1-1,-19 0-33,-9 0 66,0 0 0,0 0 1,1 0-1,-1-1 0,0 0 0,0 0 0,0 0 0,0-1 0,0 1 0,0-1 0,6-4 0,-7 3 18,-1 0 1,1 0-1,-1 0 0,0-1 1,0 0-1,0 1 1,-1-1-1,1 0 0,-1-1 1,0 1-1,0 0 1,3-9-1,1-11-28,0-1-1,-1 0 1,-2 0-1,-1 0 1,0 0 0,-4-35-1,2 21 84,0 37-32,0 0 0,0 0 0,0 0-1,-1 0 1,1 0 0,-1 0 0,1 0 0,-1 1 0,0-1 0,1 0-1,-1 0 1,0 0 0,0 1 0,0-1 0,-1 1 0,1-1 0,0 1 0,-1-1-1,1 1 1,0-1 0,-1 1 0,0 0 0,1 0 0,-1 0 0,0 0-1,0 0 1,1 0 0,-1 1 0,0-1 0,-2 0 0,-6-1 70,0 0-1,0 1 1,0 0 0,-17 1 0,23 0-30,1 0-41,0 1 0,-1-1 0,1 1-1,0 0 1,0 1 0,0-1 0,0 0 0,0 1 0,0 0 0,0-1 0,1 1 0,-1 0 0,0 0 0,1 1 0,0-1 0,0 1 0,-1-1 0,1 1-1,1 0 1,-1-1 0,-2 6 0,-5 9-44,0 0 0,-8 28 0,14-37 20,-9 27-419,2 1-1,1 0 1,3 0-1,-4 49 0,5 150-4998,5-159 2610,0 88-5431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5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37 193 7748,'0'0'15404,"0"6"-14382,0 803 3332,14-1361-4834,0 96 981,-13 586 308,2 4-161,-29 254 0,15-309-495,1 135 1,11-204-155,-1-9-1,0 0 0,0 1 0,0-1 0,0 0 1,0 0-1,0 1 0,0-1 0,0 0 0,0 1 1,-1-1-1,1 0 0,0 0 0,-1 1 0,1-1 1,-1 0-1,0 0 0,1 0 0,-1 0 0,-1 2 0,1-2-334,-11-5-4102,10-12-1057,2 9 4658,0-50-8495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22 248 4562,'0'0'12662,"-4"-7"-10851,-13-25 9090,21 32-10556,78 2 768,69-2-209,-124-1-832,-1-2 0,1-1 0,39-10 0,-29 5-26,0 2 0,0 1 0,39 0 1,-27 2-49,53-10 0,85-11 2,-84 14 0,14 0 0,122 2 0,-64 0 0,1-1 0,-35 3 0,-61-5 0,717 5 0,-768 8 0,-1-2 0,1-1 0,-1-1 0,51-12 0,-62 10 0,0 1 0,1 1 0,-1 0 0,35 0 0,-43 0 444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0 11541,'0'0'11478,"-342"392"-12087,306-296-1584,22-13-2225,-14-18-4722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7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1 7219,'0'0'13004,"-38"20"-12260,-122 70-221,147-83-470,0 2 0,1-1 0,0 1 0,1 1 0,0 0 0,0 1 0,-14 19 1,2-2 46,-187 192 119,202-213-216,-1 0-1,1 0 1,-12 6-1,10-6 7,10-7-17,0 0 1,1 0-1,-1 0 0,0 0 1,0 0-1,0 0 0,0 0 1,0 0-1,1 0 0,-1 0 1,0 1-1,0-1 0,0 0 1,0 0-1,0 0 0,0 0 1,0 0-1,1 0 0,-1 1 1,0-1-1,0 0 0,0 0 1,0 0-1,0 0 0,0 0 1,0 1-1,0-1 1,0 0-1,0 0 0,0 0 1,0 0-1,0 1 0,0-1 1,0 0-1,0 0 0,0 0 1,0 0-1,0 1 0,0-1 1,0 0-1,0 0 0,0 0 1,0 0-1,-1 1 0,1-1 1,0 0-1,0 0 0,0 0 1,0 0-1,0 0 0,0 0 1,0 0-1,-1 1 1,1-1-1,0 0 0,0 0 1,0 0-1,0 0 0,-1 0 1,1 0-1,172 3 68,102-1 157,-224-7-195,1-3-1,-1-2 1,76-25 0,-46 12-239,-54 19-41,-24 4 195,0 0-1,0-1 1,0 1 0,1 0 0,-1-1 0,0 0-1,0 1 1,0-1 0,0 0 0,0 0-1,3-2 1,-4 2-574,-1 33-13463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7091,'0'0'14754,"-9"36"-14045,8-28-679,-20 83 342,-11 112 0,13 129 141,2-17-431,16-297-81,-1 0 0,0-1 0,-2 0 0,0 1-1,-10 27 1,11-18 19,3-18 24,0-8-52,0 0 22,0 4-168,0 7 795,-6-10-80,5-2-742,1-1 112,0 1 1,0 0 0,0 0-1,0 0 1,-1 0-1,1 0 1,0 0 0,0 0-1,0 0 1,-1 0 0,1-1-1,0 1 1,0 0-1,0 0 1,0 0 0,-1 0-1,1 0 1,0 0-1,0 0 1,0 0 0,-1 0-1,1 1 1,0-1 0,0 0-1,0 0 1,0 0-1,-1 0 1,1 0 0,0 0-1,0 0 1,0 0-1,0 0 1,-1 1 0,1-1-1,0 0 1,0 0 0,0 0-1,0 0 1,0 0-1,0 1 1,0-1 0,-1 0-1,1 0 1,0 0 0,0 0-1,0 1 1,0-1-1,0 0 1,0 0 0,0 0-1,0 1 1,0-1-1,0 0 1,0 0 0,0 0-1,0 1 1,0 23-3854,0 18-2430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11285,'0'0'13548,"6"-3"-13474,0-1 68,-4 2-23,1 1-1,-1 0 1,0-1-1,0 1 1,1 0-1,-1 0 1,1 0-1,-1 1 1,1-1-1,-1 1 1,1-1-1,-1 1 1,5 0 1656,-1 1-1346,-1 0-1,1-1 1,-1 1 0,1-1-1,0 0 1,-1 0-1,7-2 1,11 1-571,44-3 219,125-22 0,-97 10-60,-24 1-4,-45 9-12,47-5 1,55 5 88,-127 6-100,-1 13-82,0-1 95,0 1 1,1-1 0,0 1 0,1-1-1,4 17 1,10 39 25,-2 1 0,-4 0-1,3 110 1,-4 56 24,5 268-7,-7 60 18,0 171 48,1-504-80,0-65-14,7 274-35,4 316 80,-19 1125-303,14-1880 256,250-12 55,14-2 28,291 14 32,-534 2-52,38 6-1,-39-3 21,39 0 0,172 1-99,-55-6 0,-184 1 0,-5 4 0,-1 1-51,0-5-253,0 18-9423,0 0 968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17480,'0'0'10797,"-9"0"-10360,22 0-327,53 0 587,299 11 1826,-75 9-2096,-108-13-350,-104 0-135,21 6 36,-55-8-71,-31-2 99,-1-1 0,0-1 0,14 1 0,-17-2-3,-1 1 1,1 1 0,0-1-1,-1 1 1,1 1-1,-1 0 1,1 0-1,10 6 1,-7-5-6,0 0 1,1-1 0,17 2-1,20 5-27,22-1 24,-62-6-15,0 0 0,0-1 0,13 1 0,-15-2 6,16 2 17,-17-3-3,0 0 0,0 1 0,0 0 0,0 0 0,-1 1 0,1 0 0,0 0 0,-1 0 0,1 1 0,-1 0 0,0 0 0,0 1 0,8 6 0,-8-7 15,0 0 0,0 0 1,0 0-1,0-1 0,0 0 0,1 0 0,-1-1 1,1 1-1,-1-1 0,1-1 0,11 1 0,10 1-21,122 16 4,-122-14-1,0-2 1,1-1 0,33-3 0,5 0 11,10 2-103,-76 0-2,-1 4-2931,-1-2 2392,1 0 0,-1 0 0,0 0 1,0 0-1,1 0 0,-1 0 1,0 0-1,-1-1 0,1 1 1,0 0-1,0 0 0,-1-1 0,1 1 1,-1-1-1,0 1 0,1-1 1,-3 1-1,-4 5-3759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5619,'0'0'23616,"21"17"-23309,-13-10-296,36 30-37,75 48 1,-89-67-25,33 28 0,-55-39 50,0 0-1,0 1 0,0 0 1,-1 0-1,-1 1 1,1 0-1,9 19 0,-14-23 44,-1 0-1,0 1 1,0-1 0,0 1-1,-1-1 1,0 1-1,0 0 1,-1 8-1,0 8 104,1 2-36,-5 43 1,3-57-100,0 0-1,-1 0 0,0 0 1,-1 0-1,0-1 0,0 1 1,-7 10-1,-15 16 206,-48 55-1,27-36-43,15-19-97,-1-2 1,-53 43 0,74-69-150,1-1 1,-1 0-1,0-1 1,-1 0-1,0-1 1,-14 4 0,-30 15-1993,56-24 1875,1 0-1,0 0 1,-1 0 0,1 0 0,0 1 0,-1-1 0,1 0 0,0 0 0,-1 1-1,1-1 1,0 0 0,-1 0 0,1 1 0,0-1 0,0 0 0,-1 1 0,1-1-1,0 1 1,0-1 0,0 0 0,0 1 0,0-1 0,-1 0 0,1 1-1,0-1 1,0 1 0,0-1 0,0 0 0,0 1 0,0-1 0,0 1 0,0-1-1,1 1 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1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2369,'0'0'11349,"0"-7"-11277,0-23-32,0 22 144,7-5 1660,6 7-248,-9 3-1331,1 1 0,0 0 0,0 0 0,0 0-1,8-1 1,61-16 824,84 10 334,-6 1-797,-42-1-182,51-7 144,-87 13-543,-61 3-38,0 0 0,1 0 0,-1-2 0,14-2 0,1-1 38,1 1-1,-1 1 1,1 1-1,30 3 0,-15 0 49,-43-1 742,1 6-728,4 8-59,13 35 219,-5-3-3,-6-21-153,-1 0 0,6 38 0,1 49 144,9 115 93,-21-139-287,10 159 102,32 651 296,-44 1434-344,-7-1619-70,5-498-37,14 384 14,19-367-13,-2-21-2,1-10-5,-3-31 1,-15-85 1,7 82 0,-13 192-2,0 6 4,-4 5 3,-3-202-5,3-119-4,10 60 0,-5-60 0,0 61 0,-7 1640 256,7-1600-242,-5-131-16,0 1-1,8 33 1,4 26 9,-4 37-6,9 197 16,-18-292-17,7 40 0,-1-8 0,-1-12-5,15 58-1,-11-60 3,8 66-1,17 181 38,-28-215-32,9 193 12,-2-116-13,-14 301-4,1-438 0,0 1-1,1-1 1,5 20 0,-4-20-9,-1 0 1,0 0-1,1 19 1,-2-26 8,-1-1 0,1 0-1,-1 0 1,1 1 0,0-1 0,0 0-1,0 0 1,3 6 0,7 21-3,4 176-12,-1-110 36,-7 122-18,-6-204 0,1 0 0,6 27 0,-5-25 1,0-1-1,-1 1 1,1 16 0,4 237 31,0 173-35,0-378 16,-4-45-5,1 35 1,-4 349-7,11-259-2,0-2 0,-11 449-480,2-550 480,7 42 0,-4-44 1,0 42 1,-5 986 43,-1-1047-45,-1-1 0,-6 26 0,4-27 0,1 1 0,0 22 0,-4 476-347,19-517 363,15 2 118,0 1-1,31 8 1,22 3 172,59-9 70,2 0-85,202 39 1406,-160-13-1308,110 14-108,-246-38-218,66 19 0,-57-12-8,19 1 55,-43-10-56,0 1 0,33 12 0,-43-10-35,0-2-1,1 0 0,0-2 0,0 0 1,31 0-1,-33-1-28,38 11 0,10 1 78,-39-11-99,55-2 1,-52-2 16,-32 0-5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1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23419,'0'0'6629,"59"24"-7109,181 72 261,-174-66 154,-66-30 64,0 0 1,1 0 0,-1 0-1,0 0 1,1 0 0,-1 1-1,0-1 1,1 0 0,-1 0-1,0 0 1,1 0 0,-1 1-1,0-1 1,0 0 0,1 0-1,-1 1 1,0-1-1,0 0 1,1 1 0,-1-1-1,0 0 1,0 1 0,0-1-1,0 0 1,1 1 0,-1-1-1,0 0 1,0 1 0,0-1-1,0 0 1,0 1 0,0-1-1,0 1 1,0-1 0,0 0-1,0 1 1,0-1-1,0 0 1,0 1 0,-1 4 15,2 18 197,-1-18-124,1 0 1,-1 0 0,0 0 0,0 0 0,0 0-1,-1 1 1,0-1 0,0 0 0,0 0-1,0 0 1,-1 0 0,0-1 0,-5 10-1,-9 6-488,-1 0 0,-1-1-1,-1-1 1,0 0 0,-1-2-1,-31 20 1,29-22-544,1 1 0,1 0 0,1 2 0,0 1 1,1 0-1,-25 33 0,41-47-228,0 0 0,0 0-1,0 0 1,1 0 0,0 0 0,-1 1 0,0 6 0,2-10 1112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1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52 976,'0'0'13679,"-9"-6"-11420,-31-16-554,39 21-1626,0 1 1,0-1-1,0 1 0,0-1 0,1 1 0,-1-1 1,0 0-1,0 0 0,0 1 0,0-1 0,1 0 1,-1 0-1,0 0 0,1 0 0,-1 0 0,1 0 1,-1 0-1,1 0 0,-1 0 0,1 0 0,0-1 0,0 2-49,0-1 0,0 1 0,0 0 0,0 0 0,-1 0 0,1 0-1,0-1 1,0 1 0,0 0 0,0 0 0,0 0 0,0 0-1,0-1 1,0 1 0,0 0 0,0 0 0,0 0 0,-1 0-1,1-1 1,0 1 0,0 0 0,0 0 0,0 0 0,0 0-1,-1 0 1,1 0 0,0 0 0,-4-1 3595,4 18-3207,4 172 2050,-1-149-2205,2 0 1,17 64-1,-14-79-136,-1 1 0,-2 0 0,-1 1 0,2 43 0,8 207 1199,-7 64-832,1-111-289,-8 476 428,-12-704-1991,11 0 1028,0 0 0,1 0 1,-1 0-1,1 0 0,-1 0 1,1 0-1,0 0 0,0 0 1,0 0-1,0 0 0,0 0 1,1 3-1,-1 2-1248,0 20-5407,0 4-4580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1 784,'0'0'19716,"-12"13"-18019,12-13-1672,-10 10 194,1 0 1,0 1-1,1-1 1,1 2-1,0-1 1,0 1-1,1 0 1,0 0-1,-4 17 1,-12 50 970,-3-1 1,-44 95 0,68-169-1242,0-1 1,-1 1 0,1-1 0,-1 1-1,0-1 1,0 0 0,0 0-1,-1 0 1,1 0 0,-1-1-1,1 1 1,-1-1 0,0 1-1,0-1 1,0 0 0,-1 0-1,1 0 1,0-1 0,-1 1-1,1-1 1,-1 0 0,1 0-1,-1 0 1,0 0 0,1 0-1,-1-1 1,0 0 0,-3 0-1,6 1-63,1-1-1,-1 0 0,1 0 1,-1 1-1,1-1 0,-1 0 1,1 1-1,-1-1 0,1 1 1,-1-1-1,1 0 0,0 1 1,-1-1-1,1 1 0,0-1 1,-1 1-1,1 0 0,0-1 0,0 1 1,0-1-1,-1 1 0,1-1 1,0 1-1,0 0 0,0-1 1,0 1-1,0-1 0,0 1 1,0 0-1,0-1 0,0 1 1,0-1-1,1 1 0,-1-1 0,0 1 1,0 0-1,1 5-3376,27-5-10742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99 13494,'0'0'12238,"12"-8"-12204,7-3-26,0 1 0,1 1 0,35-11 0,-48 18-7,0-1-1,-1 1 0,1-1 1,-1-1-1,10-5 0,10-7 55,-22 15 21,-1 13 120,-3 4 7,-3 138 1084,0-124-1153,0 0 1,-2 0-1,-12 38 0,-166 446 1744,150-429-2178,-4 0-1,-3-2 0,-55 82 0,89-158-180,1 0-1,1 1 1,-1-1-1,1 1 0,0 0 1,1 1-1,0-1 1,0 1-1,1-1 1,0 1-1,-1 17 1,3 8-4292,0-22-2924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8916,'0'0'15324,"7"2"-14286,14 4-595,58 19 832,-71-21-1175,0-1-1,-1 1 1,1 0 0,-1 0-1,0 1 1,0 0 0,-1 0-1,7 7 1,5 12 219,-1 0 0,-1 1 0,13 29 1,-10-19-173,-16-30-136,-3-3-2,1-1 1,0 1 0,0 0 0,-1-1 0,1 1 0,-1 0-1,1 0 1,-1-1 0,0 1 0,1 0 0,-1 0-1,0 0 1,0 0 0,-1 3 0,1-5-14,0 0 0,-1 1 0,1-1 0,0 1 0,0-1 0,-1 1 0,1-1 0,0 0 0,-1 1 0,1-1 0,-1 0 0,1 1 0,0-1 0,-1 0 0,1 0 0,-1 1 0,1-1 0,-1 0 0,1 0 0,-1 0 0,1 0 0,-1 0 0,1 1 0,-1-1 0,1 0 0,-1 0 0,1 0 0,-1 0 0,0-1 0,-22 1-132,15 0 85,-104 0-443,111 0 460,6 0-12,5 0 67,4 0 13,1 0-1,-1 1 0,17 3 0,-26-3-27,0 1-1,0-1 0,0 1 0,0 0 0,-1 0 1,1 1-1,-1-1 0,0 1 0,1 0 0,-1 0 1,0 0-1,-1 1 0,6 5 0,-7-6 6,-1-1-1,0 1 1,1 0 0,-1 0-1,0 0 1,0 0-1,-1 0 1,1 1 0,0-1-1,-1 0 1,0 6-1,-2 41 114,1-29-79,2-8-28,-1-11-12,0 0-1,1 0 0,-1 0 1,0 0-1,0 0 1,0 0-1,0 0 1,0 0-1,0 0 0,-1 1 1,1-1-1,-1-1 1,1 1-1,-1 0 0,0 0 1,0 0-1,0 0 1,0 0-1,0-1 1,0 1-1,0 0 0,-1-1 1,1 1-1,0-1 1,-1 1-1,-2 0 0,-21 9-138,0-2 0,-1 0 0,-1-2-1,1-1 1,-1-1 0,0-1-1,0-2 1,-50-1 0,76-1 30,0 0 1,1 0-1,-1 0 1,1-1 0,-1 1-1,0 0 1,1 0-1,-1 0 1,0-1-1,1 1 1,-1 0-1,1-1 1,-1 1 0,1 0-1,-1-1 1,1 1-1,-1-1 1,1 1-1,-1-1 1,1 1-1,-1-1 1,1 1-1,0-1 1,-1 0 0,1 1-1,0-1 1,0 1-1,-1-2 1,-2-23-903,1 11-97,-21-30-3134,0 4-2056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1457,'0'0'17979,"5"1"-16544,14 4-16,-13 4 2227,-7 13-2494,1-19-817,0 3-226,-1 0 1,0 0-1,0-1 0,-1 1 1,0 0-1,0 0 0,0-1 1,0 1-1,-6 8 0,-37 49-124,19-28 36,-1 9-76,16-26-74,0 0 0,-1 0 0,-1-1 0,-1-1 1,0 0-1,-26 22 0,25-22-125,1-4 91,13-12 145,8 0-220,296 0 307,-172 0-2800,-130 0 2606,0 0 0,0 1 0,0-1 0,-1-1 0,1 1 0,0 0 0,0 0 0,0 0-1,0 0 1,0-1 0,-1 1 0,1 0 0,0-1 0,0 1 0,0 0 0,-1-1 0,1 1 0,0-1 0,-1 1 0,1-1 0,0 0 0,-1 1 0,1-1 0,-1 0 0,1 1 0,-1-1 0,1 0 0,-1 0 0,1-1 0,0-28-7245,-1 14 2361,0-2-2931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10229,'0'0'11589,"43"308"-10837,-43-212 65,0 0-49,0-19-224,0-6-352,0-33-192,0 1-128,0-26-1040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10853,'0'0'10127,"1"39"-9777,4 126 39,-4-44 425,-1-119-801,7-3-767,-1 0 693,1 0-1,0-1 1,-1 0 0,1 0 0,8-4 0,16-6 67,-9 6-17,-7 1-7,0 1 0,0 1 0,0 1 0,31-2 0,10 4 170,-55 0-127,-1 0-1,1 1 1,0-1 0,0 1 0,0-1-1,0 1 1,-1-1 0,1 1 0,0 0-1,-1-1 1,1 1 0,0 0 0,-1-1-1,1 1 1,-1 0 0,1 0 0,-1 0-1,1 0 1,-1-1 0,0 1 0,1 0-1,-1 0 1,0 0 0,0 0 0,0 0-1,1 0 1,-1 0 0,0 0 0,-1 1-1,2 38 299,-1-33-236,1 19 203,-1-17-103,1 1 0,-2-1 0,1 0 1,-3 14-1,2-20-134,0 0 1,0 1-1,-1-1 1,1 0-1,-1 0 1,0 0-1,0 0 1,0 0-1,0 0 0,0 0 1,0-1-1,-1 1 1,0-1-1,1 1 1,-6 2-1,-152 84 710,153-86-788,0-1 0,-1 1 0,1-1 0,0-1 0,-1 0 0,1 0 0,-1 0 0,0-1 0,-11 0 0,10 0-277,8 0 243,0 0 0,0 0 0,0 0 0,0 0-1,1-1 1,-1 1 0,0 0 0,0 0 0,0-1 0,1 1 0,-1 0 0,0-1-1,0 1 1,1-1 0,-1 1 0,0-1 0,1 1 0,-1-1 0,0 1 0,0-2-1,-12-23-1112,13 25 1134,-57-146-6848,16 68-10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4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11141,'0'0'10629,"228"0"-10325,-199 0-160,-8 0-144,8 0-304,-15 0-1137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6179,'0'0'11824,"6"4"-11101,18 14 275,-23-17-812,0 0 1,0 0 0,-1 1-1,1-1 1,0 0 0,-1 0 0,1 1-1,-1-1 1,1 0 0,-1 0-1,0 1 1,1-1 0,-1 1-1,0-1 1,0 0 0,0 1-1,0-1 1,0 0 0,0 1-1,-1-1 1,1 2 0,-1 4 273,0-2-297,0 1-1,0-1 1,0 1-1,-1-1 1,0 0 0,0 1-1,0-1 1,-1 0-1,1 0 1,-1 0-1,-1-1 1,1 1-1,0-1 1,-5 5 0,-18 26 157,2 6-82,1 2 0,-32 87 0,45-100-180,2 1 0,0 0 0,3 0 0,0 0 0,0 48 0,3-30 19,1-32-57,0-1-1,1 1 1,1-1 0,3 21 0,-3-36-21,-1 0-1,1 0 1,-1 0 0,1 0 0,-1 0 0,1 0 0,0-1 0,0 1 0,-1 0 0,1 0 0,0-1 0,0 1 0,0 0 0,0-1 0,0 1 0,0-1 0,0 1-1,0-1 1,0 1 0,0-1 0,0 0 0,0 1 0,0-1 0,0 0 0,0 0 0,2 0 0,33 0-179,-27 0 74,-5 0 69,0-1 0,-1 1 0,1-1 0,-1 0 0,1 0 0,-1 0 0,0-1 0,1 1 0,-1-1 0,0 0 0,0 0 0,0 0 1,0 0-1,0 0 0,-1-1 0,1 1 0,-1-1 0,1 0 0,-1 0 0,0 1 0,0-1 0,0-1 0,-1 1 0,4-7 0,2-7-225,-1-1-1,-1 0 0,6-28 1,-8 31 51,0 3-42,-1-1 0,0 0 1,0-22-1,-2 34 343,-15 1 54,-5 0-63,12-1-140,0 1-1,0 0 1,0 1 0,-10 1 0,16-1-44,0-1 0,0 1 0,0 0 0,0-1 0,0 1 0,0 0 0,0 1 0,0-1 0,1 0 0,-1 0 1,0 1-1,1-1 0,-1 1 0,1-1 0,-1 1 0,1 0 0,0-1 0,0 1 0,0 0 0,-1 3 0,-1 1-437,1-1 0,-1 0 0,0 0 0,-1 0 0,1-1 0,-1 1 0,0-1 0,0 1 0,-5 3 0,-47 30-7942,55-38 8361,-33 19-7582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4178,'0'0'14028,"1"16"-12059,1 3-1435,2 28 1373,-2 1 1,-7 88-1,-24-11-1029,9-47-561,14-53-263,-1-1 1,-1 1-1,-1-2 1,-13 25-1,6-86-10938,14 32 9424,-18-51-5914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6723,'-59'145'8279,"48"-111"-3439,11-34-4800,0 0 0,0 0 0,0 0 0,0 0 1,0 0-1,0 0 0,0 0 0,0 1 0,0-1 0,0 0 0,0 0 1,0 0-1,0 0 0,0 0 0,0 0 0,0 0 0,0 0 1,0 0-1,0 1 0,0-1 0,0 0 0,0 0 0,0 0 0,0 0 1,0 0-1,0 0 0,0 0 0,0 0 0,0 0 0,0 0 1,1 0-1,-1 0 0,0 0 0,0 1 0,0-1 0,0 0 0,0 0 1,0 0-1,0 0 0,0 0 0,0 0 0,1 0 0,-1 0 1,0 0-1,0 0 0,0 0 0,0 0 0,0 0 0,0 0 1,0 0-1,0 0 0,0 0 0,1 0 0,-1-1 0,0 1 0,0 0 1,0 0-1,0 0 0,0 0 0,0 0 0,0 0 0,0 0 1,0 0-1,0 0 0,0 0 0,0 0 0,1 0 0,-1 0 0,0-1 1,2 0 815,7 1-342,71 0 1981,108 0-2315,-187 0-175,0 140 642,-3 161 1336,-2-261-1808,-15 71-1,13-87-152,-23 103 69,24-107-108,-2 38-577,7-57-204,0-35-13482,0 13 11056,0-27-4056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29 1088,'0'0'13215,"3"5"-11543,2-1-1142,3 4-38,-3 1 2942,-4-7-2958,0 0 1,-1 0-1,1 0 1,-1 0-1,0 0 1,1 0-1,-1 1 1,0-1-1,0 0 1,0 0-1,-1 4 1,0-2-361,0-1 0,0 1 1,0 0-1,0-1 0,-1 1 1,1-1-1,-1 1 0,0-1 1,0 0-1,-3 5 1,-10 7 51,1 1 1,1 1-1,1 0 1,1 1-1,-14 26 1,23-38-124,-7 11 44,1 1 1,1 0 0,1 1 0,-5 23-1,2 6-40,4-24-13,2 1-1,-2 40 0,5 19-70,0-84 36,0 1-1,0-1 0,1 1 1,-1-1-1,0 1 1,0-1-1,1 1 0,-1-1 1,0 1-1,1-1 1,-1 1-1,0-1 0,1 1 1,-1-1-1,0 1 0,1-1 1,-1 0-1,1 1 1,-1-1-1,1 0 0,-1 0 1,1 1-1,-1-1 1,1 0-1,0 0 0,-1 0 1,1 1-1,-1-1 1,2 0-1,20 2 1,-15-2-11,137 6-449,-117-6 382,-21-1 34,0 0 1,-1 0-1,1-1 0,0 1 1,-1-1-1,1-1 1,-1 1-1,1-1 0,-1 0 1,0 0-1,0 0 1,0-1-1,-1 0 0,1 0 1,-1 0-1,6-7 1,-3 2-62,1 0 1,-1-1 0,-1 0 0,0 0-1,0 0 1,-1-1 0,6-15 0,-7 5 57,-1 0 0,0 0 0,-1 0 0,-2-1 0,-2-33 0,0-2-132,2-146-230,0 200 415,0 1 1,0-1-1,0 0 0,0 0 0,-1 1 1,1-1-1,-1 0 0,0 1 1,0-1-1,0 1 0,0-1 1,0 1-1,0-1 0,-1 1 1,1 0-1,-1 0 0,0-1 0,1 1 1,-1 0-1,0 1 0,0-1 1,0 0-1,-1 1 0,1-1 1,0 1-1,-5-3 0,2 3 68,0-1 0,0 1 0,0 0 0,-1 0 0,1 0 0,0 1 0,-1 0 0,1 0 0,-1 0 0,1 1 0,-11 2-1,15-3-140,-1 1-1,1-1 0,0 1 0,0 0 0,0 0 0,-1 0 0,1 0 1,0 0-1,0 0 0,0 0 0,0 0 0,0 0 0,0 0 0,1 0 0,-1 1 1,0-1-1,1 0 0,-1 1 0,1-1 0,-1 3 0,-1 1-412,-22 32-6522,4-2-338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3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9204,'0'0'9762,"2"30"-9087,7 98 405,-4 188 3892,-7-189-4624,2-58 1301,0-42-3170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9140,'0'0'11856,"10"1"-10834,81 4 2116,-85-4-3077,1-1 1,-1 1-1,0 1 1,0-1-1,0 1 1,-1 0-1,1 0 1,0 1 0,-1 0-1,1 0 1,-1 0-1,0 0 1,0 1-1,0 0 1,-1 0 0,1 0-1,-1 1 1,6 8-1,5 7 97,-1 2 0,-1-1 0,12 27 0,-19-36-25,-3-3-28,0-1-1,-1 1 1,0 0 0,0 0 0,-1 0 0,0 0-1,0 0 1,-1 0 0,-1 0 0,-1 11 0,1 16 321,0-34-422,1 1-1,-1 0 1,0 0 0,0 0-1,0 0 1,0 0-1,0-1 1,0 1 0,-1 0-1,0-1 1,1 1 0,-1-1-1,0 0 1,0 1-1,0-1 1,0 0 0,-4 2-1,-51 35 12,30-23-18,18-9-61,0-1 0,0 0 0,0 0 0,0-1 0,-1 0 0,0-1 0,0 0 0,-1-1 0,1 0 0,0-1 0,-1 1 0,0-2 0,-18 1 0,28-2 646,21 0-289,49-1-24,113 3 49,-171 0-294,1 0 1,-1 1-1,1 0 0,-1 0 0,0 1 0,0 1 1,-1 0-1,1 1 0,9 6 0,6 3-15,-24-14-79,0 0 0,0-1 0,0 1 1,0 0-1,0-1 0,0 1 0,0-1 0,0 0 0,1 0 1,-1 1-1,0-2 0,0 1 0,0 0 0,3-1 0,7 0-8412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1056,'0'0'16632,"6"8"-15218,17 23-67,-18-22-1413,-4 3 4523,-1-12-4298,0 1-1,0-1 0,-1 0 1,1 1-1,0-1 0,0 0 0,0 1 1,0-1-1,0 0 0,0 1 0,0-1 1,0 0-1,1 1 0,-1-1 1,0 0-1,0 0 0,0 1 0,0-1 1,0 0-1,0 1 0,1-1 0,-1 0 1,0 0-1,0 1 0,0-1 1,1 0-1,-1 0 0,0 1 0,0-1 1,1 0-1,-1 0 0,0 0 1,1 1-1,104 18 306,-16-7-50,129 1-1,-51-6-79,130-4-88,-157-5-180,-120 2-61,-10 1 5,0-1 0,0 0 0,0-1 0,-1 0 0,1 0 0,0-1 0,17-6 0,-21 7-6,-1-1-1,1 1 0,-1-1 1,1 2-1,0-1 1,0 1-1,-1-1 1,1 1-1,11 2 1,-7-1-4,0 0 1,0-1-1,0 0 1,0-1-1,13-2 0,-10 0 15,-3 0-1,0 1 1,0 0-1,18 0 0,-28 2-16,1 0 0,-1-1 0,1 1 0,-1 0 0,1-1-1,-1 1 1,1 0 0,-1-1 0,0 1 0,1-1-1,-1 1 1,0 0 0,1-1 0,-1 1 0,0-1 0,1 1-1,-1-1 1,0 1 0,0-1 0,0 1 0,0-1-1,1 1 1,-1-1 0,0 0 0,0 1 0,0-1 0,0 1-1,0-1 1,0 0 0,-1-27-1488,1 16 340,0 1 254,1 8 300,-1-1 0,1 0 1,-1 0-1,0 1 0,0-1 0,-1 0 0,1 0 1,-1 1-1,0-1 0,0 0 0,0 1 1,-2-5-1,1 8-130,0-1 1,0 0-1,0 0 0,0 1 1,0-1-1,0 1 0,0-1 1,0 1-1,0 0 0,0 0 1,0 0-1,-4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4226,'0'0'17285,"6"14"-16036,4 10-884,15 35 1572,57 99 0,-65-132-1771,2 0 0,0-2 1,2-1-1,1 0 0,0-1 0,48 33 0,-60-47-154,0-1 1,0 2-1,-1-1 0,16 19 1,-18-16 0,-6-9 32,-1 24 654,0-23-664,0 1 1,0-1-1,-1 0 0,0 1 0,1-1 0,-1 0 0,-1 1 1,1-1-1,0 0 0,-1 0 0,1 0 0,-1 0 0,0 0 1,0 0-1,0 0 0,-1-1 0,1 1 0,-1-1 0,1 0 1,-1 0-1,0 0 0,0 0 0,0 0 0,-5 2 0,-30 26 113,32-24-210,-1-1 0,1 1-1,-1-2 1,0 1 0,0-1-1,0 0 1,0 0 0,-1-1-1,0 0 1,1 0 0,-1-1-1,0 0 1,-12 1 0,-8 0-3848,0-2-3505,12-1-3913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 7972,'0'0'12904,"30"4"-11818,105 14 131,-88-14-207,73-3 0,-59-2-256,-22-1-310,0-2 0,63-14-1,29-3 3,-67 15-358,334-20 1660,-297 13-1346,-97 13-396,0 0 0,0-1 0,-1 0 0,1 1 0,0-1 0,-1 0 0,1-1 0,-1 1 0,1-1 0,-1 1 0,4-4 0,12-5 40,-18 9-310,0-1 0,0 1-1,0-1 1,0 1 0,0-1 0,-1 0 0,1 1 0,-1-1 0,1 0 0,-1 0 0,1 0 0,-1 1-1,0-1 1,0 0 0,0 0 0,0 0 0,0 0 0,-1-2 0,-5-38-5248,4 39 4809,0-1 1,0 1-1,0-1 0,-1 1 1,0 0-1,1-1 1,-1 1-1,-4-3 1,-33-26-6960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13510,'0'0'12819,"29"27"-12627,93 87 51,-39-40-82,-57-52-125,-2 1 0,25 29 1,-46-48 56,-1 0 0,0 1 0,0-1 1,0 0-1,0 1 0,-1-1 0,1 1 1,-1 0-1,0-1 0,-1 1 0,1 0 0,-1 0 1,0 0-1,0-1 0,-2 9 0,2 7 406,-1-18-478,1 1-1,0 0 1,-1-1 0,0 1-1,0 0 1,1-1 0,-2 1 0,1-1-1,0 1 1,0-1 0,-1 0-1,1 1 1,-1-1 0,0 0-1,0 0 1,-2 2 0,-40 30 13,21-17 7,0 2-223,1 1 1,1 2 0,1 0-1,-25 36 1,15-28-3035,6-8-3522,-2 3-2680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2785,'0'0'13767,"7"7"-12252,2 0-822,4 5-15,1 1 9402,-2-13-9462,560 0 615,-548-1-1163,45-9 0,-6 1 1,45-11-21,-96 18-43,1 0 0,-1-1 0,-1-1 0,13-5-1,-12 4 16,0 1-1,0 1 1,14-3 0,-23 5-19,0 1 0,0-1 0,0 0 0,-1 0 0,1 0 0,-1 0 0,1 0 0,-1-1 1,1 1-1,-1-1 0,4-2 0,-4 2-8,5 0-4,17 4 12,-14-2 0,-8 0 34,-1-7-2081,-1-10-1240,-6 7-2484,-17-1-1555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2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6227,'0'0'19913,"23"17"-19099,147 108 264,-100-65-674,-44-36-216,1-1 0,42 27 0,-56-41 16,-1 0 1,17 16-1,-27-24-206,9 6 30,-11-6-27,0-1-1,1 0 0,-1 0 1,1 1-1,-1-1 1,0 0-1,1 0 1,-1 1-1,0-1 1,0 0-1,1 1 1,-1-1-1,0 1 1,0-1-1,0 0 1,1 1-1,-1-1 1,0 1-1,0-1 1,0 1-1,0-1 1,0 0-1,0 1 1,0-1-1,0 1 0,0-1 1,0 1-1,0-1 1,0 1-1,0-1 1,0 0-1,0 1 1,0-1-1,-1 1 1,1 0-1,0 0 51,1 3 114,-1 1 1,0-1-1,0 0 1,0 1-1,-1-1 0,1 1 1,-1-1-1,-3 9 1,-4 0-131,0 0 1,-1-1 0,-10 12 0,-26 35-19,-45 76-204,88-132 19,0 0 1,1 0 0,-1 0-1,0 0 1,-1-1-1,1 1 1,0-1-1,-1 1 1,0-1 0,1 0-1,-1 0 1,0 0-1,-5 2 1,2-3-1202,0 1-1,0-1 1,-1 0 0,1-1 0,-1 1 0,-6-2 0,-28 1-10204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1 496,'0'0'17680,"4"0"-16839,20 0 7165,-24 1-7976,0 0-1,1 0 1,-1 0-1,0 0 1,0 0-1,0 1 1,0-1-1,-1 0 1,1 0-1,0 0 1,0 0-1,-1 0 1,1 0-1,-1 2 1,-6-1-24,1 0 1,0 0-1,-1-1 0,1 0 0,-8 0 1,6 0-8,1 0 0,0 0 0,0 0 0,0 1 0,-9 3 0,-5 5-167,0 1 0,1 1 0,0 0 0,1 2 0,-21 18-1,38-29 132,1 0 0,-1 0 0,1 0-1,0 0 1,0 0 0,0 0 0,0 0 0,1 0-1,-1 0 1,1 0 0,0 1 0,0-1-1,0 0 1,0 0 0,2 6 0,-1 6-163,-1-13 161,0 0-1,0 0 1,1 0-1,-1 0 1,1 1-1,-1-1 1,1 0-1,0 0 1,0 0-1,0 0 1,0-1-1,0 1 1,1 0-1,-1 0 1,0-1-1,1 1 1,3 2-1,34 22-498,-19-14 328,10 6 41,-21-13 129,0 0 0,-1 0 0,1 1 1,-1 1-1,0-1 0,11 13 0,-16-15 67,9 10 165,-13-8-90,-11-3-39,-13-3 24,-8-1-34,1 2 1,0 1 0,-34 7 0,55-8-60,0 0 1,0 0 0,-21-2 0,7 1-185,23 0-269,-32-14-12280,11-4 8654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6067,'0'0'10250,"16"0"-10082,53 0-91,-66 1-42,-1-1 1,1 0-1,-1 1 0,1-1 0,-1 1 1,1 0-1,-1-1 0,1 1 0,-1 0 1,0 1-1,0-1 0,0 0 0,1 1 1,-1-1-1,0 1 0,-1 0 0,1-1 0,0 1 1,0 0-1,-1 0 0,1 0 0,-1 1 1,0-1-1,0 0 0,1 0 0,-1 1 1,-1-1-1,1 1 0,1 3 0,4 10 506,7 8-296,0 1 0,-2 0 0,9 33-1,-16-48 766,1-37-15604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1 0 1265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1265,'297'-61'6512,"-289"60"-6077,0 0 1,0 0 0,0 0-1,12 1 1,-20 0-395,0 0 0,1 0 0,-1 0 0,0 0 0,1 0 0,-1 0 0,0 0 0,0 1 0,1-1 0,-1 0 0,0 0 0,1 0 0,-1 0 0,0 0 0,0 1 0,1-1 0,-1 0 0,0 0 0,0 0 0,1 1 0,-1-1 0,0 0 0,0 0 0,0 1 0,0-1 0,1 0 0,-1 1 0,0-1 0,0 0 0,0 0 0,0 1 0,0-1 0,0 0 0,0 1 0,0-1 0,0 0 0,0 1 0,0-1 0,0 1 0,6 115 7206,19 58-3612,2 37-2456,-12-100-816,-15-106-344,0-4-16,0 0 1,0 0-1,0 1 0,0-1 0,0 0 1,1 0-1,-1 0 0,0 0 0,1 0 1,-1 0-1,1 0 0,-1 0 0,1 0 1,0 0-1,-1 0 0,1-1 0,0 1 1,-1 0-1,1 0 0,0 0 0,1 0 1,0 0 86,-2-1-199,1 0 104,-1 1 1,1-1-1,-1 0 0,1 0 0,-1 0 1,1 0-1,-1 0 0,1 0 1,-1 0-1,1-1 0,-1 1 0,1 0 1,-1 0-1,1 0 0,-1 0 1,1-1-1,-1 1 0,1 0 0,-1 0 1,0-1-1,1 1 0,-1 0 1,1-1-1,-1 1 0,0-1 0,1 1 1,-1 0-1,0-1 0,1 0 1,15-53-132,-2-1 0,-3 0-1,5-63 1,-11 90 26,14-46-1,-1 10 26,-17 52 74,-1 10-37,0 2 56,1-1 0,0 1-1,0 0 1,-1 0 0,1 0 0,0-1 0,0 1 0,0 0-1,-1 0 1,1 0 0,0 0 0,0 0 0,0 1 0,-1-1-1,1 0 1,0 0 0,0 0 0,-1 1 0,1-1 0,0 0-1,-1 1 1,1-1 0,0 1 0,-1-1 0,1 1 0,0-1-1,-1 1 1,1-1 0,-1 1 0,1 0 0,4 9 126,-1 1-1,-1-1 1,0 1 0,3 18 0,3 9 184,67 185 728,-19-50-809,-51-160-213,-5-11-11,-1-6-42,1-6 13,0 0 0,1 0 1,0 0-1,0 1 0,5-12 0,8-36 98,0-43-122,4-185 0,-19 278 41,0 1 1,0-1 0,0 1-1,1-1 1,0 1 0,0-1 0,1 1-1,0 0 1,0-1 0,5-9-1,-2 11 7,2 2-631,-7 3 573,1 0 1,-1 0-1,0 0 0,0 0 1,1 0-1,-1 0 0,0 0 1,1-1-1,-1 1 1,0 0-1,0 0 0,1 0 1,-1 0-1,0 0 0,0-1 1,1 1-1,-1 0 1,0 0-1,0 0 0,0-1 1,1 1-1,-1 0 0,0 0 1,0-1-1,0 1 0,0 0 1,0 0-1,1-1 1,-1 1-1,0 0 0,0-1 1,0 1-1,0 0 0,0-1 1,0 1-1,0-1 1,1-30-4915,-1 22 1945,0-5-5214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12 12150,'0'0'11856,"-5"-2"-11806,2 0 24,0 0 1,-1 1-1,1 0 0,-1 0 0,1 0 0,-1 0 0,0 1 1,1-1-1,-1 1 0,0 0 0,0 0 0,1 0 0,-1 1 0,0-1 1,1 1-1,-1 0 0,1 0 0,-1 0 0,1 0 0,-1 1 0,1 0 1,0-1-1,-5 4 0,-23 25 620,1 1 0,2 1 1,-44 64-1,9 1-593,59-89-101,1 0 0,-1 1 0,2 0 0,-1 0 0,2 0 0,-1 0 0,1 0 0,0 0 0,1 0 0,0 1 0,0-1 0,3 10 0,-2 20-42,-2-12 22,0-20 6,0 0 0,1 0 0,0 0 0,0 0 1,0 0-1,1 0 0,4 12 0,-5-17 9,1-1 0,0 1 1,0-1-1,1 0 0,-1 0 0,0 0 0,0 0 0,1 0 0,-1 0 1,0 0-1,1 0 0,-1 0 0,1 0 0,-1-1 0,1 1 1,0-1-1,2 1 0,11 5-7,58 22-30,-20-9 26,-34-14-130,-1-1 1,1 0 0,0-1-1,0-2 1,0 0-1,1-1 1,23-2 0,8 0-1013,-49 2 899,-1 0 1,1 0-1,0 0 1,-1 0-1,1 0 1,0 0-1,0-1 1,-1 1 0,1 0-1,-1-1 1,1 0-1,0 1 1,-1-1-1,1 0 1,-1 0-1,0 0 1,1 0-1,-1 0 1,0 0 0,1 0-1,-1 0 1,0-1-1,0 1 1,0 0-1,0-1 1,0 1-1,0-1 1,-1 1 0,1-1-1,0 1 1,-1-1-1,1 1 1,-1-1-1,1 0 1,-1 1-1,0-1 1,0 0-1,0 0 1,0-2 0,1-36-6551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1 656,'0'0'19964,"-9"16"-18990,4-6-858,-1-1-51,1 1 0,1-1 0,0 1 0,0 0 0,1 0-1,0 0 1,1 0 0,0 0 0,0 1 0,1 12 0,2 195 1455,-8 372 764,6-464-2135,0-124-117,-4-2-26,4 0-76,1-5-84,-2-63-294,1 16 405,6-68 0,-2 104 33,1 0 1,1 0-1,0 0 0,2 1 1,-1-1-1,2 2 0,0-1 0,0 1 1,2 0-1,15-18 0,-20 26 4,-4 4 10,1 0-1,-1 0 1,1 0-1,-1 0 1,1 0-1,0 1 0,0-1 1,0 1-1,0-1 1,0 1-1,3-2 0,2 1-26,0 1 0,0 0 0,0 0 0,0 1-1,11 0 1,-16 0 32,-1 0 1,1 1-1,-1-1 0,1 1 0,-1-1 0,0 1 0,1-1 1,-1 1-1,0 0 0,1 0 0,-1 0 0,0-1 0,0 1 1,1 0-1,-1 1 0,0-1 0,0 0 0,0 0 0,0 0 1,-1 1-1,1-1 0,0 0 0,-1 1 0,2 1 1,14 46 313,-10-26-193,-3-12-84,-1 0 0,0 0 0,-1 0 0,0 0 0,-1 16 0,3 31 30,4-22-92,-3-18-258,0 0 0,0 33 1,-3-49-71,-1-1 0,1 0 0,-1 1 0,1-1 0,-1 0 0,1 0 0,0 1 0,0-1 1,-1 0-1,1 0 0,0 0 0,0 0 0,0 0 0,0 0 0,1 0 0,-1 0 0,0-1 0,0 1 0,0 0 1,1-1-1,-1 1 0,0-1 0,1 1 0,-1-1 0,0 1 0,1-1 0,-1 0 0,1 0 0,-1 0 1,0 0-1,3 0 0,17 1-5363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0 9716,'0'0'13607,"-24"8"-13309,10-4-244,3-2 2,1 1 0,-1 1 0,1-1 0,0 2 0,0 0 0,0 0 0,0 0 0,1 1 0,0 1 0,0 0 0,1 0 0,0 0 0,-13 17 0,-17 28 580,0-2 117,2 2 0,-42 83 0,74-123-722,1-1 1,0 1-1,1-1 0,0 1 1,1 0-1,0 0 1,1 0-1,3 23 0,-1 12 111,-2-44-144,1 1 0,-1-1 0,1 0 0,0 0 1,0 1-1,1-1 0,-1 0 0,1 0 0,-1 0 0,1 0 0,0 0 0,0-1 0,0 1 1,0 0-1,1-1 0,-1 0 0,1 1 0,-1-1 0,1 0 0,0 0 0,0-1 0,0 1 1,4 1-1,-4-2-10,0 0 0,1 0 0,-1 0 0,1 0 0,-1 0 0,1-1 0,-1 0 1,1 0-1,-1 0 0,1 0 0,6-2 0,6 1-181,-14 1 149,1 0 0,-1 0 0,1-1 0,-1 1 0,1-1 0,-1 0 0,1 0 0,-1 1 1,0-2-1,1 1 0,-1 0 0,0 0 0,0-1 0,0 1 0,0-1 0,0 0 0,0 1 0,-1-1 1,1 0-1,0 0 0,-1 0 0,0 0 0,1 0 0,-1-1 0,1-1 0,2-6-62,-1 1-1,0-1 1,0 1-1,2-16 1,-5 23 91,7-54-496,-3 1 0,-5-98 0,-1 49-99,2 128 2216,-2 11-1204,2 0-1,2 0 1,7 42 0,-3-49-359,-3-10-53,2 0 1,0-1-1,1 1 0,10 22 0,-7-31-625,-8-8 576,-1-1 0,0 0 0,1 1 0,-1-1-1,1 0 1,-1 1 0,0-1 0,1 1 0,-1-1 0,0 0 0,1 1 0,-1-1 0,0 1 0,0-1 0,0 1 0,1-1 0,-1 1 0,0-1 0,0 1 0,0-1 0,0 1 0,0-1 0,0 1 0,0-1 0,0 1 0,0-1 0,0 1 0,0-1 0,0 2 0,4 29-3663,-3-27 2716,1-1 1,-1 0-1,1 0 1,-1 0-1,1 0 1,0 0 0,0 0-1,3 3 1,15 13-9261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55 11333,'0'0'13043,"-1"48"-12861,-5 155-107,5-163-43,-1 1 0,-2-1 1,-9 41-1,11-75-28,-4 18 31,6-24-41,0 1 1,0-1 0,0 0 0,0 1-1,0-1 1,0 0 0,0 0-1,0 1 1,0-1 0,-1 0 0,1 0-1,0 1 1,0-1 0,0 0-1,-1 0 1,1 0 0,0 1 0,0-1-1,0 0 1,-1 0 0,1 0-1,0 0 1,0 1 0,-1-1 0,1 0-1,0 0 1,-1 0 0,1 0-1,0 0 1,0 0 0,-1 0 0,1 0-1,0 0 1,-1 0 0,1 0-1,0 0 1,0 0 0,-1 0 0,1 0-1,-1-1-25,1 1 1,-1 0-1,1-1 0,-1 1 0,1-1 0,-1 1 0,1 0 0,0-1 0,-1 1 0,1-1 0,0 0 0,-1 1 0,1-1 0,0 1 0,0-1 1,-1 1-1,1-1 0,0 0 0,0 1 0,0-1 0,0 1 0,0-1 0,0 0 0,0 0 0,-1-82-328,-2 27 290,4-1 0,1 1 0,13-72 0,-11 114 64,0 1 0,0 0 0,1 0 0,1 0 1,0 1-1,15-23 0,-19 32 49,1 0 1,-1 0 0,1 0 0,-1 0-1,1 1 1,0 0 0,0-1 0,0 1-1,0 0 1,0 0 0,1 1-1,4-3 1,-6 3-22,0 1 0,0-1 1,-1 1-1,1-1 0,0 1 0,0 0 0,0 0 0,-1 0 0,1 0 0,0 0 1,0 0-1,0 0 0,0 1 0,-1-1 0,1 1 0,0-1 0,-1 1 0,1 0 0,0-1 1,-1 1-1,1 0 0,0 0 0,-1 0 0,0 0 0,1 1 0,-1-1 0,0 0 1,1 1-1,0 0 0,3 8 15,0-1 1,0 1-1,-1-1 1,-1 1-1,0 0 1,0 1-1,0-1 1,-2 0-1,2 15 1,11 43-75,-11-56-804,-1 0 0,0 1 0,0-1 0,0 22 0,3 25-8214,1-45 3668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34 2369,'0'0'17910,"-15"-8"-16270,2 2-1353,1 1-1,-1 0 0,-15-4 0,27 8-260,0 1 0,-1 0 0,1 0 0,0 0 1,-1 0-1,1 0 0,0 1 0,-1-1 0,1 0 0,0 1 0,0-1 1,-1 1-1,1-1 0,0 1 0,0-1 0,0 1 0,-1 0 0,1-1 1,0 1-1,0 0 0,0 0 0,0 0 0,1 0 0,-1 0 0,0 0 0,0 0 1,1 0-1,-1 1 0,-1 1 0,-9 39 294,9-32-218,-8 33 240,3 0 0,1 0 0,0 70 0,6-111-406,22-4-997,-20 1 982,1 0 1,-1 0-1,1-1 1,-1 1-1,1-1 1,-1 1 0,0-1-1,0 0 1,0 0-1,0 0 1,0 0-1,0 0 1,2-5 0,17-34-794,-11 20 408,25-44-1488,-34 63 1900,0 1 0,-1-1 0,1 0 0,0 1 0,0-1 0,0 1 1,0-1-1,0 1 0,0-1 0,0 1 0,1 0 0,-1 0 0,0 0 0,1-1 1,-1 1-1,1 1 0,-1-1 0,1 0 0,0 0 0,-1 0 0,1 1 1,0-1-1,-1 1 0,4-1 0,-4 1 898,3 277 4354,-1-3-3138,-2-207-1564,1-20 88,-7 68 0,4-108-552,0 0 0,-1 0 1,0 0-1,0-1 0,0 1 0,-5 10 1,6-15-29,0 0 0,-1-1 0,1 1 0,0 0 0,-1 0 0,1-1 0,-1 1 0,1-1 0,-1 1 0,1-1 0,-1 0 0,0 1 0,0-1 0,0 0 0,0 0 0,0 0 0,0-1 0,0 1 0,0 0 0,0-1 0,0 1 0,-1-1 0,-2 0 0,-14 1-57,9-1-87,1 0 0,-1 0 0,0-1 0,-12-2 0,19 2 97,0 0 1,0 0 0,0-1-1,0 1 1,0 0 0,1-1-1,-1 0 1,0 1 0,1-1-1,-1 0 1,1 0 0,0-1-1,0 1 1,0 0 0,0-1-1,0 0 1,-2-3 0,-3-7-52,1-1 0,0 1 0,2-1 0,-1 0 0,1 0 1,-3-26-1,2-91-142,5 129 233,0-2-4,0 0 1,0 1-1,1-1 1,0 0-1,0 0 1,0 0-1,0 1 1,0-1-1,1 1 1,-1-1-1,1 1 0,0-1 1,0 1-1,0 0 1,1 0-1,3-4 1,3-1-10,0 1 1,0 0 0,20-12-1,-14 10-2,-3 2-119,-1 2 0,1-1 0,0 2-1,0-1 1,1 2 0,-1 0 0,1 0 0,0 1 0,0 1-1,0 0 1,24 1 0,-25 9-3805,-7-4 2638,19 16-3749,-7 15-1578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7523,'0'0'14967,"27"-8"-14908,86-30-409,-110 37 317,0 0 0,0 0-1,0 0 1,0 0-1,0-1 1,0 0 0,0 1-1,-1-1 1,1 0-1,-1 0 1,1-1-1,-1 1 1,0 0 0,0-1-1,3-3 1,-4 3-1,0 1 0,-1-1 1,1 0-1,-1 1 0,1-1 1,-1 0-1,0 0 0,0 1 0,0-1 1,-1 0-1,0-4 0,-1-15-160,2 10 192,1 3-6,-1-1 0,-1 0 0,1 0 1,-1 0-1,-1 1 0,0-1 0,-3-9 0,3 16 12,1 0-1,-1 1 0,1-1 0,-1 1 0,0-1 0,0 1 0,-1 0 1,1 0-1,0 0 0,-1 0 0,1 0 0,-1 0 0,1 1 1,-1-1-1,0 1 0,0 0 0,0 0 0,0 0 0,0 0 0,0 0 1,0 1-1,0-1 0,0 1 0,0 0 0,0 0 0,0 0 0,-3 0 1,3 1 75,0-1 0,1 0 0,-1 1 1,0-1-1,1 1 0,-1 0 0,1 0 0,-1 0 1,1 0-1,0 0 0,-1 1 0,1-1 0,0 1 1,0-1-1,0 1 0,0 0 0,0 0 1,0 0-1,1 0 0,-1 0 0,0 0 0,1 1 1,0-1-1,0 0 0,0 1 0,0-1 1,-1 4-1,-3 9 209,1 0 0,0 1 0,-2 25 0,2-12 199,-4 34 1021,2 125-1,6-184-1464,-1 1-17,1 0 0,0-1 0,0 1-1,0-1 1,0 1 0,1-1 0,0 1 0,0-1 0,0 0 0,0 1 0,1-1 0,0 0 0,0 0-1,0 0 1,0 0 0,1 0 0,-1 0 0,1-1 0,0 1 0,0-1 0,0 0 0,1 0 0,6 5-1,3 0-5,1-1-1,0-1 1,0 0-1,1-1 1,0 0 0,0-2-1,0 1 1,18 0-1,18 0-1822,58-3-1,-57-2-3070,-30 1-2401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94 147 1121,'0'0'22767,"-16"-10"-21243,9 5-1322,1 1-112,0-1 1,0 1-1,-1 1 1,-11-6-1,18 9-79,-1 0 0,0-1-1,0 1 1,1 0 0,-1 0 0,0-1-1,0 1 1,0 0 0,0 0 0,1 0-1,-1 0 1,0 0 0,0 0 0,0 0 0,0 1-1,1-1 1,-1 0 0,0 0 0,0 1-1,0-1 1,1 0 0,-1 1 0,0-1-1,0 1 1,1-1 0,-1 1 0,1-1-1,-1 1 1,0-1 0,1 1 0,-1 0-1,1-1 1,-1 1 0,1 0 0,-1-1-1,1 1 1,0 0 0,-1 0 0,1 0-1,0-1 1,0 1 0,0 0 0,-1 0-1,1 0 1,0-1 0,0 1 0,0 0-1,0 0 1,0 0 0,1 0 0,-1 0-1,0 1 1,0 33 125,-1-10-68,2 1 1,4 33-1,-3-50-55,0 1 0,0-1 0,1 0 0,1 1-1,0-1 1,0-1 0,0 1 0,1-1 0,10 14 0,-8-12-7,1-1 1,0 1-1,1-2 1,-1 1-1,2-1 1,-1 0-1,1-1 1,0 0-1,1-1 1,0 0-1,0 0 1,0-1 0,0-1-1,1 0 1,0 0-1,0-1 1,24 2-1,-33-4 0,7 0-29,-1-1 1,0 1 0,0-2 0,0 1 0,18-4 0,-24 3 14,-1 0 0,0 0 0,1 0 1,-1 0-1,0 0 0,1-1 0,-1 1 0,0-1 0,0 0 1,0 1-1,-1-1 0,1 0 0,0 0 0,-1 0 0,1 0 1,-1-1-1,1 1 0,-1 0 0,0-1 0,0 1 0,0 0 1,-1-1-1,1 1 0,0-1 0,0-3 0,2-28 18,-1 0-1,-3-48 1,0 24 25,1 40-18,0-1 0,-2 0-1,0 1 1,-6-25-1,6 37-12,0-1 0,-1 0 1,0 1-1,0-1 0,0 1 0,-1 0 0,0 0 0,0 0 0,0 0 0,-1 1 0,0 0 0,0 0 0,0 0 0,-9-6 0,7 7-8,1 1-1,-1 0 1,0 0 0,0 1-1,0 0 1,0 0-1,-1 0 1,1 1-1,-12 0 1,16 0-43,0 1 0,0 0 0,0 0 0,1 0 1,-1 0-1,0 0 0,0 1 0,0 0 0,0-1 0,1 1 0,-1 0 1,0 0-1,1 0 0,-1 1 0,1-1 0,-1 1 0,1-1 0,-1 1 1,1 0-1,0 0 0,0 0 0,0 0 0,0 0 0,0 0 1,1 0-1,-1 1 0,1-1 0,-3 5 0,-1 19-1028,1 1-1,1 0 1,2 0 0,3 52-1,-1-18-2540,-1 22-2971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6019,'0'0'21655,"-5"3"-20724,3-1-884,-1 1 0,1-1 1,0 0-1,0 1 0,1-1 0,-1 1 0,0 0 1,1-1-1,-1 1 0,1 0 0,0 0 0,0 0 1,0 0-1,1 0 0,-1 0 0,1 0 0,-1 5 0,1 67 84,1-41-73,-1-27-64,1 5-29,-1 1 1,-1-1-1,0 0 0,0 1 1,-2-1-1,1 0 1,-7 19-1,3-19-512,2 1 0,0 0 0,0 0 0,1 0 1,1 0-1,0 1 0,0 15 0,2-11-836,2 28-6516,4-26-425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9444,'0'0'13951,"19"11"-13236,63 37 26,-75-44-605,0 1-1,0 0 1,0 0-1,-1 1 1,0 0-1,0 0 1,0 1-1,-1-1 1,0 1-1,0 0 0,-1 0 1,0 1-1,0 0 1,5 14-1,-5-4 78,-1-1-1,-1 1 0,0 0 0,-1-1 1,-2 22-1,0-8-180,1-28-29,0 0 0,0 0 0,-1 0-1,1 0 1,-1 0 0,0 0 0,0 0 0,0-1 0,0 1 0,-1 0-1,1 0 1,-1-1 0,1 1 0,-1-1 0,0 0 0,-3 3 0,0 0-5,0-1 1,0 0-1,-1 0 1,1 0-1,-1-1 1,0 0 0,-7 3-1,-5 1-86,-2-2-1,1 1 1,-1-2-1,-23 2 0,-138 7-225,256-14 722,100 3-16,-163 0-676,0 0 0,0 1 1,0 0-1,-1 1 0,20 9 0,15 5-3319,-18-5-1162,-12 5-3060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1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7668,'0'0'16610,"29"1"-15146,3 0-943,60 10-1,-88-10-465,1 0-1,-1 1 1,0 0 0,1 0 0,-1 0 0,0 0-1,0 1 1,0 0 0,-1 0 0,1 0-1,-1 0 1,1 0 0,-1 1 0,0-1-1,0 1 1,-1 0 0,1 0 0,3 8-1,-3-5 31,0 1-1,-1 0 1,1-1-1,-1 1 0,-1 0 1,0 0-1,1 14 0,-2 32 370,0-54-454,0 1 1,0-1-1,0 1 1,0-1-1,0 0 1,0 1-1,0-1 1,-1 1-1,1-1 1,0 1-1,0-1 1,0 0-1,0 1 1,-1-1-1,1 0 1,0 1-1,-1-1 1,1 0-1,0 1 1,0-1-1,-1 0 1,1 0-1,0 1 1,-1-1-1,1 0 1,-1 1-1,-6 3-31,0-1-1,-1 1 1,1-1-1,-1 0 1,0-1-1,0 0 1,1 0-1,-2-1 1,-9 1-1,-82 2-672,81-5 576,17 1 926,6 2-817,-1-2 11,28 10 87,53 22 1,-73-27-42,-1 1 0,0 0 1,0 1-1,0 0 1,-1 1-1,0 0 0,-1 0 1,13 15-1,-17-15 17,0-1 0,0 0 0,0 1 0,-1 0 0,-1 0 0,1 0 0,-1 0-1,0 0 1,-1 0 0,0 0 0,-1 1 0,1-1 0,-2 15 0,1-22-53,0 0 5,0 1-1,-1 0 1,1-1-1,0 1 1,0-1 0,-1 1-1,1 0 1,-1-1-1,0 1 1,1-1-1,-1 1 1,0-1-1,0 0 1,0 1-1,0-1 1,0 0-1,0 1 1,0-1 0,0 0-1,0 0 1,-1 0-1,1 0 1,0 0-1,-1 0 1,1-1-1,-1 1 1,-2 1-1,-4 0-9,0 0-1,1 0 0,-1-1 0,-13 1 1,10-1-18,-12 1-352,-198 16-615,146-14-1982,1-3-3426,58-1-880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1 256,'0'0'10181,"-6"3"-8471,-24 13 15999,53-16-17509,67-2 797,117 5-302,-152 9-644,-44-9-31,-1 0 0,1-1-1,0 0 1,12 1-1,-19-3-14,-1 0 0,1 0 0,0 1 0,-1 0 0,1 0 0,0 0 1,3 1-1,19 5 24,29 1-17,1 0 14,77 1 0,103-3 48,895-6 4,-1119 0-78,-1-2 1,1 0-1,-1 0 1,21-8-1,-21 7 8,0-1 0,0 2 0,0-1 0,22-1 0,-32 4-5,20-2-88,-18 1 84,0-1 1,0 1-1,0-1 0,0 1 1,0 0-1,0 0 1,0 0-1,0 1 1,0-1-1,0 1 0,0 0 1,0-1-1,1 1 1,-1 1-1,3-1 1,5 1-13,9-9 27,-17 6-15,-1 1 1,0-1 0,1 1 0,-1 0-1,1 0 1,-1 0 0,1 0 0,0 1 0,-1-1-1,5 0 1,6 1-123,-12 0 89,-23 0-13509,8 0 3595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9668,'0'0'16813,"33"16"-16458,110 56-29,-122-59-215,0 1 0,-1 0 1,32 31-1,-1-2 161,-39-34-190,5 3 93,0 1 1,15 16 0,-14-15-91,-17-13-82,0-1 1,0 0 0,0 1-1,-1 0 1,1-1 0,0 1-1,0 0 1,-1-1-1,1 1 1,-1 0 0,1 0-1,0-1 1,-1 1 0,0 0-1,1 0 1,-1 0-1,1 0 1,-1 0 0,0 0-1,0-1 1,1 1 0,-1 0-1,0 0 1,0 0-1,0 0 1,0 0 0,0 0-1,0 0 1,-1 0-1,1 1 1,0 18 492,-3 38 456,2-54-930,0 0-1,0 0 0,0 0 0,0 0 0,-1-1 0,0 1 1,0 0-1,0-1 0,0 0 0,-1 1 0,-5 5 0,-6 5-9,-2 0 1,1-1-1,-2 0 0,0-1 0,0-1 0,-23 10 1,27-15-72,1 0 1,0 1 0,0 1-1,1 0 1,0 0 0,-11 11 0,17-14-310,1 0 0,0 0 0,0 1 0,1-1 1,0 1-1,-4 7 0,4-7-748,1 0 1,1 1-1,-1-1 1,1 0-1,0 1 1,0-1-1,0 9 1,1 4-8759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7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58 1521,'0'0'23837,"-11"-3"-22628,3 0-1004,-19-5 360,27 8-560,0 0 1,1 0-1,-1 0 0,0 0 1,0 0-1,0 0 0,0-1 1,0 1-1,0 0 0,0 0 1,0 0-1,0 0 0,0 0 1,0 0-1,0 0 0,0 0 1,0 0-1,0 0 0,1 0 1,-1 0-1,0 0 0,0 0 0,0 0 1,0-1-1,0 1 0,0 0 1,0 0-1,0 0 0,0 0 1,0 0-1,0 0 0,0 0 1,0 0-1,0 0 0,0 0 1,0 0-1,0-1 0,0 1 1,0 0-1,0 0 0,0 0 1,0 0-1,0 0 0,-1 0 1,1 0-1,0 0 0,0 0 1,0 0-1,0 0 0,0 0 0,0 0 1,0-1-1,0 1 0,0 0 1,0 0-1,0 0 0,0 0 1,0 0-1,0 0 0,0 0 1,-1 0-1,1 0 0,0 0 1,0 0-1,20-1 445,472 1 3141,660 0-2548,-838-13-1043,-281 11 0,39-6 0,-40 4 0,37-1 0,95-2-91,-163 7-421,-20 0-2247,18 1 2476,0-1 0,0 0-1,0 1 1,0 0-1,0-1 1,0 1 0,0 0-1,0-1 1,0 1-1,0 0 1,1 0 0,-1 0-1,0 0 1,0 0-1,1-1 1,-1 1 0,1 0-1,-1 1 1,1-1-1,-1 0 1,1 0-1,0 0 1,-1 0 0,1 0-1,0 0 1,0 2-1,-7 14-5851,-6-14-1495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3137,'0'0'23603,"23"0"-23203,-3 0-360,-1-1-18,0 1 1,0 1 0,0 1-1,0 0 1,0 2-1,30 9 1,-29-6-12,0 1 0,-1 0 0,0 2 0,22 15 0,-31-18 71,-1 0-1,0 0 0,-1 1 1,0 0-1,0 1 1,0 0-1,-1 0 1,-1 1-1,9 16 1,-9-17 25,-2 0 0,1 1 0,-1 0 0,0 0 1,-1 0-1,0 0 0,-1 1 0,0-1 0,-1 1 1,1 19-1,-2-23-58,0-4-31,1 0 1,-1 0 0,0 1-1,0-1 1,0 0-1,0 0 1,-1 1 0,1-1-1,-1 0 1,0 0 0,0 0-1,0 0 1,0 0 0,-1 0-1,1 0 1,-1 0 0,0 0-1,0 0 1,0-1-1,0 1 1,0-1 0,0 0-1,-1 1 1,-3 2 0,-49 29 39,43-28-162,0 1 0,0 0 0,1 1 0,0 0 0,1 0 0,-1 1 0,2 1 0,-1-1 0,-8 14 0,12-10-1079,0 0 1,1 0 0,0 1-1,-4 23 1,8-32 504,-8 40-7662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4774 3073,'0'0'18817,"27"0"-17958,162 0 507,670 0 2596,-858 0-3933,3-3-7,0-2-14,0 1 0,-1-1 1,1 0-1,-1 0 1,0-1-1,0 1 0,0 0 1,-1-1-1,2-7 1,16-63 52,-13 45-36,29-165 101,-25 122-105,-3-1 1,-3 0 0,-6-90-1,-1 60-19,2 84-2,1-23 20,-2-1 0,-1 0 0,-17-81 0,-42-81 22,41 85-23,18 113-16,-3-9-3,1 0 0,1 0 0,-2-35 0,-9-318 13,0 171-10,13 116-5,-20-161 1,11 154-9,4 0 0,6-113-1,2 80 23,-2-1281-86,-7 1294 52,0-11-135,8 101 180,-1 13 214,1 1 0,-1-1 0,0 1 1,-2-12-1,12 19 59,155 2 485,287-12-234,-390-1-529,-47 7 13,0 1 1,1 0 0,19 0-1,-1 1 74,38-6 0,-38 3-82,38 1 0,28-3 111,143 1 5,-77 6-121,-161-1-7,-4-4-35,-1 4-69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0 688,'0'0'25161,"36"16"-24947,117 57-17,-135-63-134,0 1 0,0 0 0,-1 1 0,29 27 0,-17-13 44,34 28 256,108 86 447,-170-140-806,0 1 0,0 0-1,0-1 1,0 1-1,0 0 1,0 0-1,0 0 1,0-1-1,-1 1 1,1 0 0,0 0-1,0 0 1,-1 0-1,1 0 1,-1 1-1,1-1 1,-1 0-1,0 0 1,1 0 0,-1 0-1,0 1 1,0-1-1,1 1 1,-1-1 703,0 1-589,0-1 0,0 0 1,0 0-1,0 0 0,0 0 0,0 0 1,0 0-1,0 1 0,0-1 1,0 0-1,0 0 0,-1 0 0,1 0 1,-1 0-1,1 0 0,-1 0 0,0 2 1,-5 3-98,-1 0 1,0 0-1,0-1 0,-1 0 1,1 0-1,-13 5 1,-17 11-68,26-14-124,0 1-1,0 1 1,0 0 0,1 0-1,0 1 1,1 0 0,1 1 0,-1 0-1,1 0 1,-10 21 0,11-17-870,1 1 0,0 0 0,1 0 0,1 1 0,-3 17 0,4 31-7802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4588 1729,'0'0'22696,"1"-1"-22059,12-3-159,199 1 1875,-111 5-1430,47-1-270,161-3-410,-260-3-211,0-3 0,52-14 0,-48 9 10,74-8-1,-54 12 3,-36 4-14,45-1 0,-47 0 69,-29 6-96,-1-1 1,0 1-1,1-1 1,-1 1 0,0-1-1,0-1 1,1 1-1,8-5 1,-12 5-4,-1 1 1,0-1-1,0 1 1,0-1-1,1 1 1,-1 0-1,0-1 1,0 1-1,1 0 1,-1 0-1,0 0 1,1 0-1,-1 0 1,0 0-1,0 1 1,3 0-1,1 0 8,0-1-8,1-1 0,-1 1 0,0-1 0,0 0 0,1 0 0,5-3 0,-5-1-6,-5 0-12,0-37-41,2 0 0,14-73 1,3-43 66,-10 91 20,-3-1 0,-4-1 0,-5-78 0,0 32-15,4 49-8,2 0 0,4 0 0,2 1-1,24-82 1,1 17-10,-33 117 14,0 0-1,-1 0 1,-1-22 0,4-31 20,4 0-20,-2 0 0,-6-115 0,-2 72-4,16-41-5,-4 50-11,-4 49 3,2-23-9,4-91-9,-11 146 15,6-35 0,0-3-1,12-218-2,-15 26-50,-6 133 46,2-246-145,-15 248-24,8-7 67,-7 0 86,7 23-71,6 81 59,-1 0 0,-1 1-1,0-1 1,-11-30-1,-5-22-222,11 49 258,3 11 9,3-9-9,3-2-3,-1 16 8,1-1 0,-1 0 0,0 1 0,0-1 0,0 0 0,0 1 0,-1-1 1,0 0-1,0 1 0,0-1 0,-1 1 0,-1-6 0,-5-13-19,3 3 15,3 14 16,2-32-62,0 37 237,762 1 620,-761 0-676,-1 2-1379,0 40-3109,0-22-6633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10149,'0'0'18763,"28"20"-18600,-3-1-127,35 25 61,60 58-1,-85-70-65,7 8 47,39 46 0,11 21 317,-91-105-353,0-1 0,-1 1 0,1 0 0,0 0 0,-1 0 0,1-1 0,-1 1 0,0 0 0,1 0 0,-1 0 0,0 0 0,0 0 0,0 0 0,0 0 0,-1-1 0,1 1 0,0 0 0,-1 0 0,1 0 0,-1 0 0,0-1 0,0 1 0,0 0 0,1-1 0,-1 1 0,-1 0 0,1-1 0,-2 3 0,-3 4 4,-1-1 1,0 0-1,-14 11 0,2 0-15,1 1 0,1 0 0,0 1 0,-22 37 1,-29 35-79,56-79-163,1 0 1,1 1-1,-10 17 0,16-23-113,0-1 0,1 1 0,0 0 0,0 0 0,1 0 0,0 0 0,1 0 1,-1 11-1,1 23-4498,1-18-3829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35 5507,'0'0'13446,"-1"-7"-11408,1 6-1888,-1-1 0,1 0-1,0 1 1,-1-1 0,1 1 0,0-1 0,-1 1 0,0-1 0,1 1-1,-1-1 1,0 1 0,0 0 0,0-1 0,0 1 0,0 0-1,-2-2 1,2 3-29,-1-1 0,0 1 0,1 0 0,-1 0-1,0-1 1,0 1 0,1 1 0,-1-1 0,0 0-1,1 0 1,-1 1 0,0-1 0,1 1 0,-1-1-1,0 1 1,1 0 0,-1-1 0,1 1 0,-1 0-1,1 0 1,-2 2 0,-122 83 1285,125-86-1405,-18 10 25,0 0 0,1 2 0,1 0 0,0 0 1,0 2-1,-14 16 0,26-24-29,0 0 0,0 0 0,1 0-1,-1 0 1,1 1 0,1 0 0,-1-1 0,1 1 0,0 0-1,-1 14 1,1 5-62,2 45 0,1-32-5,-2-36 63,1 0 0,1-1-1,-1 1 1,0-1 0,1 1 0,-1 0-1,1-1 1,0 1 0,-1-1 0,1 1-1,0-1 1,1 0 0,-1 0-1,0 1 1,1-1 0,-1 0 0,1 0-1,0 0 1,0 0 0,0 0 0,0-1-1,0 1 1,0-1 0,0 1 0,0-1-1,1 0 1,-1 0 0,0 0-1,1 0 1,-1 0 0,6 1 0,6 0-341,1 0 1,-1-1 0,1-1 0,26-2 0,-4 1-1580,-29 1 1620,-3 0-230,0 0 1,1 0-1,-1 0 1,0-1-1,0 0 1,9-2-1,-12 2 234,1-1 0,-1 1 0,0 0 0,0-1 0,0 1 0,0-1 0,-1 0 1,1 0-1,0 0 0,-1 1 0,1-2 0,-1 1 0,0 0 0,0 0 0,0 0 0,0 0 0,1-4 0,14-43-5593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11749,'1'93'8963,"0"4"-4450,18 372-3166,-11-144-2465,-10-408 875,0 20 254,8-80 0,-4 130 7,1 1 1,1 0-1,0-1 1,0 1-1,2 0 1,-1 1-1,1 0 1,1-1-1,0 2 1,0-1-1,1 1 1,12-11-1,-16 18-2,1 1 0,0-1 0,-1 1 0,1 1 1,0-1-1,0 0 0,0 1 0,0 0 0,0 1 0,0-1 0,0 1 0,0 0 1,0 0-1,0 0 0,0 1 0,0 0 0,0 0 0,0 0 0,0 0 0,0 1 1,0 0-1,8 5 0,-6-1 23,-1 2-1,0-1 1,-1 1 0,0 0-1,0 0 1,-1 0 0,0 1-1,0-1 1,-1 1 0,0 0-1,3 17 1,-1 1-430,-1 1-1,1 56 1,-5-64-522,0 39-1780,0-21-6720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5555,'0'0'14801,"-14"1"-13987,5-1-732,5 0-48,-1 1 0,0-1 1,1 1-1,-1 0 0,1 0 0,-1 0 0,-5 2 1,8-2-25,0 1 0,0-1 0,1 0 1,-1 1-1,0-1 0,1 1 0,-1-1 1,0 1-1,1 0 0,0 0 1,-1-1-1,1 1 0,0 0 0,0 0 1,0 0-1,0 0 0,1 1 0,-1-1 1,0 0-1,1 0 0,-1 4 0,-5 58 939,4 121-1,3-97-67,-1-86-871,0 0 1,0 0-1,0 1 1,0-1 0,0 0-1,1 0 1,-1 0-1,0 0 1,1 0 0,0 0-1,0 0 1,-1 0-1,3 2 1,-2-3-15,0 0 0,1 0 0,-1 0 1,1 0-1,-1 0 0,1 0 0,-1-1 0,1 1 0,0 0 0,-1-1 0,1 0 0,0 1 1,0-1-1,-1 0 0,1 0 0,0 0 0,0 0 0,1 0 0,8 0-107,-9 0 54,1 0-1,-1 0 1,1 0-1,-1 0 1,1 0 0,-1 0-1,0-1 1,1 1-1,-1-1 1,1 0-1,3-1 1,-4 0 14,0 0 0,-1 0 0,1 0 1,-1 0-1,1 0 0,-1 0 0,0-1 0,0 1 0,0 0 0,0-1 1,0 1-1,-1-1 0,1 1 0,-1-1 0,1-3 0,10-78-2304,-2-166 4473,-9 256-2079,0 0 1,1 0 0,-1 0 0,1 0-1,0 0 1,1 0 0,-1-1-1,1 1 1,0-1 0,1 1-1,4 7 1,1 5 36,7 29 45,-2 0 0,11 66 0,-18-88-686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1 1 13734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13734,'78'-6'2830,"135"9"-1,-210-3-2703,0 0 0,1 1 0,-1-1 0,0 1 0,0 0 0,0 0 0,0 0 0,0 1 0,0-1 0,-1 1 0,1-1 0,0 1 0,-1 0 0,1 0 0,3 4 0,-4-3 12,-1-1 0,1 1 0,-1 0 0,0 0-1,0-1 1,-1 1 0,1 0 0,0 0 0,-1 0 0,0 6 0,1-6-43,8 94 2047,8 165-946,-17-258-1239,0-6-495,1 0 466,-1 0 1,1 0 0,-1 0-1,0 0 1,0 0-1,0 0 1,0 0 0,0 0-1,0 0 1,-1-3 0,0-8-159,-1-88-887,5-123 828,-3 216 298,1 1-1,0 0 0,1-1 1,-1 1-1,2 0 1,-1 0-1,1 0 0,4-9 1,-5 13 57,0 1 0,-1-1 1,1 1-1,0-1 0,0 1 1,1 0-1,-1 0 0,0 0 1,1 0-1,-1 1 0,1-1 0,0 0 1,0 1-1,-1 0 0,1 0 1,0 0-1,0 0 0,0 0 1,0 1-1,0-1 0,0 1 1,6 0-1,-7 0-21,-1 0-1,1 1 1,-1 0 0,1-1-1,-1 1 1,1 0 0,-1 0 0,1-1-1,-1 1 1,0 0 0,0 0-1,1 1 1,-1-1 0,0 0-1,0 0 1,0 1 0,0-1-1,-1 0 1,1 1 0,0-1-1,0 1 1,-1-1 0,1 1-1,0 2 1,11 45 625,-11-47-632,7 36 297,-1-5-234,-1 0 0,3 49 0,-9-6-717,0 50-3890,-6-45-5361,4-59 4206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45 10725,'0'0'13945,"-19"10"-13126,4-3-691,7-4-95,0 0 1,1 0-1,-1 1 0,1 0 0,0 0 0,0 1 0,1 0 0,-1 0 0,1 1 0,0 0 0,0 0 0,1 0 0,0 0 0,-8 14 0,7-4 86,1 1-1,1 0 0,0 0 1,1 0-1,1 0 1,0 1-1,2-1 0,2 31 1,-2-8 133,0-39-256,1 0 0,-1 0 0,0 0 0,1 0 0,-1 0 0,1 0 0,-1 0 0,1-1-1,-1 1 1,1 0 0,0 0 0,-1 0 0,1 0 0,0-1 0,0 1 0,-1 0 0,1-1 0,0 1 0,0-1-1,0 1 1,0-1 0,0 1 0,0-1 0,0 0 0,0 1 0,0-1 0,0 0 0,0 0 0,0 0 0,0 0 0,2 0-1,44 1-451,-34-1 152,-10 0 239,-1 0-1,1-1 0,0 1 1,-1-1-1,1 0 0,0 0 1,-1 1-1,1-2 1,-1 1-1,1 0 0,-1 0 1,1-1-1,-1 1 1,0-1-1,2-2 0,1-1-52,0 0 0,-1-1 0,1 1 0,-1-1 0,6-11 0,-1-2-253,-1-1 0,11-39 0,2-31-794,-15 55 117,20-56 1,-20 78 1069,-5 11 703,0 14-165,0 0 0,1 0 0,0 1 0,5 15 0,2 8-94,15 93 1107,-5 1 0,1 233 0,-19-266-1133,1-8-121,-18 158 0,15-238-304,0 0 0,-1 0 1,0 0-1,-1 0 0,-5 11 0,7-18-19,-1 1 1,1-1-1,-1 0 0,0 1 1,0-1-1,0 0 0,0 0 0,0 0 1,0 0-1,-1-1 0,1 1 1,-1-1-1,1 1 0,-1-1 1,1 0-1,-1 0 0,0 0 1,1 0-1,-1 0 0,-3 0 1,-4 1-92,-1-1 1,1 0 0,0 0 0,0-1 0,-1 0 0,1-1-1,0 0 1,0-1 0,0 0 0,0 0 0,0-1 0,0 0-1,1-1 1,0 0 0,-1-1 0,-8-6 0,-5-6-182,1-1 0,1-1 0,1-1 0,-25-32 0,35 41 215,-4-5-27,0 0-1,2-1 1,-1-1-1,2 1 1,1-2 0,-13-29-1,22 47 95,0-1-1,1 1 1,-1 0-1,1 0 1,-1-1 0,1 1-1,0-1 1,-1 1-1,1 0 1,0-1 0,0 1-1,0-1 1,0 1-1,0-1 1,0 1-1,1 0 1,-1-1 0,0 1-1,1-1 1,-1 1-1,1 0 1,-1-1 0,1 1-1,0 0 1,-1 0-1,1-1 1,0 1-1,2-2 1,0 1 33,0 0 0,1 1-1,-1-1 1,0 1 0,1 0-1,0 0 1,-1 0 0,6-1 0,0 0-8,189-49 388,-173 45-603,-1 1 1,1 1-1,39-2 1,-16 6-2891,1 3-4017,-7 2-6213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9236,'0'0'15989,"15"-2"-15592,98-10 52,-109 12-446,-1 0 1,1 0 0,-1-1 0,0 0 0,1 0-1,-1 0 1,0 0 0,1 0 0,-1 0 0,0-1-1,0 0 1,0 0 0,0 0 0,0 0-1,-1 0 1,1 0 0,-1-1 0,1 1 0,-1-1-1,0 0 1,0 1 0,0-1 0,0 0 0,-1 0-1,1 0 1,2-7 0,-1-3-54,0-1-1,-1 0 1,-1 0 0,0 0-1,-1-21 1,0 21-12,0 11 52,0 0 0,0 0 0,-1 0 0,1 0-1,-1 0 1,1 0 0,-1 0 0,0 0 0,0 0 0,-1 0 0,1 0-1,0 1 1,-1-1 0,0 0 0,0 1 0,1 0 0,-5-4 0,3 3 15,-1 0 1,0 0 0,0 1 0,-1 0 0,1-1 0,0 1 0,-1 1 0,1-1-1,-1 1 1,0 0 0,-5-1 0,-43-3 444,51 5-387,0 0 0,-1 0 1,1 0-1,0 0 0,-1 1 0,1-1 0,0 1 1,0-1-1,-1 1 0,1 0 0,0 0 0,0 0 0,0 0 1,0 0-1,0 0 0,0 0 0,0 1 0,1-1 1,-1 1-1,-3 3 0,1 4 47,1 0 0,-1 0 0,1 0 0,1 1 0,0-1 0,0 1-1,-1 17 1,4 78 189,0-50-207,-1-51-91,0 0 1,1-1-1,-1 1 0,1 0 1,0 0-1,0-1 1,0 1-1,1-1 0,-1 1 1,1-1-1,0 0 1,0 0-1,0 1 0,0-1 1,0-1-1,1 1 1,-1 0-1,1 0 0,0-1 1,0 0-1,0 1 1,0-1-1,0 0 0,1-1 1,-1 1-1,0 0 0,1-1 1,-1 0-1,1 0 1,6 1-1,11 2-295,1 0 0,-1-2-1,1 0 1,25-2 0,-32 0-236,61 0-6807,-46 0-891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12 992,'0'0'18782,"-38"-4"-16655,-119-3-801,153 7-1291,1 0 1,-1 0 0,0 0 0,1 1 0,-1 0 0,1-1 0,-1 1-1,1 1 1,0-1 0,-1 0 0,1 1 0,0-1 0,0 1-1,0 0 1,-3 3 0,4-3-9,0 0 0,0 1 0,1-1-1,-1 1 1,1-1 0,0 1 0,0-1 0,0 1-1,0 0 1,0 0 0,0 3 0,-1 3 46,-2 6 0,1 0 1,1 0-1,0 0 1,1 0-1,1 20 1,1-28-59,-1 0 1,1 0-1,0 0 1,0 0 0,1 0-1,0 0 1,0-1-1,1 1 1,0-1 0,0 0-1,0 1 1,1-1-1,6 8 1,8 2 24,1-1 0,0 0 0,1-1 0,1-2 0,0 0 0,31 13 0,36 21-29,-86-45-11,0 1 0,1-1 0,-1 1 0,0 0 0,0 0 0,0 0 0,0 0 0,2 5 1,-3-7 3,-1 1-1,0-1 1,1 1 0,-1 0 0,0-1 0,0 1 0,0-1 0,1 1 0,-1 0 0,0-1 0,0 1 0,0 0 0,0-1 0,0 1 0,0 0 0,0-1 0,-1 1 0,1-1 0,0 1 0,0 0 0,0-1 0,-1 1 0,1-1 0,0 1-1,-1 0 1,1-1 0,0 1 0,-1-1 0,1 1 0,-1-1 0,1 1 0,0-1 0,-1 0 0,0 1 0,1-1 0,-1 1 0,1-1 0,-1 0 0,1 0 0,-1 1 0,0-1 0,1 0 0,-1 0 0,1 0 0,-1 0 0,-1 1 0,-50 11-19,0-2 1,-64 5 0,51-13-110,50-2-135,-1 0-1,0 1 1,-28 6 0,26-2-468,-13 1-3852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1 720,'-79'45'14087,"101"-45"-9477,13 0-3073,-6 0-1441,-1 32-1025,-28 6-559,8 7-786,-1-13-1279,-7 0-1409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29 122 1393,'0'0'18712,"-28"-45"-16615,42 39-1088,50-13-657,7-7-144,1 7-208,-15 12-464,-14 7-961,-8 0-1232,-13 0-1809,-8 0-2914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12694,'0'0'12824,"-4"29"-12749,-14 218 66,4 49 169,0 5-678,14-300 364,0 0-1,1 0 1,-1 0 0,1 0 0,-1 0 0,1 0-1,-1 0 1,1 0 0,-1 0 0,1 0-1,0 0 1,-1-1 0,1 1 0,0 0 0,0 0-1,0-1 1,0 1 0,0-1 0,-1 1 0,1-1-1,0 1 1,0-1 0,0 1 0,1-1 0,-1 0-1,0 1 1,0-1 0,0 0 0,0 0 0,0 0-1,0 0 1,2 0 0,46 0-434,-35-1-42,93 1-7390,-70 0 1798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34 672,'0'0'23958,"-13"-7"-22659,4 1-1133,-1 1 0,0 0 0,-16-5 1,25 10-158,0 0 1,0 0 0,0 0 0,-1 0 0,1 0-1,0 0 1,0 1 0,0-1 0,0 0 0,0 1-1,-1-1 1,1 1 0,0-1 0,0 1 0,0-1-1,0 1 1,0 0 0,1-1 0,-1 1 0,0 0-1,0 0 1,0 0 0,1 0 0,-1 0 0,0 0-1,0 1 1,-14 30 90,12-25-67,-5 12 45,2 1 1,0 0-1,1 0 1,1 1-1,-2 27 1,3 105 398,4-84-382,-1-68-250,3-1-148,-3 0 286,0 0 0,1 0 0,-1 0-1,0 0 1,0 0 0,1 0 0,-1 0 0,0-1-1,0 1 1,1 0 0,-1 0 0,0 0 0,0 0-1,0 0 1,1 0 0,-1-1 0,0 1-1,0 0 1,0 0 0,0 0 0,1 0 0,-1-1-1,0 1 1,0 0 0,0 0 0,0-1 0,0 1-1,0 0 1,0 0 0,1 0 0,-1-1-1,0 1 1,0 0 0,0 0 0,0-1 0,0 1-1,0 0 1,0 0 0,0-1 0,0 1 0,-1 0-1,4-7-212,6-20 16,-2 1-1,-1-1 1,-1 0 0,2-35-1,-2-121-402,-5 183 617,2 0 123,0 1 1,0-1-1,0 1 0,0 0 1,0-1-1,0 1 0,0 0 1,0 0-1,-1 0 0,1 0 1,0 1-1,1 1 0,32 32 528,40 53-1,-14-13-344,-32-45-254,-13-13-174,-1 1-1,18 26 1,-31-41-187,0 1 0,0-1 1,0 1-1,0 0 0,-1 0 1,0 0-1,0 0 0,0 0 1,1 6-1,-1 11-5995,-1-8-3138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16375,'0'0'12150,"214"-7"-12118,-150 7 16,-21 0-48,-7 0 0,-15 0-368,1 0-993,6-6-1600,-7 0-2498,-6 6-5265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11669,'149'-230'5253,"-123"191"-3398,-23 38-1121,-2 7-92,-2 19 322,1 49 678,15 123 0,-3-95-485,-3 203 1,-9-238-1112,0-66-49,1 0-1,-1 1 1,0-1 0,1 1 0,-1-1 0,1 0 0,-1 1 0,1-1 0,0 0 0,-1 1 0,1-1 0,0 0 0,0 0 0,0 0 0,0 0 0,0 0 0,0 0-1,0 0 1,0 0 0,1 0 0,-1-1 0,0 1 0,0 0 0,1-1 0,-1 1 0,0-1 0,1 1 0,-1-1 0,1 0 0,-1 0 0,3 1 0,7 0-60,0 1 1,0-2 0,13 0 0,-13 0 16,7 1-145,30 0-1777,-45-1 1597,-1 0 0,0-1 0,1 1 0,-1-1 0,0 1 0,0-1 0,0 0 0,0 0 0,0 0 0,3-2 0,21-29-6357,-3-6-5088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46 219 17640,'0'0'8223,"57"-13"-8565,173-43-122,-223 54 430,0-1 0,0 1 0,0-1 1,0 0-1,10-7 0,-16 10 27,-1-1 0,1 0 0,0 1 0,-1-1 0,1 0 0,0 1 0,-1-1 1,1 0-1,-1 0 0,1 1 0,-1-1 0,1 0 0,-1 0 0,0 0 0,0 0 0,1 0 0,-1 0 0,0 1 0,0-3 0,2-73 386,-3 75-353,1-1 1,0 1-1,-1-1 0,1 1 0,-1-1 1,1 1-1,-1 0 0,0-1 0,0 1 1,1 0-1,-1 0 0,0-1 0,0 1 1,0 0-1,0 0 0,0 0 0,-1 0 0,1 0 1,0 0-1,0 1 0,-1-1 0,1 0 1,0 1-1,-1-1 0,1 1 0,-1-1 1,1 1-1,-1-1 0,1 1 0,-1 0 1,-1 0-1,-10-2 85,1 1 0,-24 1 0,23 0-67,8 0 25,0-1 1,-1 1 0,1 0 0,0 1 0,-1-1-1,1 1 1,0 0 0,0 1 0,0-1 0,0 1-1,0 0 1,0 0 0,0 1 0,0-1 0,1 1-1,-1 0 1,1 0 0,-4 4 0,-141 114 3582,146-119-3624,1-1 1,-1 1-1,0 0 1,1 0-1,0 1 1,-1-1-1,1 0 1,0 1-1,0-1 1,0 1-1,1 0 0,-1 0 1,0 0-1,1 0 1,0 0-1,0 0 1,0 0-1,0 0 1,0 0-1,1 0 1,-1 1-1,1-1 1,0 0-1,0 0 0,0 1 1,1 4-1,-1 14 8,-1-17-33,0 0 0,1 1 1,0-1-1,0 0 0,0 1 0,1-1 0,-1 0 1,1 0-1,1 0 0,-1 0 0,1 0 1,0 0-1,0 0 0,0 0 0,0 0 0,1-1 1,6 9-1,0-5-1,1-1 1,-1 0 0,1-1-1,0 0 1,1 0 0,-1-1-1,1 0 1,0-1 0,0 0-1,1-1 1,13 2-1,18 2-107,70 2 0,79-7-3521,-113-3-4473,-35 1-2512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15223,'0'0'11573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46 7011,'0'0'15706,"-3"-8"-14188,-11-22 56,10 23 1011,5 11-2391,-1 0-1,1 0 1,-1 0-1,0 0 0,0 0 1,0 0-1,-1 0 1,0 0-1,-1 7 1,-2-5-191,1 0 1,-1-1-1,0 1 1,0-1 0,-1 0-1,0 0 1,0 0-1,0-1 1,-11 8-1,-18 18-4,-142 141-578,138-133-386,36-37 674,276-1-316,-152 0-5968,-84 6-3192,-22-5 1902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1505,'0'0'21834,"-36"340"-21498,36-269-128,0-13-64,0-7-128,0-12-16,0-1-320,0 7-785,0 6-1200,0-6-1809,0-6-3313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12262,'0'0'13235,"-2"30"-12936,-1 9-243,-6 136 101,9-14-1261,12-161 351,4 0 636,1-1 0,-1 0-1,0-1 1,27-7-1,-28 5 105,1 1-1,-1 0 0,1 1 0,-1 1 1,22 1-1,-36 0 993,-1 13 181,0-10-1112,-1 0-1,0 1 0,-1-1 0,1 0 0,0 0 0,-1 0 0,0 0 0,0 0 0,0 0 1,0 0-1,0-1 0,0 1 0,-1-1 0,1 0 0,-1 1 0,0-1 0,0 0 0,0-1 1,-3 3-1,-9 7 131,-26 22-414,-2-2 1,-1-2-1,-1-2 0,-1-2 1,-54 20-1,78-36-239,-28 9-1739,16-13-3704,11-5-1920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7603,'0'0'13687,"263"-84"-13687,-227 84-448,7 0-1169,-15 0-1489,-6 0-2992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0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6611,'0'0'15412,"-31"0"-14488,-4 0-450,-60 8 1,88-7-390,1 1 0,-1 0-1,1 1 1,0-1 0,0 1-1,0 0 1,0 1 0,1 0-1,-1 0 1,1 0-1,0 0 1,0 1 0,1 0-1,-1 0 1,1 0 0,0 0-1,-4 9 1,-8 7 197,-7 9 102,0 1 0,3 0 0,-33 68 0,43-78-321,1 1 0,2 0-1,0 0 1,1 1 0,2 0 0,0 0 0,-1 37 0,5 38-242,5-97-8,0-1 103,1 0-15,-1 1-1,1-1 1,-1 0 0,1 0 0,0-1 0,-1 0-1,1 0 1,-1 0 0,0-1 0,1 1 0,-1-1-1,0 0 1,0-1 0,0 1 0,0-1-1,-1 0 1,6-5 0,0-3-89,-2-1 0,0 1 0,0-2 0,-1 1 0,-1-1 0,0 0 0,-1 0 0,0 0 0,-1-1 0,3-17 0,-6-20-593,-1 51 768,0-1-1,-1 1 1,1-1 0,0 0 0,-1 1 0,1-1 0,-1 1 0,1-1-1,-1 1 1,1-1 0,-1 1 0,1 0 0,-1-1 0,1 1 0,-1 0-1,0-1 1,1 1 0,-1 0 0,0 0 0,1-1 0,-1 1 0,0 0 0,1 0-1,-1 0 1,0 0 0,1 0 0,-1 0 0,0 0 0,0 0 0,-31 1-265,23-1 72,5 0 101,-1 0-1,1 0 1,0 0-1,-1 1 1,1 0-1,0 0 1,-1 0 0,1 0-1,0 1 1,0-1-1,0 1 1,0 0-1,0 1 1,1-1 0,-1 0-1,1 1 1,-1 0-1,1 0 1,0 0-1,0 0 1,0 1 0,1-1-1,-1 1 1,1-1-1,0 1 1,0 0-1,0 0 1,-2 6 0,0 3-751,0-1-1,1 1 1,0-1 0,1 1 0,1 0 0,0 0 0,1 21 0,0-29 507,0 60-4835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30 5250,'0'0'8647,"0"-6"-7441,1-2-491,-1-8 915,-3 23 2927,-45 84-4010,-35 91 84,-90 216 333,100-201-887,71-192-76,0 0-1,-1 0 1,1-1-1,-1 1 0,-1-1 1,-6 8-1,9-11-85,0-1-33,1 0 1,-1 0 0,1 0-1,-1 0 1,1 0-1,-1 0 1,1 0 0,-1 0-1,1 1 1,-1-1-1,1 0 1,-1 0 0,1 0-1,-1 1 1,1-1 0,0 0-1,-1 1 1,1-1-1,-1 0 1,1 1 0,0-1-1,-1 0 1,1 1-1,0-1 1,-1 1 0,1-1-1,0 1 1,0-1-1,-1 1 1,1-1 0,0 1-1,-2 22-2722,1-22 2449,1 0 0,0 0 0,0 0 0,0 0 0,0 0 1,0 0-1,0 0 0,0 0 0,1 0 0,-1 1 0,0-1 0,0 0 0,1 0 1,-1 0-1,1 0 0,-1 0 0,1 0 0,-1 0 0,1-1 0,0 1 0,1 1 0,27 1-7065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29 752,'0'0'17336,"-9"-5"-16122,4 1-1041,-1 1 0,1 0 0,-1 0-1,0 0 1,-10-2 0,13 4-125,0 1 0,0-1 1,0 1-1,0 0 0,0 0 0,0 0 0,0 0 1,0 0-1,0 1 0,0-1 0,0 1 1,0 0-1,1 0 0,-1 0 0,0 0 0,0 0 1,1 1-1,-5 2 0,-2 4 50,0 1 1,0 0-1,1 0 0,-14 20 1,5-6-33,-59 89 52,1-2-63,-2-1-55,76-108-7,1 0 0,-1 0 0,0-1 0,0 1 0,0-1-1,0 1 1,0 0 0,0-1 0,0 0 0,0 1 0,0-1 0,0 1 0,0-1 0,-1 0-1,15 0-344,522 0 520,-533 0-488,-2 24-7331,0-3 2395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10693,'0'0'8788,"-7"365"-8676,-21-217-112,6 12-384,22-12-1441,0-1-1745,0-25-1904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8084,'0'0'14246,"-64"109"-14134,29-45-16,6 0-32,-7-6-32,1-1-32,6-12-432,1-6-848,21 31-977,7 1-1777,0 0-2193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7491,'0'0'14775,"-14"167"-14423,-7-116-31,7 7-209,-1-1-64,-6-12-48,-1-6-193,-13 6-911,28 19-945,-8 0-1809,1 7-3537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9460,'0'0'11667,"9"2"-10771,0 2-443,-5-3-71,0 1 0,-1-1 0,1 0 1,0 0-1,-1-1 0,1 1 0,0-1 1,4 0-1,10 7 2531,367-9-905,397 4-1126,-782-11-3911,0-14-1319,-36 10-17865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9380,'0'0'18201,"33"31"-17374,111 101-64,-94-87-448,1-2 1,61 37 0,-87-64-273,1-2 0,38 16 0,-36-18 12,-26-11 132,-2 27 421,-1-23-575,0 0-1,0 0 1,0 0 0,-1 0-1,0 0 1,0-1 0,0 1 0,0 0-1,-1-1 1,0 0 0,0 1-1,-5 5 1,-51 51 59,48-50-65,-131 141 60,84-87-739,51-58 58,0 0 0,-1 0 0,0-1 0,-18 10 0,-15 4-6185,11-11-4527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6371,'0'0'15751,"-57"135"-15415,22-71-224,-1 0-112,-7 0-32,0 1-640,29 24-1425,-7 1-1985,6 6-2977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40 144,'0'0'6651,"-23"-3"-2500,-74-13-706,76-3 8365,29 18-10566,181 0 1455,231 3-1837,-254 10-672,48 1-68,-23-13 9,-190 0-198,-6 0-4216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5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13382,'0'0'12641,"44"31"-12484,138 96-80,-118-84-14,-35-21-6,-28-20 77,0 0 0,1 0 0,-1 0 0,0 0 0,0 0 0,0 1-1,0-1 1,0 1 0,-1-1 0,1 0 0,-1 1 0,1-1 0,-1 1 0,0-1-1,0 1 1,0 0 0,0-1 0,-1 1 0,0 3 0,0 12-322,2-5 186,-1 0 1,-1-1 0,0 1 0,0 0 0,-2-1 0,1 1 0,-2-1 0,1 1 0,-7 11 0,3-8-196,-51 106-828,27-36-3900,23-58-1318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 1425,'0'0'23856,"-11"-1"-22608,0 0-1062,-15-1 634,54 0 290,420 20 2038,26-8-2923,-272-12-138,-201 2-41,-10 0-2997,-3 1 1758,-9-1-1014,1-3-3976,-10-8-1268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5426,'0'0'21098,"30"12"-20940,-4-2-129,12 4 11,-1 2 0,0 1 0,42 28 0,-68-37 31,5 1-11,-1 2 0,0 0 0,21 20 0,-32-27 68,0 1-1,-1-1 1,1 1 0,-1 0-1,0-1 1,-1 2-1,1-1 1,-1 0 0,0 0-1,0 1 1,0-1 0,-1 1-1,0-1 1,0 1-1,0 11 1,0 2 234,-1-17-364,1 0 0,-1 0-1,0 1 1,1-1 0,-1 0 0,0 1 0,0-1 0,-1 0-1,1 0 1,0 1 0,-1-1 0,1 0 0,-1 0 0,0 1-1,0-1 1,0 0 0,0 0 0,0 0 0,0 0 0,0 0-1,-1 0 1,1-1 0,-1 1 0,1 0 0,-1-1 0,0 1-1,0-1 1,0 1 0,1-1 0,-1 0 0,-1 0 0,1 0-1,-4 1 1,-24 11-822,0 2 1,0 0-1,-29 23 0,47-30-57,4-1-1035,0-1 0,-1-1 0,-13 7 0,1-4-6168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0 7668,'0'0'15479,"-11"1"-14599,6 0-836,0-1 1,0 1-1,0 0 1,0 0-1,1 0 0,-1 1 1,0 0-1,1-1 0,-1 2 1,1-1-1,0 0 1,0 1-1,0 0 0,0 0 1,0 0-1,1 1 1,-1-1-1,1 1 0,0 0 1,0-1-1,-5 9 0,-28 55 201,-52 130 0,59-124-629,-59 105 1,81-167-386,1 0 1,0 0 0,-5 17-1,6-8-3085,3 1-3443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6563,'0'0'15962,"-36"51"-15818,-111 164-136,128-188-29,2 0-1,-20 42 1,22-36-35,-5 8-56,-16 30-20,33-65 135,-1 0 0,0-1 0,-1 1-1,1-1 1,-1 0 0,0 0 0,0-1-1,-10 8 1,15-12-5,-1 0 0,1 0-1,0 0 1,-1 0 0,1 0-1,0 0 1,-1 0 0,1 0-1,0 1 1,-1-1 0,1 0-1,0 0 1,0 0 0,-1 0-1,1 1 1,0-1 0,-1 0-1,1 0 1,0 1 0,0-1-1,0 0 1,-1 0 0,1 1 0,0-1-1,0 0 1,0 1 0,0-1-1,0 0 1,-1 0 0,1 1-1,0-1 1,0 0 0,0 1-1,0-1 1,0 0 0,0 1-1,0-1 1,0 0 0,0 1-1,0-1 1,0 0 0,1 1-1,-1-1 1,0 0 0,0 1-1,0-1 1,0 0 0,0 1-1,1-1 1,-1 0 0,0 0-1,0 1 1,1-1 0,24 9-46,27-1 158,-1-3 0,1-3-1,65-4 1,-25 1-653,-37 1-1593,9 0-4017,-50 1 2017,-12 4-298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7075,'0'0'14759,"-29"392"-14263,29-258-432,0 1-64,0 6-752,0 13-865,0-12-2529,0-14-3393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8676,'0'0'12534,"0"6"-11734,0 39-288,-28 7-336,6-1-32,-6-6-80,-1 6-64,1-6-464,-8 0-976,29 26-1186,7-7-1391,-14 0-2690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2897,'0'0'22453,"3"-6"-20900,-1 3-1470,0 0 0,0 1 1,1-1-1,-1 1 0,1 0 0,-1 0 1,1 0-1,-1 0 0,1 0 0,0 1 0,0-1 1,0 1-1,0 0 0,0-1 0,1 1 1,-1 1-1,0-1 0,0 0 0,1 1 0,-1 0 1,0 0-1,5 0 0,14 1 324,-1 1-1,33 7 1,-38-6-185,200 40 1066,179 27-474,-353-66-813,308 19 241,-349-23-308,-29-26-21171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5330,'0'0'22309,"33"7"-21935,109 27-246,-124-29-90,0 1 1,18 8 0,-30-11-24,-1 0 1,0 0 0,0 0 0,0 1 0,0 0 0,5 6 0,-8-8 4,0 1 1,0 0 0,0-1 0,0 1 0,-1 0-1,1 0 1,-1 0 0,0 0 0,0 0 0,0 1-1,0-1 1,-1 0 0,1 4 0,-1 45 860,-1-27-477,3 35-2,-1-30-492,0 0-1,-6 41 1,3-65-48,0-1 0,0 0 0,0 0 0,-1 0 0,0 0 0,0 0 0,0-1 0,-1 1 0,1-1 0,-1 0 0,0 0 0,-5 4 0,-8 9-979,-13 15-3843,28-31 4227,0 0-1,-1 0 0,1 1 0,0-2 0,-1 1 0,1 0 0,-1 0 1,1-1-1,-1 1 0,0-1 0,1 0 0,-5 0 0,-22 0-10377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9909,'0'0'12757,"-114"186"-12693,85-129-48,1 1-16,-1-13-48,-6 13-592,-1 6-977,15 7-784,21 6-1296,0-7-1250,0-18-4145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2465,'0'0'24305,"62"-5"-23398,208-16-123,-175 15-332,0 5 1,123 13-1,-210-11-438,304 18 637,-197-18-555,-113-1-112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11893,'0'0'14359,"66"27"-14268,206 85-30,-250-103-50,0 2 0,20 13 0,-40-23-7,1 1 0,-1-1 0,0 1 1,-1 0-1,1 0 0,0 0 0,0 0 1,-1 0-1,1 0 0,-1 0 0,2 3 1,5 9 44,-6-10 49,1 1 0,-1-1-1,0 0 1,-1 1 0,1-1-1,-1 1 1,0 0 0,0-1-1,0 1 1,-1 0 0,0 0-1,0 0 1,-1 7 0,1 1 50,0-11-136,0 1-1,-1-1 1,1 1 0,-1 0-1,0-1 1,0 1 0,0-1 0,0 0-1,0 1 1,0-1 0,-1 0-1,1 0 1,-1 0 0,1 0-1,-4 3 1,-36 28-85,15-12-36,11-8-232,0 0 0,2 1-1,0 1 1,0 0 0,2 1 0,0 0-1,0 1 1,2 0 0,0 0 0,-9 28-1,13-26-553,-7 19-2690,0-18-1899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14599,'0'0'9380,"-206"372"-9108,163-269-240,-7 12-32,14-6-432,-6 7-1185,34-14-480,8-25-1568,0-25-3795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8084,'0'0'16135,"51"-3"-14609,171-10-336,-150 11-551,-1 3 0,95 14 0,-34-2 149,108 2 149,259-7-239,-307-10-439,1454 2 614,-1644 0-854,-2 15-8131,0 9 3893,0 8-3422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14134,'0'0'12238,"47"18"-12011,154 57-158,-136-53-43,-49-17-21,-1 0 1,0 1-1,0 1 1,26 15 0,33 10 148,-72-31-114,-1 0 0,0 0 0,0 0 0,1 0-1,-1-1 1,0 1 0,0 1 0,0-1 0,0 0-1,-1 0 1,1 0 0,0 0 0,0 1 0,-1-1 0,1 0-1,0 1 1,-1-1 0,0 0 0,1 1 0,-1-1 0,1 4-1,-2 34 544,0-22-404,1-6-139,-1 0 0,-1 0 0,0 0 0,0 0 0,-1 0 1,0 0-1,-1-1 0,0 0 0,-1 0 0,0 0 0,-1 0 0,-8 11 0,-10 10-305,-2-2 0,-35 33 0,34-35-1241,-44 53 0,-15 49-8523,54-65 865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 3650,'0'0'20364,"-6"-3"-19417,-17-10-134,17 10 3304,12 3-3690,976 0 1246,-874 5-1600,112 19 1,-14-1-21,-168-17-31,66 16 0,-66-12-4,-1-2-1,50 4 0,80 8 50,-23-1-9,-101-14-51,15 2 72,118 5-114,-143-10 70,41 6 1,-43-3-26,40 0 0,5-6-45,16 0-36,-32 3-3190,-60 3 163,0 23-2334,0 9-3203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7587,'0'0'19516,"30"3"-19257,97 14-219,-107-14-36,-1 1-1,1 1 1,26 11 0,6 2 42,-31-12 85,0 2-1,0 0 0,-1 2 1,0 0-1,-1 1 0,31 24 1,-46-32-185,0 0 102,0-1-1,-1 1 1,1 0 0,-1 0-1,0 0 1,0 0-1,3 5 1,-5-7-21,0 0 0,-1 1 0,1-1 0,-1 0 0,0 0 0,1 1 0,-1-1 0,0 0 0,0 0 0,0 1 0,0-1 0,0 0 0,0 1 0,0-1 0,0 0 0,0 1 0,-1-1 0,1 0 0,0 0 0,-1 1 0,1-1 0,-1 0 0,0 0 0,1 0 0,-1 0 0,0 1 0,0-1 0,0 0 0,1-1 1,-1 1-1,0 0 0,0 0 0,-2 1 0,-53 43 429,-19 18-203,-136 173-474,171-195-873,26-29 502,12-10 199,0 1 0,-1 0 0,1 0 0,0 0 0,0 0 0,1 0 0,-1 1 0,1-1 1,0 1-1,-1-1 0,1 1 0,1-1 0,-1 1 0,1-1 0,-1 1 0,1 0 0,0-1 0,0 1 1,2 7-1,-2 4-1941,0 24-5861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5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 1056,'0'0'15189,"-5"0"-14175,-19 0-142,18 0 2562,6-1-3282,-1 1 1,1 0 0,0-1-1,0 1 1,0 0-1,0-1 1,0 1 0,0 0-1,0-1 1,-1 1 0,1-1-1,0 1 1,0 0 0,0-1-1,0 1 1,1 0 0,-1-1-1,0 1 1,0-1 0,0 1-1,0 0 1,0-1 0,0 1-1,1 0 1,-1-1 0,0 1-1,0 0 1,0 0 0,1-1-1,-1 1 1,0 0 0,0-1-1,1 1 1,-1 0-1,0 0 1,1 0 0,-1-1-1,0 1 1,1 0 0,0 0-1,558 0 2882,-525 2-2966,-1 2 1,0 1 0,0 1-1,41 15 1,-41-11-2,1-1 0,0-2 0,0-2 0,45 3-1,-38-6-40,52 9 0,-52-5 4,54 0 1,61 7 1,38-6 0,218-7 10,-347-13-36,-54 11-15,-9 1 8,1 0 1,0 0 0,0 0-1,0 0 1,0 1-1,0 0 1,-1-1 0,1 1-1,0 0 1,0 0 0,4 1-1,19 0-27,-15 0 26,1-1 1,-1 0-1,0-1 1,0-1-1,13-2 1,-11 1-12,12-8-14,-17 7 16,0 0 1,0 1-1,0 0 0,0 1 1,0-1-1,1 1 1,16-1-1,64 1-155,-55 3 150,12-9 475,-27 4-1410,-1 3-3719,-44 1-882,-9 0-4538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71 1489,'0'0'22455,"-7"0"-21300,-14 0-493,37 0-23,54 0 518,571 0 2266,319 0-2770,-558-13-407,-173 13-12,-131 0-4126,-99-4 216,-8-18-3317,-16-9-4284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39 912,'0'0'20356,"-1"-6"-19227,-5-26-422,11 32-704,3 0 94,1 1 0,-1 0 0,0 1 0,0-1 0,1 2 0,-2-1 0,1 1 0,0 0 0,0 1 0,11 7 0,6 6 607,38 34 0,-12-10-405,-15-12-226,-19-14-31,0-2 1,1 0-1,35 20 1,-52-33-16,-1 0-1,0 0 1,1 0-1,-1 0 1,1 0 0,-1 0-1,0 1 1,1-1 0,-1 0-1,1 0 1,-1 1-1,0-1 1,1 0 0,-1 1-1,0-1 1,0 0-1,1 1 1,-1-1 0,0 0-1,0 1 1,0-1 0,1 0-1,-1 1 1,0-1-1,0 1 1,0-1 0,0 1-1,0-1 1,0 0-1,0 1 1,0-1 0,0 1-1,0-1 1,0 1 0,0-1-1,0 0 1,0 1-1,0-1 1,0 1 0,0-1-1,-1 0 1,1 1-1,0-1 1,0 1 0,0-1-1,-1 0 1,1 1 0,0-1-1,-1 0 1,1 1-1,0-1 1,-1 0 0,1 0-1,0 1 1,-1-1-1,1 0 1,0 0 0,-1 0-1,1 1 1,-1-1 0,1 0-1,0 0 1,-1 0-1,-27 13 371,-33-1-62,39-8-292,0 1 0,-22 8 0,40-12-171,1 1 0,-1 0 1,1 0-1,-1 0 0,1 0 0,0 0 1,0 1-1,0-1 0,0 1 0,0 0 1,0 0-1,1 0 0,-1 0 1,1 0-1,0 1 0,0-1 0,0 1 1,-2 6-1,3-5-573,-1 0 0,1 0 0,0 0 0,1 0 1,-1 10-1,7 28-7920,6-17 244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10469,'0'0'17627,"22"10"-17577,146 63-26,-167-71 5,0-1-1,0 1 0,1-1 1,-1 1-1,0-1 0,0 1 1,-1 0-1,1 0 0,0-1 1,-1 1-1,1 0 0,-1 0 1,1 0-1,-1 0 0,0 0 1,0 0-1,0 0 0,0 0 1,0-1-1,-1 3 0,1 2 57,0-1-1,-1 0 1,1 0 0,-1 0-1,0 0 1,-4 9-1,-1-5-15,-1 0 0,-1 0 1,0-1-1,-11 10 0,-4 4 36,0 2-96,-2-1 0,0-1-1,-30 20 1,47-37-104,0 1-1,0 0 1,1 1-1,0 0 1,0 0-1,1 1 1,0-1 0,-6 13-1,-10 24-2117,5 8-3578,2-3-3360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4030 912,'0'0'19439,"-6"-4"-18071,-18-13-309,18 13-130,11 4 2,405 0 2565,-278 0-3198,-92-2-217,70-13 0,-72 9-33,68-3 0,-27 2 369,-78 6-396,-1 1 0,1-1 1,0 0-1,-1 1 1,1-1-1,-1 0 0,1 0 1,-1 1-1,1-1 0,-1 0 1,0 0-1,1 0 0,-1 0 1,0 0-1,0 0 1,0 1-1,1-1 0,-1 0 1,0 0-1,0 0 0,0 0 1,-1-1-1,2-37 152,-1 21-202,15-525 229,-17 361-150,2-209-36,3 323-10,12-71 0,-3 44-4,1-12 3,8-152 31,-21-1843-1216,0 2100 2020,4 2-822,443 0 718,-429 1-658,0 1 0,20 4 1,-19-2 15,0-1 1,24 0 0,-23-2-70,-1 1 0,23 5 0,-22-4-11,-1 0-1,25 0 1,-33-2-11,1 0 1,-2 1 0,17 4 0,-16-3 0,0-1 0,0 0 0,16 1 1,-15-4 1,0 1 1,0 1 0,-1 0 0,1 1 0,22 5 0,-19-2-7,0-2 0,0 0 0,21 2 0,4 0 29,33 1-22,-35-3 12,1-1 0,45-4-1,-10 0 11,32 2-19,-105 0-61,-2 30-4207,2-25 2752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9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1 160,'0'0'26191,"14"1"-24999,-5 0-1090,0 0-1,0 0 0,0 1 1,0 0-1,0 1 1,0 0-1,-1 0 0,0 1 1,1 0-1,-1 1 0,-1-1 1,1 1-1,9 9 1,19 18 85,2 0-101,-3 1-1,0 2 0,41 56 0,-71-84 2,-1 1 0,0-1 0,0 1 0,-1 0 0,0 0 0,3 15 1,-5-18-49,0-1 1,0 0 0,-1 1 0,1 0 0,-1-1 0,0 1 0,-1-1 0,1 1 0,-1-1 0,0 1 0,0-1 0,0 0-1,-3 8 1,-1-6-36,-1 0 0,0 0 0,0 0-1,-1-1 1,1 0 0,-1 0 0,0-1-1,-1 0 1,-8 4 0,9-4-36,2-2-9,-13 8-271,0 0 0,-26 21 0,38-27 91,1 2 0,-1-1 0,1 1-1,1-1 1,-1 1 0,1 1 0,0-1 0,0 0-1,1 1 1,-5 12 0,-10 51-4246,6-1-3605,4 3-6548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4121 1425,'0'0'19187,"-11"-5"-17717,5 3-1149,-22-10 500,24 7-139,18 3 458,84 2 1713,11 2-1928,0-4 1,138-23-1,-208 18-907,234-31 180,-224 36-144,1-3-1,61-13 1,-79 12-20,47-1 0,1 0-57,-48 5 56,54 2 0,-19 1-11,-67-1-24,1-1 0,0 0 0,-1 1 1,1-1-1,0 0 0,-1 0 0,1 1 0,-1-1 0,1 0 1,-1 0-1,0 0 0,1 0 0,-1 0 0,0 0 0,0 0 1,1 0-1,-1 0 0,0 1 0,0-1 0,0 0 0,0 0 1,0 0-1,-1-2 0,1-35-132,0 27 125,8-57 11,-1 15 47,2-436 103,2-41-136,4 95-19,-8 207 33,-7-996-206,-7 980 176,7-166-209,0 409 324,2 1-99,5-1-3,0 1-1,1-1 1,-1-1-1,11-3 1,25-4 7,-20 7 7,6 0 35,1-2 0,31-8 0,-42 8-57,39-2-1,7-3-5,63-10 12,-108 15-54,0 1 0,23 0-1,32-6-111,45-14 113,-65 14 35,75-22 0,-36 11 17,-46 13-9,-34 5-15,1 0 1,22-7-1,-26 6 18,0 1 0,0 0 0,0 1-1,0 0 1,0 0 0,18 3 0,11-1-4,-40-2-24,0-6 27,0-3-25,0 8-135,-2 2-855,0 0 785,-1 0 0,1 0 0,-1 0-1,1 1 1,0-1 0,-1 0 0,1 1 0,-1 0 0,1 0-1,0-1 1,0 1 0,0 1 0,-1-1 0,-2 2 0,3 0-266,0 0 1,0-1-1,0 1 1,1 0-1,-1 0 1,1 1-1,-1-1 1,0 6-1,-6 10-1991,-6 15-4439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41 624,'0'0'24110,"-6"-6"-22819,-18-20-536,18 20-291,17 6 326,12-1-239,-14 0-406,1 1-1,-1 0 1,0 0 0,0 1-1,0 0 1,16 4 0,1 7-73,-2 1 0,0 1 0,31 23 0,-27-18-64,32 17 28,-43-27-23,-1 0-1,-1 0 1,0 2-1,0 0 0,-1 0 1,0 1-1,13 16 1,-23-24 11,-2 0 44,-1 16-14,0-3 76,-1-13-100,1 0 0,-1 0 0,0 0 0,0 0 0,0 0 0,0 0 0,-1 0 0,0 0 0,0 0 0,0-1 1,0 1-1,-2 4 0,-83 124 511,54-68-430,25-46-78,-1-1 0,-1 0 1,-1-1-1,0 0 0,-1 0 0,-1-1 0,-18 18 0,15-19-22,10-9-31,1 0 0,-1-1 0,0 0 0,0 0 0,-1 0 0,1-1 0,-8 4 0,10-6-66,-1 0 0,1 1 0,0-1 0,0 1 0,0-1 0,0 1 0,0 0 0,0 0 0,0 0 0,1 1 0,-1-1 0,1 1 0,0-1 0,-1 1 1,1 0-1,1 0 0,-4 5 0,-1 22-3369,5 6-6622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93 6467,'0'0'12608,"-5"-9"-11604,-14-25 188,14 26 1110,31 8-912,969 0 283,-941-3-1405,78-14 0,14-1-73,229 15 391,-194 5-297,1053-2 1485,-1233 0-1696,-1 10-6132,0-9 5730,0 1 0,0 0 0,0 0 0,0 0 0,-1-1-1,1 1 1,-1 0 0,1 0 0,-1-1 0,0 1 0,-1 2 0,-28 27-5725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5122,'0'0'17945,"36"7"-17548,122 29-226,-128-28-133,-1 1 1,0 2-1,-1 1 1,0 2-1,26 16 1,-7-3 7,-29-17-4,33 25-1,-50-32 22,1 0 0,-1 0 0,0 0 0,-1 0 0,1 0 0,0 1 0,-1-1 0,0 0 0,0 0 0,0 1 0,0-1 0,-2 6 0,2 1 121,0 3 7,1-7-139,-1 1-1,0-1 1,0 0 0,-1 0 0,0 0 0,0 0 0,0 0 0,0 0 0,-1 0 0,0 0 0,-1 0 0,1-1 0,-5 8 0,-128 157 508,-11-12-1555,137-146 281,0-1 1,0 1-1,1 1 0,1 0 1,0 0-1,0 0 0,-7 25 1,-7 21-5597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 2865,'0'0'20805,"0"0"-20759,0 0 0,0 0 1,-1-1-1,1 1 0,0 0 1,0-1-1,0 1 1,-1 0-1,1-1 0,0 1 1,0 0-1,0-1 1,0 1-1,0 0 0,0-1 1,0 1-1,0 0 1,0-1-1,0 1 0,0 0 1,0-1-1,0 1 1,0 0-1,0-1 0,0 1 1,0 0-1,1-1 1,-1 1-1,0 0 0,0-1 1,0 1-1,0 0 1,1 0-1,-1-1 0,0 1 1,0 0-1,1 0 1,-1-1-1,0 1 0,1 0 1,-1 0-1,0 0 1,0-1-1,1 1 0,-1 0 1,0 0-1,1 0 1,-1 0-1,0 0 0,1 0 1,-1 0-1,1 0 1,-1 0-1,0 0 0,1 0 1,-1 0-1,0 0 1,1 0-1,-1 0 0,0 0 1,1 0-1,-1 0 1,1 1-1,230-5 1550,138 1-331,-272 7-1030,174 31 1,-167-16-26,1-4 0,154 2 0,268-17 158,-372 12-184,-80-4-152,37 12 103,-2-1-158,-25-4 32,-3 1 57,-19-7 21,1 1-59,89 3 1,-52-7 19,-98-6-47,-3 0-1,1-1 1,0 1-1,-1 0 0,1 0 0,0 0 0,-1 0 0,1 0 0,0 0 1,0 0-1,-1 0 0,1 0 0,0 1 0,-1-1 0,1 0 0,0 0 1,-1 0-1,1 1 0,-1-1 0,1 0 0,0 1 0,-1-1 0,1 1 1,-1-1-1,1 1 0,-1-1 0,1 2 0,1-1 24,-31 13-18550,1-3 5875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2913,'0'0'20428,"49"13"-19929,158 44-368,-187-52-113,1 1 0,-1 1 0,0 1 0,-1 1 0,0 0-1,19 13 1,-32-18 91,0 0 0,0 0 0,0 1 0,0-1-1,-1 1 1,0 1 0,0-1 0,0 1 0,-1-1 0,0 1-1,0 1 1,0-1 0,-1 0 0,0 1 0,0 0 0,0 0-1,-1 0 1,0 0 0,-1 0 0,1 0 0,-1 1 0,-1-1-1,0 11 1,0 116 822,0-128-949,0-1 0,-1 1 0,1-1-1,-1 1 1,-1 0 0,1-1 0,-1 0 0,0 1-1,-5 8 1,0-2-271,-1 0-1,-15 17 1,-9 11-830,11-8-1353,2 0 0,-27 62 0,4 1-5786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28 5330,'0'0'7180,"-5"-4"-6881,2 2 320,-13-9-1340,11 1 7812,5 1900-3033,1-1863-3991,2 0-1,7 39 1,-4-41 18,-2 1 1,1 39-1,-5 767 753,1-798-805,8 45 0,1-4-5,-2 53 15,11 94 58,-13-139-102,-4-35 7,2 103 26,-5-94-28,3-1 1,9 59-1,-7-80-25,0 66 0,-4-60 49,6 44 0,4 23 45,-5 147 1,-6-168 99,0-12-101,-1-24-9,8 77-1,5 1-21,-9 179 1,-3-151-2,1 1816 120,1-1937-160,3 1-1,8 42 1,-5-43 11,-2 0 0,1 45 0,-6-75-7,0 73-6,13 108 0,-2-140-33,2 12 9,-12-55 26,11 201 109,-12-199-114,0-5 15,0-1-1,0 0 1,1 1 0,-1-1 0,0 1 0,0-1-1,0 1 1,1-1 0,-1 0 0,0 1 0,0-1-1,1 1 1,-1-1 0,0 0 0,1 1-1,-1-1 1,0 0 0,1 1 0,-1-1 0,1 0-1,-1 0 1,0 0 0,1 1 0,-1-1 0,1 0-1,-1 0 1,1 0 0,-1 0 0,1 0 0,-1 0-1,1 0 1,-1 0 0,0 0 0,1 0 0,-1 0-1,1 0 1,-1 0 0,1 0 0,-1 0 0,1 0-1,-1 0 1,1-1 0,3 1 188,-2 0 50,9 0 360,333 18 1545,-166-4-1056,-78-8-948,83 0-5,43 6 125,-123-7-136,-73-5-124,0 1 0,40 7 1,-33-2 5,0-3 0,46 0 0,-48-3-8,0 2 0,60 10 0,-78-9-20,0-1 0,0-1 0,20-1 1,-20 0 17,1 0 1,-1 1-1,21 5 1,-16-3 13,1 0 0,0-2 0,37-1 0,-36-1-25,1 1 0,39 5 1,-33-1 53,-1-3 1,54-3 0,-21 0 26,492 2-22,-554 0-45,19 2-34,-6 2 28,15 3 22,-28-7 6,19 0-86,30 0 128,-49 0-94,2 0 57,6 0-35,-6 0-43,25 0-2,21 0 37,-48 0 35,6 1 1415,6-1-5097,-40-1-15054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6915,'0'0'18747,"1"-2"-18368,0 1-349,0-1 0,0 1 0,0 0 0,1 0 0,-1 0 0,1 0 0,-1 0 0,1 0 0,-1 0 0,1 0 0,-1 1 0,1-1 0,-1 1 0,1-1 0,0 1 0,0-1 0,-1 1 0,1 0-1,0 0 1,-1 0 0,1 0 0,0 0 0,0 0 0,-1 0 0,1 1 0,0-1 0,-1 1 0,1-1 0,0 1 0,-1 0 0,3 1 0,6 2 118,1 1 0,-1 0-1,15 10 1,153 119 830,-83-61-891,23 30-30,-71-60-42,9 16 65,-55-55-34,0-1 0,0 1-1,0-1 1,-1 1 0,0 0 0,1-1 0,-1 1 0,-1 0-1,0 5 1,1 0 35,0-5-56,-1 0 0,1-1 0,-1 1 0,1-1 0,-1 1 0,0-1 0,0 1 0,-1-1 0,1 0 0,-1 1-1,1-1 1,-1 0 0,0 0 0,-4 4 0,-1 1 64,-1-1 0,0 0 0,-13 9 0,-7 7 48,18-15-164,-1-1 0,1 0 0,-1-1 0,-1 0 0,1-1 1,-1 0-1,0 0 0,0-2 0,0 1 0,-1-2 0,1 1 0,-1-2 1,-20 1-1,32-2-366,58 0-26411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23 174 7652,'0'0'12925,"-3"-2"-12252,2 2-650,1-1 0,0 1 0,-1 0 0,1-1 1,0 1-1,0 0 0,-1 0 0,1-1 0,-1 1 1,1 0-1,0 0 0,-1 0 0,1-1 0,0 1 0,-1 0 1,1 0-1,-1 0 0,1 0 0,0 0 0,-1 0 1,1 0-1,-1 0 0,1 0 0,0 0 0,-1 0 0,1 0 1,-1 0-1,1 0 0,0 0 0,-1 1 0,1-1 1,-1 0-1,1 0 0,0 0 0,-1 1 0,1-1 0,0 0 1,-1 0-1,1 1 0,0-1 0,0 0 0,-1 1 1,1-1-1,0 0 0,0 1 0,-1-1 0,1 1 0,-2 26 1082,3-14-908,-1 23 623,-2 15-91,3-1 0,3 1-1,14 78 1,0-63-587,-9-37-103,-1 0 0,6 54 0,1 45 415,49 195-1,-56-283-372,1 53-1,1-4-27,-6-38 13,-4 93 1,-2-61-24,2 191-59,0-273 2,15 6-7,6-6 110,-1 1 1,0 2-1,35 9 0,-5 0 170,77 7 233,-9-2-122,8-1 2,-13-3-8,-74-9-257,47 0 0,35 4-27,-28 11-19,-65-12-30,0-2 1,1-1-1,43 1 0,-35-5 7,71 9-1,-77-7-51,59-1 0,7 1 15,236 5-89,-222-9-45,-26 7-280,-84-6 408,-1 0 0,1 0 0,-1-1 0,1 1 0,-1 0 0,1-1 0,-1 1 0,1-1 0,-1 1 0,0-1 0,1 1 0,-1-1 0,0 1 0,1-1 0,-1 1 0,0-1 0,0 1 0,1-1 0,-1 1 0,0-1 0,0 0 0,0 1 0,0-1 0,0 1 0,0-1 0,0 0 0,0 1 0,0-2 0,0-27 65,-1 19-64,1-770 18,-2 706-28,-3 0-1,-22-104 1,-21-254-37,36 274-50,9 131 51,-15-52 0,6 33 46,11 42 27,-1 1-1,0-1 1,0 1-1,0-1 1,-1 1-1,1 0 1,-1 0-1,0 0 1,-3-3-1,-5-5-23,5 5 2,0 1-1,-1 0 1,0 0 0,0 0-1,0 1 1,0 0-1,-10-4 1,-20-11-3,17 8 13,-1 1 0,0 0 1,0 2-1,-1 1 0,-40-9 1,-119-7 27,88 13-42,-57-1-24,-175 8 1,160 5 15,146-2 8,-23 1-226,0-2-1,0-1 1,-77-16-1,80 8-1161,-66-6 1,57 12-1930,-1 3-3315,32 1-1057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7764,'0'0'7163,"-45"2"-7048,-140 12 210,178-13-283,1-1 1,0 2-1,0-1 0,0 1 1,0 0-1,0 0 0,-9 5 1,13-5 4,0-1 1,0 1 0,1-1 0,-1 1 0,1 0 0,-1-1 0,1 1 0,-1 0 0,1 0 0,0 0-1,-1 3 1,-6 8 386,5-6-280,-1 1-1,1-1 0,1 0 1,-1 1-1,1-1 1,0 1-1,1 0 0,0 0 1,0 0-1,1-1 0,0 1 1,2 13-1,-2 2-191,0-20 40,0-1 1,1 1 0,-1 0-1,1-1 1,-1 1 0,1-1-1,0 1 1,0-1-1,0 1 1,0-1 0,0 0-1,1 1 1,-1-1-1,1 0 1,-1 0 0,3 2-1,1 0 3,-1 0-1,1-1 1,0 1-1,0-1 1,0 0-1,11 4 1,-1-1-9,0-1 1,0-1-1,1 0 1,23 1 0,129-2-4885,-93-5-923,-39 2 2695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9877,'0'0'10783,"-1"45"-10377,-5 286 1269,7-75 846,-1 49-836,-1-100-3741,1-205 1839,-1 1-1,1-1 1,-1 0-1,1 1 0,-1-1 1,1 1-1,-1-1 1,1 1-1,-1-1 1,1 1-1,0-1 0,-1 1 1,1-1-1,0 1 1,-1 0-1,1-1 0,0 1 1,0 0-1,0-1 1,-1 1-1,1-1 0,0 1 1,0 0-1,0-1 1,0 1-1,0 0 0,1 0 1,-1 27-3602,0-22 1960,0 21-5371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28 288,'0'0'23918,"-10"0"-22811,5 0-971,3-1-107,0 1-1,-1 0 1,1 0-1,0 0 0,0 0 1,0 0-1,0 0 1,0 0-1,-1 1 1,1-1-1,0 1 0,0 0 1,0-1-1,0 1 1,0 0-1,0 0 0,1 0 1,-1 0-1,0 1 1,0-1-1,1 0 0,-1 1 1,1-1-1,-1 1 1,1 0-1,0-1 1,0 1-1,-2 4 0,-3 12 149,1 1-1,0-1 1,2 1-1,-2 33 1,5 82 669,1-63-566,-1-60-271,3 21 66,-3-31-74,1 0-1,0 0 1,-1 0-1,1 0 1,0 0 0,0 0-1,-1 0 1,1-1 0,0 1-1,0 0 1,0-1-1,0 1 1,0 0 0,0-1-1,0 1 1,0-1 0,0 1-1,0-1 1,1 0-1,-1 0 1,0 1 0,0-1-1,2 0 1,67 1-500,-68-1 489,-1 0 0,1 0 0,-1-1 0,0 1 0,1-1 0,-1 1 0,0 0 0,1-1 0,-1 0 0,0 1 0,0-1 0,0 0 0,1 0 0,-1 0 0,0 1 0,0-1 0,0 0 0,0-1 0,-1 1 0,1 0 0,0 0 0,0 0 0,-1 0 0,1-1 0,0 1 0,0-2 0,10-42-171,-8 28 123,3-21-134,-2-1 0,-2-1 0,-4-59 0,1 26-334,1 14 91,0 58 435,0 1 0,0-1-1,-1 1 1,1-1 0,0 1 0,0-1 0,0 1 0,0 0 0,-1-1 0,1 1 0,0-1 0,0 1 0,-1-1-1,1 1 1,0 0 0,0-1 0,-1 1 0,1 0 0,-1-1 0,1 1 0,0 0 0,-1-1 0,1 1-1,-1 0 1,1 0 0,-1 0 0,1-1 0,0 1 0,-1 0 0,1 0 0,-1 0 0,1 0 0,-1 0 0,1 0-1,-1 0 1,1 0 0,-1 0 0,1 0 0,-1 0 0,1 0 0,-1 0 0,1 0 0,-2 1 0,1-1 6,-3 0 1184,-4 3-1003,-3 9-147,1 1-1,1-1 1,-13 23-1,5-8-165,15-24-515,0 0-1,0 1 1,0-1-1,1 0 1,-1 1-1,1 0 1,0-1-1,0 1 1,-1 4-1,2-6 129,0 0 0,0 0 0,0-1 0,0 1 0,1 0 0,-1 0-1,0 0 1,1-1 0,-1 1 0,1 0 0,0 0 0,0-1 0,0 1 0,-1-1 0,1 1-1,1 0 1,-1-1 0,0 0 0,0 1 0,1-1 0,-1 0 0,2 2 0,30 16-8326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11269,'0'0'15658,"20"-3"-15271,20-1-234,191-15 668,-204 19-846,0-1 0,39-6 0,-65 7-162,0 0 0,1 0 1,-1-1-1,0 1 0,1-1 0,-1 1 1,0-1-1,0 0 0,1 1 0,-1-1 1,0 0-1,0 0 0,0 0 0,0 0 1,0 0-1,0 0 0,0 0 0,-1 0 1,1 0-1,0-2 0,19 2-7654,-11 3 814,-2 9-1836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10213,'0'0'14598,"5"56"-14163,17 181-40,11-37 602,-24-159-493,-2 0 1,-2 0-1,-1 44 1,-4 92 866,8-59-1320,-8-88-761,0-29 665,2-1 218,233-3 2116,6-1-3556,-235 8-1724,-6 9-1430,0-11 4032,0 37-10579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2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1691 1505,'0'0'8841,"-15"-12"-8137,-62-47 17198,85 59-17897,168 0 86,-175 0-22,19 0-66,573 0 10,-545 2 7,65 12 0,-66-7 0,66 2 0,5-10-13,134 3-3,-132 9 28,80 3 40,8-8-88,-45 7 59,9-13-233,-172-4 177,2-16 32,0 1 0,1 0 1,8-29-1,-6 30 1,0-1 0,-2 0 0,2-30 0,-5 44-20,0 0 0,0-1 0,1 1-1,-1 0 1,1 0 0,0 0 0,1 0-1,-1 0 1,5-9 0,-5 10-1,1 0 0,-1 0 0,0 0 0,0-1 0,-1 1 0,1 0 1,-1-6-1,1-12 24,15-118 11,28-135-103,-35 240 70,-7 27 6,1-1 1,-1 1-1,-1-1 1,0 1-1,1-14 0,-2-673-353,0 694 927,2572 1 1385,-1263 0-1987,-1260-3 24,-1-2 0,61-15 1,-55 10-9,-2-1 22,-34 6-14,-1 2-1,1 0 1,27-1-1,-10 2-14,57-10 0,-58 7 27,54-2-1,-87 7-13,-1 0-1,0 0 0,1 0 0,-1 0 1,1 1-1,-1-1 0,1 0 0,-1 0 1,1 0-1,-1 0 0,1-1 0,-1 1 1,1 0-1,-1 0 0,1 0 0,-1 0 1,1 0-1,-1-1 0,1 1 0,-1 0 1,1 0-1,-1-1 0,0 1 0,1 0 1,-1-1-1,0 1 0,1 0 0,-1-1 1,0 1-1,1-1 0,-1 1 0,0 0 1,0-1-1,1 0 0,1-3 5,4 2 0,65-4 83,9-2-69,-25 4-29,63 2 0,-63 3-34,28-8 111,-70 5-67,-11 1-1,1 0 1,0 0 0,0 1 0,0-1-1,0 1 1,0 0 0,0-1-1,-1 1 1,5 1 0,5 0-9,-7 0 10,0-1 1,0 0-1,0 1 0,-1-2 0,1 1 1,0 0-1,0-1 0,8-2 1,-9 1-3,1 0 1,-1 0-1,0 1 1,1-1 0,-1 1-1,1 0 1,-1 0 0,1 1-1,0-1 1,-1 1-1,1 0 1,8 2 0,19-2-25,252 0-60,-283 0 141,12 0-30,8 0-20,-19 0-22,-19-1-3832,14 0 3311,0 1 0,0 0-1,0-1 1,0 1 0,0 0-1,0 1 1,0-1 0,0 0 0,0 1-1,0 0 1,0 0 0,0 0 0,0 0-1,-5 3 1,-25 28-7667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2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13 464,'0'0'26226,"11"-2"-25498,0 0-587,-4 0-80,-1 0-1,2 0 1,-1 1-1,0 0 0,0 1 1,0 0-1,0 0 0,0 0 1,1 1-1,11 3 1,-4 3 87,-1 1 0,0 1 0,22 18 0,-16-12-55,110 92 486,-31-24-475,-49-47-95,-32-25 4,-2 1 0,0 0 1,0 2-1,16 17 0,-32-30-12,2 1 0,0 0 0,-1 1 0,1-1 0,0 0 0,0 0 0,0 0 0,0 0-1,0-1 1,1 1 0,-1-1 0,0 1 0,3 1 0,19 9 474,-24-11-432,1-1-1,-1 1 1,0 0-1,0-1 0,0 1 1,0-1-1,0 1 1,0-1-1,0 1 1,0-1-1,-1 1 1,1-1-1,0 1 1,0-1-1,0 1 1,0-1-1,-1 1 0,1-1 1,0 1-1,-1-1 1,1 1-1,0-1 1,-1 1-1,-46 10 356,-51 42-97,56-30-272,-56 41-1,45-29-93,-54 50-1773,105-83 1623,-1 0-1,0 1 1,1-1-1,0 1 1,-1-1 0,1 1-1,0 0 1,0 0-1,1 0 1,-1 0 0,1 0-1,-1 1 1,0 5-1,-8 48-5197,8-32 1362,-1 26-8198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3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 6307,'0'0'9087,"-2"-2"-8650,-10-9 5430,12 16-5840,-1 52 114,-1-27 101,2 0 0,0 0 1,2-1-1,12 59 0,5-28-108,-4 1 0,-2 1 0,-2 0 0,4 124 0,-16-133 24,8 190 516,-4 31-428,-5-145-150,2 1083 1673,14-1051-1631,-3 101-5,-1 4-79,-2-146-34,0-29 32,-2-12 10,1 46 23,-5-80-35,10 56 0,1 26-57,-4 133 119,-8-228-93,11 61 0,2 13 23,4 22 23,0 1-31,-10-44 12,27 114-1,0-7 16,15 390 64,-48-511-119,10 121-1,-4-125 13,20 128 33,-25-178-52,26 107 45,17 193-1,-14-84-40,0 7-17,-10-77-15,-13-108 40,4 104-1,-13-52-8,6 294 26,-2-1-12,-7-215-11,0-122-9,-18 105 1,10-105-3,-3 105 0,14 634-575,4-802 810,156 1 1073,288-7 5,171-4-477,-382 12-758,335-2 355,-525 3-396,0 2 0,0 2 0,57 16 0,19 3 34,84 7 69,-52 0-4,-52-9 57,-29-8-109,75 13 196,-99-22-186,15 2-75,74 1 1,-57-3-14,-21 0 0,338 10 0,-93-14 0,-164-5 0,972 2 0,-1097 1 0,0 1 0,0 0 0,31 10 0,-29-7 0,40 6 0,4-2 0,-38-5 0,36 1 0,483-5 0,-539-1 0,-1-1-1,0 1 1,0-1 0,0 0-1,0 0 1,-1 0-1,1-1 1,-1 1 0,1-1-1,-1 0 1,0 0 0,5-6-1,0 1-18,-6 6-112,-2-25-2875,-2 19 787,2 8 1882,0 0 0,-1-1-1,1 1 1,0-1 0,-1 1-1,1 0 1,-1 0 0,1-1-1,-1 1 1,1 0-1,-1 0 1,1-1 0,-1 1-1,1 0 1,-1 0 0,1 0-1,-1 0 1,1 0 0,-1 0-1,1 0 1,-1 0 0,1 0-1,-1 0 1,0 0-1,1 0 1,-1 0 0,1 0-1,-1 0 1,1 0 0,-1 1-1,1-1 1,-1 0 0,1 0-1,-1 1 1,1-1 0,0 0-1,-1 1 1,0 0 0,-13 15-10885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3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17928,'0'0'10493,"42"10"-10402,135 31-78,-61-9-30,-96-24 14,-1 1-1,22 14 1,-32-18 9,-1 1-1,1-1 1,-1 2-1,14 12 0,-19-16 64,0 0 0,-1 1 0,1-1 0,-1 1 0,0-1 0,0 1 0,0-1 0,0 1 0,-1 0 0,1 0 0,-1 0 0,0 0 1,0 0-1,-1 0 0,1 7 0,-1-7 22,0 0-71,1-1 0,-1 0 1,0 0-1,0 0 0,0 0 0,-1 0 0,1 0 1,-1 0-1,0 0 0,1 0 0,-1 0 1,-1 0-1,1 0 0,0 0 0,-1 0 0,1-1 1,-1 1-1,0-1 0,0 1 0,0-1 1,-5 5-1,-56 46 21,-60 60-114,121-111 62,-70 82-936,63-72 438,1-1 1,0 1-1,1 0 0,1 1 1,-8 21-1,0 33-4304,1-7-4092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4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741 482 16,'0'0'6592,"-4"-6"-6669,0 3 1471,-11-18-3671,10 0 19426,-10 21-16975,-23-1-116,-137 7 775,137-4-569,-43-2 0,30-1-29,-30 14-62,-82-13-394,163 1 102,0-1 118,0 1 0,0-1 0,1 0 0,-1 0 0,0 0 0,0 1 0,0-1 0,0 0 0,0 0 0,0 0 0,0 0 0,0 1 0,0-1 0,0 0 0,0 0 0,0 0 0,0 1 0,0-1 0,0 0 0,0 0 0,0 0 0,-1 0 0,1 1 0,0-1 0,0 0 0,0 0 0,0 0 0,0 0 0,0 1 0,0-1 0,-1 0 0,1 0 0,0 0 0,0 0 0,0 0 0,0 0 0,0 0 0,-1 0 0,1 1 0,0-1 0,0 0 0,0 0 0,-1 0 0,1 0 0,0 0 0,0 0 0,0 0 0,0 0 0,-1 0 0,1 0 0,0 0 0,0 0 0,0 0 0,-1 0 0,1 0 0,0 0 0,0 0 0,0-1 0,0 1 0,-1 0 0,1 0 0,0 0 0,0 0 0,0 0 0,0 0 0,0 0 0,-1-1 0,1-18-271,0 13 269,0-1 0,-1 1 0,0 0 0,0-1 0,-3-7 1,-4-26 21,5 16-17,-7-115-126,10-48-2539,-5 187 1444,4-1 1049,0 1-1,0 0 1,0 0 0,0 0-1,0 1 1,0-1 0,0 0-1,0 0 1,0 0 0,0 1-1,0-1 1,0 0 0,0 1-1,0-1 1,0 1 0,0-1-1,0 1 1,0 0 0,1-1-1,-1 1 1,0 0 0,0 1-1,-1 0-460,1 1-1,0 0 0,0 0 0,0 0 0,1 0 0,-1 0 0,1 0 0,-1 5 0,0 35-5397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8628,'0'0'13390,"41"-2"-12792,135-6-91,-110 4-337,0 4 0,0 2 0,130 22 0,-167-20-124,1-1 1,47-2-1,-48-1-100,-28 0-47,-1 24-14127,0-3 5982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2785,'0'0'14084,"-9"0"-13529,7 0-545,-1 0 1,1-1-1,0 2 0,-1-1 0,1 0 1,-1 0-1,1 1 0,0-1 1,-1 1-1,1 0 0,0 0 0,-1 0 1,1 0-1,0 0 0,0 0 1,0 1-1,0-1 0,0 1 1,0-1-1,1 1 0,-1 0 0,0 0 1,1 0-1,-1-1 0,1 2 1,0-1-1,-2 3 0,-58 87 513,-16 27 275,75-114-794,0-2-7,1-1 1,-1 1-1,1 0 0,-1 0 0,0-1 0,0 1 0,0-1 1,0 1-1,-1-1 0,-3 3 0,0 2-1112,2-5 483,4-2 504,-1 0 0,1 1 0,-1-1 0,0 0 0,1 1 0,-1-1 0,1 0 0,-1 1 0,1-1 0,0 1 0,-1-1 0,1 1 0,-1 0 0,1-1 0,0 1 0,-1-1 0,1 1 0,0 0 0,0-1 0,-1 1 0,1-1 0,0 1 0,0 0 0,0-1 1,0 1-1,0 0 0,0-1 0,0 1 0,0 0 0,0-1 0,0 1 0,0 0 0,1-1 0,-1 2 0,0 1-36,0 8-533,1 28-1566,-1-37 2063,0 0 0,0 0 0,1 0-1,-1 0 1,1-1 0,-1 1 0,1 0 0,0 0 0,0 0 0,0-1-1,0 1 1,0-1 0,0 1 0,1 0 0,-1-1 0,0 0 0,3 3-1,28 5-4523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1 1 8292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8292,'153'112'3946,"-127"-88"-1586,-34-25-564,5 1-1137,1 0-453,-1 1 0,0-1 0,1 1 1,-1 0-1,0 0 0,1 0 0,-1 0 0,1 0 0,0 1 0,-1-1 0,1 1 0,0 0 0,-3 2 1,-29 31-17,23-23 24,-65 76 484,51-57-505,-2 0 0,-1-2 0,-58 47 0,85-75-478,0-1 0,1 0-1,-1 1 1,0-1 0,1 1 0,-1-1 0,0 1 0,1-1 0,-1 1 0,1-1 0,-1 1 0,0-1 0,1 1 0,0 0 0,-1-1-1,1 1 1,-1 0 0,1 0 0,0-1 0,-1 1 0,1 0 0,0 0 0,0-1 0,0 1 0,0 0 0,-1 0 0,1 0 0,0-1-1,0 1 1,1 0 0,-1 1 0,1-1 68,0 0-1,0 0 1,0 0-1,0 0 1,0 0-1,1 0 1,-1 0-1,0 0 1,0-1-1,1 1 1,-1 0-1,1-1 0,-1 1 1,3 0-1,56 8-2926,-16-8-1970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20 992,'0'0'18329,"-106"-19"-16680,84 57-961,-14 1-512,22 6-32,-14 0-112,-1-7-32,1 1-400,-1-7-961,15 13-432,14 13-1728,0-20-2514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1784 1259 5875,'0'0'7144,"-2"-7"-6557,-1 2-36,-4-9-496,5 1 7028,-13 13-5178,-194-15-999,83 3-331,-38-8 42,100 10-412,-99-3 0,76 14 279,29 1-323,0-3-1,-109-14 1,84 4-141,61 9-15,-1-1 1,1 0 0,-29-9-1,26 5-54,-47-8 0,13 5 3,44 8 55,14 2-5,-1 0 1,0 0-1,1 0 0,-1 0 1,0-1-1,0 1 1,1-1-1,-1 1 0,0-1 1,1 0-1,-3-1 1,-2 0-10,0 0 1,-1 0-1,1 1 0,0-1 1,-1 2-1,1-1 1,-1 1-1,-11 0 1,-19-2-182,-12 0-164,6 3 241,42-1 112,1-1-43,0-574-401,-7 510 455,7 56-18,-2 0 0,1 0 0,-5-14 0,2 6 6,-4-15 1,1-279-761,5 311 485,1-1 0,-1 1 0,1 0 0,0 0 0,-1 0 0,1 0 0,-1 0 0,1 0 0,-1 0 0,1 0 0,-1 0 0,1 1 0,0-1 0,-1 0 0,1 1 0,0 0 0,-3 0 0,3 7-769,0 0-1,1-1 1,0 1 0,1 8-1,-1 4-892,0 25-3019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11173,'0'0'11939,"21"-2"-11203,314-9 660,-146 21-947,-2 0-320,-175-11 47,-3 1-660,1 1-5266,-25 18-4650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8052,'0'0'14118,"-15"5"-13960,7-2-151,3-1-2,0-1-1,0 1 1,1 0-1,-1 0 1,0 0-1,1 0 1,0 1-1,0 0 1,0 0-1,0 0 0,0 0 1,0 1-1,1 0 1,0-1-1,0 1 1,0 0-1,-5 9 1,-4 12 28,-23 33 0,-2 6-9,14-36-509,18-27-977,4-1 1342,1-1-1,0 1 1,0 0-1,-1 0 1,1 0-1,0 0 1,-1 0-1,1 0 1,0 0-1,0 0 1,-1 0-1,1 0 1,0 0-1,0 0 1,-1 0-1,1 0 1,0 0-1,-1 0 1,1 0-1,0 0 1,0 1-1,-1-1 1,1 0-1,0 0 1,0 0-1,0 0 1,-1 1-1,1-1 1,0 0-1,0 0 1,0 0-1,-1 1 1,1-1-1,0 0 1,0 0-1,0 1 1,-1 7-1398,1-5 1186,-1-1-1,1 0 1,0 1-1,0-1 1,0 1-1,0-1 1,0 0-1,0 1 1,0-1-1,1 0 1,0 1-1,-1-1 1,1 0-1,0 1 1,0-1-1,0 0 1,0 0-1,0 0 1,1 0-1,2 3 1,26 3-2515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1 1 864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1 864,'178'45'14871,"-199"-32"-11877,-8 44 2320,-7 1-5282,15-7-32,-8-12-16,8-1-336,-7 7-368,-1-13-657,29 39-1472,0-20-2066,0-25-2752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0 320,'0'0'20682,"-93"0"-19402,79 13-463,0 26-817,-8 12-481,1 33-1167,21 18-1298,-14 1-2896,-1-26-2146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1826 566 1361,'0'0'22530,"0"-6"-21711,0-20-430,0 26-384,0 0 0,0 0 0,0-1-1,0 1 1,0 0 0,0 0 0,0-1-1,0 1 1,0 0 0,0 0-1,0-1 1,0 1 0,0 0 0,0 0-1,0-1 1,0 1 0,-1 0 0,1 0-1,0 0 1,0-1 0,0 1-1,0 0 1,0 0 0,-1 0 0,1-1-1,0 1 1,0 0 0,0 0 0,-1 0-1,1 0 1,0-1 0,0 1-1,0 0 1,-1 0 0,1 0 0,0 0-1,0 0 1,-1 0 0,1 0 0,0 0-1,0 0 1,-1 0 0,1 0-1,0 0 1,0 0 0,-1 0 0,1 0-1,0 0 1,0 0 0,-1 0 0,1 0-1,0 0 1,-1 1 0,-2-1 41,-12 0 154,-1 0 1,1 2-1,0 0 1,-1 0-1,1 2 1,-18 5-1,-170 57 2107,160-55-1975,-2-2 0,-76 7 0,-92 7-180,-9 1-96,-342-18-458,345-7-178,218-28 188,1-333 173,0 352 224,0 1 0,0-1 0,-1 1-1,-1-1 1,1 1 0,-1 0 0,-1-1-1,0 1 1,0 0 0,-1 0-1,0 1 1,-9-15 0,12 20-26,-1 0 0,1 0 0,-1 0 0,1-1 0,0 1 0,1 0 0,-1-1 0,1 1 0,-1-1 0,1-4-1,2-46-472,-1 24 409,-1-18 95,0 47 156,-2 0-1838,2 1 1579,-1 0 1,1 0 0,-1 0 0,1 0-1,0 0 1,-1 0 0,1 0 0,0 0-1,-1 0 1,1 0 0,-1 0 0,1 0-1,0 0 1,-1 0 0,1 0 0,0 1 0,-1-1-1,1 0 1,0 0 0,-1 0 0,1 1-1,0-1 1,0 0 0,-1 0 0,1 1-1,0-1 1,0 0 0,-1 0 0,1 1-1,0-1 1,0 0 0,0 1 0,-1-1 0,1 0-1,0 1 1,0-1 0,0 1 0,0-1-1,0 0 1,0 1 0,0-1 0,0 0-1,0 1 1,-1 87-9531,1-43 2174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2369,'0'0'21055,"12"-12"-20209,-6 7-762,-1-1 0,1 1-1,1 0 1,-1 0 0,1 1 0,-1 0 0,1 0 0,0 0 0,1 1 0,-1 0 0,1 1-1,-1 0 1,1 0 0,0 0 0,0 1 0,0 0 0,13 1 0,155 1 864,215-3-456,-374 1-485,106-7 56,-105 6-55,-1-1 0,0-1 0,0 0 0,30-12 0,-47 16-145,1-1-1,0 0 1,0 1 0,0-1 0,-1 0 0,1 1-1,0-1 1,-1 0 0,1 0 0,-1 0 0,1 0-1,-1 0 1,1 0 0,-1 1 0,1-1 0,-1 0-1,0 0 1,0 0 0,1 0 0,-1 0 0,0 0-1,0 0 1,0-2 0,0 3-6,0-1 0,0 0 0,0 1 0,0-1 0,0 1 0,0-1 0,0 0 0,0 1 0,-1-1 0,1 0 0,0 1 0,0-1 0,-1 1 0,1-1 1,0 1-1,-1-1 0,1 0 0,0 1 0,-1-1 0,1 1 0,-1 0 0,1-1 0,-1 1 0,1-1 0,-1 1 0,1 0 0,-1-1 0,1 1 0,-1 0 0,1 0 0,-1-1 0,0 1 0,1 0 0,-1 0 0,0 0 0,0 0 0,-35 0-4726,-23 0-1502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7908,'0'0'12992,"-15"8"-12717,6-4-259,2 0-10,0-1 0,0 1 0,0 0 1,0 1-1,1 0 0,-1 0 0,1 0 1,0 1-1,1 0 0,0 0 0,-8 12 1,3-2 1,0-1-14,1 1-1,0 0 0,-10 30 0,0-11-967,3-5-1726,15-28 2192,0 0-1,1 0 1,0 0 0,-1 0-1,1 0 1,0 0 0,0 0 0,0 0-1,0 0 1,0 0 0,1 0-1,-1 0 1,1 0 0,0 3 0,5 7-3502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10613,'271'-38'6723,"-279"38"-3778,-6 0-352,-7 13-1024,-1 25-816,1 7-705,0 13-48,-8-7-193,-7 0-671,22 7-1249,14 0-1681,0-26-3473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6707,'0'0'17176,"-264"418"-22442,250-264-3138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39 4850,'0'0'8452,"-29"-39"-11509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8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1362 392 2609,'-107'-43'4834,"85"32"-1056,22 10-3394,0 0 0,0 0 0,0 0 0,0 0 0,0 1 0,0-1 0,-1 0-1,1 0 1,0 0 0,-1 0 0,1 0 0,0 1 0,-1-1 0,1 0 0,-1 0 0,1 1 0,-1-1 0,0 0 0,-1 0 0,-18-7 3399,-35 8-2179,32 2-917,-164-4 1270,-212 5-1769,359 1-272,-71 16 0,50-7 33,30-5 14,0 1 0,-48 21 0,52-19-49,0 0 1,-1-2-1,-42 8 1,34-9 336,36-25-249,0-420-1424,0 435 1259,0 41-24760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8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6451,'0'0'19217,"30"-4"-18548,-6 1-529,188-22 732,70 21 34,46-5-471,-293 8-468,27-5 88,-57 6-119,-1-1-1,1 0 1,-1 0-1,0 0 1,0-1-1,0 0 0,0 1 1,0-2-1,0 1 1,5-4-1,-8 4 42,0 1 0,-1 0 0,1 0-1,-1 0 1,0 0 0,1-1 0,-1 1 0,0 0-1,0 0 1,0-1 0,0 1 0,0 0 0,0 0-1,0-3 1,-1-2-2361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7908,'0'0'14649,"-16"8"-14009,6-4-602,-2 1-74,0 0-1,0 1 1,1 1-1,0 0 0,0 0 1,1 1-1,0 0 1,-11 13-1,-35 46-717,23-22-2731,30-32 1372,3 43-4292,0-55 6217,0 0 1,0 0 0,0-1-1,0 1 1,0 0 0,0 0-1,0-1 1,0 1 0,1 0 0,-1-1-1,0 1 1,0 0 0,1-1-1,-1 1 1,0 0 0,1-1-1,-1 1 1,1 0 0,17 7-5154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66 3410,'202'-53'8395,"-170"43"-1409,-32 10-6935,0 0-1,0 0 0,0 0 0,0 0 0,0 0 0,0-1 1,0 1-1,0 0 0,0 0 0,0 0 0,0 0 0,0 0 1,0 0-1,0 0 0,0 0 0,0 0 0,0 0 1,0-1-1,0 1 0,0 0 0,0 0 0,0 0 0,0 0 1,0 0-1,0 0 0,0 0 0,0 0 0,0 0 0,0 0 1,1 0-1,-1 0 0,0 0 0,0-1 0,0 1 0,0 0 1,0 0-1,0 0 0,0 0 0,0 0 0,-12 2 954,9-1-915,0 0-1,0 0 1,1 0 0,-1 0-1,0 1 1,1-1-1,-1 1 1,1 0 0,0-1-1,-1 1 1,1 0 0,0 1-1,0-1 1,0 0 0,1 1-1,-3 2 1,-7 8 5,-94 107 46,56-62-342,5-5-1036,18-20-2777,25-31 3658,0 0 1,1 0-1,-1 0 0,1 0 0,-1 0 1,1 1-1,0-1 0,0 0 0,0 0 0,0 0 1,1 4-1,-1 0-783,0-5 985,0 0 0,0-1 0,0 1 0,0 0 0,0-1-1,0 1 1,1 0 0,-1-1 0,0 1 0,0-1 0,0 1 0,0 0 0,1-1-1,-1 1 1,0-1 0,1 1 0,-1 0 0,1-1 0,-1 1 0,0-1 0,1 1 0,-1-1-1,1 0 1,-1 1 0,1-1 0,-1 1 0,2-1 0,39 18-5848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7395,'0'0'15255,"-78"129"-15607,56-85-480,-6 8-801,28 25-784,0-7-1745,0-12-2737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0 144,'0'0'8484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1213 344 10565,'0'0'12336,"-1"-3"-11968,0 1-317,0 1-1,0 0 1,-1-1-1,1 1 1,0 0-1,0 0 0,-1 0 1,1 0-1,0 0 1,-1 0-1,1 0 1,-1 0-1,1 1 0,-1-1 1,0 1-1,1-1 1,-1 1-1,0 0 1,1-1-1,-1 1 1,0 0-1,-2 0 0,-54 1 1260,29 0-538,6 0-401,-1 2 0,1 0 1,-37 11-1,31-6-274,0-2 0,-31 2 1,-142-1-2,-127-4-645,179-5 484,145 2 54,1-1-1,-1 1 1,0 1 0,0-1 0,1 1-1,-1 0 1,0 0 0,1 0-1,-1 0 1,1 1 0,-1 0-1,1 0 1,0 0 0,0 1 0,0-1-1,-6 6 1,-37 21-5,43-26 8,3-2 2,0-1 0,0 1 0,0 0 0,0-1 0,0 1 0,0 0 1,-1-1-1,1 0 0,0 1 0,0-1 0,-1 0 0,1 1 1,0-1-1,-1 0 0,1 0 0,0 0 0,-1 0 0,1 0 0,-2-1 1,3-3-81,0-407-213,0 409 342,0-18-2383,0 18 2446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1985,'0'0'22826,"0"-6"-21590,0 5-1209,0-1 0,0 1 1,0 0-1,0 0 0,0 0 1,0 0-1,1-1 0,-1 1 1,0 0-1,1 0 0,-1 0 1,1 0-1,-1 0 0,1 0 1,-1 0-1,1 0 0,0 0 0,-1 0 1,1 0-1,0 0 0,0 0 1,0 1-1,0-1 0,0 0 1,0 1-1,0-1 0,0 1 1,0-1-1,2 0 0,3-1 43,0 1 0,0 0-1,1 1 1,-1 0 0,8 0-1,24-1 222,512-12 2579,-353 15-2832,-64-2-46,-131-10 137,-2 5-1863,0 25-11708,0 26 6386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9925,'0'0'13883,"-2"2"-13496,-8 9-343,1 0 0,0 1-1,1 0 1,-12 23 0,-7 10-17,16-29-18,1 0 2,-1-1 0,0 0 0,-1-1 0,0 0-1,-21 17 1,23-22-17,8-6-33,0-1 0,-1 0-1,1 0 1,0 0 0,-1-1 0,0 1-1,-4 2 1,5-4-524,37-1-10491,29-5 7968,-6-6 141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8388,'297'-16'7195,"-237"13"-2574,-63 3-4259,0 1 0,0-1 0,0 1 0,-1-1 0,1 1 0,1 0 0,-1 0 0,0 1 0,0-1 0,0 0 0,0 1 0,1 0 0,-1 0 0,1 0 0,-4 3 0,-36 41-965,33-35 928,2-2-360,-4 2-82,1 1 0,1 0 0,0 1 0,1 0 0,0 0 1,-10 23-1,12-18-970,5-15 664,0 0 0,0-1 0,0 1 0,0 0 0,1 0 0,-1 0 1,1 0-1,-1 4 0,1 2-668,-1-7 652,1 1 0,0-1 1,-1 1-1,1-1 0,0 1 0,1-1 0,-1 0 0,0 1 0,1-1 0,-1 1 0,1-1 0,0 1 1,-1-1-1,1 0 0,0 0 0,1 1 0,1 2 0,2-2-630,1 1-1,0-1 1,0 0 0,12 4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2529,'0'0'17960,"-22"167"-19480,22-64-993,-7 19-2002,-7 19-2512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1897 29 16,'0'0'23934,"0"-5"-22483,0-17-504,0 22-936,-1 0 0,1 1 0,0-1 0,0 0 0,0 0 0,0 0-1,0 0 1,0 0 0,0 0 0,0 0 0,-1 0 0,1 0 0,0 0 0,0 0 0,0 0 0,0 0 0,0 0 0,0 0-1,-1 0 1,1 0 0,0 0 0,0 0 0,0 0 0,0 0 0,0 0 0,0 0 0,0 0 0,-1 0 0,1 0-1,0 0 1,0 0 0,0 0 0,0 0 0,0-1 0,0 1 0,0 0 0,0 0 0,-1 0 0,1 0 0,0 0 0,0 0-1,0 0 1,0 0 0,0-1 0,0 1 0,0 0 0,0 0 0,0 0 0,0 0 0,0 0 0,0 0 0,0 0-1,0-1 1,0 1 0,-49 30 843,-2-3 0,-71 28 0,60-26-578,38-17-162,-47 17 0,41-18-97,23-8-26,-1 0 0,0-1 1,1 1-1,-14 1 0,-4-1-27,1 2-1,-45 15 1,-20 5-2,51-16 34,23-4-14,0-2 1,0 0-1,-1-1 0,-23 1 0,-462 8-1388,473-7 1335,-1 0 0,1 2-1,-41 14 1,44-12 60,-93 30 11,109-35 2,0 0 0,0 1 0,0 1 0,-10 6 0,-23 11 1,23-13-20,17-7 10,0-1 0,-1 1-1,1-1 1,0 0-1,-1 0 1,1 0 0,-1 0-1,1 0 1,-6 0-1,-29 5-72,36-5 66,1-1 0,-1 0-1,0 0 1,0 0 0,0 0-1,1 0 1,-1 0 0,0 0-1,0 0 1,1 0-1,-1-1 1,0 1 0,0 0-1,1 0 1,-1-1 0,0 1-1,0-1 1,1 1-1,-1 0 1,0-1 0,1 1-1,-1-1 1,1 1 0,-1-1-1,1 0 1,-1 1 0,1-1-1,-1 0 1,1 1-1,-1-1 1,1 0 0,0 1-1,0-1 1,-1 0 0,1 0-1,0 1 1,0-1-1,0 0 1,0 0 0,0 0-1,0 1 1,0-1 0,0 0-1,0 0 1,0-1 0,-2-13 109,-31-103-7,19 60-131,8 36-92,1-1-1,1 1 1,-3-34 0,8 28 10,0 21 114,-1 0 1,0-1-1,-1 1 1,1 0-1,-1-1 1,-1 1-1,0 0 1,0 0 0,-5-12-1,6 38-14155,1 32 8027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12390,'0'0'13094,"34"-1"-12201,-7 0-700,242-18 1002,-36-19-741,186-25-265,-50 18-37,-277 28-70,-90 17-81,0 0-17,0 0 0,0-1 0,0 1 0,0-1 1,0 1-1,0-1 0,0 1 0,0-1 0,0 0 0,0 0 0,-1 0 1,1 0-1,0 0 0,1-3 0,-2 4-82,0 0 0,-1-1 0,1 1 0,-1-1 1,1 1-1,-1-1 0,1 1 0,-1-1 0,1 1 0,-1-1 0,0 1 0,1-1 1,-1 0-1,0 1 0,1-1 0,-1 0 0,0 1 0,0-1 0,0 0 0,0 1 1,1-1-1,-1 0 0,0 0 0,0 1 0,0-1 0,0 0 0,-1-1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9492,'0'0'14380,"-15"19"-14326,-50 62-65,59-72-19,-1 0-1,1 0 1,1 1-1,0 0 1,0 0-1,-5 16 1,8-20-30,0 1 0,0-1 0,-1 0 0,0 0 0,-1 0 1,-7 10-1,-38 54-2830,47-65 2158,-1 1 0,1 0 0,-1-1-1,2 1 1,-1 1 0,1-1 0,0 0-1,0 0 1,0 0 0,1 1 0,0-1-1,1 0 1,-1 0 0,1 0-1,0 1 1,4 10 0,-4-15 59,1 1 0,0-1 0,0 0 1,0 0-1,0 0 0,0 0 0,0 0 0,0-1 0,5 3 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 1489,'156'-7'22210,"-160"8"-22028,1-1-1,-1 1 1,1 0 0,0 0 0,0 0-1,-1 1 1,1-1 0,0 1 0,0 0-1,0 0 1,1 0 0,-1 0 0,0 0-1,1 0 1,-4 5 0,-38 48-99,34-41-41,0-1-172,1 1-1,1 0 0,0 1 0,-7 17 1,-34 64-1562,38-73-43,9-20 1350,0-1 1,1 0-1,0 1 1,0-1-1,0 1 1,0 0-1,0-1 1,0 1-1,0 0 1,1-1-1,0 1 1,-1 0-1,1-1 1,0 1-1,0 0 1,1 0-1,-1-1 1,0 1-1,1 0 1,1 4-1,10 13-5196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10469,'0'0'15511,"-100"115"-15511,71-76-272,1 18-272,-8-12-369,15 13-1200,21 0-2417,0-7-3250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5058,'249'224'9781,"-320"-205"-4403,21 46-4930,22-8-448,28 39 0,0 7-2289,0 25-6579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1:5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24575,'-3'0'0,"0"1"0,0 0 0,0-1 0,0 1 0,1 1 0,-1-1 0,0 0 0,1 1 0,-1-1 0,1 1 0,0 0 0,-1 0 0,1 0 0,0 0 0,-2 3 0,-30 40 0,22-24 0,1 0 0,1 1 0,1 0 0,1 0 0,-8 38 0,-14 126 0,29-179 0,-28 418 9,28 6-75,2-301-27,6 3412 293,-7-3391-250,1-109 50,3 1 0,13 68 0,32 81 0,-17-70 0,-11-41 0,41 205 0,-34-122 0,8 74 0,-23 354 0,-14-509 0,1-64 0,1 0 0,0 0 0,2 0 0,0 0 0,1 0 0,1-1 0,0 1 0,2-1 0,0 0 0,1-1 0,0 0 0,2 0 0,0-1 0,1 0 0,0-1 0,2 0 0,-1-1 0,2 0 0,17 14 0,-14-17 0,0 0 0,1-1 0,0-1 0,37 12 0,85 19 0,-25-9 0,-71-16 0,474 147 0,-350-117 0,191 26 0,218 20 0,188 24 0,-524-96 0,255-13 0,-483-6 0,765-2 0,-760 3 0,0-2 0,1 0 0,-1-1 0,33-8 0,-44 8 0,-1-1 0,0 1 0,0-1 0,0 0 0,0 0 0,-1-1 0,1 0 0,-1 0 0,0 0 0,0 0 0,0-1 0,-1 0 0,1 0 0,-1 0 0,0-1 0,5-9 0,-2-1 0,0-1 0,-1 0 0,0-1 0,-1 0 0,-2 1 0,4-35 0,-3-114 0,-5 122 0,-4-611 0,-2-336 0,7 822 0,-4-333 0,-4 340 0,-31-170 0,3 111 0,-12-377 0,51 320 0,-4-121 0,-4 304 0,-4 1 0,-25-109 0,-66-133 0,88 299 0,2 0 0,1-1 0,2 0 0,-3-62 0,6 67 0,-1 0 0,-2 0 0,-1 1 0,-14-37 0,-10-39 0,12 10 0,-8-130 0,22 167 0,4 41 0,-1 1 0,0 1 0,-2-1 0,0 1 0,-1-1 0,-1 1 0,-13-23 0,14 30 0,-1 0 0,-1 0 0,1 1 0,-2 0 0,1 1 0,-1 0 0,-1 0 0,0 1 0,0 0 0,-1 1 0,1 0 0,-14-6 0,1 3 0,0 1 0,-1 1 0,0 1 0,-35-6 0,-104-6 0,113 15 0,-645-34-796,-1 34 84,483 5 918,-2255 2-269,2404-3-6763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1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530 592 24575,'-8'0'0,"0"1"0,0-1 0,0 2 0,0-1 0,1 1 0,-1 0 0,0 1 0,1-1 0,0 1 0,0 1 0,-11 6 0,8-3 0,1 1 0,0-1 0,0 2 0,1-1 0,0 1 0,1 0 0,-7 11 0,-6 14 0,2 1 0,1 0 0,-20 63 0,30-78 0,-4 13 0,-150 459 0,137-400 0,3 2 0,5 1 0,-5 135 0,24 151 0,1-169 0,-3-180 0,2 0 0,0 0 0,2 0 0,2-1 0,1 1 0,1-2 0,1 1 0,2-1 0,1-1 0,1 0 0,2-1 0,1-1 0,1 0 0,1-1 0,42 43 0,-39-47 0,90 79 0,-92-86 0,0 0 0,1-2 0,1 0 0,27 12 0,16 0 3,1-3-1,80 16 1,153 17-52,-171-33-91,977 118-766,-361-117 1047,3-26-1023,156 1-46,-273 34 487,71 1 1720,1430-36-11,-2112 3-1237,-1 0 1,1-1-1,0-2 1,-1 1 0,35-11-1,-46 10-12,-1 0-1,1 0 1,-1 0 0,0 0-1,1-1 1,-1 0-1,-1-1 1,1 0-1,-1 1 1,0-2-1,0 1 1,0 0 0,-1-1-1,0 0 1,0 0-1,0 0 1,-1-1-1,5-10 1,-2-4 1,0 0-1,-1 0 1,-1-1 0,-1 1 0,1-36-1,-10-118-38,2 95 28,-10-1462-9,16 978 0,-2 526 0,-1 0 0,-2 0 0,-10-42 0,9 64 0,0 0 0,-1 0 0,-1 0 0,-1 1 0,0 0 0,-1 0 0,0 0 0,-1 1 0,-17-19 0,-10-5 0,-2 2 0,-1 1 0,-84-57 0,38 40 0,-105-50 0,111 69-8,-1 3 0,-2 3 0,0 4-1,-91-13 1,-338-29-1353,-917-9 710,-6 74 190,658 5 382,-1520-5 1307,2215 0-8054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24575,'0'1925'0,"-3"-1647"-221,-13 0 1,-86 464-1,57-530 221,-119 647 0,94-225 0,50-419 0,-20 544 296,41 0 190,3-270-606,-4-460 120,4 100 0,-2-113 0,0 0 0,2-1 0,-1 1 0,2-1 0,0 0 0,9 16 0,-2-8 0,2-1 0,0-1 0,1 0 0,1-1 0,1 0 0,1-2 0,1 0 0,0-1 0,40 26 0,11 0 0,130 58 0,-185-95 0,914 343-243,31-69-927,-764-226 1121,78 18-48,2-13 0,3-11 0,1-13 0,545-3 0,-776-32 252,62-4 802,-100 3-863,0-1-1,0 0 1,-1-1-1,1 0 1,-1-1-1,1 0 1,16-9-1,-21 9-87,-1-1-1,1 0 1,-1-1 0,0 1-1,0-1 1,0 0-1,-1 0 1,0-1 0,0 1-1,0-1 1,-1 0 0,0 0-1,-1 0 1,1 0-1,-1 0 1,1-10 0,3-18-11,-2 1 0,1-42 1,-5 58 9,0-517-5,-4 296 0,0-1166 0,4 1233 0,4-105-306,12 1-1,70-367 0,80 44 307,-78 320 0,-57 160-20,-5-2 0,-5-1 0,-5 0-1,0-190 1,-23-326 804,-1 19-547,3 451-237,-30-180 0,25 280 0,-4 1 0,-2 0 0,-2 1 0,-4 1 0,-3 0 0,-34-62 0,53 116 0,-1 0 0,-1 1 0,1-1 0,-2 1 0,0 1 0,0 0 0,0 0 0,-1 1 0,-1 0 0,1 0 0,-1 1 0,-15-6 0,-7-2 0,-1 2 0,-1 1 0,-39-8 0,-21-1 5,-1 5-1,-99-5 0,-198 7-153,373 14 126,-1388 1-879,517 4 1963,-375-5-2426,1198 0-5461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24575,'-14'50'0,"2"1"0,-6 58 0,-2 17 0,-12 21 0,-49 298 0,77-412 0,-93 704 0,69-504 0,-17 92 0,21-218 0,-35 182 0,47-208 0,-4 133 0,16-151-1365,1-9-5461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0 309 24575,'1'6'0,"0"0"0,0 0 0,0 0 0,1-1 0,0 1 0,0 0 0,6 10 0,2 7 0,-2-2 0,1-1 0,1 0 0,0-1 0,18 24 0,-21-35 0,-1 0 0,1 0 0,1-1 0,-1 0 0,1 0 0,0 0 0,1-1 0,0-1 0,0 1 0,0-2 0,18 8 0,-15-8 0,1-1 0,0 0 0,-1-1 0,1 0 0,0-1 0,0-1 0,0 0 0,25-4 0,-18 1 0,0-2 0,0-1 0,0 0 0,37-18 0,-6-4 0,-2-3 0,92-72 0,126-144-25,-171 153-1315,-33 34-5486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24575,'33'0'0,"67"0"0,71 0 0,117 0 0,110 11 0,98 26-4720,64 7 4720,47-5-2862,-23-8 2862,-90-10 0,-84-8-1749,-78-7 1749,-86-4-494,-72-2 494,-44-2 2313,-45 0-2992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24575,'11'11'0,"25"4"0,19 10 0,10 1 0,6-4 0,-10 6 0,-4 8 0,-11 21 0,-14 12 0,-24 5 0,-35 1 0,-23-13 0,-27-5 0,-21-1 0,-17-11 0,12-12-8191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24575,'0'1'0,"0"1"0,0-1 0,1 0 0,-1 0 0,0 1 0,1-1 0,-1 0 0,1 0 0,-1 1 0,1-1 0,-1 0 0,1 0 0,0 0 0,0 0 0,-1 0 0,1 0 0,0 0 0,0 0 0,0 0 0,0-1 0,0 1 0,0 0 0,0 0 0,0-1 0,2 1 0,36 10 0,-32-10 0,63 10 0,0-4 0,95-1 0,-98-5 0,1261 3-2933,-812-6 2245,-88 9 623,540 76 0,-781-57-410,496 82-336,-599-90-2343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24575,'11'0'0,"15"11"0,25 15 0,15 14 0,7 0 0,3-7 0,-1-8 0,-13 1 0,-18 9 0,-15 9 0,-13 7 0,-10 7 0,-16-6 0,-18-2 0,-26-8 0,-15-13 0,4-10-8191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24575,'39'6'0,"-10"0"0,439 45 24,-181-26-428,280 51-1643,-74-9 706,969 75 867,-1262-122 31,326 76 0,-35 18-68,-365-87-2041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24575,'33'0'0,"22"0"0,13 0 0,6 11 0,1 3 0,0 23 0,-14 14 0,-17 11 0,-38 17 0,-31 6 0,-23-12 0,-24-7 0,-1-15-8191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24575,'0'13'0,"1"-1"0,1 0 0,0 0 0,1 0 0,0 0 0,1-1 0,0 1 0,10 18 0,-1-7 0,0-1 0,32 39 0,-32-46 0,0-1 0,1 0 0,0-1 0,1 0 0,0-2 0,1 1 0,1-2 0,0 0 0,0-1 0,19 7 0,-10-8 0,0 0 0,0-1 0,0-2 0,1-1 0,0-1 0,46 0 0,-62-3 0,11 0 0,-1 0 0,1-2 0,-1 0 0,1-1 0,23-7 0,-41 9 0,0 0 0,0-1 0,-1 1 0,1-1 0,0 0 0,-1 0 0,1 0 0,-1-1 0,0 1 0,1-1 0,-1 0 0,0 1 0,-1-2 0,1 1 0,0 0 0,-1 0 0,0-1 0,0 1 0,0-1 0,0 0 0,-1 0 0,1 0 0,-1 1 0,0-1 0,0 0 0,0-1 0,-1 1 0,1 0 0,-1 0 0,0 0 0,0 0 0,-1 0 0,0-7 0,-2 1 0,1 0 0,-1-1 0,-1 1 0,0 1 0,0-1 0,-1 0 0,0 1 0,-1 0 0,0 0 0,0 1 0,-1 0 0,0 0 0,0 0 0,-1 1 0,0 0 0,-1 0 0,-11-6 0,-4-3 0,-1 2 0,-1 1 0,0 1 0,-1 1 0,-35-9 0,45 15 0,0 1 0,0 0 0,-1 1 0,1 1 0,-1 0 0,0 2 0,1 0 0,-1 1 0,0 0 0,1 2 0,0 0 0,-1 1 0,1 0 0,0 2 0,1 0 0,0 1 0,0 0 0,0 2 0,1 0 0,0 0 0,0 1 0,1 1 0,1 1 0,0 0 0,1 0 0,-18 23 0,13-12 17,1 1 0,1 1 1,1 1-1,1 0 0,1 1 0,-12 40 0,12-25-388,3 1-1,1 0 1,-4 71 0,9-18-6455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22 601 24575,'184'2'0,"214"-6"0,-384 3 0,0 0 0,-1-1 0,1 0 0,-1-2 0,22-7 0,-29 9 0,0-1 0,-1 0 0,1 0 0,-1-1 0,0 0 0,1 0 0,-2 0 0,1 0 0,0-1 0,-1 0 0,0 0 0,0 0 0,-1 0 0,4-6 0,0-4 0,-1 0 0,0 0 0,-1 0 0,-1-1 0,-1 0 0,0 0 0,1-16 0,-2 0 0,-1 0 0,-6-51 0,3 69 0,0 0 0,-1 1 0,0-1 0,-1 1 0,-7-16 0,8 23 0,0-1 0,-1 1 0,1 0 0,-1 0 0,-1 0 0,1 1 0,-1-1 0,0 1 0,0 0 0,-1 1 0,0-1 0,-7-4 0,-1 2 0,0 1 0,-1 0 0,1 1 0,-1 0 0,0 1 0,-28-3 0,-98-2 0,134 9 0,-33-2 0,0 2 0,0 2 0,-45 8 0,73-8 0,1 1 0,0 0 0,0 0 0,0 1 0,0 0 0,1 1 0,-1 0 0,1 1 0,1 0 0,-1 1 0,1 0 0,0 0 0,1 1 0,-1 0 0,2 1 0,-8 9 0,5-2 0,1 0 0,1 1 0,0 1 0,2-1 0,0 1 0,1 0 0,0 0 0,2 1 0,-2 21 0,2-9 0,2 1 0,1-1 0,1 1 0,10 52 0,0-39-455,3 0 0,33 78 0,-2-22-6371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1 771 24575,'0'10'0,"0"-1"0,0 1 0,1 0 0,1 0 0,3 13 0,-4-19 0,1 1 0,0-1 0,1 0 0,-1 1 0,1-1 0,0 0 0,0-1 0,0 1 0,0 0 0,0-1 0,1 0 0,0 0 0,0 0 0,4 3 0,14 7 0,1-1 0,0-2 0,1 0 0,-1-1 0,2-1 0,-1-1 0,32 4 0,-24-7 0,-1 0 0,1-2 0,0-2 0,0-1 0,47-7 0,-68 6 0,0 0 0,0-1 0,0 0 0,-1-1 0,1 0 0,-1-1 0,0 0 0,0 0 0,-1-1 0,1-1 0,-1 1 0,-1-1 0,13-13 0,-13 10 0,0-1 0,-1 1 0,0-1 0,-1 0 0,0-1 0,-1 0 0,0 0 0,-1 0 0,0 0 0,-1-1 0,3-20 0,-1-29 0,-2-1 0,-11-115 0,4 118 0,2 33 0,-1 0 0,-1 1 0,-1-1 0,-1 1 0,-2 0 0,-14-35 0,17 50 0,-1 0 0,0 0 0,0 1 0,-1 0 0,0 1 0,0-1 0,-1 1 0,-1 1 0,0-1 0,0 1 0,0 1 0,-1 0 0,0 0 0,0 1 0,-1 0 0,-15-5 0,19 8 0,1 1 0,-1 0 0,0 0 0,0 1 0,0 0 0,0 0 0,-11 1 0,14 0 0,0 1 0,1 0 0,-1-1 0,0 1 0,1 0 0,-1 1 0,1-1 0,-1 1 0,1-1 0,0 1 0,-1 0 0,1 0 0,0 1 0,0-1 0,1 1 0,-5 3 0,-6 13 0,1 1 0,1 0 0,1 1 0,0 0 0,2 1 0,-7 23 0,4-13 0,-18 54 0,4 3 0,3 0 0,5 1 0,-10 150 0,26-225 20,1-1 0,0 1 0,1-1 0,1 1-1,3 15 1,-3-23-126,0-1 0,0 0 0,1-1 0,-1 1 0,1 0 0,1-1 0,-1 1 0,1-1 0,0 0 0,0 0 0,0-1 0,1 1 0,8 6 0,32 16-6720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24575,'5425'0'-7223,"-5327"0"6255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24575,'-1'0'0,"0"0"0,0 0 0,0 0 0,0 1 0,0-1 0,0 0 0,0 1 0,0-1 0,0 1 0,0-1 0,0 1 0,0-1 0,0 1 0,0 0 0,0-1 0,1 1 0,-1 0 0,0 0 0,1-1 0,-1 1 0,0 0 0,1 0 0,-1 0 0,1 0 0,0 0 0,-1 0 0,1 0 0,0 0 0,-1 0 0,1 0 0,0 0 0,0 0 0,0 0 0,0 0 0,0 0 0,0 0 0,0 3 0,1 3 0,0 0 0,0 0 0,0 0 0,4 11 0,1-2 0,0 0 0,2 0 0,0-1 0,0 0 0,2 0 0,0-1 0,0-1 0,16 16 0,110 94 0,-107-99 0,179 137 0,-107-85 0,-84-64 0,-2 1 0,0 0 0,0 1 0,23 31 0,-33-39 0,-1 1 0,0 0 0,0 1 0,0-1 0,-1 0 0,-1 1 0,1 0 0,-1 0 0,0-1 0,-1 1 0,0 1 0,0-1 0,-1 0 0,0 13 0,-2-9 0,0 0 0,0 0 0,-1 0 0,-1 0 0,0 0 0,0 0 0,-1-1 0,-1 0 0,0 0 0,0-1 0,-1 1 0,-1-1 0,1-1 0,-2 1 0,1-1 0,-1-1 0,-11 8 0,-15 10 0,-2-2 0,0-2 0,-62 27 0,6-3 0,8 5-1365,17-3-5461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1218 0 24575,'-11'0'0,"-48"11"0,-36 26 0,-47 29 0,-20 14 0,5 15 0,8 4 0,18-16 0,9 0 0,14-3 0,26-15-8191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24575,'22'0'0,"18"11"0,25 26 0,12 28 0,16 37 0,2 1 0,-14-6 0,-11 3 0,6-5 0,-11-18-8191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2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24575,'0'11'0,"11"15"0,3 13 0,0 13 0,9-4 0,11 1 0,-1 4 0,7 4 0,6 3 0,-4-9-8191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2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0 782 24575,'0'-7'0,"1"0"0,-1 0 0,2 0 0,-1 0 0,0 0 0,1 1 0,1-1 0,-1 1 0,1-1 0,0 1 0,0 0 0,6-7 0,-2 4 0,0 0 0,1 1 0,0 0 0,0 0 0,1 1 0,18-12 0,-2 5 0,1 0 0,0 2 0,1 2 0,56-16 0,-6 6 0,219-60 0,-84-3 0,-60 19 0,139-68 0,-28 9-1365,-185 81-5461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30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24575,'-1'0'0,"0"0"0,0 0 0,0 0 0,0 0 0,-1 0 0,1 0 0,0 0 0,0 1 0,0-1 0,0 0 0,0 1 0,0-1 0,0 1 0,0 0 0,0-1 0,0 1 0,0 0 0,0-1 0,1 1 0,-1 0 0,0 0 0,0 0 0,1-1 0,-1 1 0,0 0 0,1 0 0,-1 0 0,1 0 0,-1 1 0,1-1 0,0 0 0,-1 0 0,1 0 0,0 0 0,0 0 0,0 0 0,0 0 0,0 1 0,0-1 0,0 0 0,0 0 0,0 0 0,1 0 0,0 2 0,0 3 0,0 0 0,1 0 0,0 0 0,0 0 0,1 0 0,0-1 0,3 7 0,1-3 0,1-1 0,-1 1 0,1-1 0,0 0 0,1-1 0,12 9 0,65 36 0,-47-30 0,110 72 0,106 60 0,-225-139 0,-2 1 0,0 1 0,0 2 0,-2 1 0,-1 1 0,0 1 0,31 38 0,100 105 0,-133-142 0,28 40 0,-33-39 0,1-1 0,24 23 0,-9-13-1365,-6-5-5461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1810 0 24575,'-4'5'0,"0"1"0,0-1 0,1 0 0,0 1 0,0 0 0,1 0 0,-1 0 0,1 0 0,0 0 0,1 0 0,-2 8 0,-8 29 0,-3-8 0,-1-1 0,-1 0 0,-35 51 0,-75 87 0,97-135 0,-398 466 0,-135 50 0,411-406 0,-121 108 0,213-205-1365,17-12-5461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24575,'11'0'0,"26"11"0,28 26 0,26 29 0,31 58 0,16 52 0,40 42-1734,46 49 1734,17 34-1872,13 12 1872,40 39 0,14 6-2756,-22-48 2756,-28-43 0,-45-56-1044,-60-64 259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24575,'0'1520'0,"1"-1441"0,3-1 0,3-1 0,4 1 0,30 105 0,-35-159 0,1-2 0,2 1 0,0-1 0,1 0 0,2-1 0,0-1 0,1 0 0,0 0 0,2-1 0,1-1 0,0 0 0,1-1 0,31 23 0,-16-20 0,1-1 0,1-2 0,1-1 0,0-2 0,1-2 0,0-1 0,1-1 0,49 5 0,37-1 0,147-3 0,-240-10 0,1564-1-1437,-852-5 983,-500 6 351,240-5-201,-468 3 301,0 0-1,-1-1 1,1 0 0,0-1 0,-1 0 0,0-1-1,17-8 1,-23 8 27,0 0 0,0 0 0,0-1 0,-1 0-1,0 0 1,0-1 0,0 1 0,-1-1 0,0-1 0,0 1-1,0-1 1,-1 0 0,6-12 0,1-9 247,-2 0-1,-1 0 1,-1-1 0,-2-1 0,3-40-1,-5 50-278,103-1084 382,-92 344-374,-14 726 0,-1 0 0,-2 1 0,-2-1 0,-13-52 0,14 73 0,-1 1 0,0 0 0,0-1 0,-1 2 0,-1-1 0,0 1 0,0 0 0,-1 0 0,0 1 0,-1 0 0,0 1 0,-1 0 0,0 0 0,-20-13 0,-4 4 0,0 0 0,-1 3 0,-1 0 0,0 3 0,-1 1 0,-1 1 0,-64-7 0,-23 6 0,-131 5 0,-738 17-194,271 45-439,499-22 463,-263 74-1,306-56 317,-354 81-1462,428-118-4537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24575,'-12'0'0,"0"0"0,0 1 0,0 0 0,0 1 0,0 1 0,-13 3 0,20-4 0,0 1 0,0-1 0,0 1 0,0 0 0,1 0 0,-1 0 0,1 1 0,0-1 0,0 1 0,0 0 0,1 0 0,-1 1 0,1-1 0,0 1 0,-5 9 0,2 0 0,1-1 0,0 2 0,1-1 0,0 0 0,1 1 0,1 0 0,0-1 0,1 1 0,1 0 0,0 0 0,1 0 0,1 0 0,0 0 0,1-1 0,0 1 0,1-1 0,1 0 0,0 0 0,1 0 0,1-1 0,0 0 0,1 0 0,0-1 0,1 0 0,0 0 0,17 16 0,23 17 0,-26-26 0,28 32 0,-45-44 0,0 0 0,-1 1 0,0 0 0,0 0 0,-1 0 0,0 0 0,0 1 0,4 15 0,-8-21 4,1 0-1,0 0 0,-1 1 1,0-1-1,0 0 1,0 0-1,0 0 1,0 0-1,-1 0 0,1 1 1,-1-1-1,0 0 1,0 0-1,0 0 0,0 0 1,-1-1-1,1 1 1,-1 0-1,0 0 0,1-1 1,-1 1-1,-1-1 1,1 0-1,0 0 1,0 1-1,-1-1 0,1-1 1,-1 1-1,0 0 1,1-1-1,-1 1 0,0-1 1,-4 2-1,-8 2-299,-1 1 0,0-2-1,0 0 1,-32 3 0,-18-2-6530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24575,'12'0'0,"13"0"0,15 0 0,11 0 0,-3 11 0,-9 4-8191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24575,'11'0'0,"15"0"0,14 0 0,11 0 0,8-11 0,-6-15 0,-12-3-8191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24575,'0'11'0,"-11"37"0,-4 55 0,1 54 0,3 11 0,3-12 0,3-21 0,2-22 0,2-20 0,1-15 0,23 3 0,18-14 0,25-18 0,11-16 0,5-15 0,-1-22 0,-15-9-8191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24575,'-33'0'0,"-11"11"0,2 15 0,8 25 0,21 4 0,23-8 0,22-11 0,16-13 0,0-31 0,-8-4 0,0 22 0,5 10 0,5 13 0,-6 11 0,-10-2-8191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24575,'11'-11'0,"15"-4"0,14 1 0,11 3 0,8 3 0,5-8 0,3-13 0,-10-23 0,-15-2-8191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24575,'0'11'0,"0"26"0,0 51 0,0 32 0,0 8 0,11 25 0,15-1 0,2-17 0,9-19 0,8-18 0,-3-27-8191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146 399 24575,'56'1'0,"-25"1"0,0-2 0,0-1 0,-1-1 0,40-9 0,-62 9 0,0 0 0,-1 0 0,0-1 0,1 0 0,-1-1 0,0 1 0,0-1 0,-1-1 0,1 1 0,-1-1 0,0 0 0,0 0 0,-1-1 0,0 0 0,0 0 0,0 0 0,0-1 0,-1 0 0,0 1 0,-1-1 0,5-13 0,-4 10 0,-1-1 0,0 1 0,-1-1 0,0 1 0,0-1 0,-1 0 0,-1 0 0,0 0 0,-1-12 0,0 17 0,0 0 0,-1 0 0,0 0 0,0 0 0,0 1 0,0-1 0,-1 0 0,0 1 0,0-1 0,-1 1 0,0 0 0,1 0 0,-2 1 0,1-1 0,0 1 0,-1 0 0,-6-5 0,0 2 0,-1 1 0,1-1 0,-1 2 0,-1 0 0,1 0 0,0 1 0,-1 0 0,0 2 0,0-1 0,0 1 0,0 1 0,0 0 0,-1 1 0,1 1 0,-24 3 0,26-2 0,-1 1 0,1 0 0,0 0 0,0 1 0,0 1 0,1 0 0,-1 0 0,1 1 0,0 0 0,1 1 0,0 0 0,0 0 0,0 1 0,1 0 0,0 1 0,0 0 0,1 0 0,-6 11 0,2 1 0,1 1 0,1 1 0,1-1 0,1 1 0,1 0 0,-5 36 0,6-15 0,2 1 0,3 68 0,0-98-49,1-1 1,1 1-1,0-1 0,1 0 0,1 1 1,0-1-1,1-1 0,0 1 0,1-1 1,0 0-1,1 0 0,1 0 0,0-1 1,1-1-1,0 1 0,1-1 0,0-1 1,0 0-1,1 0 0,1-1 0,0 0 1,0-1-1,0-1 0,1 0 0,0 0 0,1-1 1,16 4-1,37 9-6777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24575,'0'1893'-1365,"0"-1837"-5461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1188 24575,'7'6'0,"0"-1"0,1 1 0,0-2 0,0 1 0,0-1 0,0 0 0,0 0 0,1-1 0,0 0 0,0-1 0,10 2 0,18 1 0,51 3 0,-69-7 0,-12-1 0,43 4 0,1-2 0,-1-3 0,68-9 0,-103 8 0,-1-1 0,0-1 0,1 0 0,-1-1 0,-1-1 0,1 0 0,-1 0 0,0-2 0,0 1 0,-1-2 0,0 0 0,-1 0 0,0-1 0,0 0 0,-1-1 0,10-13 0,11-24 0,48-99 0,-66 120 0,58-123 0,33-64 0,-52 121-341,3 2 0,5 2-1,87-100 1,-85 123-6485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1811 2 24575,'-277'-2'0,"-333"6"0,466 5 0,1 5 0,-167 39 0,275-45 0,0 2 0,0 1 0,-53 25 0,79-32 0,0 1 0,1 0 0,-1 0 0,1 1 0,0 0 0,0 1 0,1-1 0,0 1 0,0 1 0,0-1 0,1 1 0,0 1 0,1-1 0,0 1 0,0 0 0,1 0 0,-5 16 0,6-12 0,1-1 0,1 1 0,0-1 0,1 1 0,0-1 0,1 1 0,1-1 0,0 1 0,0-1 0,1 0 0,9 24 0,7 6 0,45 78 0,-49-94 0,323 634-548,-270-495 326,-6 2 0,45 203 0,-54-120 208,-12 3 0,-10 1 1,-3 372-1,-28-587 10,-13 550-3,-19-277 590,-2 39 114,34 164-697,0-503 0,1 0 0,1 0 0,0 0 0,8 22 0,-8-28 0,0-1 0,1 1 0,0-1 0,0 0 0,1 0 0,-1 0 0,1-1 0,0 1 0,0-1 0,1 0 0,-1 0 0,7 4 0,5 2 0,0-2 0,1 1 0,0-2 0,0-1 0,1 0 0,-1-1 0,1 0 0,22 1 0,159 9 0,-193-15 0,632-4 0,-501 0 0,-99 3 0,145-7 0,-153 4 0,0 0 0,0-2 0,53-18 0,-75 21 0,0 0 0,0-1 0,-1 1 0,1-1 0,-1-1 0,0 1 0,0-1 0,-1-1 0,1 1 0,-1-1 0,-1 0 0,1 0 0,-1-1 0,0 0 0,0 0 0,-1 0 0,0 0 0,0-1 0,-1 1 0,4-13 0,-3 2 0,-1 0 0,-1 0 0,-1 0 0,0 0 0,-1 0 0,-1 0 0,-1-1 0,-7-30 0,-81-354 0,-86-564-994,69-14 0,95 427 593,9 267 249,-27-67 198,20 271 229,8 62 58,-1 0-1,-1 1 1,0 0-1,-12-29 0,11 37-275,-1 0 0,-1 1 0,0 0 0,0 0 0,-1 0 0,-1 1 0,-17-18 0,5 10-43,0 1 0,-1 1 0,-1 0 0,-1 2 0,0 1 0,-1 1 0,-41-15 0,-193-41-30,228 61 22,-242-40-1371,164 35-5461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24575,'67'-1'0,"0"3"0,1 3 0,-1 3 0,68 17 0,135 61 0,-164-49 0,185 40 0,-15-36-682,450 8-1,-593-47-6143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24575,'33'0'0,"34"0"0,38 0 0,23 0 0,12 0 0,27 0 0,7 0 0,7 0 0,29 0 0,-1 0 0,-12 0 0,-29 0 0,-32 0 0,-40 0-8191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24575,'0'22'0,"11"7"0,37 0 0,66-7 0,24-6 0,22-6 0,-5-4 0,-6-4 0,-19-2 0,-19-1 0,-29 0-8191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7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24575,'0'11'0,"0"26"0,22-5 0,19-7 0,24-8 0,34 4 0,23-2 0,12-4 0,18 18 0,4 3 0,-14-4 0,4-8 0,-2-8 0,-25-7-8191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24575,'11'0'0,"15"0"0,14 0 0,11 0 0,8 0 0,6 0 0,2 0 0,0 0 0,13 0 0,2 0 0,-1 0 0,-15 0-8191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24575,'11'0'0,"15"0"0,14 0 0,11 0 0,8 0 0,-6 0-8191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24575,'23'11'0,"17"4"0,25-1 0,1-3-8191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24575,'11'0'0,"26"11"0,17 4 0,11-1 0,17-3 0,5 8 0,-12 1-8191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24575,'0'3'0,"0"-1"0,0 0 0,1 1 0,-1-1 0,1 0 0,0 1 0,-1-1 0,1 0 0,0 0 0,0 1 0,0-1 0,1 0 0,1 2 0,8 17 0,22 56 0,-4 2 0,-4 0 0,-3 2 0,14 103 0,-18-41 0,-1 243 0,-18-338 0,0 55 0,22 194 0,-1-138 0,1 305 0,-24 512-1365,4-900-5461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24575,'-1'8'0,"1"0"0,0 1 0,1-1 0,-1 0 0,2 0 0,-1 1 0,1-1 0,0 0 0,1 0 0,0-1 0,0 1 0,0-1 0,1 1 0,0-1 0,1 0 0,8 10 0,10 4 0,1-1 0,1-1 0,49 28 0,-55-35 0,433 216 0,-153-85 0,-272-129 0,349 176 0,18-30 0,-144-84 0,39 13 0,-287-89 0,488 162 0,-463-154 0,127 42 0,-129-40 0,-1 1 0,0 1 0,40 27 0,-60-37 0,0 1 0,0 0 0,0 0 0,-1 0 0,1 0 0,-1 1 0,1 0 0,-1-1 0,0 1 0,-1 0 0,1 1 0,-1-1 0,2 5 0,-3-8 0,-1 1 0,0-1 0,0 1 0,0-1 0,0 1 0,0-1 0,0 1 0,0-1 0,0 1 0,-1-1 0,1 1 0,0-1 0,-1 1 0,0-1 0,1 0 0,-1 1 0,0 0 0,-2 2 0,1-1 0,-1 0 0,0 0 0,0-1 0,0 1 0,0-1 0,0 1 0,-6 2 0,-36 18 0,0-3 0,-78 25 0,19-9 0,-407 143 0,-435 168 0,813-283 0,-157 100 0,127-46 0,62-42 0,33-28 0,-208 153 0,215-157-1365,8-9-5461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24575,'35'0'0,"0"2"0,-1 1 0,1 1 0,35 10 0,352 66 0,-317-68 0,0-5 0,127-7 0,-1-14 86,613-25-929,483 34 874,-763 6-670,-486-1-6187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9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24575,'0'5085'-1365,"0"-5030"-5461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8635 0 24575,'-29'1'0,"0"1"0,1 1 0,0 1 0,-43 13 0,-111 40 0,-78 57-596,-108 68-1788,-122 77 1130,-102 70-1381,-82 47 1262,-1651 847-4440,910-491 5181,814-411 536,99-49-289,120-56 500,102-53 731,179-103 814,-106 85-1,136-83 1038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24575,'0'0'0,"0"0"0,0 0 0,0 0 0,0 0 0,0 0 0,0 0 0,0-1 0,0 1 0,0 0 0,0 0 0,0 0 0,0 0 0,0 0 0,0-1 0,1 1 0,-1 0 0,0 0 0,0 0 0,0 0 0,0 0 0,0 0 0,0 0 0,0-1 0,0 1 0,0 0 0,0 0 0,0 0 0,1 0 0,-1 0 0,0 0 0,0 0 0,0 0 0,0 0 0,0 0 0,0 0 0,0 0 0,1 0 0,-1 0 0,0 0 0,0-1 0,0 1 0,0 0 0,0 0 0,0 0 0,1 0 0,-1 1 0,0-1 0,0 0 0,10 5 0,15 22 0,50 65 0,68 80 0,111 86-786,135 78-2361,151 67 1642,134 44-1366,487 260 226,11-29 380,-478-285 669,-104-66 1173,-111-63 326,-112-57 381,-106-52 947,-229-136-1139,223 138 3311,-187-110-1269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1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3534924"/>
            <a:ext cx="21419979" cy="7519835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1344752"/>
            <a:ext cx="18899981" cy="5214884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87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0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5384888"/>
            <a:ext cx="21734978" cy="8984801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4454688"/>
            <a:ext cx="21734978" cy="472489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5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5749874"/>
            <a:ext cx="10709989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5749874"/>
            <a:ext cx="10709989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6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149979"/>
            <a:ext cx="21734978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5294885"/>
            <a:ext cx="10660769" cy="2594941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7889827"/>
            <a:ext cx="10660769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5294885"/>
            <a:ext cx="10713272" cy="2594941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7889827"/>
            <a:ext cx="10713272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0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43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439968"/>
            <a:ext cx="8127648" cy="503988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3109937"/>
            <a:ext cx="12757487" cy="15349662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6479857"/>
            <a:ext cx="8127648" cy="12004738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45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439968"/>
            <a:ext cx="8127648" cy="503988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3109937"/>
            <a:ext cx="12757487" cy="15349662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6479857"/>
            <a:ext cx="8127648" cy="12004738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20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8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149975"/>
            <a:ext cx="5433745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149975"/>
            <a:ext cx="15986234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149979"/>
            <a:ext cx="21734978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5749874"/>
            <a:ext cx="21734978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20019564"/>
            <a:ext cx="566999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DAF4F-C1BD-463E-A620-2ACE1AD686A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20019564"/>
            <a:ext cx="850499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20019564"/>
            <a:ext cx="566999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8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519995" rtl="0" eaLnBrk="1" latinLnBrk="1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1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81.xml"/><Relationship Id="rId324" Type="http://schemas.openxmlformats.org/officeDocument/2006/relationships/customXml" Target="../ink/ink166.xml"/><Relationship Id="rId366" Type="http://schemas.openxmlformats.org/officeDocument/2006/relationships/customXml" Target="../ink/ink187.xml"/><Relationship Id="rId170" Type="http://schemas.openxmlformats.org/officeDocument/2006/relationships/customXml" Target="../ink/ink87.xml"/><Relationship Id="rId226" Type="http://schemas.openxmlformats.org/officeDocument/2006/relationships/customXml" Target="../ink/ink116.xml"/><Relationship Id="rId433" Type="http://schemas.openxmlformats.org/officeDocument/2006/relationships/customXml" Target="../ink/ink222.xml"/><Relationship Id="rId268" Type="http://schemas.openxmlformats.org/officeDocument/2006/relationships/image" Target="../media/image130.png"/><Relationship Id="rId475" Type="http://schemas.openxmlformats.org/officeDocument/2006/relationships/customXml" Target="../ink/ink244.xml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customXml" Target="../ink/ink65.xml"/><Relationship Id="rId335" Type="http://schemas.openxmlformats.org/officeDocument/2006/relationships/image" Target="../media/image163.png"/><Relationship Id="rId377" Type="http://schemas.openxmlformats.org/officeDocument/2006/relationships/image" Target="../media/image184.png"/><Relationship Id="rId500" Type="http://schemas.openxmlformats.org/officeDocument/2006/relationships/customXml" Target="../ink/ink257.xml"/><Relationship Id="rId5" Type="http://schemas.openxmlformats.org/officeDocument/2006/relationships/customXml" Target="../ink/ink2.xml"/><Relationship Id="rId181" Type="http://schemas.openxmlformats.org/officeDocument/2006/relationships/image" Target="../media/image88.png"/><Relationship Id="rId237" Type="http://schemas.openxmlformats.org/officeDocument/2006/relationships/customXml" Target="../ink/ink122.xml"/><Relationship Id="rId402" Type="http://schemas.openxmlformats.org/officeDocument/2006/relationships/customXml" Target="../ink/ink206.xml"/><Relationship Id="rId279" Type="http://schemas.openxmlformats.org/officeDocument/2006/relationships/customXml" Target="../ink/ink143.xml"/><Relationship Id="rId444" Type="http://schemas.openxmlformats.org/officeDocument/2006/relationships/image" Target="../media/image216.png"/><Relationship Id="rId486" Type="http://schemas.openxmlformats.org/officeDocument/2006/relationships/customXml" Target="../ink/ink250.xml"/><Relationship Id="rId43" Type="http://schemas.openxmlformats.org/officeDocument/2006/relationships/customXml" Target="../ink/ink21.xml"/><Relationship Id="rId139" Type="http://schemas.openxmlformats.org/officeDocument/2006/relationships/customXml" Target="../ink/ink71.xml"/><Relationship Id="rId290" Type="http://schemas.openxmlformats.org/officeDocument/2006/relationships/image" Target="../media/image141.png"/><Relationship Id="rId304" Type="http://schemas.openxmlformats.org/officeDocument/2006/relationships/image" Target="../media/image148.png"/><Relationship Id="rId346" Type="http://schemas.openxmlformats.org/officeDocument/2006/relationships/customXml" Target="../ink/ink177.xml"/><Relationship Id="rId388" Type="http://schemas.openxmlformats.org/officeDocument/2006/relationships/image" Target="../media/image189.png"/><Relationship Id="rId511" Type="http://schemas.openxmlformats.org/officeDocument/2006/relationships/image" Target="../media/image248.png"/><Relationship Id="rId85" Type="http://schemas.openxmlformats.org/officeDocument/2006/relationships/image" Target="../media/image42.png"/><Relationship Id="rId150" Type="http://schemas.openxmlformats.org/officeDocument/2006/relationships/image" Target="../media/image73.png"/><Relationship Id="rId192" Type="http://schemas.openxmlformats.org/officeDocument/2006/relationships/image" Target="../media/image93.png"/><Relationship Id="rId206" Type="http://schemas.openxmlformats.org/officeDocument/2006/relationships/image" Target="../media/image100.png"/><Relationship Id="rId413" Type="http://schemas.openxmlformats.org/officeDocument/2006/relationships/image" Target="../media/image201.png"/><Relationship Id="rId248" Type="http://schemas.openxmlformats.org/officeDocument/2006/relationships/image" Target="../media/image120.png"/><Relationship Id="rId455" Type="http://schemas.openxmlformats.org/officeDocument/2006/relationships/customXml" Target="../ink/ink233.xml"/><Relationship Id="rId497" Type="http://schemas.openxmlformats.org/officeDocument/2006/relationships/image" Target="../media/image241.png"/><Relationship Id="rId12" Type="http://schemas.openxmlformats.org/officeDocument/2006/relationships/image" Target="../media/image6.png"/><Relationship Id="rId108" Type="http://schemas.openxmlformats.org/officeDocument/2006/relationships/customXml" Target="../ink/ink54.xml"/><Relationship Id="rId315" Type="http://schemas.openxmlformats.org/officeDocument/2006/relationships/customXml" Target="../ink/ink161.xml"/><Relationship Id="rId357" Type="http://schemas.openxmlformats.org/officeDocument/2006/relationships/image" Target="../media/image174.png"/><Relationship Id="rId54" Type="http://schemas.openxmlformats.org/officeDocument/2006/relationships/image" Target="../media/image27.png"/><Relationship Id="rId96" Type="http://schemas.openxmlformats.org/officeDocument/2006/relationships/customXml" Target="../ink/ink48.xml"/><Relationship Id="rId161" Type="http://schemas.openxmlformats.org/officeDocument/2006/relationships/image" Target="../media/image78.png"/><Relationship Id="rId217" Type="http://schemas.openxmlformats.org/officeDocument/2006/relationships/image" Target="../media/image105.png"/><Relationship Id="rId399" Type="http://schemas.openxmlformats.org/officeDocument/2006/relationships/customXml" Target="../ink/ink204.xml"/><Relationship Id="rId259" Type="http://schemas.openxmlformats.org/officeDocument/2006/relationships/customXml" Target="../ink/ink133.xml"/><Relationship Id="rId424" Type="http://schemas.openxmlformats.org/officeDocument/2006/relationships/image" Target="../media/image206.png"/><Relationship Id="rId466" Type="http://schemas.openxmlformats.org/officeDocument/2006/relationships/customXml" Target="../ink/ink239.xml"/><Relationship Id="rId23" Type="http://schemas.openxmlformats.org/officeDocument/2006/relationships/customXml" Target="../ink/ink11.xml"/><Relationship Id="rId119" Type="http://schemas.openxmlformats.org/officeDocument/2006/relationships/customXml" Target="../ink/ink60.xml"/><Relationship Id="rId270" Type="http://schemas.openxmlformats.org/officeDocument/2006/relationships/image" Target="../media/image131.png"/><Relationship Id="rId326" Type="http://schemas.openxmlformats.org/officeDocument/2006/relationships/customXml" Target="../ink/ink167.xml"/><Relationship Id="rId65" Type="http://schemas.openxmlformats.org/officeDocument/2006/relationships/customXml" Target="../ink/ink32.xml"/><Relationship Id="rId130" Type="http://schemas.openxmlformats.org/officeDocument/2006/relationships/customXml" Target="../ink/ink66.xml"/><Relationship Id="rId368" Type="http://schemas.openxmlformats.org/officeDocument/2006/relationships/customXml" Target="../ink/ink188.xml"/><Relationship Id="rId172" Type="http://schemas.openxmlformats.org/officeDocument/2006/relationships/customXml" Target="../ink/ink88.xml"/><Relationship Id="rId228" Type="http://schemas.openxmlformats.org/officeDocument/2006/relationships/customXml" Target="../ink/ink117.xml"/><Relationship Id="rId435" Type="http://schemas.openxmlformats.org/officeDocument/2006/relationships/customXml" Target="../ink/ink223.xml"/><Relationship Id="rId477" Type="http://schemas.openxmlformats.org/officeDocument/2006/relationships/customXml" Target="../ink/ink245.xml"/><Relationship Id="rId281" Type="http://schemas.openxmlformats.org/officeDocument/2006/relationships/customXml" Target="../ink/ink144.xml"/><Relationship Id="rId337" Type="http://schemas.openxmlformats.org/officeDocument/2006/relationships/image" Target="../media/image164.png"/><Relationship Id="rId502" Type="http://schemas.openxmlformats.org/officeDocument/2006/relationships/customXml" Target="../ink/ink258.xml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2.xml"/><Relationship Id="rId379" Type="http://schemas.openxmlformats.org/officeDocument/2006/relationships/image" Target="../media/image185.png"/><Relationship Id="rId7" Type="http://schemas.openxmlformats.org/officeDocument/2006/relationships/customXml" Target="../ink/ink3.xml"/><Relationship Id="rId183" Type="http://schemas.openxmlformats.org/officeDocument/2006/relationships/customXml" Target="../ink/ink94.xml"/><Relationship Id="rId239" Type="http://schemas.openxmlformats.org/officeDocument/2006/relationships/customXml" Target="../ink/ink123.xml"/><Relationship Id="rId390" Type="http://schemas.openxmlformats.org/officeDocument/2006/relationships/image" Target="../media/image190.png"/><Relationship Id="rId404" Type="http://schemas.openxmlformats.org/officeDocument/2006/relationships/customXml" Target="../ink/ink207.xml"/><Relationship Id="rId446" Type="http://schemas.openxmlformats.org/officeDocument/2006/relationships/image" Target="../media/image217.png"/><Relationship Id="rId250" Type="http://schemas.openxmlformats.org/officeDocument/2006/relationships/image" Target="../media/image121.png"/><Relationship Id="rId292" Type="http://schemas.openxmlformats.org/officeDocument/2006/relationships/image" Target="../media/image142.png"/><Relationship Id="rId306" Type="http://schemas.openxmlformats.org/officeDocument/2006/relationships/image" Target="../media/image149.png"/><Relationship Id="rId488" Type="http://schemas.openxmlformats.org/officeDocument/2006/relationships/customXml" Target="../ink/ink251.xml"/><Relationship Id="rId45" Type="http://schemas.openxmlformats.org/officeDocument/2006/relationships/customXml" Target="../ink/ink22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8.xml"/><Relationship Id="rId513" Type="http://schemas.openxmlformats.org/officeDocument/2006/relationships/image" Target="../media/image249.png"/><Relationship Id="rId152" Type="http://schemas.openxmlformats.org/officeDocument/2006/relationships/image" Target="../media/image74.png"/><Relationship Id="rId194" Type="http://schemas.openxmlformats.org/officeDocument/2006/relationships/image" Target="../media/image94.png"/><Relationship Id="rId208" Type="http://schemas.openxmlformats.org/officeDocument/2006/relationships/customXml" Target="../ink/ink107.xml"/><Relationship Id="rId415" Type="http://schemas.openxmlformats.org/officeDocument/2006/relationships/image" Target="../media/image202.png"/><Relationship Id="rId457" Type="http://schemas.openxmlformats.org/officeDocument/2006/relationships/image" Target="../media/image222.png"/><Relationship Id="rId261" Type="http://schemas.openxmlformats.org/officeDocument/2006/relationships/customXml" Target="../ink/ink134.xml"/><Relationship Id="rId499" Type="http://schemas.openxmlformats.org/officeDocument/2006/relationships/image" Target="../media/image242.png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image" Target="../media/image154.png"/><Relationship Id="rId359" Type="http://schemas.openxmlformats.org/officeDocument/2006/relationships/image" Target="../media/image175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image" Target="../media/image79.png"/><Relationship Id="rId219" Type="http://schemas.openxmlformats.org/officeDocument/2006/relationships/image" Target="../media/image106.png"/><Relationship Id="rId370" Type="http://schemas.openxmlformats.org/officeDocument/2006/relationships/customXml" Target="../ink/ink189.xml"/><Relationship Id="rId426" Type="http://schemas.openxmlformats.org/officeDocument/2006/relationships/image" Target="../media/image207.png"/><Relationship Id="rId230" Type="http://schemas.openxmlformats.org/officeDocument/2006/relationships/customXml" Target="../ink/ink118.xml"/><Relationship Id="rId468" Type="http://schemas.openxmlformats.org/officeDocument/2006/relationships/customXml" Target="../ink/ink240.xml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2.png"/><Relationship Id="rId328" Type="http://schemas.openxmlformats.org/officeDocument/2006/relationships/customXml" Target="../ink/ink168.xml"/><Relationship Id="rId132" Type="http://schemas.openxmlformats.org/officeDocument/2006/relationships/image" Target="../media/image64.png"/><Relationship Id="rId174" Type="http://schemas.openxmlformats.org/officeDocument/2006/relationships/customXml" Target="../ink/ink89.xml"/><Relationship Id="rId381" Type="http://schemas.openxmlformats.org/officeDocument/2006/relationships/customXml" Target="../ink/ink195.xml"/><Relationship Id="rId241" Type="http://schemas.openxmlformats.org/officeDocument/2006/relationships/customXml" Target="../ink/ink124.xml"/><Relationship Id="rId437" Type="http://schemas.openxmlformats.org/officeDocument/2006/relationships/customXml" Target="../ink/ink224.xml"/><Relationship Id="rId479" Type="http://schemas.openxmlformats.org/officeDocument/2006/relationships/customXml" Target="../ink/ink246.xml"/><Relationship Id="rId36" Type="http://schemas.openxmlformats.org/officeDocument/2006/relationships/image" Target="../media/image18.png"/><Relationship Id="rId283" Type="http://schemas.openxmlformats.org/officeDocument/2006/relationships/customXml" Target="../ink/ink145.xml"/><Relationship Id="rId339" Type="http://schemas.openxmlformats.org/officeDocument/2006/relationships/image" Target="../media/image165.png"/><Relationship Id="rId490" Type="http://schemas.openxmlformats.org/officeDocument/2006/relationships/customXml" Target="../ink/ink252.xml"/><Relationship Id="rId504" Type="http://schemas.openxmlformats.org/officeDocument/2006/relationships/customXml" Target="../ink/ink259.xml"/><Relationship Id="rId78" Type="http://schemas.openxmlformats.org/officeDocument/2006/relationships/image" Target="../media/image39.png"/><Relationship Id="rId101" Type="http://schemas.openxmlformats.org/officeDocument/2006/relationships/image" Target="../media/image50.png"/><Relationship Id="rId143" Type="http://schemas.openxmlformats.org/officeDocument/2006/relationships/customXml" Target="../ink/ink73.xml"/><Relationship Id="rId185" Type="http://schemas.openxmlformats.org/officeDocument/2006/relationships/customXml" Target="../ink/ink95.xml"/><Relationship Id="rId350" Type="http://schemas.openxmlformats.org/officeDocument/2006/relationships/customXml" Target="../ink/ink179.xml"/><Relationship Id="rId406" Type="http://schemas.openxmlformats.org/officeDocument/2006/relationships/customXml" Target="../ink/ink208.xml"/><Relationship Id="rId9" Type="http://schemas.openxmlformats.org/officeDocument/2006/relationships/customXml" Target="../ink/ink4.xml"/><Relationship Id="rId210" Type="http://schemas.openxmlformats.org/officeDocument/2006/relationships/customXml" Target="../ink/ink108.xml"/><Relationship Id="rId392" Type="http://schemas.openxmlformats.org/officeDocument/2006/relationships/image" Target="../media/image191.png"/><Relationship Id="rId448" Type="http://schemas.openxmlformats.org/officeDocument/2006/relationships/image" Target="../media/image218.png"/><Relationship Id="rId252" Type="http://schemas.openxmlformats.org/officeDocument/2006/relationships/image" Target="../media/image122.png"/><Relationship Id="rId294" Type="http://schemas.openxmlformats.org/officeDocument/2006/relationships/image" Target="../media/image143.png"/><Relationship Id="rId308" Type="http://schemas.openxmlformats.org/officeDocument/2006/relationships/image" Target="../media/image150.png"/><Relationship Id="rId515" Type="http://schemas.openxmlformats.org/officeDocument/2006/relationships/image" Target="../media/image250.png"/><Relationship Id="rId47" Type="http://schemas.openxmlformats.org/officeDocument/2006/relationships/customXml" Target="../ink/ink23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54" Type="http://schemas.openxmlformats.org/officeDocument/2006/relationships/image" Target="../media/image75.png"/><Relationship Id="rId361" Type="http://schemas.openxmlformats.org/officeDocument/2006/relationships/image" Target="../media/image176.png"/><Relationship Id="rId196" Type="http://schemas.openxmlformats.org/officeDocument/2006/relationships/image" Target="../media/image95.png"/><Relationship Id="rId417" Type="http://schemas.openxmlformats.org/officeDocument/2006/relationships/image" Target="../media/image203.png"/><Relationship Id="rId459" Type="http://schemas.openxmlformats.org/officeDocument/2006/relationships/image" Target="../media/image223.png"/><Relationship Id="rId16" Type="http://schemas.openxmlformats.org/officeDocument/2006/relationships/image" Target="../media/image8.png"/><Relationship Id="rId221" Type="http://schemas.openxmlformats.org/officeDocument/2006/relationships/image" Target="../media/image107.png"/><Relationship Id="rId263" Type="http://schemas.openxmlformats.org/officeDocument/2006/relationships/customXml" Target="../ink/ink135.xml"/><Relationship Id="rId319" Type="http://schemas.openxmlformats.org/officeDocument/2006/relationships/image" Target="../media/image155.png"/><Relationship Id="rId470" Type="http://schemas.openxmlformats.org/officeDocument/2006/relationships/customXml" Target="../ink/ink241.xml"/><Relationship Id="rId58" Type="http://schemas.openxmlformats.org/officeDocument/2006/relationships/image" Target="../media/image29.png"/><Relationship Id="rId123" Type="http://schemas.openxmlformats.org/officeDocument/2006/relationships/customXml" Target="../ink/ink62.xml"/><Relationship Id="rId330" Type="http://schemas.openxmlformats.org/officeDocument/2006/relationships/customXml" Target="../ink/ink169.xml"/><Relationship Id="rId165" Type="http://schemas.openxmlformats.org/officeDocument/2006/relationships/image" Target="../media/image80.png"/><Relationship Id="rId372" Type="http://schemas.openxmlformats.org/officeDocument/2006/relationships/customXml" Target="../ink/ink190.xml"/><Relationship Id="rId428" Type="http://schemas.openxmlformats.org/officeDocument/2006/relationships/image" Target="../media/image208.png"/><Relationship Id="rId232" Type="http://schemas.openxmlformats.org/officeDocument/2006/relationships/customXml" Target="../ink/ink119.xml"/><Relationship Id="rId274" Type="http://schemas.openxmlformats.org/officeDocument/2006/relationships/image" Target="../media/image133.png"/><Relationship Id="rId481" Type="http://schemas.openxmlformats.org/officeDocument/2006/relationships/image" Target="../media/image233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65.png"/><Relationship Id="rId80" Type="http://schemas.openxmlformats.org/officeDocument/2006/relationships/image" Target="../media/image40.png"/><Relationship Id="rId176" Type="http://schemas.openxmlformats.org/officeDocument/2006/relationships/customXml" Target="../ink/ink90.xml"/><Relationship Id="rId341" Type="http://schemas.openxmlformats.org/officeDocument/2006/relationships/image" Target="../media/image166.png"/><Relationship Id="rId383" Type="http://schemas.openxmlformats.org/officeDocument/2006/relationships/customXml" Target="../ink/ink196.xml"/><Relationship Id="rId439" Type="http://schemas.openxmlformats.org/officeDocument/2006/relationships/customXml" Target="../ink/ink225.xml"/><Relationship Id="rId201" Type="http://schemas.openxmlformats.org/officeDocument/2006/relationships/customXml" Target="../ink/ink103.xml"/><Relationship Id="rId243" Type="http://schemas.openxmlformats.org/officeDocument/2006/relationships/customXml" Target="../ink/ink125.xml"/><Relationship Id="rId285" Type="http://schemas.openxmlformats.org/officeDocument/2006/relationships/customXml" Target="../ink/ink146.xml"/><Relationship Id="rId450" Type="http://schemas.openxmlformats.org/officeDocument/2006/relationships/image" Target="../media/image219.png"/><Relationship Id="rId506" Type="http://schemas.openxmlformats.org/officeDocument/2006/relationships/customXml" Target="../ink/ink260.xml"/><Relationship Id="rId38" Type="http://schemas.openxmlformats.org/officeDocument/2006/relationships/image" Target="../media/image19.png"/><Relationship Id="rId103" Type="http://schemas.openxmlformats.org/officeDocument/2006/relationships/image" Target="../media/image51.png"/><Relationship Id="rId310" Type="http://schemas.openxmlformats.org/officeDocument/2006/relationships/image" Target="../media/image151.png"/><Relationship Id="rId492" Type="http://schemas.openxmlformats.org/officeDocument/2006/relationships/customXml" Target="../ink/ink253.xml"/><Relationship Id="rId91" Type="http://schemas.openxmlformats.org/officeDocument/2006/relationships/image" Target="../media/image45.png"/><Relationship Id="rId145" Type="http://schemas.openxmlformats.org/officeDocument/2006/relationships/customXml" Target="../ink/ink74.xml"/><Relationship Id="rId187" Type="http://schemas.openxmlformats.org/officeDocument/2006/relationships/customXml" Target="../ink/ink96.xml"/><Relationship Id="rId352" Type="http://schemas.openxmlformats.org/officeDocument/2006/relationships/customXml" Target="../ink/ink180.xml"/><Relationship Id="rId394" Type="http://schemas.openxmlformats.org/officeDocument/2006/relationships/image" Target="../media/image192.png"/><Relationship Id="rId408" Type="http://schemas.openxmlformats.org/officeDocument/2006/relationships/customXml" Target="../ink/ink209.xml"/><Relationship Id="rId212" Type="http://schemas.openxmlformats.org/officeDocument/2006/relationships/customXml" Target="../ink/ink109.xml"/><Relationship Id="rId254" Type="http://schemas.openxmlformats.org/officeDocument/2006/relationships/image" Target="../media/image12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296" Type="http://schemas.openxmlformats.org/officeDocument/2006/relationships/image" Target="../media/image144.png"/><Relationship Id="rId461" Type="http://schemas.openxmlformats.org/officeDocument/2006/relationships/image" Target="../media/image224.png"/><Relationship Id="rId60" Type="http://schemas.openxmlformats.org/officeDocument/2006/relationships/image" Target="../media/image30.png"/><Relationship Id="rId156" Type="http://schemas.openxmlformats.org/officeDocument/2006/relationships/image" Target="../media/image76.png"/><Relationship Id="rId198" Type="http://schemas.openxmlformats.org/officeDocument/2006/relationships/image" Target="../media/image96.png"/><Relationship Id="rId321" Type="http://schemas.openxmlformats.org/officeDocument/2006/relationships/image" Target="../media/image156.png"/><Relationship Id="rId363" Type="http://schemas.openxmlformats.org/officeDocument/2006/relationships/image" Target="../media/image177.png"/><Relationship Id="rId419" Type="http://schemas.openxmlformats.org/officeDocument/2006/relationships/image" Target="../media/image204.png"/><Relationship Id="rId223" Type="http://schemas.openxmlformats.org/officeDocument/2006/relationships/image" Target="../media/image108.png"/><Relationship Id="rId430" Type="http://schemas.openxmlformats.org/officeDocument/2006/relationships/image" Target="../media/image209.png"/><Relationship Id="rId18" Type="http://schemas.openxmlformats.org/officeDocument/2006/relationships/image" Target="../media/image9.png"/><Relationship Id="rId265" Type="http://schemas.openxmlformats.org/officeDocument/2006/relationships/customXml" Target="../ink/ink136.xml"/><Relationship Id="rId472" Type="http://schemas.openxmlformats.org/officeDocument/2006/relationships/customXml" Target="../ink/ink242.xml"/><Relationship Id="rId125" Type="http://schemas.openxmlformats.org/officeDocument/2006/relationships/image" Target="../media/image61.png"/><Relationship Id="rId167" Type="http://schemas.openxmlformats.org/officeDocument/2006/relationships/image" Target="../media/image81.png"/><Relationship Id="rId332" Type="http://schemas.openxmlformats.org/officeDocument/2006/relationships/customXml" Target="../ink/ink170.xml"/><Relationship Id="rId374" Type="http://schemas.openxmlformats.org/officeDocument/2006/relationships/customXml" Target="../ink/ink191.xml"/><Relationship Id="rId71" Type="http://schemas.openxmlformats.org/officeDocument/2006/relationships/customXml" Target="../ink/ink35.xml"/><Relationship Id="rId234" Type="http://schemas.openxmlformats.org/officeDocument/2006/relationships/customXml" Target="../ink/ink120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76" Type="http://schemas.openxmlformats.org/officeDocument/2006/relationships/image" Target="../media/image134.png"/><Relationship Id="rId441" Type="http://schemas.openxmlformats.org/officeDocument/2006/relationships/customXml" Target="../ink/ink226.xml"/><Relationship Id="rId483" Type="http://schemas.openxmlformats.org/officeDocument/2006/relationships/image" Target="../media/image234.png"/><Relationship Id="rId40" Type="http://schemas.openxmlformats.org/officeDocument/2006/relationships/image" Target="../media/image20.png"/><Relationship Id="rId136" Type="http://schemas.openxmlformats.org/officeDocument/2006/relationships/image" Target="../media/image66.png"/><Relationship Id="rId178" Type="http://schemas.openxmlformats.org/officeDocument/2006/relationships/customXml" Target="../ink/ink91.xml"/><Relationship Id="rId301" Type="http://schemas.openxmlformats.org/officeDocument/2006/relationships/customXml" Target="../ink/ink154.xml"/><Relationship Id="rId343" Type="http://schemas.openxmlformats.org/officeDocument/2006/relationships/image" Target="../media/image167.png"/><Relationship Id="rId82" Type="http://schemas.openxmlformats.org/officeDocument/2006/relationships/customXml" Target="../ink/ink41.xml"/><Relationship Id="rId203" Type="http://schemas.openxmlformats.org/officeDocument/2006/relationships/customXml" Target="../ink/ink104.xml"/><Relationship Id="rId385" Type="http://schemas.openxmlformats.org/officeDocument/2006/relationships/customXml" Target="../ink/ink197.xml"/><Relationship Id="rId245" Type="http://schemas.openxmlformats.org/officeDocument/2006/relationships/customXml" Target="../ink/ink126.xml"/><Relationship Id="rId287" Type="http://schemas.openxmlformats.org/officeDocument/2006/relationships/customXml" Target="../ink/ink147.xml"/><Relationship Id="rId410" Type="http://schemas.openxmlformats.org/officeDocument/2006/relationships/customXml" Target="../ink/ink210.xml"/><Relationship Id="rId452" Type="http://schemas.openxmlformats.org/officeDocument/2006/relationships/image" Target="../media/image220.png"/><Relationship Id="rId494" Type="http://schemas.openxmlformats.org/officeDocument/2006/relationships/customXml" Target="../ink/ink254.xml"/><Relationship Id="rId508" Type="http://schemas.openxmlformats.org/officeDocument/2006/relationships/customXml" Target="../ink/ink261.xml"/><Relationship Id="rId105" Type="http://schemas.openxmlformats.org/officeDocument/2006/relationships/image" Target="../media/image52.png"/><Relationship Id="rId147" Type="http://schemas.openxmlformats.org/officeDocument/2006/relationships/customXml" Target="../ink/ink75.xml"/><Relationship Id="rId312" Type="http://schemas.openxmlformats.org/officeDocument/2006/relationships/image" Target="../media/image152.png"/><Relationship Id="rId354" Type="http://schemas.openxmlformats.org/officeDocument/2006/relationships/customXml" Target="../ink/ink181.xml"/><Relationship Id="rId51" Type="http://schemas.openxmlformats.org/officeDocument/2006/relationships/customXml" Target="../ink/ink25.xml"/><Relationship Id="rId93" Type="http://schemas.openxmlformats.org/officeDocument/2006/relationships/image" Target="../media/image46.png"/><Relationship Id="rId189" Type="http://schemas.openxmlformats.org/officeDocument/2006/relationships/customXml" Target="../ink/ink97.xml"/><Relationship Id="rId396" Type="http://schemas.openxmlformats.org/officeDocument/2006/relationships/image" Target="../media/image193.png"/><Relationship Id="rId214" Type="http://schemas.openxmlformats.org/officeDocument/2006/relationships/customXml" Target="../ink/ink110.xml"/><Relationship Id="rId256" Type="http://schemas.openxmlformats.org/officeDocument/2006/relationships/image" Target="../media/image124.png"/><Relationship Id="rId298" Type="http://schemas.openxmlformats.org/officeDocument/2006/relationships/image" Target="../media/image145.png"/><Relationship Id="rId421" Type="http://schemas.openxmlformats.org/officeDocument/2006/relationships/image" Target="../media/image205.png"/><Relationship Id="rId463" Type="http://schemas.openxmlformats.org/officeDocument/2006/relationships/image" Target="../media/image225.png"/><Relationship Id="rId116" Type="http://schemas.openxmlformats.org/officeDocument/2006/relationships/image" Target="../media/image57.png"/><Relationship Id="rId158" Type="http://schemas.openxmlformats.org/officeDocument/2006/relationships/image" Target="../media/image77.png"/><Relationship Id="rId323" Type="http://schemas.openxmlformats.org/officeDocument/2006/relationships/image" Target="../media/image157.png"/><Relationship Id="rId20" Type="http://schemas.openxmlformats.org/officeDocument/2006/relationships/image" Target="../media/image10.png"/><Relationship Id="rId62" Type="http://schemas.openxmlformats.org/officeDocument/2006/relationships/image" Target="../media/image31.png"/><Relationship Id="rId365" Type="http://schemas.openxmlformats.org/officeDocument/2006/relationships/image" Target="../media/image178.png"/><Relationship Id="rId225" Type="http://schemas.openxmlformats.org/officeDocument/2006/relationships/image" Target="../media/image109.png"/><Relationship Id="rId267" Type="http://schemas.openxmlformats.org/officeDocument/2006/relationships/customXml" Target="../ink/ink137.xml"/><Relationship Id="rId432" Type="http://schemas.openxmlformats.org/officeDocument/2006/relationships/image" Target="../media/image210.png"/><Relationship Id="rId474" Type="http://schemas.openxmlformats.org/officeDocument/2006/relationships/image" Target="../media/image230.png"/><Relationship Id="rId127" Type="http://schemas.openxmlformats.org/officeDocument/2006/relationships/image" Target="../media/image62.png"/><Relationship Id="rId31" Type="http://schemas.openxmlformats.org/officeDocument/2006/relationships/customXml" Target="../ink/ink15.xml"/><Relationship Id="rId73" Type="http://schemas.openxmlformats.org/officeDocument/2006/relationships/customXml" Target="../ink/ink36.xml"/><Relationship Id="rId169" Type="http://schemas.openxmlformats.org/officeDocument/2006/relationships/image" Target="../media/image82.png"/><Relationship Id="rId334" Type="http://schemas.openxmlformats.org/officeDocument/2006/relationships/customXml" Target="../ink/ink171.xml"/><Relationship Id="rId376" Type="http://schemas.openxmlformats.org/officeDocument/2006/relationships/customXml" Target="../ink/ink192.xml"/><Relationship Id="rId4" Type="http://schemas.openxmlformats.org/officeDocument/2006/relationships/image" Target="../media/image2.png"/><Relationship Id="rId180" Type="http://schemas.openxmlformats.org/officeDocument/2006/relationships/customXml" Target="../ink/ink92.xml"/><Relationship Id="rId236" Type="http://schemas.openxmlformats.org/officeDocument/2006/relationships/customXml" Target="../ink/ink121.xml"/><Relationship Id="rId278" Type="http://schemas.openxmlformats.org/officeDocument/2006/relationships/image" Target="../media/image135.png"/><Relationship Id="rId401" Type="http://schemas.openxmlformats.org/officeDocument/2006/relationships/image" Target="../media/image195.png"/><Relationship Id="rId443" Type="http://schemas.openxmlformats.org/officeDocument/2006/relationships/customXml" Target="../ink/ink227.xml"/><Relationship Id="rId303" Type="http://schemas.openxmlformats.org/officeDocument/2006/relationships/customXml" Target="../ink/ink155.xml"/><Relationship Id="rId485" Type="http://schemas.openxmlformats.org/officeDocument/2006/relationships/image" Target="../media/image235.png"/><Relationship Id="rId42" Type="http://schemas.openxmlformats.org/officeDocument/2006/relationships/image" Target="../media/image21.png"/><Relationship Id="rId84" Type="http://schemas.openxmlformats.org/officeDocument/2006/relationships/customXml" Target="../ink/ink42.xml"/><Relationship Id="rId138" Type="http://schemas.openxmlformats.org/officeDocument/2006/relationships/image" Target="../media/image67.png"/><Relationship Id="rId345" Type="http://schemas.openxmlformats.org/officeDocument/2006/relationships/image" Target="../media/image168.png"/><Relationship Id="rId387" Type="http://schemas.openxmlformats.org/officeDocument/2006/relationships/customXml" Target="../ink/ink198.xml"/><Relationship Id="rId510" Type="http://schemas.openxmlformats.org/officeDocument/2006/relationships/customXml" Target="../ink/ink262.xml"/><Relationship Id="rId191" Type="http://schemas.openxmlformats.org/officeDocument/2006/relationships/customXml" Target="../ink/ink98.xml"/><Relationship Id="rId205" Type="http://schemas.openxmlformats.org/officeDocument/2006/relationships/customXml" Target="../ink/ink105.xml"/><Relationship Id="rId247" Type="http://schemas.openxmlformats.org/officeDocument/2006/relationships/customXml" Target="../ink/ink127.xml"/><Relationship Id="rId412" Type="http://schemas.openxmlformats.org/officeDocument/2006/relationships/customXml" Target="../ink/ink211.xml"/><Relationship Id="rId107" Type="http://schemas.openxmlformats.org/officeDocument/2006/relationships/image" Target="../media/image53.png"/><Relationship Id="rId289" Type="http://schemas.openxmlformats.org/officeDocument/2006/relationships/customXml" Target="../ink/ink148.xml"/><Relationship Id="rId454" Type="http://schemas.openxmlformats.org/officeDocument/2006/relationships/image" Target="../media/image221.png"/><Relationship Id="rId496" Type="http://schemas.openxmlformats.org/officeDocument/2006/relationships/customXml" Target="../ink/ink255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6.xml"/><Relationship Id="rId314" Type="http://schemas.openxmlformats.org/officeDocument/2006/relationships/image" Target="../media/image153.png"/><Relationship Id="rId356" Type="http://schemas.openxmlformats.org/officeDocument/2006/relationships/customXml" Target="../ink/ink182.xml"/><Relationship Id="rId398" Type="http://schemas.openxmlformats.org/officeDocument/2006/relationships/image" Target="../media/image194.png"/><Relationship Id="rId95" Type="http://schemas.openxmlformats.org/officeDocument/2006/relationships/image" Target="../media/image47.png"/><Relationship Id="rId160" Type="http://schemas.openxmlformats.org/officeDocument/2006/relationships/customXml" Target="../ink/ink82.xml"/><Relationship Id="rId216" Type="http://schemas.openxmlformats.org/officeDocument/2006/relationships/customXml" Target="../ink/ink111.xml"/><Relationship Id="rId423" Type="http://schemas.openxmlformats.org/officeDocument/2006/relationships/customXml" Target="../ink/ink217.xml"/><Relationship Id="rId258" Type="http://schemas.openxmlformats.org/officeDocument/2006/relationships/image" Target="../media/image125.png"/><Relationship Id="rId465" Type="http://schemas.openxmlformats.org/officeDocument/2006/relationships/image" Target="../media/image226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8.png"/><Relationship Id="rId325" Type="http://schemas.openxmlformats.org/officeDocument/2006/relationships/image" Target="../media/image158.png"/><Relationship Id="rId367" Type="http://schemas.openxmlformats.org/officeDocument/2006/relationships/image" Target="../media/image179.png"/><Relationship Id="rId171" Type="http://schemas.openxmlformats.org/officeDocument/2006/relationships/image" Target="../media/image83.png"/><Relationship Id="rId227" Type="http://schemas.openxmlformats.org/officeDocument/2006/relationships/image" Target="../media/image110.png"/><Relationship Id="rId269" Type="http://schemas.openxmlformats.org/officeDocument/2006/relationships/customXml" Target="../ink/ink138.xml"/><Relationship Id="rId434" Type="http://schemas.openxmlformats.org/officeDocument/2006/relationships/image" Target="../media/image211.png"/><Relationship Id="rId476" Type="http://schemas.openxmlformats.org/officeDocument/2006/relationships/image" Target="../media/image231.png"/><Relationship Id="rId33" Type="http://schemas.openxmlformats.org/officeDocument/2006/relationships/customXml" Target="../ink/ink16.xml"/><Relationship Id="rId129" Type="http://schemas.openxmlformats.org/officeDocument/2006/relationships/image" Target="../media/image63.png"/><Relationship Id="rId280" Type="http://schemas.openxmlformats.org/officeDocument/2006/relationships/image" Target="../media/image136.png"/><Relationship Id="rId336" Type="http://schemas.openxmlformats.org/officeDocument/2006/relationships/customXml" Target="../ink/ink172.xml"/><Relationship Id="rId501" Type="http://schemas.openxmlformats.org/officeDocument/2006/relationships/image" Target="../media/image243.png"/><Relationship Id="rId75" Type="http://schemas.openxmlformats.org/officeDocument/2006/relationships/customXml" Target="../ink/ink37.xml"/><Relationship Id="rId140" Type="http://schemas.openxmlformats.org/officeDocument/2006/relationships/image" Target="../media/image68.png"/><Relationship Id="rId182" Type="http://schemas.openxmlformats.org/officeDocument/2006/relationships/customXml" Target="../ink/ink93.xml"/><Relationship Id="rId378" Type="http://schemas.openxmlformats.org/officeDocument/2006/relationships/customXml" Target="../ink/ink193.xml"/><Relationship Id="rId403" Type="http://schemas.openxmlformats.org/officeDocument/2006/relationships/image" Target="../media/image196.png"/><Relationship Id="rId6" Type="http://schemas.openxmlformats.org/officeDocument/2006/relationships/image" Target="../media/image3.png"/><Relationship Id="rId238" Type="http://schemas.openxmlformats.org/officeDocument/2006/relationships/image" Target="../media/image115.png"/><Relationship Id="rId445" Type="http://schemas.openxmlformats.org/officeDocument/2006/relationships/customXml" Target="../ink/ink228.xml"/><Relationship Id="rId487" Type="http://schemas.openxmlformats.org/officeDocument/2006/relationships/image" Target="../media/image236.png"/><Relationship Id="rId291" Type="http://schemas.openxmlformats.org/officeDocument/2006/relationships/customXml" Target="../ink/ink149.xml"/><Relationship Id="rId305" Type="http://schemas.openxmlformats.org/officeDocument/2006/relationships/customXml" Target="../ink/ink156.xml"/><Relationship Id="rId347" Type="http://schemas.openxmlformats.org/officeDocument/2006/relationships/image" Target="../media/image169.png"/><Relationship Id="rId512" Type="http://schemas.openxmlformats.org/officeDocument/2006/relationships/customXml" Target="../ink/ink263.xml"/><Relationship Id="rId44" Type="http://schemas.openxmlformats.org/officeDocument/2006/relationships/image" Target="../media/image22.png"/><Relationship Id="rId86" Type="http://schemas.openxmlformats.org/officeDocument/2006/relationships/customXml" Target="../ink/ink43.xml"/><Relationship Id="rId151" Type="http://schemas.openxmlformats.org/officeDocument/2006/relationships/customXml" Target="../ink/ink77.xml"/><Relationship Id="rId389" Type="http://schemas.openxmlformats.org/officeDocument/2006/relationships/customXml" Target="../ink/ink199.xml"/><Relationship Id="rId193" Type="http://schemas.openxmlformats.org/officeDocument/2006/relationships/customXml" Target="../ink/ink99.xml"/><Relationship Id="rId207" Type="http://schemas.openxmlformats.org/officeDocument/2006/relationships/customXml" Target="../ink/ink106.xml"/><Relationship Id="rId249" Type="http://schemas.openxmlformats.org/officeDocument/2006/relationships/customXml" Target="../ink/ink128.xml"/><Relationship Id="rId414" Type="http://schemas.openxmlformats.org/officeDocument/2006/relationships/customXml" Target="../ink/ink212.xml"/><Relationship Id="rId456" Type="http://schemas.openxmlformats.org/officeDocument/2006/relationships/customXml" Target="../ink/ink234.xml"/><Relationship Id="rId498" Type="http://schemas.openxmlformats.org/officeDocument/2006/relationships/customXml" Target="../ink/ink256.xml"/><Relationship Id="rId13" Type="http://schemas.openxmlformats.org/officeDocument/2006/relationships/customXml" Target="../ink/ink6.xml"/><Relationship Id="rId109" Type="http://schemas.openxmlformats.org/officeDocument/2006/relationships/image" Target="../media/image54.png"/><Relationship Id="rId260" Type="http://schemas.openxmlformats.org/officeDocument/2006/relationships/image" Target="../media/image126.png"/><Relationship Id="rId316" Type="http://schemas.openxmlformats.org/officeDocument/2006/relationships/customXml" Target="../ink/ink162.xml"/><Relationship Id="rId55" Type="http://schemas.openxmlformats.org/officeDocument/2006/relationships/customXml" Target="../ink/ink27.xml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358" Type="http://schemas.openxmlformats.org/officeDocument/2006/relationships/customXml" Target="../ink/ink183.xml"/><Relationship Id="rId162" Type="http://schemas.openxmlformats.org/officeDocument/2006/relationships/customXml" Target="../ink/ink83.xml"/><Relationship Id="rId218" Type="http://schemas.openxmlformats.org/officeDocument/2006/relationships/customXml" Target="../ink/ink112.xml"/><Relationship Id="rId425" Type="http://schemas.openxmlformats.org/officeDocument/2006/relationships/customXml" Target="../ink/ink218.xml"/><Relationship Id="rId467" Type="http://schemas.openxmlformats.org/officeDocument/2006/relationships/image" Target="../media/image227.png"/><Relationship Id="rId271" Type="http://schemas.openxmlformats.org/officeDocument/2006/relationships/customXml" Target="../ink/ink139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7.xml"/><Relationship Id="rId327" Type="http://schemas.openxmlformats.org/officeDocument/2006/relationships/image" Target="../media/image159.png"/><Relationship Id="rId369" Type="http://schemas.openxmlformats.org/officeDocument/2006/relationships/image" Target="../media/image180.png"/><Relationship Id="rId173" Type="http://schemas.openxmlformats.org/officeDocument/2006/relationships/image" Target="../media/image84.png"/><Relationship Id="rId229" Type="http://schemas.openxmlformats.org/officeDocument/2006/relationships/image" Target="../media/image111.png"/><Relationship Id="rId380" Type="http://schemas.openxmlformats.org/officeDocument/2006/relationships/customXml" Target="../ink/ink194.xml"/><Relationship Id="rId436" Type="http://schemas.openxmlformats.org/officeDocument/2006/relationships/image" Target="../media/image212.png"/><Relationship Id="rId240" Type="http://schemas.openxmlformats.org/officeDocument/2006/relationships/image" Target="../media/image116.png"/><Relationship Id="rId478" Type="http://schemas.openxmlformats.org/officeDocument/2006/relationships/image" Target="../media/image232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customXml" Target="../ink/ink50.xml"/><Relationship Id="rId282" Type="http://schemas.openxmlformats.org/officeDocument/2006/relationships/image" Target="../media/image137.png"/><Relationship Id="rId338" Type="http://schemas.openxmlformats.org/officeDocument/2006/relationships/customXml" Target="../ink/ink173.xml"/><Relationship Id="rId503" Type="http://schemas.openxmlformats.org/officeDocument/2006/relationships/image" Target="../media/image244.png"/><Relationship Id="rId8" Type="http://schemas.openxmlformats.org/officeDocument/2006/relationships/image" Target="../media/image4.png"/><Relationship Id="rId142" Type="http://schemas.openxmlformats.org/officeDocument/2006/relationships/image" Target="../media/image69.png"/><Relationship Id="rId184" Type="http://schemas.openxmlformats.org/officeDocument/2006/relationships/image" Target="../media/image89.png"/><Relationship Id="rId391" Type="http://schemas.openxmlformats.org/officeDocument/2006/relationships/customXml" Target="../ink/ink200.xml"/><Relationship Id="rId405" Type="http://schemas.openxmlformats.org/officeDocument/2006/relationships/image" Target="../media/image197.png"/><Relationship Id="rId447" Type="http://schemas.openxmlformats.org/officeDocument/2006/relationships/customXml" Target="../ink/ink229.xml"/><Relationship Id="rId251" Type="http://schemas.openxmlformats.org/officeDocument/2006/relationships/customXml" Target="../ink/ink129.xml"/><Relationship Id="rId489" Type="http://schemas.openxmlformats.org/officeDocument/2006/relationships/image" Target="../media/image237.png"/><Relationship Id="rId46" Type="http://schemas.openxmlformats.org/officeDocument/2006/relationships/image" Target="../media/image23.png"/><Relationship Id="rId293" Type="http://schemas.openxmlformats.org/officeDocument/2006/relationships/customXml" Target="../ink/ink150.xml"/><Relationship Id="rId307" Type="http://schemas.openxmlformats.org/officeDocument/2006/relationships/customXml" Target="../ink/ink157.xml"/><Relationship Id="rId349" Type="http://schemas.openxmlformats.org/officeDocument/2006/relationships/image" Target="../media/image170.png"/><Relationship Id="rId514" Type="http://schemas.openxmlformats.org/officeDocument/2006/relationships/customXml" Target="../ink/ink264.xml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53" Type="http://schemas.openxmlformats.org/officeDocument/2006/relationships/customXml" Target="../ink/ink78.xml"/><Relationship Id="rId195" Type="http://schemas.openxmlformats.org/officeDocument/2006/relationships/customXml" Target="../ink/ink100.xml"/><Relationship Id="rId209" Type="http://schemas.openxmlformats.org/officeDocument/2006/relationships/image" Target="../media/image101.png"/><Relationship Id="rId360" Type="http://schemas.openxmlformats.org/officeDocument/2006/relationships/customXml" Target="../ink/ink184.xml"/><Relationship Id="rId416" Type="http://schemas.openxmlformats.org/officeDocument/2006/relationships/customXml" Target="../ink/ink213.xml"/><Relationship Id="rId220" Type="http://schemas.openxmlformats.org/officeDocument/2006/relationships/customXml" Target="../ink/ink113.xml"/><Relationship Id="rId458" Type="http://schemas.openxmlformats.org/officeDocument/2006/relationships/customXml" Target="../ink/ink235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27.png"/><Relationship Id="rId318" Type="http://schemas.openxmlformats.org/officeDocument/2006/relationships/customXml" Target="../ink/ink163.xml"/><Relationship Id="rId99" Type="http://schemas.openxmlformats.org/officeDocument/2006/relationships/image" Target="../media/image49.png"/><Relationship Id="rId122" Type="http://schemas.openxmlformats.org/officeDocument/2006/relationships/image" Target="../media/image60.png"/><Relationship Id="rId164" Type="http://schemas.openxmlformats.org/officeDocument/2006/relationships/customXml" Target="../ink/ink84.xml"/><Relationship Id="rId371" Type="http://schemas.openxmlformats.org/officeDocument/2006/relationships/image" Target="../media/image181.png"/><Relationship Id="rId427" Type="http://schemas.openxmlformats.org/officeDocument/2006/relationships/customXml" Target="../ink/ink219.xml"/><Relationship Id="rId469" Type="http://schemas.openxmlformats.org/officeDocument/2006/relationships/image" Target="../media/image228.png"/><Relationship Id="rId26" Type="http://schemas.openxmlformats.org/officeDocument/2006/relationships/image" Target="../media/image13.png"/><Relationship Id="rId231" Type="http://schemas.openxmlformats.org/officeDocument/2006/relationships/image" Target="../media/image112.png"/><Relationship Id="rId273" Type="http://schemas.openxmlformats.org/officeDocument/2006/relationships/customXml" Target="../ink/ink140.xml"/><Relationship Id="rId329" Type="http://schemas.openxmlformats.org/officeDocument/2006/relationships/image" Target="../media/image160.png"/><Relationship Id="rId480" Type="http://schemas.openxmlformats.org/officeDocument/2006/relationships/customXml" Target="../ink/ink247.xml"/><Relationship Id="rId68" Type="http://schemas.openxmlformats.org/officeDocument/2006/relationships/image" Target="../media/image34.png"/><Relationship Id="rId133" Type="http://schemas.openxmlformats.org/officeDocument/2006/relationships/customXml" Target="../ink/ink68.xml"/><Relationship Id="rId175" Type="http://schemas.openxmlformats.org/officeDocument/2006/relationships/image" Target="../media/image85.png"/><Relationship Id="rId340" Type="http://schemas.openxmlformats.org/officeDocument/2006/relationships/customXml" Target="../ink/ink174.xml"/><Relationship Id="rId200" Type="http://schemas.openxmlformats.org/officeDocument/2006/relationships/image" Target="../media/image97.png"/><Relationship Id="rId382" Type="http://schemas.openxmlformats.org/officeDocument/2006/relationships/image" Target="../media/image186.png"/><Relationship Id="rId438" Type="http://schemas.openxmlformats.org/officeDocument/2006/relationships/image" Target="../media/image213.png"/><Relationship Id="rId242" Type="http://schemas.openxmlformats.org/officeDocument/2006/relationships/image" Target="../media/image117.png"/><Relationship Id="rId284" Type="http://schemas.openxmlformats.org/officeDocument/2006/relationships/image" Target="../media/image138.png"/><Relationship Id="rId491" Type="http://schemas.openxmlformats.org/officeDocument/2006/relationships/image" Target="../media/image238.png"/><Relationship Id="rId505" Type="http://schemas.openxmlformats.org/officeDocument/2006/relationships/image" Target="../media/image245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customXml" Target="../ink/ink51.xml"/><Relationship Id="rId144" Type="http://schemas.openxmlformats.org/officeDocument/2006/relationships/image" Target="../media/image70.png"/><Relationship Id="rId90" Type="http://schemas.openxmlformats.org/officeDocument/2006/relationships/customXml" Target="../ink/ink45.xml"/><Relationship Id="rId186" Type="http://schemas.openxmlformats.org/officeDocument/2006/relationships/image" Target="../media/image90.png"/><Relationship Id="rId351" Type="http://schemas.openxmlformats.org/officeDocument/2006/relationships/image" Target="../media/image171.png"/><Relationship Id="rId393" Type="http://schemas.openxmlformats.org/officeDocument/2006/relationships/customXml" Target="../ink/ink201.xml"/><Relationship Id="rId407" Type="http://schemas.openxmlformats.org/officeDocument/2006/relationships/image" Target="../media/image198.png"/><Relationship Id="rId449" Type="http://schemas.openxmlformats.org/officeDocument/2006/relationships/customXml" Target="../ink/ink230.xml"/><Relationship Id="rId211" Type="http://schemas.openxmlformats.org/officeDocument/2006/relationships/image" Target="../media/image102.png"/><Relationship Id="rId253" Type="http://schemas.openxmlformats.org/officeDocument/2006/relationships/customXml" Target="../ink/ink130.xml"/><Relationship Id="rId295" Type="http://schemas.openxmlformats.org/officeDocument/2006/relationships/customXml" Target="../ink/ink151.xml"/><Relationship Id="rId309" Type="http://schemas.openxmlformats.org/officeDocument/2006/relationships/customXml" Target="../ink/ink158.xml"/><Relationship Id="rId460" Type="http://schemas.openxmlformats.org/officeDocument/2006/relationships/customXml" Target="../ink/ink236.xml"/><Relationship Id="rId48" Type="http://schemas.openxmlformats.org/officeDocument/2006/relationships/image" Target="../media/image24.png"/><Relationship Id="rId113" Type="http://schemas.openxmlformats.org/officeDocument/2006/relationships/customXml" Target="../ink/ink57.xml"/><Relationship Id="rId320" Type="http://schemas.openxmlformats.org/officeDocument/2006/relationships/customXml" Target="../ink/ink164.xml"/><Relationship Id="rId155" Type="http://schemas.openxmlformats.org/officeDocument/2006/relationships/customXml" Target="../ink/ink79.xml"/><Relationship Id="rId197" Type="http://schemas.openxmlformats.org/officeDocument/2006/relationships/customXml" Target="../ink/ink101.xml"/><Relationship Id="rId362" Type="http://schemas.openxmlformats.org/officeDocument/2006/relationships/customXml" Target="../ink/ink185.xml"/><Relationship Id="rId418" Type="http://schemas.openxmlformats.org/officeDocument/2006/relationships/customXml" Target="../ink/ink214.xml"/><Relationship Id="rId222" Type="http://schemas.openxmlformats.org/officeDocument/2006/relationships/customXml" Target="../ink/ink114.xml"/><Relationship Id="rId264" Type="http://schemas.openxmlformats.org/officeDocument/2006/relationships/image" Target="../media/image128.png"/><Relationship Id="rId471" Type="http://schemas.openxmlformats.org/officeDocument/2006/relationships/image" Target="../media/image229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customXml" Target="../ink/ink63.xml"/><Relationship Id="rId70" Type="http://schemas.openxmlformats.org/officeDocument/2006/relationships/image" Target="../media/image35.png"/><Relationship Id="rId166" Type="http://schemas.openxmlformats.org/officeDocument/2006/relationships/customXml" Target="../ink/ink85.xml"/><Relationship Id="rId331" Type="http://schemas.openxmlformats.org/officeDocument/2006/relationships/image" Target="../media/image161.png"/><Relationship Id="rId373" Type="http://schemas.openxmlformats.org/officeDocument/2006/relationships/image" Target="../media/image182.png"/><Relationship Id="rId429" Type="http://schemas.openxmlformats.org/officeDocument/2006/relationships/customXml" Target="../ink/ink220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3.png"/><Relationship Id="rId440" Type="http://schemas.openxmlformats.org/officeDocument/2006/relationships/image" Target="../media/image214.png"/><Relationship Id="rId28" Type="http://schemas.openxmlformats.org/officeDocument/2006/relationships/image" Target="../media/image14.png"/><Relationship Id="rId275" Type="http://schemas.openxmlformats.org/officeDocument/2006/relationships/customXml" Target="../ink/ink141.xml"/><Relationship Id="rId300" Type="http://schemas.openxmlformats.org/officeDocument/2006/relationships/image" Target="../media/image146.png"/><Relationship Id="rId482" Type="http://schemas.openxmlformats.org/officeDocument/2006/relationships/customXml" Target="../ink/ink248.xml"/><Relationship Id="rId81" Type="http://schemas.openxmlformats.org/officeDocument/2006/relationships/customXml" Target="../ink/ink40.xml"/><Relationship Id="rId135" Type="http://schemas.openxmlformats.org/officeDocument/2006/relationships/customXml" Target="../ink/ink69.xml"/><Relationship Id="rId177" Type="http://schemas.openxmlformats.org/officeDocument/2006/relationships/image" Target="../media/image86.png"/><Relationship Id="rId342" Type="http://schemas.openxmlformats.org/officeDocument/2006/relationships/customXml" Target="../ink/ink175.xml"/><Relationship Id="rId384" Type="http://schemas.openxmlformats.org/officeDocument/2006/relationships/image" Target="../media/image187.png"/><Relationship Id="rId202" Type="http://schemas.openxmlformats.org/officeDocument/2006/relationships/image" Target="../media/image98.png"/><Relationship Id="rId244" Type="http://schemas.openxmlformats.org/officeDocument/2006/relationships/image" Target="../media/image118.png"/><Relationship Id="rId39" Type="http://schemas.openxmlformats.org/officeDocument/2006/relationships/customXml" Target="../ink/ink19.xml"/><Relationship Id="rId286" Type="http://schemas.openxmlformats.org/officeDocument/2006/relationships/image" Target="../media/image139.png"/><Relationship Id="rId451" Type="http://schemas.openxmlformats.org/officeDocument/2006/relationships/customXml" Target="../ink/ink231.xml"/><Relationship Id="rId493" Type="http://schemas.openxmlformats.org/officeDocument/2006/relationships/image" Target="../media/image239.png"/><Relationship Id="rId507" Type="http://schemas.openxmlformats.org/officeDocument/2006/relationships/image" Target="../media/image246.png"/><Relationship Id="rId50" Type="http://schemas.openxmlformats.org/officeDocument/2006/relationships/image" Target="../media/image25.png"/><Relationship Id="rId104" Type="http://schemas.openxmlformats.org/officeDocument/2006/relationships/customXml" Target="../ink/ink52.xml"/><Relationship Id="rId146" Type="http://schemas.openxmlformats.org/officeDocument/2006/relationships/image" Target="../media/image71.png"/><Relationship Id="rId188" Type="http://schemas.openxmlformats.org/officeDocument/2006/relationships/image" Target="../media/image91.png"/><Relationship Id="rId311" Type="http://schemas.openxmlformats.org/officeDocument/2006/relationships/customXml" Target="../ink/ink159.xml"/><Relationship Id="rId353" Type="http://schemas.openxmlformats.org/officeDocument/2006/relationships/image" Target="../media/image172.png"/><Relationship Id="rId395" Type="http://schemas.openxmlformats.org/officeDocument/2006/relationships/customXml" Target="../ink/ink202.xml"/><Relationship Id="rId409" Type="http://schemas.openxmlformats.org/officeDocument/2006/relationships/image" Target="../media/image199.png"/><Relationship Id="rId92" Type="http://schemas.openxmlformats.org/officeDocument/2006/relationships/customXml" Target="../ink/ink46.xml"/><Relationship Id="rId213" Type="http://schemas.openxmlformats.org/officeDocument/2006/relationships/image" Target="../media/image103.png"/><Relationship Id="rId420" Type="http://schemas.openxmlformats.org/officeDocument/2006/relationships/customXml" Target="../ink/ink215.xml"/><Relationship Id="rId255" Type="http://schemas.openxmlformats.org/officeDocument/2006/relationships/customXml" Target="../ink/ink131.xml"/><Relationship Id="rId297" Type="http://schemas.openxmlformats.org/officeDocument/2006/relationships/customXml" Target="../ink/ink152.xml"/><Relationship Id="rId462" Type="http://schemas.openxmlformats.org/officeDocument/2006/relationships/customXml" Target="../ink/ink237.xml"/><Relationship Id="rId115" Type="http://schemas.openxmlformats.org/officeDocument/2006/relationships/customXml" Target="../ink/ink58.xml"/><Relationship Id="rId157" Type="http://schemas.openxmlformats.org/officeDocument/2006/relationships/customXml" Target="../ink/ink80.xml"/><Relationship Id="rId322" Type="http://schemas.openxmlformats.org/officeDocument/2006/relationships/customXml" Target="../ink/ink165.xml"/><Relationship Id="rId364" Type="http://schemas.openxmlformats.org/officeDocument/2006/relationships/customXml" Target="../ink/ink186.xml"/><Relationship Id="rId61" Type="http://schemas.openxmlformats.org/officeDocument/2006/relationships/customXml" Target="../ink/ink30.xml"/><Relationship Id="rId199" Type="http://schemas.openxmlformats.org/officeDocument/2006/relationships/customXml" Target="../ink/ink102.xml"/><Relationship Id="rId19" Type="http://schemas.openxmlformats.org/officeDocument/2006/relationships/customXml" Target="../ink/ink9.xml"/><Relationship Id="rId224" Type="http://schemas.openxmlformats.org/officeDocument/2006/relationships/customXml" Target="../ink/ink115.xml"/><Relationship Id="rId266" Type="http://schemas.openxmlformats.org/officeDocument/2006/relationships/image" Target="../media/image129.png"/><Relationship Id="rId431" Type="http://schemas.openxmlformats.org/officeDocument/2006/relationships/customXml" Target="../ink/ink221.xml"/><Relationship Id="rId473" Type="http://schemas.openxmlformats.org/officeDocument/2006/relationships/customXml" Target="../ink/ink243.xml"/><Relationship Id="rId30" Type="http://schemas.openxmlformats.org/officeDocument/2006/relationships/image" Target="../media/image15.png"/><Relationship Id="rId126" Type="http://schemas.openxmlformats.org/officeDocument/2006/relationships/customXml" Target="../ink/ink64.xml"/><Relationship Id="rId168" Type="http://schemas.openxmlformats.org/officeDocument/2006/relationships/customXml" Target="../ink/ink86.xml"/><Relationship Id="rId333" Type="http://schemas.openxmlformats.org/officeDocument/2006/relationships/image" Target="../media/image162.png"/><Relationship Id="rId72" Type="http://schemas.openxmlformats.org/officeDocument/2006/relationships/image" Target="../media/image36.png"/><Relationship Id="rId375" Type="http://schemas.openxmlformats.org/officeDocument/2006/relationships/image" Target="../media/image183.png"/><Relationship Id="rId3" Type="http://schemas.openxmlformats.org/officeDocument/2006/relationships/customXml" Target="../ink/ink1.xml"/><Relationship Id="rId235" Type="http://schemas.openxmlformats.org/officeDocument/2006/relationships/image" Target="../media/image114.png"/><Relationship Id="rId277" Type="http://schemas.openxmlformats.org/officeDocument/2006/relationships/customXml" Target="../ink/ink142.xml"/><Relationship Id="rId400" Type="http://schemas.openxmlformats.org/officeDocument/2006/relationships/customXml" Target="../ink/ink205.xml"/><Relationship Id="rId442" Type="http://schemas.openxmlformats.org/officeDocument/2006/relationships/image" Target="../media/image215.png"/><Relationship Id="rId484" Type="http://schemas.openxmlformats.org/officeDocument/2006/relationships/customXml" Target="../ink/ink249.xml"/><Relationship Id="rId137" Type="http://schemas.openxmlformats.org/officeDocument/2006/relationships/customXml" Target="../ink/ink70.xml"/><Relationship Id="rId302" Type="http://schemas.openxmlformats.org/officeDocument/2006/relationships/image" Target="../media/image147.png"/><Relationship Id="rId344" Type="http://schemas.openxmlformats.org/officeDocument/2006/relationships/customXml" Target="../ink/ink176.xml"/><Relationship Id="rId41" Type="http://schemas.openxmlformats.org/officeDocument/2006/relationships/customXml" Target="../ink/ink20.xml"/><Relationship Id="rId83" Type="http://schemas.openxmlformats.org/officeDocument/2006/relationships/image" Target="../media/image41.png"/><Relationship Id="rId179" Type="http://schemas.openxmlformats.org/officeDocument/2006/relationships/image" Target="../media/image87.png"/><Relationship Id="rId386" Type="http://schemas.openxmlformats.org/officeDocument/2006/relationships/image" Target="../media/image188.png"/><Relationship Id="rId190" Type="http://schemas.openxmlformats.org/officeDocument/2006/relationships/image" Target="../media/image92.png"/><Relationship Id="rId204" Type="http://schemas.openxmlformats.org/officeDocument/2006/relationships/image" Target="../media/image99.png"/><Relationship Id="rId246" Type="http://schemas.openxmlformats.org/officeDocument/2006/relationships/image" Target="../media/image119.png"/><Relationship Id="rId288" Type="http://schemas.openxmlformats.org/officeDocument/2006/relationships/image" Target="../media/image140.png"/><Relationship Id="rId411" Type="http://schemas.openxmlformats.org/officeDocument/2006/relationships/image" Target="../media/image200.png"/><Relationship Id="rId453" Type="http://schemas.openxmlformats.org/officeDocument/2006/relationships/customXml" Target="../ink/ink232.xml"/><Relationship Id="rId509" Type="http://schemas.openxmlformats.org/officeDocument/2006/relationships/image" Target="../media/image247.png"/><Relationship Id="rId106" Type="http://schemas.openxmlformats.org/officeDocument/2006/relationships/customXml" Target="../ink/ink53.xml"/><Relationship Id="rId313" Type="http://schemas.openxmlformats.org/officeDocument/2006/relationships/customXml" Target="../ink/ink160.xml"/><Relationship Id="rId495" Type="http://schemas.openxmlformats.org/officeDocument/2006/relationships/image" Target="../media/image240.png"/><Relationship Id="rId10" Type="http://schemas.openxmlformats.org/officeDocument/2006/relationships/image" Target="../media/image5.png"/><Relationship Id="rId52" Type="http://schemas.openxmlformats.org/officeDocument/2006/relationships/image" Target="../media/image26.png"/><Relationship Id="rId94" Type="http://schemas.openxmlformats.org/officeDocument/2006/relationships/customXml" Target="../ink/ink47.xml"/><Relationship Id="rId148" Type="http://schemas.openxmlformats.org/officeDocument/2006/relationships/image" Target="../media/image72.png"/><Relationship Id="rId355" Type="http://schemas.openxmlformats.org/officeDocument/2006/relationships/image" Target="../media/image173.png"/><Relationship Id="rId397" Type="http://schemas.openxmlformats.org/officeDocument/2006/relationships/customXml" Target="../ink/ink203.xml"/><Relationship Id="rId215" Type="http://schemas.openxmlformats.org/officeDocument/2006/relationships/image" Target="../media/image104.png"/><Relationship Id="rId257" Type="http://schemas.openxmlformats.org/officeDocument/2006/relationships/customXml" Target="../ink/ink132.xml"/><Relationship Id="rId422" Type="http://schemas.openxmlformats.org/officeDocument/2006/relationships/customXml" Target="../ink/ink216.xml"/><Relationship Id="rId464" Type="http://schemas.openxmlformats.org/officeDocument/2006/relationships/customXml" Target="../ink/ink238.xml"/><Relationship Id="rId299" Type="http://schemas.openxmlformats.org/officeDocument/2006/relationships/customXml" Target="../ink/ink15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4.xml"/><Relationship Id="rId21" Type="http://schemas.openxmlformats.org/officeDocument/2006/relationships/customXml" Target="../ink/ink274.xml"/><Relationship Id="rId42" Type="http://schemas.openxmlformats.org/officeDocument/2006/relationships/image" Target="../media/image269.png"/><Relationship Id="rId63" Type="http://schemas.openxmlformats.org/officeDocument/2006/relationships/image" Target="../media/image279.png"/><Relationship Id="rId84" Type="http://schemas.openxmlformats.org/officeDocument/2006/relationships/image" Target="../media/image289.png"/><Relationship Id="rId138" Type="http://schemas.openxmlformats.org/officeDocument/2006/relationships/image" Target="../media/image315.png"/><Relationship Id="rId159" Type="http://schemas.openxmlformats.org/officeDocument/2006/relationships/image" Target="../media/image325.png"/><Relationship Id="rId170" Type="http://schemas.openxmlformats.org/officeDocument/2006/relationships/image" Target="../media/image330.png"/><Relationship Id="rId191" Type="http://schemas.openxmlformats.org/officeDocument/2006/relationships/customXml" Target="../ink/ink363.xml"/><Relationship Id="rId107" Type="http://schemas.openxmlformats.org/officeDocument/2006/relationships/customXml" Target="../ink/ink319.xml"/><Relationship Id="rId11" Type="http://schemas.openxmlformats.org/officeDocument/2006/relationships/customXml" Target="../ink/ink269.xml"/><Relationship Id="rId32" Type="http://schemas.openxmlformats.org/officeDocument/2006/relationships/customXml" Target="../ink/ink280.xml"/><Relationship Id="rId53" Type="http://schemas.openxmlformats.org/officeDocument/2006/relationships/image" Target="../media/image274.png"/><Relationship Id="rId74" Type="http://schemas.openxmlformats.org/officeDocument/2006/relationships/image" Target="../media/image284.png"/><Relationship Id="rId128" Type="http://schemas.openxmlformats.org/officeDocument/2006/relationships/image" Target="../media/image310.png"/><Relationship Id="rId149" Type="http://schemas.openxmlformats.org/officeDocument/2006/relationships/image" Target="../media/image320.png"/><Relationship Id="rId5" Type="http://schemas.openxmlformats.org/officeDocument/2006/relationships/customXml" Target="../ink/ink266.xml"/><Relationship Id="rId95" Type="http://schemas.openxmlformats.org/officeDocument/2006/relationships/customXml" Target="../ink/ink313.xml"/><Relationship Id="rId160" Type="http://schemas.openxmlformats.org/officeDocument/2006/relationships/customXml" Target="../ink/ink347.xml"/><Relationship Id="rId181" Type="http://schemas.openxmlformats.org/officeDocument/2006/relationships/customXml" Target="../ink/ink358.xml"/><Relationship Id="rId22" Type="http://schemas.openxmlformats.org/officeDocument/2006/relationships/image" Target="../media/image260.png"/><Relationship Id="rId43" Type="http://schemas.openxmlformats.org/officeDocument/2006/relationships/customXml" Target="../ink/ink286.xml"/><Relationship Id="rId64" Type="http://schemas.openxmlformats.org/officeDocument/2006/relationships/customXml" Target="../ink/ink297.xml"/><Relationship Id="rId118" Type="http://schemas.openxmlformats.org/officeDocument/2006/relationships/image" Target="../media/image306.png"/><Relationship Id="rId139" Type="http://schemas.openxmlformats.org/officeDocument/2006/relationships/customXml" Target="../ink/ink336.xml"/><Relationship Id="rId85" Type="http://schemas.openxmlformats.org/officeDocument/2006/relationships/customXml" Target="../ink/ink308.xml"/><Relationship Id="rId150" Type="http://schemas.openxmlformats.org/officeDocument/2006/relationships/customXml" Target="../ink/ink342.xml"/><Relationship Id="rId171" Type="http://schemas.openxmlformats.org/officeDocument/2006/relationships/customXml" Target="../ink/ink353.xml"/><Relationship Id="rId192" Type="http://schemas.openxmlformats.org/officeDocument/2006/relationships/image" Target="../media/image341.png"/><Relationship Id="rId12" Type="http://schemas.openxmlformats.org/officeDocument/2006/relationships/image" Target="../media/image255.png"/><Relationship Id="rId33" Type="http://schemas.openxmlformats.org/officeDocument/2006/relationships/image" Target="../media/image265.png"/><Relationship Id="rId108" Type="http://schemas.openxmlformats.org/officeDocument/2006/relationships/image" Target="../media/image301.png"/><Relationship Id="rId129" Type="http://schemas.openxmlformats.org/officeDocument/2006/relationships/customXml" Target="../ink/ink331.xml"/><Relationship Id="rId54" Type="http://schemas.openxmlformats.org/officeDocument/2006/relationships/customXml" Target="../ink/ink292.xml"/><Relationship Id="rId75" Type="http://schemas.openxmlformats.org/officeDocument/2006/relationships/customXml" Target="../ink/ink303.xml"/><Relationship Id="rId96" Type="http://schemas.openxmlformats.org/officeDocument/2006/relationships/image" Target="../media/image295.png"/><Relationship Id="rId140" Type="http://schemas.openxmlformats.org/officeDocument/2006/relationships/image" Target="../media/image316.png"/><Relationship Id="rId161" Type="http://schemas.openxmlformats.org/officeDocument/2006/relationships/image" Target="../media/image326.png"/><Relationship Id="rId182" Type="http://schemas.openxmlformats.org/officeDocument/2006/relationships/image" Target="../media/image336.png"/><Relationship Id="rId6" Type="http://schemas.openxmlformats.org/officeDocument/2006/relationships/image" Target="../media/image253.png"/><Relationship Id="rId23" Type="http://schemas.openxmlformats.org/officeDocument/2006/relationships/customXml" Target="../ink/ink275.xml"/><Relationship Id="rId119" Type="http://schemas.openxmlformats.org/officeDocument/2006/relationships/customXml" Target="../ink/ink325.xml"/><Relationship Id="rId44" Type="http://schemas.openxmlformats.org/officeDocument/2006/relationships/customXml" Target="../ink/ink287.xml"/><Relationship Id="rId65" Type="http://schemas.openxmlformats.org/officeDocument/2006/relationships/customXml" Target="../ink/ink298.xml"/><Relationship Id="rId86" Type="http://schemas.openxmlformats.org/officeDocument/2006/relationships/image" Target="../media/image290.png"/><Relationship Id="rId130" Type="http://schemas.openxmlformats.org/officeDocument/2006/relationships/image" Target="../media/image311.png"/><Relationship Id="rId151" Type="http://schemas.openxmlformats.org/officeDocument/2006/relationships/image" Target="../media/image321.png"/><Relationship Id="rId172" Type="http://schemas.openxmlformats.org/officeDocument/2006/relationships/image" Target="../media/image331.png"/><Relationship Id="rId193" Type="http://schemas.openxmlformats.org/officeDocument/2006/relationships/image" Target="../media/image342.png"/><Relationship Id="rId13" Type="http://schemas.openxmlformats.org/officeDocument/2006/relationships/customXml" Target="../ink/ink270.xml"/><Relationship Id="rId109" Type="http://schemas.openxmlformats.org/officeDocument/2006/relationships/customXml" Target="../ink/ink320.xml"/><Relationship Id="rId34" Type="http://schemas.openxmlformats.org/officeDocument/2006/relationships/customXml" Target="../ink/ink281.xml"/><Relationship Id="rId50" Type="http://schemas.openxmlformats.org/officeDocument/2006/relationships/customXml" Target="../ink/ink290.xml"/><Relationship Id="rId55" Type="http://schemas.openxmlformats.org/officeDocument/2006/relationships/image" Target="../media/image275.png"/><Relationship Id="rId76" Type="http://schemas.openxmlformats.org/officeDocument/2006/relationships/image" Target="../media/image285.png"/><Relationship Id="rId97" Type="http://schemas.openxmlformats.org/officeDocument/2006/relationships/customXml" Target="../ink/ink314.xml"/><Relationship Id="rId104" Type="http://schemas.openxmlformats.org/officeDocument/2006/relationships/image" Target="../media/image299.png"/><Relationship Id="rId120" Type="http://schemas.openxmlformats.org/officeDocument/2006/relationships/customXml" Target="../ink/ink326.xml"/><Relationship Id="rId125" Type="http://schemas.openxmlformats.org/officeDocument/2006/relationships/customXml" Target="../ink/ink329.xml"/><Relationship Id="rId141" Type="http://schemas.openxmlformats.org/officeDocument/2006/relationships/customXml" Target="../ink/ink337.xml"/><Relationship Id="rId146" Type="http://schemas.openxmlformats.org/officeDocument/2006/relationships/customXml" Target="../ink/ink340.xml"/><Relationship Id="rId167" Type="http://schemas.openxmlformats.org/officeDocument/2006/relationships/customXml" Target="../ink/ink351.xml"/><Relationship Id="rId188" Type="http://schemas.openxmlformats.org/officeDocument/2006/relationships/image" Target="../media/image339.png"/><Relationship Id="rId7" Type="http://schemas.openxmlformats.org/officeDocument/2006/relationships/customXml" Target="../ink/ink267.xml"/><Relationship Id="rId71" Type="http://schemas.openxmlformats.org/officeDocument/2006/relationships/customXml" Target="../ink/ink301.xml"/><Relationship Id="rId92" Type="http://schemas.openxmlformats.org/officeDocument/2006/relationships/image" Target="../media/image293.png"/><Relationship Id="rId162" Type="http://schemas.openxmlformats.org/officeDocument/2006/relationships/customXml" Target="../ink/ink348.xml"/><Relationship Id="rId183" Type="http://schemas.openxmlformats.org/officeDocument/2006/relationships/customXml" Target="../ink/ink359.xml"/><Relationship Id="rId2" Type="http://schemas.openxmlformats.org/officeDocument/2006/relationships/image" Target="../media/image251.png"/><Relationship Id="rId29" Type="http://schemas.openxmlformats.org/officeDocument/2006/relationships/image" Target="../media/image263.png"/><Relationship Id="rId24" Type="http://schemas.openxmlformats.org/officeDocument/2006/relationships/image" Target="../media/image261.png"/><Relationship Id="rId40" Type="http://schemas.openxmlformats.org/officeDocument/2006/relationships/image" Target="../media/image268.png"/><Relationship Id="rId45" Type="http://schemas.openxmlformats.org/officeDocument/2006/relationships/image" Target="../media/image270.png"/><Relationship Id="rId66" Type="http://schemas.openxmlformats.org/officeDocument/2006/relationships/image" Target="../media/image280.png"/><Relationship Id="rId87" Type="http://schemas.openxmlformats.org/officeDocument/2006/relationships/customXml" Target="../ink/ink309.xml"/><Relationship Id="rId110" Type="http://schemas.openxmlformats.org/officeDocument/2006/relationships/image" Target="../media/image302.png"/><Relationship Id="rId115" Type="http://schemas.openxmlformats.org/officeDocument/2006/relationships/customXml" Target="../ink/ink323.xml"/><Relationship Id="rId131" Type="http://schemas.openxmlformats.org/officeDocument/2006/relationships/customXml" Target="../ink/ink332.xml"/><Relationship Id="rId136" Type="http://schemas.openxmlformats.org/officeDocument/2006/relationships/image" Target="../media/image314.png"/><Relationship Id="rId157" Type="http://schemas.openxmlformats.org/officeDocument/2006/relationships/image" Target="../media/image324.png"/><Relationship Id="rId178" Type="http://schemas.openxmlformats.org/officeDocument/2006/relationships/image" Target="../media/image334.png"/><Relationship Id="rId61" Type="http://schemas.openxmlformats.org/officeDocument/2006/relationships/image" Target="../media/image278.png"/><Relationship Id="rId82" Type="http://schemas.openxmlformats.org/officeDocument/2006/relationships/image" Target="../media/image288.png"/><Relationship Id="rId152" Type="http://schemas.openxmlformats.org/officeDocument/2006/relationships/customXml" Target="../ink/ink343.xml"/><Relationship Id="rId173" Type="http://schemas.openxmlformats.org/officeDocument/2006/relationships/customXml" Target="../ink/ink354.xml"/><Relationship Id="rId19" Type="http://schemas.openxmlformats.org/officeDocument/2006/relationships/customXml" Target="../ink/ink273.xml"/><Relationship Id="rId14" Type="http://schemas.openxmlformats.org/officeDocument/2006/relationships/image" Target="../media/image256.png"/><Relationship Id="rId30" Type="http://schemas.openxmlformats.org/officeDocument/2006/relationships/customXml" Target="../ink/ink279.xml"/><Relationship Id="rId35" Type="http://schemas.openxmlformats.org/officeDocument/2006/relationships/customXml" Target="../ink/ink282.xml"/><Relationship Id="rId56" Type="http://schemas.openxmlformats.org/officeDocument/2006/relationships/customXml" Target="../ink/ink293.xml"/><Relationship Id="rId77" Type="http://schemas.openxmlformats.org/officeDocument/2006/relationships/customXml" Target="../ink/ink304.xml"/><Relationship Id="rId100" Type="http://schemas.openxmlformats.org/officeDocument/2006/relationships/image" Target="../media/image297.png"/><Relationship Id="rId105" Type="http://schemas.openxmlformats.org/officeDocument/2006/relationships/customXml" Target="../ink/ink318.xml"/><Relationship Id="rId126" Type="http://schemas.openxmlformats.org/officeDocument/2006/relationships/image" Target="../media/image309.png"/><Relationship Id="rId147" Type="http://schemas.openxmlformats.org/officeDocument/2006/relationships/image" Target="../media/image319.png"/><Relationship Id="rId168" Type="http://schemas.openxmlformats.org/officeDocument/2006/relationships/image" Target="../media/image329.png"/><Relationship Id="rId8" Type="http://schemas.openxmlformats.org/officeDocument/2006/relationships/image" Target="../media/image164.png"/><Relationship Id="rId51" Type="http://schemas.openxmlformats.org/officeDocument/2006/relationships/image" Target="../media/image273.png"/><Relationship Id="rId72" Type="http://schemas.openxmlformats.org/officeDocument/2006/relationships/image" Target="../media/image283.png"/><Relationship Id="rId93" Type="http://schemas.openxmlformats.org/officeDocument/2006/relationships/customXml" Target="../ink/ink312.xml"/><Relationship Id="rId98" Type="http://schemas.openxmlformats.org/officeDocument/2006/relationships/image" Target="../media/image296.png"/><Relationship Id="rId121" Type="http://schemas.openxmlformats.org/officeDocument/2006/relationships/image" Target="../media/image307.png"/><Relationship Id="rId142" Type="http://schemas.openxmlformats.org/officeDocument/2006/relationships/image" Target="../media/image317.png"/><Relationship Id="rId163" Type="http://schemas.openxmlformats.org/officeDocument/2006/relationships/image" Target="../media/image327.png"/><Relationship Id="rId184" Type="http://schemas.openxmlformats.org/officeDocument/2006/relationships/image" Target="../media/image337.png"/><Relationship Id="rId189" Type="http://schemas.openxmlformats.org/officeDocument/2006/relationships/customXml" Target="../ink/ink362.xml"/><Relationship Id="rId3" Type="http://schemas.openxmlformats.org/officeDocument/2006/relationships/customXml" Target="../ink/ink265.xml"/><Relationship Id="rId25" Type="http://schemas.openxmlformats.org/officeDocument/2006/relationships/customXml" Target="../ink/ink276.xml"/><Relationship Id="rId46" Type="http://schemas.openxmlformats.org/officeDocument/2006/relationships/customXml" Target="../ink/ink288.xml"/><Relationship Id="rId67" Type="http://schemas.openxmlformats.org/officeDocument/2006/relationships/customXml" Target="../ink/ink299.xml"/><Relationship Id="rId116" Type="http://schemas.openxmlformats.org/officeDocument/2006/relationships/image" Target="../media/image305.png"/><Relationship Id="rId137" Type="http://schemas.openxmlformats.org/officeDocument/2006/relationships/customXml" Target="../ink/ink335.xml"/><Relationship Id="rId158" Type="http://schemas.openxmlformats.org/officeDocument/2006/relationships/customXml" Target="../ink/ink346.xml"/><Relationship Id="rId20" Type="http://schemas.openxmlformats.org/officeDocument/2006/relationships/image" Target="../media/image259.png"/><Relationship Id="rId41" Type="http://schemas.openxmlformats.org/officeDocument/2006/relationships/customXml" Target="../ink/ink285.xml"/><Relationship Id="rId62" Type="http://schemas.openxmlformats.org/officeDocument/2006/relationships/customXml" Target="../ink/ink296.xml"/><Relationship Id="rId83" Type="http://schemas.openxmlformats.org/officeDocument/2006/relationships/customXml" Target="../ink/ink307.xml"/><Relationship Id="rId88" Type="http://schemas.openxmlformats.org/officeDocument/2006/relationships/image" Target="../media/image291.png"/><Relationship Id="rId111" Type="http://schemas.openxmlformats.org/officeDocument/2006/relationships/customXml" Target="../ink/ink321.xml"/><Relationship Id="rId132" Type="http://schemas.openxmlformats.org/officeDocument/2006/relationships/image" Target="../media/image312.png"/><Relationship Id="rId153" Type="http://schemas.openxmlformats.org/officeDocument/2006/relationships/image" Target="../media/image322.png"/><Relationship Id="rId174" Type="http://schemas.openxmlformats.org/officeDocument/2006/relationships/image" Target="../media/image332.png"/><Relationship Id="rId179" Type="http://schemas.openxmlformats.org/officeDocument/2006/relationships/customXml" Target="../ink/ink357.xml"/><Relationship Id="rId190" Type="http://schemas.openxmlformats.org/officeDocument/2006/relationships/image" Target="../media/image340.png"/><Relationship Id="rId15" Type="http://schemas.openxmlformats.org/officeDocument/2006/relationships/customXml" Target="../ink/ink271.xml"/><Relationship Id="rId36" Type="http://schemas.openxmlformats.org/officeDocument/2006/relationships/image" Target="../media/image266.png"/><Relationship Id="rId57" Type="http://schemas.openxmlformats.org/officeDocument/2006/relationships/image" Target="../media/image276.png"/><Relationship Id="rId106" Type="http://schemas.openxmlformats.org/officeDocument/2006/relationships/image" Target="../media/image300.png"/><Relationship Id="rId127" Type="http://schemas.openxmlformats.org/officeDocument/2006/relationships/customXml" Target="../ink/ink330.xml"/><Relationship Id="rId10" Type="http://schemas.openxmlformats.org/officeDocument/2006/relationships/image" Target="../media/image254.png"/><Relationship Id="rId31" Type="http://schemas.openxmlformats.org/officeDocument/2006/relationships/image" Target="../media/image264.png"/><Relationship Id="rId52" Type="http://schemas.openxmlformats.org/officeDocument/2006/relationships/customXml" Target="../ink/ink291.xml"/><Relationship Id="rId73" Type="http://schemas.openxmlformats.org/officeDocument/2006/relationships/customXml" Target="../ink/ink302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315.xml"/><Relationship Id="rId101" Type="http://schemas.openxmlformats.org/officeDocument/2006/relationships/customXml" Target="../ink/ink316.xml"/><Relationship Id="rId122" Type="http://schemas.openxmlformats.org/officeDocument/2006/relationships/customXml" Target="../ink/ink327.xml"/><Relationship Id="rId143" Type="http://schemas.openxmlformats.org/officeDocument/2006/relationships/customXml" Target="../ink/ink338.xml"/><Relationship Id="rId148" Type="http://schemas.openxmlformats.org/officeDocument/2006/relationships/customXml" Target="../ink/ink341.xml"/><Relationship Id="rId164" Type="http://schemas.openxmlformats.org/officeDocument/2006/relationships/customXml" Target="../ink/ink349.xml"/><Relationship Id="rId169" Type="http://schemas.openxmlformats.org/officeDocument/2006/relationships/customXml" Target="../ink/ink352.xml"/><Relationship Id="rId185" Type="http://schemas.openxmlformats.org/officeDocument/2006/relationships/customXml" Target="../ink/ink360.xml"/><Relationship Id="rId4" Type="http://schemas.openxmlformats.org/officeDocument/2006/relationships/image" Target="../media/image252.png"/><Relationship Id="rId9" Type="http://schemas.openxmlformats.org/officeDocument/2006/relationships/customXml" Target="../ink/ink268.xml"/><Relationship Id="rId180" Type="http://schemas.openxmlformats.org/officeDocument/2006/relationships/image" Target="../media/image335.png"/><Relationship Id="rId26" Type="http://schemas.openxmlformats.org/officeDocument/2006/relationships/customXml" Target="../ink/ink277.xml"/><Relationship Id="rId47" Type="http://schemas.openxmlformats.org/officeDocument/2006/relationships/image" Target="../media/image271.png"/><Relationship Id="rId68" Type="http://schemas.openxmlformats.org/officeDocument/2006/relationships/image" Target="../media/image281.png"/><Relationship Id="rId89" Type="http://schemas.openxmlformats.org/officeDocument/2006/relationships/customXml" Target="../ink/ink310.xml"/><Relationship Id="rId112" Type="http://schemas.openxmlformats.org/officeDocument/2006/relationships/image" Target="../media/image303.png"/><Relationship Id="rId133" Type="http://schemas.openxmlformats.org/officeDocument/2006/relationships/customXml" Target="../ink/ink333.xml"/><Relationship Id="rId154" Type="http://schemas.openxmlformats.org/officeDocument/2006/relationships/customXml" Target="../ink/ink344.xml"/><Relationship Id="rId175" Type="http://schemas.openxmlformats.org/officeDocument/2006/relationships/customXml" Target="../ink/ink355.xml"/><Relationship Id="rId16" Type="http://schemas.openxmlformats.org/officeDocument/2006/relationships/image" Target="../media/image257.png"/><Relationship Id="rId37" Type="http://schemas.openxmlformats.org/officeDocument/2006/relationships/customXml" Target="../ink/ink283.xml"/><Relationship Id="rId58" Type="http://schemas.openxmlformats.org/officeDocument/2006/relationships/customXml" Target="../ink/ink294.xml"/><Relationship Id="rId79" Type="http://schemas.openxmlformats.org/officeDocument/2006/relationships/customXml" Target="../ink/ink305.xml"/><Relationship Id="rId102" Type="http://schemas.openxmlformats.org/officeDocument/2006/relationships/image" Target="../media/image298.png"/><Relationship Id="rId123" Type="http://schemas.openxmlformats.org/officeDocument/2006/relationships/image" Target="../media/image308.png"/><Relationship Id="rId144" Type="http://schemas.openxmlformats.org/officeDocument/2006/relationships/customXml" Target="../ink/ink339.xml"/><Relationship Id="rId90" Type="http://schemas.openxmlformats.org/officeDocument/2006/relationships/image" Target="../media/image292.png"/><Relationship Id="rId165" Type="http://schemas.openxmlformats.org/officeDocument/2006/relationships/image" Target="../media/image328.png"/><Relationship Id="rId186" Type="http://schemas.openxmlformats.org/officeDocument/2006/relationships/image" Target="../media/image338.png"/><Relationship Id="rId27" Type="http://schemas.openxmlformats.org/officeDocument/2006/relationships/image" Target="../media/image262.png"/><Relationship Id="rId48" Type="http://schemas.openxmlformats.org/officeDocument/2006/relationships/customXml" Target="../ink/ink289.xml"/><Relationship Id="rId69" Type="http://schemas.openxmlformats.org/officeDocument/2006/relationships/customXml" Target="../ink/ink300.xml"/><Relationship Id="rId113" Type="http://schemas.openxmlformats.org/officeDocument/2006/relationships/customXml" Target="../ink/ink322.xml"/><Relationship Id="rId134" Type="http://schemas.openxmlformats.org/officeDocument/2006/relationships/image" Target="../media/image313.png"/><Relationship Id="rId80" Type="http://schemas.openxmlformats.org/officeDocument/2006/relationships/image" Target="../media/image287.png"/><Relationship Id="rId155" Type="http://schemas.openxmlformats.org/officeDocument/2006/relationships/image" Target="../media/image323.png"/><Relationship Id="rId176" Type="http://schemas.openxmlformats.org/officeDocument/2006/relationships/image" Target="../media/image333.png"/><Relationship Id="rId17" Type="http://schemas.openxmlformats.org/officeDocument/2006/relationships/customXml" Target="../ink/ink272.xml"/><Relationship Id="rId38" Type="http://schemas.openxmlformats.org/officeDocument/2006/relationships/image" Target="../media/image267.png"/><Relationship Id="rId59" Type="http://schemas.openxmlformats.org/officeDocument/2006/relationships/image" Target="../media/image277.png"/><Relationship Id="rId103" Type="http://schemas.openxmlformats.org/officeDocument/2006/relationships/customXml" Target="../ink/ink317.xml"/><Relationship Id="rId124" Type="http://schemas.openxmlformats.org/officeDocument/2006/relationships/customXml" Target="../ink/ink328.xml"/><Relationship Id="rId70" Type="http://schemas.openxmlformats.org/officeDocument/2006/relationships/image" Target="../media/image282.png"/><Relationship Id="rId91" Type="http://schemas.openxmlformats.org/officeDocument/2006/relationships/customXml" Target="../ink/ink311.xml"/><Relationship Id="rId145" Type="http://schemas.openxmlformats.org/officeDocument/2006/relationships/image" Target="../media/image318.png"/><Relationship Id="rId166" Type="http://schemas.openxmlformats.org/officeDocument/2006/relationships/customXml" Target="../ink/ink350.xml"/><Relationship Id="rId187" Type="http://schemas.openxmlformats.org/officeDocument/2006/relationships/customXml" Target="../ink/ink36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78.xml"/><Relationship Id="rId49" Type="http://schemas.openxmlformats.org/officeDocument/2006/relationships/image" Target="../media/image272.png"/><Relationship Id="rId114" Type="http://schemas.openxmlformats.org/officeDocument/2006/relationships/image" Target="../media/image304.png"/><Relationship Id="rId60" Type="http://schemas.openxmlformats.org/officeDocument/2006/relationships/customXml" Target="../ink/ink295.xml"/><Relationship Id="rId81" Type="http://schemas.openxmlformats.org/officeDocument/2006/relationships/customXml" Target="../ink/ink306.xml"/><Relationship Id="rId135" Type="http://schemas.openxmlformats.org/officeDocument/2006/relationships/customXml" Target="../ink/ink334.xml"/><Relationship Id="rId156" Type="http://schemas.openxmlformats.org/officeDocument/2006/relationships/customXml" Target="../ink/ink345.xml"/><Relationship Id="rId177" Type="http://schemas.openxmlformats.org/officeDocument/2006/relationships/customXml" Target="../ink/ink356.xml"/><Relationship Id="rId18" Type="http://schemas.openxmlformats.org/officeDocument/2006/relationships/image" Target="../media/image258.png"/><Relationship Id="rId39" Type="http://schemas.openxmlformats.org/officeDocument/2006/relationships/customXml" Target="../ink/ink2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5" Type="http://schemas.openxmlformats.org/officeDocument/2006/relationships/image" Target="../media/image347.png"/><Relationship Id="rId4" Type="http://schemas.openxmlformats.org/officeDocument/2006/relationships/image" Target="../media/image34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5.png"/><Relationship Id="rId21" Type="http://schemas.openxmlformats.org/officeDocument/2006/relationships/customXml" Target="../ink/ink373.xml"/><Relationship Id="rId324" Type="http://schemas.openxmlformats.org/officeDocument/2006/relationships/image" Target="../media/image502.png"/><Relationship Id="rId531" Type="http://schemas.openxmlformats.org/officeDocument/2006/relationships/customXml" Target="../ink/ink636.xml"/><Relationship Id="rId170" Type="http://schemas.openxmlformats.org/officeDocument/2006/relationships/customXml" Target="../ink/ink450.xml"/><Relationship Id="rId268" Type="http://schemas.openxmlformats.org/officeDocument/2006/relationships/customXml" Target="../ink/ink502.xml"/><Relationship Id="rId475" Type="http://schemas.openxmlformats.org/officeDocument/2006/relationships/customXml" Target="../ink/ink608.xml"/><Relationship Id="rId32" Type="http://schemas.openxmlformats.org/officeDocument/2006/relationships/image" Target="../media/image365.png"/><Relationship Id="rId128" Type="http://schemas.openxmlformats.org/officeDocument/2006/relationships/customXml" Target="../ink/ink428.xml"/><Relationship Id="rId335" Type="http://schemas.openxmlformats.org/officeDocument/2006/relationships/customXml" Target="../ink/ink537.xml"/><Relationship Id="rId181" Type="http://schemas.openxmlformats.org/officeDocument/2006/relationships/image" Target="../media/image436.png"/><Relationship Id="rId402" Type="http://schemas.openxmlformats.org/officeDocument/2006/relationships/customXml" Target="../ink/ink571.xml"/><Relationship Id="rId279" Type="http://schemas.openxmlformats.org/officeDocument/2006/relationships/image" Target="../media/image482.png"/><Relationship Id="rId486" Type="http://schemas.openxmlformats.org/officeDocument/2006/relationships/image" Target="../media/image582.png"/><Relationship Id="rId43" Type="http://schemas.openxmlformats.org/officeDocument/2006/relationships/customXml" Target="../ink/ink384.xml"/><Relationship Id="rId139" Type="http://schemas.openxmlformats.org/officeDocument/2006/relationships/image" Target="../media/image416.png"/><Relationship Id="rId290" Type="http://schemas.openxmlformats.org/officeDocument/2006/relationships/customXml" Target="../ink/ink513.xml"/><Relationship Id="rId304" Type="http://schemas.openxmlformats.org/officeDocument/2006/relationships/image" Target="../media/image493.png"/><Relationship Id="rId346" Type="http://schemas.openxmlformats.org/officeDocument/2006/relationships/customXml" Target="../ink/ink543.xml"/><Relationship Id="rId388" Type="http://schemas.openxmlformats.org/officeDocument/2006/relationships/customXml" Target="../ink/ink564.xml"/><Relationship Id="rId511" Type="http://schemas.openxmlformats.org/officeDocument/2006/relationships/customXml" Target="../ink/ink626.xml"/><Relationship Id="rId85" Type="http://schemas.openxmlformats.org/officeDocument/2006/relationships/customXml" Target="../ink/ink406.xml"/><Relationship Id="rId150" Type="http://schemas.openxmlformats.org/officeDocument/2006/relationships/image" Target="../media/image421.png"/><Relationship Id="rId192" Type="http://schemas.openxmlformats.org/officeDocument/2006/relationships/customXml" Target="../ink/ink461.xml"/><Relationship Id="rId206" Type="http://schemas.openxmlformats.org/officeDocument/2006/relationships/image" Target="../media/image448.png"/><Relationship Id="rId413" Type="http://schemas.openxmlformats.org/officeDocument/2006/relationships/image" Target="../media/image546.png"/><Relationship Id="rId248" Type="http://schemas.openxmlformats.org/officeDocument/2006/relationships/customXml" Target="../ink/ink491.xml"/><Relationship Id="rId455" Type="http://schemas.openxmlformats.org/officeDocument/2006/relationships/image" Target="../media/image567.png"/><Relationship Id="rId497" Type="http://schemas.openxmlformats.org/officeDocument/2006/relationships/customXml" Target="../ink/ink619.xml"/><Relationship Id="rId12" Type="http://schemas.openxmlformats.org/officeDocument/2006/relationships/image" Target="../media/image355.png"/><Relationship Id="rId108" Type="http://schemas.openxmlformats.org/officeDocument/2006/relationships/image" Target="../media/image401.png"/><Relationship Id="rId315" Type="http://schemas.openxmlformats.org/officeDocument/2006/relationships/image" Target="../media/image498.png"/><Relationship Id="rId357" Type="http://schemas.openxmlformats.org/officeDocument/2006/relationships/image" Target="../media/image518.png"/><Relationship Id="rId522" Type="http://schemas.openxmlformats.org/officeDocument/2006/relationships/image" Target="../media/image600.png"/><Relationship Id="rId54" Type="http://schemas.openxmlformats.org/officeDocument/2006/relationships/image" Target="../media/image375.png"/><Relationship Id="rId96" Type="http://schemas.openxmlformats.org/officeDocument/2006/relationships/image" Target="../media/image395.png"/><Relationship Id="rId161" Type="http://schemas.openxmlformats.org/officeDocument/2006/relationships/customXml" Target="../ink/ink445.xml"/><Relationship Id="rId217" Type="http://schemas.openxmlformats.org/officeDocument/2006/relationships/image" Target="../media/image453.png"/><Relationship Id="rId399" Type="http://schemas.openxmlformats.org/officeDocument/2006/relationships/image" Target="../media/image539.png"/><Relationship Id="rId259" Type="http://schemas.openxmlformats.org/officeDocument/2006/relationships/image" Target="../media/image472.png"/><Relationship Id="rId424" Type="http://schemas.openxmlformats.org/officeDocument/2006/relationships/customXml" Target="../ink/ink582.xml"/><Relationship Id="rId466" Type="http://schemas.openxmlformats.org/officeDocument/2006/relationships/image" Target="../media/image572.png"/><Relationship Id="rId23" Type="http://schemas.openxmlformats.org/officeDocument/2006/relationships/customXml" Target="../ink/ink374.xml"/><Relationship Id="rId119" Type="http://schemas.openxmlformats.org/officeDocument/2006/relationships/image" Target="../media/image406.png"/><Relationship Id="rId270" Type="http://schemas.openxmlformats.org/officeDocument/2006/relationships/customXml" Target="../ink/ink503.xml"/><Relationship Id="rId326" Type="http://schemas.openxmlformats.org/officeDocument/2006/relationships/image" Target="../media/image503.png"/><Relationship Id="rId533" Type="http://schemas.openxmlformats.org/officeDocument/2006/relationships/customXml" Target="../ink/ink637.xml"/><Relationship Id="rId65" Type="http://schemas.openxmlformats.org/officeDocument/2006/relationships/customXml" Target="../ink/ink396.xml"/><Relationship Id="rId130" Type="http://schemas.openxmlformats.org/officeDocument/2006/relationships/customXml" Target="../ink/ink429.xml"/><Relationship Id="rId368" Type="http://schemas.openxmlformats.org/officeDocument/2006/relationships/customXml" Target="../ink/ink554.xml"/><Relationship Id="rId172" Type="http://schemas.openxmlformats.org/officeDocument/2006/relationships/customXml" Target="../ink/ink451.xml"/><Relationship Id="rId228" Type="http://schemas.openxmlformats.org/officeDocument/2006/relationships/image" Target="../media/image458.png"/><Relationship Id="rId435" Type="http://schemas.openxmlformats.org/officeDocument/2006/relationships/image" Target="../media/image557.png"/><Relationship Id="rId477" Type="http://schemas.openxmlformats.org/officeDocument/2006/relationships/customXml" Target="../ink/ink609.xml"/><Relationship Id="rId281" Type="http://schemas.openxmlformats.org/officeDocument/2006/relationships/image" Target="../media/image483.png"/><Relationship Id="rId337" Type="http://schemas.openxmlformats.org/officeDocument/2006/relationships/customXml" Target="../ink/ink538.xml"/><Relationship Id="rId502" Type="http://schemas.openxmlformats.org/officeDocument/2006/relationships/image" Target="../media/image590.png"/><Relationship Id="rId34" Type="http://schemas.openxmlformats.org/officeDocument/2006/relationships/image" Target="../media/image366.png"/><Relationship Id="rId76" Type="http://schemas.openxmlformats.org/officeDocument/2006/relationships/image" Target="../media/image385.png"/><Relationship Id="rId141" Type="http://schemas.openxmlformats.org/officeDocument/2006/relationships/image" Target="../media/image417.png"/><Relationship Id="rId379" Type="http://schemas.openxmlformats.org/officeDocument/2006/relationships/image" Target="../media/image529.png"/><Relationship Id="rId7" Type="http://schemas.openxmlformats.org/officeDocument/2006/relationships/customXml" Target="../ink/ink366.xml"/><Relationship Id="rId183" Type="http://schemas.openxmlformats.org/officeDocument/2006/relationships/image" Target="../media/image437.png"/><Relationship Id="rId239" Type="http://schemas.openxmlformats.org/officeDocument/2006/relationships/customXml" Target="../ink/ink486.xml"/><Relationship Id="rId390" Type="http://schemas.openxmlformats.org/officeDocument/2006/relationships/customXml" Target="../ink/ink565.xml"/><Relationship Id="rId404" Type="http://schemas.openxmlformats.org/officeDocument/2006/relationships/customXml" Target="../ink/ink572.xml"/><Relationship Id="rId446" Type="http://schemas.openxmlformats.org/officeDocument/2006/relationships/customXml" Target="../ink/ink593.xml"/><Relationship Id="rId250" Type="http://schemas.openxmlformats.org/officeDocument/2006/relationships/customXml" Target="../ink/ink492.xml"/><Relationship Id="rId292" Type="http://schemas.openxmlformats.org/officeDocument/2006/relationships/customXml" Target="../ink/ink514.xml"/><Relationship Id="rId306" Type="http://schemas.openxmlformats.org/officeDocument/2006/relationships/image" Target="../media/image494.png"/><Relationship Id="rId488" Type="http://schemas.openxmlformats.org/officeDocument/2006/relationships/image" Target="../media/image583.png"/><Relationship Id="rId45" Type="http://schemas.openxmlformats.org/officeDocument/2006/relationships/customXml" Target="../ink/ink385.xml"/><Relationship Id="rId87" Type="http://schemas.openxmlformats.org/officeDocument/2006/relationships/customXml" Target="../ink/ink407.xml"/><Relationship Id="rId110" Type="http://schemas.openxmlformats.org/officeDocument/2006/relationships/image" Target="../media/image402.png"/><Relationship Id="rId348" Type="http://schemas.openxmlformats.org/officeDocument/2006/relationships/customXml" Target="../ink/ink544.xml"/><Relationship Id="rId513" Type="http://schemas.openxmlformats.org/officeDocument/2006/relationships/customXml" Target="../ink/ink627.xml"/><Relationship Id="rId152" Type="http://schemas.openxmlformats.org/officeDocument/2006/relationships/image" Target="../media/image422.png"/><Relationship Id="rId194" Type="http://schemas.openxmlformats.org/officeDocument/2006/relationships/customXml" Target="../ink/ink462.xml"/><Relationship Id="rId208" Type="http://schemas.openxmlformats.org/officeDocument/2006/relationships/image" Target="../media/image449.png"/><Relationship Id="rId415" Type="http://schemas.openxmlformats.org/officeDocument/2006/relationships/image" Target="../media/image547.png"/><Relationship Id="rId457" Type="http://schemas.openxmlformats.org/officeDocument/2006/relationships/image" Target="../media/image568.png"/><Relationship Id="rId261" Type="http://schemas.openxmlformats.org/officeDocument/2006/relationships/image" Target="../media/image473.png"/><Relationship Id="rId499" Type="http://schemas.openxmlformats.org/officeDocument/2006/relationships/customXml" Target="../ink/ink620.xml"/><Relationship Id="rId14" Type="http://schemas.openxmlformats.org/officeDocument/2006/relationships/image" Target="../media/image356.png"/><Relationship Id="rId56" Type="http://schemas.openxmlformats.org/officeDocument/2006/relationships/image" Target="../media/image376.png"/><Relationship Id="rId317" Type="http://schemas.openxmlformats.org/officeDocument/2006/relationships/customXml" Target="../ink/ink528.xml"/><Relationship Id="rId359" Type="http://schemas.openxmlformats.org/officeDocument/2006/relationships/image" Target="../media/image519.png"/><Relationship Id="rId524" Type="http://schemas.openxmlformats.org/officeDocument/2006/relationships/image" Target="../media/image601.png"/><Relationship Id="rId98" Type="http://schemas.openxmlformats.org/officeDocument/2006/relationships/image" Target="../media/image396.png"/><Relationship Id="rId121" Type="http://schemas.openxmlformats.org/officeDocument/2006/relationships/image" Target="../media/image407.png"/><Relationship Id="rId163" Type="http://schemas.openxmlformats.org/officeDocument/2006/relationships/customXml" Target="../ink/ink446.xml"/><Relationship Id="rId219" Type="http://schemas.openxmlformats.org/officeDocument/2006/relationships/image" Target="../media/image454.png"/><Relationship Id="rId370" Type="http://schemas.openxmlformats.org/officeDocument/2006/relationships/customXml" Target="../ink/ink555.xml"/><Relationship Id="rId426" Type="http://schemas.openxmlformats.org/officeDocument/2006/relationships/customXml" Target="../ink/ink583.xml"/><Relationship Id="rId230" Type="http://schemas.openxmlformats.org/officeDocument/2006/relationships/image" Target="../media/image459.png"/><Relationship Id="rId468" Type="http://schemas.openxmlformats.org/officeDocument/2006/relationships/image" Target="../media/image573.png"/><Relationship Id="rId25" Type="http://schemas.openxmlformats.org/officeDocument/2006/relationships/customXml" Target="../ink/ink375.xml"/><Relationship Id="rId67" Type="http://schemas.openxmlformats.org/officeDocument/2006/relationships/customXml" Target="../ink/ink397.xml"/><Relationship Id="rId272" Type="http://schemas.openxmlformats.org/officeDocument/2006/relationships/customXml" Target="../ink/ink504.xml"/><Relationship Id="rId328" Type="http://schemas.openxmlformats.org/officeDocument/2006/relationships/image" Target="../media/image504.png"/><Relationship Id="rId535" Type="http://schemas.openxmlformats.org/officeDocument/2006/relationships/customXml" Target="../ink/ink638.xml"/><Relationship Id="rId132" Type="http://schemas.openxmlformats.org/officeDocument/2006/relationships/customXml" Target="../ink/ink430.xml"/><Relationship Id="rId174" Type="http://schemas.openxmlformats.org/officeDocument/2006/relationships/customXml" Target="../ink/ink452.xml"/><Relationship Id="rId381" Type="http://schemas.openxmlformats.org/officeDocument/2006/relationships/image" Target="../media/image530.png"/><Relationship Id="rId241" Type="http://schemas.openxmlformats.org/officeDocument/2006/relationships/customXml" Target="../ink/ink487.xml"/><Relationship Id="rId437" Type="http://schemas.openxmlformats.org/officeDocument/2006/relationships/image" Target="../media/image558.png"/><Relationship Id="rId479" Type="http://schemas.openxmlformats.org/officeDocument/2006/relationships/customXml" Target="../ink/ink610.xml"/><Relationship Id="rId36" Type="http://schemas.openxmlformats.org/officeDocument/2006/relationships/image" Target="../media/image367.png"/><Relationship Id="rId283" Type="http://schemas.openxmlformats.org/officeDocument/2006/relationships/image" Target="../media/image484.png"/><Relationship Id="rId339" Type="http://schemas.openxmlformats.org/officeDocument/2006/relationships/customXml" Target="../ink/ink539.xml"/><Relationship Id="rId490" Type="http://schemas.openxmlformats.org/officeDocument/2006/relationships/image" Target="../media/image584.png"/><Relationship Id="rId504" Type="http://schemas.openxmlformats.org/officeDocument/2006/relationships/image" Target="../media/image591.png"/><Relationship Id="rId78" Type="http://schemas.openxmlformats.org/officeDocument/2006/relationships/image" Target="../media/image386.png"/><Relationship Id="rId101" Type="http://schemas.openxmlformats.org/officeDocument/2006/relationships/customXml" Target="../ink/ink414.xml"/><Relationship Id="rId143" Type="http://schemas.openxmlformats.org/officeDocument/2006/relationships/customXml" Target="../ink/ink436.xml"/><Relationship Id="rId185" Type="http://schemas.openxmlformats.org/officeDocument/2006/relationships/image" Target="../media/image438.png"/><Relationship Id="rId350" Type="http://schemas.openxmlformats.org/officeDocument/2006/relationships/customXml" Target="../ink/ink545.xml"/><Relationship Id="rId406" Type="http://schemas.openxmlformats.org/officeDocument/2006/relationships/customXml" Target="../ink/ink573.xml"/><Relationship Id="rId9" Type="http://schemas.openxmlformats.org/officeDocument/2006/relationships/customXml" Target="../ink/ink367.xml"/><Relationship Id="rId210" Type="http://schemas.openxmlformats.org/officeDocument/2006/relationships/image" Target="../media/image450.png"/><Relationship Id="rId392" Type="http://schemas.openxmlformats.org/officeDocument/2006/relationships/customXml" Target="../ink/ink566.xml"/><Relationship Id="rId448" Type="http://schemas.openxmlformats.org/officeDocument/2006/relationships/customXml" Target="../ink/ink594.xml"/><Relationship Id="rId252" Type="http://schemas.openxmlformats.org/officeDocument/2006/relationships/image" Target="../media/image469.png"/><Relationship Id="rId294" Type="http://schemas.openxmlformats.org/officeDocument/2006/relationships/customXml" Target="../ink/ink515.xml"/><Relationship Id="rId308" Type="http://schemas.openxmlformats.org/officeDocument/2006/relationships/image" Target="../media/image495.png"/><Relationship Id="rId515" Type="http://schemas.openxmlformats.org/officeDocument/2006/relationships/customXml" Target="../ink/ink628.xml"/><Relationship Id="rId47" Type="http://schemas.openxmlformats.org/officeDocument/2006/relationships/customXml" Target="../ink/ink386.xml"/><Relationship Id="rId89" Type="http://schemas.openxmlformats.org/officeDocument/2006/relationships/customXml" Target="../ink/ink408.xml"/><Relationship Id="rId112" Type="http://schemas.openxmlformats.org/officeDocument/2006/relationships/image" Target="../media/image403.png"/><Relationship Id="rId154" Type="http://schemas.openxmlformats.org/officeDocument/2006/relationships/image" Target="../media/image423.png"/><Relationship Id="rId361" Type="http://schemas.openxmlformats.org/officeDocument/2006/relationships/image" Target="../media/image520.png"/><Relationship Id="rId196" Type="http://schemas.openxmlformats.org/officeDocument/2006/relationships/customXml" Target="../ink/ink463.xml"/><Relationship Id="rId417" Type="http://schemas.openxmlformats.org/officeDocument/2006/relationships/image" Target="../media/image548.png"/><Relationship Id="rId459" Type="http://schemas.openxmlformats.org/officeDocument/2006/relationships/customXml" Target="../ink/ink600.xml"/><Relationship Id="rId16" Type="http://schemas.openxmlformats.org/officeDocument/2006/relationships/image" Target="../media/image357.png"/><Relationship Id="rId221" Type="http://schemas.openxmlformats.org/officeDocument/2006/relationships/customXml" Target="../ink/ink477.xml"/><Relationship Id="rId263" Type="http://schemas.openxmlformats.org/officeDocument/2006/relationships/image" Target="../media/image474.png"/><Relationship Id="rId319" Type="http://schemas.openxmlformats.org/officeDocument/2006/relationships/customXml" Target="../ink/ink529.xml"/><Relationship Id="rId470" Type="http://schemas.openxmlformats.org/officeDocument/2006/relationships/image" Target="../media/image574.png"/><Relationship Id="rId526" Type="http://schemas.openxmlformats.org/officeDocument/2006/relationships/image" Target="../media/image602.png"/><Relationship Id="rId58" Type="http://schemas.openxmlformats.org/officeDocument/2006/relationships/customXml" Target="../ink/ink392.xml"/><Relationship Id="rId123" Type="http://schemas.openxmlformats.org/officeDocument/2006/relationships/image" Target="../media/image408.png"/><Relationship Id="rId330" Type="http://schemas.openxmlformats.org/officeDocument/2006/relationships/image" Target="../media/image505.png"/><Relationship Id="rId165" Type="http://schemas.openxmlformats.org/officeDocument/2006/relationships/customXml" Target="../ink/ink447.xml"/><Relationship Id="rId372" Type="http://schemas.openxmlformats.org/officeDocument/2006/relationships/customXml" Target="../ink/ink556.xml"/><Relationship Id="rId428" Type="http://schemas.openxmlformats.org/officeDocument/2006/relationships/customXml" Target="../ink/ink584.xml"/><Relationship Id="rId232" Type="http://schemas.openxmlformats.org/officeDocument/2006/relationships/image" Target="../media/image460.png"/><Relationship Id="rId274" Type="http://schemas.openxmlformats.org/officeDocument/2006/relationships/customXml" Target="../ink/ink505.xml"/><Relationship Id="rId481" Type="http://schemas.openxmlformats.org/officeDocument/2006/relationships/customXml" Target="../ink/ink611.xml"/><Relationship Id="rId27" Type="http://schemas.openxmlformats.org/officeDocument/2006/relationships/customXml" Target="../ink/ink376.xml"/><Relationship Id="rId69" Type="http://schemas.openxmlformats.org/officeDocument/2006/relationships/customXml" Target="../ink/ink398.xml"/><Relationship Id="rId134" Type="http://schemas.openxmlformats.org/officeDocument/2006/relationships/customXml" Target="../ink/ink431.xml"/><Relationship Id="rId537" Type="http://schemas.openxmlformats.org/officeDocument/2006/relationships/image" Target="../media/image607.png"/><Relationship Id="rId80" Type="http://schemas.openxmlformats.org/officeDocument/2006/relationships/image" Target="../media/image387.png"/><Relationship Id="rId176" Type="http://schemas.openxmlformats.org/officeDocument/2006/relationships/customXml" Target="../ink/ink453.xml"/><Relationship Id="rId341" Type="http://schemas.openxmlformats.org/officeDocument/2006/relationships/customXml" Target="../ink/ink540.xml"/><Relationship Id="rId383" Type="http://schemas.openxmlformats.org/officeDocument/2006/relationships/image" Target="../media/image531.png"/><Relationship Id="rId439" Type="http://schemas.openxmlformats.org/officeDocument/2006/relationships/image" Target="../media/image559.png"/><Relationship Id="rId201" Type="http://schemas.openxmlformats.org/officeDocument/2006/relationships/customXml" Target="../ink/ink466.xml"/><Relationship Id="rId243" Type="http://schemas.openxmlformats.org/officeDocument/2006/relationships/customXml" Target="../ink/ink488.xml"/><Relationship Id="rId285" Type="http://schemas.openxmlformats.org/officeDocument/2006/relationships/image" Target="../media/image146.png"/><Relationship Id="rId450" Type="http://schemas.openxmlformats.org/officeDocument/2006/relationships/customXml" Target="../ink/ink595.xml"/><Relationship Id="rId506" Type="http://schemas.openxmlformats.org/officeDocument/2006/relationships/image" Target="../media/image592.png"/><Relationship Id="rId38" Type="http://schemas.openxmlformats.org/officeDocument/2006/relationships/image" Target="../media/image368.png"/><Relationship Id="rId103" Type="http://schemas.openxmlformats.org/officeDocument/2006/relationships/customXml" Target="../ink/ink415.xml"/><Relationship Id="rId310" Type="http://schemas.openxmlformats.org/officeDocument/2006/relationships/image" Target="../media/image496.png"/><Relationship Id="rId492" Type="http://schemas.openxmlformats.org/officeDocument/2006/relationships/image" Target="../media/image585.png"/><Relationship Id="rId91" Type="http://schemas.openxmlformats.org/officeDocument/2006/relationships/customXml" Target="../ink/ink409.xml"/><Relationship Id="rId145" Type="http://schemas.openxmlformats.org/officeDocument/2006/relationships/customXml" Target="../ink/ink437.xml"/><Relationship Id="rId187" Type="http://schemas.openxmlformats.org/officeDocument/2006/relationships/image" Target="../media/image439.png"/><Relationship Id="rId352" Type="http://schemas.openxmlformats.org/officeDocument/2006/relationships/customXml" Target="../ink/ink546.xml"/><Relationship Id="rId394" Type="http://schemas.openxmlformats.org/officeDocument/2006/relationships/customXml" Target="../ink/ink567.xml"/><Relationship Id="rId408" Type="http://schemas.openxmlformats.org/officeDocument/2006/relationships/customXml" Target="../ink/ink574.xml"/><Relationship Id="rId212" Type="http://schemas.openxmlformats.org/officeDocument/2006/relationships/image" Target="../media/image451.png"/><Relationship Id="rId254" Type="http://schemas.openxmlformats.org/officeDocument/2006/relationships/image" Target="../media/image470.png"/><Relationship Id="rId49" Type="http://schemas.openxmlformats.org/officeDocument/2006/relationships/customXml" Target="../ink/ink387.xml"/><Relationship Id="rId114" Type="http://schemas.openxmlformats.org/officeDocument/2006/relationships/customXml" Target="../ink/ink421.xml"/><Relationship Id="rId296" Type="http://schemas.openxmlformats.org/officeDocument/2006/relationships/image" Target="../media/image489.png"/><Relationship Id="rId461" Type="http://schemas.openxmlformats.org/officeDocument/2006/relationships/customXml" Target="../ink/ink601.xml"/><Relationship Id="rId517" Type="http://schemas.openxmlformats.org/officeDocument/2006/relationships/customXml" Target="../ink/ink629.xml"/><Relationship Id="rId60" Type="http://schemas.openxmlformats.org/officeDocument/2006/relationships/customXml" Target="../ink/ink393.xml"/><Relationship Id="rId156" Type="http://schemas.openxmlformats.org/officeDocument/2006/relationships/image" Target="../media/image424.png"/><Relationship Id="rId198" Type="http://schemas.openxmlformats.org/officeDocument/2006/relationships/customXml" Target="../ink/ink464.xml"/><Relationship Id="rId321" Type="http://schemas.openxmlformats.org/officeDocument/2006/relationships/customXml" Target="../ink/ink530.xml"/><Relationship Id="rId363" Type="http://schemas.openxmlformats.org/officeDocument/2006/relationships/image" Target="../media/image521.png"/><Relationship Id="rId419" Type="http://schemas.openxmlformats.org/officeDocument/2006/relationships/image" Target="../media/image549.png"/><Relationship Id="rId223" Type="http://schemas.openxmlformats.org/officeDocument/2006/relationships/customXml" Target="../ink/ink478.xml"/><Relationship Id="rId430" Type="http://schemas.openxmlformats.org/officeDocument/2006/relationships/customXml" Target="../ink/ink585.xml"/><Relationship Id="rId18" Type="http://schemas.openxmlformats.org/officeDocument/2006/relationships/image" Target="../media/image358.png"/><Relationship Id="rId265" Type="http://schemas.openxmlformats.org/officeDocument/2006/relationships/image" Target="../media/image475.png"/><Relationship Id="rId472" Type="http://schemas.openxmlformats.org/officeDocument/2006/relationships/image" Target="../media/image575.png"/><Relationship Id="rId528" Type="http://schemas.openxmlformats.org/officeDocument/2006/relationships/image" Target="../media/image603.png"/><Relationship Id="rId125" Type="http://schemas.openxmlformats.org/officeDocument/2006/relationships/image" Target="../media/image409.png"/><Relationship Id="rId167" Type="http://schemas.openxmlformats.org/officeDocument/2006/relationships/customXml" Target="../ink/ink448.xml"/><Relationship Id="rId332" Type="http://schemas.openxmlformats.org/officeDocument/2006/relationships/image" Target="../media/image506.png"/><Relationship Id="rId374" Type="http://schemas.openxmlformats.org/officeDocument/2006/relationships/customXml" Target="../ink/ink557.xml"/><Relationship Id="rId71" Type="http://schemas.openxmlformats.org/officeDocument/2006/relationships/customXml" Target="../ink/ink399.xml"/><Relationship Id="rId234" Type="http://schemas.openxmlformats.org/officeDocument/2006/relationships/image" Target="../media/image461.png"/><Relationship Id="rId2" Type="http://schemas.openxmlformats.org/officeDocument/2006/relationships/image" Target="../media/image350.png"/><Relationship Id="rId29" Type="http://schemas.openxmlformats.org/officeDocument/2006/relationships/customXml" Target="../ink/ink377.xml"/><Relationship Id="rId276" Type="http://schemas.openxmlformats.org/officeDocument/2006/relationships/customXml" Target="../ink/ink506.xml"/><Relationship Id="rId441" Type="http://schemas.openxmlformats.org/officeDocument/2006/relationships/image" Target="../media/image560.png"/><Relationship Id="rId483" Type="http://schemas.openxmlformats.org/officeDocument/2006/relationships/customXml" Target="../ink/ink612.xml"/><Relationship Id="rId40" Type="http://schemas.openxmlformats.org/officeDocument/2006/relationships/image" Target="../media/image369.png"/><Relationship Id="rId136" Type="http://schemas.openxmlformats.org/officeDocument/2006/relationships/customXml" Target="../ink/ink432.xml"/><Relationship Id="rId178" Type="http://schemas.openxmlformats.org/officeDocument/2006/relationships/customXml" Target="../ink/ink454.xml"/><Relationship Id="rId301" Type="http://schemas.openxmlformats.org/officeDocument/2006/relationships/customXml" Target="../ink/ink519.xml"/><Relationship Id="rId343" Type="http://schemas.openxmlformats.org/officeDocument/2006/relationships/customXml" Target="../ink/ink541.xml"/><Relationship Id="rId82" Type="http://schemas.openxmlformats.org/officeDocument/2006/relationships/image" Target="../media/image388.png"/><Relationship Id="rId203" Type="http://schemas.openxmlformats.org/officeDocument/2006/relationships/customXml" Target="../ink/ink467.xml"/><Relationship Id="rId385" Type="http://schemas.openxmlformats.org/officeDocument/2006/relationships/image" Target="../media/image532.png"/><Relationship Id="rId245" Type="http://schemas.openxmlformats.org/officeDocument/2006/relationships/image" Target="../media/image466.png"/><Relationship Id="rId287" Type="http://schemas.openxmlformats.org/officeDocument/2006/relationships/image" Target="../media/image485.png"/><Relationship Id="rId410" Type="http://schemas.openxmlformats.org/officeDocument/2006/relationships/customXml" Target="../ink/ink575.xml"/><Relationship Id="rId452" Type="http://schemas.openxmlformats.org/officeDocument/2006/relationships/customXml" Target="../ink/ink596.xml"/><Relationship Id="rId494" Type="http://schemas.openxmlformats.org/officeDocument/2006/relationships/image" Target="../media/image586.png"/><Relationship Id="rId508" Type="http://schemas.openxmlformats.org/officeDocument/2006/relationships/image" Target="../media/image593.png"/><Relationship Id="rId105" Type="http://schemas.openxmlformats.org/officeDocument/2006/relationships/customXml" Target="../ink/ink416.xml"/><Relationship Id="rId147" Type="http://schemas.openxmlformats.org/officeDocument/2006/relationships/customXml" Target="../ink/ink438.xml"/><Relationship Id="rId312" Type="http://schemas.openxmlformats.org/officeDocument/2006/relationships/customXml" Target="../ink/ink525.xml"/><Relationship Id="rId354" Type="http://schemas.openxmlformats.org/officeDocument/2006/relationships/customXml" Target="../ink/ink547.xml"/><Relationship Id="rId51" Type="http://schemas.openxmlformats.org/officeDocument/2006/relationships/customXml" Target="../ink/ink388.xml"/><Relationship Id="rId93" Type="http://schemas.openxmlformats.org/officeDocument/2006/relationships/customXml" Target="../ink/ink410.xml"/><Relationship Id="rId189" Type="http://schemas.openxmlformats.org/officeDocument/2006/relationships/image" Target="../media/image440.png"/><Relationship Id="rId396" Type="http://schemas.openxmlformats.org/officeDocument/2006/relationships/customXml" Target="../ink/ink568.xml"/><Relationship Id="rId214" Type="http://schemas.openxmlformats.org/officeDocument/2006/relationships/image" Target="../media/image452.png"/><Relationship Id="rId256" Type="http://schemas.openxmlformats.org/officeDocument/2006/relationships/customXml" Target="../ink/ink496.xml"/><Relationship Id="rId298" Type="http://schemas.openxmlformats.org/officeDocument/2006/relationships/image" Target="../media/image490.png"/><Relationship Id="rId421" Type="http://schemas.openxmlformats.org/officeDocument/2006/relationships/image" Target="../media/image550.png"/><Relationship Id="rId463" Type="http://schemas.openxmlformats.org/officeDocument/2006/relationships/customXml" Target="../ink/ink602.xml"/><Relationship Id="rId519" Type="http://schemas.openxmlformats.org/officeDocument/2006/relationships/customXml" Target="../ink/ink630.xml"/><Relationship Id="rId116" Type="http://schemas.openxmlformats.org/officeDocument/2006/relationships/customXml" Target="../ink/ink422.xml"/><Relationship Id="rId158" Type="http://schemas.openxmlformats.org/officeDocument/2006/relationships/image" Target="../media/image425.png"/><Relationship Id="rId323" Type="http://schemas.openxmlformats.org/officeDocument/2006/relationships/customXml" Target="../ink/ink531.xml"/><Relationship Id="rId530" Type="http://schemas.openxmlformats.org/officeDocument/2006/relationships/image" Target="../media/image604.png"/><Relationship Id="rId20" Type="http://schemas.openxmlformats.org/officeDocument/2006/relationships/image" Target="../media/image359.png"/><Relationship Id="rId62" Type="http://schemas.openxmlformats.org/officeDocument/2006/relationships/customXml" Target="../ink/ink394.xml"/><Relationship Id="rId365" Type="http://schemas.openxmlformats.org/officeDocument/2006/relationships/image" Target="../media/image522.png"/><Relationship Id="rId225" Type="http://schemas.openxmlformats.org/officeDocument/2006/relationships/customXml" Target="../ink/ink479.xml"/><Relationship Id="rId267" Type="http://schemas.openxmlformats.org/officeDocument/2006/relationships/image" Target="../media/image476.png"/><Relationship Id="rId432" Type="http://schemas.openxmlformats.org/officeDocument/2006/relationships/customXml" Target="../ink/ink586.xml"/><Relationship Id="rId474" Type="http://schemas.openxmlformats.org/officeDocument/2006/relationships/image" Target="../media/image576.png"/><Relationship Id="rId127" Type="http://schemas.openxmlformats.org/officeDocument/2006/relationships/image" Target="../media/image410.png"/><Relationship Id="rId31" Type="http://schemas.openxmlformats.org/officeDocument/2006/relationships/customXml" Target="../ink/ink378.xml"/><Relationship Id="rId73" Type="http://schemas.openxmlformats.org/officeDocument/2006/relationships/customXml" Target="../ink/ink400.xml"/><Relationship Id="rId169" Type="http://schemas.openxmlformats.org/officeDocument/2006/relationships/image" Target="../media/image430.png"/><Relationship Id="rId334" Type="http://schemas.openxmlformats.org/officeDocument/2006/relationships/image" Target="../media/image507.png"/><Relationship Id="rId376" Type="http://schemas.openxmlformats.org/officeDocument/2006/relationships/customXml" Target="../ink/ink558.xml"/><Relationship Id="rId4" Type="http://schemas.openxmlformats.org/officeDocument/2006/relationships/image" Target="../media/image351.png"/><Relationship Id="rId180" Type="http://schemas.openxmlformats.org/officeDocument/2006/relationships/customXml" Target="../ink/ink455.xml"/><Relationship Id="rId236" Type="http://schemas.openxmlformats.org/officeDocument/2006/relationships/image" Target="../media/image462.png"/><Relationship Id="rId278" Type="http://schemas.openxmlformats.org/officeDocument/2006/relationships/customXml" Target="../ink/ink507.xml"/><Relationship Id="rId401" Type="http://schemas.openxmlformats.org/officeDocument/2006/relationships/image" Target="../media/image540.png"/><Relationship Id="rId443" Type="http://schemas.openxmlformats.org/officeDocument/2006/relationships/image" Target="../media/image561.png"/><Relationship Id="rId303" Type="http://schemas.openxmlformats.org/officeDocument/2006/relationships/customXml" Target="../ink/ink520.xml"/><Relationship Id="rId485" Type="http://schemas.openxmlformats.org/officeDocument/2006/relationships/customXml" Target="../ink/ink613.xml"/><Relationship Id="rId42" Type="http://schemas.openxmlformats.org/officeDocument/2006/relationships/image" Target="../media/image370.png"/><Relationship Id="rId84" Type="http://schemas.openxmlformats.org/officeDocument/2006/relationships/image" Target="../media/image389.png"/><Relationship Id="rId138" Type="http://schemas.openxmlformats.org/officeDocument/2006/relationships/customXml" Target="../ink/ink433.xml"/><Relationship Id="rId345" Type="http://schemas.openxmlformats.org/officeDocument/2006/relationships/customXml" Target="../ink/ink542.xml"/><Relationship Id="rId387" Type="http://schemas.openxmlformats.org/officeDocument/2006/relationships/image" Target="../media/image533.png"/><Relationship Id="rId510" Type="http://schemas.openxmlformats.org/officeDocument/2006/relationships/image" Target="../media/image594.png"/><Relationship Id="rId191" Type="http://schemas.openxmlformats.org/officeDocument/2006/relationships/image" Target="../media/image441.png"/><Relationship Id="rId205" Type="http://schemas.openxmlformats.org/officeDocument/2006/relationships/customXml" Target="../ink/ink468.xml"/><Relationship Id="rId247" Type="http://schemas.openxmlformats.org/officeDocument/2006/relationships/image" Target="../media/image467.png"/><Relationship Id="rId412" Type="http://schemas.openxmlformats.org/officeDocument/2006/relationships/customXml" Target="../ink/ink576.xml"/><Relationship Id="rId107" Type="http://schemas.openxmlformats.org/officeDocument/2006/relationships/customXml" Target="../ink/ink417.xml"/><Relationship Id="rId289" Type="http://schemas.openxmlformats.org/officeDocument/2006/relationships/image" Target="../media/image486.png"/><Relationship Id="rId454" Type="http://schemas.openxmlformats.org/officeDocument/2006/relationships/customXml" Target="../ink/ink597.xml"/><Relationship Id="rId496" Type="http://schemas.openxmlformats.org/officeDocument/2006/relationships/image" Target="../media/image587.png"/><Relationship Id="rId11" Type="http://schemas.openxmlformats.org/officeDocument/2006/relationships/customXml" Target="../ink/ink368.xml"/><Relationship Id="rId53" Type="http://schemas.openxmlformats.org/officeDocument/2006/relationships/customXml" Target="../ink/ink389.xml"/><Relationship Id="rId149" Type="http://schemas.openxmlformats.org/officeDocument/2006/relationships/customXml" Target="../ink/ink439.xml"/><Relationship Id="rId314" Type="http://schemas.openxmlformats.org/officeDocument/2006/relationships/customXml" Target="../ink/ink526.xml"/><Relationship Id="rId356" Type="http://schemas.openxmlformats.org/officeDocument/2006/relationships/customXml" Target="../ink/ink548.xml"/><Relationship Id="rId398" Type="http://schemas.openxmlformats.org/officeDocument/2006/relationships/customXml" Target="../ink/ink569.xml"/><Relationship Id="rId521" Type="http://schemas.openxmlformats.org/officeDocument/2006/relationships/customXml" Target="../ink/ink631.xml"/><Relationship Id="rId95" Type="http://schemas.openxmlformats.org/officeDocument/2006/relationships/customXml" Target="../ink/ink411.xml"/><Relationship Id="rId160" Type="http://schemas.openxmlformats.org/officeDocument/2006/relationships/image" Target="../media/image426.png"/><Relationship Id="rId216" Type="http://schemas.openxmlformats.org/officeDocument/2006/relationships/customXml" Target="../ink/ink474.xml"/><Relationship Id="rId423" Type="http://schemas.openxmlformats.org/officeDocument/2006/relationships/image" Target="../media/image551.png"/><Relationship Id="rId258" Type="http://schemas.openxmlformats.org/officeDocument/2006/relationships/customXml" Target="../ink/ink497.xml"/><Relationship Id="rId465" Type="http://schemas.openxmlformats.org/officeDocument/2006/relationships/customXml" Target="../ink/ink603.xml"/><Relationship Id="rId22" Type="http://schemas.openxmlformats.org/officeDocument/2006/relationships/image" Target="../media/image360.png"/><Relationship Id="rId64" Type="http://schemas.openxmlformats.org/officeDocument/2006/relationships/customXml" Target="../ink/ink395.xml"/><Relationship Id="rId118" Type="http://schemas.openxmlformats.org/officeDocument/2006/relationships/customXml" Target="../ink/ink423.xml"/><Relationship Id="rId325" Type="http://schemas.openxmlformats.org/officeDocument/2006/relationships/customXml" Target="../ink/ink532.xml"/><Relationship Id="rId367" Type="http://schemas.openxmlformats.org/officeDocument/2006/relationships/image" Target="../media/image523.png"/><Relationship Id="rId532" Type="http://schemas.openxmlformats.org/officeDocument/2006/relationships/image" Target="../media/image605.png"/><Relationship Id="rId171" Type="http://schemas.openxmlformats.org/officeDocument/2006/relationships/image" Target="../media/image431.png"/><Relationship Id="rId227" Type="http://schemas.openxmlformats.org/officeDocument/2006/relationships/customXml" Target="../ink/ink480.xml"/><Relationship Id="rId269" Type="http://schemas.openxmlformats.org/officeDocument/2006/relationships/image" Target="../media/image477.png"/><Relationship Id="rId434" Type="http://schemas.openxmlformats.org/officeDocument/2006/relationships/customXml" Target="../ink/ink587.xml"/><Relationship Id="rId476" Type="http://schemas.openxmlformats.org/officeDocument/2006/relationships/image" Target="../media/image577.png"/><Relationship Id="rId33" Type="http://schemas.openxmlformats.org/officeDocument/2006/relationships/customXml" Target="../ink/ink379.xml"/><Relationship Id="rId129" Type="http://schemas.openxmlformats.org/officeDocument/2006/relationships/image" Target="../media/image411.png"/><Relationship Id="rId280" Type="http://schemas.openxmlformats.org/officeDocument/2006/relationships/customXml" Target="../ink/ink508.xml"/><Relationship Id="rId336" Type="http://schemas.openxmlformats.org/officeDocument/2006/relationships/image" Target="../media/image508.png"/><Relationship Id="rId501" Type="http://schemas.openxmlformats.org/officeDocument/2006/relationships/customXml" Target="../ink/ink621.xml"/><Relationship Id="rId75" Type="http://schemas.openxmlformats.org/officeDocument/2006/relationships/customXml" Target="../ink/ink401.xml"/><Relationship Id="rId140" Type="http://schemas.openxmlformats.org/officeDocument/2006/relationships/customXml" Target="../ink/ink434.xml"/><Relationship Id="rId182" Type="http://schemas.openxmlformats.org/officeDocument/2006/relationships/customXml" Target="../ink/ink456.xml"/><Relationship Id="rId378" Type="http://schemas.openxmlformats.org/officeDocument/2006/relationships/customXml" Target="../ink/ink559.xml"/><Relationship Id="rId403" Type="http://schemas.openxmlformats.org/officeDocument/2006/relationships/image" Target="../media/image541.png"/><Relationship Id="rId6" Type="http://schemas.openxmlformats.org/officeDocument/2006/relationships/image" Target="../media/image352.png"/><Relationship Id="rId238" Type="http://schemas.openxmlformats.org/officeDocument/2006/relationships/image" Target="../media/image463.png"/><Relationship Id="rId445" Type="http://schemas.openxmlformats.org/officeDocument/2006/relationships/image" Target="../media/image562.png"/><Relationship Id="rId487" Type="http://schemas.openxmlformats.org/officeDocument/2006/relationships/customXml" Target="../ink/ink614.xml"/><Relationship Id="rId291" Type="http://schemas.openxmlformats.org/officeDocument/2006/relationships/image" Target="../media/image487.png"/><Relationship Id="rId305" Type="http://schemas.openxmlformats.org/officeDocument/2006/relationships/customXml" Target="../ink/ink521.xml"/><Relationship Id="rId347" Type="http://schemas.openxmlformats.org/officeDocument/2006/relationships/image" Target="../media/image513.png"/><Relationship Id="rId512" Type="http://schemas.openxmlformats.org/officeDocument/2006/relationships/image" Target="../media/image595.png"/><Relationship Id="rId44" Type="http://schemas.openxmlformats.org/officeDocument/2006/relationships/image" Target="../media/image371.png"/><Relationship Id="rId86" Type="http://schemas.openxmlformats.org/officeDocument/2006/relationships/image" Target="../media/image390.png"/><Relationship Id="rId151" Type="http://schemas.openxmlformats.org/officeDocument/2006/relationships/customXml" Target="../ink/ink440.xml"/><Relationship Id="rId389" Type="http://schemas.openxmlformats.org/officeDocument/2006/relationships/image" Target="../media/image534.png"/><Relationship Id="rId193" Type="http://schemas.openxmlformats.org/officeDocument/2006/relationships/image" Target="../media/image442.png"/><Relationship Id="rId207" Type="http://schemas.openxmlformats.org/officeDocument/2006/relationships/customXml" Target="../ink/ink469.xml"/><Relationship Id="rId249" Type="http://schemas.openxmlformats.org/officeDocument/2006/relationships/image" Target="../media/image468.png"/><Relationship Id="rId414" Type="http://schemas.openxmlformats.org/officeDocument/2006/relationships/customXml" Target="../ink/ink577.xml"/><Relationship Id="rId456" Type="http://schemas.openxmlformats.org/officeDocument/2006/relationships/customXml" Target="../ink/ink598.xml"/><Relationship Id="rId498" Type="http://schemas.openxmlformats.org/officeDocument/2006/relationships/image" Target="../media/image588.png"/><Relationship Id="rId13" Type="http://schemas.openxmlformats.org/officeDocument/2006/relationships/customXml" Target="../ink/ink369.xml"/><Relationship Id="rId109" Type="http://schemas.openxmlformats.org/officeDocument/2006/relationships/customXml" Target="../ink/ink418.xml"/><Relationship Id="rId260" Type="http://schemas.openxmlformats.org/officeDocument/2006/relationships/customXml" Target="../ink/ink498.xml"/><Relationship Id="rId316" Type="http://schemas.openxmlformats.org/officeDocument/2006/relationships/customXml" Target="../ink/ink527.xml"/><Relationship Id="rId523" Type="http://schemas.openxmlformats.org/officeDocument/2006/relationships/customXml" Target="../ink/ink632.xml"/><Relationship Id="rId55" Type="http://schemas.openxmlformats.org/officeDocument/2006/relationships/customXml" Target="../ink/ink390.xml"/><Relationship Id="rId97" Type="http://schemas.openxmlformats.org/officeDocument/2006/relationships/customXml" Target="../ink/ink412.xml"/><Relationship Id="rId120" Type="http://schemas.openxmlformats.org/officeDocument/2006/relationships/customXml" Target="../ink/ink424.xml"/><Relationship Id="rId358" Type="http://schemas.openxmlformats.org/officeDocument/2006/relationships/customXml" Target="../ink/ink549.xml"/><Relationship Id="rId162" Type="http://schemas.openxmlformats.org/officeDocument/2006/relationships/image" Target="../media/image427.png"/><Relationship Id="rId218" Type="http://schemas.openxmlformats.org/officeDocument/2006/relationships/customXml" Target="../ink/ink475.xml"/><Relationship Id="rId425" Type="http://schemas.openxmlformats.org/officeDocument/2006/relationships/image" Target="../media/image552.png"/><Relationship Id="rId467" Type="http://schemas.openxmlformats.org/officeDocument/2006/relationships/customXml" Target="../ink/ink604.xml"/><Relationship Id="rId271" Type="http://schemas.openxmlformats.org/officeDocument/2006/relationships/image" Target="../media/image478.png"/><Relationship Id="rId24" Type="http://schemas.openxmlformats.org/officeDocument/2006/relationships/image" Target="../media/image361.png"/><Relationship Id="rId66" Type="http://schemas.openxmlformats.org/officeDocument/2006/relationships/image" Target="../media/image380.png"/><Relationship Id="rId131" Type="http://schemas.openxmlformats.org/officeDocument/2006/relationships/image" Target="../media/image412.png"/><Relationship Id="rId327" Type="http://schemas.openxmlformats.org/officeDocument/2006/relationships/customXml" Target="../ink/ink533.xml"/><Relationship Id="rId369" Type="http://schemas.openxmlformats.org/officeDocument/2006/relationships/image" Target="../media/image524.png"/><Relationship Id="rId534" Type="http://schemas.openxmlformats.org/officeDocument/2006/relationships/image" Target="../media/image606.png"/><Relationship Id="rId173" Type="http://schemas.openxmlformats.org/officeDocument/2006/relationships/image" Target="../media/image432.png"/><Relationship Id="rId229" Type="http://schemas.openxmlformats.org/officeDocument/2006/relationships/customXml" Target="../ink/ink481.xml"/><Relationship Id="rId380" Type="http://schemas.openxmlformats.org/officeDocument/2006/relationships/customXml" Target="../ink/ink560.xml"/><Relationship Id="rId436" Type="http://schemas.openxmlformats.org/officeDocument/2006/relationships/customXml" Target="../ink/ink588.xml"/><Relationship Id="rId240" Type="http://schemas.openxmlformats.org/officeDocument/2006/relationships/image" Target="../media/image464.png"/><Relationship Id="rId478" Type="http://schemas.openxmlformats.org/officeDocument/2006/relationships/image" Target="../media/image578.png"/><Relationship Id="rId35" Type="http://schemas.openxmlformats.org/officeDocument/2006/relationships/customXml" Target="../ink/ink380.xml"/><Relationship Id="rId77" Type="http://schemas.openxmlformats.org/officeDocument/2006/relationships/customXml" Target="../ink/ink402.xml"/><Relationship Id="rId100" Type="http://schemas.openxmlformats.org/officeDocument/2006/relationships/image" Target="../media/image397.png"/><Relationship Id="rId282" Type="http://schemas.openxmlformats.org/officeDocument/2006/relationships/customXml" Target="../ink/ink509.xml"/><Relationship Id="rId338" Type="http://schemas.openxmlformats.org/officeDocument/2006/relationships/image" Target="../media/image509.png"/><Relationship Id="rId503" Type="http://schemas.openxmlformats.org/officeDocument/2006/relationships/customXml" Target="../ink/ink622.xml"/><Relationship Id="rId8" Type="http://schemas.openxmlformats.org/officeDocument/2006/relationships/image" Target="../media/image353.png"/><Relationship Id="rId142" Type="http://schemas.openxmlformats.org/officeDocument/2006/relationships/customXml" Target="../ink/ink435.xml"/><Relationship Id="rId184" Type="http://schemas.openxmlformats.org/officeDocument/2006/relationships/customXml" Target="../ink/ink457.xml"/><Relationship Id="rId391" Type="http://schemas.openxmlformats.org/officeDocument/2006/relationships/image" Target="../media/image535.png"/><Relationship Id="rId405" Type="http://schemas.openxmlformats.org/officeDocument/2006/relationships/image" Target="../media/image542.png"/><Relationship Id="rId447" Type="http://schemas.openxmlformats.org/officeDocument/2006/relationships/image" Target="../media/image563.png"/><Relationship Id="rId251" Type="http://schemas.openxmlformats.org/officeDocument/2006/relationships/customXml" Target="../ink/ink493.xml"/><Relationship Id="rId489" Type="http://schemas.openxmlformats.org/officeDocument/2006/relationships/customXml" Target="../ink/ink615.xml"/><Relationship Id="rId46" Type="http://schemas.openxmlformats.org/officeDocument/2006/relationships/image" Target="../media/image372.png"/><Relationship Id="rId293" Type="http://schemas.openxmlformats.org/officeDocument/2006/relationships/image" Target="../media/image488.png"/><Relationship Id="rId307" Type="http://schemas.openxmlformats.org/officeDocument/2006/relationships/customXml" Target="../ink/ink522.xml"/><Relationship Id="rId349" Type="http://schemas.openxmlformats.org/officeDocument/2006/relationships/image" Target="../media/image514.png"/><Relationship Id="rId514" Type="http://schemas.openxmlformats.org/officeDocument/2006/relationships/image" Target="../media/image596.png"/><Relationship Id="rId88" Type="http://schemas.openxmlformats.org/officeDocument/2006/relationships/image" Target="../media/image391.png"/><Relationship Id="rId111" Type="http://schemas.openxmlformats.org/officeDocument/2006/relationships/customXml" Target="../ink/ink419.xml"/><Relationship Id="rId153" Type="http://schemas.openxmlformats.org/officeDocument/2006/relationships/customXml" Target="../ink/ink441.xml"/><Relationship Id="rId195" Type="http://schemas.openxmlformats.org/officeDocument/2006/relationships/image" Target="../media/image443.png"/><Relationship Id="rId209" Type="http://schemas.openxmlformats.org/officeDocument/2006/relationships/customXml" Target="../ink/ink470.xml"/><Relationship Id="rId360" Type="http://schemas.openxmlformats.org/officeDocument/2006/relationships/customXml" Target="../ink/ink550.xml"/><Relationship Id="rId416" Type="http://schemas.openxmlformats.org/officeDocument/2006/relationships/customXml" Target="../ink/ink578.xml"/><Relationship Id="rId220" Type="http://schemas.openxmlformats.org/officeDocument/2006/relationships/customXml" Target="../ink/ink476.xml"/><Relationship Id="rId458" Type="http://schemas.openxmlformats.org/officeDocument/2006/relationships/customXml" Target="../ink/ink599.xml"/><Relationship Id="rId15" Type="http://schemas.openxmlformats.org/officeDocument/2006/relationships/customXml" Target="../ink/ink370.xml"/><Relationship Id="rId57" Type="http://schemas.openxmlformats.org/officeDocument/2006/relationships/customXml" Target="../ink/ink391.xml"/><Relationship Id="rId262" Type="http://schemas.openxmlformats.org/officeDocument/2006/relationships/customXml" Target="../ink/ink499.xml"/><Relationship Id="rId318" Type="http://schemas.openxmlformats.org/officeDocument/2006/relationships/image" Target="../media/image499.png"/><Relationship Id="rId525" Type="http://schemas.openxmlformats.org/officeDocument/2006/relationships/customXml" Target="../ink/ink633.xml"/><Relationship Id="rId99" Type="http://schemas.openxmlformats.org/officeDocument/2006/relationships/customXml" Target="../ink/ink413.xml"/><Relationship Id="rId122" Type="http://schemas.openxmlformats.org/officeDocument/2006/relationships/customXml" Target="../ink/ink425.xml"/><Relationship Id="rId164" Type="http://schemas.openxmlformats.org/officeDocument/2006/relationships/image" Target="../media/image428.png"/><Relationship Id="rId371" Type="http://schemas.openxmlformats.org/officeDocument/2006/relationships/image" Target="../media/image525.png"/><Relationship Id="rId427" Type="http://schemas.openxmlformats.org/officeDocument/2006/relationships/image" Target="../media/image553.png"/><Relationship Id="rId469" Type="http://schemas.openxmlformats.org/officeDocument/2006/relationships/customXml" Target="../ink/ink605.xml"/><Relationship Id="rId26" Type="http://schemas.openxmlformats.org/officeDocument/2006/relationships/image" Target="../media/image362.png"/><Relationship Id="rId231" Type="http://schemas.openxmlformats.org/officeDocument/2006/relationships/customXml" Target="../ink/ink482.xml"/><Relationship Id="rId273" Type="http://schemas.openxmlformats.org/officeDocument/2006/relationships/image" Target="../media/image479.png"/><Relationship Id="rId329" Type="http://schemas.openxmlformats.org/officeDocument/2006/relationships/customXml" Target="../ink/ink534.xml"/><Relationship Id="rId480" Type="http://schemas.openxmlformats.org/officeDocument/2006/relationships/image" Target="../media/image579.png"/><Relationship Id="rId536" Type="http://schemas.openxmlformats.org/officeDocument/2006/relationships/customXml" Target="../ink/ink639.xml"/><Relationship Id="rId68" Type="http://schemas.openxmlformats.org/officeDocument/2006/relationships/image" Target="../media/image381.png"/><Relationship Id="rId133" Type="http://schemas.openxmlformats.org/officeDocument/2006/relationships/image" Target="../media/image413.png"/><Relationship Id="rId175" Type="http://schemas.openxmlformats.org/officeDocument/2006/relationships/image" Target="../media/image433.png"/><Relationship Id="rId340" Type="http://schemas.openxmlformats.org/officeDocument/2006/relationships/image" Target="../media/image510.png"/><Relationship Id="rId200" Type="http://schemas.openxmlformats.org/officeDocument/2006/relationships/customXml" Target="../ink/ink465.xml"/><Relationship Id="rId382" Type="http://schemas.openxmlformats.org/officeDocument/2006/relationships/customXml" Target="../ink/ink561.xml"/><Relationship Id="rId438" Type="http://schemas.openxmlformats.org/officeDocument/2006/relationships/customXml" Target="../ink/ink589.xml"/><Relationship Id="rId242" Type="http://schemas.openxmlformats.org/officeDocument/2006/relationships/image" Target="../media/image465.png"/><Relationship Id="rId284" Type="http://schemas.openxmlformats.org/officeDocument/2006/relationships/customXml" Target="../ink/ink510.xml"/><Relationship Id="rId491" Type="http://schemas.openxmlformats.org/officeDocument/2006/relationships/customXml" Target="../ink/ink616.xml"/><Relationship Id="rId505" Type="http://schemas.openxmlformats.org/officeDocument/2006/relationships/customXml" Target="../ink/ink623.xml"/><Relationship Id="rId37" Type="http://schemas.openxmlformats.org/officeDocument/2006/relationships/customXml" Target="../ink/ink381.xml"/><Relationship Id="rId79" Type="http://schemas.openxmlformats.org/officeDocument/2006/relationships/customXml" Target="../ink/ink403.xml"/><Relationship Id="rId102" Type="http://schemas.openxmlformats.org/officeDocument/2006/relationships/image" Target="../media/image398.png"/><Relationship Id="rId144" Type="http://schemas.openxmlformats.org/officeDocument/2006/relationships/image" Target="../media/image418.png"/><Relationship Id="rId90" Type="http://schemas.openxmlformats.org/officeDocument/2006/relationships/image" Target="../media/image392.png"/><Relationship Id="rId186" Type="http://schemas.openxmlformats.org/officeDocument/2006/relationships/customXml" Target="../ink/ink458.xml"/><Relationship Id="rId351" Type="http://schemas.openxmlformats.org/officeDocument/2006/relationships/image" Target="../media/image515.png"/><Relationship Id="rId393" Type="http://schemas.openxmlformats.org/officeDocument/2006/relationships/image" Target="../media/image536.png"/><Relationship Id="rId407" Type="http://schemas.openxmlformats.org/officeDocument/2006/relationships/image" Target="../media/image543.png"/><Relationship Id="rId449" Type="http://schemas.openxmlformats.org/officeDocument/2006/relationships/image" Target="../media/image564.png"/><Relationship Id="rId211" Type="http://schemas.openxmlformats.org/officeDocument/2006/relationships/customXml" Target="../ink/ink471.xml"/><Relationship Id="rId253" Type="http://schemas.openxmlformats.org/officeDocument/2006/relationships/customXml" Target="../ink/ink494.xml"/><Relationship Id="rId295" Type="http://schemas.openxmlformats.org/officeDocument/2006/relationships/customXml" Target="../ink/ink516.xml"/><Relationship Id="rId309" Type="http://schemas.openxmlformats.org/officeDocument/2006/relationships/customXml" Target="../ink/ink523.xml"/><Relationship Id="rId460" Type="http://schemas.openxmlformats.org/officeDocument/2006/relationships/image" Target="../media/image569.png"/><Relationship Id="rId516" Type="http://schemas.openxmlformats.org/officeDocument/2006/relationships/image" Target="../media/image597.png"/><Relationship Id="rId48" Type="http://schemas.openxmlformats.org/officeDocument/2006/relationships/image" Target="../media/image373.png"/><Relationship Id="rId113" Type="http://schemas.openxmlformats.org/officeDocument/2006/relationships/customXml" Target="../ink/ink420.xml"/><Relationship Id="rId320" Type="http://schemas.openxmlformats.org/officeDocument/2006/relationships/image" Target="../media/image500.png"/><Relationship Id="rId155" Type="http://schemas.openxmlformats.org/officeDocument/2006/relationships/customXml" Target="../ink/ink442.xml"/><Relationship Id="rId197" Type="http://schemas.openxmlformats.org/officeDocument/2006/relationships/image" Target="../media/image444.png"/><Relationship Id="rId362" Type="http://schemas.openxmlformats.org/officeDocument/2006/relationships/customXml" Target="../ink/ink551.xml"/><Relationship Id="rId418" Type="http://schemas.openxmlformats.org/officeDocument/2006/relationships/customXml" Target="../ink/ink579.xml"/><Relationship Id="rId222" Type="http://schemas.openxmlformats.org/officeDocument/2006/relationships/image" Target="../media/image455.png"/><Relationship Id="rId264" Type="http://schemas.openxmlformats.org/officeDocument/2006/relationships/customXml" Target="../ink/ink500.xml"/><Relationship Id="rId471" Type="http://schemas.openxmlformats.org/officeDocument/2006/relationships/customXml" Target="../ink/ink606.xml"/><Relationship Id="rId17" Type="http://schemas.openxmlformats.org/officeDocument/2006/relationships/customXml" Target="../ink/ink371.xml"/><Relationship Id="rId59" Type="http://schemas.openxmlformats.org/officeDocument/2006/relationships/image" Target="../media/image377.png"/><Relationship Id="rId124" Type="http://schemas.openxmlformats.org/officeDocument/2006/relationships/customXml" Target="../ink/ink426.xml"/><Relationship Id="rId527" Type="http://schemas.openxmlformats.org/officeDocument/2006/relationships/customXml" Target="../ink/ink634.xml"/><Relationship Id="rId70" Type="http://schemas.openxmlformats.org/officeDocument/2006/relationships/image" Target="../media/image382.png"/><Relationship Id="rId166" Type="http://schemas.openxmlformats.org/officeDocument/2006/relationships/image" Target="../media/image429.png"/><Relationship Id="rId331" Type="http://schemas.openxmlformats.org/officeDocument/2006/relationships/customXml" Target="../ink/ink535.xml"/><Relationship Id="rId373" Type="http://schemas.openxmlformats.org/officeDocument/2006/relationships/image" Target="../media/image526.png"/><Relationship Id="rId429" Type="http://schemas.openxmlformats.org/officeDocument/2006/relationships/image" Target="../media/image554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483.xml"/><Relationship Id="rId440" Type="http://schemas.openxmlformats.org/officeDocument/2006/relationships/customXml" Target="../ink/ink590.xml"/><Relationship Id="rId28" Type="http://schemas.openxmlformats.org/officeDocument/2006/relationships/image" Target="../media/image363.png"/><Relationship Id="rId275" Type="http://schemas.openxmlformats.org/officeDocument/2006/relationships/image" Target="../media/image480.png"/><Relationship Id="rId300" Type="http://schemas.openxmlformats.org/officeDocument/2006/relationships/image" Target="../media/image491.png"/><Relationship Id="rId482" Type="http://schemas.openxmlformats.org/officeDocument/2006/relationships/image" Target="../media/image580.png"/><Relationship Id="rId81" Type="http://schemas.openxmlformats.org/officeDocument/2006/relationships/customXml" Target="../ink/ink404.xml"/><Relationship Id="rId135" Type="http://schemas.openxmlformats.org/officeDocument/2006/relationships/image" Target="../media/image414.png"/><Relationship Id="rId177" Type="http://schemas.openxmlformats.org/officeDocument/2006/relationships/image" Target="../media/image434.png"/><Relationship Id="rId342" Type="http://schemas.openxmlformats.org/officeDocument/2006/relationships/image" Target="../media/image511.png"/><Relationship Id="rId384" Type="http://schemas.openxmlformats.org/officeDocument/2006/relationships/customXml" Target="../ink/ink562.xml"/><Relationship Id="rId202" Type="http://schemas.openxmlformats.org/officeDocument/2006/relationships/image" Target="../media/image446.png"/><Relationship Id="rId244" Type="http://schemas.openxmlformats.org/officeDocument/2006/relationships/customXml" Target="../ink/ink489.xml"/><Relationship Id="rId39" Type="http://schemas.openxmlformats.org/officeDocument/2006/relationships/customXml" Target="../ink/ink382.xml"/><Relationship Id="rId286" Type="http://schemas.openxmlformats.org/officeDocument/2006/relationships/customXml" Target="../ink/ink511.xml"/><Relationship Id="rId451" Type="http://schemas.openxmlformats.org/officeDocument/2006/relationships/image" Target="../media/image565.png"/><Relationship Id="rId493" Type="http://schemas.openxmlformats.org/officeDocument/2006/relationships/customXml" Target="../ink/ink617.xml"/><Relationship Id="rId507" Type="http://schemas.openxmlformats.org/officeDocument/2006/relationships/customXml" Target="../ink/ink624.xml"/><Relationship Id="rId50" Type="http://schemas.openxmlformats.org/officeDocument/2006/relationships/image" Target="../media/image164.png"/><Relationship Id="rId104" Type="http://schemas.openxmlformats.org/officeDocument/2006/relationships/image" Target="../media/image399.png"/><Relationship Id="rId146" Type="http://schemas.openxmlformats.org/officeDocument/2006/relationships/image" Target="../media/image419.png"/><Relationship Id="rId188" Type="http://schemas.openxmlformats.org/officeDocument/2006/relationships/customXml" Target="../ink/ink459.xml"/><Relationship Id="rId311" Type="http://schemas.openxmlformats.org/officeDocument/2006/relationships/customXml" Target="../ink/ink524.xml"/><Relationship Id="rId353" Type="http://schemas.openxmlformats.org/officeDocument/2006/relationships/image" Target="../media/image516.png"/><Relationship Id="rId395" Type="http://schemas.openxmlformats.org/officeDocument/2006/relationships/image" Target="../media/image537.png"/><Relationship Id="rId409" Type="http://schemas.openxmlformats.org/officeDocument/2006/relationships/image" Target="../media/image544.png"/><Relationship Id="rId92" Type="http://schemas.openxmlformats.org/officeDocument/2006/relationships/image" Target="../media/image393.png"/><Relationship Id="rId213" Type="http://schemas.openxmlformats.org/officeDocument/2006/relationships/customXml" Target="../ink/ink472.xml"/><Relationship Id="rId420" Type="http://schemas.openxmlformats.org/officeDocument/2006/relationships/customXml" Target="../ink/ink580.xml"/><Relationship Id="rId255" Type="http://schemas.openxmlformats.org/officeDocument/2006/relationships/customXml" Target="../ink/ink495.xml"/><Relationship Id="rId297" Type="http://schemas.openxmlformats.org/officeDocument/2006/relationships/customXml" Target="../ink/ink517.xml"/><Relationship Id="rId462" Type="http://schemas.openxmlformats.org/officeDocument/2006/relationships/image" Target="../media/image570.png"/><Relationship Id="rId518" Type="http://schemas.openxmlformats.org/officeDocument/2006/relationships/image" Target="../media/image598.png"/><Relationship Id="rId115" Type="http://schemas.openxmlformats.org/officeDocument/2006/relationships/image" Target="../media/image404.png"/><Relationship Id="rId157" Type="http://schemas.openxmlformats.org/officeDocument/2006/relationships/customXml" Target="../ink/ink443.xml"/><Relationship Id="rId322" Type="http://schemas.openxmlformats.org/officeDocument/2006/relationships/image" Target="../media/image501.png"/><Relationship Id="rId364" Type="http://schemas.openxmlformats.org/officeDocument/2006/relationships/customXml" Target="../ink/ink552.xml"/><Relationship Id="rId61" Type="http://schemas.openxmlformats.org/officeDocument/2006/relationships/image" Target="../media/image378.png"/><Relationship Id="rId199" Type="http://schemas.openxmlformats.org/officeDocument/2006/relationships/image" Target="../media/image445.png"/><Relationship Id="rId19" Type="http://schemas.openxmlformats.org/officeDocument/2006/relationships/customXml" Target="../ink/ink372.xml"/><Relationship Id="rId224" Type="http://schemas.openxmlformats.org/officeDocument/2006/relationships/image" Target="../media/image456.png"/><Relationship Id="rId266" Type="http://schemas.openxmlformats.org/officeDocument/2006/relationships/customXml" Target="../ink/ink501.xml"/><Relationship Id="rId431" Type="http://schemas.openxmlformats.org/officeDocument/2006/relationships/image" Target="../media/image555.png"/><Relationship Id="rId473" Type="http://schemas.openxmlformats.org/officeDocument/2006/relationships/customXml" Target="../ink/ink607.xml"/><Relationship Id="rId529" Type="http://schemas.openxmlformats.org/officeDocument/2006/relationships/customXml" Target="../ink/ink635.xml"/><Relationship Id="rId30" Type="http://schemas.openxmlformats.org/officeDocument/2006/relationships/image" Target="../media/image364.png"/><Relationship Id="rId126" Type="http://schemas.openxmlformats.org/officeDocument/2006/relationships/customXml" Target="../ink/ink427.xml"/><Relationship Id="rId168" Type="http://schemas.openxmlformats.org/officeDocument/2006/relationships/customXml" Target="../ink/ink449.xml"/><Relationship Id="rId333" Type="http://schemas.openxmlformats.org/officeDocument/2006/relationships/customXml" Target="../ink/ink536.xml"/><Relationship Id="rId72" Type="http://schemas.openxmlformats.org/officeDocument/2006/relationships/image" Target="../media/image383.png"/><Relationship Id="rId375" Type="http://schemas.openxmlformats.org/officeDocument/2006/relationships/image" Target="../media/image527.png"/><Relationship Id="rId3" Type="http://schemas.openxmlformats.org/officeDocument/2006/relationships/customXml" Target="../ink/ink364.xml"/><Relationship Id="rId235" Type="http://schemas.openxmlformats.org/officeDocument/2006/relationships/customXml" Target="../ink/ink484.xml"/><Relationship Id="rId277" Type="http://schemas.openxmlformats.org/officeDocument/2006/relationships/image" Target="../media/image481.png"/><Relationship Id="rId400" Type="http://schemas.openxmlformats.org/officeDocument/2006/relationships/customXml" Target="../ink/ink570.xml"/><Relationship Id="rId442" Type="http://schemas.openxmlformats.org/officeDocument/2006/relationships/customXml" Target="../ink/ink591.xml"/><Relationship Id="rId484" Type="http://schemas.openxmlformats.org/officeDocument/2006/relationships/image" Target="../media/image581.png"/><Relationship Id="rId137" Type="http://schemas.openxmlformats.org/officeDocument/2006/relationships/image" Target="../media/image415.png"/><Relationship Id="rId302" Type="http://schemas.openxmlformats.org/officeDocument/2006/relationships/image" Target="../media/image492.png"/><Relationship Id="rId344" Type="http://schemas.openxmlformats.org/officeDocument/2006/relationships/image" Target="../media/image512.png"/><Relationship Id="rId41" Type="http://schemas.openxmlformats.org/officeDocument/2006/relationships/customXml" Target="../ink/ink383.xml"/><Relationship Id="rId83" Type="http://schemas.openxmlformats.org/officeDocument/2006/relationships/customXml" Target="../ink/ink405.xml"/><Relationship Id="rId179" Type="http://schemas.openxmlformats.org/officeDocument/2006/relationships/image" Target="../media/image435.png"/><Relationship Id="rId386" Type="http://schemas.openxmlformats.org/officeDocument/2006/relationships/customXml" Target="../ink/ink563.xml"/><Relationship Id="rId190" Type="http://schemas.openxmlformats.org/officeDocument/2006/relationships/customXml" Target="../ink/ink460.xml"/><Relationship Id="rId204" Type="http://schemas.openxmlformats.org/officeDocument/2006/relationships/image" Target="../media/image447.png"/><Relationship Id="rId246" Type="http://schemas.openxmlformats.org/officeDocument/2006/relationships/customXml" Target="../ink/ink490.xml"/><Relationship Id="rId288" Type="http://schemas.openxmlformats.org/officeDocument/2006/relationships/customXml" Target="../ink/ink512.xml"/><Relationship Id="rId411" Type="http://schemas.openxmlformats.org/officeDocument/2006/relationships/image" Target="../media/image545.png"/><Relationship Id="rId453" Type="http://schemas.openxmlformats.org/officeDocument/2006/relationships/image" Target="../media/image566.png"/><Relationship Id="rId509" Type="http://schemas.openxmlformats.org/officeDocument/2006/relationships/customXml" Target="../ink/ink625.xml"/><Relationship Id="rId106" Type="http://schemas.openxmlformats.org/officeDocument/2006/relationships/image" Target="../media/image400.png"/><Relationship Id="rId313" Type="http://schemas.openxmlformats.org/officeDocument/2006/relationships/image" Target="../media/image497.png"/><Relationship Id="rId495" Type="http://schemas.openxmlformats.org/officeDocument/2006/relationships/customXml" Target="../ink/ink618.xml"/><Relationship Id="rId10" Type="http://schemas.openxmlformats.org/officeDocument/2006/relationships/image" Target="../media/image354.png"/><Relationship Id="rId52" Type="http://schemas.openxmlformats.org/officeDocument/2006/relationships/image" Target="../media/image374.png"/><Relationship Id="rId94" Type="http://schemas.openxmlformats.org/officeDocument/2006/relationships/image" Target="../media/image394.png"/><Relationship Id="rId148" Type="http://schemas.openxmlformats.org/officeDocument/2006/relationships/image" Target="../media/image420.png"/><Relationship Id="rId355" Type="http://schemas.openxmlformats.org/officeDocument/2006/relationships/image" Target="../media/image517.png"/><Relationship Id="rId397" Type="http://schemas.openxmlformats.org/officeDocument/2006/relationships/image" Target="../media/image538.png"/><Relationship Id="rId520" Type="http://schemas.openxmlformats.org/officeDocument/2006/relationships/image" Target="../media/image599.png"/><Relationship Id="rId215" Type="http://schemas.openxmlformats.org/officeDocument/2006/relationships/customXml" Target="../ink/ink473.xml"/><Relationship Id="rId257" Type="http://schemas.openxmlformats.org/officeDocument/2006/relationships/image" Target="../media/image471.png"/><Relationship Id="rId422" Type="http://schemas.openxmlformats.org/officeDocument/2006/relationships/customXml" Target="../ink/ink581.xml"/><Relationship Id="rId464" Type="http://schemas.openxmlformats.org/officeDocument/2006/relationships/image" Target="../media/image571.png"/><Relationship Id="rId299" Type="http://schemas.openxmlformats.org/officeDocument/2006/relationships/customXml" Target="../ink/ink518.xml"/><Relationship Id="rId63" Type="http://schemas.openxmlformats.org/officeDocument/2006/relationships/image" Target="../media/image379.png"/><Relationship Id="rId159" Type="http://schemas.openxmlformats.org/officeDocument/2006/relationships/customXml" Target="../ink/ink444.xml"/><Relationship Id="rId366" Type="http://schemas.openxmlformats.org/officeDocument/2006/relationships/customXml" Target="../ink/ink553.xml"/><Relationship Id="rId226" Type="http://schemas.openxmlformats.org/officeDocument/2006/relationships/image" Target="../media/image457.png"/><Relationship Id="rId433" Type="http://schemas.openxmlformats.org/officeDocument/2006/relationships/image" Target="../media/image556.png"/><Relationship Id="rId74" Type="http://schemas.openxmlformats.org/officeDocument/2006/relationships/image" Target="../media/image384.png"/><Relationship Id="rId377" Type="http://schemas.openxmlformats.org/officeDocument/2006/relationships/image" Target="../media/image528.png"/><Relationship Id="rId500" Type="http://schemas.openxmlformats.org/officeDocument/2006/relationships/image" Target="../media/image589.png"/><Relationship Id="rId5" Type="http://schemas.openxmlformats.org/officeDocument/2006/relationships/customXml" Target="../ink/ink365.xml"/><Relationship Id="rId237" Type="http://schemas.openxmlformats.org/officeDocument/2006/relationships/customXml" Target="../ink/ink485.xml"/><Relationship Id="rId444" Type="http://schemas.openxmlformats.org/officeDocument/2006/relationships/customXml" Target="../ink/ink59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609.png"/><Relationship Id="rId2" Type="http://schemas.openxmlformats.org/officeDocument/2006/relationships/customXml" Target="../ink/ink6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2.xml"/><Relationship Id="rId5" Type="http://schemas.openxmlformats.org/officeDocument/2006/relationships/image" Target="../media/image608.png"/><Relationship Id="rId4" Type="http://schemas.openxmlformats.org/officeDocument/2006/relationships/customXml" Target="../ink/ink64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0.xml"/><Relationship Id="rId21" Type="http://schemas.openxmlformats.org/officeDocument/2006/relationships/customXml" Target="../ink/ink652.xml"/><Relationship Id="rId324" Type="http://schemas.openxmlformats.org/officeDocument/2006/relationships/image" Target="../media/image768.png"/><Relationship Id="rId531" Type="http://schemas.openxmlformats.org/officeDocument/2006/relationships/image" Target="../media/image871.png"/><Relationship Id="rId629" Type="http://schemas.openxmlformats.org/officeDocument/2006/relationships/image" Target="../media/image920.png"/><Relationship Id="rId170" Type="http://schemas.openxmlformats.org/officeDocument/2006/relationships/image" Target="../media/image691.png"/><Relationship Id="rId268" Type="http://schemas.openxmlformats.org/officeDocument/2006/relationships/image" Target="../media/image740.png"/><Relationship Id="rId475" Type="http://schemas.openxmlformats.org/officeDocument/2006/relationships/image" Target="../media/image843.png"/><Relationship Id="rId32" Type="http://schemas.openxmlformats.org/officeDocument/2006/relationships/image" Target="../media/image623.png"/><Relationship Id="rId128" Type="http://schemas.openxmlformats.org/officeDocument/2006/relationships/image" Target="../media/image670.png"/><Relationship Id="rId335" Type="http://schemas.openxmlformats.org/officeDocument/2006/relationships/customXml" Target="../ink/ink809.xml"/><Relationship Id="rId542" Type="http://schemas.openxmlformats.org/officeDocument/2006/relationships/customXml" Target="../ink/ink913.xml"/><Relationship Id="rId181" Type="http://schemas.openxmlformats.org/officeDocument/2006/relationships/customXml" Target="../ink/ink732.xml"/><Relationship Id="rId402" Type="http://schemas.openxmlformats.org/officeDocument/2006/relationships/image" Target="../media/image807.png"/><Relationship Id="rId279" Type="http://schemas.openxmlformats.org/officeDocument/2006/relationships/customXml" Target="../ink/ink781.xml"/><Relationship Id="rId486" Type="http://schemas.openxmlformats.org/officeDocument/2006/relationships/customXml" Target="../ink/ink885.xml"/><Relationship Id="rId43" Type="http://schemas.openxmlformats.org/officeDocument/2006/relationships/customXml" Target="../ink/ink663.xml"/><Relationship Id="rId139" Type="http://schemas.openxmlformats.org/officeDocument/2006/relationships/customXml" Target="../ink/ink711.xml"/><Relationship Id="rId346" Type="http://schemas.openxmlformats.org/officeDocument/2006/relationships/image" Target="../media/image779.png"/><Relationship Id="rId553" Type="http://schemas.openxmlformats.org/officeDocument/2006/relationships/image" Target="../media/image882.png"/><Relationship Id="rId192" Type="http://schemas.openxmlformats.org/officeDocument/2006/relationships/image" Target="../media/image702.png"/><Relationship Id="rId206" Type="http://schemas.openxmlformats.org/officeDocument/2006/relationships/image" Target="../media/image709.png"/><Relationship Id="rId413" Type="http://schemas.openxmlformats.org/officeDocument/2006/relationships/customXml" Target="../ink/ink848.xml"/><Relationship Id="rId497" Type="http://schemas.openxmlformats.org/officeDocument/2006/relationships/image" Target="../media/image854.png"/><Relationship Id="rId620" Type="http://schemas.openxmlformats.org/officeDocument/2006/relationships/customXml" Target="../ink/ink952.xml"/><Relationship Id="rId357" Type="http://schemas.openxmlformats.org/officeDocument/2006/relationships/customXml" Target="../ink/ink820.xml"/><Relationship Id="rId54" Type="http://schemas.openxmlformats.org/officeDocument/2006/relationships/image" Target="../media/image633.png"/><Relationship Id="rId217" Type="http://schemas.openxmlformats.org/officeDocument/2006/relationships/customXml" Target="../ink/ink750.xml"/><Relationship Id="rId564" Type="http://schemas.openxmlformats.org/officeDocument/2006/relationships/customXml" Target="../ink/ink924.xml"/><Relationship Id="rId424" Type="http://schemas.openxmlformats.org/officeDocument/2006/relationships/image" Target="../media/image818.png"/><Relationship Id="rId631" Type="http://schemas.openxmlformats.org/officeDocument/2006/relationships/image" Target="../media/image921.png"/><Relationship Id="rId270" Type="http://schemas.openxmlformats.org/officeDocument/2006/relationships/image" Target="../media/image741.png"/><Relationship Id="rId65" Type="http://schemas.openxmlformats.org/officeDocument/2006/relationships/customXml" Target="../ink/ink674.xml"/><Relationship Id="rId130" Type="http://schemas.openxmlformats.org/officeDocument/2006/relationships/image" Target="../media/image671.png"/><Relationship Id="rId368" Type="http://schemas.openxmlformats.org/officeDocument/2006/relationships/image" Target="../media/image790.png"/><Relationship Id="rId575" Type="http://schemas.openxmlformats.org/officeDocument/2006/relationships/image" Target="../media/image893.png"/><Relationship Id="rId228" Type="http://schemas.openxmlformats.org/officeDocument/2006/relationships/image" Target="../media/image720.png"/><Relationship Id="rId435" Type="http://schemas.openxmlformats.org/officeDocument/2006/relationships/image" Target="../media/image823.png"/><Relationship Id="rId642" Type="http://schemas.openxmlformats.org/officeDocument/2006/relationships/customXml" Target="../ink/ink963.xml"/><Relationship Id="rId281" Type="http://schemas.openxmlformats.org/officeDocument/2006/relationships/customXml" Target="../ink/ink782.xml"/><Relationship Id="rId502" Type="http://schemas.openxmlformats.org/officeDocument/2006/relationships/customXml" Target="../ink/ink893.xml"/><Relationship Id="rId76" Type="http://schemas.openxmlformats.org/officeDocument/2006/relationships/image" Target="../media/image644.png"/><Relationship Id="rId141" Type="http://schemas.openxmlformats.org/officeDocument/2006/relationships/customXml" Target="../ink/ink712.xml"/><Relationship Id="rId379" Type="http://schemas.openxmlformats.org/officeDocument/2006/relationships/customXml" Target="../ink/ink831.xml"/><Relationship Id="rId586" Type="http://schemas.openxmlformats.org/officeDocument/2006/relationships/customXml" Target="../ink/ink935.xml"/><Relationship Id="rId7" Type="http://schemas.openxmlformats.org/officeDocument/2006/relationships/image" Target="../media/image610.png"/><Relationship Id="rId239" Type="http://schemas.openxmlformats.org/officeDocument/2006/relationships/customXml" Target="../ink/ink761.xml"/><Relationship Id="rId446" Type="http://schemas.openxmlformats.org/officeDocument/2006/relationships/customXml" Target="../ink/ink865.xml"/><Relationship Id="rId653" Type="http://schemas.openxmlformats.org/officeDocument/2006/relationships/image" Target="../media/image932.png"/><Relationship Id="rId292" Type="http://schemas.openxmlformats.org/officeDocument/2006/relationships/image" Target="../media/image752.png"/><Relationship Id="rId306" Type="http://schemas.openxmlformats.org/officeDocument/2006/relationships/image" Target="../media/image759.png"/><Relationship Id="rId87" Type="http://schemas.openxmlformats.org/officeDocument/2006/relationships/customXml" Target="../ink/ink685.xml"/><Relationship Id="rId513" Type="http://schemas.openxmlformats.org/officeDocument/2006/relationships/image" Target="../media/image862.png"/><Relationship Id="rId597" Type="http://schemas.openxmlformats.org/officeDocument/2006/relationships/image" Target="../media/image904.png"/><Relationship Id="rId152" Type="http://schemas.openxmlformats.org/officeDocument/2006/relationships/image" Target="../media/image682.png"/><Relationship Id="rId457" Type="http://schemas.openxmlformats.org/officeDocument/2006/relationships/image" Target="../media/image834.png"/><Relationship Id="rId14" Type="http://schemas.openxmlformats.org/officeDocument/2006/relationships/image" Target="../media/image614.png"/><Relationship Id="rId317" Type="http://schemas.openxmlformats.org/officeDocument/2006/relationships/customXml" Target="../ink/ink800.xml"/><Relationship Id="rId524" Type="http://schemas.openxmlformats.org/officeDocument/2006/relationships/customXml" Target="../ink/ink904.xml"/><Relationship Id="rId98" Type="http://schemas.openxmlformats.org/officeDocument/2006/relationships/image" Target="../media/image655.png"/><Relationship Id="rId163" Type="http://schemas.openxmlformats.org/officeDocument/2006/relationships/customXml" Target="../ink/ink723.xml"/><Relationship Id="rId370" Type="http://schemas.openxmlformats.org/officeDocument/2006/relationships/image" Target="../media/image791.png"/><Relationship Id="rId230" Type="http://schemas.openxmlformats.org/officeDocument/2006/relationships/image" Target="../media/image721.png"/><Relationship Id="rId468" Type="http://schemas.openxmlformats.org/officeDocument/2006/relationships/customXml" Target="../ink/ink876.xml"/><Relationship Id="rId25" Type="http://schemas.openxmlformats.org/officeDocument/2006/relationships/customXml" Target="../ink/ink654.xml"/><Relationship Id="rId328" Type="http://schemas.openxmlformats.org/officeDocument/2006/relationships/image" Target="../media/image770.png"/><Relationship Id="rId535" Type="http://schemas.openxmlformats.org/officeDocument/2006/relationships/image" Target="../media/image873.png"/><Relationship Id="rId174" Type="http://schemas.openxmlformats.org/officeDocument/2006/relationships/image" Target="../media/image693.png"/><Relationship Id="rId381" Type="http://schemas.openxmlformats.org/officeDocument/2006/relationships/customXml" Target="../ink/ink832.xml"/><Relationship Id="rId602" Type="http://schemas.openxmlformats.org/officeDocument/2006/relationships/customXml" Target="../ink/ink943.xml"/><Relationship Id="rId241" Type="http://schemas.openxmlformats.org/officeDocument/2006/relationships/customXml" Target="../ink/ink762.xml"/><Relationship Id="rId479" Type="http://schemas.openxmlformats.org/officeDocument/2006/relationships/image" Target="../media/image845.png"/><Relationship Id="rId36" Type="http://schemas.openxmlformats.org/officeDocument/2006/relationships/image" Target="../media/image625.png"/><Relationship Id="rId339" Type="http://schemas.openxmlformats.org/officeDocument/2006/relationships/customXml" Target="../ink/ink811.xml"/><Relationship Id="rId546" Type="http://schemas.openxmlformats.org/officeDocument/2006/relationships/customXml" Target="../ink/ink915.xml"/><Relationship Id="rId101" Type="http://schemas.openxmlformats.org/officeDocument/2006/relationships/customXml" Target="../ink/ink692.xml"/><Relationship Id="rId185" Type="http://schemas.openxmlformats.org/officeDocument/2006/relationships/customXml" Target="../ink/ink734.xml"/><Relationship Id="rId406" Type="http://schemas.openxmlformats.org/officeDocument/2006/relationships/image" Target="../media/image809.png"/><Relationship Id="rId392" Type="http://schemas.openxmlformats.org/officeDocument/2006/relationships/image" Target="../media/image802.png"/><Relationship Id="rId613" Type="http://schemas.openxmlformats.org/officeDocument/2006/relationships/image" Target="../media/image912.png"/><Relationship Id="rId252" Type="http://schemas.openxmlformats.org/officeDocument/2006/relationships/image" Target="../media/image732.png"/><Relationship Id="rId47" Type="http://schemas.openxmlformats.org/officeDocument/2006/relationships/customXml" Target="../ink/ink665.xml"/><Relationship Id="rId112" Type="http://schemas.openxmlformats.org/officeDocument/2006/relationships/image" Target="../media/image662.png"/><Relationship Id="rId557" Type="http://schemas.openxmlformats.org/officeDocument/2006/relationships/image" Target="../media/image884.png"/><Relationship Id="rId196" Type="http://schemas.openxmlformats.org/officeDocument/2006/relationships/image" Target="../media/image704.png"/><Relationship Id="rId417" Type="http://schemas.openxmlformats.org/officeDocument/2006/relationships/customXml" Target="../ink/ink850.xml"/><Relationship Id="rId624" Type="http://schemas.openxmlformats.org/officeDocument/2006/relationships/customXml" Target="../ink/ink954.xml"/><Relationship Id="rId263" Type="http://schemas.openxmlformats.org/officeDocument/2006/relationships/customXml" Target="../ink/ink773.xml"/><Relationship Id="rId470" Type="http://schemas.openxmlformats.org/officeDocument/2006/relationships/customXml" Target="../ink/ink877.xml"/><Relationship Id="rId58" Type="http://schemas.openxmlformats.org/officeDocument/2006/relationships/image" Target="../media/image635.png"/><Relationship Id="rId123" Type="http://schemas.openxmlformats.org/officeDocument/2006/relationships/customXml" Target="../ink/ink703.xml"/><Relationship Id="rId330" Type="http://schemas.openxmlformats.org/officeDocument/2006/relationships/image" Target="../media/image771.png"/><Relationship Id="rId568" Type="http://schemas.openxmlformats.org/officeDocument/2006/relationships/customXml" Target="../ink/ink926.xml"/><Relationship Id="rId165" Type="http://schemas.openxmlformats.org/officeDocument/2006/relationships/customXml" Target="../ink/ink724.xml"/><Relationship Id="rId372" Type="http://schemas.openxmlformats.org/officeDocument/2006/relationships/image" Target="../media/image792.png"/><Relationship Id="rId428" Type="http://schemas.openxmlformats.org/officeDocument/2006/relationships/image" Target="../media/image820.png"/><Relationship Id="rId635" Type="http://schemas.openxmlformats.org/officeDocument/2006/relationships/image" Target="../media/image923.png"/><Relationship Id="rId232" Type="http://schemas.openxmlformats.org/officeDocument/2006/relationships/image" Target="../media/image722.png"/><Relationship Id="rId274" Type="http://schemas.openxmlformats.org/officeDocument/2006/relationships/image" Target="../media/image743.png"/><Relationship Id="rId481" Type="http://schemas.openxmlformats.org/officeDocument/2006/relationships/image" Target="../media/image846.png"/><Relationship Id="rId27" Type="http://schemas.openxmlformats.org/officeDocument/2006/relationships/customXml" Target="../ink/ink655.xml"/><Relationship Id="rId69" Type="http://schemas.openxmlformats.org/officeDocument/2006/relationships/customXml" Target="../ink/ink676.xml"/><Relationship Id="rId134" Type="http://schemas.openxmlformats.org/officeDocument/2006/relationships/image" Target="../media/image673.png"/><Relationship Id="rId537" Type="http://schemas.openxmlformats.org/officeDocument/2006/relationships/image" Target="../media/image874.png"/><Relationship Id="rId579" Type="http://schemas.openxmlformats.org/officeDocument/2006/relationships/image" Target="../media/image895.png"/><Relationship Id="rId80" Type="http://schemas.openxmlformats.org/officeDocument/2006/relationships/image" Target="../media/image646.png"/><Relationship Id="rId176" Type="http://schemas.openxmlformats.org/officeDocument/2006/relationships/image" Target="../media/image694.png"/><Relationship Id="rId341" Type="http://schemas.openxmlformats.org/officeDocument/2006/relationships/customXml" Target="../ink/ink812.xml"/><Relationship Id="rId383" Type="http://schemas.openxmlformats.org/officeDocument/2006/relationships/customXml" Target="../ink/ink833.xml"/><Relationship Id="rId439" Type="http://schemas.openxmlformats.org/officeDocument/2006/relationships/image" Target="../media/image825.png"/><Relationship Id="rId590" Type="http://schemas.openxmlformats.org/officeDocument/2006/relationships/customXml" Target="../ink/ink937.xml"/><Relationship Id="rId604" Type="http://schemas.openxmlformats.org/officeDocument/2006/relationships/customXml" Target="../ink/ink944.xml"/><Relationship Id="rId646" Type="http://schemas.openxmlformats.org/officeDocument/2006/relationships/customXml" Target="../ink/ink965.xml"/><Relationship Id="rId201" Type="http://schemas.openxmlformats.org/officeDocument/2006/relationships/customXml" Target="../ink/ink742.xml"/><Relationship Id="rId243" Type="http://schemas.openxmlformats.org/officeDocument/2006/relationships/customXml" Target="../ink/ink763.xml"/><Relationship Id="rId285" Type="http://schemas.openxmlformats.org/officeDocument/2006/relationships/customXml" Target="../ink/ink784.xml"/><Relationship Id="rId450" Type="http://schemas.openxmlformats.org/officeDocument/2006/relationships/customXml" Target="../ink/ink867.xml"/><Relationship Id="rId506" Type="http://schemas.openxmlformats.org/officeDocument/2006/relationships/customXml" Target="../ink/ink895.xml"/><Relationship Id="rId38" Type="http://schemas.openxmlformats.org/officeDocument/2006/relationships/image" Target="../media/image626.png"/><Relationship Id="rId103" Type="http://schemas.openxmlformats.org/officeDocument/2006/relationships/customXml" Target="../ink/ink693.xml"/><Relationship Id="rId310" Type="http://schemas.openxmlformats.org/officeDocument/2006/relationships/image" Target="../media/image761.png"/><Relationship Id="rId492" Type="http://schemas.openxmlformats.org/officeDocument/2006/relationships/customXml" Target="../ink/ink888.xml"/><Relationship Id="rId548" Type="http://schemas.openxmlformats.org/officeDocument/2006/relationships/customXml" Target="../ink/ink916.xml"/><Relationship Id="rId91" Type="http://schemas.openxmlformats.org/officeDocument/2006/relationships/customXml" Target="../ink/ink687.xml"/><Relationship Id="rId145" Type="http://schemas.openxmlformats.org/officeDocument/2006/relationships/customXml" Target="../ink/ink714.xml"/><Relationship Id="rId187" Type="http://schemas.openxmlformats.org/officeDocument/2006/relationships/customXml" Target="../ink/ink735.xml"/><Relationship Id="rId352" Type="http://schemas.openxmlformats.org/officeDocument/2006/relationships/image" Target="../media/image782.png"/><Relationship Id="rId394" Type="http://schemas.openxmlformats.org/officeDocument/2006/relationships/image" Target="../media/image803.png"/><Relationship Id="rId408" Type="http://schemas.openxmlformats.org/officeDocument/2006/relationships/image" Target="../media/image810.png"/><Relationship Id="rId615" Type="http://schemas.openxmlformats.org/officeDocument/2006/relationships/image" Target="../media/image913.png"/><Relationship Id="rId212" Type="http://schemas.openxmlformats.org/officeDocument/2006/relationships/image" Target="../media/image712.png"/><Relationship Id="rId254" Type="http://schemas.openxmlformats.org/officeDocument/2006/relationships/image" Target="../media/image733.png"/><Relationship Id="rId657" Type="http://schemas.openxmlformats.org/officeDocument/2006/relationships/image" Target="../media/image934.png"/><Relationship Id="rId49" Type="http://schemas.openxmlformats.org/officeDocument/2006/relationships/customXml" Target="../ink/ink666.xml"/><Relationship Id="rId114" Type="http://schemas.openxmlformats.org/officeDocument/2006/relationships/image" Target="../media/image663.png"/><Relationship Id="rId296" Type="http://schemas.openxmlformats.org/officeDocument/2006/relationships/image" Target="../media/image754.png"/><Relationship Id="rId461" Type="http://schemas.openxmlformats.org/officeDocument/2006/relationships/image" Target="../media/image836.png"/><Relationship Id="rId517" Type="http://schemas.openxmlformats.org/officeDocument/2006/relationships/image" Target="../media/image864.png"/><Relationship Id="rId559" Type="http://schemas.openxmlformats.org/officeDocument/2006/relationships/image" Target="../media/image885.png"/><Relationship Id="rId60" Type="http://schemas.openxmlformats.org/officeDocument/2006/relationships/image" Target="../media/image636.png"/><Relationship Id="rId156" Type="http://schemas.openxmlformats.org/officeDocument/2006/relationships/image" Target="../media/image684.png"/><Relationship Id="rId198" Type="http://schemas.openxmlformats.org/officeDocument/2006/relationships/image" Target="../media/image705.png"/><Relationship Id="rId321" Type="http://schemas.openxmlformats.org/officeDocument/2006/relationships/customXml" Target="../ink/ink802.xml"/><Relationship Id="rId363" Type="http://schemas.openxmlformats.org/officeDocument/2006/relationships/customXml" Target="../ink/ink823.xml"/><Relationship Id="rId419" Type="http://schemas.openxmlformats.org/officeDocument/2006/relationships/customXml" Target="../ink/ink851.xml"/><Relationship Id="rId570" Type="http://schemas.openxmlformats.org/officeDocument/2006/relationships/customXml" Target="../ink/ink927.xml"/><Relationship Id="rId626" Type="http://schemas.openxmlformats.org/officeDocument/2006/relationships/customXml" Target="../ink/ink955.xml"/><Relationship Id="rId223" Type="http://schemas.openxmlformats.org/officeDocument/2006/relationships/customXml" Target="../ink/ink753.xml"/><Relationship Id="rId430" Type="http://schemas.openxmlformats.org/officeDocument/2006/relationships/image" Target="../media/image821.png"/><Relationship Id="rId18" Type="http://schemas.openxmlformats.org/officeDocument/2006/relationships/image" Target="../media/image616.png"/><Relationship Id="rId265" Type="http://schemas.openxmlformats.org/officeDocument/2006/relationships/customXml" Target="../ink/ink774.xml"/><Relationship Id="rId472" Type="http://schemas.openxmlformats.org/officeDocument/2006/relationships/customXml" Target="../ink/ink878.xml"/><Relationship Id="rId528" Type="http://schemas.openxmlformats.org/officeDocument/2006/relationships/customXml" Target="../ink/ink906.xml"/><Relationship Id="rId125" Type="http://schemas.openxmlformats.org/officeDocument/2006/relationships/customXml" Target="../ink/ink704.xml"/><Relationship Id="rId167" Type="http://schemas.openxmlformats.org/officeDocument/2006/relationships/customXml" Target="../ink/ink725.xml"/><Relationship Id="rId332" Type="http://schemas.openxmlformats.org/officeDocument/2006/relationships/image" Target="../media/image772.png"/><Relationship Id="rId374" Type="http://schemas.openxmlformats.org/officeDocument/2006/relationships/image" Target="../media/image793.png"/><Relationship Id="rId581" Type="http://schemas.openxmlformats.org/officeDocument/2006/relationships/image" Target="../media/image896.png"/><Relationship Id="rId71" Type="http://schemas.openxmlformats.org/officeDocument/2006/relationships/customXml" Target="../ink/ink677.xml"/><Relationship Id="rId234" Type="http://schemas.openxmlformats.org/officeDocument/2006/relationships/image" Target="../media/image723.png"/><Relationship Id="rId637" Type="http://schemas.openxmlformats.org/officeDocument/2006/relationships/image" Target="../media/image924.png"/><Relationship Id="rId2" Type="http://schemas.openxmlformats.org/officeDocument/2006/relationships/customXml" Target="../ink/ink643.xml"/><Relationship Id="rId29" Type="http://schemas.openxmlformats.org/officeDocument/2006/relationships/customXml" Target="../ink/ink656.xml"/><Relationship Id="rId276" Type="http://schemas.openxmlformats.org/officeDocument/2006/relationships/image" Target="../media/image744.png"/><Relationship Id="rId441" Type="http://schemas.openxmlformats.org/officeDocument/2006/relationships/image" Target="../media/image826.png"/><Relationship Id="rId483" Type="http://schemas.openxmlformats.org/officeDocument/2006/relationships/image" Target="../media/image847.png"/><Relationship Id="rId539" Type="http://schemas.openxmlformats.org/officeDocument/2006/relationships/image" Target="../media/image875.png"/><Relationship Id="rId40" Type="http://schemas.openxmlformats.org/officeDocument/2006/relationships/image" Target="../media/image627.png"/><Relationship Id="rId136" Type="http://schemas.openxmlformats.org/officeDocument/2006/relationships/image" Target="../media/image674.png"/><Relationship Id="rId178" Type="http://schemas.openxmlformats.org/officeDocument/2006/relationships/image" Target="../media/image695.png"/><Relationship Id="rId301" Type="http://schemas.openxmlformats.org/officeDocument/2006/relationships/customXml" Target="../ink/ink792.xml"/><Relationship Id="rId343" Type="http://schemas.openxmlformats.org/officeDocument/2006/relationships/customXml" Target="../ink/ink813.xml"/><Relationship Id="rId550" Type="http://schemas.openxmlformats.org/officeDocument/2006/relationships/customXml" Target="../ink/ink917.xml"/><Relationship Id="rId82" Type="http://schemas.openxmlformats.org/officeDocument/2006/relationships/image" Target="../media/image647.png"/><Relationship Id="rId203" Type="http://schemas.openxmlformats.org/officeDocument/2006/relationships/customXml" Target="../ink/ink743.xml"/><Relationship Id="rId385" Type="http://schemas.openxmlformats.org/officeDocument/2006/relationships/customXml" Target="../ink/ink834.xml"/><Relationship Id="rId592" Type="http://schemas.openxmlformats.org/officeDocument/2006/relationships/customXml" Target="../ink/ink938.xml"/><Relationship Id="rId606" Type="http://schemas.openxmlformats.org/officeDocument/2006/relationships/customXml" Target="../ink/ink945.xml"/><Relationship Id="rId648" Type="http://schemas.openxmlformats.org/officeDocument/2006/relationships/customXml" Target="../ink/ink966.xml"/><Relationship Id="rId245" Type="http://schemas.openxmlformats.org/officeDocument/2006/relationships/customXml" Target="../ink/ink764.xml"/><Relationship Id="rId287" Type="http://schemas.openxmlformats.org/officeDocument/2006/relationships/customXml" Target="../ink/ink785.xml"/><Relationship Id="rId410" Type="http://schemas.openxmlformats.org/officeDocument/2006/relationships/image" Target="../media/image811.png"/><Relationship Id="rId452" Type="http://schemas.openxmlformats.org/officeDocument/2006/relationships/customXml" Target="../ink/ink868.xml"/><Relationship Id="rId494" Type="http://schemas.openxmlformats.org/officeDocument/2006/relationships/customXml" Target="../ink/ink889.xml"/><Relationship Id="rId508" Type="http://schemas.openxmlformats.org/officeDocument/2006/relationships/customXml" Target="../ink/ink896.xml"/><Relationship Id="rId105" Type="http://schemas.openxmlformats.org/officeDocument/2006/relationships/customXml" Target="../ink/ink694.xml"/><Relationship Id="rId147" Type="http://schemas.openxmlformats.org/officeDocument/2006/relationships/customXml" Target="../ink/ink715.xml"/><Relationship Id="rId312" Type="http://schemas.openxmlformats.org/officeDocument/2006/relationships/image" Target="../media/image762.png"/><Relationship Id="rId354" Type="http://schemas.openxmlformats.org/officeDocument/2006/relationships/image" Target="../media/image783.png"/><Relationship Id="rId51" Type="http://schemas.openxmlformats.org/officeDocument/2006/relationships/customXml" Target="../ink/ink667.xml"/><Relationship Id="rId93" Type="http://schemas.openxmlformats.org/officeDocument/2006/relationships/customXml" Target="../ink/ink688.xml"/><Relationship Id="rId189" Type="http://schemas.openxmlformats.org/officeDocument/2006/relationships/customXml" Target="../ink/ink736.xml"/><Relationship Id="rId396" Type="http://schemas.openxmlformats.org/officeDocument/2006/relationships/image" Target="../media/image804.png"/><Relationship Id="rId561" Type="http://schemas.openxmlformats.org/officeDocument/2006/relationships/image" Target="../media/image886.png"/><Relationship Id="rId617" Type="http://schemas.openxmlformats.org/officeDocument/2006/relationships/image" Target="../media/image914.png"/><Relationship Id="rId214" Type="http://schemas.openxmlformats.org/officeDocument/2006/relationships/image" Target="../media/image713.png"/><Relationship Id="rId256" Type="http://schemas.openxmlformats.org/officeDocument/2006/relationships/image" Target="../media/image734.png"/><Relationship Id="rId298" Type="http://schemas.openxmlformats.org/officeDocument/2006/relationships/image" Target="../media/image755.png"/><Relationship Id="rId421" Type="http://schemas.openxmlformats.org/officeDocument/2006/relationships/customXml" Target="../ink/ink852.xml"/><Relationship Id="rId463" Type="http://schemas.openxmlformats.org/officeDocument/2006/relationships/image" Target="../media/image837.png"/><Relationship Id="rId519" Type="http://schemas.openxmlformats.org/officeDocument/2006/relationships/image" Target="../media/image865.png"/><Relationship Id="rId116" Type="http://schemas.openxmlformats.org/officeDocument/2006/relationships/image" Target="../media/image664.png"/><Relationship Id="rId158" Type="http://schemas.openxmlformats.org/officeDocument/2006/relationships/image" Target="../media/image685.png"/><Relationship Id="rId323" Type="http://schemas.openxmlformats.org/officeDocument/2006/relationships/customXml" Target="../ink/ink803.xml"/><Relationship Id="rId530" Type="http://schemas.openxmlformats.org/officeDocument/2006/relationships/customXml" Target="../ink/ink907.xml"/><Relationship Id="rId20" Type="http://schemas.openxmlformats.org/officeDocument/2006/relationships/image" Target="../media/image617.png"/><Relationship Id="rId62" Type="http://schemas.openxmlformats.org/officeDocument/2006/relationships/image" Target="../media/image637.png"/><Relationship Id="rId365" Type="http://schemas.openxmlformats.org/officeDocument/2006/relationships/customXml" Target="../ink/ink824.xml"/><Relationship Id="rId572" Type="http://schemas.openxmlformats.org/officeDocument/2006/relationships/customXml" Target="../ink/ink928.xml"/><Relationship Id="rId628" Type="http://schemas.openxmlformats.org/officeDocument/2006/relationships/customXml" Target="../ink/ink956.xml"/><Relationship Id="rId225" Type="http://schemas.openxmlformats.org/officeDocument/2006/relationships/customXml" Target="../ink/ink754.xml"/><Relationship Id="rId267" Type="http://schemas.openxmlformats.org/officeDocument/2006/relationships/customXml" Target="../ink/ink775.xml"/><Relationship Id="rId432" Type="http://schemas.openxmlformats.org/officeDocument/2006/relationships/customXml" Target="../ink/ink858.xml"/><Relationship Id="rId474" Type="http://schemas.openxmlformats.org/officeDocument/2006/relationships/customXml" Target="../ink/ink879.xml"/><Relationship Id="rId127" Type="http://schemas.openxmlformats.org/officeDocument/2006/relationships/customXml" Target="../ink/ink705.xml"/><Relationship Id="rId31" Type="http://schemas.openxmlformats.org/officeDocument/2006/relationships/customXml" Target="../ink/ink657.xml"/><Relationship Id="rId73" Type="http://schemas.openxmlformats.org/officeDocument/2006/relationships/customXml" Target="../ink/ink678.xml"/><Relationship Id="rId169" Type="http://schemas.openxmlformats.org/officeDocument/2006/relationships/customXml" Target="../ink/ink726.xml"/><Relationship Id="rId334" Type="http://schemas.openxmlformats.org/officeDocument/2006/relationships/image" Target="../media/image773.png"/><Relationship Id="rId376" Type="http://schemas.openxmlformats.org/officeDocument/2006/relationships/image" Target="../media/image794.png"/><Relationship Id="rId541" Type="http://schemas.openxmlformats.org/officeDocument/2006/relationships/image" Target="../media/image876.png"/><Relationship Id="rId583" Type="http://schemas.openxmlformats.org/officeDocument/2006/relationships/image" Target="../media/image897.png"/><Relationship Id="rId639" Type="http://schemas.openxmlformats.org/officeDocument/2006/relationships/image" Target="../media/image925.png"/><Relationship Id="rId4" Type="http://schemas.openxmlformats.org/officeDocument/2006/relationships/customXml" Target="../ink/ink644.xml"/><Relationship Id="rId180" Type="http://schemas.openxmlformats.org/officeDocument/2006/relationships/image" Target="../media/image696.png"/><Relationship Id="rId236" Type="http://schemas.openxmlformats.org/officeDocument/2006/relationships/image" Target="../media/image724.png"/><Relationship Id="rId278" Type="http://schemas.openxmlformats.org/officeDocument/2006/relationships/image" Target="../media/image745.png"/><Relationship Id="rId401" Type="http://schemas.openxmlformats.org/officeDocument/2006/relationships/customXml" Target="../ink/ink842.xml"/><Relationship Id="rId443" Type="http://schemas.openxmlformats.org/officeDocument/2006/relationships/image" Target="../media/image827.png"/><Relationship Id="rId650" Type="http://schemas.openxmlformats.org/officeDocument/2006/relationships/customXml" Target="../ink/ink967.xml"/><Relationship Id="rId303" Type="http://schemas.openxmlformats.org/officeDocument/2006/relationships/customXml" Target="../ink/ink793.xml"/><Relationship Id="rId485" Type="http://schemas.openxmlformats.org/officeDocument/2006/relationships/image" Target="../media/image848.png"/><Relationship Id="rId42" Type="http://schemas.openxmlformats.org/officeDocument/2006/relationships/image" Target="../media/image164.png"/><Relationship Id="rId84" Type="http://schemas.openxmlformats.org/officeDocument/2006/relationships/image" Target="../media/image648.png"/><Relationship Id="rId138" Type="http://schemas.openxmlformats.org/officeDocument/2006/relationships/image" Target="../media/image675.png"/><Relationship Id="rId345" Type="http://schemas.openxmlformats.org/officeDocument/2006/relationships/customXml" Target="../ink/ink814.xml"/><Relationship Id="rId387" Type="http://schemas.openxmlformats.org/officeDocument/2006/relationships/customXml" Target="../ink/ink835.xml"/><Relationship Id="rId510" Type="http://schemas.openxmlformats.org/officeDocument/2006/relationships/customXml" Target="../ink/ink897.xml"/><Relationship Id="rId552" Type="http://schemas.openxmlformats.org/officeDocument/2006/relationships/customXml" Target="../ink/ink918.xml"/><Relationship Id="rId594" Type="http://schemas.openxmlformats.org/officeDocument/2006/relationships/customXml" Target="../ink/ink939.xml"/><Relationship Id="rId608" Type="http://schemas.openxmlformats.org/officeDocument/2006/relationships/customXml" Target="../ink/ink946.xml"/><Relationship Id="rId191" Type="http://schemas.openxmlformats.org/officeDocument/2006/relationships/customXml" Target="../ink/ink737.xml"/><Relationship Id="rId205" Type="http://schemas.openxmlformats.org/officeDocument/2006/relationships/customXml" Target="../ink/ink744.xml"/><Relationship Id="rId247" Type="http://schemas.openxmlformats.org/officeDocument/2006/relationships/customXml" Target="../ink/ink765.xml"/><Relationship Id="rId412" Type="http://schemas.openxmlformats.org/officeDocument/2006/relationships/image" Target="../media/image812.png"/><Relationship Id="rId107" Type="http://schemas.openxmlformats.org/officeDocument/2006/relationships/customXml" Target="../ink/ink695.xml"/><Relationship Id="rId289" Type="http://schemas.openxmlformats.org/officeDocument/2006/relationships/customXml" Target="../ink/ink786.xml"/><Relationship Id="rId454" Type="http://schemas.openxmlformats.org/officeDocument/2006/relationships/customXml" Target="../ink/ink869.xml"/><Relationship Id="rId496" Type="http://schemas.openxmlformats.org/officeDocument/2006/relationships/customXml" Target="../ink/ink890.xml"/><Relationship Id="rId11" Type="http://schemas.openxmlformats.org/officeDocument/2006/relationships/customXml" Target="../ink/ink647.xml"/><Relationship Id="rId53" Type="http://schemas.openxmlformats.org/officeDocument/2006/relationships/customXml" Target="../ink/ink668.xml"/><Relationship Id="rId149" Type="http://schemas.openxmlformats.org/officeDocument/2006/relationships/customXml" Target="../ink/ink716.xml"/><Relationship Id="rId314" Type="http://schemas.openxmlformats.org/officeDocument/2006/relationships/image" Target="../media/image763.png"/><Relationship Id="rId356" Type="http://schemas.openxmlformats.org/officeDocument/2006/relationships/image" Target="../media/image784.png"/><Relationship Id="rId398" Type="http://schemas.openxmlformats.org/officeDocument/2006/relationships/image" Target="../media/image805.png"/><Relationship Id="rId521" Type="http://schemas.openxmlformats.org/officeDocument/2006/relationships/image" Target="../media/image866.png"/><Relationship Id="rId563" Type="http://schemas.openxmlformats.org/officeDocument/2006/relationships/image" Target="../media/image887.png"/><Relationship Id="rId619" Type="http://schemas.openxmlformats.org/officeDocument/2006/relationships/image" Target="../media/image915.png"/><Relationship Id="rId95" Type="http://schemas.openxmlformats.org/officeDocument/2006/relationships/customXml" Target="../ink/ink689.xml"/><Relationship Id="rId160" Type="http://schemas.openxmlformats.org/officeDocument/2006/relationships/image" Target="../media/image686.png"/><Relationship Id="rId216" Type="http://schemas.openxmlformats.org/officeDocument/2006/relationships/image" Target="../media/image714.png"/><Relationship Id="rId423" Type="http://schemas.openxmlformats.org/officeDocument/2006/relationships/customXml" Target="../ink/ink853.xml"/><Relationship Id="rId258" Type="http://schemas.openxmlformats.org/officeDocument/2006/relationships/image" Target="../media/image735.png"/><Relationship Id="rId465" Type="http://schemas.openxmlformats.org/officeDocument/2006/relationships/image" Target="../media/image838.png"/><Relationship Id="rId630" Type="http://schemas.openxmlformats.org/officeDocument/2006/relationships/customXml" Target="../ink/ink957.xml"/><Relationship Id="rId22" Type="http://schemas.openxmlformats.org/officeDocument/2006/relationships/image" Target="../media/image618.png"/><Relationship Id="rId64" Type="http://schemas.openxmlformats.org/officeDocument/2006/relationships/image" Target="../media/image638.png"/><Relationship Id="rId118" Type="http://schemas.openxmlformats.org/officeDocument/2006/relationships/image" Target="../media/image665.png"/><Relationship Id="rId325" Type="http://schemas.openxmlformats.org/officeDocument/2006/relationships/customXml" Target="../ink/ink804.xml"/><Relationship Id="rId367" Type="http://schemas.openxmlformats.org/officeDocument/2006/relationships/customXml" Target="../ink/ink825.xml"/><Relationship Id="rId532" Type="http://schemas.openxmlformats.org/officeDocument/2006/relationships/customXml" Target="../ink/ink908.xml"/><Relationship Id="rId574" Type="http://schemas.openxmlformats.org/officeDocument/2006/relationships/customXml" Target="../ink/ink929.xml"/><Relationship Id="rId171" Type="http://schemas.openxmlformats.org/officeDocument/2006/relationships/customXml" Target="../ink/ink727.xml"/><Relationship Id="rId227" Type="http://schemas.openxmlformats.org/officeDocument/2006/relationships/customXml" Target="../ink/ink755.xml"/><Relationship Id="rId269" Type="http://schemas.openxmlformats.org/officeDocument/2006/relationships/customXml" Target="../ink/ink776.xml"/><Relationship Id="rId434" Type="http://schemas.openxmlformats.org/officeDocument/2006/relationships/customXml" Target="../ink/ink859.xml"/><Relationship Id="rId476" Type="http://schemas.openxmlformats.org/officeDocument/2006/relationships/customXml" Target="../ink/ink880.xml"/><Relationship Id="rId641" Type="http://schemas.openxmlformats.org/officeDocument/2006/relationships/image" Target="../media/image926.png"/><Relationship Id="rId33" Type="http://schemas.openxmlformats.org/officeDocument/2006/relationships/customXml" Target="../ink/ink658.xml"/><Relationship Id="rId129" Type="http://schemas.openxmlformats.org/officeDocument/2006/relationships/customXml" Target="../ink/ink706.xml"/><Relationship Id="rId280" Type="http://schemas.openxmlformats.org/officeDocument/2006/relationships/image" Target="../media/image746.png"/><Relationship Id="rId336" Type="http://schemas.openxmlformats.org/officeDocument/2006/relationships/image" Target="../media/image774.png"/><Relationship Id="rId501" Type="http://schemas.openxmlformats.org/officeDocument/2006/relationships/image" Target="../media/image856.png"/><Relationship Id="rId543" Type="http://schemas.openxmlformats.org/officeDocument/2006/relationships/image" Target="../media/image877.png"/><Relationship Id="rId75" Type="http://schemas.openxmlformats.org/officeDocument/2006/relationships/customXml" Target="../ink/ink679.xml"/><Relationship Id="rId140" Type="http://schemas.openxmlformats.org/officeDocument/2006/relationships/image" Target="../media/image676.png"/><Relationship Id="rId182" Type="http://schemas.openxmlformats.org/officeDocument/2006/relationships/image" Target="../media/image697.png"/><Relationship Id="rId378" Type="http://schemas.openxmlformats.org/officeDocument/2006/relationships/image" Target="../media/image795.png"/><Relationship Id="rId403" Type="http://schemas.openxmlformats.org/officeDocument/2006/relationships/customXml" Target="../ink/ink843.xml"/><Relationship Id="rId585" Type="http://schemas.openxmlformats.org/officeDocument/2006/relationships/image" Target="../media/image898.png"/><Relationship Id="rId6" Type="http://schemas.openxmlformats.org/officeDocument/2006/relationships/customXml" Target="../ink/ink645.xml"/><Relationship Id="rId238" Type="http://schemas.openxmlformats.org/officeDocument/2006/relationships/image" Target="../media/image725.png"/><Relationship Id="rId445" Type="http://schemas.openxmlformats.org/officeDocument/2006/relationships/image" Target="../media/image828.png"/><Relationship Id="rId487" Type="http://schemas.openxmlformats.org/officeDocument/2006/relationships/image" Target="../media/image849.png"/><Relationship Id="rId610" Type="http://schemas.openxmlformats.org/officeDocument/2006/relationships/customXml" Target="../ink/ink947.xml"/><Relationship Id="rId652" Type="http://schemas.openxmlformats.org/officeDocument/2006/relationships/customXml" Target="../ink/ink968.xml"/><Relationship Id="rId291" Type="http://schemas.openxmlformats.org/officeDocument/2006/relationships/customXml" Target="../ink/ink787.xml"/><Relationship Id="rId305" Type="http://schemas.openxmlformats.org/officeDocument/2006/relationships/customXml" Target="../ink/ink794.xml"/><Relationship Id="rId347" Type="http://schemas.openxmlformats.org/officeDocument/2006/relationships/customXml" Target="../ink/ink815.xml"/><Relationship Id="rId512" Type="http://schemas.openxmlformats.org/officeDocument/2006/relationships/customXml" Target="../ink/ink898.xml"/><Relationship Id="rId44" Type="http://schemas.openxmlformats.org/officeDocument/2006/relationships/image" Target="../media/image628.png"/><Relationship Id="rId86" Type="http://schemas.openxmlformats.org/officeDocument/2006/relationships/image" Target="../media/image649.png"/><Relationship Id="rId151" Type="http://schemas.openxmlformats.org/officeDocument/2006/relationships/customXml" Target="../ink/ink717.xml"/><Relationship Id="rId389" Type="http://schemas.openxmlformats.org/officeDocument/2006/relationships/customXml" Target="../ink/ink836.xml"/><Relationship Id="rId554" Type="http://schemas.openxmlformats.org/officeDocument/2006/relationships/customXml" Target="../ink/ink919.xml"/><Relationship Id="rId596" Type="http://schemas.openxmlformats.org/officeDocument/2006/relationships/customXml" Target="../ink/ink940.xml"/><Relationship Id="rId193" Type="http://schemas.openxmlformats.org/officeDocument/2006/relationships/customXml" Target="../ink/ink738.xml"/><Relationship Id="rId207" Type="http://schemas.openxmlformats.org/officeDocument/2006/relationships/customXml" Target="../ink/ink745.xml"/><Relationship Id="rId249" Type="http://schemas.openxmlformats.org/officeDocument/2006/relationships/customXml" Target="../ink/ink766.xml"/><Relationship Id="rId414" Type="http://schemas.openxmlformats.org/officeDocument/2006/relationships/image" Target="../media/image813.png"/><Relationship Id="rId456" Type="http://schemas.openxmlformats.org/officeDocument/2006/relationships/customXml" Target="../ink/ink870.xml"/><Relationship Id="rId498" Type="http://schemas.openxmlformats.org/officeDocument/2006/relationships/customXml" Target="../ink/ink891.xml"/><Relationship Id="rId621" Type="http://schemas.openxmlformats.org/officeDocument/2006/relationships/image" Target="../media/image916.png"/><Relationship Id="rId13" Type="http://schemas.openxmlformats.org/officeDocument/2006/relationships/customXml" Target="../ink/ink648.xml"/><Relationship Id="rId109" Type="http://schemas.openxmlformats.org/officeDocument/2006/relationships/customXml" Target="../ink/ink696.xml"/><Relationship Id="rId260" Type="http://schemas.openxmlformats.org/officeDocument/2006/relationships/image" Target="../media/image736.png"/><Relationship Id="rId316" Type="http://schemas.openxmlformats.org/officeDocument/2006/relationships/image" Target="../media/image764.png"/><Relationship Id="rId523" Type="http://schemas.openxmlformats.org/officeDocument/2006/relationships/image" Target="../media/image867.png"/><Relationship Id="rId55" Type="http://schemas.openxmlformats.org/officeDocument/2006/relationships/customXml" Target="../ink/ink669.xml"/><Relationship Id="rId97" Type="http://schemas.openxmlformats.org/officeDocument/2006/relationships/customXml" Target="../ink/ink690.xml"/><Relationship Id="rId120" Type="http://schemas.openxmlformats.org/officeDocument/2006/relationships/image" Target="../media/image666.png"/><Relationship Id="rId358" Type="http://schemas.openxmlformats.org/officeDocument/2006/relationships/image" Target="../media/image785.png"/><Relationship Id="rId565" Type="http://schemas.openxmlformats.org/officeDocument/2006/relationships/image" Target="../media/image888.png"/><Relationship Id="rId162" Type="http://schemas.openxmlformats.org/officeDocument/2006/relationships/image" Target="../media/image687.png"/><Relationship Id="rId218" Type="http://schemas.openxmlformats.org/officeDocument/2006/relationships/image" Target="../media/image715.png"/><Relationship Id="rId425" Type="http://schemas.openxmlformats.org/officeDocument/2006/relationships/customXml" Target="../ink/ink854.xml"/><Relationship Id="rId467" Type="http://schemas.openxmlformats.org/officeDocument/2006/relationships/image" Target="../media/image839.png"/><Relationship Id="rId632" Type="http://schemas.openxmlformats.org/officeDocument/2006/relationships/customXml" Target="../ink/ink958.xml"/><Relationship Id="rId271" Type="http://schemas.openxmlformats.org/officeDocument/2006/relationships/customXml" Target="../ink/ink777.xml"/><Relationship Id="rId24" Type="http://schemas.openxmlformats.org/officeDocument/2006/relationships/image" Target="../media/image619.png"/><Relationship Id="rId66" Type="http://schemas.openxmlformats.org/officeDocument/2006/relationships/image" Target="../media/image639.png"/><Relationship Id="rId131" Type="http://schemas.openxmlformats.org/officeDocument/2006/relationships/customXml" Target="../ink/ink707.xml"/><Relationship Id="rId327" Type="http://schemas.openxmlformats.org/officeDocument/2006/relationships/customXml" Target="../ink/ink805.xml"/><Relationship Id="rId369" Type="http://schemas.openxmlformats.org/officeDocument/2006/relationships/customXml" Target="../ink/ink826.xml"/><Relationship Id="rId534" Type="http://schemas.openxmlformats.org/officeDocument/2006/relationships/customXml" Target="../ink/ink909.xml"/><Relationship Id="rId576" Type="http://schemas.openxmlformats.org/officeDocument/2006/relationships/customXml" Target="../ink/ink930.xml"/><Relationship Id="rId173" Type="http://schemas.openxmlformats.org/officeDocument/2006/relationships/customXml" Target="../ink/ink728.xml"/><Relationship Id="rId229" Type="http://schemas.openxmlformats.org/officeDocument/2006/relationships/customXml" Target="../ink/ink756.xml"/><Relationship Id="rId380" Type="http://schemas.openxmlformats.org/officeDocument/2006/relationships/image" Target="../media/image796.png"/><Relationship Id="rId436" Type="http://schemas.openxmlformats.org/officeDocument/2006/relationships/customXml" Target="../ink/ink860.xml"/><Relationship Id="rId601" Type="http://schemas.openxmlformats.org/officeDocument/2006/relationships/image" Target="../media/image906.png"/><Relationship Id="rId643" Type="http://schemas.openxmlformats.org/officeDocument/2006/relationships/image" Target="../media/image927.png"/><Relationship Id="rId240" Type="http://schemas.openxmlformats.org/officeDocument/2006/relationships/image" Target="../media/image726.png"/><Relationship Id="rId478" Type="http://schemas.openxmlformats.org/officeDocument/2006/relationships/customXml" Target="../ink/ink881.xml"/><Relationship Id="rId35" Type="http://schemas.openxmlformats.org/officeDocument/2006/relationships/customXml" Target="../ink/ink659.xml"/><Relationship Id="rId77" Type="http://schemas.openxmlformats.org/officeDocument/2006/relationships/customXml" Target="../ink/ink680.xml"/><Relationship Id="rId100" Type="http://schemas.openxmlformats.org/officeDocument/2006/relationships/image" Target="../media/image656.png"/><Relationship Id="rId282" Type="http://schemas.openxmlformats.org/officeDocument/2006/relationships/image" Target="../media/image747.png"/><Relationship Id="rId338" Type="http://schemas.openxmlformats.org/officeDocument/2006/relationships/image" Target="../media/image775.png"/><Relationship Id="rId503" Type="http://schemas.openxmlformats.org/officeDocument/2006/relationships/image" Target="../media/image857.png"/><Relationship Id="rId545" Type="http://schemas.openxmlformats.org/officeDocument/2006/relationships/image" Target="../media/image878.png"/><Relationship Id="rId587" Type="http://schemas.openxmlformats.org/officeDocument/2006/relationships/image" Target="../media/image899.png"/><Relationship Id="rId8" Type="http://schemas.openxmlformats.org/officeDocument/2006/relationships/image" Target="../media/image611.png"/><Relationship Id="rId142" Type="http://schemas.openxmlformats.org/officeDocument/2006/relationships/image" Target="../media/image677.png"/><Relationship Id="rId184" Type="http://schemas.openxmlformats.org/officeDocument/2006/relationships/image" Target="../media/image698.png"/><Relationship Id="rId391" Type="http://schemas.openxmlformats.org/officeDocument/2006/relationships/customXml" Target="../ink/ink837.xml"/><Relationship Id="rId405" Type="http://schemas.openxmlformats.org/officeDocument/2006/relationships/customXml" Target="../ink/ink844.xml"/><Relationship Id="rId447" Type="http://schemas.openxmlformats.org/officeDocument/2006/relationships/image" Target="../media/image829.png"/><Relationship Id="rId612" Type="http://schemas.openxmlformats.org/officeDocument/2006/relationships/customXml" Target="../ink/ink948.xml"/><Relationship Id="rId251" Type="http://schemas.openxmlformats.org/officeDocument/2006/relationships/customXml" Target="../ink/ink767.xml"/><Relationship Id="rId489" Type="http://schemas.openxmlformats.org/officeDocument/2006/relationships/image" Target="../media/image850.png"/><Relationship Id="rId654" Type="http://schemas.openxmlformats.org/officeDocument/2006/relationships/customXml" Target="../ink/ink969.xml"/><Relationship Id="rId46" Type="http://schemas.openxmlformats.org/officeDocument/2006/relationships/image" Target="../media/image629.png"/><Relationship Id="rId293" Type="http://schemas.openxmlformats.org/officeDocument/2006/relationships/customXml" Target="../ink/ink788.xml"/><Relationship Id="rId307" Type="http://schemas.openxmlformats.org/officeDocument/2006/relationships/customXml" Target="../ink/ink795.xml"/><Relationship Id="rId349" Type="http://schemas.openxmlformats.org/officeDocument/2006/relationships/customXml" Target="../ink/ink816.xml"/><Relationship Id="rId514" Type="http://schemas.openxmlformats.org/officeDocument/2006/relationships/customXml" Target="../ink/ink899.xml"/><Relationship Id="rId556" Type="http://schemas.openxmlformats.org/officeDocument/2006/relationships/customXml" Target="../ink/ink920.xml"/><Relationship Id="rId88" Type="http://schemas.openxmlformats.org/officeDocument/2006/relationships/image" Target="../media/image650.png"/><Relationship Id="rId111" Type="http://schemas.openxmlformats.org/officeDocument/2006/relationships/customXml" Target="../ink/ink697.xml"/><Relationship Id="rId153" Type="http://schemas.openxmlformats.org/officeDocument/2006/relationships/customXml" Target="../ink/ink718.xml"/><Relationship Id="rId195" Type="http://schemas.openxmlformats.org/officeDocument/2006/relationships/customXml" Target="../ink/ink739.xml"/><Relationship Id="rId209" Type="http://schemas.openxmlformats.org/officeDocument/2006/relationships/customXml" Target="../ink/ink746.xml"/><Relationship Id="rId360" Type="http://schemas.openxmlformats.org/officeDocument/2006/relationships/image" Target="../media/image786.png"/><Relationship Id="rId416" Type="http://schemas.openxmlformats.org/officeDocument/2006/relationships/image" Target="../media/image814.png"/><Relationship Id="rId598" Type="http://schemas.openxmlformats.org/officeDocument/2006/relationships/customXml" Target="../ink/ink941.xml"/><Relationship Id="rId220" Type="http://schemas.openxmlformats.org/officeDocument/2006/relationships/image" Target="../media/image716.png"/><Relationship Id="rId458" Type="http://schemas.openxmlformats.org/officeDocument/2006/relationships/customXml" Target="../ink/ink871.xml"/><Relationship Id="rId623" Type="http://schemas.openxmlformats.org/officeDocument/2006/relationships/image" Target="../media/image917.png"/><Relationship Id="rId15" Type="http://schemas.openxmlformats.org/officeDocument/2006/relationships/customXml" Target="../ink/ink649.xml"/><Relationship Id="rId57" Type="http://schemas.openxmlformats.org/officeDocument/2006/relationships/customXml" Target="../ink/ink670.xml"/><Relationship Id="rId262" Type="http://schemas.openxmlformats.org/officeDocument/2006/relationships/image" Target="../media/image737.png"/><Relationship Id="rId318" Type="http://schemas.openxmlformats.org/officeDocument/2006/relationships/image" Target="../media/image765.png"/><Relationship Id="rId525" Type="http://schemas.openxmlformats.org/officeDocument/2006/relationships/image" Target="../media/image868.png"/><Relationship Id="rId567" Type="http://schemas.openxmlformats.org/officeDocument/2006/relationships/image" Target="../media/image889.png"/><Relationship Id="rId99" Type="http://schemas.openxmlformats.org/officeDocument/2006/relationships/customXml" Target="../ink/ink691.xml"/><Relationship Id="rId122" Type="http://schemas.openxmlformats.org/officeDocument/2006/relationships/image" Target="../media/image667.png"/><Relationship Id="rId164" Type="http://schemas.openxmlformats.org/officeDocument/2006/relationships/image" Target="../media/image688.png"/><Relationship Id="rId371" Type="http://schemas.openxmlformats.org/officeDocument/2006/relationships/customXml" Target="../ink/ink827.xml"/><Relationship Id="rId427" Type="http://schemas.openxmlformats.org/officeDocument/2006/relationships/customXml" Target="../ink/ink855.xml"/><Relationship Id="rId469" Type="http://schemas.openxmlformats.org/officeDocument/2006/relationships/image" Target="../media/image840.png"/><Relationship Id="rId634" Type="http://schemas.openxmlformats.org/officeDocument/2006/relationships/customXml" Target="../ink/ink959.xml"/><Relationship Id="rId26" Type="http://schemas.openxmlformats.org/officeDocument/2006/relationships/image" Target="../media/image620.png"/><Relationship Id="rId231" Type="http://schemas.openxmlformats.org/officeDocument/2006/relationships/customXml" Target="../ink/ink757.xml"/><Relationship Id="rId273" Type="http://schemas.openxmlformats.org/officeDocument/2006/relationships/customXml" Target="../ink/ink778.xml"/><Relationship Id="rId329" Type="http://schemas.openxmlformats.org/officeDocument/2006/relationships/customXml" Target="../ink/ink806.xml"/><Relationship Id="rId480" Type="http://schemas.openxmlformats.org/officeDocument/2006/relationships/customXml" Target="../ink/ink882.xml"/><Relationship Id="rId536" Type="http://schemas.openxmlformats.org/officeDocument/2006/relationships/customXml" Target="../ink/ink910.xml"/><Relationship Id="rId68" Type="http://schemas.openxmlformats.org/officeDocument/2006/relationships/image" Target="../media/image640.png"/><Relationship Id="rId133" Type="http://schemas.openxmlformats.org/officeDocument/2006/relationships/customXml" Target="../ink/ink708.xml"/><Relationship Id="rId175" Type="http://schemas.openxmlformats.org/officeDocument/2006/relationships/customXml" Target="../ink/ink729.xml"/><Relationship Id="rId340" Type="http://schemas.openxmlformats.org/officeDocument/2006/relationships/image" Target="../media/image776.png"/><Relationship Id="rId578" Type="http://schemas.openxmlformats.org/officeDocument/2006/relationships/customXml" Target="../ink/ink931.xml"/><Relationship Id="rId200" Type="http://schemas.openxmlformats.org/officeDocument/2006/relationships/image" Target="../media/image706.png"/><Relationship Id="rId382" Type="http://schemas.openxmlformats.org/officeDocument/2006/relationships/image" Target="../media/image797.png"/><Relationship Id="rId438" Type="http://schemas.openxmlformats.org/officeDocument/2006/relationships/customXml" Target="../ink/ink861.xml"/><Relationship Id="rId603" Type="http://schemas.openxmlformats.org/officeDocument/2006/relationships/image" Target="../media/image907.png"/><Relationship Id="rId645" Type="http://schemas.openxmlformats.org/officeDocument/2006/relationships/image" Target="../media/image928.png"/><Relationship Id="rId242" Type="http://schemas.openxmlformats.org/officeDocument/2006/relationships/image" Target="../media/image727.png"/><Relationship Id="rId284" Type="http://schemas.openxmlformats.org/officeDocument/2006/relationships/image" Target="../media/image748.png"/><Relationship Id="rId491" Type="http://schemas.openxmlformats.org/officeDocument/2006/relationships/image" Target="../media/image851.png"/><Relationship Id="rId505" Type="http://schemas.openxmlformats.org/officeDocument/2006/relationships/image" Target="../media/image858.png"/><Relationship Id="rId37" Type="http://schemas.openxmlformats.org/officeDocument/2006/relationships/customXml" Target="../ink/ink660.xml"/><Relationship Id="rId79" Type="http://schemas.openxmlformats.org/officeDocument/2006/relationships/customXml" Target="../ink/ink681.xml"/><Relationship Id="rId102" Type="http://schemas.openxmlformats.org/officeDocument/2006/relationships/image" Target="../media/image657.png"/><Relationship Id="rId144" Type="http://schemas.openxmlformats.org/officeDocument/2006/relationships/image" Target="../media/image678.png"/><Relationship Id="rId547" Type="http://schemas.openxmlformats.org/officeDocument/2006/relationships/image" Target="../media/image879.png"/><Relationship Id="rId589" Type="http://schemas.openxmlformats.org/officeDocument/2006/relationships/image" Target="../media/image900.png"/><Relationship Id="rId90" Type="http://schemas.openxmlformats.org/officeDocument/2006/relationships/image" Target="../media/image651.png"/><Relationship Id="rId186" Type="http://schemas.openxmlformats.org/officeDocument/2006/relationships/image" Target="../media/image699.png"/><Relationship Id="rId351" Type="http://schemas.openxmlformats.org/officeDocument/2006/relationships/customXml" Target="../ink/ink817.xml"/><Relationship Id="rId393" Type="http://schemas.openxmlformats.org/officeDocument/2006/relationships/customXml" Target="../ink/ink838.xml"/><Relationship Id="rId407" Type="http://schemas.openxmlformats.org/officeDocument/2006/relationships/customXml" Target="../ink/ink845.xml"/><Relationship Id="rId449" Type="http://schemas.openxmlformats.org/officeDocument/2006/relationships/image" Target="../media/image830.png"/><Relationship Id="rId614" Type="http://schemas.openxmlformats.org/officeDocument/2006/relationships/customXml" Target="../ink/ink949.xml"/><Relationship Id="rId656" Type="http://schemas.openxmlformats.org/officeDocument/2006/relationships/customXml" Target="../ink/ink970.xml"/><Relationship Id="rId211" Type="http://schemas.openxmlformats.org/officeDocument/2006/relationships/customXml" Target="../ink/ink747.xml"/><Relationship Id="rId253" Type="http://schemas.openxmlformats.org/officeDocument/2006/relationships/customXml" Target="../ink/ink768.xml"/><Relationship Id="rId295" Type="http://schemas.openxmlformats.org/officeDocument/2006/relationships/customXml" Target="../ink/ink789.xml"/><Relationship Id="rId309" Type="http://schemas.openxmlformats.org/officeDocument/2006/relationships/customXml" Target="../ink/ink796.xml"/><Relationship Id="rId460" Type="http://schemas.openxmlformats.org/officeDocument/2006/relationships/customXml" Target="../ink/ink872.xml"/><Relationship Id="rId516" Type="http://schemas.openxmlformats.org/officeDocument/2006/relationships/customXml" Target="../ink/ink900.xml"/><Relationship Id="rId48" Type="http://schemas.openxmlformats.org/officeDocument/2006/relationships/image" Target="../media/image630.png"/><Relationship Id="rId113" Type="http://schemas.openxmlformats.org/officeDocument/2006/relationships/customXml" Target="../ink/ink698.xml"/><Relationship Id="rId320" Type="http://schemas.openxmlformats.org/officeDocument/2006/relationships/image" Target="../media/image766.png"/><Relationship Id="rId558" Type="http://schemas.openxmlformats.org/officeDocument/2006/relationships/customXml" Target="../ink/ink921.xml"/><Relationship Id="rId155" Type="http://schemas.openxmlformats.org/officeDocument/2006/relationships/customXml" Target="../ink/ink719.xml"/><Relationship Id="rId197" Type="http://schemas.openxmlformats.org/officeDocument/2006/relationships/customXml" Target="../ink/ink740.xml"/><Relationship Id="rId362" Type="http://schemas.openxmlformats.org/officeDocument/2006/relationships/image" Target="../media/image787.png"/><Relationship Id="rId418" Type="http://schemas.openxmlformats.org/officeDocument/2006/relationships/image" Target="../media/image815.png"/><Relationship Id="rId625" Type="http://schemas.openxmlformats.org/officeDocument/2006/relationships/image" Target="../media/image918.png"/><Relationship Id="rId222" Type="http://schemas.openxmlformats.org/officeDocument/2006/relationships/image" Target="../media/image717.png"/><Relationship Id="rId264" Type="http://schemas.openxmlformats.org/officeDocument/2006/relationships/image" Target="../media/image738.png"/><Relationship Id="rId471" Type="http://schemas.openxmlformats.org/officeDocument/2006/relationships/image" Target="../media/image841.png"/><Relationship Id="rId17" Type="http://schemas.openxmlformats.org/officeDocument/2006/relationships/customXml" Target="../ink/ink650.xml"/><Relationship Id="rId59" Type="http://schemas.openxmlformats.org/officeDocument/2006/relationships/customXml" Target="../ink/ink671.xml"/><Relationship Id="rId124" Type="http://schemas.openxmlformats.org/officeDocument/2006/relationships/image" Target="../media/image668.png"/><Relationship Id="rId527" Type="http://schemas.openxmlformats.org/officeDocument/2006/relationships/image" Target="../media/image869.png"/><Relationship Id="rId569" Type="http://schemas.openxmlformats.org/officeDocument/2006/relationships/image" Target="../media/image890.png"/><Relationship Id="rId70" Type="http://schemas.openxmlformats.org/officeDocument/2006/relationships/image" Target="../media/image641.png"/><Relationship Id="rId166" Type="http://schemas.openxmlformats.org/officeDocument/2006/relationships/image" Target="../media/image689.png"/><Relationship Id="rId331" Type="http://schemas.openxmlformats.org/officeDocument/2006/relationships/customXml" Target="../ink/ink807.xml"/><Relationship Id="rId373" Type="http://schemas.openxmlformats.org/officeDocument/2006/relationships/customXml" Target="../ink/ink828.xml"/><Relationship Id="rId429" Type="http://schemas.openxmlformats.org/officeDocument/2006/relationships/customXml" Target="../ink/ink856.xml"/><Relationship Id="rId580" Type="http://schemas.openxmlformats.org/officeDocument/2006/relationships/customXml" Target="../ink/ink932.xml"/><Relationship Id="rId636" Type="http://schemas.openxmlformats.org/officeDocument/2006/relationships/customXml" Target="../ink/ink96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758.xml"/><Relationship Id="rId440" Type="http://schemas.openxmlformats.org/officeDocument/2006/relationships/customXml" Target="../ink/ink862.xml"/><Relationship Id="rId28" Type="http://schemas.openxmlformats.org/officeDocument/2006/relationships/image" Target="../media/image621.png"/><Relationship Id="rId275" Type="http://schemas.openxmlformats.org/officeDocument/2006/relationships/customXml" Target="../ink/ink779.xml"/><Relationship Id="rId300" Type="http://schemas.openxmlformats.org/officeDocument/2006/relationships/image" Target="../media/image756.png"/><Relationship Id="rId482" Type="http://schemas.openxmlformats.org/officeDocument/2006/relationships/customXml" Target="../ink/ink883.xml"/><Relationship Id="rId538" Type="http://schemas.openxmlformats.org/officeDocument/2006/relationships/customXml" Target="../ink/ink911.xml"/><Relationship Id="rId81" Type="http://schemas.openxmlformats.org/officeDocument/2006/relationships/customXml" Target="../ink/ink682.xml"/><Relationship Id="rId135" Type="http://schemas.openxmlformats.org/officeDocument/2006/relationships/customXml" Target="../ink/ink709.xml"/><Relationship Id="rId177" Type="http://schemas.openxmlformats.org/officeDocument/2006/relationships/customXml" Target="../ink/ink730.xml"/><Relationship Id="rId342" Type="http://schemas.openxmlformats.org/officeDocument/2006/relationships/image" Target="../media/image777.png"/><Relationship Id="rId384" Type="http://schemas.openxmlformats.org/officeDocument/2006/relationships/image" Target="../media/image798.png"/><Relationship Id="rId591" Type="http://schemas.openxmlformats.org/officeDocument/2006/relationships/image" Target="../media/image901.png"/><Relationship Id="rId605" Type="http://schemas.openxmlformats.org/officeDocument/2006/relationships/image" Target="../media/image908.png"/><Relationship Id="rId202" Type="http://schemas.openxmlformats.org/officeDocument/2006/relationships/image" Target="../media/image707.png"/><Relationship Id="rId244" Type="http://schemas.openxmlformats.org/officeDocument/2006/relationships/image" Target="../media/image728.png"/><Relationship Id="rId647" Type="http://schemas.openxmlformats.org/officeDocument/2006/relationships/image" Target="../media/image929.png"/><Relationship Id="rId39" Type="http://schemas.openxmlformats.org/officeDocument/2006/relationships/customXml" Target="../ink/ink661.xml"/><Relationship Id="rId286" Type="http://schemas.openxmlformats.org/officeDocument/2006/relationships/image" Target="../media/image749.png"/><Relationship Id="rId451" Type="http://schemas.openxmlformats.org/officeDocument/2006/relationships/image" Target="../media/image831.png"/><Relationship Id="rId493" Type="http://schemas.openxmlformats.org/officeDocument/2006/relationships/image" Target="../media/image852.png"/><Relationship Id="rId507" Type="http://schemas.openxmlformats.org/officeDocument/2006/relationships/image" Target="../media/image859.png"/><Relationship Id="rId549" Type="http://schemas.openxmlformats.org/officeDocument/2006/relationships/image" Target="../media/image880.png"/><Relationship Id="rId50" Type="http://schemas.openxmlformats.org/officeDocument/2006/relationships/image" Target="../media/image631.png"/><Relationship Id="rId104" Type="http://schemas.openxmlformats.org/officeDocument/2006/relationships/image" Target="../media/image658.png"/><Relationship Id="rId146" Type="http://schemas.openxmlformats.org/officeDocument/2006/relationships/image" Target="../media/image679.png"/><Relationship Id="rId188" Type="http://schemas.openxmlformats.org/officeDocument/2006/relationships/image" Target="../media/image700.png"/><Relationship Id="rId311" Type="http://schemas.openxmlformats.org/officeDocument/2006/relationships/customXml" Target="../ink/ink797.xml"/><Relationship Id="rId353" Type="http://schemas.openxmlformats.org/officeDocument/2006/relationships/customXml" Target="../ink/ink818.xml"/><Relationship Id="rId395" Type="http://schemas.openxmlformats.org/officeDocument/2006/relationships/customXml" Target="../ink/ink839.xml"/><Relationship Id="rId409" Type="http://schemas.openxmlformats.org/officeDocument/2006/relationships/customXml" Target="../ink/ink846.xml"/><Relationship Id="rId560" Type="http://schemas.openxmlformats.org/officeDocument/2006/relationships/customXml" Target="../ink/ink922.xml"/><Relationship Id="rId92" Type="http://schemas.openxmlformats.org/officeDocument/2006/relationships/image" Target="../media/image652.png"/><Relationship Id="rId213" Type="http://schemas.openxmlformats.org/officeDocument/2006/relationships/customXml" Target="../ink/ink748.xml"/><Relationship Id="rId420" Type="http://schemas.openxmlformats.org/officeDocument/2006/relationships/image" Target="../media/image816.png"/><Relationship Id="rId616" Type="http://schemas.openxmlformats.org/officeDocument/2006/relationships/customXml" Target="../ink/ink950.xml"/><Relationship Id="rId255" Type="http://schemas.openxmlformats.org/officeDocument/2006/relationships/customXml" Target="../ink/ink769.xml"/><Relationship Id="rId297" Type="http://schemas.openxmlformats.org/officeDocument/2006/relationships/customXml" Target="../ink/ink790.xml"/><Relationship Id="rId462" Type="http://schemas.openxmlformats.org/officeDocument/2006/relationships/customXml" Target="../ink/ink873.xml"/><Relationship Id="rId518" Type="http://schemas.openxmlformats.org/officeDocument/2006/relationships/customXml" Target="../ink/ink901.xml"/><Relationship Id="rId115" Type="http://schemas.openxmlformats.org/officeDocument/2006/relationships/customXml" Target="../ink/ink699.xml"/><Relationship Id="rId157" Type="http://schemas.openxmlformats.org/officeDocument/2006/relationships/customXml" Target="../ink/ink720.xml"/><Relationship Id="rId322" Type="http://schemas.openxmlformats.org/officeDocument/2006/relationships/image" Target="../media/image767.png"/><Relationship Id="rId364" Type="http://schemas.openxmlformats.org/officeDocument/2006/relationships/image" Target="../media/image788.png"/><Relationship Id="rId61" Type="http://schemas.openxmlformats.org/officeDocument/2006/relationships/customXml" Target="../ink/ink672.xml"/><Relationship Id="rId199" Type="http://schemas.openxmlformats.org/officeDocument/2006/relationships/customXml" Target="../ink/ink741.xml"/><Relationship Id="rId571" Type="http://schemas.openxmlformats.org/officeDocument/2006/relationships/image" Target="../media/image891.png"/><Relationship Id="rId627" Type="http://schemas.openxmlformats.org/officeDocument/2006/relationships/image" Target="../media/image919.png"/><Relationship Id="rId19" Type="http://schemas.openxmlformats.org/officeDocument/2006/relationships/customXml" Target="../ink/ink651.xml"/><Relationship Id="rId224" Type="http://schemas.openxmlformats.org/officeDocument/2006/relationships/image" Target="../media/image718.png"/><Relationship Id="rId266" Type="http://schemas.openxmlformats.org/officeDocument/2006/relationships/image" Target="../media/image739.png"/><Relationship Id="rId431" Type="http://schemas.openxmlformats.org/officeDocument/2006/relationships/customXml" Target="../ink/ink857.xml"/><Relationship Id="rId473" Type="http://schemas.openxmlformats.org/officeDocument/2006/relationships/image" Target="../media/image842.png"/><Relationship Id="rId529" Type="http://schemas.openxmlformats.org/officeDocument/2006/relationships/image" Target="../media/image870.png"/><Relationship Id="rId30" Type="http://schemas.openxmlformats.org/officeDocument/2006/relationships/image" Target="../media/image622.png"/><Relationship Id="rId126" Type="http://schemas.openxmlformats.org/officeDocument/2006/relationships/image" Target="../media/image669.png"/><Relationship Id="rId168" Type="http://schemas.openxmlformats.org/officeDocument/2006/relationships/image" Target="../media/image690.png"/><Relationship Id="rId333" Type="http://schemas.openxmlformats.org/officeDocument/2006/relationships/customXml" Target="../ink/ink808.xml"/><Relationship Id="rId540" Type="http://schemas.openxmlformats.org/officeDocument/2006/relationships/customXml" Target="../ink/ink912.xml"/><Relationship Id="rId72" Type="http://schemas.openxmlformats.org/officeDocument/2006/relationships/image" Target="../media/image642.png"/><Relationship Id="rId375" Type="http://schemas.openxmlformats.org/officeDocument/2006/relationships/customXml" Target="../ink/ink829.xml"/><Relationship Id="rId582" Type="http://schemas.openxmlformats.org/officeDocument/2006/relationships/customXml" Target="../ink/ink933.xml"/><Relationship Id="rId638" Type="http://schemas.openxmlformats.org/officeDocument/2006/relationships/customXml" Target="../ink/ink961.xml"/><Relationship Id="rId3" Type="http://schemas.openxmlformats.org/officeDocument/2006/relationships/image" Target="../media/image146.png"/><Relationship Id="rId235" Type="http://schemas.openxmlformats.org/officeDocument/2006/relationships/customXml" Target="../ink/ink759.xml"/><Relationship Id="rId277" Type="http://schemas.openxmlformats.org/officeDocument/2006/relationships/customXml" Target="../ink/ink780.xml"/><Relationship Id="rId400" Type="http://schemas.openxmlformats.org/officeDocument/2006/relationships/image" Target="../media/image806.png"/><Relationship Id="rId442" Type="http://schemas.openxmlformats.org/officeDocument/2006/relationships/customXml" Target="../ink/ink863.xml"/><Relationship Id="rId484" Type="http://schemas.openxmlformats.org/officeDocument/2006/relationships/customXml" Target="../ink/ink884.xml"/><Relationship Id="rId137" Type="http://schemas.openxmlformats.org/officeDocument/2006/relationships/customXml" Target="../ink/ink710.xml"/><Relationship Id="rId302" Type="http://schemas.openxmlformats.org/officeDocument/2006/relationships/image" Target="../media/image757.png"/><Relationship Id="rId344" Type="http://schemas.openxmlformats.org/officeDocument/2006/relationships/image" Target="../media/image778.png"/><Relationship Id="rId41" Type="http://schemas.openxmlformats.org/officeDocument/2006/relationships/customXml" Target="../ink/ink662.xml"/><Relationship Id="rId83" Type="http://schemas.openxmlformats.org/officeDocument/2006/relationships/customXml" Target="../ink/ink683.xml"/><Relationship Id="rId179" Type="http://schemas.openxmlformats.org/officeDocument/2006/relationships/customXml" Target="../ink/ink731.xml"/><Relationship Id="rId386" Type="http://schemas.openxmlformats.org/officeDocument/2006/relationships/image" Target="../media/image799.png"/><Relationship Id="rId551" Type="http://schemas.openxmlformats.org/officeDocument/2006/relationships/image" Target="../media/image881.png"/><Relationship Id="rId593" Type="http://schemas.openxmlformats.org/officeDocument/2006/relationships/image" Target="../media/image902.png"/><Relationship Id="rId607" Type="http://schemas.openxmlformats.org/officeDocument/2006/relationships/image" Target="../media/image909.png"/><Relationship Id="rId649" Type="http://schemas.openxmlformats.org/officeDocument/2006/relationships/image" Target="../media/image930.png"/><Relationship Id="rId190" Type="http://schemas.openxmlformats.org/officeDocument/2006/relationships/image" Target="../media/image701.png"/><Relationship Id="rId204" Type="http://schemas.openxmlformats.org/officeDocument/2006/relationships/image" Target="../media/image708.png"/><Relationship Id="rId246" Type="http://schemas.openxmlformats.org/officeDocument/2006/relationships/image" Target="../media/image729.png"/><Relationship Id="rId288" Type="http://schemas.openxmlformats.org/officeDocument/2006/relationships/image" Target="../media/image750.png"/><Relationship Id="rId411" Type="http://schemas.openxmlformats.org/officeDocument/2006/relationships/customXml" Target="../ink/ink847.xml"/><Relationship Id="rId453" Type="http://schemas.openxmlformats.org/officeDocument/2006/relationships/image" Target="../media/image832.png"/><Relationship Id="rId509" Type="http://schemas.openxmlformats.org/officeDocument/2006/relationships/image" Target="../media/image860.png"/><Relationship Id="rId106" Type="http://schemas.openxmlformats.org/officeDocument/2006/relationships/image" Target="../media/image659.png"/><Relationship Id="rId313" Type="http://schemas.openxmlformats.org/officeDocument/2006/relationships/customXml" Target="../ink/ink798.xml"/><Relationship Id="rId495" Type="http://schemas.openxmlformats.org/officeDocument/2006/relationships/image" Target="../media/image853.png"/><Relationship Id="rId10" Type="http://schemas.openxmlformats.org/officeDocument/2006/relationships/image" Target="../media/image612.png"/><Relationship Id="rId52" Type="http://schemas.openxmlformats.org/officeDocument/2006/relationships/image" Target="../media/image632.png"/><Relationship Id="rId94" Type="http://schemas.openxmlformats.org/officeDocument/2006/relationships/image" Target="../media/image653.png"/><Relationship Id="rId148" Type="http://schemas.openxmlformats.org/officeDocument/2006/relationships/image" Target="../media/image680.png"/><Relationship Id="rId355" Type="http://schemas.openxmlformats.org/officeDocument/2006/relationships/customXml" Target="../ink/ink819.xml"/><Relationship Id="rId397" Type="http://schemas.openxmlformats.org/officeDocument/2006/relationships/customXml" Target="../ink/ink840.xml"/><Relationship Id="rId520" Type="http://schemas.openxmlformats.org/officeDocument/2006/relationships/customXml" Target="../ink/ink902.xml"/><Relationship Id="rId562" Type="http://schemas.openxmlformats.org/officeDocument/2006/relationships/customXml" Target="../ink/ink923.xml"/><Relationship Id="rId618" Type="http://schemas.openxmlformats.org/officeDocument/2006/relationships/customXml" Target="../ink/ink951.xml"/><Relationship Id="rId215" Type="http://schemas.openxmlformats.org/officeDocument/2006/relationships/customXml" Target="../ink/ink749.xml"/><Relationship Id="rId257" Type="http://schemas.openxmlformats.org/officeDocument/2006/relationships/customXml" Target="../ink/ink770.xml"/><Relationship Id="rId422" Type="http://schemas.openxmlformats.org/officeDocument/2006/relationships/image" Target="../media/image817.png"/><Relationship Id="rId464" Type="http://schemas.openxmlformats.org/officeDocument/2006/relationships/customXml" Target="../ink/ink874.xml"/><Relationship Id="rId299" Type="http://schemas.openxmlformats.org/officeDocument/2006/relationships/customXml" Target="../ink/ink791.xml"/><Relationship Id="rId63" Type="http://schemas.openxmlformats.org/officeDocument/2006/relationships/customXml" Target="../ink/ink673.xml"/><Relationship Id="rId159" Type="http://schemas.openxmlformats.org/officeDocument/2006/relationships/customXml" Target="../ink/ink721.xml"/><Relationship Id="rId366" Type="http://schemas.openxmlformats.org/officeDocument/2006/relationships/image" Target="../media/image789.png"/><Relationship Id="rId573" Type="http://schemas.openxmlformats.org/officeDocument/2006/relationships/image" Target="../media/image892.png"/><Relationship Id="rId226" Type="http://schemas.openxmlformats.org/officeDocument/2006/relationships/image" Target="../media/image719.png"/><Relationship Id="rId433" Type="http://schemas.openxmlformats.org/officeDocument/2006/relationships/image" Target="../media/image822.png"/><Relationship Id="rId640" Type="http://schemas.openxmlformats.org/officeDocument/2006/relationships/customXml" Target="../ink/ink962.xml"/><Relationship Id="rId74" Type="http://schemas.openxmlformats.org/officeDocument/2006/relationships/image" Target="../media/image643.png"/><Relationship Id="rId377" Type="http://schemas.openxmlformats.org/officeDocument/2006/relationships/customXml" Target="../ink/ink830.xml"/><Relationship Id="rId500" Type="http://schemas.openxmlformats.org/officeDocument/2006/relationships/customXml" Target="../ink/ink892.xml"/><Relationship Id="rId584" Type="http://schemas.openxmlformats.org/officeDocument/2006/relationships/customXml" Target="../ink/ink934.xml"/><Relationship Id="rId5" Type="http://schemas.openxmlformats.org/officeDocument/2006/relationships/image" Target="../media/image608.png"/><Relationship Id="rId237" Type="http://schemas.openxmlformats.org/officeDocument/2006/relationships/customXml" Target="../ink/ink760.xml"/><Relationship Id="rId444" Type="http://schemas.openxmlformats.org/officeDocument/2006/relationships/customXml" Target="../ink/ink864.xml"/><Relationship Id="rId651" Type="http://schemas.openxmlformats.org/officeDocument/2006/relationships/image" Target="../media/image931.png"/><Relationship Id="rId290" Type="http://schemas.openxmlformats.org/officeDocument/2006/relationships/image" Target="../media/image751.png"/><Relationship Id="rId304" Type="http://schemas.openxmlformats.org/officeDocument/2006/relationships/image" Target="../media/image758.png"/><Relationship Id="rId388" Type="http://schemas.openxmlformats.org/officeDocument/2006/relationships/image" Target="../media/image800.png"/><Relationship Id="rId511" Type="http://schemas.openxmlformats.org/officeDocument/2006/relationships/image" Target="../media/image861.png"/><Relationship Id="rId609" Type="http://schemas.openxmlformats.org/officeDocument/2006/relationships/image" Target="../media/image910.png"/><Relationship Id="rId85" Type="http://schemas.openxmlformats.org/officeDocument/2006/relationships/customXml" Target="../ink/ink684.xml"/><Relationship Id="rId150" Type="http://schemas.openxmlformats.org/officeDocument/2006/relationships/image" Target="../media/image681.png"/><Relationship Id="rId595" Type="http://schemas.openxmlformats.org/officeDocument/2006/relationships/image" Target="../media/image903.png"/><Relationship Id="rId248" Type="http://schemas.openxmlformats.org/officeDocument/2006/relationships/image" Target="../media/image730.png"/><Relationship Id="rId455" Type="http://schemas.openxmlformats.org/officeDocument/2006/relationships/image" Target="../media/image833.png"/><Relationship Id="rId12" Type="http://schemas.openxmlformats.org/officeDocument/2006/relationships/image" Target="../media/image613.png"/><Relationship Id="rId108" Type="http://schemas.openxmlformats.org/officeDocument/2006/relationships/image" Target="../media/image660.png"/><Relationship Id="rId315" Type="http://schemas.openxmlformats.org/officeDocument/2006/relationships/customXml" Target="../ink/ink799.xml"/><Relationship Id="rId522" Type="http://schemas.openxmlformats.org/officeDocument/2006/relationships/customXml" Target="../ink/ink903.xml"/><Relationship Id="rId96" Type="http://schemas.openxmlformats.org/officeDocument/2006/relationships/image" Target="../media/image654.png"/><Relationship Id="rId161" Type="http://schemas.openxmlformats.org/officeDocument/2006/relationships/customXml" Target="../ink/ink722.xml"/><Relationship Id="rId399" Type="http://schemas.openxmlformats.org/officeDocument/2006/relationships/customXml" Target="../ink/ink841.xml"/><Relationship Id="rId259" Type="http://schemas.openxmlformats.org/officeDocument/2006/relationships/customXml" Target="../ink/ink771.xml"/><Relationship Id="rId466" Type="http://schemas.openxmlformats.org/officeDocument/2006/relationships/customXml" Target="../ink/ink875.xml"/><Relationship Id="rId23" Type="http://schemas.openxmlformats.org/officeDocument/2006/relationships/customXml" Target="../ink/ink653.xml"/><Relationship Id="rId119" Type="http://schemas.openxmlformats.org/officeDocument/2006/relationships/customXml" Target="../ink/ink701.xml"/><Relationship Id="rId326" Type="http://schemas.openxmlformats.org/officeDocument/2006/relationships/image" Target="../media/image769.png"/><Relationship Id="rId533" Type="http://schemas.openxmlformats.org/officeDocument/2006/relationships/image" Target="../media/image872.png"/><Relationship Id="rId172" Type="http://schemas.openxmlformats.org/officeDocument/2006/relationships/image" Target="../media/image692.png"/><Relationship Id="rId477" Type="http://schemas.openxmlformats.org/officeDocument/2006/relationships/image" Target="../media/image844.png"/><Relationship Id="rId600" Type="http://schemas.openxmlformats.org/officeDocument/2006/relationships/customXml" Target="../ink/ink942.xml"/><Relationship Id="rId337" Type="http://schemas.openxmlformats.org/officeDocument/2006/relationships/customXml" Target="../ink/ink810.xml"/><Relationship Id="rId34" Type="http://schemas.openxmlformats.org/officeDocument/2006/relationships/image" Target="../media/image624.png"/><Relationship Id="rId544" Type="http://schemas.openxmlformats.org/officeDocument/2006/relationships/customXml" Target="../ink/ink914.xml"/><Relationship Id="rId183" Type="http://schemas.openxmlformats.org/officeDocument/2006/relationships/customXml" Target="../ink/ink733.xml"/><Relationship Id="rId390" Type="http://schemas.openxmlformats.org/officeDocument/2006/relationships/image" Target="../media/image801.png"/><Relationship Id="rId404" Type="http://schemas.openxmlformats.org/officeDocument/2006/relationships/image" Target="../media/image808.png"/><Relationship Id="rId611" Type="http://schemas.openxmlformats.org/officeDocument/2006/relationships/image" Target="../media/image911.png"/><Relationship Id="rId250" Type="http://schemas.openxmlformats.org/officeDocument/2006/relationships/image" Target="../media/image731.png"/><Relationship Id="rId488" Type="http://schemas.openxmlformats.org/officeDocument/2006/relationships/customXml" Target="../ink/ink886.xml"/><Relationship Id="rId45" Type="http://schemas.openxmlformats.org/officeDocument/2006/relationships/customXml" Target="../ink/ink664.xml"/><Relationship Id="rId110" Type="http://schemas.openxmlformats.org/officeDocument/2006/relationships/image" Target="../media/image661.png"/><Relationship Id="rId348" Type="http://schemas.openxmlformats.org/officeDocument/2006/relationships/image" Target="../media/image780.png"/><Relationship Id="rId555" Type="http://schemas.openxmlformats.org/officeDocument/2006/relationships/image" Target="../media/image883.png"/><Relationship Id="rId194" Type="http://schemas.openxmlformats.org/officeDocument/2006/relationships/image" Target="../media/image703.png"/><Relationship Id="rId208" Type="http://schemas.openxmlformats.org/officeDocument/2006/relationships/image" Target="../media/image710.png"/><Relationship Id="rId415" Type="http://schemas.openxmlformats.org/officeDocument/2006/relationships/customXml" Target="../ink/ink849.xml"/><Relationship Id="rId622" Type="http://schemas.openxmlformats.org/officeDocument/2006/relationships/customXml" Target="../ink/ink953.xml"/><Relationship Id="rId261" Type="http://schemas.openxmlformats.org/officeDocument/2006/relationships/customXml" Target="../ink/ink772.xml"/><Relationship Id="rId499" Type="http://schemas.openxmlformats.org/officeDocument/2006/relationships/image" Target="../media/image855.png"/><Relationship Id="rId56" Type="http://schemas.openxmlformats.org/officeDocument/2006/relationships/image" Target="../media/image634.png"/><Relationship Id="rId359" Type="http://schemas.openxmlformats.org/officeDocument/2006/relationships/customXml" Target="../ink/ink821.xml"/><Relationship Id="rId566" Type="http://schemas.openxmlformats.org/officeDocument/2006/relationships/customXml" Target="../ink/ink925.xml"/><Relationship Id="rId121" Type="http://schemas.openxmlformats.org/officeDocument/2006/relationships/customXml" Target="../ink/ink702.xml"/><Relationship Id="rId219" Type="http://schemas.openxmlformats.org/officeDocument/2006/relationships/customXml" Target="../ink/ink751.xml"/><Relationship Id="rId426" Type="http://schemas.openxmlformats.org/officeDocument/2006/relationships/image" Target="../media/image819.png"/><Relationship Id="rId633" Type="http://schemas.openxmlformats.org/officeDocument/2006/relationships/image" Target="../media/image922.png"/><Relationship Id="rId67" Type="http://schemas.openxmlformats.org/officeDocument/2006/relationships/customXml" Target="../ink/ink675.xml"/><Relationship Id="rId272" Type="http://schemas.openxmlformats.org/officeDocument/2006/relationships/image" Target="../media/image742.png"/><Relationship Id="rId577" Type="http://schemas.openxmlformats.org/officeDocument/2006/relationships/image" Target="../media/image894.png"/><Relationship Id="rId132" Type="http://schemas.openxmlformats.org/officeDocument/2006/relationships/image" Target="../media/image672.png"/><Relationship Id="rId437" Type="http://schemas.openxmlformats.org/officeDocument/2006/relationships/image" Target="../media/image824.png"/><Relationship Id="rId644" Type="http://schemas.openxmlformats.org/officeDocument/2006/relationships/customXml" Target="../ink/ink964.xml"/><Relationship Id="rId283" Type="http://schemas.openxmlformats.org/officeDocument/2006/relationships/customXml" Target="../ink/ink783.xml"/><Relationship Id="rId490" Type="http://schemas.openxmlformats.org/officeDocument/2006/relationships/customXml" Target="../ink/ink887.xml"/><Relationship Id="rId504" Type="http://schemas.openxmlformats.org/officeDocument/2006/relationships/customXml" Target="../ink/ink894.xml"/><Relationship Id="rId78" Type="http://schemas.openxmlformats.org/officeDocument/2006/relationships/image" Target="../media/image645.png"/><Relationship Id="rId143" Type="http://schemas.openxmlformats.org/officeDocument/2006/relationships/customXml" Target="../ink/ink713.xml"/><Relationship Id="rId350" Type="http://schemas.openxmlformats.org/officeDocument/2006/relationships/image" Target="../media/image781.png"/><Relationship Id="rId588" Type="http://schemas.openxmlformats.org/officeDocument/2006/relationships/customXml" Target="../ink/ink936.xml"/><Relationship Id="rId9" Type="http://schemas.openxmlformats.org/officeDocument/2006/relationships/customXml" Target="../ink/ink646.xml"/><Relationship Id="rId210" Type="http://schemas.openxmlformats.org/officeDocument/2006/relationships/image" Target="../media/image711.png"/><Relationship Id="rId448" Type="http://schemas.openxmlformats.org/officeDocument/2006/relationships/customXml" Target="../ink/ink866.xml"/><Relationship Id="rId655" Type="http://schemas.openxmlformats.org/officeDocument/2006/relationships/image" Target="../media/image933.png"/><Relationship Id="rId294" Type="http://schemas.openxmlformats.org/officeDocument/2006/relationships/image" Target="../media/image753.png"/><Relationship Id="rId308" Type="http://schemas.openxmlformats.org/officeDocument/2006/relationships/image" Target="../media/image760.png"/><Relationship Id="rId515" Type="http://schemas.openxmlformats.org/officeDocument/2006/relationships/image" Target="../media/image863.png"/><Relationship Id="rId89" Type="http://schemas.openxmlformats.org/officeDocument/2006/relationships/customXml" Target="../ink/ink686.xml"/><Relationship Id="rId154" Type="http://schemas.openxmlformats.org/officeDocument/2006/relationships/image" Target="../media/image683.png"/><Relationship Id="rId361" Type="http://schemas.openxmlformats.org/officeDocument/2006/relationships/customXml" Target="../ink/ink822.xml"/><Relationship Id="rId599" Type="http://schemas.openxmlformats.org/officeDocument/2006/relationships/image" Target="../media/image905.png"/><Relationship Id="rId459" Type="http://schemas.openxmlformats.org/officeDocument/2006/relationships/image" Target="../media/image835.png"/><Relationship Id="rId16" Type="http://schemas.openxmlformats.org/officeDocument/2006/relationships/image" Target="../media/image615.png"/><Relationship Id="rId221" Type="http://schemas.openxmlformats.org/officeDocument/2006/relationships/customXml" Target="../ink/ink752.xml"/><Relationship Id="rId319" Type="http://schemas.openxmlformats.org/officeDocument/2006/relationships/customXml" Target="../ink/ink801.xml"/><Relationship Id="rId526" Type="http://schemas.openxmlformats.org/officeDocument/2006/relationships/customXml" Target="../ink/ink905.xml"/></Relationships>
</file>

<file path=ppt/slides/_rels/slide10.xml.rels><?xml version="1.0" encoding="UTF-8" standalone="yes"?>
<Relationships xmlns="http://schemas.openxmlformats.org/package/2006/relationships"><Relationship Id="rId21" Type="http://schemas.openxmlformats.org/officeDocument/2006/relationships/customXml" Target="../ink/ink980.xml"/><Relationship Id="rId170" Type="http://schemas.openxmlformats.org/officeDocument/2006/relationships/customXml" Target="../ink/ink1057.xml"/><Relationship Id="rId268" Type="http://schemas.openxmlformats.org/officeDocument/2006/relationships/image" Target="../media/image1062.png"/><Relationship Id="rId475" Type="http://schemas.openxmlformats.org/officeDocument/2006/relationships/image" Target="../media/image1162.png"/><Relationship Id="rId682" Type="http://schemas.openxmlformats.org/officeDocument/2006/relationships/image" Target="../media/image1264.png"/><Relationship Id="rId128" Type="http://schemas.openxmlformats.org/officeDocument/2006/relationships/image" Target="../media/image995.png"/><Relationship Id="rId335" Type="http://schemas.openxmlformats.org/officeDocument/2006/relationships/customXml" Target="../ink/ink1141.xml"/><Relationship Id="rId542" Type="http://schemas.openxmlformats.org/officeDocument/2006/relationships/customXml" Target="../ink/ink1248.xml"/><Relationship Id="rId987" Type="http://schemas.openxmlformats.org/officeDocument/2006/relationships/customXml" Target="../ink/ink1473.xml"/><Relationship Id="rId1172" Type="http://schemas.openxmlformats.org/officeDocument/2006/relationships/image" Target="../media/image1504.png"/><Relationship Id="rId402" Type="http://schemas.openxmlformats.org/officeDocument/2006/relationships/image" Target="../media/image1126.png"/><Relationship Id="rId847" Type="http://schemas.openxmlformats.org/officeDocument/2006/relationships/customXml" Target="../ink/ink1403.xml"/><Relationship Id="rId1032" Type="http://schemas.openxmlformats.org/officeDocument/2006/relationships/customXml" Target="../ink/ink1496.xml"/><Relationship Id="rId707" Type="http://schemas.openxmlformats.org/officeDocument/2006/relationships/image" Target="../media/image1276.png"/><Relationship Id="rId914" Type="http://schemas.openxmlformats.org/officeDocument/2006/relationships/image" Target="../media/image1378.png"/><Relationship Id="rId43" Type="http://schemas.openxmlformats.org/officeDocument/2006/relationships/image" Target="../media/image953.png"/><Relationship Id="rId192" Type="http://schemas.openxmlformats.org/officeDocument/2006/relationships/image" Target="../media/image1024.png"/><Relationship Id="rId497" Type="http://schemas.openxmlformats.org/officeDocument/2006/relationships/customXml" Target="../ink/ink1225.xml"/><Relationship Id="rId357" Type="http://schemas.openxmlformats.org/officeDocument/2006/relationships/customXml" Target="../ink/ink1153.xml"/><Relationship Id="rId217" Type="http://schemas.openxmlformats.org/officeDocument/2006/relationships/customXml" Target="../ink/ink1081.xml"/><Relationship Id="rId564" Type="http://schemas.openxmlformats.org/officeDocument/2006/relationships/customXml" Target="../ink/ink1259.xml"/><Relationship Id="rId771" Type="http://schemas.openxmlformats.org/officeDocument/2006/relationships/customXml" Target="../ink/ink1364.xml"/><Relationship Id="rId869" Type="http://schemas.openxmlformats.org/officeDocument/2006/relationships/customXml" Target="../ink/ink1414.xml"/><Relationship Id="rId424" Type="http://schemas.openxmlformats.org/officeDocument/2006/relationships/customXml" Target="../ink/ink1188.xml"/><Relationship Id="rId631" Type="http://schemas.openxmlformats.org/officeDocument/2006/relationships/customXml" Target="../ink/ink1293.xml"/><Relationship Id="rId729" Type="http://schemas.openxmlformats.org/officeDocument/2006/relationships/image" Target="../media/image1287.png"/><Relationship Id="rId1054" Type="http://schemas.openxmlformats.org/officeDocument/2006/relationships/customXml" Target="../ink/ink1507.xml"/><Relationship Id="rId936" Type="http://schemas.openxmlformats.org/officeDocument/2006/relationships/image" Target="../media/image1389.png"/><Relationship Id="rId1121" Type="http://schemas.openxmlformats.org/officeDocument/2006/relationships/customXml" Target="../ink/ink1543.xml"/><Relationship Id="rId65" Type="http://schemas.openxmlformats.org/officeDocument/2006/relationships/customXml" Target="../ink/ink1003.xml"/><Relationship Id="rId281" Type="http://schemas.openxmlformats.org/officeDocument/2006/relationships/image" Target="../media/image1068.png"/><Relationship Id="rId141" Type="http://schemas.openxmlformats.org/officeDocument/2006/relationships/image" Target="../media/image1001.png"/><Relationship Id="rId379" Type="http://schemas.openxmlformats.org/officeDocument/2006/relationships/image" Target="../media/image1115.png"/><Relationship Id="rId586" Type="http://schemas.openxmlformats.org/officeDocument/2006/relationships/customXml" Target="../ink/ink1270.xml"/><Relationship Id="rId793" Type="http://schemas.openxmlformats.org/officeDocument/2006/relationships/image" Target="../media/image1318.png"/><Relationship Id="rId7" Type="http://schemas.openxmlformats.org/officeDocument/2006/relationships/customXml" Target="../ink/ink973.xml"/><Relationship Id="rId239" Type="http://schemas.openxmlformats.org/officeDocument/2006/relationships/customXml" Target="../ink/ink1092.xml"/><Relationship Id="rId446" Type="http://schemas.openxmlformats.org/officeDocument/2006/relationships/customXml" Target="../ink/ink1199.xml"/><Relationship Id="rId653" Type="http://schemas.openxmlformats.org/officeDocument/2006/relationships/customXml" Target="../ink/ink1304.xml"/><Relationship Id="rId1076" Type="http://schemas.openxmlformats.org/officeDocument/2006/relationships/image" Target="../media/image1458.png"/><Relationship Id="rId306" Type="http://schemas.openxmlformats.org/officeDocument/2006/relationships/customXml" Target="../ink/ink1126.xml"/><Relationship Id="rId860" Type="http://schemas.openxmlformats.org/officeDocument/2006/relationships/image" Target="../media/image1351.png"/><Relationship Id="rId958" Type="http://schemas.openxmlformats.org/officeDocument/2006/relationships/image" Target="../media/image1400.png"/><Relationship Id="rId1143" Type="http://schemas.openxmlformats.org/officeDocument/2006/relationships/customXml" Target="../ink/ink1554.xml"/><Relationship Id="rId87" Type="http://schemas.openxmlformats.org/officeDocument/2006/relationships/customXml" Target="../ink/ink1014.xml"/><Relationship Id="rId513" Type="http://schemas.openxmlformats.org/officeDocument/2006/relationships/image" Target="../media/image1180.png"/><Relationship Id="rId720" Type="http://schemas.openxmlformats.org/officeDocument/2006/relationships/customXml" Target="../ink/ink1338.xml"/><Relationship Id="rId818" Type="http://schemas.openxmlformats.org/officeDocument/2006/relationships/image" Target="../media/image1330.png"/><Relationship Id="rId1003" Type="http://schemas.openxmlformats.org/officeDocument/2006/relationships/customXml" Target="../ink/ink1481.xml"/><Relationship Id="rId14" Type="http://schemas.openxmlformats.org/officeDocument/2006/relationships/image" Target="../media/image939.png"/><Relationship Id="rId163" Type="http://schemas.openxmlformats.org/officeDocument/2006/relationships/image" Target="../media/image1011.png"/><Relationship Id="rId370" Type="http://schemas.openxmlformats.org/officeDocument/2006/relationships/customXml" Target="../ink/ink1160.xml"/><Relationship Id="rId230" Type="http://schemas.openxmlformats.org/officeDocument/2006/relationships/image" Target="../media/image1043.png"/><Relationship Id="rId468" Type="http://schemas.openxmlformats.org/officeDocument/2006/relationships/customXml" Target="../ink/ink1210.xml"/><Relationship Id="rId675" Type="http://schemas.openxmlformats.org/officeDocument/2006/relationships/customXml" Target="../ink/ink1315.xml"/><Relationship Id="rId882" Type="http://schemas.openxmlformats.org/officeDocument/2006/relationships/image" Target="../media/image1362.png"/><Relationship Id="rId1098" Type="http://schemas.openxmlformats.org/officeDocument/2006/relationships/image" Target="../media/image1467.png"/><Relationship Id="rId328" Type="http://schemas.openxmlformats.org/officeDocument/2006/relationships/image" Target="../media/image1091.png"/><Relationship Id="rId535" Type="http://schemas.openxmlformats.org/officeDocument/2006/relationships/image" Target="../media/image1191.png"/><Relationship Id="rId742" Type="http://schemas.openxmlformats.org/officeDocument/2006/relationships/customXml" Target="../ink/ink1349.xml"/><Relationship Id="rId1165" Type="http://schemas.openxmlformats.org/officeDocument/2006/relationships/customXml" Target="../ink/ink1565.xml"/><Relationship Id="rId602" Type="http://schemas.openxmlformats.org/officeDocument/2006/relationships/customXml" Target="../ink/ink1278.xml"/><Relationship Id="rId1025" Type="http://schemas.openxmlformats.org/officeDocument/2006/relationships/customXml" Target="../ink/ink1492.xml"/><Relationship Id="rId907" Type="http://schemas.openxmlformats.org/officeDocument/2006/relationships/customXml" Target="../ink/ink1433.xml"/><Relationship Id="rId36" Type="http://schemas.openxmlformats.org/officeDocument/2006/relationships/customXml" Target="../ink/ink988.xml"/><Relationship Id="rId185" Type="http://schemas.openxmlformats.org/officeDocument/2006/relationships/customXml" Target="../ink/ink1065.xml"/><Relationship Id="rId392" Type="http://schemas.openxmlformats.org/officeDocument/2006/relationships/image" Target="../media/image1121.png"/><Relationship Id="rId697" Type="http://schemas.openxmlformats.org/officeDocument/2006/relationships/image" Target="../media/image1271.png"/><Relationship Id="rId252" Type="http://schemas.openxmlformats.org/officeDocument/2006/relationships/image" Target="../media/image1054.png"/><Relationship Id="rId112" Type="http://schemas.openxmlformats.org/officeDocument/2006/relationships/image" Target="../media/image987.png"/><Relationship Id="rId557" Type="http://schemas.openxmlformats.org/officeDocument/2006/relationships/image" Target="../media/image1202.png"/><Relationship Id="rId764" Type="http://schemas.openxmlformats.org/officeDocument/2006/relationships/customXml" Target="../ink/ink1360.xml"/><Relationship Id="rId971" Type="http://schemas.openxmlformats.org/officeDocument/2006/relationships/customXml" Target="../ink/ink1465.xml"/><Relationship Id="rId417" Type="http://schemas.openxmlformats.org/officeDocument/2006/relationships/image" Target="../media/image1133.png"/><Relationship Id="rId624" Type="http://schemas.openxmlformats.org/officeDocument/2006/relationships/image" Target="../media/image1235.png"/><Relationship Id="rId831" Type="http://schemas.openxmlformats.org/officeDocument/2006/relationships/customXml" Target="../ink/ink1395.xml"/><Relationship Id="rId1047" Type="http://schemas.openxmlformats.org/officeDocument/2006/relationships/image" Target="../media/image1444.png"/><Relationship Id="rId929" Type="http://schemas.openxmlformats.org/officeDocument/2006/relationships/customXml" Target="../ink/ink1444.xml"/><Relationship Id="rId1114" Type="http://schemas.openxmlformats.org/officeDocument/2006/relationships/image" Target="../media/image1475.png"/><Relationship Id="rId58" Type="http://schemas.openxmlformats.org/officeDocument/2006/relationships/image" Target="../media/image960.png"/><Relationship Id="rId428" Type="http://schemas.openxmlformats.org/officeDocument/2006/relationships/customXml" Target="../ink/ink1190.xml"/><Relationship Id="rId635" Type="http://schemas.openxmlformats.org/officeDocument/2006/relationships/customXml" Target="../ink/ink1295.xml"/><Relationship Id="rId842" Type="http://schemas.openxmlformats.org/officeDocument/2006/relationships/image" Target="../media/image1342.png"/><Relationship Id="rId1058" Type="http://schemas.openxmlformats.org/officeDocument/2006/relationships/customXml" Target="../ink/ink1509.xml"/><Relationship Id="rId274" Type="http://schemas.openxmlformats.org/officeDocument/2006/relationships/customXml" Target="../ink/ink1110.xml"/><Relationship Id="rId481" Type="http://schemas.openxmlformats.org/officeDocument/2006/relationships/image" Target="../media/image1165.png"/><Relationship Id="rId702" Type="http://schemas.openxmlformats.org/officeDocument/2006/relationships/customXml" Target="../ink/ink1329.xml"/><Relationship Id="rId1125" Type="http://schemas.openxmlformats.org/officeDocument/2006/relationships/customXml" Target="../ink/ink1545.xml"/><Relationship Id="rId69" Type="http://schemas.openxmlformats.org/officeDocument/2006/relationships/customXml" Target="../ink/ink1005.xml"/><Relationship Id="rId134" Type="http://schemas.openxmlformats.org/officeDocument/2006/relationships/image" Target="../media/image998.png"/><Relationship Id="rId579" Type="http://schemas.openxmlformats.org/officeDocument/2006/relationships/image" Target="../media/image1213.png"/><Relationship Id="rId786" Type="http://schemas.openxmlformats.org/officeDocument/2006/relationships/customXml" Target="../ink/ink1372.xml"/><Relationship Id="rId993" Type="http://schemas.openxmlformats.org/officeDocument/2006/relationships/customXml" Target="../ink/ink1476.xml"/><Relationship Id="rId341" Type="http://schemas.openxmlformats.org/officeDocument/2006/relationships/customXml" Target="../ink/ink1144.xml"/><Relationship Id="rId439" Type="http://schemas.openxmlformats.org/officeDocument/2006/relationships/image" Target="../media/image1144.png"/><Relationship Id="rId646" Type="http://schemas.openxmlformats.org/officeDocument/2006/relationships/image" Target="../media/image1246.png"/><Relationship Id="rId1069" Type="http://schemas.openxmlformats.org/officeDocument/2006/relationships/image" Target="../media/image1455.png"/><Relationship Id="rId201" Type="http://schemas.openxmlformats.org/officeDocument/2006/relationships/customXml" Target="../ink/ink1073.xml"/><Relationship Id="rId285" Type="http://schemas.openxmlformats.org/officeDocument/2006/relationships/image" Target="../media/image1070.png"/><Relationship Id="rId506" Type="http://schemas.openxmlformats.org/officeDocument/2006/relationships/customXml" Target="../ink/ink1230.xml"/><Relationship Id="rId853" Type="http://schemas.openxmlformats.org/officeDocument/2006/relationships/customXml" Target="../ink/ink1406.xml"/><Relationship Id="rId1136" Type="http://schemas.openxmlformats.org/officeDocument/2006/relationships/image" Target="../media/image1486.png"/><Relationship Id="rId492" Type="http://schemas.openxmlformats.org/officeDocument/2006/relationships/customXml" Target="../ink/ink1222.xml"/><Relationship Id="rId713" Type="http://schemas.openxmlformats.org/officeDocument/2006/relationships/image" Target="../media/image1279.png"/><Relationship Id="rId797" Type="http://schemas.openxmlformats.org/officeDocument/2006/relationships/image" Target="../media/image1320.png"/><Relationship Id="rId920" Type="http://schemas.openxmlformats.org/officeDocument/2006/relationships/image" Target="../media/image1381.png"/><Relationship Id="rId145" Type="http://schemas.openxmlformats.org/officeDocument/2006/relationships/image" Target="../media/image1003.png"/><Relationship Id="rId352" Type="http://schemas.openxmlformats.org/officeDocument/2006/relationships/customXml" Target="../ink/ink1150.xml"/><Relationship Id="rId212" Type="http://schemas.openxmlformats.org/officeDocument/2006/relationships/image" Target="../media/image1034.png"/><Relationship Id="rId657" Type="http://schemas.openxmlformats.org/officeDocument/2006/relationships/customXml" Target="../ink/ink1306.xml"/><Relationship Id="rId864" Type="http://schemas.openxmlformats.org/officeDocument/2006/relationships/image" Target="../media/image1353.png"/><Relationship Id="rId296" Type="http://schemas.openxmlformats.org/officeDocument/2006/relationships/customXml" Target="../ink/ink1121.xml"/><Relationship Id="rId517" Type="http://schemas.openxmlformats.org/officeDocument/2006/relationships/image" Target="../media/image1182.png"/><Relationship Id="rId724" Type="http://schemas.openxmlformats.org/officeDocument/2006/relationships/customXml" Target="../ink/ink1340.xml"/><Relationship Id="rId931" Type="http://schemas.openxmlformats.org/officeDocument/2006/relationships/customXml" Target="../ink/ink1445.xml"/><Relationship Id="rId1147" Type="http://schemas.openxmlformats.org/officeDocument/2006/relationships/customXml" Target="../ink/ink1556.xml"/><Relationship Id="rId60" Type="http://schemas.openxmlformats.org/officeDocument/2006/relationships/image" Target="../media/image961.png"/><Relationship Id="rId156" Type="http://schemas.openxmlformats.org/officeDocument/2006/relationships/customXml" Target="../ink/ink1050.xml"/><Relationship Id="rId363" Type="http://schemas.openxmlformats.org/officeDocument/2006/relationships/customXml" Target="../ink/ink1156.xml"/><Relationship Id="rId570" Type="http://schemas.openxmlformats.org/officeDocument/2006/relationships/customXml" Target="../ink/ink1262.xml"/><Relationship Id="rId1007" Type="http://schemas.openxmlformats.org/officeDocument/2006/relationships/customXml" Target="../ink/ink1483.xml"/><Relationship Id="rId223" Type="http://schemas.openxmlformats.org/officeDocument/2006/relationships/customXml" Target="../ink/ink1084.xml"/><Relationship Id="rId430" Type="http://schemas.openxmlformats.org/officeDocument/2006/relationships/customXml" Target="../ink/ink1191.xml"/><Relationship Id="rId668" Type="http://schemas.openxmlformats.org/officeDocument/2006/relationships/image" Target="../media/image1257.png"/><Relationship Id="rId875" Type="http://schemas.openxmlformats.org/officeDocument/2006/relationships/customXml" Target="../ink/ink1417.xml"/><Relationship Id="rId1060" Type="http://schemas.openxmlformats.org/officeDocument/2006/relationships/customXml" Target="../ink/ink1510.xml"/><Relationship Id="rId18" Type="http://schemas.openxmlformats.org/officeDocument/2006/relationships/image" Target="../media/image941.png"/><Relationship Id="rId528" Type="http://schemas.openxmlformats.org/officeDocument/2006/relationships/customXml" Target="../ink/ink1241.xml"/><Relationship Id="rId735" Type="http://schemas.openxmlformats.org/officeDocument/2006/relationships/image" Target="../media/image1290.png"/><Relationship Id="rId942" Type="http://schemas.openxmlformats.org/officeDocument/2006/relationships/image" Target="../media/image1392.png"/><Relationship Id="rId1158" Type="http://schemas.openxmlformats.org/officeDocument/2006/relationships/image" Target="../media/image1497.png"/><Relationship Id="rId167" Type="http://schemas.openxmlformats.org/officeDocument/2006/relationships/image" Target="../media/image1013.png"/><Relationship Id="rId374" Type="http://schemas.openxmlformats.org/officeDocument/2006/relationships/customXml" Target="../ink/ink1162.xml"/><Relationship Id="rId581" Type="http://schemas.openxmlformats.org/officeDocument/2006/relationships/image" Target="../media/image1214.png"/><Relationship Id="rId1018" Type="http://schemas.openxmlformats.org/officeDocument/2006/relationships/image" Target="../media/image1430.png"/><Relationship Id="rId71" Type="http://schemas.openxmlformats.org/officeDocument/2006/relationships/customXml" Target="../ink/ink1006.xml"/><Relationship Id="rId234" Type="http://schemas.openxmlformats.org/officeDocument/2006/relationships/image" Target="../media/image1045.png"/><Relationship Id="rId679" Type="http://schemas.openxmlformats.org/officeDocument/2006/relationships/customXml" Target="../ink/ink1317.xml"/><Relationship Id="rId802" Type="http://schemas.openxmlformats.org/officeDocument/2006/relationships/customXml" Target="../ink/ink1380.xml"/><Relationship Id="rId886" Type="http://schemas.openxmlformats.org/officeDocument/2006/relationships/image" Target="../media/image1364.png"/><Relationship Id="rId2" Type="http://schemas.openxmlformats.org/officeDocument/2006/relationships/image" Target="../media/image934.png"/><Relationship Id="rId29" Type="http://schemas.openxmlformats.org/officeDocument/2006/relationships/customXml" Target="../ink/ink984.xml"/><Relationship Id="rId441" Type="http://schemas.openxmlformats.org/officeDocument/2006/relationships/image" Target="../media/image1145.png"/><Relationship Id="rId539" Type="http://schemas.openxmlformats.org/officeDocument/2006/relationships/image" Target="../media/image1193.png"/><Relationship Id="rId746" Type="http://schemas.openxmlformats.org/officeDocument/2006/relationships/customXml" Target="../ink/ink1351.xml"/><Relationship Id="rId1071" Type="http://schemas.openxmlformats.org/officeDocument/2006/relationships/image" Target="../media/image1456.png"/><Relationship Id="rId1169" Type="http://schemas.openxmlformats.org/officeDocument/2006/relationships/customXml" Target="../ink/ink1567.xml"/><Relationship Id="rId178" Type="http://schemas.openxmlformats.org/officeDocument/2006/relationships/customXml" Target="../ink/ink1061.xml"/><Relationship Id="rId301" Type="http://schemas.openxmlformats.org/officeDocument/2006/relationships/image" Target="../media/image1078.png"/><Relationship Id="rId953" Type="http://schemas.openxmlformats.org/officeDocument/2006/relationships/customXml" Target="../ink/ink1456.xml"/><Relationship Id="rId1029" Type="http://schemas.openxmlformats.org/officeDocument/2006/relationships/customXml" Target="../ink/ink1494.xml"/><Relationship Id="rId82" Type="http://schemas.openxmlformats.org/officeDocument/2006/relationships/image" Target="../media/image972.png"/><Relationship Id="rId385" Type="http://schemas.openxmlformats.org/officeDocument/2006/relationships/image" Target="../media/image1118.png"/><Relationship Id="rId592" Type="http://schemas.openxmlformats.org/officeDocument/2006/relationships/customXml" Target="../ink/ink1273.xml"/><Relationship Id="rId606" Type="http://schemas.openxmlformats.org/officeDocument/2006/relationships/customXml" Target="../ink/ink1280.xml"/><Relationship Id="rId813" Type="http://schemas.openxmlformats.org/officeDocument/2006/relationships/customXml" Target="../ink/ink1386.xml"/><Relationship Id="rId245" Type="http://schemas.openxmlformats.org/officeDocument/2006/relationships/customXml" Target="../ink/ink1095.xml"/><Relationship Id="rId452" Type="http://schemas.openxmlformats.org/officeDocument/2006/relationships/customXml" Target="../ink/ink1202.xml"/><Relationship Id="rId897" Type="http://schemas.openxmlformats.org/officeDocument/2006/relationships/customXml" Target="../ink/ink1428.xml"/><Relationship Id="rId1082" Type="http://schemas.openxmlformats.org/officeDocument/2006/relationships/image" Target="../media/image1461.png"/><Relationship Id="rId105" Type="http://schemas.openxmlformats.org/officeDocument/2006/relationships/customXml" Target="../ink/ink1023.xml"/><Relationship Id="rId312" Type="http://schemas.openxmlformats.org/officeDocument/2006/relationships/customXml" Target="../ink/ink1129.xml"/><Relationship Id="rId757" Type="http://schemas.openxmlformats.org/officeDocument/2006/relationships/image" Target="../media/image1301.png"/><Relationship Id="rId964" Type="http://schemas.openxmlformats.org/officeDocument/2006/relationships/image" Target="../media/image1403.png"/><Relationship Id="rId93" Type="http://schemas.openxmlformats.org/officeDocument/2006/relationships/customXml" Target="../ink/ink1017.xml"/><Relationship Id="rId189" Type="http://schemas.openxmlformats.org/officeDocument/2006/relationships/customXml" Target="../ink/ink1067.xml"/><Relationship Id="rId396" Type="http://schemas.openxmlformats.org/officeDocument/2006/relationships/image" Target="../media/image1123.png"/><Relationship Id="rId617" Type="http://schemas.openxmlformats.org/officeDocument/2006/relationships/customXml" Target="../ink/ink1286.xml"/><Relationship Id="rId824" Type="http://schemas.openxmlformats.org/officeDocument/2006/relationships/image" Target="../media/image1333.png"/><Relationship Id="rId256" Type="http://schemas.openxmlformats.org/officeDocument/2006/relationships/image" Target="../media/image1056.png"/><Relationship Id="rId463" Type="http://schemas.openxmlformats.org/officeDocument/2006/relationships/image" Target="../media/image1156.png"/><Relationship Id="rId670" Type="http://schemas.openxmlformats.org/officeDocument/2006/relationships/image" Target="../media/image1258.png"/><Relationship Id="rId1093" Type="http://schemas.openxmlformats.org/officeDocument/2006/relationships/image" Target="../media/image1465.png"/><Relationship Id="rId1107" Type="http://schemas.openxmlformats.org/officeDocument/2006/relationships/customXml" Target="../ink/ink1536.xml"/><Relationship Id="rId116" Type="http://schemas.openxmlformats.org/officeDocument/2006/relationships/image" Target="../media/image989.png"/><Relationship Id="rId323" Type="http://schemas.openxmlformats.org/officeDocument/2006/relationships/customXml" Target="../ink/ink1135.xml"/><Relationship Id="rId530" Type="http://schemas.openxmlformats.org/officeDocument/2006/relationships/customXml" Target="../ink/ink1242.xml"/><Relationship Id="rId768" Type="http://schemas.openxmlformats.org/officeDocument/2006/relationships/image" Target="../media/image1306.png"/><Relationship Id="rId975" Type="http://schemas.openxmlformats.org/officeDocument/2006/relationships/customXml" Target="../ink/ink1467.xml"/><Relationship Id="rId1160" Type="http://schemas.openxmlformats.org/officeDocument/2006/relationships/image" Target="../media/image1498.png"/><Relationship Id="rId20" Type="http://schemas.openxmlformats.org/officeDocument/2006/relationships/image" Target="../media/image942.png"/><Relationship Id="rId628" Type="http://schemas.openxmlformats.org/officeDocument/2006/relationships/image" Target="../media/image1237.png"/><Relationship Id="rId835" Type="http://schemas.openxmlformats.org/officeDocument/2006/relationships/customXml" Target="../ink/ink1397.xml"/><Relationship Id="rId267" Type="http://schemas.openxmlformats.org/officeDocument/2006/relationships/customXml" Target="../ink/ink1106.xml"/><Relationship Id="rId474" Type="http://schemas.openxmlformats.org/officeDocument/2006/relationships/customXml" Target="../ink/ink1213.xml"/><Relationship Id="rId1020" Type="http://schemas.openxmlformats.org/officeDocument/2006/relationships/image" Target="../media/image1431.png"/><Relationship Id="rId1118" Type="http://schemas.openxmlformats.org/officeDocument/2006/relationships/image" Target="../media/image1477.png"/><Relationship Id="rId127" Type="http://schemas.openxmlformats.org/officeDocument/2006/relationships/customXml" Target="../ink/ink1034.xml"/><Relationship Id="rId681" Type="http://schemas.openxmlformats.org/officeDocument/2006/relationships/customXml" Target="../ink/ink1318.xml"/><Relationship Id="rId779" Type="http://schemas.openxmlformats.org/officeDocument/2006/relationships/image" Target="../media/image1311.png"/><Relationship Id="rId902" Type="http://schemas.openxmlformats.org/officeDocument/2006/relationships/image" Target="../media/image1372.png"/><Relationship Id="rId986" Type="http://schemas.openxmlformats.org/officeDocument/2006/relationships/image" Target="../media/image1414.png"/><Relationship Id="rId31" Type="http://schemas.openxmlformats.org/officeDocument/2006/relationships/customXml" Target="../ink/ink985.xml"/><Relationship Id="rId334" Type="http://schemas.openxmlformats.org/officeDocument/2006/relationships/image" Target="../media/image1094.png"/><Relationship Id="rId541" Type="http://schemas.openxmlformats.org/officeDocument/2006/relationships/image" Target="../media/image1194.png"/><Relationship Id="rId639" Type="http://schemas.openxmlformats.org/officeDocument/2006/relationships/customXml" Target="../ink/ink1297.xml"/><Relationship Id="rId1171" Type="http://schemas.openxmlformats.org/officeDocument/2006/relationships/customXml" Target="../ink/ink1568.xml"/><Relationship Id="rId180" Type="http://schemas.openxmlformats.org/officeDocument/2006/relationships/customXml" Target="../ink/ink1062.xml"/><Relationship Id="rId278" Type="http://schemas.openxmlformats.org/officeDocument/2006/relationships/customXml" Target="../ink/ink1112.xml"/><Relationship Id="rId401" Type="http://schemas.openxmlformats.org/officeDocument/2006/relationships/customXml" Target="../ink/ink1176.xml"/><Relationship Id="rId846" Type="http://schemas.openxmlformats.org/officeDocument/2006/relationships/image" Target="../media/image1344.png"/><Relationship Id="rId1031" Type="http://schemas.openxmlformats.org/officeDocument/2006/relationships/image" Target="../media/image1436.png"/><Relationship Id="rId1129" Type="http://schemas.openxmlformats.org/officeDocument/2006/relationships/customXml" Target="../ink/ink1547.xml"/><Relationship Id="rId485" Type="http://schemas.openxmlformats.org/officeDocument/2006/relationships/image" Target="../media/image1167.png"/><Relationship Id="rId692" Type="http://schemas.openxmlformats.org/officeDocument/2006/relationships/image" Target="../media/image1269.png"/><Relationship Id="rId706" Type="http://schemas.openxmlformats.org/officeDocument/2006/relationships/customXml" Target="../ink/ink1331.xml"/><Relationship Id="rId913" Type="http://schemas.openxmlformats.org/officeDocument/2006/relationships/customXml" Target="../ink/ink1436.xml"/><Relationship Id="rId42" Type="http://schemas.openxmlformats.org/officeDocument/2006/relationships/customXml" Target="../ink/ink991.xml"/><Relationship Id="rId138" Type="http://schemas.openxmlformats.org/officeDocument/2006/relationships/customXml" Target="../ink/ink1040.xml"/><Relationship Id="rId345" Type="http://schemas.openxmlformats.org/officeDocument/2006/relationships/image" Target="../media/image1099.png"/><Relationship Id="rId552" Type="http://schemas.openxmlformats.org/officeDocument/2006/relationships/customXml" Target="../ink/ink1253.xml"/><Relationship Id="rId997" Type="http://schemas.openxmlformats.org/officeDocument/2006/relationships/customXml" Target="../ink/ink1478.xml"/><Relationship Id="rId191" Type="http://schemas.openxmlformats.org/officeDocument/2006/relationships/customXml" Target="../ink/ink1068.xml"/><Relationship Id="rId205" Type="http://schemas.openxmlformats.org/officeDocument/2006/relationships/customXml" Target="../ink/ink1075.xml"/><Relationship Id="rId412" Type="http://schemas.openxmlformats.org/officeDocument/2006/relationships/image" Target="../media/image1131.png"/><Relationship Id="rId857" Type="http://schemas.openxmlformats.org/officeDocument/2006/relationships/customXml" Target="../ink/ink1408.xml"/><Relationship Id="rId1042" Type="http://schemas.openxmlformats.org/officeDocument/2006/relationships/customXml" Target="../ink/ink1501.xml"/><Relationship Id="rId289" Type="http://schemas.openxmlformats.org/officeDocument/2006/relationships/image" Target="../media/image1072.png"/><Relationship Id="rId496" Type="http://schemas.openxmlformats.org/officeDocument/2006/relationships/customXml" Target="../ink/ink1224.xml"/><Relationship Id="rId717" Type="http://schemas.openxmlformats.org/officeDocument/2006/relationships/image" Target="../media/image1281.png"/><Relationship Id="rId924" Type="http://schemas.openxmlformats.org/officeDocument/2006/relationships/image" Target="../media/image1383.png"/><Relationship Id="rId53" Type="http://schemas.openxmlformats.org/officeDocument/2006/relationships/customXml" Target="../ink/ink997.xml"/><Relationship Id="rId149" Type="http://schemas.openxmlformats.org/officeDocument/2006/relationships/customXml" Target="../ink/ink1046.xml"/><Relationship Id="rId356" Type="http://schemas.openxmlformats.org/officeDocument/2006/relationships/image" Target="../media/image1104.png"/><Relationship Id="rId563" Type="http://schemas.openxmlformats.org/officeDocument/2006/relationships/image" Target="../media/image1205.png"/><Relationship Id="rId770" Type="http://schemas.openxmlformats.org/officeDocument/2006/relationships/image" Target="../media/image1307.png"/><Relationship Id="rId216" Type="http://schemas.openxmlformats.org/officeDocument/2006/relationships/image" Target="../media/image1036.png"/><Relationship Id="rId423" Type="http://schemas.openxmlformats.org/officeDocument/2006/relationships/image" Target="../media/image1136.png"/><Relationship Id="rId868" Type="http://schemas.openxmlformats.org/officeDocument/2006/relationships/image" Target="../media/image1355.png"/><Relationship Id="rId1053" Type="http://schemas.openxmlformats.org/officeDocument/2006/relationships/image" Target="../media/image1447.png"/><Relationship Id="rId630" Type="http://schemas.openxmlformats.org/officeDocument/2006/relationships/image" Target="../media/image1238.png"/><Relationship Id="rId728" Type="http://schemas.openxmlformats.org/officeDocument/2006/relationships/customXml" Target="../ink/ink1342.xml"/><Relationship Id="rId935" Type="http://schemas.openxmlformats.org/officeDocument/2006/relationships/customXml" Target="../ink/ink1447.xml"/><Relationship Id="rId64" Type="http://schemas.openxmlformats.org/officeDocument/2006/relationships/image" Target="../media/image963.png"/><Relationship Id="rId367" Type="http://schemas.openxmlformats.org/officeDocument/2006/relationships/image" Target="../media/image1109.png"/><Relationship Id="rId574" Type="http://schemas.openxmlformats.org/officeDocument/2006/relationships/customXml" Target="../ink/ink1264.xml"/><Relationship Id="rId1120" Type="http://schemas.openxmlformats.org/officeDocument/2006/relationships/image" Target="../media/image1478.png"/><Relationship Id="rId227" Type="http://schemas.openxmlformats.org/officeDocument/2006/relationships/customXml" Target="../ink/ink1086.xml"/><Relationship Id="rId781" Type="http://schemas.openxmlformats.org/officeDocument/2006/relationships/image" Target="../media/image1312.png"/><Relationship Id="rId879" Type="http://schemas.openxmlformats.org/officeDocument/2006/relationships/customXml" Target="../ink/ink1419.xml"/><Relationship Id="rId434" Type="http://schemas.openxmlformats.org/officeDocument/2006/relationships/customXml" Target="../ink/ink1193.xml"/><Relationship Id="rId641" Type="http://schemas.openxmlformats.org/officeDocument/2006/relationships/customXml" Target="../ink/ink1298.xml"/><Relationship Id="rId739" Type="http://schemas.openxmlformats.org/officeDocument/2006/relationships/image" Target="../media/image1292.png"/><Relationship Id="rId1064" Type="http://schemas.openxmlformats.org/officeDocument/2006/relationships/customXml" Target="../ink/ink1512.xml"/><Relationship Id="rId280" Type="http://schemas.openxmlformats.org/officeDocument/2006/relationships/customXml" Target="../ink/ink1113.xml"/><Relationship Id="rId501" Type="http://schemas.openxmlformats.org/officeDocument/2006/relationships/customXml" Target="../ink/ink1227.xml"/><Relationship Id="rId946" Type="http://schemas.openxmlformats.org/officeDocument/2006/relationships/image" Target="../media/image1394.png"/><Relationship Id="rId1131" Type="http://schemas.openxmlformats.org/officeDocument/2006/relationships/customXml" Target="../ink/ink1548.xml"/><Relationship Id="rId75" Type="http://schemas.openxmlformats.org/officeDocument/2006/relationships/customXml" Target="../ink/ink1008.xml"/><Relationship Id="rId140" Type="http://schemas.openxmlformats.org/officeDocument/2006/relationships/customXml" Target="../ink/ink1041.xml"/><Relationship Id="rId378" Type="http://schemas.openxmlformats.org/officeDocument/2006/relationships/customXml" Target="../ink/ink1164.xml"/><Relationship Id="rId585" Type="http://schemas.openxmlformats.org/officeDocument/2006/relationships/image" Target="../media/image1216.png"/><Relationship Id="rId792" Type="http://schemas.openxmlformats.org/officeDocument/2006/relationships/customXml" Target="../ink/ink1375.xml"/><Relationship Id="rId806" Type="http://schemas.openxmlformats.org/officeDocument/2006/relationships/customXml" Target="../ink/ink1382.xml"/><Relationship Id="rId6" Type="http://schemas.openxmlformats.org/officeDocument/2006/relationships/image" Target="../media/image164.png"/><Relationship Id="rId238" Type="http://schemas.openxmlformats.org/officeDocument/2006/relationships/image" Target="../media/image1047.png"/><Relationship Id="rId445" Type="http://schemas.openxmlformats.org/officeDocument/2006/relationships/image" Target="../media/image1147.png"/><Relationship Id="rId652" Type="http://schemas.openxmlformats.org/officeDocument/2006/relationships/image" Target="../media/image1249.png"/><Relationship Id="rId1075" Type="http://schemas.openxmlformats.org/officeDocument/2006/relationships/customXml" Target="../ink/ink1518.xml"/><Relationship Id="rId291" Type="http://schemas.openxmlformats.org/officeDocument/2006/relationships/image" Target="../media/image1073.png"/><Relationship Id="rId305" Type="http://schemas.openxmlformats.org/officeDocument/2006/relationships/image" Target="../media/image1080.png"/><Relationship Id="rId512" Type="http://schemas.openxmlformats.org/officeDocument/2006/relationships/customXml" Target="../ink/ink1233.xml"/><Relationship Id="rId957" Type="http://schemas.openxmlformats.org/officeDocument/2006/relationships/customXml" Target="../ink/ink1458.xml"/><Relationship Id="rId1142" Type="http://schemas.openxmlformats.org/officeDocument/2006/relationships/image" Target="../media/image1489.png"/><Relationship Id="rId86" Type="http://schemas.openxmlformats.org/officeDocument/2006/relationships/image" Target="../media/image974.png"/><Relationship Id="rId151" Type="http://schemas.openxmlformats.org/officeDocument/2006/relationships/image" Target="../media/image1005.png"/><Relationship Id="rId389" Type="http://schemas.openxmlformats.org/officeDocument/2006/relationships/customXml" Target="../ink/ink1170.xml"/><Relationship Id="rId596" Type="http://schemas.openxmlformats.org/officeDocument/2006/relationships/customXml" Target="../ink/ink1275.xml"/><Relationship Id="rId817" Type="http://schemas.openxmlformats.org/officeDocument/2006/relationships/customXml" Target="../ink/ink1388.xml"/><Relationship Id="rId1002" Type="http://schemas.openxmlformats.org/officeDocument/2006/relationships/image" Target="../media/image1422.png"/><Relationship Id="rId249" Type="http://schemas.openxmlformats.org/officeDocument/2006/relationships/customXml" Target="../ink/ink1097.xml"/><Relationship Id="rId456" Type="http://schemas.openxmlformats.org/officeDocument/2006/relationships/customXml" Target="../ink/ink1204.xml"/><Relationship Id="rId663" Type="http://schemas.openxmlformats.org/officeDocument/2006/relationships/customXml" Target="../ink/ink1309.xml"/><Relationship Id="rId870" Type="http://schemas.openxmlformats.org/officeDocument/2006/relationships/image" Target="../media/image1356.png"/><Relationship Id="rId1086" Type="http://schemas.openxmlformats.org/officeDocument/2006/relationships/customXml" Target="../ink/ink1524.xml"/><Relationship Id="rId13" Type="http://schemas.openxmlformats.org/officeDocument/2006/relationships/customXml" Target="../ink/ink976.xml"/><Relationship Id="rId109" Type="http://schemas.openxmlformats.org/officeDocument/2006/relationships/customXml" Target="../ink/ink1025.xml"/><Relationship Id="rId316" Type="http://schemas.openxmlformats.org/officeDocument/2006/relationships/image" Target="../media/image1085.png"/><Relationship Id="rId523" Type="http://schemas.openxmlformats.org/officeDocument/2006/relationships/image" Target="../media/image1185.png"/><Relationship Id="rId968" Type="http://schemas.openxmlformats.org/officeDocument/2006/relationships/image" Target="../media/image1405.png"/><Relationship Id="rId1153" Type="http://schemas.openxmlformats.org/officeDocument/2006/relationships/customXml" Target="../ink/ink1559.xml"/><Relationship Id="rId97" Type="http://schemas.openxmlformats.org/officeDocument/2006/relationships/customXml" Target="../ink/ink1019.xml"/><Relationship Id="rId730" Type="http://schemas.openxmlformats.org/officeDocument/2006/relationships/customXml" Target="../ink/ink1343.xml"/><Relationship Id="rId828" Type="http://schemas.openxmlformats.org/officeDocument/2006/relationships/image" Target="../media/image1335.png"/><Relationship Id="rId1013" Type="http://schemas.openxmlformats.org/officeDocument/2006/relationships/customXml" Target="../ink/ink1486.xml"/><Relationship Id="rId162" Type="http://schemas.openxmlformats.org/officeDocument/2006/relationships/customXml" Target="../ink/ink1053.xml"/><Relationship Id="rId467" Type="http://schemas.openxmlformats.org/officeDocument/2006/relationships/image" Target="../media/image1158.png"/><Relationship Id="rId1097" Type="http://schemas.openxmlformats.org/officeDocument/2006/relationships/customXml" Target="../ink/ink1531.xml"/><Relationship Id="rId674" Type="http://schemas.openxmlformats.org/officeDocument/2006/relationships/image" Target="../media/image1260.png"/><Relationship Id="rId881" Type="http://schemas.openxmlformats.org/officeDocument/2006/relationships/customXml" Target="../ink/ink1420.xml"/><Relationship Id="rId979" Type="http://schemas.openxmlformats.org/officeDocument/2006/relationships/customXml" Target="../ink/ink1469.xml"/><Relationship Id="rId24" Type="http://schemas.openxmlformats.org/officeDocument/2006/relationships/image" Target="../media/image944.png"/><Relationship Id="rId327" Type="http://schemas.openxmlformats.org/officeDocument/2006/relationships/customXml" Target="../ink/ink1137.xml"/><Relationship Id="rId534" Type="http://schemas.openxmlformats.org/officeDocument/2006/relationships/customXml" Target="../ink/ink1244.xml"/><Relationship Id="rId741" Type="http://schemas.openxmlformats.org/officeDocument/2006/relationships/image" Target="../media/image1293.png"/><Relationship Id="rId839" Type="http://schemas.openxmlformats.org/officeDocument/2006/relationships/customXml" Target="../ink/ink1399.xml"/><Relationship Id="rId1164" Type="http://schemas.openxmlformats.org/officeDocument/2006/relationships/image" Target="../media/image1500.png"/><Relationship Id="rId173" Type="http://schemas.openxmlformats.org/officeDocument/2006/relationships/image" Target="../media/image1016.png"/><Relationship Id="rId380" Type="http://schemas.openxmlformats.org/officeDocument/2006/relationships/customXml" Target="../ink/ink1165.xml"/><Relationship Id="rId601" Type="http://schemas.openxmlformats.org/officeDocument/2006/relationships/image" Target="../media/image1224.png"/><Relationship Id="rId1024" Type="http://schemas.openxmlformats.org/officeDocument/2006/relationships/image" Target="../media/image1433.png"/><Relationship Id="rId240" Type="http://schemas.openxmlformats.org/officeDocument/2006/relationships/image" Target="../media/image1048.png"/><Relationship Id="rId478" Type="http://schemas.openxmlformats.org/officeDocument/2006/relationships/customXml" Target="../ink/ink1215.xml"/><Relationship Id="rId685" Type="http://schemas.openxmlformats.org/officeDocument/2006/relationships/customXml" Target="../ink/ink1320.xml"/><Relationship Id="rId892" Type="http://schemas.openxmlformats.org/officeDocument/2006/relationships/image" Target="../media/image1367.png"/><Relationship Id="rId906" Type="http://schemas.openxmlformats.org/officeDocument/2006/relationships/image" Target="../media/image1374.png"/><Relationship Id="rId35" Type="http://schemas.openxmlformats.org/officeDocument/2006/relationships/customXml" Target="../ink/ink987.xml"/><Relationship Id="rId100" Type="http://schemas.openxmlformats.org/officeDocument/2006/relationships/image" Target="../media/image981.png"/><Relationship Id="rId338" Type="http://schemas.openxmlformats.org/officeDocument/2006/relationships/image" Target="../media/image1096.png"/><Relationship Id="rId545" Type="http://schemas.openxmlformats.org/officeDocument/2006/relationships/image" Target="../media/image1196.png"/><Relationship Id="rId752" Type="http://schemas.openxmlformats.org/officeDocument/2006/relationships/customXml" Target="../ink/ink1354.xml"/><Relationship Id="rId184" Type="http://schemas.openxmlformats.org/officeDocument/2006/relationships/customXml" Target="../ink/ink1064.xml"/><Relationship Id="rId391" Type="http://schemas.openxmlformats.org/officeDocument/2006/relationships/customXml" Target="../ink/ink1171.xml"/><Relationship Id="rId405" Type="http://schemas.openxmlformats.org/officeDocument/2006/relationships/customXml" Target="../ink/ink1178.xml"/><Relationship Id="rId612" Type="http://schemas.openxmlformats.org/officeDocument/2006/relationships/customXml" Target="../ink/ink1283.xml"/><Relationship Id="rId1035" Type="http://schemas.openxmlformats.org/officeDocument/2006/relationships/image" Target="../media/image1438.png"/><Relationship Id="rId251" Type="http://schemas.openxmlformats.org/officeDocument/2006/relationships/customXml" Target="../ink/ink1098.xml"/><Relationship Id="rId489" Type="http://schemas.openxmlformats.org/officeDocument/2006/relationships/image" Target="../media/image1169.png"/><Relationship Id="rId696" Type="http://schemas.openxmlformats.org/officeDocument/2006/relationships/customXml" Target="../ink/ink1326.xml"/><Relationship Id="rId917" Type="http://schemas.openxmlformats.org/officeDocument/2006/relationships/customXml" Target="../ink/ink1438.xml"/><Relationship Id="rId1102" Type="http://schemas.openxmlformats.org/officeDocument/2006/relationships/image" Target="../media/image1469.png"/><Relationship Id="rId46" Type="http://schemas.openxmlformats.org/officeDocument/2006/relationships/customXml" Target="../ink/ink993.xml"/><Relationship Id="rId349" Type="http://schemas.openxmlformats.org/officeDocument/2006/relationships/image" Target="../media/image1101.png"/><Relationship Id="rId556" Type="http://schemas.openxmlformats.org/officeDocument/2006/relationships/customXml" Target="../ink/ink1255.xml"/><Relationship Id="rId763" Type="http://schemas.openxmlformats.org/officeDocument/2006/relationships/image" Target="../media/image1304.png"/><Relationship Id="rId111" Type="http://schemas.openxmlformats.org/officeDocument/2006/relationships/customXml" Target="../ink/ink1026.xml"/><Relationship Id="rId195" Type="http://schemas.openxmlformats.org/officeDocument/2006/relationships/customXml" Target="../ink/ink1070.xml"/><Relationship Id="rId209" Type="http://schemas.openxmlformats.org/officeDocument/2006/relationships/customXml" Target="../ink/ink1077.xml"/><Relationship Id="rId416" Type="http://schemas.openxmlformats.org/officeDocument/2006/relationships/customXml" Target="../ink/ink1184.xml"/><Relationship Id="rId970" Type="http://schemas.openxmlformats.org/officeDocument/2006/relationships/image" Target="../media/image1406.png"/><Relationship Id="rId1046" Type="http://schemas.openxmlformats.org/officeDocument/2006/relationships/customXml" Target="../ink/ink1503.xml"/><Relationship Id="rId623" Type="http://schemas.openxmlformats.org/officeDocument/2006/relationships/customXml" Target="../ink/ink1289.xml"/><Relationship Id="rId830" Type="http://schemas.openxmlformats.org/officeDocument/2006/relationships/image" Target="../media/image1336.png"/><Relationship Id="rId928" Type="http://schemas.openxmlformats.org/officeDocument/2006/relationships/image" Target="../media/image1385.png"/><Relationship Id="rId57" Type="http://schemas.openxmlformats.org/officeDocument/2006/relationships/customXml" Target="../ink/ink999.xml"/><Relationship Id="rId262" Type="http://schemas.openxmlformats.org/officeDocument/2006/relationships/image" Target="../media/image1059.png"/><Relationship Id="rId567" Type="http://schemas.openxmlformats.org/officeDocument/2006/relationships/image" Target="../media/image1207.png"/><Relationship Id="rId1113" Type="http://schemas.openxmlformats.org/officeDocument/2006/relationships/customXml" Target="../ink/ink1539.xml"/><Relationship Id="rId122" Type="http://schemas.openxmlformats.org/officeDocument/2006/relationships/image" Target="../media/image992.png"/><Relationship Id="rId774" Type="http://schemas.openxmlformats.org/officeDocument/2006/relationships/image" Target="../media/image1309.png"/><Relationship Id="rId981" Type="http://schemas.openxmlformats.org/officeDocument/2006/relationships/customXml" Target="../ink/ink1470.xml"/><Relationship Id="rId1057" Type="http://schemas.openxmlformats.org/officeDocument/2006/relationships/image" Target="../media/image1449.png"/><Relationship Id="rId427" Type="http://schemas.openxmlformats.org/officeDocument/2006/relationships/image" Target="../media/image1138.png"/><Relationship Id="rId634" Type="http://schemas.openxmlformats.org/officeDocument/2006/relationships/image" Target="../media/image1240.png"/><Relationship Id="rId841" Type="http://schemas.openxmlformats.org/officeDocument/2006/relationships/customXml" Target="../ink/ink1400.xml"/><Relationship Id="rId273" Type="http://schemas.openxmlformats.org/officeDocument/2006/relationships/customXml" Target="../ink/ink1109.xml"/><Relationship Id="rId480" Type="http://schemas.openxmlformats.org/officeDocument/2006/relationships/customXml" Target="../ink/ink1216.xml"/><Relationship Id="rId701" Type="http://schemas.openxmlformats.org/officeDocument/2006/relationships/image" Target="../media/image1273.png"/><Relationship Id="rId939" Type="http://schemas.openxmlformats.org/officeDocument/2006/relationships/customXml" Target="../ink/ink1449.xml"/><Relationship Id="rId1124" Type="http://schemas.openxmlformats.org/officeDocument/2006/relationships/image" Target="../media/image1480.png"/><Relationship Id="rId68" Type="http://schemas.openxmlformats.org/officeDocument/2006/relationships/image" Target="../media/image965.png"/><Relationship Id="rId133" Type="http://schemas.openxmlformats.org/officeDocument/2006/relationships/customXml" Target="../ink/ink1037.xml"/><Relationship Id="rId340" Type="http://schemas.openxmlformats.org/officeDocument/2006/relationships/image" Target="../media/image1097.png"/><Relationship Id="rId578" Type="http://schemas.openxmlformats.org/officeDocument/2006/relationships/customXml" Target="../ink/ink1266.xml"/><Relationship Id="rId785" Type="http://schemas.openxmlformats.org/officeDocument/2006/relationships/image" Target="../media/image1314.png"/><Relationship Id="rId992" Type="http://schemas.openxmlformats.org/officeDocument/2006/relationships/image" Target="../media/image1417.png"/><Relationship Id="rId200" Type="http://schemas.openxmlformats.org/officeDocument/2006/relationships/image" Target="../media/image1028.png"/><Relationship Id="rId438" Type="http://schemas.openxmlformats.org/officeDocument/2006/relationships/customXml" Target="../ink/ink1195.xml"/><Relationship Id="rId645" Type="http://schemas.openxmlformats.org/officeDocument/2006/relationships/customXml" Target="../ink/ink1300.xml"/><Relationship Id="rId852" Type="http://schemas.openxmlformats.org/officeDocument/2006/relationships/image" Target="../media/image1347.png"/><Relationship Id="rId1068" Type="http://schemas.openxmlformats.org/officeDocument/2006/relationships/customXml" Target="../ink/ink1514.xml"/><Relationship Id="rId284" Type="http://schemas.openxmlformats.org/officeDocument/2006/relationships/customXml" Target="../ink/ink1115.xml"/><Relationship Id="rId491" Type="http://schemas.openxmlformats.org/officeDocument/2006/relationships/image" Target="../media/image1170.png"/><Relationship Id="rId505" Type="http://schemas.openxmlformats.org/officeDocument/2006/relationships/customXml" Target="../ink/ink1229.xml"/><Relationship Id="rId712" Type="http://schemas.openxmlformats.org/officeDocument/2006/relationships/customXml" Target="../ink/ink1334.xml"/><Relationship Id="rId1135" Type="http://schemas.openxmlformats.org/officeDocument/2006/relationships/customXml" Target="../ink/ink1550.xml"/><Relationship Id="rId79" Type="http://schemas.openxmlformats.org/officeDocument/2006/relationships/customXml" Target="../ink/ink1010.xml"/><Relationship Id="rId144" Type="http://schemas.openxmlformats.org/officeDocument/2006/relationships/customXml" Target="../ink/ink1043.xml"/><Relationship Id="rId589" Type="http://schemas.openxmlformats.org/officeDocument/2006/relationships/image" Target="../media/image1218.png"/><Relationship Id="rId796" Type="http://schemas.openxmlformats.org/officeDocument/2006/relationships/customXml" Target="../ink/ink1377.xml"/><Relationship Id="rId351" Type="http://schemas.openxmlformats.org/officeDocument/2006/relationships/image" Target="../media/image1102.png"/><Relationship Id="rId449" Type="http://schemas.openxmlformats.org/officeDocument/2006/relationships/image" Target="../media/image1149.png"/><Relationship Id="rId656" Type="http://schemas.openxmlformats.org/officeDocument/2006/relationships/image" Target="../media/image1251.png"/><Relationship Id="rId863" Type="http://schemas.openxmlformats.org/officeDocument/2006/relationships/customXml" Target="../ink/ink1411.xml"/><Relationship Id="rId1079" Type="http://schemas.openxmlformats.org/officeDocument/2006/relationships/customXml" Target="../ink/ink1520.xml"/><Relationship Id="rId211" Type="http://schemas.openxmlformats.org/officeDocument/2006/relationships/customXml" Target="../ink/ink1078.xml"/><Relationship Id="rId295" Type="http://schemas.openxmlformats.org/officeDocument/2006/relationships/image" Target="../media/image1075.png"/><Relationship Id="rId309" Type="http://schemas.openxmlformats.org/officeDocument/2006/relationships/image" Target="../media/image1082.png"/><Relationship Id="rId516" Type="http://schemas.openxmlformats.org/officeDocument/2006/relationships/customXml" Target="../ink/ink1235.xml"/><Relationship Id="rId1146" Type="http://schemas.openxmlformats.org/officeDocument/2006/relationships/image" Target="../media/image1491.png"/><Relationship Id="rId723" Type="http://schemas.openxmlformats.org/officeDocument/2006/relationships/image" Target="../media/image1284.png"/><Relationship Id="rId930" Type="http://schemas.openxmlformats.org/officeDocument/2006/relationships/image" Target="../media/image1386.png"/><Relationship Id="rId1006" Type="http://schemas.openxmlformats.org/officeDocument/2006/relationships/image" Target="../media/image1424.png"/><Relationship Id="rId155" Type="http://schemas.openxmlformats.org/officeDocument/2006/relationships/image" Target="../media/image1007.png"/><Relationship Id="rId362" Type="http://schemas.openxmlformats.org/officeDocument/2006/relationships/image" Target="../media/image1107.png"/><Relationship Id="rId222" Type="http://schemas.openxmlformats.org/officeDocument/2006/relationships/image" Target="../media/image1039.png"/><Relationship Id="rId667" Type="http://schemas.openxmlformats.org/officeDocument/2006/relationships/customXml" Target="../ink/ink1311.xml"/><Relationship Id="rId874" Type="http://schemas.openxmlformats.org/officeDocument/2006/relationships/image" Target="../media/image1358.png"/><Relationship Id="rId17" Type="http://schemas.openxmlformats.org/officeDocument/2006/relationships/customXml" Target="../ink/ink978.xml"/><Relationship Id="rId527" Type="http://schemas.openxmlformats.org/officeDocument/2006/relationships/image" Target="../media/image1187.png"/><Relationship Id="rId734" Type="http://schemas.openxmlformats.org/officeDocument/2006/relationships/customXml" Target="../ink/ink1345.xml"/><Relationship Id="rId941" Type="http://schemas.openxmlformats.org/officeDocument/2006/relationships/customXml" Target="../ink/ink1450.xml"/><Relationship Id="rId1157" Type="http://schemas.openxmlformats.org/officeDocument/2006/relationships/customXml" Target="../ink/ink1561.xml"/><Relationship Id="rId70" Type="http://schemas.openxmlformats.org/officeDocument/2006/relationships/image" Target="../media/image966.png"/><Relationship Id="rId166" Type="http://schemas.openxmlformats.org/officeDocument/2006/relationships/customXml" Target="../ink/ink1055.xml"/><Relationship Id="rId373" Type="http://schemas.openxmlformats.org/officeDocument/2006/relationships/image" Target="../media/image1112.png"/><Relationship Id="rId580" Type="http://schemas.openxmlformats.org/officeDocument/2006/relationships/customXml" Target="../ink/ink1267.xml"/><Relationship Id="rId801" Type="http://schemas.openxmlformats.org/officeDocument/2006/relationships/image" Target="../media/image1322.png"/><Relationship Id="rId1017" Type="http://schemas.openxmlformats.org/officeDocument/2006/relationships/customXml" Target="../ink/ink1488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089.xml"/><Relationship Id="rId440" Type="http://schemas.openxmlformats.org/officeDocument/2006/relationships/customXml" Target="../ink/ink1196.xml"/><Relationship Id="rId678" Type="http://schemas.openxmlformats.org/officeDocument/2006/relationships/image" Target="../media/image1262.png"/><Relationship Id="rId885" Type="http://schemas.openxmlformats.org/officeDocument/2006/relationships/customXml" Target="../ink/ink1422.xml"/><Relationship Id="rId1070" Type="http://schemas.openxmlformats.org/officeDocument/2006/relationships/customXml" Target="../ink/ink1515.xml"/><Relationship Id="rId28" Type="http://schemas.openxmlformats.org/officeDocument/2006/relationships/image" Target="../media/image946.png"/><Relationship Id="rId300" Type="http://schemas.openxmlformats.org/officeDocument/2006/relationships/customXml" Target="../ink/ink1123.xml"/><Relationship Id="rId538" Type="http://schemas.openxmlformats.org/officeDocument/2006/relationships/customXml" Target="../ink/ink1246.xml"/><Relationship Id="rId745" Type="http://schemas.openxmlformats.org/officeDocument/2006/relationships/image" Target="../media/image1295.png"/><Relationship Id="rId952" Type="http://schemas.openxmlformats.org/officeDocument/2006/relationships/image" Target="../media/image1397.png"/><Relationship Id="rId1168" Type="http://schemas.openxmlformats.org/officeDocument/2006/relationships/image" Target="../media/image1502.png"/><Relationship Id="rId81" Type="http://schemas.openxmlformats.org/officeDocument/2006/relationships/customXml" Target="../ink/ink1011.xml"/><Relationship Id="rId177" Type="http://schemas.openxmlformats.org/officeDocument/2006/relationships/image" Target="../media/image1018.png"/><Relationship Id="rId384" Type="http://schemas.openxmlformats.org/officeDocument/2006/relationships/customXml" Target="../ink/ink1167.xml"/><Relationship Id="rId591" Type="http://schemas.openxmlformats.org/officeDocument/2006/relationships/image" Target="../media/image1219.png"/><Relationship Id="rId605" Type="http://schemas.openxmlformats.org/officeDocument/2006/relationships/image" Target="../media/image1226.png"/><Relationship Id="rId812" Type="http://schemas.openxmlformats.org/officeDocument/2006/relationships/image" Target="../media/image1327.png"/><Relationship Id="rId1028" Type="http://schemas.openxmlformats.org/officeDocument/2006/relationships/image" Target="../media/image1435.png"/><Relationship Id="rId244" Type="http://schemas.openxmlformats.org/officeDocument/2006/relationships/image" Target="../media/image1050.png"/><Relationship Id="rId689" Type="http://schemas.openxmlformats.org/officeDocument/2006/relationships/customXml" Target="../ink/ink1322.xml"/><Relationship Id="rId896" Type="http://schemas.openxmlformats.org/officeDocument/2006/relationships/image" Target="../media/image1369.png"/><Relationship Id="rId1081" Type="http://schemas.openxmlformats.org/officeDocument/2006/relationships/customXml" Target="../ink/ink1521.xml"/><Relationship Id="rId39" Type="http://schemas.openxmlformats.org/officeDocument/2006/relationships/image" Target="../media/image951.png"/><Relationship Id="rId451" Type="http://schemas.openxmlformats.org/officeDocument/2006/relationships/image" Target="../media/image1150.png"/><Relationship Id="rId549" Type="http://schemas.openxmlformats.org/officeDocument/2006/relationships/image" Target="../media/image1198.png"/><Relationship Id="rId756" Type="http://schemas.openxmlformats.org/officeDocument/2006/relationships/customXml" Target="../ink/ink1356.xml"/><Relationship Id="rId104" Type="http://schemas.openxmlformats.org/officeDocument/2006/relationships/image" Target="../media/image983.png"/><Relationship Id="rId188" Type="http://schemas.openxmlformats.org/officeDocument/2006/relationships/image" Target="../media/image1022.png"/><Relationship Id="rId311" Type="http://schemas.openxmlformats.org/officeDocument/2006/relationships/image" Target="../media/image1083.png"/><Relationship Id="rId395" Type="http://schemas.openxmlformats.org/officeDocument/2006/relationships/customXml" Target="../ink/ink1173.xml"/><Relationship Id="rId409" Type="http://schemas.openxmlformats.org/officeDocument/2006/relationships/customXml" Target="../ink/ink1180.xml"/><Relationship Id="rId963" Type="http://schemas.openxmlformats.org/officeDocument/2006/relationships/customXml" Target="../ink/ink1461.xml"/><Relationship Id="rId1039" Type="http://schemas.openxmlformats.org/officeDocument/2006/relationships/image" Target="../media/image1440.png"/><Relationship Id="rId92" Type="http://schemas.openxmlformats.org/officeDocument/2006/relationships/image" Target="../media/image977.png"/><Relationship Id="rId616" Type="http://schemas.openxmlformats.org/officeDocument/2006/relationships/customXml" Target="../ink/ink1285.xml"/><Relationship Id="rId823" Type="http://schemas.openxmlformats.org/officeDocument/2006/relationships/customXml" Target="../ink/ink1391.xml"/><Relationship Id="rId255" Type="http://schemas.openxmlformats.org/officeDocument/2006/relationships/customXml" Target="../ink/ink1100.xml"/><Relationship Id="rId462" Type="http://schemas.openxmlformats.org/officeDocument/2006/relationships/customXml" Target="../ink/ink1207.xml"/><Relationship Id="rId1092" Type="http://schemas.openxmlformats.org/officeDocument/2006/relationships/customXml" Target="../ink/ink1528.xml"/><Relationship Id="rId1106" Type="http://schemas.openxmlformats.org/officeDocument/2006/relationships/image" Target="../media/image1471.png"/><Relationship Id="rId115" Type="http://schemas.openxmlformats.org/officeDocument/2006/relationships/customXml" Target="../ink/ink1028.xml"/><Relationship Id="rId322" Type="http://schemas.openxmlformats.org/officeDocument/2006/relationships/image" Target="../media/image1088.png"/><Relationship Id="rId767" Type="http://schemas.openxmlformats.org/officeDocument/2006/relationships/customXml" Target="../ink/ink1362.xml"/><Relationship Id="rId974" Type="http://schemas.openxmlformats.org/officeDocument/2006/relationships/image" Target="../media/image1408.png"/><Relationship Id="rId199" Type="http://schemas.openxmlformats.org/officeDocument/2006/relationships/customXml" Target="../ink/ink1072.xml"/><Relationship Id="rId627" Type="http://schemas.openxmlformats.org/officeDocument/2006/relationships/customXml" Target="../ink/ink1291.xml"/><Relationship Id="rId834" Type="http://schemas.openxmlformats.org/officeDocument/2006/relationships/image" Target="../media/image1338.png"/><Relationship Id="rId266" Type="http://schemas.openxmlformats.org/officeDocument/2006/relationships/image" Target="../media/image1061.png"/><Relationship Id="rId473" Type="http://schemas.openxmlformats.org/officeDocument/2006/relationships/image" Target="../media/image1161.png"/><Relationship Id="rId680" Type="http://schemas.openxmlformats.org/officeDocument/2006/relationships/image" Target="../media/image1263.png"/><Relationship Id="rId901" Type="http://schemas.openxmlformats.org/officeDocument/2006/relationships/customXml" Target="../ink/ink1430.xml"/><Relationship Id="rId1117" Type="http://schemas.openxmlformats.org/officeDocument/2006/relationships/customXml" Target="../ink/ink1541.xml"/><Relationship Id="rId30" Type="http://schemas.openxmlformats.org/officeDocument/2006/relationships/image" Target="../media/image947.png"/><Relationship Id="rId126" Type="http://schemas.openxmlformats.org/officeDocument/2006/relationships/image" Target="../media/image994.png"/><Relationship Id="rId333" Type="http://schemas.openxmlformats.org/officeDocument/2006/relationships/customXml" Target="../ink/ink1140.xml"/><Relationship Id="rId540" Type="http://schemas.openxmlformats.org/officeDocument/2006/relationships/customXml" Target="../ink/ink1247.xml"/><Relationship Id="rId778" Type="http://schemas.openxmlformats.org/officeDocument/2006/relationships/customXml" Target="../ink/ink1368.xml"/><Relationship Id="rId985" Type="http://schemas.openxmlformats.org/officeDocument/2006/relationships/customXml" Target="../ink/ink1472.xml"/><Relationship Id="rId1170" Type="http://schemas.openxmlformats.org/officeDocument/2006/relationships/image" Target="../media/image1503.png"/><Relationship Id="rId638" Type="http://schemas.openxmlformats.org/officeDocument/2006/relationships/image" Target="../media/image1242.png"/><Relationship Id="rId845" Type="http://schemas.openxmlformats.org/officeDocument/2006/relationships/customXml" Target="../ink/ink1402.xml"/><Relationship Id="rId1030" Type="http://schemas.openxmlformats.org/officeDocument/2006/relationships/customXml" Target="../ink/ink1495.xml"/><Relationship Id="rId277" Type="http://schemas.openxmlformats.org/officeDocument/2006/relationships/image" Target="../media/image1066.png"/><Relationship Id="rId400" Type="http://schemas.openxmlformats.org/officeDocument/2006/relationships/image" Target="../media/image1125.png"/><Relationship Id="rId484" Type="http://schemas.openxmlformats.org/officeDocument/2006/relationships/customXml" Target="../ink/ink1218.xml"/><Relationship Id="rId705" Type="http://schemas.openxmlformats.org/officeDocument/2006/relationships/image" Target="../media/image1275.png"/><Relationship Id="rId1128" Type="http://schemas.openxmlformats.org/officeDocument/2006/relationships/image" Target="../media/image1482.png"/><Relationship Id="rId137" Type="http://schemas.openxmlformats.org/officeDocument/2006/relationships/customXml" Target="../ink/ink1039.xml"/><Relationship Id="rId344" Type="http://schemas.openxmlformats.org/officeDocument/2006/relationships/customXml" Target="../ink/ink1146.xml"/><Relationship Id="rId691" Type="http://schemas.openxmlformats.org/officeDocument/2006/relationships/customXml" Target="../ink/ink1323.xml"/><Relationship Id="rId789" Type="http://schemas.openxmlformats.org/officeDocument/2006/relationships/image" Target="../media/image1316.png"/><Relationship Id="rId912" Type="http://schemas.openxmlformats.org/officeDocument/2006/relationships/image" Target="../media/image1377.png"/><Relationship Id="rId996" Type="http://schemas.openxmlformats.org/officeDocument/2006/relationships/image" Target="../media/image1419.png"/><Relationship Id="rId41" Type="http://schemas.openxmlformats.org/officeDocument/2006/relationships/image" Target="../media/image952.png"/><Relationship Id="rId551" Type="http://schemas.openxmlformats.org/officeDocument/2006/relationships/image" Target="../media/image1199.png"/><Relationship Id="rId649" Type="http://schemas.openxmlformats.org/officeDocument/2006/relationships/customXml" Target="../ink/ink1302.xml"/><Relationship Id="rId856" Type="http://schemas.openxmlformats.org/officeDocument/2006/relationships/image" Target="../media/image1349.png"/><Relationship Id="rId190" Type="http://schemas.openxmlformats.org/officeDocument/2006/relationships/image" Target="../media/image1023.png"/><Relationship Id="rId204" Type="http://schemas.openxmlformats.org/officeDocument/2006/relationships/image" Target="../media/image1030.png"/><Relationship Id="rId288" Type="http://schemas.openxmlformats.org/officeDocument/2006/relationships/customXml" Target="../ink/ink1117.xml"/><Relationship Id="rId411" Type="http://schemas.openxmlformats.org/officeDocument/2006/relationships/customXml" Target="../ink/ink1181.xml"/><Relationship Id="rId509" Type="http://schemas.openxmlformats.org/officeDocument/2006/relationships/image" Target="../media/image1178.png"/><Relationship Id="rId1041" Type="http://schemas.openxmlformats.org/officeDocument/2006/relationships/image" Target="../media/image1441.png"/><Relationship Id="rId1139" Type="http://schemas.openxmlformats.org/officeDocument/2006/relationships/customXml" Target="../ink/ink1552.xml"/><Relationship Id="rId495" Type="http://schemas.openxmlformats.org/officeDocument/2006/relationships/image" Target="../media/image1172.png"/><Relationship Id="rId716" Type="http://schemas.openxmlformats.org/officeDocument/2006/relationships/customXml" Target="../ink/ink1336.xml"/><Relationship Id="rId923" Type="http://schemas.openxmlformats.org/officeDocument/2006/relationships/customXml" Target="../ink/ink1441.xml"/><Relationship Id="rId52" Type="http://schemas.openxmlformats.org/officeDocument/2006/relationships/customXml" Target="../ink/ink996.xml"/><Relationship Id="rId148" Type="http://schemas.openxmlformats.org/officeDocument/2006/relationships/customXml" Target="../ink/ink1045.xml"/><Relationship Id="rId355" Type="http://schemas.openxmlformats.org/officeDocument/2006/relationships/customXml" Target="../ink/ink1152.xml"/><Relationship Id="rId562" Type="http://schemas.openxmlformats.org/officeDocument/2006/relationships/customXml" Target="../ink/ink1258.xml"/><Relationship Id="rId215" Type="http://schemas.openxmlformats.org/officeDocument/2006/relationships/customXml" Target="../ink/ink1080.xml"/><Relationship Id="rId422" Type="http://schemas.openxmlformats.org/officeDocument/2006/relationships/customXml" Target="../ink/ink1187.xml"/><Relationship Id="rId867" Type="http://schemas.openxmlformats.org/officeDocument/2006/relationships/customXml" Target="../ink/ink1413.xml"/><Relationship Id="rId1052" Type="http://schemas.openxmlformats.org/officeDocument/2006/relationships/customXml" Target="../ink/ink1506.xml"/><Relationship Id="rId299" Type="http://schemas.openxmlformats.org/officeDocument/2006/relationships/image" Target="../media/image1077.png"/><Relationship Id="rId727" Type="http://schemas.openxmlformats.org/officeDocument/2006/relationships/image" Target="../media/image1286.png"/><Relationship Id="rId934" Type="http://schemas.openxmlformats.org/officeDocument/2006/relationships/image" Target="../media/image1388.png"/><Relationship Id="rId63" Type="http://schemas.openxmlformats.org/officeDocument/2006/relationships/customXml" Target="../ink/ink1002.xml"/><Relationship Id="rId159" Type="http://schemas.openxmlformats.org/officeDocument/2006/relationships/image" Target="../media/image1009.png"/><Relationship Id="rId366" Type="http://schemas.openxmlformats.org/officeDocument/2006/relationships/customXml" Target="../ink/ink1158.xml"/><Relationship Id="rId573" Type="http://schemas.openxmlformats.org/officeDocument/2006/relationships/image" Target="../media/image1210.png"/><Relationship Id="rId780" Type="http://schemas.openxmlformats.org/officeDocument/2006/relationships/customXml" Target="../ink/ink1369.xml"/><Relationship Id="rId226" Type="http://schemas.openxmlformats.org/officeDocument/2006/relationships/image" Target="../media/image1041.png"/><Relationship Id="rId433" Type="http://schemas.openxmlformats.org/officeDocument/2006/relationships/image" Target="../media/image1141.png"/><Relationship Id="rId878" Type="http://schemas.openxmlformats.org/officeDocument/2006/relationships/image" Target="../media/image1360.png"/><Relationship Id="rId1063" Type="http://schemas.openxmlformats.org/officeDocument/2006/relationships/image" Target="../media/image1452.png"/><Relationship Id="rId640" Type="http://schemas.openxmlformats.org/officeDocument/2006/relationships/image" Target="../media/image1243.png"/><Relationship Id="rId738" Type="http://schemas.openxmlformats.org/officeDocument/2006/relationships/customXml" Target="../ink/ink1347.xml"/><Relationship Id="rId945" Type="http://schemas.openxmlformats.org/officeDocument/2006/relationships/customXml" Target="../ink/ink1452.xml"/><Relationship Id="rId74" Type="http://schemas.openxmlformats.org/officeDocument/2006/relationships/image" Target="../media/image968.png"/><Relationship Id="rId377" Type="http://schemas.openxmlformats.org/officeDocument/2006/relationships/image" Target="../media/image1114.png"/><Relationship Id="rId500" Type="http://schemas.openxmlformats.org/officeDocument/2006/relationships/image" Target="../media/image1174.png"/><Relationship Id="rId584" Type="http://schemas.openxmlformats.org/officeDocument/2006/relationships/customXml" Target="../ink/ink1269.xml"/><Relationship Id="rId805" Type="http://schemas.openxmlformats.org/officeDocument/2006/relationships/image" Target="../media/image1324.png"/><Relationship Id="rId1130" Type="http://schemas.openxmlformats.org/officeDocument/2006/relationships/image" Target="../media/image1483.png"/><Relationship Id="rId5" Type="http://schemas.openxmlformats.org/officeDocument/2006/relationships/customXml" Target="../ink/ink972.xml"/><Relationship Id="rId237" Type="http://schemas.openxmlformats.org/officeDocument/2006/relationships/customXml" Target="../ink/ink1091.xml"/><Relationship Id="rId791" Type="http://schemas.openxmlformats.org/officeDocument/2006/relationships/image" Target="../media/image1317.png"/><Relationship Id="rId889" Type="http://schemas.openxmlformats.org/officeDocument/2006/relationships/customXml" Target="../ink/ink1424.xml"/><Relationship Id="rId1074" Type="http://schemas.openxmlformats.org/officeDocument/2006/relationships/customXml" Target="../ink/ink1517.xml"/><Relationship Id="rId444" Type="http://schemas.openxmlformats.org/officeDocument/2006/relationships/customXml" Target="../ink/ink1198.xml"/><Relationship Id="rId651" Type="http://schemas.openxmlformats.org/officeDocument/2006/relationships/customXml" Target="../ink/ink1303.xml"/><Relationship Id="rId749" Type="http://schemas.openxmlformats.org/officeDocument/2006/relationships/image" Target="../media/image1297.png"/><Relationship Id="rId290" Type="http://schemas.openxmlformats.org/officeDocument/2006/relationships/customXml" Target="../ink/ink1118.xml"/><Relationship Id="rId304" Type="http://schemas.openxmlformats.org/officeDocument/2006/relationships/customXml" Target="../ink/ink1125.xml"/><Relationship Id="rId388" Type="http://schemas.openxmlformats.org/officeDocument/2006/relationships/image" Target="../media/image1119.png"/><Relationship Id="rId511" Type="http://schemas.openxmlformats.org/officeDocument/2006/relationships/image" Target="../media/image1179.png"/><Relationship Id="rId609" Type="http://schemas.openxmlformats.org/officeDocument/2006/relationships/image" Target="../media/image1228.png"/><Relationship Id="rId956" Type="http://schemas.openxmlformats.org/officeDocument/2006/relationships/image" Target="../media/image1399.png"/><Relationship Id="rId1141" Type="http://schemas.openxmlformats.org/officeDocument/2006/relationships/customXml" Target="../ink/ink1553.xml"/><Relationship Id="rId85" Type="http://schemas.openxmlformats.org/officeDocument/2006/relationships/customXml" Target="../ink/ink1013.xml"/><Relationship Id="rId150" Type="http://schemas.openxmlformats.org/officeDocument/2006/relationships/customXml" Target="../ink/ink1047.xml"/><Relationship Id="rId595" Type="http://schemas.openxmlformats.org/officeDocument/2006/relationships/image" Target="../media/image1221.png"/><Relationship Id="rId816" Type="http://schemas.openxmlformats.org/officeDocument/2006/relationships/image" Target="../media/image1329.png"/><Relationship Id="rId1001" Type="http://schemas.openxmlformats.org/officeDocument/2006/relationships/customXml" Target="../ink/ink1480.xml"/><Relationship Id="rId248" Type="http://schemas.openxmlformats.org/officeDocument/2006/relationships/image" Target="../media/image1052.png"/><Relationship Id="rId455" Type="http://schemas.openxmlformats.org/officeDocument/2006/relationships/image" Target="../media/image1152.png"/><Relationship Id="rId662" Type="http://schemas.openxmlformats.org/officeDocument/2006/relationships/image" Target="../media/image1254.png"/><Relationship Id="rId1085" Type="http://schemas.openxmlformats.org/officeDocument/2006/relationships/customXml" Target="../ink/ink1523.xml"/><Relationship Id="rId12" Type="http://schemas.openxmlformats.org/officeDocument/2006/relationships/image" Target="../media/image938.png"/><Relationship Id="rId108" Type="http://schemas.openxmlformats.org/officeDocument/2006/relationships/image" Target="../media/image985.png"/><Relationship Id="rId315" Type="http://schemas.openxmlformats.org/officeDocument/2006/relationships/customXml" Target="../ink/ink1131.xml"/><Relationship Id="rId522" Type="http://schemas.openxmlformats.org/officeDocument/2006/relationships/customXml" Target="../ink/ink1238.xml"/><Relationship Id="rId967" Type="http://schemas.openxmlformats.org/officeDocument/2006/relationships/customXml" Target="../ink/ink1463.xml"/><Relationship Id="rId1152" Type="http://schemas.openxmlformats.org/officeDocument/2006/relationships/image" Target="../media/image1494.png"/><Relationship Id="rId96" Type="http://schemas.openxmlformats.org/officeDocument/2006/relationships/image" Target="../media/image979.png"/><Relationship Id="rId161" Type="http://schemas.openxmlformats.org/officeDocument/2006/relationships/image" Target="../media/image1010.png"/><Relationship Id="rId399" Type="http://schemas.openxmlformats.org/officeDocument/2006/relationships/customXml" Target="../ink/ink1175.xml"/><Relationship Id="rId827" Type="http://schemas.openxmlformats.org/officeDocument/2006/relationships/customXml" Target="../ink/ink1393.xml"/><Relationship Id="rId1012" Type="http://schemas.openxmlformats.org/officeDocument/2006/relationships/image" Target="../media/image1427.png"/><Relationship Id="rId259" Type="http://schemas.openxmlformats.org/officeDocument/2006/relationships/customXml" Target="../ink/ink1102.xml"/><Relationship Id="rId466" Type="http://schemas.openxmlformats.org/officeDocument/2006/relationships/customXml" Target="../ink/ink1209.xml"/><Relationship Id="rId673" Type="http://schemas.openxmlformats.org/officeDocument/2006/relationships/customXml" Target="../ink/ink1314.xml"/><Relationship Id="rId880" Type="http://schemas.openxmlformats.org/officeDocument/2006/relationships/image" Target="../media/image1361.png"/><Relationship Id="rId1096" Type="http://schemas.openxmlformats.org/officeDocument/2006/relationships/customXml" Target="../ink/ink1530.xml"/><Relationship Id="rId23" Type="http://schemas.openxmlformats.org/officeDocument/2006/relationships/customXml" Target="../ink/ink981.xml"/><Relationship Id="rId119" Type="http://schemas.openxmlformats.org/officeDocument/2006/relationships/customXml" Target="../ink/ink1030.xml"/><Relationship Id="rId326" Type="http://schemas.openxmlformats.org/officeDocument/2006/relationships/image" Target="../media/image1090.png"/><Relationship Id="rId533" Type="http://schemas.openxmlformats.org/officeDocument/2006/relationships/image" Target="../media/image1190.png"/><Relationship Id="rId978" Type="http://schemas.openxmlformats.org/officeDocument/2006/relationships/image" Target="../media/image1410.png"/><Relationship Id="rId1163" Type="http://schemas.openxmlformats.org/officeDocument/2006/relationships/customXml" Target="../ink/ink1564.xml"/><Relationship Id="rId740" Type="http://schemas.openxmlformats.org/officeDocument/2006/relationships/customXml" Target="../ink/ink1348.xml"/><Relationship Id="rId838" Type="http://schemas.openxmlformats.org/officeDocument/2006/relationships/image" Target="../media/image1340.png"/><Relationship Id="rId1023" Type="http://schemas.openxmlformats.org/officeDocument/2006/relationships/customXml" Target="../ink/ink1491.xml"/><Relationship Id="rId172" Type="http://schemas.openxmlformats.org/officeDocument/2006/relationships/customXml" Target="../ink/ink1058.xml"/><Relationship Id="rId477" Type="http://schemas.openxmlformats.org/officeDocument/2006/relationships/image" Target="../media/image1163.png"/><Relationship Id="rId600" Type="http://schemas.openxmlformats.org/officeDocument/2006/relationships/customXml" Target="../ink/ink1277.xml"/><Relationship Id="rId684" Type="http://schemas.openxmlformats.org/officeDocument/2006/relationships/image" Target="../media/image1265.png"/><Relationship Id="rId337" Type="http://schemas.openxmlformats.org/officeDocument/2006/relationships/customXml" Target="../ink/ink1142.xml"/><Relationship Id="rId891" Type="http://schemas.openxmlformats.org/officeDocument/2006/relationships/customXml" Target="../ink/ink1425.xml"/><Relationship Id="rId905" Type="http://schemas.openxmlformats.org/officeDocument/2006/relationships/customXml" Target="../ink/ink1432.xml"/><Relationship Id="rId989" Type="http://schemas.openxmlformats.org/officeDocument/2006/relationships/customXml" Target="../ink/ink1474.xml"/><Relationship Id="rId34" Type="http://schemas.openxmlformats.org/officeDocument/2006/relationships/image" Target="../media/image949.png"/><Relationship Id="rId544" Type="http://schemas.openxmlformats.org/officeDocument/2006/relationships/customXml" Target="../ink/ink1249.xml"/><Relationship Id="rId751" Type="http://schemas.openxmlformats.org/officeDocument/2006/relationships/image" Target="../media/image1298.png"/><Relationship Id="rId849" Type="http://schemas.openxmlformats.org/officeDocument/2006/relationships/customXml" Target="../ink/ink1404.xml"/><Relationship Id="rId183" Type="http://schemas.openxmlformats.org/officeDocument/2006/relationships/image" Target="../media/image1020.png"/><Relationship Id="rId390" Type="http://schemas.openxmlformats.org/officeDocument/2006/relationships/image" Target="../media/image1120.png"/><Relationship Id="rId404" Type="http://schemas.openxmlformats.org/officeDocument/2006/relationships/image" Target="../media/image1127.png"/><Relationship Id="rId611" Type="http://schemas.openxmlformats.org/officeDocument/2006/relationships/image" Target="../media/image1229.png"/><Relationship Id="rId1034" Type="http://schemas.openxmlformats.org/officeDocument/2006/relationships/customXml" Target="../ink/ink1497.xml"/><Relationship Id="rId250" Type="http://schemas.openxmlformats.org/officeDocument/2006/relationships/image" Target="../media/image1053.png"/><Relationship Id="rId488" Type="http://schemas.openxmlformats.org/officeDocument/2006/relationships/customXml" Target="../ink/ink1220.xml"/><Relationship Id="rId695" Type="http://schemas.openxmlformats.org/officeDocument/2006/relationships/image" Target="../media/image1270.png"/><Relationship Id="rId709" Type="http://schemas.openxmlformats.org/officeDocument/2006/relationships/image" Target="../media/image1277.png"/><Relationship Id="rId916" Type="http://schemas.openxmlformats.org/officeDocument/2006/relationships/image" Target="../media/image1379.png"/><Relationship Id="rId1101" Type="http://schemas.openxmlformats.org/officeDocument/2006/relationships/customXml" Target="../ink/ink1533.xml"/><Relationship Id="rId45" Type="http://schemas.openxmlformats.org/officeDocument/2006/relationships/image" Target="../media/image954.png"/><Relationship Id="rId110" Type="http://schemas.openxmlformats.org/officeDocument/2006/relationships/image" Target="../media/image986.png"/><Relationship Id="rId348" Type="http://schemas.openxmlformats.org/officeDocument/2006/relationships/customXml" Target="../ink/ink1148.xml"/><Relationship Id="rId555" Type="http://schemas.openxmlformats.org/officeDocument/2006/relationships/image" Target="../media/image1201.png"/><Relationship Id="rId762" Type="http://schemas.openxmlformats.org/officeDocument/2006/relationships/customXml" Target="../ink/ink1359.xml"/><Relationship Id="rId194" Type="http://schemas.openxmlformats.org/officeDocument/2006/relationships/image" Target="../media/image1025.png"/><Relationship Id="rId208" Type="http://schemas.openxmlformats.org/officeDocument/2006/relationships/image" Target="../media/image1032.png"/><Relationship Id="rId415" Type="http://schemas.openxmlformats.org/officeDocument/2006/relationships/customXml" Target="../ink/ink1183.xml"/><Relationship Id="rId622" Type="http://schemas.openxmlformats.org/officeDocument/2006/relationships/image" Target="../media/image1234.png"/><Relationship Id="rId1045" Type="http://schemas.openxmlformats.org/officeDocument/2006/relationships/image" Target="../media/image1443.png"/><Relationship Id="rId261" Type="http://schemas.openxmlformats.org/officeDocument/2006/relationships/customXml" Target="../ink/ink1103.xml"/><Relationship Id="rId499" Type="http://schemas.openxmlformats.org/officeDocument/2006/relationships/customXml" Target="../ink/ink1226.xml"/><Relationship Id="rId927" Type="http://schemas.openxmlformats.org/officeDocument/2006/relationships/customXml" Target="../ink/ink1443.xml"/><Relationship Id="rId1112" Type="http://schemas.openxmlformats.org/officeDocument/2006/relationships/image" Target="../media/image1474.png"/><Relationship Id="rId56" Type="http://schemas.openxmlformats.org/officeDocument/2006/relationships/image" Target="../media/image959.png"/><Relationship Id="rId359" Type="http://schemas.openxmlformats.org/officeDocument/2006/relationships/customXml" Target="../ink/ink1154.xml"/><Relationship Id="rId566" Type="http://schemas.openxmlformats.org/officeDocument/2006/relationships/customXml" Target="../ink/ink1260.xml"/><Relationship Id="rId773" Type="http://schemas.openxmlformats.org/officeDocument/2006/relationships/customXml" Target="../ink/ink1365.xml"/><Relationship Id="rId121" Type="http://schemas.openxmlformats.org/officeDocument/2006/relationships/customXml" Target="../ink/ink1031.xml"/><Relationship Id="rId219" Type="http://schemas.openxmlformats.org/officeDocument/2006/relationships/customXml" Target="../ink/ink1082.xml"/><Relationship Id="rId426" Type="http://schemas.openxmlformats.org/officeDocument/2006/relationships/customXml" Target="../ink/ink1189.xml"/><Relationship Id="rId633" Type="http://schemas.openxmlformats.org/officeDocument/2006/relationships/customXml" Target="../ink/ink1294.xml"/><Relationship Id="rId980" Type="http://schemas.openxmlformats.org/officeDocument/2006/relationships/image" Target="../media/image1411.png"/><Relationship Id="rId1056" Type="http://schemas.openxmlformats.org/officeDocument/2006/relationships/customXml" Target="../ink/ink1508.xml"/><Relationship Id="rId840" Type="http://schemas.openxmlformats.org/officeDocument/2006/relationships/image" Target="../media/image1341.png"/><Relationship Id="rId938" Type="http://schemas.openxmlformats.org/officeDocument/2006/relationships/image" Target="../media/image1390.png"/><Relationship Id="rId67" Type="http://schemas.openxmlformats.org/officeDocument/2006/relationships/customXml" Target="../ink/ink1004.xml"/><Relationship Id="rId272" Type="http://schemas.openxmlformats.org/officeDocument/2006/relationships/image" Target="../media/image1064.png"/><Relationship Id="rId577" Type="http://schemas.openxmlformats.org/officeDocument/2006/relationships/image" Target="../media/image1212.png"/><Relationship Id="rId700" Type="http://schemas.openxmlformats.org/officeDocument/2006/relationships/customXml" Target="../ink/ink1328.xml"/><Relationship Id="rId1123" Type="http://schemas.openxmlformats.org/officeDocument/2006/relationships/customXml" Target="../ink/ink1544.xml"/><Relationship Id="rId132" Type="http://schemas.openxmlformats.org/officeDocument/2006/relationships/image" Target="../media/image997.png"/><Relationship Id="rId784" Type="http://schemas.openxmlformats.org/officeDocument/2006/relationships/customXml" Target="../ink/ink1371.xml"/><Relationship Id="rId991" Type="http://schemas.openxmlformats.org/officeDocument/2006/relationships/customXml" Target="../ink/ink1475.xml"/><Relationship Id="rId1067" Type="http://schemas.openxmlformats.org/officeDocument/2006/relationships/image" Target="../media/image1454.png"/><Relationship Id="rId437" Type="http://schemas.openxmlformats.org/officeDocument/2006/relationships/image" Target="../media/image1143.png"/><Relationship Id="rId644" Type="http://schemas.openxmlformats.org/officeDocument/2006/relationships/image" Target="../media/image1245.png"/><Relationship Id="rId851" Type="http://schemas.openxmlformats.org/officeDocument/2006/relationships/customXml" Target="../ink/ink1405.xml"/><Relationship Id="rId283" Type="http://schemas.openxmlformats.org/officeDocument/2006/relationships/image" Target="../media/image1069.png"/><Relationship Id="rId490" Type="http://schemas.openxmlformats.org/officeDocument/2006/relationships/customXml" Target="../ink/ink1221.xml"/><Relationship Id="rId504" Type="http://schemas.openxmlformats.org/officeDocument/2006/relationships/image" Target="../media/image1176.png"/><Relationship Id="rId711" Type="http://schemas.openxmlformats.org/officeDocument/2006/relationships/image" Target="../media/image1278.png"/><Relationship Id="rId949" Type="http://schemas.openxmlformats.org/officeDocument/2006/relationships/customXml" Target="../ink/ink1454.xml"/><Relationship Id="rId1134" Type="http://schemas.openxmlformats.org/officeDocument/2006/relationships/image" Target="../media/image1485.png"/><Relationship Id="rId78" Type="http://schemas.openxmlformats.org/officeDocument/2006/relationships/image" Target="../media/image970.png"/><Relationship Id="rId143" Type="http://schemas.openxmlformats.org/officeDocument/2006/relationships/image" Target="../media/image1002.png"/><Relationship Id="rId350" Type="http://schemas.openxmlformats.org/officeDocument/2006/relationships/customXml" Target="../ink/ink1149.xml"/><Relationship Id="rId588" Type="http://schemas.openxmlformats.org/officeDocument/2006/relationships/customXml" Target="../ink/ink1271.xml"/><Relationship Id="rId795" Type="http://schemas.openxmlformats.org/officeDocument/2006/relationships/image" Target="../media/image1319.png"/><Relationship Id="rId809" Type="http://schemas.openxmlformats.org/officeDocument/2006/relationships/image" Target="../media/image1326.png"/><Relationship Id="rId9" Type="http://schemas.openxmlformats.org/officeDocument/2006/relationships/customXml" Target="../ink/ink974.xml"/><Relationship Id="rId210" Type="http://schemas.openxmlformats.org/officeDocument/2006/relationships/image" Target="../media/image1033.png"/><Relationship Id="rId448" Type="http://schemas.openxmlformats.org/officeDocument/2006/relationships/customXml" Target="../ink/ink1200.xml"/><Relationship Id="rId655" Type="http://schemas.openxmlformats.org/officeDocument/2006/relationships/customXml" Target="../ink/ink1305.xml"/><Relationship Id="rId862" Type="http://schemas.openxmlformats.org/officeDocument/2006/relationships/image" Target="../media/image1352.png"/><Relationship Id="rId1078" Type="http://schemas.openxmlformats.org/officeDocument/2006/relationships/image" Target="../media/image1459.png"/><Relationship Id="rId294" Type="http://schemas.openxmlformats.org/officeDocument/2006/relationships/customXml" Target="../ink/ink1120.xml"/><Relationship Id="rId308" Type="http://schemas.openxmlformats.org/officeDocument/2006/relationships/customXml" Target="../ink/ink1127.xml"/><Relationship Id="rId515" Type="http://schemas.openxmlformats.org/officeDocument/2006/relationships/image" Target="../media/image1181.png"/><Relationship Id="rId722" Type="http://schemas.openxmlformats.org/officeDocument/2006/relationships/customXml" Target="../ink/ink1339.xml"/><Relationship Id="rId1145" Type="http://schemas.openxmlformats.org/officeDocument/2006/relationships/customXml" Target="../ink/ink1555.xml"/><Relationship Id="rId89" Type="http://schemas.openxmlformats.org/officeDocument/2006/relationships/customXml" Target="../ink/ink1015.xml"/><Relationship Id="rId154" Type="http://schemas.openxmlformats.org/officeDocument/2006/relationships/customXml" Target="../ink/ink1049.xml"/><Relationship Id="rId361" Type="http://schemas.openxmlformats.org/officeDocument/2006/relationships/customXml" Target="../ink/ink1155.xml"/><Relationship Id="rId599" Type="http://schemas.openxmlformats.org/officeDocument/2006/relationships/image" Target="../media/image1223.png"/><Relationship Id="rId1005" Type="http://schemas.openxmlformats.org/officeDocument/2006/relationships/customXml" Target="../ink/ink1482.xml"/><Relationship Id="rId459" Type="http://schemas.openxmlformats.org/officeDocument/2006/relationships/image" Target="../media/image1154.png"/><Relationship Id="rId666" Type="http://schemas.openxmlformats.org/officeDocument/2006/relationships/image" Target="../media/image1256.png"/><Relationship Id="rId873" Type="http://schemas.openxmlformats.org/officeDocument/2006/relationships/customXml" Target="../ink/ink1416.xml"/><Relationship Id="rId1089" Type="http://schemas.openxmlformats.org/officeDocument/2006/relationships/image" Target="../media/image1464.png"/><Relationship Id="rId16" Type="http://schemas.openxmlformats.org/officeDocument/2006/relationships/image" Target="../media/image940.png"/><Relationship Id="rId221" Type="http://schemas.openxmlformats.org/officeDocument/2006/relationships/customXml" Target="../ink/ink1083.xml"/><Relationship Id="rId319" Type="http://schemas.openxmlformats.org/officeDocument/2006/relationships/customXml" Target="../ink/ink1133.xml"/><Relationship Id="rId526" Type="http://schemas.openxmlformats.org/officeDocument/2006/relationships/customXml" Target="../ink/ink1240.xml"/><Relationship Id="rId1156" Type="http://schemas.openxmlformats.org/officeDocument/2006/relationships/image" Target="../media/image1496.png"/><Relationship Id="rId733" Type="http://schemas.openxmlformats.org/officeDocument/2006/relationships/image" Target="../media/image1289.png"/><Relationship Id="rId940" Type="http://schemas.openxmlformats.org/officeDocument/2006/relationships/image" Target="../media/image1391.png"/><Relationship Id="rId1016" Type="http://schemas.openxmlformats.org/officeDocument/2006/relationships/image" Target="../media/image1429.png"/><Relationship Id="rId165" Type="http://schemas.openxmlformats.org/officeDocument/2006/relationships/image" Target="../media/image1012.png"/><Relationship Id="rId372" Type="http://schemas.openxmlformats.org/officeDocument/2006/relationships/customXml" Target="../ink/ink1161.xml"/><Relationship Id="rId677" Type="http://schemas.openxmlformats.org/officeDocument/2006/relationships/customXml" Target="../ink/ink1316.xml"/><Relationship Id="rId800" Type="http://schemas.openxmlformats.org/officeDocument/2006/relationships/customXml" Target="../ink/ink1379.xml"/><Relationship Id="rId232" Type="http://schemas.openxmlformats.org/officeDocument/2006/relationships/image" Target="../media/image1044.png"/><Relationship Id="rId884" Type="http://schemas.openxmlformats.org/officeDocument/2006/relationships/image" Target="../media/image1363.png"/><Relationship Id="rId27" Type="http://schemas.openxmlformats.org/officeDocument/2006/relationships/customXml" Target="../ink/ink983.xml"/><Relationship Id="rId537" Type="http://schemas.openxmlformats.org/officeDocument/2006/relationships/image" Target="../media/image1192.png"/><Relationship Id="rId744" Type="http://schemas.openxmlformats.org/officeDocument/2006/relationships/customXml" Target="../ink/ink1350.xml"/><Relationship Id="rId951" Type="http://schemas.openxmlformats.org/officeDocument/2006/relationships/customXml" Target="../ink/ink1455.xml"/><Relationship Id="rId1167" Type="http://schemas.openxmlformats.org/officeDocument/2006/relationships/customXml" Target="../ink/ink1566.xml"/><Relationship Id="rId80" Type="http://schemas.openxmlformats.org/officeDocument/2006/relationships/image" Target="../media/image971.png"/><Relationship Id="rId176" Type="http://schemas.openxmlformats.org/officeDocument/2006/relationships/customXml" Target="../ink/ink1060.xml"/><Relationship Id="rId383" Type="http://schemas.openxmlformats.org/officeDocument/2006/relationships/image" Target="../media/image1117.png"/><Relationship Id="rId590" Type="http://schemas.openxmlformats.org/officeDocument/2006/relationships/customXml" Target="../ink/ink1272.xml"/><Relationship Id="rId604" Type="http://schemas.openxmlformats.org/officeDocument/2006/relationships/customXml" Target="../ink/ink1279.xml"/><Relationship Id="rId811" Type="http://schemas.openxmlformats.org/officeDocument/2006/relationships/customXml" Target="../ink/ink1385.xml"/><Relationship Id="rId1027" Type="http://schemas.openxmlformats.org/officeDocument/2006/relationships/customXml" Target="../ink/ink1493.xml"/><Relationship Id="rId243" Type="http://schemas.openxmlformats.org/officeDocument/2006/relationships/customXml" Target="../ink/ink1094.xml"/><Relationship Id="rId450" Type="http://schemas.openxmlformats.org/officeDocument/2006/relationships/customXml" Target="../ink/ink1201.xml"/><Relationship Id="rId688" Type="http://schemas.openxmlformats.org/officeDocument/2006/relationships/image" Target="../media/image1267.png"/><Relationship Id="rId895" Type="http://schemas.openxmlformats.org/officeDocument/2006/relationships/customXml" Target="../ink/ink1427.xml"/><Relationship Id="rId909" Type="http://schemas.openxmlformats.org/officeDocument/2006/relationships/customXml" Target="../ink/ink1434.xml"/><Relationship Id="rId1080" Type="http://schemas.openxmlformats.org/officeDocument/2006/relationships/image" Target="../media/image1460.png"/><Relationship Id="rId38" Type="http://schemas.openxmlformats.org/officeDocument/2006/relationships/customXml" Target="../ink/ink989.xml"/><Relationship Id="rId103" Type="http://schemas.openxmlformats.org/officeDocument/2006/relationships/customXml" Target="../ink/ink1022.xml"/><Relationship Id="rId310" Type="http://schemas.openxmlformats.org/officeDocument/2006/relationships/customXml" Target="../ink/ink1128.xml"/><Relationship Id="rId548" Type="http://schemas.openxmlformats.org/officeDocument/2006/relationships/customXml" Target="../ink/ink1251.xml"/><Relationship Id="rId755" Type="http://schemas.openxmlformats.org/officeDocument/2006/relationships/image" Target="../media/image1300.png"/><Relationship Id="rId962" Type="http://schemas.openxmlformats.org/officeDocument/2006/relationships/image" Target="../media/image1402.png"/><Relationship Id="rId91" Type="http://schemas.openxmlformats.org/officeDocument/2006/relationships/customXml" Target="../ink/ink1016.xml"/><Relationship Id="rId187" Type="http://schemas.openxmlformats.org/officeDocument/2006/relationships/customXml" Target="../ink/ink1066.xml"/><Relationship Id="rId394" Type="http://schemas.openxmlformats.org/officeDocument/2006/relationships/image" Target="../media/image1122.png"/><Relationship Id="rId408" Type="http://schemas.openxmlformats.org/officeDocument/2006/relationships/image" Target="../media/image1129.png"/><Relationship Id="rId615" Type="http://schemas.openxmlformats.org/officeDocument/2006/relationships/image" Target="../media/image1231.png"/><Relationship Id="rId822" Type="http://schemas.openxmlformats.org/officeDocument/2006/relationships/image" Target="../media/image1332.png"/><Relationship Id="rId1038" Type="http://schemas.openxmlformats.org/officeDocument/2006/relationships/customXml" Target="../ink/ink1499.xml"/><Relationship Id="rId254" Type="http://schemas.openxmlformats.org/officeDocument/2006/relationships/image" Target="../media/image1055.png"/><Relationship Id="rId699" Type="http://schemas.openxmlformats.org/officeDocument/2006/relationships/image" Target="../media/image1272.png"/><Relationship Id="rId1091" Type="http://schemas.openxmlformats.org/officeDocument/2006/relationships/customXml" Target="../ink/ink1527.xml"/><Relationship Id="rId1105" Type="http://schemas.openxmlformats.org/officeDocument/2006/relationships/customXml" Target="../ink/ink1535.xml"/><Relationship Id="rId49" Type="http://schemas.openxmlformats.org/officeDocument/2006/relationships/image" Target="../media/image956.png"/><Relationship Id="rId114" Type="http://schemas.openxmlformats.org/officeDocument/2006/relationships/image" Target="../media/image988.png"/><Relationship Id="rId461" Type="http://schemas.openxmlformats.org/officeDocument/2006/relationships/image" Target="../media/image1155.png"/><Relationship Id="rId559" Type="http://schemas.openxmlformats.org/officeDocument/2006/relationships/image" Target="../media/image1203.png"/><Relationship Id="rId766" Type="http://schemas.openxmlformats.org/officeDocument/2006/relationships/image" Target="../media/image1305.png"/><Relationship Id="rId198" Type="http://schemas.openxmlformats.org/officeDocument/2006/relationships/image" Target="../media/image1027.png"/><Relationship Id="rId321" Type="http://schemas.openxmlformats.org/officeDocument/2006/relationships/customXml" Target="../ink/ink1134.xml"/><Relationship Id="rId419" Type="http://schemas.openxmlformats.org/officeDocument/2006/relationships/image" Target="../media/image1134.png"/><Relationship Id="rId626" Type="http://schemas.openxmlformats.org/officeDocument/2006/relationships/image" Target="../media/image1236.png"/><Relationship Id="rId973" Type="http://schemas.openxmlformats.org/officeDocument/2006/relationships/customXml" Target="../ink/ink1466.xml"/><Relationship Id="rId1049" Type="http://schemas.openxmlformats.org/officeDocument/2006/relationships/image" Target="../media/image1445.png"/><Relationship Id="rId833" Type="http://schemas.openxmlformats.org/officeDocument/2006/relationships/customXml" Target="../ink/ink1396.xml"/><Relationship Id="rId1116" Type="http://schemas.openxmlformats.org/officeDocument/2006/relationships/image" Target="../media/image1476.png"/><Relationship Id="rId265" Type="http://schemas.openxmlformats.org/officeDocument/2006/relationships/customXml" Target="../ink/ink1105.xml"/><Relationship Id="rId472" Type="http://schemas.openxmlformats.org/officeDocument/2006/relationships/customXml" Target="../ink/ink1212.xml"/><Relationship Id="rId900" Type="http://schemas.openxmlformats.org/officeDocument/2006/relationships/image" Target="../media/image1371.png"/><Relationship Id="rId125" Type="http://schemas.openxmlformats.org/officeDocument/2006/relationships/customXml" Target="../ink/ink1033.xml"/><Relationship Id="rId332" Type="http://schemas.openxmlformats.org/officeDocument/2006/relationships/image" Target="../media/image1093.png"/><Relationship Id="rId777" Type="http://schemas.openxmlformats.org/officeDocument/2006/relationships/image" Target="../media/image1310.png"/><Relationship Id="rId984" Type="http://schemas.openxmlformats.org/officeDocument/2006/relationships/image" Target="../media/image1413.png"/><Relationship Id="rId637" Type="http://schemas.openxmlformats.org/officeDocument/2006/relationships/customXml" Target="../ink/ink1296.xml"/><Relationship Id="rId844" Type="http://schemas.openxmlformats.org/officeDocument/2006/relationships/image" Target="../media/image1343.png"/><Relationship Id="rId276" Type="http://schemas.openxmlformats.org/officeDocument/2006/relationships/customXml" Target="../ink/ink1111.xml"/><Relationship Id="rId483" Type="http://schemas.openxmlformats.org/officeDocument/2006/relationships/image" Target="../media/image1166.png"/><Relationship Id="rId690" Type="http://schemas.openxmlformats.org/officeDocument/2006/relationships/image" Target="../media/image1268.png"/><Relationship Id="rId704" Type="http://schemas.openxmlformats.org/officeDocument/2006/relationships/customXml" Target="../ink/ink1330.xml"/><Relationship Id="rId911" Type="http://schemas.openxmlformats.org/officeDocument/2006/relationships/customXml" Target="../ink/ink1435.xml"/><Relationship Id="rId1127" Type="http://schemas.openxmlformats.org/officeDocument/2006/relationships/customXml" Target="../ink/ink1546.xml"/><Relationship Id="rId40" Type="http://schemas.openxmlformats.org/officeDocument/2006/relationships/customXml" Target="../ink/ink990.xml"/><Relationship Id="rId136" Type="http://schemas.openxmlformats.org/officeDocument/2006/relationships/image" Target="../media/image999.png"/><Relationship Id="rId343" Type="http://schemas.openxmlformats.org/officeDocument/2006/relationships/image" Target="../media/image1098.png"/><Relationship Id="rId550" Type="http://schemas.openxmlformats.org/officeDocument/2006/relationships/customXml" Target="../ink/ink1252.xml"/><Relationship Id="rId788" Type="http://schemas.openxmlformats.org/officeDocument/2006/relationships/customXml" Target="../ink/ink1373.xml"/><Relationship Id="rId995" Type="http://schemas.openxmlformats.org/officeDocument/2006/relationships/customXml" Target="../ink/ink1477.xml"/><Relationship Id="rId203" Type="http://schemas.openxmlformats.org/officeDocument/2006/relationships/customXml" Target="../ink/ink1074.xml"/><Relationship Id="rId648" Type="http://schemas.openxmlformats.org/officeDocument/2006/relationships/image" Target="../media/image1247.png"/><Relationship Id="rId855" Type="http://schemas.openxmlformats.org/officeDocument/2006/relationships/customXml" Target="../ink/ink1407.xml"/><Relationship Id="rId1040" Type="http://schemas.openxmlformats.org/officeDocument/2006/relationships/customXml" Target="../ink/ink1500.xml"/><Relationship Id="rId287" Type="http://schemas.openxmlformats.org/officeDocument/2006/relationships/image" Target="../media/image1071.png"/><Relationship Id="rId410" Type="http://schemas.openxmlformats.org/officeDocument/2006/relationships/image" Target="../media/image1130.png"/><Relationship Id="rId494" Type="http://schemas.openxmlformats.org/officeDocument/2006/relationships/customXml" Target="../ink/ink1223.xml"/><Relationship Id="rId508" Type="http://schemas.openxmlformats.org/officeDocument/2006/relationships/customXml" Target="../ink/ink1231.xml"/><Relationship Id="rId715" Type="http://schemas.openxmlformats.org/officeDocument/2006/relationships/image" Target="../media/image1280.png"/><Relationship Id="rId922" Type="http://schemas.openxmlformats.org/officeDocument/2006/relationships/image" Target="../media/image1382.png"/><Relationship Id="rId1138" Type="http://schemas.openxmlformats.org/officeDocument/2006/relationships/image" Target="../media/image1487.png"/><Relationship Id="rId147" Type="http://schemas.openxmlformats.org/officeDocument/2006/relationships/image" Target="../media/image1004.png"/><Relationship Id="rId354" Type="http://schemas.openxmlformats.org/officeDocument/2006/relationships/image" Target="../media/image1103.png"/><Relationship Id="rId799" Type="http://schemas.openxmlformats.org/officeDocument/2006/relationships/image" Target="../media/image1321.png"/><Relationship Id="rId51" Type="http://schemas.openxmlformats.org/officeDocument/2006/relationships/image" Target="../media/image957.png"/><Relationship Id="rId561" Type="http://schemas.openxmlformats.org/officeDocument/2006/relationships/image" Target="../media/image1204.png"/><Relationship Id="rId659" Type="http://schemas.openxmlformats.org/officeDocument/2006/relationships/customXml" Target="../ink/ink1307.xml"/><Relationship Id="rId866" Type="http://schemas.openxmlformats.org/officeDocument/2006/relationships/image" Target="../media/image1354.png"/><Relationship Id="rId214" Type="http://schemas.openxmlformats.org/officeDocument/2006/relationships/image" Target="../media/image1035.png"/><Relationship Id="rId298" Type="http://schemas.openxmlformats.org/officeDocument/2006/relationships/customXml" Target="../ink/ink1122.xml"/><Relationship Id="rId421" Type="http://schemas.openxmlformats.org/officeDocument/2006/relationships/image" Target="../media/image1135.png"/><Relationship Id="rId519" Type="http://schemas.openxmlformats.org/officeDocument/2006/relationships/image" Target="../media/image1183.png"/><Relationship Id="rId1051" Type="http://schemas.openxmlformats.org/officeDocument/2006/relationships/image" Target="../media/image1446.png"/><Relationship Id="rId1149" Type="http://schemas.openxmlformats.org/officeDocument/2006/relationships/customXml" Target="../ink/ink1557.xml"/><Relationship Id="rId158" Type="http://schemas.openxmlformats.org/officeDocument/2006/relationships/customXml" Target="../ink/ink1051.xml"/><Relationship Id="rId726" Type="http://schemas.openxmlformats.org/officeDocument/2006/relationships/customXml" Target="../ink/ink1341.xml"/><Relationship Id="rId933" Type="http://schemas.openxmlformats.org/officeDocument/2006/relationships/customXml" Target="../ink/ink1446.xml"/><Relationship Id="rId1009" Type="http://schemas.openxmlformats.org/officeDocument/2006/relationships/customXml" Target="../ink/ink1484.xml"/><Relationship Id="rId62" Type="http://schemas.openxmlformats.org/officeDocument/2006/relationships/image" Target="../media/image962.png"/><Relationship Id="rId365" Type="http://schemas.openxmlformats.org/officeDocument/2006/relationships/image" Target="../media/image1108.png"/><Relationship Id="rId572" Type="http://schemas.openxmlformats.org/officeDocument/2006/relationships/customXml" Target="../ink/ink1263.xml"/><Relationship Id="rId225" Type="http://schemas.openxmlformats.org/officeDocument/2006/relationships/customXml" Target="../ink/ink1085.xml"/><Relationship Id="rId432" Type="http://schemas.openxmlformats.org/officeDocument/2006/relationships/customXml" Target="../ink/ink1192.xml"/><Relationship Id="rId877" Type="http://schemas.openxmlformats.org/officeDocument/2006/relationships/customXml" Target="../ink/ink1418.xml"/><Relationship Id="rId1062" Type="http://schemas.openxmlformats.org/officeDocument/2006/relationships/customXml" Target="../ink/ink1511.xml"/><Relationship Id="rId737" Type="http://schemas.openxmlformats.org/officeDocument/2006/relationships/image" Target="../media/image1291.png"/><Relationship Id="rId944" Type="http://schemas.openxmlformats.org/officeDocument/2006/relationships/image" Target="../media/image1393.png"/><Relationship Id="rId73" Type="http://schemas.openxmlformats.org/officeDocument/2006/relationships/customXml" Target="../ink/ink1007.xml"/><Relationship Id="rId169" Type="http://schemas.openxmlformats.org/officeDocument/2006/relationships/image" Target="../media/image1014.png"/><Relationship Id="rId376" Type="http://schemas.openxmlformats.org/officeDocument/2006/relationships/customXml" Target="../ink/ink1163.xml"/><Relationship Id="rId583" Type="http://schemas.openxmlformats.org/officeDocument/2006/relationships/image" Target="../media/image1215.png"/><Relationship Id="rId790" Type="http://schemas.openxmlformats.org/officeDocument/2006/relationships/customXml" Target="../ink/ink1374.xml"/><Relationship Id="rId804" Type="http://schemas.openxmlformats.org/officeDocument/2006/relationships/customXml" Target="../ink/ink1381.xml"/><Relationship Id="rId4" Type="http://schemas.openxmlformats.org/officeDocument/2006/relationships/image" Target="../media/image935.png"/><Relationship Id="rId236" Type="http://schemas.openxmlformats.org/officeDocument/2006/relationships/image" Target="../media/image1046.png"/><Relationship Id="rId443" Type="http://schemas.openxmlformats.org/officeDocument/2006/relationships/image" Target="../media/image1146.png"/><Relationship Id="rId650" Type="http://schemas.openxmlformats.org/officeDocument/2006/relationships/image" Target="../media/image1248.png"/><Relationship Id="rId888" Type="http://schemas.openxmlformats.org/officeDocument/2006/relationships/image" Target="../media/image1365.png"/><Relationship Id="rId1073" Type="http://schemas.openxmlformats.org/officeDocument/2006/relationships/image" Target="../media/image1457.png"/><Relationship Id="rId303" Type="http://schemas.openxmlformats.org/officeDocument/2006/relationships/image" Target="../media/image1079.png"/><Relationship Id="rId748" Type="http://schemas.openxmlformats.org/officeDocument/2006/relationships/customXml" Target="../ink/ink1352.xml"/><Relationship Id="rId955" Type="http://schemas.openxmlformats.org/officeDocument/2006/relationships/customXml" Target="../ink/ink1457.xml"/><Relationship Id="rId1140" Type="http://schemas.openxmlformats.org/officeDocument/2006/relationships/image" Target="../media/image1488.png"/><Relationship Id="rId84" Type="http://schemas.openxmlformats.org/officeDocument/2006/relationships/image" Target="../media/image973.png"/><Relationship Id="rId387" Type="http://schemas.openxmlformats.org/officeDocument/2006/relationships/customXml" Target="../ink/ink1169.xml"/><Relationship Id="rId510" Type="http://schemas.openxmlformats.org/officeDocument/2006/relationships/customXml" Target="../ink/ink1232.xml"/><Relationship Id="rId594" Type="http://schemas.openxmlformats.org/officeDocument/2006/relationships/customXml" Target="../ink/ink1274.xml"/><Relationship Id="rId608" Type="http://schemas.openxmlformats.org/officeDocument/2006/relationships/customXml" Target="../ink/ink1281.xml"/><Relationship Id="rId815" Type="http://schemas.openxmlformats.org/officeDocument/2006/relationships/customXml" Target="../ink/ink1387.xml"/><Relationship Id="rId247" Type="http://schemas.openxmlformats.org/officeDocument/2006/relationships/customXml" Target="../ink/ink1096.xml"/><Relationship Id="rId899" Type="http://schemas.openxmlformats.org/officeDocument/2006/relationships/customXml" Target="../ink/ink1429.xml"/><Relationship Id="rId1000" Type="http://schemas.openxmlformats.org/officeDocument/2006/relationships/image" Target="../media/image1421.png"/><Relationship Id="rId1084" Type="http://schemas.openxmlformats.org/officeDocument/2006/relationships/image" Target="../media/image1462.png"/><Relationship Id="rId107" Type="http://schemas.openxmlformats.org/officeDocument/2006/relationships/customXml" Target="../ink/ink1024.xml"/><Relationship Id="rId454" Type="http://schemas.openxmlformats.org/officeDocument/2006/relationships/customXml" Target="../ink/ink1203.xml"/><Relationship Id="rId661" Type="http://schemas.openxmlformats.org/officeDocument/2006/relationships/customXml" Target="../ink/ink1308.xml"/><Relationship Id="rId759" Type="http://schemas.openxmlformats.org/officeDocument/2006/relationships/image" Target="../media/image1302.png"/><Relationship Id="rId966" Type="http://schemas.openxmlformats.org/officeDocument/2006/relationships/image" Target="../media/image1404.png"/><Relationship Id="rId11" Type="http://schemas.openxmlformats.org/officeDocument/2006/relationships/customXml" Target="../ink/ink975.xml"/><Relationship Id="rId314" Type="http://schemas.openxmlformats.org/officeDocument/2006/relationships/customXml" Target="../ink/ink1130.xml"/><Relationship Id="rId398" Type="http://schemas.openxmlformats.org/officeDocument/2006/relationships/image" Target="../media/image1124.png"/><Relationship Id="rId521" Type="http://schemas.openxmlformats.org/officeDocument/2006/relationships/image" Target="../media/image1184.png"/><Relationship Id="rId619" Type="http://schemas.openxmlformats.org/officeDocument/2006/relationships/customXml" Target="../ink/ink1287.xml"/><Relationship Id="rId1151" Type="http://schemas.openxmlformats.org/officeDocument/2006/relationships/customXml" Target="../ink/ink1558.xml"/><Relationship Id="rId95" Type="http://schemas.openxmlformats.org/officeDocument/2006/relationships/customXml" Target="../ink/ink1018.xml"/><Relationship Id="rId160" Type="http://schemas.openxmlformats.org/officeDocument/2006/relationships/customXml" Target="../ink/ink1052.xml"/><Relationship Id="rId826" Type="http://schemas.openxmlformats.org/officeDocument/2006/relationships/image" Target="../media/image1334.png"/><Relationship Id="rId1011" Type="http://schemas.openxmlformats.org/officeDocument/2006/relationships/customXml" Target="../ink/ink1485.xml"/><Relationship Id="rId1109" Type="http://schemas.openxmlformats.org/officeDocument/2006/relationships/customXml" Target="../ink/ink1537.xml"/><Relationship Id="rId258" Type="http://schemas.openxmlformats.org/officeDocument/2006/relationships/image" Target="../media/image1057.png"/><Relationship Id="rId465" Type="http://schemas.openxmlformats.org/officeDocument/2006/relationships/image" Target="../media/image1157.png"/><Relationship Id="rId672" Type="http://schemas.openxmlformats.org/officeDocument/2006/relationships/image" Target="../media/image1259.png"/><Relationship Id="rId1095" Type="http://schemas.openxmlformats.org/officeDocument/2006/relationships/image" Target="../media/image1466.png"/><Relationship Id="rId22" Type="http://schemas.openxmlformats.org/officeDocument/2006/relationships/image" Target="../media/image943.png"/><Relationship Id="rId118" Type="http://schemas.openxmlformats.org/officeDocument/2006/relationships/image" Target="../media/image990.png"/><Relationship Id="rId325" Type="http://schemas.openxmlformats.org/officeDocument/2006/relationships/customXml" Target="../ink/ink1136.xml"/><Relationship Id="rId532" Type="http://schemas.openxmlformats.org/officeDocument/2006/relationships/customXml" Target="../ink/ink1243.xml"/><Relationship Id="rId977" Type="http://schemas.openxmlformats.org/officeDocument/2006/relationships/customXml" Target="../ink/ink1468.xml"/><Relationship Id="rId1162" Type="http://schemas.openxmlformats.org/officeDocument/2006/relationships/image" Target="../media/image1499.png"/><Relationship Id="rId171" Type="http://schemas.openxmlformats.org/officeDocument/2006/relationships/image" Target="../media/image1015.png"/><Relationship Id="rId837" Type="http://schemas.openxmlformats.org/officeDocument/2006/relationships/customXml" Target="../ink/ink1398.xml"/><Relationship Id="rId1022" Type="http://schemas.openxmlformats.org/officeDocument/2006/relationships/image" Target="../media/image1432.png"/><Relationship Id="rId269" Type="http://schemas.openxmlformats.org/officeDocument/2006/relationships/customXml" Target="../ink/ink1107.xml"/><Relationship Id="rId476" Type="http://schemas.openxmlformats.org/officeDocument/2006/relationships/customXml" Target="../ink/ink1214.xml"/><Relationship Id="rId683" Type="http://schemas.openxmlformats.org/officeDocument/2006/relationships/customXml" Target="../ink/ink1319.xml"/><Relationship Id="rId890" Type="http://schemas.openxmlformats.org/officeDocument/2006/relationships/image" Target="../media/image1366.png"/><Relationship Id="rId904" Type="http://schemas.openxmlformats.org/officeDocument/2006/relationships/image" Target="../media/image1373.png"/><Relationship Id="rId33" Type="http://schemas.openxmlformats.org/officeDocument/2006/relationships/customXml" Target="../ink/ink986.xml"/><Relationship Id="rId129" Type="http://schemas.openxmlformats.org/officeDocument/2006/relationships/customXml" Target="../ink/ink1035.xml"/><Relationship Id="rId336" Type="http://schemas.openxmlformats.org/officeDocument/2006/relationships/image" Target="../media/image1095.png"/><Relationship Id="rId543" Type="http://schemas.openxmlformats.org/officeDocument/2006/relationships/image" Target="../media/image1195.png"/><Relationship Id="rId988" Type="http://schemas.openxmlformats.org/officeDocument/2006/relationships/image" Target="../media/image1415.png"/><Relationship Id="rId182" Type="http://schemas.openxmlformats.org/officeDocument/2006/relationships/customXml" Target="../ink/ink1063.xml"/><Relationship Id="rId403" Type="http://schemas.openxmlformats.org/officeDocument/2006/relationships/customXml" Target="../ink/ink1177.xml"/><Relationship Id="rId750" Type="http://schemas.openxmlformats.org/officeDocument/2006/relationships/customXml" Target="../ink/ink1353.xml"/><Relationship Id="rId848" Type="http://schemas.openxmlformats.org/officeDocument/2006/relationships/image" Target="../media/image1345.png"/><Relationship Id="rId1033" Type="http://schemas.openxmlformats.org/officeDocument/2006/relationships/image" Target="../media/image1437.png"/><Relationship Id="rId487" Type="http://schemas.openxmlformats.org/officeDocument/2006/relationships/image" Target="../media/image1168.png"/><Relationship Id="rId610" Type="http://schemas.openxmlformats.org/officeDocument/2006/relationships/customXml" Target="../ink/ink1282.xml"/><Relationship Id="rId694" Type="http://schemas.openxmlformats.org/officeDocument/2006/relationships/customXml" Target="../ink/ink1325.xml"/><Relationship Id="rId708" Type="http://schemas.openxmlformats.org/officeDocument/2006/relationships/customXml" Target="../ink/ink1332.xml"/><Relationship Id="rId915" Type="http://schemas.openxmlformats.org/officeDocument/2006/relationships/customXml" Target="../ink/ink1437.xml"/><Relationship Id="rId347" Type="http://schemas.openxmlformats.org/officeDocument/2006/relationships/image" Target="../media/image1100.png"/><Relationship Id="rId999" Type="http://schemas.openxmlformats.org/officeDocument/2006/relationships/customXml" Target="../ink/ink1479.xml"/><Relationship Id="rId1100" Type="http://schemas.openxmlformats.org/officeDocument/2006/relationships/image" Target="../media/image1468.png"/><Relationship Id="rId44" Type="http://schemas.openxmlformats.org/officeDocument/2006/relationships/customXml" Target="../ink/ink992.xml"/><Relationship Id="rId554" Type="http://schemas.openxmlformats.org/officeDocument/2006/relationships/customXml" Target="../ink/ink1254.xml"/><Relationship Id="rId761" Type="http://schemas.openxmlformats.org/officeDocument/2006/relationships/image" Target="../media/image1303.png"/><Relationship Id="rId859" Type="http://schemas.openxmlformats.org/officeDocument/2006/relationships/customXml" Target="../ink/ink1409.xml"/><Relationship Id="rId193" Type="http://schemas.openxmlformats.org/officeDocument/2006/relationships/customXml" Target="../ink/ink1069.xml"/><Relationship Id="rId207" Type="http://schemas.openxmlformats.org/officeDocument/2006/relationships/customXml" Target="../ink/ink1076.xml"/><Relationship Id="rId414" Type="http://schemas.openxmlformats.org/officeDocument/2006/relationships/image" Target="../media/image1132.png"/><Relationship Id="rId498" Type="http://schemas.openxmlformats.org/officeDocument/2006/relationships/image" Target="../media/image1173.png"/><Relationship Id="rId621" Type="http://schemas.openxmlformats.org/officeDocument/2006/relationships/customXml" Target="../ink/ink1288.xml"/><Relationship Id="rId1044" Type="http://schemas.openxmlformats.org/officeDocument/2006/relationships/customXml" Target="../ink/ink1502.xml"/><Relationship Id="rId260" Type="http://schemas.openxmlformats.org/officeDocument/2006/relationships/image" Target="../media/image1058.png"/><Relationship Id="rId719" Type="http://schemas.openxmlformats.org/officeDocument/2006/relationships/image" Target="../media/image1282.png"/><Relationship Id="rId926" Type="http://schemas.openxmlformats.org/officeDocument/2006/relationships/image" Target="../media/image1384.png"/><Relationship Id="rId1111" Type="http://schemas.openxmlformats.org/officeDocument/2006/relationships/customXml" Target="../ink/ink1538.xml"/><Relationship Id="rId55" Type="http://schemas.openxmlformats.org/officeDocument/2006/relationships/customXml" Target="../ink/ink998.xml"/><Relationship Id="rId120" Type="http://schemas.openxmlformats.org/officeDocument/2006/relationships/image" Target="../media/image991.png"/><Relationship Id="rId358" Type="http://schemas.openxmlformats.org/officeDocument/2006/relationships/image" Target="../media/image1105.png"/><Relationship Id="rId565" Type="http://schemas.openxmlformats.org/officeDocument/2006/relationships/image" Target="../media/image1206.png"/><Relationship Id="rId772" Type="http://schemas.openxmlformats.org/officeDocument/2006/relationships/image" Target="../media/image1308.png"/><Relationship Id="rId218" Type="http://schemas.openxmlformats.org/officeDocument/2006/relationships/image" Target="../media/image1037.png"/><Relationship Id="rId425" Type="http://schemas.openxmlformats.org/officeDocument/2006/relationships/image" Target="../media/image1137.png"/><Relationship Id="rId632" Type="http://schemas.openxmlformats.org/officeDocument/2006/relationships/image" Target="../media/image1239.png"/><Relationship Id="rId1055" Type="http://schemas.openxmlformats.org/officeDocument/2006/relationships/image" Target="../media/image1448.png"/><Relationship Id="rId271" Type="http://schemas.openxmlformats.org/officeDocument/2006/relationships/customXml" Target="../ink/ink1108.xml"/><Relationship Id="rId937" Type="http://schemas.openxmlformats.org/officeDocument/2006/relationships/customXml" Target="../ink/ink1448.xml"/><Relationship Id="rId1122" Type="http://schemas.openxmlformats.org/officeDocument/2006/relationships/image" Target="../media/image1479.png"/><Relationship Id="rId66" Type="http://schemas.openxmlformats.org/officeDocument/2006/relationships/image" Target="../media/image964.png"/><Relationship Id="rId131" Type="http://schemas.openxmlformats.org/officeDocument/2006/relationships/customXml" Target="../ink/ink1036.xml"/><Relationship Id="rId369" Type="http://schemas.openxmlformats.org/officeDocument/2006/relationships/image" Target="../media/image1110.png"/><Relationship Id="rId576" Type="http://schemas.openxmlformats.org/officeDocument/2006/relationships/customXml" Target="../ink/ink1265.xml"/><Relationship Id="rId783" Type="http://schemas.openxmlformats.org/officeDocument/2006/relationships/image" Target="../media/image1313.png"/><Relationship Id="rId990" Type="http://schemas.openxmlformats.org/officeDocument/2006/relationships/image" Target="../media/image1416.png"/><Relationship Id="rId229" Type="http://schemas.openxmlformats.org/officeDocument/2006/relationships/customXml" Target="../ink/ink1087.xml"/><Relationship Id="rId436" Type="http://schemas.openxmlformats.org/officeDocument/2006/relationships/customXml" Target="../ink/ink1194.xml"/><Relationship Id="rId643" Type="http://schemas.openxmlformats.org/officeDocument/2006/relationships/customXml" Target="../ink/ink1299.xml"/><Relationship Id="rId1066" Type="http://schemas.openxmlformats.org/officeDocument/2006/relationships/customXml" Target="../ink/ink1513.xml"/><Relationship Id="rId850" Type="http://schemas.openxmlformats.org/officeDocument/2006/relationships/image" Target="../media/image1346.png"/><Relationship Id="rId948" Type="http://schemas.openxmlformats.org/officeDocument/2006/relationships/image" Target="../media/image1395.png"/><Relationship Id="rId1133" Type="http://schemas.openxmlformats.org/officeDocument/2006/relationships/customXml" Target="../ink/ink1549.xml"/><Relationship Id="rId77" Type="http://schemas.openxmlformats.org/officeDocument/2006/relationships/customXml" Target="../ink/ink1009.xml"/><Relationship Id="rId282" Type="http://schemas.openxmlformats.org/officeDocument/2006/relationships/customXml" Target="../ink/ink1114.xml"/><Relationship Id="rId503" Type="http://schemas.openxmlformats.org/officeDocument/2006/relationships/customXml" Target="../ink/ink1228.xml"/><Relationship Id="rId587" Type="http://schemas.openxmlformats.org/officeDocument/2006/relationships/image" Target="../media/image1217.png"/><Relationship Id="rId710" Type="http://schemas.openxmlformats.org/officeDocument/2006/relationships/customXml" Target="../ink/ink1333.xml"/><Relationship Id="rId808" Type="http://schemas.openxmlformats.org/officeDocument/2006/relationships/customXml" Target="../ink/ink1383.xml"/><Relationship Id="rId8" Type="http://schemas.openxmlformats.org/officeDocument/2006/relationships/image" Target="../media/image936.png"/><Relationship Id="rId142" Type="http://schemas.openxmlformats.org/officeDocument/2006/relationships/customXml" Target="../ink/ink1042.xml"/><Relationship Id="rId447" Type="http://schemas.openxmlformats.org/officeDocument/2006/relationships/image" Target="../media/image1148.png"/><Relationship Id="rId794" Type="http://schemas.openxmlformats.org/officeDocument/2006/relationships/customXml" Target="../ink/ink1376.xml"/><Relationship Id="rId1077" Type="http://schemas.openxmlformats.org/officeDocument/2006/relationships/customXml" Target="../ink/ink1519.xml"/><Relationship Id="rId654" Type="http://schemas.openxmlformats.org/officeDocument/2006/relationships/image" Target="../media/image1250.png"/><Relationship Id="rId861" Type="http://schemas.openxmlformats.org/officeDocument/2006/relationships/customXml" Target="../ink/ink1410.xml"/><Relationship Id="rId959" Type="http://schemas.openxmlformats.org/officeDocument/2006/relationships/customXml" Target="../ink/ink1459.xml"/><Relationship Id="rId293" Type="http://schemas.openxmlformats.org/officeDocument/2006/relationships/image" Target="../media/image1074.png"/><Relationship Id="rId307" Type="http://schemas.openxmlformats.org/officeDocument/2006/relationships/image" Target="../media/image1081.png"/><Relationship Id="rId514" Type="http://schemas.openxmlformats.org/officeDocument/2006/relationships/customXml" Target="../ink/ink1234.xml"/><Relationship Id="rId721" Type="http://schemas.openxmlformats.org/officeDocument/2006/relationships/image" Target="../media/image1283.png"/><Relationship Id="rId1144" Type="http://schemas.openxmlformats.org/officeDocument/2006/relationships/image" Target="../media/image1490.png"/><Relationship Id="rId88" Type="http://schemas.openxmlformats.org/officeDocument/2006/relationships/image" Target="../media/image975.png"/><Relationship Id="rId153" Type="http://schemas.openxmlformats.org/officeDocument/2006/relationships/image" Target="../media/image1006.png"/><Relationship Id="rId360" Type="http://schemas.openxmlformats.org/officeDocument/2006/relationships/image" Target="../media/image1106.png"/><Relationship Id="rId598" Type="http://schemas.openxmlformats.org/officeDocument/2006/relationships/customXml" Target="../ink/ink1276.xml"/><Relationship Id="rId819" Type="http://schemas.openxmlformats.org/officeDocument/2006/relationships/customXml" Target="../ink/ink1389.xml"/><Relationship Id="rId1004" Type="http://schemas.openxmlformats.org/officeDocument/2006/relationships/image" Target="../media/image1423.png"/><Relationship Id="rId220" Type="http://schemas.openxmlformats.org/officeDocument/2006/relationships/image" Target="../media/image1038.png"/><Relationship Id="rId458" Type="http://schemas.openxmlformats.org/officeDocument/2006/relationships/customXml" Target="../ink/ink1205.xml"/><Relationship Id="rId665" Type="http://schemas.openxmlformats.org/officeDocument/2006/relationships/customXml" Target="../ink/ink1310.xml"/><Relationship Id="rId872" Type="http://schemas.openxmlformats.org/officeDocument/2006/relationships/image" Target="../media/image1357.png"/><Relationship Id="rId1088" Type="http://schemas.openxmlformats.org/officeDocument/2006/relationships/customXml" Target="../ink/ink1525.xml"/><Relationship Id="rId15" Type="http://schemas.openxmlformats.org/officeDocument/2006/relationships/customXml" Target="../ink/ink977.xml"/><Relationship Id="rId318" Type="http://schemas.openxmlformats.org/officeDocument/2006/relationships/image" Target="../media/image1086.png"/><Relationship Id="rId525" Type="http://schemas.openxmlformats.org/officeDocument/2006/relationships/image" Target="../media/image1186.png"/><Relationship Id="rId732" Type="http://schemas.openxmlformats.org/officeDocument/2006/relationships/customXml" Target="../ink/ink1344.xml"/><Relationship Id="rId1155" Type="http://schemas.openxmlformats.org/officeDocument/2006/relationships/customXml" Target="../ink/ink1560.xml"/><Relationship Id="rId99" Type="http://schemas.openxmlformats.org/officeDocument/2006/relationships/customXml" Target="../ink/ink1020.xml"/><Relationship Id="rId164" Type="http://schemas.openxmlformats.org/officeDocument/2006/relationships/customXml" Target="../ink/ink1054.xml"/><Relationship Id="rId371" Type="http://schemas.openxmlformats.org/officeDocument/2006/relationships/image" Target="../media/image1111.png"/><Relationship Id="rId1015" Type="http://schemas.openxmlformats.org/officeDocument/2006/relationships/customXml" Target="../ink/ink1487.xml"/><Relationship Id="rId469" Type="http://schemas.openxmlformats.org/officeDocument/2006/relationships/image" Target="../media/image1159.png"/><Relationship Id="rId676" Type="http://schemas.openxmlformats.org/officeDocument/2006/relationships/image" Target="../media/image1261.png"/><Relationship Id="rId883" Type="http://schemas.openxmlformats.org/officeDocument/2006/relationships/customXml" Target="../ink/ink1421.xml"/><Relationship Id="rId1099" Type="http://schemas.openxmlformats.org/officeDocument/2006/relationships/customXml" Target="../ink/ink1532.xml"/><Relationship Id="rId26" Type="http://schemas.openxmlformats.org/officeDocument/2006/relationships/image" Target="../media/image945.png"/><Relationship Id="rId231" Type="http://schemas.openxmlformats.org/officeDocument/2006/relationships/customXml" Target="../ink/ink1088.xml"/><Relationship Id="rId329" Type="http://schemas.openxmlformats.org/officeDocument/2006/relationships/customXml" Target="../ink/ink1138.xml"/><Relationship Id="rId536" Type="http://schemas.openxmlformats.org/officeDocument/2006/relationships/customXml" Target="../ink/ink1245.xml"/><Relationship Id="rId1166" Type="http://schemas.openxmlformats.org/officeDocument/2006/relationships/image" Target="../media/image1501.png"/><Relationship Id="rId175" Type="http://schemas.openxmlformats.org/officeDocument/2006/relationships/image" Target="../media/image1017.png"/><Relationship Id="rId743" Type="http://schemas.openxmlformats.org/officeDocument/2006/relationships/image" Target="../media/image1294.png"/><Relationship Id="rId950" Type="http://schemas.openxmlformats.org/officeDocument/2006/relationships/image" Target="../media/image1396.png"/><Relationship Id="rId1026" Type="http://schemas.openxmlformats.org/officeDocument/2006/relationships/image" Target="../media/image1434.png"/><Relationship Id="rId382" Type="http://schemas.openxmlformats.org/officeDocument/2006/relationships/customXml" Target="../ink/ink1166.xml"/><Relationship Id="rId603" Type="http://schemas.openxmlformats.org/officeDocument/2006/relationships/image" Target="../media/image1225.png"/><Relationship Id="rId687" Type="http://schemas.openxmlformats.org/officeDocument/2006/relationships/customXml" Target="../ink/ink1321.xml"/><Relationship Id="rId810" Type="http://schemas.openxmlformats.org/officeDocument/2006/relationships/customXml" Target="../ink/ink1384.xml"/><Relationship Id="rId908" Type="http://schemas.openxmlformats.org/officeDocument/2006/relationships/image" Target="../media/image1375.png"/><Relationship Id="rId242" Type="http://schemas.openxmlformats.org/officeDocument/2006/relationships/image" Target="../media/image1049.png"/><Relationship Id="rId894" Type="http://schemas.openxmlformats.org/officeDocument/2006/relationships/image" Target="../media/image1368.png"/><Relationship Id="rId37" Type="http://schemas.openxmlformats.org/officeDocument/2006/relationships/image" Target="../media/image950.png"/><Relationship Id="rId102" Type="http://schemas.openxmlformats.org/officeDocument/2006/relationships/image" Target="../media/image982.png"/><Relationship Id="rId547" Type="http://schemas.openxmlformats.org/officeDocument/2006/relationships/image" Target="../media/image1197.png"/><Relationship Id="rId754" Type="http://schemas.openxmlformats.org/officeDocument/2006/relationships/customXml" Target="../ink/ink1355.xml"/><Relationship Id="rId961" Type="http://schemas.openxmlformats.org/officeDocument/2006/relationships/customXml" Target="../ink/ink1460.xml"/><Relationship Id="rId90" Type="http://schemas.openxmlformats.org/officeDocument/2006/relationships/image" Target="../media/image976.png"/><Relationship Id="rId186" Type="http://schemas.openxmlformats.org/officeDocument/2006/relationships/image" Target="../media/image1021.png"/><Relationship Id="rId393" Type="http://schemas.openxmlformats.org/officeDocument/2006/relationships/customXml" Target="../ink/ink1172.xml"/><Relationship Id="rId407" Type="http://schemas.openxmlformats.org/officeDocument/2006/relationships/customXml" Target="../ink/ink1179.xml"/><Relationship Id="rId614" Type="http://schemas.openxmlformats.org/officeDocument/2006/relationships/customXml" Target="../ink/ink1284.xml"/><Relationship Id="rId821" Type="http://schemas.openxmlformats.org/officeDocument/2006/relationships/customXml" Target="../ink/ink1390.xml"/><Relationship Id="rId1037" Type="http://schemas.openxmlformats.org/officeDocument/2006/relationships/image" Target="../media/image1439.png"/><Relationship Id="rId253" Type="http://schemas.openxmlformats.org/officeDocument/2006/relationships/customXml" Target="../ink/ink1099.xml"/><Relationship Id="rId460" Type="http://schemas.openxmlformats.org/officeDocument/2006/relationships/customXml" Target="../ink/ink1206.xml"/><Relationship Id="rId698" Type="http://schemas.openxmlformats.org/officeDocument/2006/relationships/customXml" Target="../ink/ink1327.xml"/><Relationship Id="rId919" Type="http://schemas.openxmlformats.org/officeDocument/2006/relationships/customXml" Target="../ink/ink1439.xml"/><Relationship Id="rId1090" Type="http://schemas.openxmlformats.org/officeDocument/2006/relationships/customXml" Target="../ink/ink1526.xml"/><Relationship Id="rId1104" Type="http://schemas.openxmlformats.org/officeDocument/2006/relationships/image" Target="../media/image1470.png"/><Relationship Id="rId48" Type="http://schemas.openxmlformats.org/officeDocument/2006/relationships/customXml" Target="../ink/ink994.xml"/><Relationship Id="rId113" Type="http://schemas.openxmlformats.org/officeDocument/2006/relationships/customXml" Target="../ink/ink1027.xml"/><Relationship Id="rId320" Type="http://schemas.openxmlformats.org/officeDocument/2006/relationships/image" Target="../media/image1087.png"/><Relationship Id="rId558" Type="http://schemas.openxmlformats.org/officeDocument/2006/relationships/customXml" Target="../ink/ink1256.xml"/><Relationship Id="rId765" Type="http://schemas.openxmlformats.org/officeDocument/2006/relationships/customXml" Target="../ink/ink1361.xml"/><Relationship Id="rId972" Type="http://schemas.openxmlformats.org/officeDocument/2006/relationships/image" Target="../media/image1407.png"/><Relationship Id="rId197" Type="http://schemas.openxmlformats.org/officeDocument/2006/relationships/customXml" Target="../ink/ink1071.xml"/><Relationship Id="rId418" Type="http://schemas.openxmlformats.org/officeDocument/2006/relationships/customXml" Target="../ink/ink1185.xml"/><Relationship Id="rId625" Type="http://schemas.openxmlformats.org/officeDocument/2006/relationships/customXml" Target="../ink/ink1290.xml"/><Relationship Id="rId832" Type="http://schemas.openxmlformats.org/officeDocument/2006/relationships/image" Target="../media/image1337.png"/><Relationship Id="rId1048" Type="http://schemas.openxmlformats.org/officeDocument/2006/relationships/customXml" Target="../ink/ink1504.xml"/><Relationship Id="rId264" Type="http://schemas.openxmlformats.org/officeDocument/2006/relationships/image" Target="../media/image1060.png"/><Relationship Id="rId471" Type="http://schemas.openxmlformats.org/officeDocument/2006/relationships/image" Target="../media/image1160.png"/><Relationship Id="rId1115" Type="http://schemas.openxmlformats.org/officeDocument/2006/relationships/customXml" Target="../ink/ink1540.xml"/><Relationship Id="rId59" Type="http://schemas.openxmlformats.org/officeDocument/2006/relationships/customXml" Target="../ink/ink1000.xml"/><Relationship Id="rId124" Type="http://schemas.openxmlformats.org/officeDocument/2006/relationships/image" Target="../media/image993.png"/><Relationship Id="rId569" Type="http://schemas.openxmlformats.org/officeDocument/2006/relationships/image" Target="../media/image1208.png"/><Relationship Id="rId776" Type="http://schemas.openxmlformats.org/officeDocument/2006/relationships/customXml" Target="../ink/ink1367.xml"/><Relationship Id="rId983" Type="http://schemas.openxmlformats.org/officeDocument/2006/relationships/customXml" Target="../ink/ink1471.xml"/><Relationship Id="rId331" Type="http://schemas.openxmlformats.org/officeDocument/2006/relationships/customXml" Target="../ink/ink1139.xml"/><Relationship Id="rId429" Type="http://schemas.openxmlformats.org/officeDocument/2006/relationships/image" Target="../media/image1139.png"/><Relationship Id="rId636" Type="http://schemas.openxmlformats.org/officeDocument/2006/relationships/image" Target="../media/image1241.png"/><Relationship Id="rId1059" Type="http://schemas.openxmlformats.org/officeDocument/2006/relationships/image" Target="../media/image1450.png"/><Relationship Id="rId843" Type="http://schemas.openxmlformats.org/officeDocument/2006/relationships/customXml" Target="../ink/ink1401.xml"/><Relationship Id="rId1126" Type="http://schemas.openxmlformats.org/officeDocument/2006/relationships/image" Target="../media/image1481.png"/><Relationship Id="rId275" Type="http://schemas.openxmlformats.org/officeDocument/2006/relationships/image" Target="../media/image1065.png"/><Relationship Id="rId482" Type="http://schemas.openxmlformats.org/officeDocument/2006/relationships/customXml" Target="../ink/ink1217.xml"/><Relationship Id="rId703" Type="http://schemas.openxmlformats.org/officeDocument/2006/relationships/image" Target="../media/image1274.png"/><Relationship Id="rId910" Type="http://schemas.openxmlformats.org/officeDocument/2006/relationships/image" Target="../media/image1376.png"/><Relationship Id="rId135" Type="http://schemas.openxmlformats.org/officeDocument/2006/relationships/customXml" Target="../ink/ink1038.xml"/><Relationship Id="rId342" Type="http://schemas.openxmlformats.org/officeDocument/2006/relationships/customXml" Target="../ink/ink1145.xml"/><Relationship Id="rId787" Type="http://schemas.openxmlformats.org/officeDocument/2006/relationships/image" Target="../media/image1315.png"/><Relationship Id="rId994" Type="http://schemas.openxmlformats.org/officeDocument/2006/relationships/image" Target="../media/image1418.png"/><Relationship Id="rId202" Type="http://schemas.openxmlformats.org/officeDocument/2006/relationships/image" Target="../media/image1029.png"/><Relationship Id="rId647" Type="http://schemas.openxmlformats.org/officeDocument/2006/relationships/customXml" Target="../ink/ink1301.xml"/><Relationship Id="rId854" Type="http://schemas.openxmlformats.org/officeDocument/2006/relationships/image" Target="../media/image1348.png"/><Relationship Id="rId286" Type="http://schemas.openxmlformats.org/officeDocument/2006/relationships/customXml" Target="../ink/ink1116.xml"/><Relationship Id="rId493" Type="http://schemas.openxmlformats.org/officeDocument/2006/relationships/image" Target="../media/image1171.png"/><Relationship Id="rId507" Type="http://schemas.openxmlformats.org/officeDocument/2006/relationships/image" Target="../media/image1177.png"/><Relationship Id="rId714" Type="http://schemas.openxmlformats.org/officeDocument/2006/relationships/customXml" Target="../ink/ink1335.xml"/><Relationship Id="rId921" Type="http://schemas.openxmlformats.org/officeDocument/2006/relationships/customXml" Target="../ink/ink1440.xml"/><Relationship Id="rId1137" Type="http://schemas.openxmlformats.org/officeDocument/2006/relationships/customXml" Target="../ink/ink1551.xml"/><Relationship Id="rId50" Type="http://schemas.openxmlformats.org/officeDocument/2006/relationships/customXml" Target="../ink/ink995.xml"/><Relationship Id="rId146" Type="http://schemas.openxmlformats.org/officeDocument/2006/relationships/customXml" Target="../ink/ink1044.xml"/><Relationship Id="rId353" Type="http://schemas.openxmlformats.org/officeDocument/2006/relationships/customXml" Target="../ink/ink1151.xml"/><Relationship Id="rId560" Type="http://schemas.openxmlformats.org/officeDocument/2006/relationships/customXml" Target="../ink/ink1257.xml"/><Relationship Id="rId798" Type="http://schemas.openxmlformats.org/officeDocument/2006/relationships/customXml" Target="../ink/ink1378.xml"/><Relationship Id="rId213" Type="http://schemas.openxmlformats.org/officeDocument/2006/relationships/customXml" Target="../ink/ink1079.xml"/><Relationship Id="rId420" Type="http://schemas.openxmlformats.org/officeDocument/2006/relationships/customXml" Target="../ink/ink1186.xml"/><Relationship Id="rId658" Type="http://schemas.openxmlformats.org/officeDocument/2006/relationships/image" Target="../media/image1252.png"/><Relationship Id="rId865" Type="http://schemas.openxmlformats.org/officeDocument/2006/relationships/customXml" Target="../ink/ink1412.xml"/><Relationship Id="rId1050" Type="http://schemas.openxmlformats.org/officeDocument/2006/relationships/customXml" Target="../ink/ink1505.xml"/><Relationship Id="rId297" Type="http://schemas.openxmlformats.org/officeDocument/2006/relationships/image" Target="../media/image1076.png"/><Relationship Id="rId518" Type="http://schemas.openxmlformats.org/officeDocument/2006/relationships/customXml" Target="../ink/ink1236.xml"/><Relationship Id="rId725" Type="http://schemas.openxmlformats.org/officeDocument/2006/relationships/image" Target="../media/image1285.png"/><Relationship Id="rId932" Type="http://schemas.openxmlformats.org/officeDocument/2006/relationships/image" Target="../media/image1387.png"/><Relationship Id="rId1148" Type="http://schemas.openxmlformats.org/officeDocument/2006/relationships/image" Target="../media/image1492.png"/><Relationship Id="rId157" Type="http://schemas.openxmlformats.org/officeDocument/2006/relationships/image" Target="../media/image1008.png"/><Relationship Id="rId364" Type="http://schemas.openxmlformats.org/officeDocument/2006/relationships/customXml" Target="../ink/ink1157.xml"/><Relationship Id="rId1008" Type="http://schemas.openxmlformats.org/officeDocument/2006/relationships/image" Target="../media/image1425.png"/><Relationship Id="rId61" Type="http://schemas.openxmlformats.org/officeDocument/2006/relationships/customXml" Target="../ink/ink1001.xml"/><Relationship Id="rId571" Type="http://schemas.openxmlformats.org/officeDocument/2006/relationships/image" Target="../media/image1209.png"/><Relationship Id="rId669" Type="http://schemas.openxmlformats.org/officeDocument/2006/relationships/customXml" Target="../ink/ink1312.xml"/><Relationship Id="rId876" Type="http://schemas.openxmlformats.org/officeDocument/2006/relationships/image" Target="../media/image1359.png"/><Relationship Id="rId19" Type="http://schemas.openxmlformats.org/officeDocument/2006/relationships/customXml" Target="../ink/ink979.xml"/><Relationship Id="rId224" Type="http://schemas.openxmlformats.org/officeDocument/2006/relationships/image" Target="../media/image1040.png"/><Relationship Id="rId431" Type="http://schemas.openxmlformats.org/officeDocument/2006/relationships/image" Target="../media/image1140.png"/><Relationship Id="rId529" Type="http://schemas.openxmlformats.org/officeDocument/2006/relationships/image" Target="../media/image1188.png"/><Relationship Id="rId736" Type="http://schemas.openxmlformats.org/officeDocument/2006/relationships/customXml" Target="../ink/ink1346.xml"/><Relationship Id="rId1061" Type="http://schemas.openxmlformats.org/officeDocument/2006/relationships/image" Target="../media/image1451.png"/><Relationship Id="rId1159" Type="http://schemas.openxmlformats.org/officeDocument/2006/relationships/customXml" Target="../ink/ink1562.xml"/><Relationship Id="rId168" Type="http://schemas.openxmlformats.org/officeDocument/2006/relationships/customXml" Target="../ink/ink1056.xml"/><Relationship Id="rId943" Type="http://schemas.openxmlformats.org/officeDocument/2006/relationships/customXml" Target="../ink/ink1451.xml"/><Relationship Id="rId1019" Type="http://schemas.openxmlformats.org/officeDocument/2006/relationships/customXml" Target="../ink/ink1489.xml"/><Relationship Id="rId72" Type="http://schemas.openxmlformats.org/officeDocument/2006/relationships/image" Target="../media/image967.png"/><Relationship Id="rId375" Type="http://schemas.openxmlformats.org/officeDocument/2006/relationships/image" Target="../media/image1113.png"/><Relationship Id="rId582" Type="http://schemas.openxmlformats.org/officeDocument/2006/relationships/customXml" Target="../ink/ink1268.xml"/><Relationship Id="rId803" Type="http://schemas.openxmlformats.org/officeDocument/2006/relationships/image" Target="../media/image1323.png"/><Relationship Id="rId3" Type="http://schemas.openxmlformats.org/officeDocument/2006/relationships/customXml" Target="../ink/ink971.xml"/><Relationship Id="rId235" Type="http://schemas.openxmlformats.org/officeDocument/2006/relationships/customXml" Target="../ink/ink1090.xml"/><Relationship Id="rId442" Type="http://schemas.openxmlformats.org/officeDocument/2006/relationships/customXml" Target="../ink/ink1197.xml"/><Relationship Id="rId887" Type="http://schemas.openxmlformats.org/officeDocument/2006/relationships/customXml" Target="../ink/ink1423.xml"/><Relationship Id="rId1072" Type="http://schemas.openxmlformats.org/officeDocument/2006/relationships/customXml" Target="../ink/ink1516.xml"/><Relationship Id="rId302" Type="http://schemas.openxmlformats.org/officeDocument/2006/relationships/customXml" Target="../ink/ink1124.xml"/><Relationship Id="rId747" Type="http://schemas.openxmlformats.org/officeDocument/2006/relationships/image" Target="../media/image1296.png"/><Relationship Id="rId954" Type="http://schemas.openxmlformats.org/officeDocument/2006/relationships/image" Target="../media/image1398.png"/><Relationship Id="rId83" Type="http://schemas.openxmlformats.org/officeDocument/2006/relationships/customXml" Target="../ink/ink1012.xml"/><Relationship Id="rId179" Type="http://schemas.openxmlformats.org/officeDocument/2006/relationships/image" Target="../media/image175.png"/><Relationship Id="rId386" Type="http://schemas.openxmlformats.org/officeDocument/2006/relationships/customXml" Target="../ink/ink1168.xml"/><Relationship Id="rId593" Type="http://schemas.openxmlformats.org/officeDocument/2006/relationships/image" Target="../media/image1220.png"/><Relationship Id="rId607" Type="http://schemas.openxmlformats.org/officeDocument/2006/relationships/image" Target="../media/image1227.png"/><Relationship Id="rId814" Type="http://schemas.openxmlformats.org/officeDocument/2006/relationships/image" Target="../media/image1328.png"/><Relationship Id="rId246" Type="http://schemas.openxmlformats.org/officeDocument/2006/relationships/image" Target="../media/image1051.png"/><Relationship Id="rId453" Type="http://schemas.openxmlformats.org/officeDocument/2006/relationships/image" Target="../media/image1151.png"/><Relationship Id="rId660" Type="http://schemas.openxmlformats.org/officeDocument/2006/relationships/image" Target="../media/image1253.png"/><Relationship Id="rId898" Type="http://schemas.openxmlformats.org/officeDocument/2006/relationships/image" Target="../media/image1370.png"/><Relationship Id="rId1083" Type="http://schemas.openxmlformats.org/officeDocument/2006/relationships/customXml" Target="../ink/ink1522.xml"/><Relationship Id="rId106" Type="http://schemas.openxmlformats.org/officeDocument/2006/relationships/image" Target="../media/image984.png"/><Relationship Id="rId313" Type="http://schemas.openxmlformats.org/officeDocument/2006/relationships/image" Target="../media/image1084.png"/><Relationship Id="rId758" Type="http://schemas.openxmlformats.org/officeDocument/2006/relationships/customXml" Target="../ink/ink1357.xml"/><Relationship Id="rId965" Type="http://schemas.openxmlformats.org/officeDocument/2006/relationships/customXml" Target="../ink/ink1462.xml"/><Relationship Id="rId1150" Type="http://schemas.openxmlformats.org/officeDocument/2006/relationships/image" Target="../media/image1493.png"/><Relationship Id="rId10" Type="http://schemas.openxmlformats.org/officeDocument/2006/relationships/image" Target="../media/image937.png"/><Relationship Id="rId94" Type="http://schemas.openxmlformats.org/officeDocument/2006/relationships/image" Target="../media/image978.png"/><Relationship Id="rId397" Type="http://schemas.openxmlformats.org/officeDocument/2006/relationships/customXml" Target="../ink/ink1174.xml"/><Relationship Id="rId520" Type="http://schemas.openxmlformats.org/officeDocument/2006/relationships/customXml" Target="../ink/ink1237.xml"/><Relationship Id="rId618" Type="http://schemas.openxmlformats.org/officeDocument/2006/relationships/image" Target="../media/image1232.png"/><Relationship Id="rId825" Type="http://schemas.openxmlformats.org/officeDocument/2006/relationships/customXml" Target="../ink/ink1392.xml"/><Relationship Id="rId257" Type="http://schemas.openxmlformats.org/officeDocument/2006/relationships/customXml" Target="../ink/ink1101.xml"/><Relationship Id="rId464" Type="http://schemas.openxmlformats.org/officeDocument/2006/relationships/customXml" Target="../ink/ink1208.xml"/><Relationship Id="rId1010" Type="http://schemas.openxmlformats.org/officeDocument/2006/relationships/image" Target="../media/image1426.png"/><Relationship Id="rId1094" Type="http://schemas.openxmlformats.org/officeDocument/2006/relationships/customXml" Target="../ink/ink1529.xml"/><Relationship Id="rId1108" Type="http://schemas.openxmlformats.org/officeDocument/2006/relationships/image" Target="../media/image1472.png"/><Relationship Id="rId117" Type="http://schemas.openxmlformats.org/officeDocument/2006/relationships/customXml" Target="../ink/ink1029.xml"/><Relationship Id="rId671" Type="http://schemas.openxmlformats.org/officeDocument/2006/relationships/customXml" Target="../ink/ink1313.xml"/><Relationship Id="rId769" Type="http://schemas.openxmlformats.org/officeDocument/2006/relationships/customXml" Target="../ink/ink1363.xml"/><Relationship Id="rId976" Type="http://schemas.openxmlformats.org/officeDocument/2006/relationships/image" Target="../media/image1409.png"/><Relationship Id="rId324" Type="http://schemas.openxmlformats.org/officeDocument/2006/relationships/image" Target="../media/image1089.png"/><Relationship Id="rId531" Type="http://schemas.openxmlformats.org/officeDocument/2006/relationships/image" Target="../media/image1189.png"/><Relationship Id="rId629" Type="http://schemas.openxmlformats.org/officeDocument/2006/relationships/customXml" Target="../ink/ink1292.xml"/><Relationship Id="rId1161" Type="http://schemas.openxmlformats.org/officeDocument/2006/relationships/customXml" Target="../ink/ink1563.xml"/><Relationship Id="rId836" Type="http://schemas.openxmlformats.org/officeDocument/2006/relationships/image" Target="../media/image1339.png"/><Relationship Id="rId1021" Type="http://schemas.openxmlformats.org/officeDocument/2006/relationships/customXml" Target="../ink/ink1490.xml"/><Relationship Id="rId1119" Type="http://schemas.openxmlformats.org/officeDocument/2006/relationships/customXml" Target="../ink/ink1542.xml"/><Relationship Id="rId903" Type="http://schemas.openxmlformats.org/officeDocument/2006/relationships/customXml" Target="../ink/ink1431.xml"/><Relationship Id="rId32" Type="http://schemas.openxmlformats.org/officeDocument/2006/relationships/image" Target="../media/image948.png"/><Relationship Id="rId181" Type="http://schemas.openxmlformats.org/officeDocument/2006/relationships/image" Target="../media/image1019.png"/><Relationship Id="rId279" Type="http://schemas.openxmlformats.org/officeDocument/2006/relationships/image" Target="../media/image1067.png"/><Relationship Id="rId486" Type="http://schemas.openxmlformats.org/officeDocument/2006/relationships/customXml" Target="../ink/ink1219.xml"/><Relationship Id="rId693" Type="http://schemas.openxmlformats.org/officeDocument/2006/relationships/customXml" Target="../ink/ink1324.xml"/><Relationship Id="rId139" Type="http://schemas.openxmlformats.org/officeDocument/2006/relationships/image" Target="../media/image1000.png"/><Relationship Id="rId346" Type="http://schemas.openxmlformats.org/officeDocument/2006/relationships/customXml" Target="../ink/ink1147.xml"/><Relationship Id="rId553" Type="http://schemas.openxmlformats.org/officeDocument/2006/relationships/image" Target="../media/image1200.png"/><Relationship Id="rId760" Type="http://schemas.openxmlformats.org/officeDocument/2006/relationships/customXml" Target="../ink/ink1358.xml"/><Relationship Id="rId998" Type="http://schemas.openxmlformats.org/officeDocument/2006/relationships/image" Target="../media/image1420.png"/><Relationship Id="rId206" Type="http://schemas.openxmlformats.org/officeDocument/2006/relationships/image" Target="../media/image1031.png"/><Relationship Id="rId413" Type="http://schemas.openxmlformats.org/officeDocument/2006/relationships/customXml" Target="../ink/ink1182.xml"/><Relationship Id="rId858" Type="http://schemas.openxmlformats.org/officeDocument/2006/relationships/image" Target="../media/image1350.png"/><Relationship Id="rId1043" Type="http://schemas.openxmlformats.org/officeDocument/2006/relationships/image" Target="../media/image1442.png"/><Relationship Id="rId620" Type="http://schemas.openxmlformats.org/officeDocument/2006/relationships/image" Target="../media/image1233.png"/><Relationship Id="rId718" Type="http://schemas.openxmlformats.org/officeDocument/2006/relationships/customXml" Target="../ink/ink1337.xml"/><Relationship Id="rId925" Type="http://schemas.openxmlformats.org/officeDocument/2006/relationships/customXml" Target="../ink/ink1442.xml"/><Relationship Id="rId1110" Type="http://schemas.openxmlformats.org/officeDocument/2006/relationships/image" Target="../media/image1473.png"/><Relationship Id="rId54" Type="http://schemas.openxmlformats.org/officeDocument/2006/relationships/image" Target="../media/image958.png"/><Relationship Id="rId270" Type="http://schemas.openxmlformats.org/officeDocument/2006/relationships/image" Target="../media/image1063.png"/><Relationship Id="rId130" Type="http://schemas.openxmlformats.org/officeDocument/2006/relationships/image" Target="../media/image996.png"/><Relationship Id="rId368" Type="http://schemas.openxmlformats.org/officeDocument/2006/relationships/customXml" Target="../ink/ink1159.xml"/><Relationship Id="rId575" Type="http://schemas.openxmlformats.org/officeDocument/2006/relationships/image" Target="../media/image1211.png"/><Relationship Id="rId782" Type="http://schemas.openxmlformats.org/officeDocument/2006/relationships/customXml" Target="../ink/ink1370.xml"/><Relationship Id="rId228" Type="http://schemas.openxmlformats.org/officeDocument/2006/relationships/image" Target="../media/image1042.png"/><Relationship Id="rId435" Type="http://schemas.openxmlformats.org/officeDocument/2006/relationships/image" Target="../media/image1142.png"/><Relationship Id="rId642" Type="http://schemas.openxmlformats.org/officeDocument/2006/relationships/image" Target="../media/image1244.png"/><Relationship Id="rId1065" Type="http://schemas.openxmlformats.org/officeDocument/2006/relationships/image" Target="../media/image1453.png"/><Relationship Id="rId502" Type="http://schemas.openxmlformats.org/officeDocument/2006/relationships/image" Target="../media/image1175.png"/><Relationship Id="rId947" Type="http://schemas.openxmlformats.org/officeDocument/2006/relationships/customXml" Target="../ink/ink1453.xml"/><Relationship Id="rId1132" Type="http://schemas.openxmlformats.org/officeDocument/2006/relationships/image" Target="../media/image1484.png"/><Relationship Id="rId76" Type="http://schemas.openxmlformats.org/officeDocument/2006/relationships/image" Target="../media/image969.png"/><Relationship Id="rId807" Type="http://schemas.openxmlformats.org/officeDocument/2006/relationships/image" Target="../media/image1325.png"/><Relationship Id="rId292" Type="http://schemas.openxmlformats.org/officeDocument/2006/relationships/customXml" Target="../ink/ink1119.xml"/><Relationship Id="rId597" Type="http://schemas.openxmlformats.org/officeDocument/2006/relationships/image" Target="../media/image1222.png"/><Relationship Id="rId152" Type="http://schemas.openxmlformats.org/officeDocument/2006/relationships/customXml" Target="../ink/ink1048.xml"/><Relationship Id="rId457" Type="http://schemas.openxmlformats.org/officeDocument/2006/relationships/image" Target="../media/image1153.png"/><Relationship Id="rId1087" Type="http://schemas.openxmlformats.org/officeDocument/2006/relationships/image" Target="../media/image1463.png"/><Relationship Id="rId664" Type="http://schemas.openxmlformats.org/officeDocument/2006/relationships/image" Target="../media/image1255.png"/><Relationship Id="rId871" Type="http://schemas.openxmlformats.org/officeDocument/2006/relationships/customXml" Target="../ink/ink1415.xml"/><Relationship Id="rId969" Type="http://schemas.openxmlformats.org/officeDocument/2006/relationships/customXml" Target="../ink/ink1464.xml"/><Relationship Id="rId317" Type="http://schemas.openxmlformats.org/officeDocument/2006/relationships/customXml" Target="../ink/ink1132.xml"/><Relationship Id="rId524" Type="http://schemas.openxmlformats.org/officeDocument/2006/relationships/customXml" Target="../ink/ink1239.xml"/><Relationship Id="rId731" Type="http://schemas.openxmlformats.org/officeDocument/2006/relationships/image" Target="../media/image1288.png"/><Relationship Id="rId1154" Type="http://schemas.openxmlformats.org/officeDocument/2006/relationships/image" Target="../media/image1495.png"/><Relationship Id="rId98" Type="http://schemas.openxmlformats.org/officeDocument/2006/relationships/image" Target="../media/image980.png"/><Relationship Id="rId829" Type="http://schemas.openxmlformats.org/officeDocument/2006/relationships/customXml" Target="../ink/ink1394.xml"/><Relationship Id="rId1014" Type="http://schemas.openxmlformats.org/officeDocument/2006/relationships/image" Target="../media/image1428.png"/><Relationship Id="rId25" Type="http://schemas.openxmlformats.org/officeDocument/2006/relationships/customXml" Target="../ink/ink982.xml"/><Relationship Id="rId174" Type="http://schemas.openxmlformats.org/officeDocument/2006/relationships/customXml" Target="../ink/ink1059.xml"/><Relationship Id="rId381" Type="http://schemas.openxmlformats.org/officeDocument/2006/relationships/image" Target="../media/image1116.png"/><Relationship Id="rId241" Type="http://schemas.openxmlformats.org/officeDocument/2006/relationships/customXml" Target="../ink/ink1093.xml"/><Relationship Id="rId479" Type="http://schemas.openxmlformats.org/officeDocument/2006/relationships/image" Target="../media/image1164.png"/><Relationship Id="rId686" Type="http://schemas.openxmlformats.org/officeDocument/2006/relationships/image" Target="../media/image1266.png"/><Relationship Id="rId893" Type="http://schemas.openxmlformats.org/officeDocument/2006/relationships/customXml" Target="../ink/ink1426.xml"/><Relationship Id="rId339" Type="http://schemas.openxmlformats.org/officeDocument/2006/relationships/customXml" Target="../ink/ink1143.xml"/><Relationship Id="rId546" Type="http://schemas.openxmlformats.org/officeDocument/2006/relationships/customXml" Target="../ink/ink1250.xml"/><Relationship Id="rId753" Type="http://schemas.openxmlformats.org/officeDocument/2006/relationships/image" Target="../media/image1299.png"/><Relationship Id="rId101" Type="http://schemas.openxmlformats.org/officeDocument/2006/relationships/customXml" Target="../ink/ink1021.xml"/><Relationship Id="rId406" Type="http://schemas.openxmlformats.org/officeDocument/2006/relationships/image" Target="../media/image1128.png"/><Relationship Id="rId960" Type="http://schemas.openxmlformats.org/officeDocument/2006/relationships/image" Target="../media/image1401.png"/><Relationship Id="rId1036" Type="http://schemas.openxmlformats.org/officeDocument/2006/relationships/customXml" Target="../ink/ink1498.xml"/><Relationship Id="rId613" Type="http://schemas.openxmlformats.org/officeDocument/2006/relationships/image" Target="../media/image1230.png"/><Relationship Id="rId820" Type="http://schemas.openxmlformats.org/officeDocument/2006/relationships/image" Target="../media/image1331.png"/><Relationship Id="rId918" Type="http://schemas.openxmlformats.org/officeDocument/2006/relationships/image" Target="../media/image1380.png"/><Relationship Id="rId1103" Type="http://schemas.openxmlformats.org/officeDocument/2006/relationships/customXml" Target="../ink/ink1534.xml"/><Relationship Id="rId47" Type="http://schemas.openxmlformats.org/officeDocument/2006/relationships/image" Target="../media/image955.png"/><Relationship Id="rId196" Type="http://schemas.openxmlformats.org/officeDocument/2006/relationships/image" Target="../media/image1026.png"/><Relationship Id="rId263" Type="http://schemas.openxmlformats.org/officeDocument/2006/relationships/customXml" Target="../ink/ink1104.xml"/><Relationship Id="rId470" Type="http://schemas.openxmlformats.org/officeDocument/2006/relationships/customXml" Target="../ink/ink1211.xml"/><Relationship Id="rId123" Type="http://schemas.openxmlformats.org/officeDocument/2006/relationships/customXml" Target="../ink/ink1032.xml"/><Relationship Id="rId330" Type="http://schemas.openxmlformats.org/officeDocument/2006/relationships/image" Target="../media/image1092.png"/><Relationship Id="rId568" Type="http://schemas.openxmlformats.org/officeDocument/2006/relationships/customXml" Target="../ink/ink1261.xml"/><Relationship Id="rId775" Type="http://schemas.openxmlformats.org/officeDocument/2006/relationships/customXml" Target="../ink/ink1366.xml"/><Relationship Id="rId982" Type="http://schemas.openxmlformats.org/officeDocument/2006/relationships/image" Target="../media/image1412.png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514.png"/><Relationship Id="rId170" Type="http://schemas.openxmlformats.org/officeDocument/2006/relationships/image" Target="../media/image1586.png"/><Relationship Id="rId268" Type="http://schemas.openxmlformats.org/officeDocument/2006/relationships/image" Target="../media/image1631.png"/><Relationship Id="rId475" Type="http://schemas.openxmlformats.org/officeDocument/2006/relationships/customXml" Target="../ink/ink1815.xml"/><Relationship Id="rId682" Type="http://schemas.openxmlformats.org/officeDocument/2006/relationships/image" Target="../media/image1831.png"/><Relationship Id="rId128" Type="http://schemas.openxmlformats.org/officeDocument/2006/relationships/customXml" Target="../ink/ink1632.xml"/><Relationship Id="rId335" Type="http://schemas.openxmlformats.org/officeDocument/2006/relationships/customXml" Target="../ink/ink1744.xml"/><Relationship Id="rId542" Type="http://schemas.openxmlformats.org/officeDocument/2006/relationships/customXml" Target="../ink/ink1849.xml"/><Relationship Id="rId987" Type="http://schemas.openxmlformats.org/officeDocument/2006/relationships/customXml" Target="../ink/ink2077.xml"/><Relationship Id="rId1172" Type="http://schemas.openxmlformats.org/officeDocument/2006/relationships/customXml" Target="../ink/ink2174.xml"/><Relationship Id="rId402" Type="http://schemas.openxmlformats.org/officeDocument/2006/relationships/image" Target="../media/image1694.png"/><Relationship Id="rId847" Type="http://schemas.openxmlformats.org/officeDocument/2006/relationships/customXml" Target="../ink/ink2006.xml"/><Relationship Id="rId1032" Type="http://schemas.openxmlformats.org/officeDocument/2006/relationships/customXml" Target="../ink/ink2100.xml"/><Relationship Id="rId707" Type="http://schemas.openxmlformats.org/officeDocument/2006/relationships/customXml" Target="../ink/ink1933.xml"/><Relationship Id="rId914" Type="http://schemas.openxmlformats.org/officeDocument/2006/relationships/image" Target="../media/image1943.png"/><Relationship Id="rId43" Type="http://schemas.openxmlformats.org/officeDocument/2006/relationships/image" Target="../media/image1524.png"/><Relationship Id="rId192" Type="http://schemas.openxmlformats.org/officeDocument/2006/relationships/image" Target="../media/image1596.png"/><Relationship Id="rId497" Type="http://schemas.openxmlformats.org/officeDocument/2006/relationships/customXml" Target="../ink/ink1826.xml"/><Relationship Id="rId357" Type="http://schemas.openxmlformats.org/officeDocument/2006/relationships/image" Target="../media/image1672.png"/><Relationship Id="rId1194" Type="http://schemas.openxmlformats.org/officeDocument/2006/relationships/customXml" Target="../ink/ink2185.xml"/><Relationship Id="rId217" Type="http://schemas.openxmlformats.org/officeDocument/2006/relationships/customXml" Target="../ink/ink1680.xml"/><Relationship Id="rId564" Type="http://schemas.openxmlformats.org/officeDocument/2006/relationships/customXml" Target="../ink/ink1860.xml"/><Relationship Id="rId771" Type="http://schemas.openxmlformats.org/officeDocument/2006/relationships/image" Target="../media/image1874.png"/><Relationship Id="rId869" Type="http://schemas.openxmlformats.org/officeDocument/2006/relationships/customXml" Target="../ink/ink2017.xml"/><Relationship Id="rId424" Type="http://schemas.openxmlformats.org/officeDocument/2006/relationships/image" Target="../media/image1705.png"/><Relationship Id="rId631" Type="http://schemas.openxmlformats.org/officeDocument/2006/relationships/customXml" Target="../ink/ink1894.xml"/><Relationship Id="rId729" Type="http://schemas.openxmlformats.org/officeDocument/2006/relationships/customXml" Target="../ink/ink1945.xml"/><Relationship Id="rId1054" Type="http://schemas.openxmlformats.org/officeDocument/2006/relationships/customXml" Target="../ink/ink2112.xml"/><Relationship Id="rId1261" Type="http://schemas.openxmlformats.org/officeDocument/2006/relationships/customXml" Target="../ink/ink2219.xml"/><Relationship Id="rId936" Type="http://schemas.openxmlformats.org/officeDocument/2006/relationships/image" Target="../media/image1954.png"/><Relationship Id="rId1121" Type="http://schemas.openxmlformats.org/officeDocument/2006/relationships/customXml" Target="../ink/ink2147.xml"/><Relationship Id="rId1219" Type="http://schemas.openxmlformats.org/officeDocument/2006/relationships/customXml" Target="../ink/ink2198.xml"/><Relationship Id="rId65" Type="http://schemas.openxmlformats.org/officeDocument/2006/relationships/image" Target="../media/image1535.png"/><Relationship Id="rId281" Type="http://schemas.openxmlformats.org/officeDocument/2006/relationships/customXml" Target="../ink/ink1715.xml"/><Relationship Id="rId141" Type="http://schemas.openxmlformats.org/officeDocument/2006/relationships/customXml" Target="../ink/ink1639.xml"/><Relationship Id="rId379" Type="http://schemas.openxmlformats.org/officeDocument/2006/relationships/image" Target="../media/image1683.png"/><Relationship Id="rId586" Type="http://schemas.openxmlformats.org/officeDocument/2006/relationships/customXml" Target="../ink/ink1871.xml"/><Relationship Id="rId793" Type="http://schemas.openxmlformats.org/officeDocument/2006/relationships/image" Target="../media/image1885.png"/><Relationship Id="rId7" Type="http://schemas.openxmlformats.org/officeDocument/2006/relationships/image" Target="../media/image1507.png"/><Relationship Id="rId239" Type="http://schemas.openxmlformats.org/officeDocument/2006/relationships/image" Target="../media/image1617.png"/><Relationship Id="rId446" Type="http://schemas.openxmlformats.org/officeDocument/2006/relationships/image" Target="../media/image1716.png"/><Relationship Id="rId653" Type="http://schemas.openxmlformats.org/officeDocument/2006/relationships/image" Target="../media/image1817.png"/><Relationship Id="rId1076" Type="http://schemas.openxmlformats.org/officeDocument/2006/relationships/customXml" Target="../ink/ink2124.xml"/><Relationship Id="rId1283" Type="http://schemas.openxmlformats.org/officeDocument/2006/relationships/image" Target="../media/image2122.png"/><Relationship Id="rId306" Type="http://schemas.openxmlformats.org/officeDocument/2006/relationships/image" Target="../media/image1648.png"/><Relationship Id="rId860" Type="http://schemas.openxmlformats.org/officeDocument/2006/relationships/image" Target="../media/image1917.png"/><Relationship Id="rId958" Type="http://schemas.openxmlformats.org/officeDocument/2006/relationships/image" Target="../media/image1965.png"/><Relationship Id="rId1143" Type="http://schemas.openxmlformats.org/officeDocument/2006/relationships/customXml" Target="../ink/ink2158.xml"/><Relationship Id="rId87" Type="http://schemas.openxmlformats.org/officeDocument/2006/relationships/image" Target="../media/image1546.png"/><Relationship Id="rId513" Type="http://schemas.openxmlformats.org/officeDocument/2006/relationships/customXml" Target="../ink/ink1834.xml"/><Relationship Id="rId720" Type="http://schemas.openxmlformats.org/officeDocument/2006/relationships/customXml" Target="../ink/ink1940.xml"/><Relationship Id="rId818" Type="http://schemas.openxmlformats.org/officeDocument/2006/relationships/image" Target="../media/image1897.png"/><Relationship Id="rId1003" Type="http://schemas.openxmlformats.org/officeDocument/2006/relationships/image" Target="../media/image1987.png"/><Relationship Id="rId1210" Type="http://schemas.openxmlformats.org/officeDocument/2006/relationships/image" Target="../media/image2086.png"/><Relationship Id="rId1308" Type="http://schemas.openxmlformats.org/officeDocument/2006/relationships/customXml" Target="../ink/ink2243.xml"/><Relationship Id="rId14" Type="http://schemas.openxmlformats.org/officeDocument/2006/relationships/customXml" Target="../ink/ink1575.xml"/><Relationship Id="rId163" Type="http://schemas.openxmlformats.org/officeDocument/2006/relationships/image" Target="../media/image1583.png"/><Relationship Id="rId370" Type="http://schemas.openxmlformats.org/officeDocument/2006/relationships/customXml" Target="../ink/ink1762.xml"/><Relationship Id="rId230" Type="http://schemas.openxmlformats.org/officeDocument/2006/relationships/customXml" Target="../ink/ink1687.xml"/><Relationship Id="rId468" Type="http://schemas.openxmlformats.org/officeDocument/2006/relationships/image" Target="../media/image1727.png"/><Relationship Id="rId675" Type="http://schemas.openxmlformats.org/officeDocument/2006/relationships/customXml" Target="../ink/ink1917.xml"/><Relationship Id="rId882" Type="http://schemas.openxmlformats.org/officeDocument/2006/relationships/customXml" Target="../ink/ink2024.xml"/><Relationship Id="rId1098" Type="http://schemas.openxmlformats.org/officeDocument/2006/relationships/customXml" Target="../ink/ink2135.xml"/><Relationship Id="rId328" Type="http://schemas.openxmlformats.org/officeDocument/2006/relationships/image" Target="../media/image1658.png"/><Relationship Id="rId535" Type="http://schemas.openxmlformats.org/officeDocument/2006/relationships/image" Target="../media/image1760.png"/><Relationship Id="rId742" Type="http://schemas.openxmlformats.org/officeDocument/2006/relationships/customXml" Target="../ink/ink1952.xml"/><Relationship Id="rId1165" Type="http://schemas.openxmlformats.org/officeDocument/2006/relationships/customXml" Target="../ink/ink2170.xml"/><Relationship Id="rId602" Type="http://schemas.openxmlformats.org/officeDocument/2006/relationships/customXml" Target="../ink/ink1879.xml"/><Relationship Id="rId1025" Type="http://schemas.openxmlformats.org/officeDocument/2006/relationships/image" Target="../media/image1998.png"/><Relationship Id="rId1232" Type="http://schemas.openxmlformats.org/officeDocument/2006/relationships/image" Target="../media/image2097.png"/><Relationship Id="rId907" Type="http://schemas.openxmlformats.org/officeDocument/2006/relationships/customXml" Target="../ink/ink2037.xml"/><Relationship Id="rId36" Type="http://schemas.openxmlformats.org/officeDocument/2006/relationships/customXml" Target="../ink/ink1586.xml"/><Relationship Id="rId185" Type="http://schemas.openxmlformats.org/officeDocument/2006/relationships/customXml" Target="../ink/ink1663.xml"/><Relationship Id="rId392" Type="http://schemas.openxmlformats.org/officeDocument/2006/relationships/image" Target="../media/image1689.png"/><Relationship Id="rId697" Type="http://schemas.openxmlformats.org/officeDocument/2006/relationships/customXml" Target="../ink/ink1928.xml"/><Relationship Id="rId252" Type="http://schemas.openxmlformats.org/officeDocument/2006/relationships/image" Target="../media/image1623.png"/><Relationship Id="rId1187" Type="http://schemas.openxmlformats.org/officeDocument/2006/relationships/image" Target="../media/image2075.png"/><Relationship Id="rId112" Type="http://schemas.openxmlformats.org/officeDocument/2006/relationships/customXml" Target="../ink/ink1624.xml"/><Relationship Id="rId557" Type="http://schemas.openxmlformats.org/officeDocument/2006/relationships/image" Target="../media/image1771.png"/><Relationship Id="rId764" Type="http://schemas.openxmlformats.org/officeDocument/2006/relationships/customXml" Target="../ink/ink1963.xml"/><Relationship Id="rId971" Type="http://schemas.openxmlformats.org/officeDocument/2006/relationships/customXml" Target="../ink/ink2069.xml"/><Relationship Id="rId417" Type="http://schemas.openxmlformats.org/officeDocument/2006/relationships/customXml" Target="../ink/ink1786.xml"/><Relationship Id="rId624" Type="http://schemas.openxmlformats.org/officeDocument/2006/relationships/image" Target="../media/image1803.png"/><Relationship Id="rId831" Type="http://schemas.openxmlformats.org/officeDocument/2006/relationships/customXml" Target="../ink/ink1997.xml"/><Relationship Id="rId1047" Type="http://schemas.openxmlformats.org/officeDocument/2006/relationships/image" Target="../media/image2008.png"/><Relationship Id="rId1254" Type="http://schemas.openxmlformats.org/officeDocument/2006/relationships/image" Target="../media/image2108.png"/><Relationship Id="rId929" Type="http://schemas.openxmlformats.org/officeDocument/2006/relationships/customXml" Target="../ink/ink2048.xml"/><Relationship Id="rId1114" Type="http://schemas.openxmlformats.org/officeDocument/2006/relationships/image" Target="../media/image2040.png"/><Relationship Id="rId58" Type="http://schemas.openxmlformats.org/officeDocument/2006/relationships/customXml" Target="../ink/ink1597.xml"/><Relationship Id="rId274" Type="http://schemas.openxmlformats.org/officeDocument/2006/relationships/customXml" Target="../ink/ink1711.xml"/><Relationship Id="rId481" Type="http://schemas.openxmlformats.org/officeDocument/2006/relationships/customXml" Target="../ink/ink1818.xml"/><Relationship Id="rId134" Type="http://schemas.openxmlformats.org/officeDocument/2006/relationships/image" Target="../media/image1569.png"/><Relationship Id="rId579" Type="http://schemas.openxmlformats.org/officeDocument/2006/relationships/image" Target="../media/image1781.png"/><Relationship Id="rId786" Type="http://schemas.openxmlformats.org/officeDocument/2006/relationships/customXml" Target="../ink/ink1974.xml"/><Relationship Id="rId993" Type="http://schemas.openxmlformats.org/officeDocument/2006/relationships/customXml" Target="../ink/ink2080.xml"/><Relationship Id="rId341" Type="http://schemas.openxmlformats.org/officeDocument/2006/relationships/image" Target="../media/image1664.png"/><Relationship Id="rId439" Type="http://schemas.openxmlformats.org/officeDocument/2006/relationships/customXml" Target="../ink/ink1797.xml"/><Relationship Id="rId646" Type="http://schemas.openxmlformats.org/officeDocument/2006/relationships/image" Target="../media/image1814.png"/><Relationship Id="rId1069" Type="http://schemas.openxmlformats.org/officeDocument/2006/relationships/customXml" Target="../ink/ink2120.xml"/><Relationship Id="rId1276" Type="http://schemas.openxmlformats.org/officeDocument/2006/relationships/customXml" Target="../ink/ink2227.xml"/><Relationship Id="rId201" Type="http://schemas.openxmlformats.org/officeDocument/2006/relationships/customXml" Target="../ink/ink1671.xml"/><Relationship Id="rId506" Type="http://schemas.openxmlformats.org/officeDocument/2006/relationships/image" Target="../media/image1746.png"/><Relationship Id="rId853" Type="http://schemas.openxmlformats.org/officeDocument/2006/relationships/customXml" Target="../ink/ink2009.xml"/><Relationship Id="rId1136" Type="http://schemas.openxmlformats.org/officeDocument/2006/relationships/image" Target="../media/image2051.png"/><Relationship Id="rId713" Type="http://schemas.openxmlformats.org/officeDocument/2006/relationships/image" Target="../media/image1846.png"/><Relationship Id="rId920" Type="http://schemas.openxmlformats.org/officeDocument/2006/relationships/image" Target="../media/image1946.png"/><Relationship Id="rId1203" Type="http://schemas.openxmlformats.org/officeDocument/2006/relationships/customXml" Target="../ink/ink2190.xml"/><Relationship Id="rId296" Type="http://schemas.openxmlformats.org/officeDocument/2006/relationships/customXml" Target="../ink/ink1723.xml"/><Relationship Id="rId156" Type="http://schemas.openxmlformats.org/officeDocument/2006/relationships/image" Target="../media/image1580.png"/><Relationship Id="rId363" Type="http://schemas.openxmlformats.org/officeDocument/2006/relationships/image" Target="../media/image1675.png"/><Relationship Id="rId570" Type="http://schemas.openxmlformats.org/officeDocument/2006/relationships/customXml" Target="../ink/ink1863.xml"/><Relationship Id="rId223" Type="http://schemas.openxmlformats.org/officeDocument/2006/relationships/image" Target="../media/image1610.png"/><Relationship Id="rId430" Type="http://schemas.openxmlformats.org/officeDocument/2006/relationships/image" Target="../media/image1708.png"/><Relationship Id="rId668" Type="http://schemas.openxmlformats.org/officeDocument/2006/relationships/customXml" Target="../ink/ink1913.xml"/><Relationship Id="rId875" Type="http://schemas.openxmlformats.org/officeDocument/2006/relationships/image" Target="../media/image1924.png"/><Relationship Id="rId1060" Type="http://schemas.openxmlformats.org/officeDocument/2006/relationships/customXml" Target="../ink/ink2115.xml"/><Relationship Id="rId1298" Type="http://schemas.openxmlformats.org/officeDocument/2006/relationships/customXml" Target="../ink/ink2238.xml"/><Relationship Id="rId528" Type="http://schemas.openxmlformats.org/officeDocument/2006/relationships/customXml" Target="../ink/ink1842.xml"/><Relationship Id="rId735" Type="http://schemas.openxmlformats.org/officeDocument/2006/relationships/image" Target="../media/image1856.png"/><Relationship Id="rId942" Type="http://schemas.openxmlformats.org/officeDocument/2006/relationships/image" Target="../media/image1957.png"/><Relationship Id="rId1158" Type="http://schemas.openxmlformats.org/officeDocument/2006/relationships/customXml" Target="../ink/ink2166.xml"/><Relationship Id="rId1018" Type="http://schemas.openxmlformats.org/officeDocument/2006/relationships/customXml" Target="../ink/ink2093.xml"/><Relationship Id="rId1225" Type="http://schemas.openxmlformats.org/officeDocument/2006/relationships/customXml" Target="../ink/ink2201.xml"/><Relationship Id="rId71" Type="http://schemas.openxmlformats.org/officeDocument/2006/relationships/image" Target="../media/image1538.png"/><Relationship Id="rId802" Type="http://schemas.openxmlformats.org/officeDocument/2006/relationships/customXml" Target="../ink/ink1982.xml"/><Relationship Id="rId29" Type="http://schemas.openxmlformats.org/officeDocument/2006/relationships/image" Target="../media/image1518.png"/><Relationship Id="rId178" Type="http://schemas.openxmlformats.org/officeDocument/2006/relationships/customXml" Target="../ink/ink1659.xml"/><Relationship Id="rId385" Type="http://schemas.openxmlformats.org/officeDocument/2006/relationships/image" Target="../media/image1686.png"/><Relationship Id="rId592" Type="http://schemas.openxmlformats.org/officeDocument/2006/relationships/customXml" Target="../ink/ink1874.xml"/><Relationship Id="rId245" Type="http://schemas.openxmlformats.org/officeDocument/2006/relationships/customXml" Target="../ink/ink1696.xml"/><Relationship Id="rId452" Type="http://schemas.openxmlformats.org/officeDocument/2006/relationships/image" Target="../media/image1719.png"/><Relationship Id="rId897" Type="http://schemas.openxmlformats.org/officeDocument/2006/relationships/customXml" Target="../ink/ink2032.xml"/><Relationship Id="rId1082" Type="http://schemas.openxmlformats.org/officeDocument/2006/relationships/customXml" Target="../ink/ink2127.xml"/><Relationship Id="rId105" Type="http://schemas.openxmlformats.org/officeDocument/2006/relationships/image" Target="../media/image1555.png"/><Relationship Id="rId312" Type="http://schemas.openxmlformats.org/officeDocument/2006/relationships/image" Target="../media/image1651.png"/><Relationship Id="rId757" Type="http://schemas.openxmlformats.org/officeDocument/2006/relationships/image" Target="../media/image1867.png"/><Relationship Id="rId964" Type="http://schemas.openxmlformats.org/officeDocument/2006/relationships/image" Target="../media/image1968.png"/><Relationship Id="rId93" Type="http://schemas.openxmlformats.org/officeDocument/2006/relationships/image" Target="../media/image1549.png"/><Relationship Id="rId617" Type="http://schemas.openxmlformats.org/officeDocument/2006/relationships/image" Target="../media/image1800.png"/><Relationship Id="rId824" Type="http://schemas.openxmlformats.org/officeDocument/2006/relationships/image" Target="../media/image1900.png"/><Relationship Id="rId1247" Type="http://schemas.openxmlformats.org/officeDocument/2006/relationships/customXml" Target="../ink/ink2212.xml"/><Relationship Id="rId1107" Type="http://schemas.openxmlformats.org/officeDocument/2006/relationships/customXml" Target="../ink/ink2140.xml"/><Relationship Id="rId1314" Type="http://schemas.openxmlformats.org/officeDocument/2006/relationships/customXml" Target="../ink/ink2246.xml"/><Relationship Id="rId20" Type="http://schemas.openxmlformats.org/officeDocument/2006/relationships/customXml" Target="../ink/ink1578.xml"/><Relationship Id="rId267" Type="http://schemas.openxmlformats.org/officeDocument/2006/relationships/customXml" Target="../ink/ink1707.xml"/><Relationship Id="rId474" Type="http://schemas.openxmlformats.org/officeDocument/2006/relationships/image" Target="../media/image1730.png"/><Relationship Id="rId127" Type="http://schemas.openxmlformats.org/officeDocument/2006/relationships/image" Target="../media/image1566.png"/><Relationship Id="rId681" Type="http://schemas.openxmlformats.org/officeDocument/2006/relationships/customXml" Target="../ink/ink1920.xml"/><Relationship Id="rId779" Type="http://schemas.openxmlformats.org/officeDocument/2006/relationships/image" Target="../media/image1878.png"/><Relationship Id="rId986" Type="http://schemas.openxmlformats.org/officeDocument/2006/relationships/image" Target="../media/image1979.png"/><Relationship Id="rId334" Type="http://schemas.openxmlformats.org/officeDocument/2006/relationships/image" Target="../media/image1661.png"/><Relationship Id="rId541" Type="http://schemas.openxmlformats.org/officeDocument/2006/relationships/image" Target="../media/image1763.png"/><Relationship Id="rId639" Type="http://schemas.openxmlformats.org/officeDocument/2006/relationships/customXml" Target="../ink/ink1898.xml"/><Relationship Id="rId1171" Type="http://schemas.openxmlformats.org/officeDocument/2006/relationships/customXml" Target="../ink/ink2173.xml"/><Relationship Id="rId1269" Type="http://schemas.openxmlformats.org/officeDocument/2006/relationships/customXml" Target="../ink/ink2223.xml"/><Relationship Id="rId401" Type="http://schemas.openxmlformats.org/officeDocument/2006/relationships/customXml" Target="../ink/ink1778.xml"/><Relationship Id="rId846" Type="http://schemas.openxmlformats.org/officeDocument/2006/relationships/image" Target="../media/image1910.png"/><Relationship Id="rId1031" Type="http://schemas.openxmlformats.org/officeDocument/2006/relationships/image" Target="../media/image2001.png"/><Relationship Id="rId1129" Type="http://schemas.openxmlformats.org/officeDocument/2006/relationships/customXml" Target="../ink/ink2151.xml"/><Relationship Id="rId706" Type="http://schemas.openxmlformats.org/officeDocument/2006/relationships/image" Target="../media/image1843.png"/><Relationship Id="rId913" Type="http://schemas.openxmlformats.org/officeDocument/2006/relationships/customXml" Target="../ink/ink2040.xml"/><Relationship Id="rId42" Type="http://schemas.openxmlformats.org/officeDocument/2006/relationships/customXml" Target="../ink/ink1589.xml"/><Relationship Id="rId191" Type="http://schemas.openxmlformats.org/officeDocument/2006/relationships/customXml" Target="../ink/ink1666.xml"/><Relationship Id="rId289" Type="http://schemas.openxmlformats.org/officeDocument/2006/relationships/customXml" Target="../ink/ink1719.xml"/><Relationship Id="rId496" Type="http://schemas.openxmlformats.org/officeDocument/2006/relationships/image" Target="../media/image1741.png"/><Relationship Id="rId149" Type="http://schemas.openxmlformats.org/officeDocument/2006/relationships/customXml" Target="../ink/ink1643.xml"/><Relationship Id="rId356" Type="http://schemas.openxmlformats.org/officeDocument/2006/relationships/customXml" Target="../ink/ink1755.xml"/><Relationship Id="rId563" Type="http://schemas.openxmlformats.org/officeDocument/2006/relationships/image" Target="../media/image1774.png"/><Relationship Id="rId770" Type="http://schemas.openxmlformats.org/officeDocument/2006/relationships/customXml" Target="../ink/ink1966.xml"/><Relationship Id="rId1193" Type="http://schemas.openxmlformats.org/officeDocument/2006/relationships/image" Target="../media/image2078.png"/><Relationship Id="rId216" Type="http://schemas.openxmlformats.org/officeDocument/2006/relationships/customXml" Target="../ink/ink1679.xml"/><Relationship Id="rId423" Type="http://schemas.openxmlformats.org/officeDocument/2006/relationships/customXml" Target="../ink/ink1789.xml"/><Relationship Id="rId868" Type="http://schemas.openxmlformats.org/officeDocument/2006/relationships/image" Target="../media/image1921.png"/><Relationship Id="rId1053" Type="http://schemas.openxmlformats.org/officeDocument/2006/relationships/image" Target="../media/image2011.png"/><Relationship Id="rId1260" Type="http://schemas.openxmlformats.org/officeDocument/2006/relationships/image" Target="../media/image2111.png"/><Relationship Id="rId630" Type="http://schemas.openxmlformats.org/officeDocument/2006/relationships/image" Target="../media/image1806.png"/><Relationship Id="rId728" Type="http://schemas.openxmlformats.org/officeDocument/2006/relationships/image" Target="../media/image1853.png"/><Relationship Id="rId935" Type="http://schemas.openxmlformats.org/officeDocument/2006/relationships/customXml" Target="../ink/ink2051.xml"/><Relationship Id="rId64" Type="http://schemas.openxmlformats.org/officeDocument/2006/relationships/customXml" Target="../ink/ink1600.xml"/><Relationship Id="rId1120" Type="http://schemas.openxmlformats.org/officeDocument/2006/relationships/image" Target="../media/image2043.png"/><Relationship Id="rId1218" Type="http://schemas.openxmlformats.org/officeDocument/2006/relationships/image" Target="../media/image2090.png"/><Relationship Id="rId434" Type="http://schemas.openxmlformats.org/officeDocument/2006/relationships/image" Target="../media/image1710.png"/><Relationship Id="rId641" Type="http://schemas.openxmlformats.org/officeDocument/2006/relationships/customXml" Target="../ink/ink1899.xml"/><Relationship Id="rId739" Type="http://schemas.openxmlformats.org/officeDocument/2006/relationships/image" Target="../media/image1858.png"/><Relationship Id="rId1064" Type="http://schemas.openxmlformats.org/officeDocument/2006/relationships/image" Target="../media/image2016.png"/><Relationship Id="rId1271" Type="http://schemas.openxmlformats.org/officeDocument/2006/relationships/customXml" Target="../ink/ink2224.xml"/><Relationship Id="rId280" Type="http://schemas.openxmlformats.org/officeDocument/2006/relationships/customXml" Target="../ink/ink1714.xml"/><Relationship Id="rId501" Type="http://schemas.openxmlformats.org/officeDocument/2006/relationships/customXml" Target="../ink/ink1828.xml"/><Relationship Id="rId946" Type="http://schemas.openxmlformats.org/officeDocument/2006/relationships/image" Target="../media/image1959.png"/><Relationship Id="rId1131" Type="http://schemas.openxmlformats.org/officeDocument/2006/relationships/customXml" Target="../ink/ink2152.xml"/><Relationship Id="rId1229" Type="http://schemas.openxmlformats.org/officeDocument/2006/relationships/customXml" Target="../ink/ink2203.xml"/><Relationship Id="rId75" Type="http://schemas.openxmlformats.org/officeDocument/2006/relationships/image" Target="../media/image1540.png"/><Relationship Id="rId140" Type="http://schemas.openxmlformats.org/officeDocument/2006/relationships/image" Target="../media/image1572.png"/><Relationship Id="rId378" Type="http://schemas.openxmlformats.org/officeDocument/2006/relationships/customXml" Target="../ink/ink1766.xml"/><Relationship Id="rId585" Type="http://schemas.openxmlformats.org/officeDocument/2006/relationships/image" Target="../media/image1784.png"/><Relationship Id="rId792" Type="http://schemas.openxmlformats.org/officeDocument/2006/relationships/customXml" Target="../ink/ink1977.xml"/><Relationship Id="rId806" Type="http://schemas.openxmlformats.org/officeDocument/2006/relationships/customXml" Target="../ink/ink1984.xml"/><Relationship Id="rId6" Type="http://schemas.openxmlformats.org/officeDocument/2006/relationships/customXml" Target="../ink/ink1571.xml"/><Relationship Id="rId238" Type="http://schemas.openxmlformats.org/officeDocument/2006/relationships/customXml" Target="../ink/ink1692.xml"/><Relationship Id="rId445" Type="http://schemas.openxmlformats.org/officeDocument/2006/relationships/customXml" Target="../ink/ink1800.xml"/><Relationship Id="rId652" Type="http://schemas.openxmlformats.org/officeDocument/2006/relationships/customXml" Target="../ink/ink1905.xml"/><Relationship Id="rId1075" Type="http://schemas.openxmlformats.org/officeDocument/2006/relationships/image" Target="../media/image2021.png"/><Relationship Id="rId1282" Type="http://schemas.openxmlformats.org/officeDocument/2006/relationships/customXml" Target="../ink/ink2230.xml"/><Relationship Id="rId291" Type="http://schemas.openxmlformats.org/officeDocument/2006/relationships/customXml" Target="../ink/ink1720.xml"/><Relationship Id="rId305" Type="http://schemas.openxmlformats.org/officeDocument/2006/relationships/customXml" Target="../ink/ink1728.xml"/><Relationship Id="rId512" Type="http://schemas.openxmlformats.org/officeDocument/2006/relationships/image" Target="../media/image1749.png"/><Relationship Id="rId957" Type="http://schemas.openxmlformats.org/officeDocument/2006/relationships/customXml" Target="../ink/ink2062.xml"/><Relationship Id="rId1142" Type="http://schemas.openxmlformats.org/officeDocument/2006/relationships/image" Target="../media/image2054.png"/><Relationship Id="rId86" Type="http://schemas.openxmlformats.org/officeDocument/2006/relationships/customXml" Target="../ink/ink1611.xml"/><Relationship Id="rId151" Type="http://schemas.openxmlformats.org/officeDocument/2006/relationships/customXml" Target="../ink/ink1644.xml"/><Relationship Id="rId389" Type="http://schemas.openxmlformats.org/officeDocument/2006/relationships/image" Target="../media/image1688.png"/><Relationship Id="rId596" Type="http://schemas.openxmlformats.org/officeDocument/2006/relationships/customXml" Target="../ink/ink1876.xml"/><Relationship Id="rId817" Type="http://schemas.openxmlformats.org/officeDocument/2006/relationships/customXml" Target="../ink/ink1990.xml"/><Relationship Id="rId1002" Type="http://schemas.openxmlformats.org/officeDocument/2006/relationships/customXml" Target="../ink/ink2085.xml"/><Relationship Id="rId249" Type="http://schemas.openxmlformats.org/officeDocument/2006/relationships/customXml" Target="../ink/ink1698.xml"/><Relationship Id="rId456" Type="http://schemas.openxmlformats.org/officeDocument/2006/relationships/image" Target="../media/image1721.png"/><Relationship Id="rId663" Type="http://schemas.openxmlformats.org/officeDocument/2006/relationships/image" Target="../media/image1822.png"/><Relationship Id="rId870" Type="http://schemas.openxmlformats.org/officeDocument/2006/relationships/image" Target="../media/image1922.png"/><Relationship Id="rId1086" Type="http://schemas.openxmlformats.org/officeDocument/2006/relationships/customXml" Target="../ink/ink2129.xml"/><Relationship Id="rId1293" Type="http://schemas.openxmlformats.org/officeDocument/2006/relationships/image" Target="../media/image2127.png"/><Relationship Id="rId1307" Type="http://schemas.openxmlformats.org/officeDocument/2006/relationships/image" Target="../media/image2134.png"/><Relationship Id="rId13" Type="http://schemas.openxmlformats.org/officeDocument/2006/relationships/image" Target="../media/image1510.png"/><Relationship Id="rId109" Type="http://schemas.openxmlformats.org/officeDocument/2006/relationships/image" Target="../media/image1557.png"/><Relationship Id="rId316" Type="http://schemas.openxmlformats.org/officeDocument/2006/relationships/image" Target="../media/image1653.png"/><Relationship Id="rId523" Type="http://schemas.openxmlformats.org/officeDocument/2006/relationships/customXml" Target="../ink/ink1839.xml"/><Relationship Id="rId968" Type="http://schemas.openxmlformats.org/officeDocument/2006/relationships/image" Target="../media/image1970.png"/><Relationship Id="rId1153" Type="http://schemas.openxmlformats.org/officeDocument/2006/relationships/image" Target="../media/image2059.png"/><Relationship Id="rId97" Type="http://schemas.openxmlformats.org/officeDocument/2006/relationships/image" Target="../media/image1551.png"/><Relationship Id="rId730" Type="http://schemas.openxmlformats.org/officeDocument/2006/relationships/image" Target="../media/image1854.png"/><Relationship Id="rId828" Type="http://schemas.openxmlformats.org/officeDocument/2006/relationships/image" Target="../media/image1902.png"/><Relationship Id="rId1013" Type="http://schemas.openxmlformats.org/officeDocument/2006/relationships/image" Target="../media/image1992.png"/><Relationship Id="rId162" Type="http://schemas.openxmlformats.org/officeDocument/2006/relationships/customXml" Target="../ink/ink1650.xml"/><Relationship Id="rId467" Type="http://schemas.openxmlformats.org/officeDocument/2006/relationships/customXml" Target="../ink/ink1811.xml"/><Relationship Id="rId1097" Type="http://schemas.openxmlformats.org/officeDocument/2006/relationships/image" Target="../media/image2032.png"/><Relationship Id="rId1220" Type="http://schemas.openxmlformats.org/officeDocument/2006/relationships/image" Target="../media/image2091.png"/><Relationship Id="rId674" Type="http://schemas.openxmlformats.org/officeDocument/2006/relationships/customXml" Target="../ink/ink1916.xml"/><Relationship Id="rId881" Type="http://schemas.openxmlformats.org/officeDocument/2006/relationships/image" Target="../media/image1927.png"/><Relationship Id="rId979" Type="http://schemas.openxmlformats.org/officeDocument/2006/relationships/customXml" Target="../ink/ink2073.xml"/><Relationship Id="rId24" Type="http://schemas.openxmlformats.org/officeDocument/2006/relationships/customXml" Target="../ink/ink1580.xml"/><Relationship Id="rId327" Type="http://schemas.openxmlformats.org/officeDocument/2006/relationships/customXml" Target="../ink/ink1740.xml"/><Relationship Id="rId534" Type="http://schemas.openxmlformats.org/officeDocument/2006/relationships/customXml" Target="../ink/ink1845.xml"/><Relationship Id="rId741" Type="http://schemas.openxmlformats.org/officeDocument/2006/relationships/image" Target="../media/image1859.png"/><Relationship Id="rId839" Type="http://schemas.openxmlformats.org/officeDocument/2006/relationships/image" Target="../media/image1907.png"/><Relationship Id="rId1164" Type="http://schemas.openxmlformats.org/officeDocument/2006/relationships/image" Target="../media/image2064.png"/><Relationship Id="rId173" Type="http://schemas.openxmlformats.org/officeDocument/2006/relationships/customXml" Target="../ink/ink1656.xml"/><Relationship Id="rId380" Type="http://schemas.openxmlformats.org/officeDocument/2006/relationships/customXml" Target="../ink/ink1767.xml"/><Relationship Id="rId601" Type="http://schemas.openxmlformats.org/officeDocument/2006/relationships/image" Target="../media/image1792.png"/><Relationship Id="rId1024" Type="http://schemas.openxmlformats.org/officeDocument/2006/relationships/customXml" Target="../ink/ink2096.xml"/><Relationship Id="rId1231" Type="http://schemas.openxmlformats.org/officeDocument/2006/relationships/customXml" Target="../ink/ink2204.xml"/><Relationship Id="rId240" Type="http://schemas.openxmlformats.org/officeDocument/2006/relationships/customXml" Target="../ink/ink1693.xml"/><Relationship Id="rId478" Type="http://schemas.openxmlformats.org/officeDocument/2006/relationships/image" Target="../media/image1732.png"/><Relationship Id="rId685" Type="http://schemas.openxmlformats.org/officeDocument/2006/relationships/customXml" Target="../ink/ink1922.xml"/><Relationship Id="rId892" Type="http://schemas.openxmlformats.org/officeDocument/2006/relationships/image" Target="../media/image1932.png"/><Relationship Id="rId906" Type="http://schemas.openxmlformats.org/officeDocument/2006/relationships/image" Target="../media/image1939.png"/><Relationship Id="rId35" Type="http://schemas.openxmlformats.org/officeDocument/2006/relationships/image" Target="../media/image1520.png"/><Relationship Id="rId100" Type="http://schemas.openxmlformats.org/officeDocument/2006/relationships/customXml" Target="../ink/ink1618.xml"/><Relationship Id="rId338" Type="http://schemas.openxmlformats.org/officeDocument/2006/relationships/customXml" Target="../ink/ink1746.xml"/><Relationship Id="rId545" Type="http://schemas.openxmlformats.org/officeDocument/2006/relationships/image" Target="../media/image1765.png"/><Relationship Id="rId752" Type="http://schemas.openxmlformats.org/officeDocument/2006/relationships/customXml" Target="../ink/ink1957.xml"/><Relationship Id="rId1175" Type="http://schemas.openxmlformats.org/officeDocument/2006/relationships/image" Target="../media/image2069.png"/><Relationship Id="rId184" Type="http://schemas.openxmlformats.org/officeDocument/2006/relationships/customXml" Target="../ink/ink1662.xml"/><Relationship Id="rId391" Type="http://schemas.openxmlformats.org/officeDocument/2006/relationships/customXml" Target="../ink/ink1773.xml"/><Relationship Id="rId405" Type="http://schemas.openxmlformats.org/officeDocument/2006/relationships/customXml" Target="../ink/ink1780.xml"/><Relationship Id="rId612" Type="http://schemas.openxmlformats.org/officeDocument/2006/relationships/customXml" Target="../ink/ink1884.xml"/><Relationship Id="rId1035" Type="http://schemas.openxmlformats.org/officeDocument/2006/relationships/customXml" Target="../ink/ink2102.xml"/><Relationship Id="rId1242" Type="http://schemas.openxmlformats.org/officeDocument/2006/relationships/image" Target="../media/image2102.png"/><Relationship Id="rId251" Type="http://schemas.openxmlformats.org/officeDocument/2006/relationships/customXml" Target="../ink/ink1699.xml"/><Relationship Id="rId489" Type="http://schemas.openxmlformats.org/officeDocument/2006/relationships/customXml" Target="../ink/ink1822.xml"/><Relationship Id="rId696" Type="http://schemas.openxmlformats.org/officeDocument/2006/relationships/image" Target="../media/image1838.png"/><Relationship Id="rId917" Type="http://schemas.openxmlformats.org/officeDocument/2006/relationships/customXml" Target="../ink/ink2042.xml"/><Relationship Id="rId1102" Type="http://schemas.openxmlformats.org/officeDocument/2006/relationships/customXml" Target="../ink/ink2137.xml"/><Relationship Id="rId46" Type="http://schemas.openxmlformats.org/officeDocument/2006/relationships/customXml" Target="../ink/ink1591.xml"/><Relationship Id="rId349" Type="http://schemas.openxmlformats.org/officeDocument/2006/relationships/image" Target="../media/image1668.png"/><Relationship Id="rId556" Type="http://schemas.openxmlformats.org/officeDocument/2006/relationships/customXml" Target="../ink/ink1856.xml"/><Relationship Id="rId763" Type="http://schemas.openxmlformats.org/officeDocument/2006/relationships/image" Target="../media/image1870.png"/><Relationship Id="rId1186" Type="http://schemas.openxmlformats.org/officeDocument/2006/relationships/customXml" Target="../ink/ink2181.xml"/><Relationship Id="rId111" Type="http://schemas.openxmlformats.org/officeDocument/2006/relationships/image" Target="../media/image1558.png"/><Relationship Id="rId195" Type="http://schemas.openxmlformats.org/officeDocument/2006/relationships/customXml" Target="../ink/ink1668.xml"/><Relationship Id="rId209" Type="http://schemas.openxmlformats.org/officeDocument/2006/relationships/image" Target="../media/image1604.png"/><Relationship Id="rId416" Type="http://schemas.openxmlformats.org/officeDocument/2006/relationships/image" Target="../media/image1701.png"/><Relationship Id="rId970" Type="http://schemas.openxmlformats.org/officeDocument/2006/relationships/image" Target="../media/image1971.png"/><Relationship Id="rId1046" Type="http://schemas.openxmlformats.org/officeDocument/2006/relationships/customXml" Target="../ink/ink2108.xml"/><Relationship Id="rId1253" Type="http://schemas.openxmlformats.org/officeDocument/2006/relationships/customXml" Target="../ink/ink2215.xml"/><Relationship Id="rId623" Type="http://schemas.openxmlformats.org/officeDocument/2006/relationships/customXml" Target="../ink/ink1890.xml"/><Relationship Id="rId830" Type="http://schemas.openxmlformats.org/officeDocument/2006/relationships/image" Target="../media/image1903.png"/><Relationship Id="rId928" Type="http://schemas.openxmlformats.org/officeDocument/2006/relationships/image" Target="../media/image1950.png"/><Relationship Id="rId57" Type="http://schemas.openxmlformats.org/officeDocument/2006/relationships/image" Target="../media/image1531.png"/><Relationship Id="rId262" Type="http://schemas.openxmlformats.org/officeDocument/2006/relationships/image" Target="../media/image1628.png"/><Relationship Id="rId567" Type="http://schemas.openxmlformats.org/officeDocument/2006/relationships/image" Target="../media/image1776.png"/><Relationship Id="rId1113" Type="http://schemas.openxmlformats.org/officeDocument/2006/relationships/customXml" Target="../ink/ink2143.xml"/><Relationship Id="rId1197" Type="http://schemas.openxmlformats.org/officeDocument/2006/relationships/customXml" Target="../ink/ink2187.xml"/><Relationship Id="rId122" Type="http://schemas.openxmlformats.org/officeDocument/2006/relationships/customXml" Target="../ink/ink1629.xml"/><Relationship Id="rId774" Type="http://schemas.openxmlformats.org/officeDocument/2006/relationships/customXml" Target="../ink/ink1968.xml"/><Relationship Id="rId981" Type="http://schemas.openxmlformats.org/officeDocument/2006/relationships/customXml" Target="../ink/ink2074.xml"/><Relationship Id="rId1057" Type="http://schemas.openxmlformats.org/officeDocument/2006/relationships/image" Target="../media/image2013.png"/><Relationship Id="rId427" Type="http://schemas.openxmlformats.org/officeDocument/2006/relationships/customXml" Target="../ink/ink1791.xml"/><Relationship Id="rId634" Type="http://schemas.openxmlformats.org/officeDocument/2006/relationships/image" Target="../media/image1808.png"/><Relationship Id="rId841" Type="http://schemas.openxmlformats.org/officeDocument/2006/relationships/image" Target="../media/image1908.png"/><Relationship Id="rId1264" Type="http://schemas.openxmlformats.org/officeDocument/2006/relationships/image" Target="../media/image2113.png"/><Relationship Id="rId273" Type="http://schemas.openxmlformats.org/officeDocument/2006/relationships/customXml" Target="../ink/ink1710.xml"/><Relationship Id="rId480" Type="http://schemas.openxmlformats.org/officeDocument/2006/relationships/image" Target="../media/image1733.png"/><Relationship Id="rId701" Type="http://schemas.openxmlformats.org/officeDocument/2006/relationships/customXml" Target="../ink/ink1930.xml"/><Relationship Id="rId939" Type="http://schemas.openxmlformats.org/officeDocument/2006/relationships/customXml" Target="../ink/ink2053.xml"/><Relationship Id="rId1124" Type="http://schemas.openxmlformats.org/officeDocument/2006/relationships/image" Target="../media/image2045.png"/><Relationship Id="rId68" Type="http://schemas.openxmlformats.org/officeDocument/2006/relationships/customXml" Target="../ink/ink1602.xml"/><Relationship Id="rId133" Type="http://schemas.openxmlformats.org/officeDocument/2006/relationships/customXml" Target="../ink/ink1635.xml"/><Relationship Id="rId340" Type="http://schemas.openxmlformats.org/officeDocument/2006/relationships/customXml" Target="../ink/ink1747.xml"/><Relationship Id="rId578" Type="http://schemas.openxmlformats.org/officeDocument/2006/relationships/customXml" Target="../ink/ink1867.xml"/><Relationship Id="rId785" Type="http://schemas.openxmlformats.org/officeDocument/2006/relationships/image" Target="../media/image1881.png"/><Relationship Id="rId992" Type="http://schemas.openxmlformats.org/officeDocument/2006/relationships/image" Target="../media/image1982.png"/><Relationship Id="rId200" Type="http://schemas.openxmlformats.org/officeDocument/2006/relationships/image" Target="../media/image1600.png"/><Relationship Id="rId438" Type="http://schemas.openxmlformats.org/officeDocument/2006/relationships/image" Target="../media/image1712.png"/><Relationship Id="rId645" Type="http://schemas.openxmlformats.org/officeDocument/2006/relationships/customXml" Target="../ink/ink1901.xml"/><Relationship Id="rId852" Type="http://schemas.openxmlformats.org/officeDocument/2006/relationships/image" Target="../media/image1913.png"/><Relationship Id="rId1068" Type="http://schemas.openxmlformats.org/officeDocument/2006/relationships/image" Target="../media/image2018.png"/><Relationship Id="rId1275" Type="http://schemas.openxmlformats.org/officeDocument/2006/relationships/image" Target="../media/image2118.png"/><Relationship Id="rId284" Type="http://schemas.openxmlformats.org/officeDocument/2006/relationships/image" Target="../media/image1638.png"/><Relationship Id="rId491" Type="http://schemas.openxmlformats.org/officeDocument/2006/relationships/customXml" Target="../ink/ink1823.xml"/><Relationship Id="rId505" Type="http://schemas.openxmlformats.org/officeDocument/2006/relationships/customXml" Target="../ink/ink1830.xml"/><Relationship Id="rId712" Type="http://schemas.openxmlformats.org/officeDocument/2006/relationships/customXml" Target="../ink/ink1936.xml"/><Relationship Id="rId1135" Type="http://schemas.openxmlformats.org/officeDocument/2006/relationships/customXml" Target="../ink/ink2154.xml"/><Relationship Id="rId79" Type="http://schemas.openxmlformats.org/officeDocument/2006/relationships/image" Target="../media/image1542.png"/><Relationship Id="rId144" Type="http://schemas.openxmlformats.org/officeDocument/2006/relationships/image" Target="../media/image1574.png"/><Relationship Id="rId589" Type="http://schemas.openxmlformats.org/officeDocument/2006/relationships/image" Target="../media/image1786.png"/><Relationship Id="rId796" Type="http://schemas.openxmlformats.org/officeDocument/2006/relationships/customXml" Target="../ink/ink1979.xml"/><Relationship Id="rId1202" Type="http://schemas.openxmlformats.org/officeDocument/2006/relationships/image" Target="../media/image2082.png"/><Relationship Id="rId351" Type="http://schemas.openxmlformats.org/officeDocument/2006/relationships/image" Target="../media/image1669.png"/><Relationship Id="rId449" Type="http://schemas.openxmlformats.org/officeDocument/2006/relationships/customXml" Target="../ink/ink1802.xml"/><Relationship Id="rId656" Type="http://schemas.openxmlformats.org/officeDocument/2006/relationships/customXml" Target="../ink/ink1907.xml"/><Relationship Id="rId863" Type="http://schemas.openxmlformats.org/officeDocument/2006/relationships/customXml" Target="../ink/ink2014.xml"/><Relationship Id="rId1079" Type="http://schemas.openxmlformats.org/officeDocument/2006/relationships/image" Target="../media/image2023.png"/><Relationship Id="rId1286" Type="http://schemas.openxmlformats.org/officeDocument/2006/relationships/customXml" Target="../ink/ink2232.xml"/><Relationship Id="rId211" Type="http://schemas.openxmlformats.org/officeDocument/2006/relationships/image" Target="../media/image1605.png"/><Relationship Id="rId295" Type="http://schemas.openxmlformats.org/officeDocument/2006/relationships/image" Target="../media/image1643.png"/><Relationship Id="rId309" Type="http://schemas.openxmlformats.org/officeDocument/2006/relationships/customXml" Target="../ink/ink1730.xml"/><Relationship Id="rId516" Type="http://schemas.openxmlformats.org/officeDocument/2006/relationships/image" Target="../media/image1751.png"/><Relationship Id="rId1146" Type="http://schemas.openxmlformats.org/officeDocument/2006/relationships/image" Target="../media/image2056.png"/><Relationship Id="rId723" Type="http://schemas.openxmlformats.org/officeDocument/2006/relationships/image" Target="../media/image1851.png"/><Relationship Id="rId930" Type="http://schemas.openxmlformats.org/officeDocument/2006/relationships/image" Target="../media/image1951.png"/><Relationship Id="rId1006" Type="http://schemas.openxmlformats.org/officeDocument/2006/relationships/customXml" Target="../ink/ink2087.xml"/><Relationship Id="rId155" Type="http://schemas.openxmlformats.org/officeDocument/2006/relationships/customXml" Target="../ink/ink1646.xml"/><Relationship Id="rId362" Type="http://schemas.openxmlformats.org/officeDocument/2006/relationships/customXml" Target="../ink/ink1758.xml"/><Relationship Id="rId1213" Type="http://schemas.openxmlformats.org/officeDocument/2006/relationships/customXml" Target="../ink/ink2195.xml"/><Relationship Id="rId1297" Type="http://schemas.openxmlformats.org/officeDocument/2006/relationships/image" Target="../media/image2129.png"/><Relationship Id="rId222" Type="http://schemas.openxmlformats.org/officeDocument/2006/relationships/customXml" Target="../ink/ink1683.xml"/><Relationship Id="rId667" Type="http://schemas.openxmlformats.org/officeDocument/2006/relationships/image" Target="../media/image1824.png"/><Relationship Id="rId874" Type="http://schemas.openxmlformats.org/officeDocument/2006/relationships/customXml" Target="../ink/ink2020.xml"/><Relationship Id="rId17" Type="http://schemas.openxmlformats.org/officeDocument/2006/relationships/image" Target="../media/image1512.png"/><Relationship Id="rId527" Type="http://schemas.openxmlformats.org/officeDocument/2006/relationships/customXml" Target="../ink/ink1841.xml"/><Relationship Id="rId734" Type="http://schemas.openxmlformats.org/officeDocument/2006/relationships/customXml" Target="../ink/ink1948.xml"/><Relationship Id="rId941" Type="http://schemas.openxmlformats.org/officeDocument/2006/relationships/customXml" Target="../ink/ink2054.xml"/><Relationship Id="rId1157" Type="http://schemas.openxmlformats.org/officeDocument/2006/relationships/image" Target="../media/image2061.png"/><Relationship Id="rId70" Type="http://schemas.openxmlformats.org/officeDocument/2006/relationships/customXml" Target="../ink/ink1603.xml"/><Relationship Id="rId166" Type="http://schemas.openxmlformats.org/officeDocument/2006/relationships/customXml" Target="../ink/ink1652.xml"/><Relationship Id="rId373" Type="http://schemas.openxmlformats.org/officeDocument/2006/relationships/image" Target="../media/image1680.png"/><Relationship Id="rId580" Type="http://schemas.openxmlformats.org/officeDocument/2006/relationships/customXml" Target="../ink/ink1868.xml"/><Relationship Id="rId801" Type="http://schemas.openxmlformats.org/officeDocument/2006/relationships/image" Target="../media/image1889.png"/><Relationship Id="rId1017" Type="http://schemas.openxmlformats.org/officeDocument/2006/relationships/image" Target="../media/image1994.png"/><Relationship Id="rId1224" Type="http://schemas.openxmlformats.org/officeDocument/2006/relationships/image" Target="../media/image2093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689.xml"/><Relationship Id="rId440" Type="http://schemas.openxmlformats.org/officeDocument/2006/relationships/image" Target="../media/image1713.png"/><Relationship Id="rId678" Type="http://schemas.openxmlformats.org/officeDocument/2006/relationships/image" Target="../media/image1829.png"/><Relationship Id="rId885" Type="http://schemas.openxmlformats.org/officeDocument/2006/relationships/image" Target="../media/image1929.png"/><Relationship Id="rId1070" Type="http://schemas.openxmlformats.org/officeDocument/2006/relationships/image" Target="../media/image2019.png"/><Relationship Id="rId28" Type="http://schemas.openxmlformats.org/officeDocument/2006/relationships/customXml" Target="../ink/ink1582.xml"/><Relationship Id="rId300" Type="http://schemas.openxmlformats.org/officeDocument/2006/relationships/customXml" Target="../ink/ink1725.xml"/><Relationship Id="rId538" Type="http://schemas.openxmlformats.org/officeDocument/2006/relationships/customXml" Target="../ink/ink1847.xml"/><Relationship Id="rId745" Type="http://schemas.openxmlformats.org/officeDocument/2006/relationships/image" Target="../media/image1861.png"/><Relationship Id="rId952" Type="http://schemas.openxmlformats.org/officeDocument/2006/relationships/image" Target="../media/image1962.png"/><Relationship Id="rId1168" Type="http://schemas.openxmlformats.org/officeDocument/2006/relationships/image" Target="../media/image2066.png"/><Relationship Id="rId81" Type="http://schemas.openxmlformats.org/officeDocument/2006/relationships/image" Target="../media/image1543.png"/><Relationship Id="rId177" Type="http://schemas.openxmlformats.org/officeDocument/2006/relationships/customXml" Target="../ink/ink1658.xml"/><Relationship Id="rId384" Type="http://schemas.openxmlformats.org/officeDocument/2006/relationships/customXml" Target="../ink/ink1769.xml"/><Relationship Id="rId591" Type="http://schemas.openxmlformats.org/officeDocument/2006/relationships/image" Target="../media/image1787.png"/><Relationship Id="rId605" Type="http://schemas.openxmlformats.org/officeDocument/2006/relationships/image" Target="../media/image1794.png"/><Relationship Id="rId812" Type="http://schemas.openxmlformats.org/officeDocument/2006/relationships/image" Target="../media/image1894.png"/><Relationship Id="rId1028" Type="http://schemas.openxmlformats.org/officeDocument/2006/relationships/customXml" Target="../ink/ink2098.xml"/><Relationship Id="rId1235" Type="http://schemas.openxmlformats.org/officeDocument/2006/relationships/customXml" Target="../ink/ink2206.xml"/><Relationship Id="rId244" Type="http://schemas.openxmlformats.org/officeDocument/2006/relationships/customXml" Target="../ink/ink1695.xml"/><Relationship Id="rId689" Type="http://schemas.openxmlformats.org/officeDocument/2006/relationships/customXml" Target="../ink/ink1924.xml"/><Relationship Id="rId896" Type="http://schemas.openxmlformats.org/officeDocument/2006/relationships/image" Target="../media/image1934.png"/><Relationship Id="rId1081" Type="http://schemas.openxmlformats.org/officeDocument/2006/relationships/image" Target="../media/image2024.png"/><Relationship Id="rId1302" Type="http://schemas.openxmlformats.org/officeDocument/2006/relationships/customXml" Target="../ink/ink2240.xml"/><Relationship Id="rId39" Type="http://schemas.openxmlformats.org/officeDocument/2006/relationships/image" Target="../media/image1522.png"/><Relationship Id="rId451" Type="http://schemas.openxmlformats.org/officeDocument/2006/relationships/customXml" Target="../ink/ink1803.xml"/><Relationship Id="rId549" Type="http://schemas.openxmlformats.org/officeDocument/2006/relationships/image" Target="../media/image1767.png"/><Relationship Id="rId756" Type="http://schemas.openxmlformats.org/officeDocument/2006/relationships/customXml" Target="../ink/ink1959.xml"/><Relationship Id="rId1179" Type="http://schemas.openxmlformats.org/officeDocument/2006/relationships/image" Target="../media/image2071.png"/><Relationship Id="rId104" Type="http://schemas.openxmlformats.org/officeDocument/2006/relationships/customXml" Target="../ink/ink1620.xml"/><Relationship Id="rId188" Type="http://schemas.openxmlformats.org/officeDocument/2006/relationships/image" Target="../media/image1594.png"/><Relationship Id="rId311" Type="http://schemas.openxmlformats.org/officeDocument/2006/relationships/customXml" Target="../ink/ink1731.xml"/><Relationship Id="rId395" Type="http://schemas.openxmlformats.org/officeDocument/2006/relationships/customXml" Target="../ink/ink1775.xml"/><Relationship Id="rId409" Type="http://schemas.openxmlformats.org/officeDocument/2006/relationships/customXml" Target="../ink/ink1782.xml"/><Relationship Id="rId963" Type="http://schemas.openxmlformats.org/officeDocument/2006/relationships/customXml" Target="../ink/ink2065.xml"/><Relationship Id="rId1039" Type="http://schemas.openxmlformats.org/officeDocument/2006/relationships/customXml" Target="../ink/ink2104.xml"/><Relationship Id="rId1246" Type="http://schemas.openxmlformats.org/officeDocument/2006/relationships/image" Target="../media/image2104.png"/><Relationship Id="rId92" Type="http://schemas.openxmlformats.org/officeDocument/2006/relationships/customXml" Target="../ink/ink1614.xml"/><Relationship Id="rId616" Type="http://schemas.openxmlformats.org/officeDocument/2006/relationships/customXml" Target="../ink/ink1886.xml"/><Relationship Id="rId823" Type="http://schemas.openxmlformats.org/officeDocument/2006/relationships/customXml" Target="../ink/ink1993.xml"/><Relationship Id="rId255" Type="http://schemas.openxmlformats.org/officeDocument/2006/relationships/customXml" Target="../ink/ink1701.xml"/><Relationship Id="rId462" Type="http://schemas.openxmlformats.org/officeDocument/2006/relationships/image" Target="../media/image1724.png"/><Relationship Id="rId1092" Type="http://schemas.openxmlformats.org/officeDocument/2006/relationships/customXml" Target="../ink/ink2132.xml"/><Relationship Id="rId1106" Type="http://schemas.openxmlformats.org/officeDocument/2006/relationships/image" Target="../media/image2036.png"/><Relationship Id="rId1313" Type="http://schemas.openxmlformats.org/officeDocument/2006/relationships/image" Target="../media/image146.png"/><Relationship Id="rId115" Type="http://schemas.openxmlformats.org/officeDocument/2006/relationships/image" Target="../media/image1560.png"/><Relationship Id="rId322" Type="http://schemas.openxmlformats.org/officeDocument/2006/relationships/customXml" Target="../ink/ink1737.xml"/><Relationship Id="rId767" Type="http://schemas.openxmlformats.org/officeDocument/2006/relationships/image" Target="../media/image1872.png"/><Relationship Id="rId974" Type="http://schemas.openxmlformats.org/officeDocument/2006/relationships/image" Target="../media/image1973.png"/><Relationship Id="rId199" Type="http://schemas.openxmlformats.org/officeDocument/2006/relationships/customXml" Target="../ink/ink1670.xml"/><Relationship Id="rId627" Type="http://schemas.openxmlformats.org/officeDocument/2006/relationships/customXml" Target="../ink/ink1892.xml"/><Relationship Id="rId834" Type="http://schemas.openxmlformats.org/officeDocument/2006/relationships/image" Target="../media/image1905.png"/><Relationship Id="rId1257" Type="http://schemas.openxmlformats.org/officeDocument/2006/relationships/customXml" Target="../ink/ink2217.xml"/><Relationship Id="rId266" Type="http://schemas.openxmlformats.org/officeDocument/2006/relationships/image" Target="../media/image1630.png"/><Relationship Id="rId473" Type="http://schemas.openxmlformats.org/officeDocument/2006/relationships/customXml" Target="../ink/ink1814.xml"/><Relationship Id="rId680" Type="http://schemas.openxmlformats.org/officeDocument/2006/relationships/image" Target="../media/image1830.png"/><Relationship Id="rId901" Type="http://schemas.openxmlformats.org/officeDocument/2006/relationships/customXml" Target="../ink/ink2034.xml"/><Relationship Id="rId1117" Type="http://schemas.openxmlformats.org/officeDocument/2006/relationships/customXml" Target="../ink/ink2145.xml"/><Relationship Id="rId30" Type="http://schemas.openxmlformats.org/officeDocument/2006/relationships/customXml" Target="../ink/ink1583.xml"/><Relationship Id="rId126" Type="http://schemas.openxmlformats.org/officeDocument/2006/relationships/customXml" Target="../ink/ink1631.xml"/><Relationship Id="rId333" Type="http://schemas.openxmlformats.org/officeDocument/2006/relationships/customXml" Target="../ink/ink1743.xml"/><Relationship Id="rId540" Type="http://schemas.openxmlformats.org/officeDocument/2006/relationships/customXml" Target="../ink/ink1848.xml"/><Relationship Id="rId778" Type="http://schemas.openxmlformats.org/officeDocument/2006/relationships/customXml" Target="../ink/ink1970.xml"/><Relationship Id="rId985" Type="http://schemas.openxmlformats.org/officeDocument/2006/relationships/customXml" Target="../ink/ink2076.xml"/><Relationship Id="rId1170" Type="http://schemas.openxmlformats.org/officeDocument/2006/relationships/image" Target="../media/image2067.png"/><Relationship Id="rId638" Type="http://schemas.openxmlformats.org/officeDocument/2006/relationships/image" Target="../media/image1810.png"/><Relationship Id="rId845" Type="http://schemas.openxmlformats.org/officeDocument/2006/relationships/customXml" Target="../ink/ink2005.xml"/><Relationship Id="rId1030" Type="http://schemas.openxmlformats.org/officeDocument/2006/relationships/customXml" Target="../ink/ink2099.xml"/><Relationship Id="rId1268" Type="http://schemas.openxmlformats.org/officeDocument/2006/relationships/image" Target="../media/image2115.png"/><Relationship Id="rId277" Type="http://schemas.openxmlformats.org/officeDocument/2006/relationships/image" Target="../media/image1635.png"/><Relationship Id="rId400" Type="http://schemas.openxmlformats.org/officeDocument/2006/relationships/image" Target="../media/image1693.png"/><Relationship Id="rId484" Type="http://schemas.openxmlformats.org/officeDocument/2006/relationships/image" Target="../media/image1735.png"/><Relationship Id="rId705" Type="http://schemas.openxmlformats.org/officeDocument/2006/relationships/customXml" Target="../ink/ink1932.xml"/><Relationship Id="rId1128" Type="http://schemas.openxmlformats.org/officeDocument/2006/relationships/image" Target="../media/image2047.png"/><Relationship Id="rId137" Type="http://schemas.openxmlformats.org/officeDocument/2006/relationships/customXml" Target="../ink/ink1637.xml"/><Relationship Id="rId344" Type="http://schemas.openxmlformats.org/officeDocument/2006/relationships/customXml" Target="../ink/ink1749.xml"/><Relationship Id="rId691" Type="http://schemas.openxmlformats.org/officeDocument/2006/relationships/customXml" Target="../ink/ink1925.xml"/><Relationship Id="rId789" Type="http://schemas.openxmlformats.org/officeDocument/2006/relationships/image" Target="../media/image1883.png"/><Relationship Id="rId912" Type="http://schemas.openxmlformats.org/officeDocument/2006/relationships/image" Target="../media/image1942.png"/><Relationship Id="rId996" Type="http://schemas.openxmlformats.org/officeDocument/2006/relationships/image" Target="../media/image1984.png"/><Relationship Id="rId41" Type="http://schemas.openxmlformats.org/officeDocument/2006/relationships/image" Target="../media/image1523.png"/><Relationship Id="rId551" Type="http://schemas.openxmlformats.org/officeDocument/2006/relationships/image" Target="../media/image1768.png"/><Relationship Id="rId649" Type="http://schemas.openxmlformats.org/officeDocument/2006/relationships/image" Target="../media/image1815.png"/><Relationship Id="rId856" Type="http://schemas.openxmlformats.org/officeDocument/2006/relationships/image" Target="../media/image1915.png"/><Relationship Id="rId1181" Type="http://schemas.openxmlformats.org/officeDocument/2006/relationships/image" Target="../media/image2072.png"/><Relationship Id="rId1279" Type="http://schemas.openxmlformats.org/officeDocument/2006/relationships/image" Target="../media/image2120.png"/><Relationship Id="rId190" Type="http://schemas.openxmlformats.org/officeDocument/2006/relationships/image" Target="../media/image1595.png"/><Relationship Id="rId204" Type="http://schemas.openxmlformats.org/officeDocument/2006/relationships/customXml" Target="../ink/ink1673.xml"/><Relationship Id="rId288" Type="http://schemas.openxmlformats.org/officeDocument/2006/relationships/image" Target="../media/image1640.png"/><Relationship Id="rId411" Type="http://schemas.openxmlformats.org/officeDocument/2006/relationships/customXml" Target="../ink/ink1783.xml"/><Relationship Id="rId509" Type="http://schemas.openxmlformats.org/officeDocument/2006/relationships/customXml" Target="../ink/ink1832.xml"/><Relationship Id="rId1041" Type="http://schemas.openxmlformats.org/officeDocument/2006/relationships/customXml" Target="../ink/ink2105.xml"/><Relationship Id="rId1139" Type="http://schemas.openxmlformats.org/officeDocument/2006/relationships/customXml" Target="../ink/ink2156.xml"/><Relationship Id="rId495" Type="http://schemas.openxmlformats.org/officeDocument/2006/relationships/customXml" Target="../ink/ink1825.xml"/><Relationship Id="rId716" Type="http://schemas.openxmlformats.org/officeDocument/2006/relationships/customXml" Target="../ink/ink1938.xml"/><Relationship Id="rId923" Type="http://schemas.openxmlformats.org/officeDocument/2006/relationships/customXml" Target="../ink/ink2045.xml"/><Relationship Id="rId52" Type="http://schemas.openxmlformats.org/officeDocument/2006/relationships/customXml" Target="../ink/ink1594.xml"/><Relationship Id="rId148" Type="http://schemas.openxmlformats.org/officeDocument/2006/relationships/image" Target="../media/image1576.png"/><Relationship Id="rId355" Type="http://schemas.openxmlformats.org/officeDocument/2006/relationships/image" Target="../media/image1671.png"/><Relationship Id="rId562" Type="http://schemas.openxmlformats.org/officeDocument/2006/relationships/customXml" Target="../ink/ink1859.xml"/><Relationship Id="rId1192" Type="http://schemas.openxmlformats.org/officeDocument/2006/relationships/customXml" Target="../ink/ink2184.xml"/><Relationship Id="rId1206" Type="http://schemas.openxmlformats.org/officeDocument/2006/relationships/image" Target="../media/image2084.png"/><Relationship Id="rId215" Type="http://schemas.openxmlformats.org/officeDocument/2006/relationships/image" Target="../media/image1607.png"/><Relationship Id="rId422" Type="http://schemas.openxmlformats.org/officeDocument/2006/relationships/image" Target="../media/image1704.png"/><Relationship Id="rId867" Type="http://schemas.openxmlformats.org/officeDocument/2006/relationships/customXml" Target="../ink/ink2016.xml"/><Relationship Id="rId1052" Type="http://schemas.openxmlformats.org/officeDocument/2006/relationships/customXml" Target="../ink/ink2111.xml"/><Relationship Id="rId299" Type="http://schemas.openxmlformats.org/officeDocument/2006/relationships/image" Target="../media/image1645.png"/><Relationship Id="rId727" Type="http://schemas.openxmlformats.org/officeDocument/2006/relationships/customXml" Target="../ink/ink1944.xml"/><Relationship Id="rId934" Type="http://schemas.openxmlformats.org/officeDocument/2006/relationships/image" Target="../media/image1953.png"/><Relationship Id="rId63" Type="http://schemas.openxmlformats.org/officeDocument/2006/relationships/image" Target="../media/image1534.png"/><Relationship Id="rId159" Type="http://schemas.openxmlformats.org/officeDocument/2006/relationships/customXml" Target="../ink/ink1648.xml"/><Relationship Id="rId366" Type="http://schemas.openxmlformats.org/officeDocument/2006/relationships/customXml" Target="../ink/ink1760.xml"/><Relationship Id="rId573" Type="http://schemas.openxmlformats.org/officeDocument/2006/relationships/image" Target="../media/image1778.png"/><Relationship Id="rId780" Type="http://schemas.openxmlformats.org/officeDocument/2006/relationships/customXml" Target="../ink/ink1971.xml"/><Relationship Id="rId1217" Type="http://schemas.openxmlformats.org/officeDocument/2006/relationships/customXml" Target="../ink/ink2197.xml"/><Relationship Id="rId226" Type="http://schemas.openxmlformats.org/officeDocument/2006/relationships/customXml" Target="../ink/ink1685.xml"/><Relationship Id="rId433" Type="http://schemas.openxmlformats.org/officeDocument/2006/relationships/customXml" Target="../ink/ink1794.xml"/><Relationship Id="rId878" Type="http://schemas.openxmlformats.org/officeDocument/2006/relationships/customXml" Target="../ink/ink2022.xml"/><Relationship Id="rId1063" Type="http://schemas.openxmlformats.org/officeDocument/2006/relationships/customXml" Target="../ink/ink2117.xml"/><Relationship Id="rId1270" Type="http://schemas.openxmlformats.org/officeDocument/2006/relationships/image" Target="../media/image2116.png"/><Relationship Id="rId640" Type="http://schemas.openxmlformats.org/officeDocument/2006/relationships/image" Target="../media/image1811.png"/><Relationship Id="rId738" Type="http://schemas.openxmlformats.org/officeDocument/2006/relationships/customXml" Target="../ink/ink1950.xml"/><Relationship Id="rId945" Type="http://schemas.openxmlformats.org/officeDocument/2006/relationships/customXml" Target="../ink/ink2056.xml"/><Relationship Id="rId74" Type="http://schemas.openxmlformats.org/officeDocument/2006/relationships/customXml" Target="../ink/ink1605.xml"/><Relationship Id="rId377" Type="http://schemas.openxmlformats.org/officeDocument/2006/relationships/image" Target="../media/image1682.png"/><Relationship Id="rId500" Type="http://schemas.openxmlformats.org/officeDocument/2006/relationships/image" Target="../media/image1743.png"/><Relationship Id="rId584" Type="http://schemas.openxmlformats.org/officeDocument/2006/relationships/customXml" Target="../ink/ink1870.xml"/><Relationship Id="rId805" Type="http://schemas.openxmlformats.org/officeDocument/2006/relationships/image" Target="../media/image1891.png"/><Relationship Id="rId1130" Type="http://schemas.openxmlformats.org/officeDocument/2006/relationships/image" Target="../media/image2048.png"/><Relationship Id="rId1228" Type="http://schemas.openxmlformats.org/officeDocument/2006/relationships/image" Target="../media/image2095.png"/><Relationship Id="rId5" Type="http://schemas.openxmlformats.org/officeDocument/2006/relationships/image" Target="../media/image1506.png"/><Relationship Id="rId237" Type="http://schemas.openxmlformats.org/officeDocument/2006/relationships/customXml" Target="../ink/ink1691.xml"/><Relationship Id="rId791" Type="http://schemas.openxmlformats.org/officeDocument/2006/relationships/image" Target="../media/image1884.png"/><Relationship Id="rId889" Type="http://schemas.openxmlformats.org/officeDocument/2006/relationships/image" Target="../media/image1931.png"/><Relationship Id="rId1074" Type="http://schemas.openxmlformats.org/officeDocument/2006/relationships/customXml" Target="../ink/ink2123.xml"/><Relationship Id="rId444" Type="http://schemas.openxmlformats.org/officeDocument/2006/relationships/image" Target="../media/image1715.png"/><Relationship Id="rId651" Type="http://schemas.openxmlformats.org/officeDocument/2006/relationships/image" Target="../media/image1816.png"/><Relationship Id="rId749" Type="http://schemas.openxmlformats.org/officeDocument/2006/relationships/image" Target="../media/image1863.png"/><Relationship Id="rId1281" Type="http://schemas.openxmlformats.org/officeDocument/2006/relationships/image" Target="../media/image2121.png"/><Relationship Id="rId290" Type="http://schemas.openxmlformats.org/officeDocument/2006/relationships/image" Target="../media/image1641.png"/><Relationship Id="rId304" Type="http://schemas.openxmlformats.org/officeDocument/2006/relationships/image" Target="../media/image1647.png"/><Relationship Id="rId388" Type="http://schemas.openxmlformats.org/officeDocument/2006/relationships/customXml" Target="../ink/ink1771.xml"/><Relationship Id="rId511" Type="http://schemas.openxmlformats.org/officeDocument/2006/relationships/customXml" Target="../ink/ink1833.xml"/><Relationship Id="rId609" Type="http://schemas.openxmlformats.org/officeDocument/2006/relationships/image" Target="../media/image1796.png"/><Relationship Id="rId956" Type="http://schemas.openxmlformats.org/officeDocument/2006/relationships/image" Target="../media/image1964.png"/><Relationship Id="rId1141" Type="http://schemas.openxmlformats.org/officeDocument/2006/relationships/customXml" Target="../ink/ink2157.xml"/><Relationship Id="rId1239" Type="http://schemas.openxmlformats.org/officeDocument/2006/relationships/customXml" Target="../ink/ink2208.xml"/><Relationship Id="rId85" Type="http://schemas.openxmlformats.org/officeDocument/2006/relationships/image" Target="../media/image1545.png"/><Relationship Id="rId150" Type="http://schemas.openxmlformats.org/officeDocument/2006/relationships/image" Target="../media/image1577.png"/><Relationship Id="rId595" Type="http://schemas.openxmlformats.org/officeDocument/2006/relationships/image" Target="../media/image1789.png"/><Relationship Id="rId816" Type="http://schemas.openxmlformats.org/officeDocument/2006/relationships/image" Target="../media/image1896.png"/><Relationship Id="rId1001" Type="http://schemas.openxmlformats.org/officeDocument/2006/relationships/image" Target="../media/image1986.png"/><Relationship Id="rId248" Type="http://schemas.openxmlformats.org/officeDocument/2006/relationships/image" Target="../media/image1621.png"/><Relationship Id="rId455" Type="http://schemas.openxmlformats.org/officeDocument/2006/relationships/customXml" Target="../ink/ink1805.xml"/><Relationship Id="rId662" Type="http://schemas.openxmlformats.org/officeDocument/2006/relationships/customXml" Target="../ink/ink1910.xml"/><Relationship Id="rId1085" Type="http://schemas.openxmlformats.org/officeDocument/2006/relationships/image" Target="../media/image2026.png"/><Relationship Id="rId1292" Type="http://schemas.openxmlformats.org/officeDocument/2006/relationships/customXml" Target="../ink/ink2235.xml"/><Relationship Id="rId1306" Type="http://schemas.openxmlformats.org/officeDocument/2006/relationships/customXml" Target="../ink/ink2242.xml"/><Relationship Id="rId12" Type="http://schemas.openxmlformats.org/officeDocument/2006/relationships/customXml" Target="../ink/ink1574.xml"/><Relationship Id="rId108" Type="http://schemas.openxmlformats.org/officeDocument/2006/relationships/customXml" Target="../ink/ink1622.xml"/><Relationship Id="rId315" Type="http://schemas.openxmlformats.org/officeDocument/2006/relationships/customXml" Target="../ink/ink1733.xml"/><Relationship Id="rId522" Type="http://schemas.openxmlformats.org/officeDocument/2006/relationships/image" Target="../media/image1754.png"/><Relationship Id="rId967" Type="http://schemas.openxmlformats.org/officeDocument/2006/relationships/customXml" Target="../ink/ink2067.xml"/><Relationship Id="rId1152" Type="http://schemas.openxmlformats.org/officeDocument/2006/relationships/customXml" Target="../ink/ink2163.xml"/><Relationship Id="rId96" Type="http://schemas.openxmlformats.org/officeDocument/2006/relationships/customXml" Target="../ink/ink1616.xml"/><Relationship Id="rId161" Type="http://schemas.openxmlformats.org/officeDocument/2006/relationships/image" Target="../media/image1582.png"/><Relationship Id="rId399" Type="http://schemas.openxmlformats.org/officeDocument/2006/relationships/customXml" Target="../ink/ink1777.xml"/><Relationship Id="rId827" Type="http://schemas.openxmlformats.org/officeDocument/2006/relationships/customXml" Target="../ink/ink1995.xml"/><Relationship Id="rId1012" Type="http://schemas.openxmlformats.org/officeDocument/2006/relationships/customXml" Target="../ink/ink2090.xml"/><Relationship Id="rId259" Type="http://schemas.openxmlformats.org/officeDocument/2006/relationships/customXml" Target="../ink/ink1703.xml"/><Relationship Id="rId466" Type="http://schemas.openxmlformats.org/officeDocument/2006/relationships/image" Target="../media/image1726.png"/><Relationship Id="rId673" Type="http://schemas.openxmlformats.org/officeDocument/2006/relationships/image" Target="../media/image1827.png"/><Relationship Id="rId880" Type="http://schemas.openxmlformats.org/officeDocument/2006/relationships/customXml" Target="../ink/ink2023.xml"/><Relationship Id="rId1096" Type="http://schemas.openxmlformats.org/officeDocument/2006/relationships/customXml" Target="../ink/ink2134.xml"/><Relationship Id="rId23" Type="http://schemas.openxmlformats.org/officeDocument/2006/relationships/image" Target="../media/image1515.png"/><Relationship Id="rId119" Type="http://schemas.openxmlformats.org/officeDocument/2006/relationships/image" Target="../media/image1562.png"/><Relationship Id="rId326" Type="http://schemas.openxmlformats.org/officeDocument/2006/relationships/customXml" Target="../ink/ink1739.xml"/><Relationship Id="rId533" Type="http://schemas.openxmlformats.org/officeDocument/2006/relationships/image" Target="../media/image1759.png"/><Relationship Id="rId978" Type="http://schemas.openxmlformats.org/officeDocument/2006/relationships/image" Target="../media/image1975.png"/><Relationship Id="rId1163" Type="http://schemas.openxmlformats.org/officeDocument/2006/relationships/customXml" Target="../ink/ink2169.xml"/><Relationship Id="rId740" Type="http://schemas.openxmlformats.org/officeDocument/2006/relationships/customXml" Target="../ink/ink1951.xml"/><Relationship Id="rId838" Type="http://schemas.openxmlformats.org/officeDocument/2006/relationships/customXml" Target="../ink/ink2001.xml"/><Relationship Id="rId1023" Type="http://schemas.openxmlformats.org/officeDocument/2006/relationships/image" Target="../media/image1997.png"/><Relationship Id="rId172" Type="http://schemas.openxmlformats.org/officeDocument/2006/relationships/image" Target="../media/image1587.png"/><Relationship Id="rId477" Type="http://schemas.openxmlformats.org/officeDocument/2006/relationships/customXml" Target="../ink/ink1816.xml"/><Relationship Id="rId600" Type="http://schemas.openxmlformats.org/officeDocument/2006/relationships/customXml" Target="../ink/ink1878.xml"/><Relationship Id="rId684" Type="http://schemas.openxmlformats.org/officeDocument/2006/relationships/image" Target="../media/image1832.png"/><Relationship Id="rId1230" Type="http://schemas.openxmlformats.org/officeDocument/2006/relationships/image" Target="../media/image2096.png"/><Relationship Id="rId337" Type="http://schemas.openxmlformats.org/officeDocument/2006/relationships/image" Target="../media/image1662.png"/><Relationship Id="rId891" Type="http://schemas.openxmlformats.org/officeDocument/2006/relationships/customXml" Target="../ink/ink2029.xml"/><Relationship Id="rId905" Type="http://schemas.openxmlformats.org/officeDocument/2006/relationships/customXml" Target="../ink/ink2036.xml"/><Relationship Id="rId989" Type="http://schemas.openxmlformats.org/officeDocument/2006/relationships/customXml" Target="../ink/ink2078.xml"/><Relationship Id="rId34" Type="http://schemas.openxmlformats.org/officeDocument/2006/relationships/customXml" Target="../ink/ink1585.xml"/><Relationship Id="rId544" Type="http://schemas.openxmlformats.org/officeDocument/2006/relationships/customXml" Target="../ink/ink1850.xml"/><Relationship Id="rId751" Type="http://schemas.openxmlformats.org/officeDocument/2006/relationships/image" Target="../media/image1864.png"/><Relationship Id="rId849" Type="http://schemas.openxmlformats.org/officeDocument/2006/relationships/customXml" Target="../ink/ink2007.xml"/><Relationship Id="rId1174" Type="http://schemas.openxmlformats.org/officeDocument/2006/relationships/customXml" Target="../ink/ink2175.xml"/><Relationship Id="rId183" Type="http://schemas.openxmlformats.org/officeDocument/2006/relationships/image" Target="../media/image1592.png"/><Relationship Id="rId390" Type="http://schemas.openxmlformats.org/officeDocument/2006/relationships/customXml" Target="../ink/ink1772.xml"/><Relationship Id="rId404" Type="http://schemas.openxmlformats.org/officeDocument/2006/relationships/image" Target="../media/image1695.png"/><Relationship Id="rId611" Type="http://schemas.openxmlformats.org/officeDocument/2006/relationships/image" Target="../media/image1797.png"/><Relationship Id="rId1034" Type="http://schemas.openxmlformats.org/officeDocument/2006/relationships/customXml" Target="../ink/ink2101.xml"/><Relationship Id="rId1241" Type="http://schemas.openxmlformats.org/officeDocument/2006/relationships/customXml" Target="../ink/ink2209.xml"/><Relationship Id="rId250" Type="http://schemas.openxmlformats.org/officeDocument/2006/relationships/image" Target="../media/image1622.png"/><Relationship Id="rId488" Type="http://schemas.openxmlformats.org/officeDocument/2006/relationships/image" Target="../media/image1737.png"/><Relationship Id="rId695" Type="http://schemas.openxmlformats.org/officeDocument/2006/relationships/customXml" Target="../ink/ink1927.xml"/><Relationship Id="rId709" Type="http://schemas.openxmlformats.org/officeDocument/2006/relationships/customXml" Target="../ink/ink1934.xml"/><Relationship Id="rId916" Type="http://schemas.openxmlformats.org/officeDocument/2006/relationships/image" Target="../media/image1944.png"/><Relationship Id="rId1101" Type="http://schemas.openxmlformats.org/officeDocument/2006/relationships/image" Target="../media/image2034.png"/><Relationship Id="rId45" Type="http://schemas.openxmlformats.org/officeDocument/2006/relationships/image" Target="../media/image1525.png"/><Relationship Id="rId110" Type="http://schemas.openxmlformats.org/officeDocument/2006/relationships/customXml" Target="../ink/ink1623.xml"/><Relationship Id="rId348" Type="http://schemas.openxmlformats.org/officeDocument/2006/relationships/customXml" Target="../ink/ink1751.xml"/><Relationship Id="rId555" Type="http://schemas.openxmlformats.org/officeDocument/2006/relationships/image" Target="../media/image1770.png"/><Relationship Id="rId762" Type="http://schemas.openxmlformats.org/officeDocument/2006/relationships/customXml" Target="../ink/ink1962.xml"/><Relationship Id="rId1185" Type="http://schemas.openxmlformats.org/officeDocument/2006/relationships/image" Target="../media/image2074.png"/><Relationship Id="rId194" Type="http://schemas.openxmlformats.org/officeDocument/2006/relationships/image" Target="../media/image1597.png"/><Relationship Id="rId208" Type="http://schemas.openxmlformats.org/officeDocument/2006/relationships/customXml" Target="../ink/ink1675.xml"/><Relationship Id="rId415" Type="http://schemas.openxmlformats.org/officeDocument/2006/relationships/customXml" Target="../ink/ink1785.xml"/><Relationship Id="rId622" Type="http://schemas.openxmlformats.org/officeDocument/2006/relationships/customXml" Target="../ink/ink1889.xml"/><Relationship Id="rId1045" Type="http://schemas.openxmlformats.org/officeDocument/2006/relationships/image" Target="../media/image2007.png"/><Relationship Id="rId1252" Type="http://schemas.openxmlformats.org/officeDocument/2006/relationships/image" Target="../media/image2107.png"/><Relationship Id="rId261" Type="http://schemas.openxmlformats.org/officeDocument/2006/relationships/customXml" Target="../ink/ink1704.xml"/><Relationship Id="rId499" Type="http://schemas.openxmlformats.org/officeDocument/2006/relationships/customXml" Target="../ink/ink1827.xml"/><Relationship Id="rId927" Type="http://schemas.openxmlformats.org/officeDocument/2006/relationships/customXml" Target="../ink/ink2047.xml"/><Relationship Id="rId1112" Type="http://schemas.openxmlformats.org/officeDocument/2006/relationships/image" Target="../media/image2039.png"/><Relationship Id="rId56" Type="http://schemas.openxmlformats.org/officeDocument/2006/relationships/customXml" Target="../ink/ink1596.xml"/><Relationship Id="rId359" Type="http://schemas.openxmlformats.org/officeDocument/2006/relationships/image" Target="../media/image1673.png"/><Relationship Id="rId566" Type="http://schemas.openxmlformats.org/officeDocument/2006/relationships/customXml" Target="../ink/ink1861.xml"/><Relationship Id="rId773" Type="http://schemas.openxmlformats.org/officeDocument/2006/relationships/image" Target="../media/image1875.png"/><Relationship Id="rId1196" Type="http://schemas.openxmlformats.org/officeDocument/2006/relationships/image" Target="../media/image2079.png"/><Relationship Id="rId121" Type="http://schemas.openxmlformats.org/officeDocument/2006/relationships/image" Target="../media/image1563.png"/><Relationship Id="rId219" Type="http://schemas.openxmlformats.org/officeDocument/2006/relationships/customXml" Target="../ink/ink1681.xml"/><Relationship Id="rId426" Type="http://schemas.openxmlformats.org/officeDocument/2006/relationships/image" Target="../media/image1706.png"/><Relationship Id="rId633" Type="http://schemas.openxmlformats.org/officeDocument/2006/relationships/customXml" Target="../ink/ink1895.xml"/><Relationship Id="rId980" Type="http://schemas.openxmlformats.org/officeDocument/2006/relationships/image" Target="../media/image1976.png"/><Relationship Id="rId1056" Type="http://schemas.openxmlformats.org/officeDocument/2006/relationships/customXml" Target="../ink/ink2113.xml"/><Relationship Id="rId1263" Type="http://schemas.openxmlformats.org/officeDocument/2006/relationships/customXml" Target="../ink/ink2220.xml"/><Relationship Id="rId840" Type="http://schemas.openxmlformats.org/officeDocument/2006/relationships/customXml" Target="../ink/ink2002.xml"/><Relationship Id="rId938" Type="http://schemas.openxmlformats.org/officeDocument/2006/relationships/image" Target="../media/image1955.png"/><Relationship Id="rId67" Type="http://schemas.openxmlformats.org/officeDocument/2006/relationships/image" Target="../media/image1536.png"/><Relationship Id="rId272" Type="http://schemas.openxmlformats.org/officeDocument/2006/relationships/image" Target="../media/image1633.png"/><Relationship Id="rId577" Type="http://schemas.openxmlformats.org/officeDocument/2006/relationships/image" Target="../media/image1780.png"/><Relationship Id="rId700" Type="http://schemas.openxmlformats.org/officeDocument/2006/relationships/image" Target="../media/image1840.png"/><Relationship Id="rId1123" Type="http://schemas.openxmlformats.org/officeDocument/2006/relationships/customXml" Target="../ink/ink2148.xml"/><Relationship Id="rId132" Type="http://schemas.openxmlformats.org/officeDocument/2006/relationships/image" Target="../media/image1568.png"/><Relationship Id="rId784" Type="http://schemas.openxmlformats.org/officeDocument/2006/relationships/customXml" Target="../ink/ink1973.xml"/><Relationship Id="rId991" Type="http://schemas.openxmlformats.org/officeDocument/2006/relationships/customXml" Target="../ink/ink2079.xml"/><Relationship Id="rId1067" Type="http://schemas.openxmlformats.org/officeDocument/2006/relationships/customXml" Target="../ink/ink2119.xml"/><Relationship Id="rId437" Type="http://schemas.openxmlformats.org/officeDocument/2006/relationships/customXml" Target="../ink/ink1796.xml"/><Relationship Id="rId644" Type="http://schemas.openxmlformats.org/officeDocument/2006/relationships/image" Target="../media/image1813.png"/><Relationship Id="rId851" Type="http://schemas.openxmlformats.org/officeDocument/2006/relationships/customXml" Target="../ink/ink2008.xml"/><Relationship Id="rId1274" Type="http://schemas.openxmlformats.org/officeDocument/2006/relationships/customXml" Target="../ink/ink2226.xml"/><Relationship Id="rId283" Type="http://schemas.openxmlformats.org/officeDocument/2006/relationships/customXml" Target="../ink/ink1716.xml"/><Relationship Id="rId490" Type="http://schemas.openxmlformats.org/officeDocument/2006/relationships/image" Target="../media/image1738.png"/><Relationship Id="rId504" Type="http://schemas.openxmlformats.org/officeDocument/2006/relationships/image" Target="../media/image1745.png"/><Relationship Id="rId711" Type="http://schemas.openxmlformats.org/officeDocument/2006/relationships/customXml" Target="../ink/ink1935.xml"/><Relationship Id="rId949" Type="http://schemas.openxmlformats.org/officeDocument/2006/relationships/customXml" Target="../ink/ink2058.xml"/><Relationship Id="rId1134" Type="http://schemas.openxmlformats.org/officeDocument/2006/relationships/image" Target="../media/image2050.png"/><Relationship Id="rId78" Type="http://schemas.openxmlformats.org/officeDocument/2006/relationships/customXml" Target="../ink/ink1607.xml"/><Relationship Id="rId143" Type="http://schemas.openxmlformats.org/officeDocument/2006/relationships/customXml" Target="../ink/ink1640.xml"/><Relationship Id="rId350" Type="http://schemas.openxmlformats.org/officeDocument/2006/relationships/customXml" Target="../ink/ink1752.xml"/><Relationship Id="rId588" Type="http://schemas.openxmlformats.org/officeDocument/2006/relationships/customXml" Target="../ink/ink1872.xml"/><Relationship Id="rId795" Type="http://schemas.openxmlformats.org/officeDocument/2006/relationships/image" Target="../media/image1886.png"/><Relationship Id="rId809" Type="http://schemas.openxmlformats.org/officeDocument/2006/relationships/customXml" Target="../ink/ink1986.xml"/><Relationship Id="rId1201" Type="http://schemas.openxmlformats.org/officeDocument/2006/relationships/customXml" Target="../ink/ink2189.xml"/><Relationship Id="rId9" Type="http://schemas.openxmlformats.org/officeDocument/2006/relationships/image" Target="../media/image1508.png"/><Relationship Id="rId210" Type="http://schemas.openxmlformats.org/officeDocument/2006/relationships/customXml" Target="../ink/ink1676.xml"/><Relationship Id="rId448" Type="http://schemas.openxmlformats.org/officeDocument/2006/relationships/image" Target="../media/image1717.png"/><Relationship Id="rId655" Type="http://schemas.openxmlformats.org/officeDocument/2006/relationships/image" Target="../media/image1818.png"/><Relationship Id="rId862" Type="http://schemas.openxmlformats.org/officeDocument/2006/relationships/image" Target="../media/image1918.png"/><Relationship Id="rId1078" Type="http://schemas.openxmlformats.org/officeDocument/2006/relationships/customXml" Target="../ink/ink2125.xml"/><Relationship Id="rId1285" Type="http://schemas.openxmlformats.org/officeDocument/2006/relationships/image" Target="../media/image2123.png"/><Relationship Id="rId294" Type="http://schemas.openxmlformats.org/officeDocument/2006/relationships/customXml" Target="../ink/ink1722.xml"/><Relationship Id="rId308" Type="http://schemas.openxmlformats.org/officeDocument/2006/relationships/image" Target="../media/image1649.png"/><Relationship Id="rId515" Type="http://schemas.openxmlformats.org/officeDocument/2006/relationships/customXml" Target="../ink/ink1835.xml"/><Relationship Id="rId722" Type="http://schemas.openxmlformats.org/officeDocument/2006/relationships/customXml" Target="../ink/ink1941.xml"/><Relationship Id="rId1145" Type="http://schemas.openxmlformats.org/officeDocument/2006/relationships/customXml" Target="../ink/ink2159.xml"/><Relationship Id="rId89" Type="http://schemas.openxmlformats.org/officeDocument/2006/relationships/image" Target="../media/image1547.png"/><Relationship Id="rId154" Type="http://schemas.openxmlformats.org/officeDocument/2006/relationships/image" Target="../media/image1579.png"/><Relationship Id="rId361" Type="http://schemas.openxmlformats.org/officeDocument/2006/relationships/image" Target="../media/image1674.png"/><Relationship Id="rId599" Type="http://schemas.openxmlformats.org/officeDocument/2006/relationships/image" Target="../media/image1791.png"/><Relationship Id="rId1005" Type="http://schemas.openxmlformats.org/officeDocument/2006/relationships/image" Target="../media/image1988.png"/><Relationship Id="rId1212" Type="http://schemas.openxmlformats.org/officeDocument/2006/relationships/image" Target="../media/image2087.png"/><Relationship Id="rId459" Type="http://schemas.openxmlformats.org/officeDocument/2006/relationships/customXml" Target="../ink/ink1807.xml"/><Relationship Id="rId666" Type="http://schemas.openxmlformats.org/officeDocument/2006/relationships/customXml" Target="../ink/ink1912.xml"/><Relationship Id="rId873" Type="http://schemas.openxmlformats.org/officeDocument/2006/relationships/image" Target="../media/image1923.png"/><Relationship Id="rId1089" Type="http://schemas.openxmlformats.org/officeDocument/2006/relationships/image" Target="../media/image2028.png"/><Relationship Id="rId1296" Type="http://schemas.openxmlformats.org/officeDocument/2006/relationships/customXml" Target="../ink/ink2237.xml"/><Relationship Id="rId16" Type="http://schemas.openxmlformats.org/officeDocument/2006/relationships/customXml" Target="../ink/ink1576.xml"/><Relationship Id="rId221" Type="http://schemas.openxmlformats.org/officeDocument/2006/relationships/image" Target="../media/image1609.png"/><Relationship Id="rId319" Type="http://schemas.openxmlformats.org/officeDocument/2006/relationships/customXml" Target="../ink/ink1735.xml"/><Relationship Id="rId526" Type="http://schemas.openxmlformats.org/officeDocument/2006/relationships/image" Target="../media/image1756.png"/><Relationship Id="rId1156" Type="http://schemas.openxmlformats.org/officeDocument/2006/relationships/customXml" Target="../ink/ink2165.xml"/><Relationship Id="rId733" Type="http://schemas.openxmlformats.org/officeDocument/2006/relationships/image" Target="../media/image1855.png"/><Relationship Id="rId940" Type="http://schemas.openxmlformats.org/officeDocument/2006/relationships/image" Target="../media/image1956.png"/><Relationship Id="rId1016" Type="http://schemas.openxmlformats.org/officeDocument/2006/relationships/customXml" Target="../ink/ink2092.xml"/><Relationship Id="rId165" Type="http://schemas.openxmlformats.org/officeDocument/2006/relationships/image" Target="../media/image1584.png"/><Relationship Id="rId372" Type="http://schemas.openxmlformats.org/officeDocument/2006/relationships/customXml" Target="../ink/ink1763.xml"/><Relationship Id="rId677" Type="http://schemas.openxmlformats.org/officeDocument/2006/relationships/customXml" Target="../ink/ink1918.xml"/><Relationship Id="rId800" Type="http://schemas.openxmlformats.org/officeDocument/2006/relationships/customXml" Target="../ink/ink1981.xml"/><Relationship Id="rId1223" Type="http://schemas.openxmlformats.org/officeDocument/2006/relationships/customXml" Target="../ink/ink2200.xml"/><Relationship Id="rId232" Type="http://schemas.openxmlformats.org/officeDocument/2006/relationships/customXml" Target="../ink/ink1688.xml"/><Relationship Id="rId884" Type="http://schemas.openxmlformats.org/officeDocument/2006/relationships/customXml" Target="../ink/ink2025.xml"/><Relationship Id="rId27" Type="http://schemas.openxmlformats.org/officeDocument/2006/relationships/image" Target="../media/image1517.png"/><Relationship Id="rId537" Type="http://schemas.openxmlformats.org/officeDocument/2006/relationships/image" Target="../media/image1761.png"/><Relationship Id="rId744" Type="http://schemas.openxmlformats.org/officeDocument/2006/relationships/customXml" Target="../ink/ink1953.xml"/><Relationship Id="rId951" Type="http://schemas.openxmlformats.org/officeDocument/2006/relationships/customXml" Target="../ink/ink2059.xml"/><Relationship Id="rId1167" Type="http://schemas.openxmlformats.org/officeDocument/2006/relationships/customXml" Target="../ink/ink2171.xml"/><Relationship Id="rId80" Type="http://schemas.openxmlformats.org/officeDocument/2006/relationships/customXml" Target="../ink/ink1608.xml"/><Relationship Id="rId176" Type="http://schemas.openxmlformats.org/officeDocument/2006/relationships/image" Target="../media/image1589.png"/><Relationship Id="rId383" Type="http://schemas.openxmlformats.org/officeDocument/2006/relationships/image" Target="../media/image1685.png"/><Relationship Id="rId590" Type="http://schemas.openxmlformats.org/officeDocument/2006/relationships/customXml" Target="../ink/ink1873.xml"/><Relationship Id="rId604" Type="http://schemas.openxmlformats.org/officeDocument/2006/relationships/customXml" Target="../ink/ink1880.xml"/><Relationship Id="rId811" Type="http://schemas.openxmlformats.org/officeDocument/2006/relationships/customXml" Target="../ink/ink1987.xml"/><Relationship Id="rId1027" Type="http://schemas.openxmlformats.org/officeDocument/2006/relationships/image" Target="../media/image1999.png"/><Relationship Id="rId1234" Type="http://schemas.openxmlformats.org/officeDocument/2006/relationships/image" Target="../media/image2098.png"/><Relationship Id="rId243" Type="http://schemas.openxmlformats.org/officeDocument/2006/relationships/image" Target="../media/image1619.png"/><Relationship Id="rId450" Type="http://schemas.openxmlformats.org/officeDocument/2006/relationships/image" Target="../media/image1718.png"/><Relationship Id="rId688" Type="http://schemas.openxmlformats.org/officeDocument/2006/relationships/image" Target="../media/image1834.png"/><Relationship Id="rId895" Type="http://schemas.openxmlformats.org/officeDocument/2006/relationships/customXml" Target="../ink/ink2031.xml"/><Relationship Id="rId909" Type="http://schemas.openxmlformats.org/officeDocument/2006/relationships/customXml" Target="../ink/ink2038.xml"/><Relationship Id="rId1080" Type="http://schemas.openxmlformats.org/officeDocument/2006/relationships/customXml" Target="../ink/ink2126.xml"/><Relationship Id="rId1301" Type="http://schemas.openxmlformats.org/officeDocument/2006/relationships/image" Target="../media/image2131.png"/><Relationship Id="rId38" Type="http://schemas.openxmlformats.org/officeDocument/2006/relationships/customXml" Target="../ink/ink1587.xml"/><Relationship Id="rId103" Type="http://schemas.openxmlformats.org/officeDocument/2006/relationships/image" Target="../media/image1554.png"/><Relationship Id="rId310" Type="http://schemas.openxmlformats.org/officeDocument/2006/relationships/image" Target="../media/image1650.png"/><Relationship Id="rId548" Type="http://schemas.openxmlformats.org/officeDocument/2006/relationships/customXml" Target="../ink/ink1852.xml"/><Relationship Id="rId755" Type="http://schemas.openxmlformats.org/officeDocument/2006/relationships/image" Target="../media/image1866.png"/><Relationship Id="rId962" Type="http://schemas.openxmlformats.org/officeDocument/2006/relationships/image" Target="../media/image1967.png"/><Relationship Id="rId1178" Type="http://schemas.openxmlformats.org/officeDocument/2006/relationships/customXml" Target="../ink/ink2177.xml"/><Relationship Id="rId91" Type="http://schemas.openxmlformats.org/officeDocument/2006/relationships/image" Target="../media/image1548.png"/><Relationship Id="rId187" Type="http://schemas.openxmlformats.org/officeDocument/2006/relationships/customXml" Target="../ink/ink1664.xml"/><Relationship Id="rId394" Type="http://schemas.openxmlformats.org/officeDocument/2006/relationships/image" Target="../media/image1690.png"/><Relationship Id="rId408" Type="http://schemas.openxmlformats.org/officeDocument/2006/relationships/image" Target="../media/image1697.png"/><Relationship Id="rId615" Type="http://schemas.openxmlformats.org/officeDocument/2006/relationships/image" Target="../media/image1799.png"/><Relationship Id="rId822" Type="http://schemas.openxmlformats.org/officeDocument/2006/relationships/image" Target="../media/image1899.png"/><Relationship Id="rId1038" Type="http://schemas.openxmlformats.org/officeDocument/2006/relationships/image" Target="../media/image2004.png"/><Relationship Id="rId1245" Type="http://schemas.openxmlformats.org/officeDocument/2006/relationships/customXml" Target="../ink/ink2211.xml"/><Relationship Id="rId254" Type="http://schemas.openxmlformats.org/officeDocument/2006/relationships/image" Target="../media/image1624.png"/><Relationship Id="rId699" Type="http://schemas.openxmlformats.org/officeDocument/2006/relationships/customXml" Target="../ink/ink1929.xml"/><Relationship Id="rId1091" Type="http://schemas.openxmlformats.org/officeDocument/2006/relationships/image" Target="../media/image2029.png"/><Relationship Id="rId1105" Type="http://schemas.openxmlformats.org/officeDocument/2006/relationships/customXml" Target="../ink/ink2139.xml"/><Relationship Id="rId1312" Type="http://schemas.openxmlformats.org/officeDocument/2006/relationships/customXml" Target="../ink/ink2245.xml"/><Relationship Id="rId49" Type="http://schemas.openxmlformats.org/officeDocument/2006/relationships/image" Target="../media/image1527.png"/><Relationship Id="rId114" Type="http://schemas.openxmlformats.org/officeDocument/2006/relationships/customXml" Target="../ink/ink1625.xml"/><Relationship Id="rId461" Type="http://schemas.openxmlformats.org/officeDocument/2006/relationships/customXml" Target="../ink/ink1808.xml"/><Relationship Id="rId559" Type="http://schemas.openxmlformats.org/officeDocument/2006/relationships/image" Target="../media/image1772.png"/><Relationship Id="rId766" Type="http://schemas.openxmlformats.org/officeDocument/2006/relationships/customXml" Target="../ink/ink1964.xml"/><Relationship Id="rId1189" Type="http://schemas.openxmlformats.org/officeDocument/2006/relationships/image" Target="../media/image2076.png"/><Relationship Id="rId198" Type="http://schemas.openxmlformats.org/officeDocument/2006/relationships/image" Target="../media/image1599.png"/><Relationship Id="rId321" Type="http://schemas.openxmlformats.org/officeDocument/2006/relationships/customXml" Target="../ink/ink1736.xml"/><Relationship Id="rId419" Type="http://schemas.openxmlformats.org/officeDocument/2006/relationships/customXml" Target="../ink/ink1787.xml"/><Relationship Id="rId626" Type="http://schemas.openxmlformats.org/officeDocument/2006/relationships/image" Target="../media/image1804.png"/><Relationship Id="rId973" Type="http://schemas.openxmlformats.org/officeDocument/2006/relationships/customXml" Target="../ink/ink2070.xml"/><Relationship Id="rId1049" Type="http://schemas.openxmlformats.org/officeDocument/2006/relationships/image" Target="../media/image2009.png"/><Relationship Id="rId1256" Type="http://schemas.openxmlformats.org/officeDocument/2006/relationships/image" Target="../media/image2109.png"/><Relationship Id="rId833" Type="http://schemas.openxmlformats.org/officeDocument/2006/relationships/customXml" Target="../ink/ink1998.xml"/><Relationship Id="rId1116" Type="http://schemas.openxmlformats.org/officeDocument/2006/relationships/image" Target="../media/image2041.png"/><Relationship Id="rId265" Type="http://schemas.openxmlformats.org/officeDocument/2006/relationships/customXml" Target="../ink/ink1706.xml"/><Relationship Id="rId472" Type="http://schemas.openxmlformats.org/officeDocument/2006/relationships/image" Target="../media/image1729.png"/><Relationship Id="rId900" Type="http://schemas.openxmlformats.org/officeDocument/2006/relationships/image" Target="../media/image1936.png"/><Relationship Id="rId125" Type="http://schemas.openxmlformats.org/officeDocument/2006/relationships/image" Target="../media/image1565.png"/><Relationship Id="rId332" Type="http://schemas.openxmlformats.org/officeDocument/2006/relationships/image" Target="../media/image1660.png"/><Relationship Id="rId777" Type="http://schemas.openxmlformats.org/officeDocument/2006/relationships/image" Target="../media/image1877.png"/><Relationship Id="rId984" Type="http://schemas.openxmlformats.org/officeDocument/2006/relationships/image" Target="../media/image1978.png"/><Relationship Id="rId637" Type="http://schemas.openxmlformats.org/officeDocument/2006/relationships/customXml" Target="../ink/ink1897.xml"/><Relationship Id="rId844" Type="http://schemas.openxmlformats.org/officeDocument/2006/relationships/customXml" Target="../ink/ink2004.xml"/><Relationship Id="rId1267" Type="http://schemas.openxmlformats.org/officeDocument/2006/relationships/customXml" Target="../ink/ink2222.xml"/><Relationship Id="rId276" Type="http://schemas.openxmlformats.org/officeDocument/2006/relationships/customXml" Target="../ink/ink1712.xml"/><Relationship Id="rId483" Type="http://schemas.openxmlformats.org/officeDocument/2006/relationships/customXml" Target="../ink/ink1819.xml"/><Relationship Id="rId690" Type="http://schemas.openxmlformats.org/officeDocument/2006/relationships/image" Target="../media/image1835.png"/><Relationship Id="rId704" Type="http://schemas.openxmlformats.org/officeDocument/2006/relationships/image" Target="../media/image1842.png"/><Relationship Id="rId911" Type="http://schemas.openxmlformats.org/officeDocument/2006/relationships/customXml" Target="../ink/ink2039.xml"/><Relationship Id="rId1127" Type="http://schemas.openxmlformats.org/officeDocument/2006/relationships/customXml" Target="../ink/ink2150.xml"/><Relationship Id="rId40" Type="http://schemas.openxmlformats.org/officeDocument/2006/relationships/customXml" Target="../ink/ink1588.xml"/><Relationship Id="rId136" Type="http://schemas.openxmlformats.org/officeDocument/2006/relationships/image" Target="../media/image1570.png"/><Relationship Id="rId343" Type="http://schemas.openxmlformats.org/officeDocument/2006/relationships/image" Target="../media/image1665.png"/><Relationship Id="rId550" Type="http://schemas.openxmlformats.org/officeDocument/2006/relationships/customXml" Target="../ink/ink1853.xml"/><Relationship Id="rId788" Type="http://schemas.openxmlformats.org/officeDocument/2006/relationships/customXml" Target="../ink/ink1975.xml"/><Relationship Id="rId995" Type="http://schemas.openxmlformats.org/officeDocument/2006/relationships/customXml" Target="../ink/ink2081.xml"/><Relationship Id="rId1180" Type="http://schemas.openxmlformats.org/officeDocument/2006/relationships/customXml" Target="../ink/ink2178.xml"/><Relationship Id="rId203" Type="http://schemas.openxmlformats.org/officeDocument/2006/relationships/image" Target="../media/image1601.png"/><Relationship Id="rId648" Type="http://schemas.openxmlformats.org/officeDocument/2006/relationships/customXml" Target="../ink/ink1903.xml"/><Relationship Id="rId855" Type="http://schemas.openxmlformats.org/officeDocument/2006/relationships/customXml" Target="../ink/ink2010.xml"/><Relationship Id="rId1040" Type="http://schemas.openxmlformats.org/officeDocument/2006/relationships/image" Target="../media/image2005.png"/><Relationship Id="rId1278" Type="http://schemas.openxmlformats.org/officeDocument/2006/relationships/customXml" Target="../ink/ink2228.xml"/><Relationship Id="rId287" Type="http://schemas.openxmlformats.org/officeDocument/2006/relationships/customXml" Target="../ink/ink1718.xml"/><Relationship Id="rId410" Type="http://schemas.openxmlformats.org/officeDocument/2006/relationships/image" Target="../media/image1698.png"/><Relationship Id="rId494" Type="http://schemas.openxmlformats.org/officeDocument/2006/relationships/image" Target="../media/image1740.png"/><Relationship Id="rId508" Type="http://schemas.openxmlformats.org/officeDocument/2006/relationships/image" Target="../media/image1747.png"/><Relationship Id="rId715" Type="http://schemas.openxmlformats.org/officeDocument/2006/relationships/image" Target="../media/image1847.png"/><Relationship Id="rId922" Type="http://schemas.openxmlformats.org/officeDocument/2006/relationships/image" Target="../media/image1947.png"/><Relationship Id="rId1138" Type="http://schemas.openxmlformats.org/officeDocument/2006/relationships/image" Target="../media/image2052.png"/><Relationship Id="rId147" Type="http://schemas.openxmlformats.org/officeDocument/2006/relationships/customXml" Target="../ink/ink1642.xml"/><Relationship Id="rId354" Type="http://schemas.openxmlformats.org/officeDocument/2006/relationships/customXml" Target="../ink/ink1754.xml"/><Relationship Id="rId799" Type="http://schemas.openxmlformats.org/officeDocument/2006/relationships/image" Target="../media/image1888.png"/><Relationship Id="rId1191" Type="http://schemas.openxmlformats.org/officeDocument/2006/relationships/image" Target="../media/image2077.png"/><Relationship Id="rId1205" Type="http://schemas.openxmlformats.org/officeDocument/2006/relationships/customXml" Target="../ink/ink2191.xml"/><Relationship Id="rId51" Type="http://schemas.openxmlformats.org/officeDocument/2006/relationships/image" Target="../media/image1528.png"/><Relationship Id="rId561" Type="http://schemas.openxmlformats.org/officeDocument/2006/relationships/image" Target="../media/image1773.png"/><Relationship Id="rId659" Type="http://schemas.openxmlformats.org/officeDocument/2006/relationships/image" Target="../media/image1820.png"/><Relationship Id="rId866" Type="http://schemas.openxmlformats.org/officeDocument/2006/relationships/image" Target="../media/image1920.png"/><Relationship Id="rId1289" Type="http://schemas.openxmlformats.org/officeDocument/2006/relationships/image" Target="../media/image2125.png"/><Relationship Id="rId214" Type="http://schemas.openxmlformats.org/officeDocument/2006/relationships/customXml" Target="../ink/ink1678.xml"/><Relationship Id="rId298" Type="http://schemas.openxmlformats.org/officeDocument/2006/relationships/customXml" Target="../ink/ink1724.xml"/><Relationship Id="rId421" Type="http://schemas.openxmlformats.org/officeDocument/2006/relationships/customXml" Target="../ink/ink1788.xml"/><Relationship Id="rId519" Type="http://schemas.openxmlformats.org/officeDocument/2006/relationships/customXml" Target="../ink/ink1837.xml"/><Relationship Id="rId1051" Type="http://schemas.openxmlformats.org/officeDocument/2006/relationships/image" Target="../media/image2010.png"/><Relationship Id="rId1149" Type="http://schemas.openxmlformats.org/officeDocument/2006/relationships/image" Target="../media/image2057.png"/><Relationship Id="rId158" Type="http://schemas.openxmlformats.org/officeDocument/2006/relationships/image" Target="../media/image1581.png"/><Relationship Id="rId726" Type="http://schemas.openxmlformats.org/officeDocument/2006/relationships/customXml" Target="../ink/ink1943.xml"/><Relationship Id="rId933" Type="http://schemas.openxmlformats.org/officeDocument/2006/relationships/customXml" Target="../ink/ink2050.xml"/><Relationship Id="rId1009" Type="http://schemas.openxmlformats.org/officeDocument/2006/relationships/image" Target="../media/image1990.png"/><Relationship Id="rId62" Type="http://schemas.openxmlformats.org/officeDocument/2006/relationships/customXml" Target="../ink/ink1599.xml"/><Relationship Id="rId365" Type="http://schemas.openxmlformats.org/officeDocument/2006/relationships/image" Target="../media/image1676.png"/><Relationship Id="rId572" Type="http://schemas.openxmlformats.org/officeDocument/2006/relationships/customXml" Target="../ink/ink1864.xml"/><Relationship Id="rId1216" Type="http://schemas.openxmlformats.org/officeDocument/2006/relationships/image" Target="../media/image2089.png"/><Relationship Id="rId225" Type="http://schemas.openxmlformats.org/officeDocument/2006/relationships/image" Target="../media/image1611.png"/><Relationship Id="rId432" Type="http://schemas.openxmlformats.org/officeDocument/2006/relationships/image" Target="../media/image1709.png"/><Relationship Id="rId877" Type="http://schemas.openxmlformats.org/officeDocument/2006/relationships/image" Target="../media/image1925.png"/><Relationship Id="rId1062" Type="http://schemas.openxmlformats.org/officeDocument/2006/relationships/image" Target="../media/image2015.png"/><Relationship Id="rId737" Type="http://schemas.openxmlformats.org/officeDocument/2006/relationships/image" Target="../media/image1857.png"/><Relationship Id="rId944" Type="http://schemas.openxmlformats.org/officeDocument/2006/relationships/image" Target="../media/image1958.png"/><Relationship Id="rId73" Type="http://schemas.openxmlformats.org/officeDocument/2006/relationships/image" Target="../media/image1539.png"/><Relationship Id="rId169" Type="http://schemas.openxmlformats.org/officeDocument/2006/relationships/customXml" Target="../ink/ink1654.xml"/><Relationship Id="rId376" Type="http://schemas.openxmlformats.org/officeDocument/2006/relationships/customXml" Target="../ink/ink1765.xml"/><Relationship Id="rId583" Type="http://schemas.openxmlformats.org/officeDocument/2006/relationships/image" Target="../media/image1783.png"/><Relationship Id="rId790" Type="http://schemas.openxmlformats.org/officeDocument/2006/relationships/customXml" Target="../ink/ink1976.xml"/><Relationship Id="rId804" Type="http://schemas.openxmlformats.org/officeDocument/2006/relationships/customXml" Target="../ink/ink1983.xml"/><Relationship Id="rId1227" Type="http://schemas.openxmlformats.org/officeDocument/2006/relationships/customXml" Target="../ink/ink2202.xml"/><Relationship Id="rId4" Type="http://schemas.openxmlformats.org/officeDocument/2006/relationships/customXml" Target="../ink/ink1570.xml"/><Relationship Id="rId236" Type="http://schemas.openxmlformats.org/officeDocument/2006/relationships/image" Target="../media/image1616.png"/><Relationship Id="rId443" Type="http://schemas.openxmlformats.org/officeDocument/2006/relationships/customXml" Target="../ink/ink1799.xml"/><Relationship Id="rId650" Type="http://schemas.openxmlformats.org/officeDocument/2006/relationships/customXml" Target="../ink/ink1904.xml"/><Relationship Id="rId888" Type="http://schemas.openxmlformats.org/officeDocument/2006/relationships/customXml" Target="../ink/ink2027.xml"/><Relationship Id="rId1073" Type="http://schemas.openxmlformats.org/officeDocument/2006/relationships/image" Target="../media/image2020.png"/><Relationship Id="rId1280" Type="http://schemas.openxmlformats.org/officeDocument/2006/relationships/customXml" Target="../ink/ink2229.xml"/><Relationship Id="rId303" Type="http://schemas.openxmlformats.org/officeDocument/2006/relationships/customXml" Target="../ink/ink1727.xml"/><Relationship Id="rId748" Type="http://schemas.openxmlformats.org/officeDocument/2006/relationships/customXml" Target="../ink/ink1955.xml"/><Relationship Id="rId955" Type="http://schemas.openxmlformats.org/officeDocument/2006/relationships/customXml" Target="../ink/ink2061.xml"/><Relationship Id="rId1140" Type="http://schemas.openxmlformats.org/officeDocument/2006/relationships/image" Target="../media/image2053.png"/><Relationship Id="rId84" Type="http://schemas.openxmlformats.org/officeDocument/2006/relationships/customXml" Target="../ink/ink1610.xml"/><Relationship Id="rId387" Type="http://schemas.openxmlformats.org/officeDocument/2006/relationships/image" Target="../media/image1687.png"/><Relationship Id="rId510" Type="http://schemas.openxmlformats.org/officeDocument/2006/relationships/image" Target="../media/image1748.png"/><Relationship Id="rId594" Type="http://schemas.openxmlformats.org/officeDocument/2006/relationships/customXml" Target="../ink/ink1875.xml"/><Relationship Id="rId608" Type="http://schemas.openxmlformats.org/officeDocument/2006/relationships/customXml" Target="../ink/ink1882.xml"/><Relationship Id="rId815" Type="http://schemas.openxmlformats.org/officeDocument/2006/relationships/customXml" Target="../ink/ink1989.xml"/><Relationship Id="rId1238" Type="http://schemas.openxmlformats.org/officeDocument/2006/relationships/image" Target="../media/image2100.png"/><Relationship Id="rId247" Type="http://schemas.openxmlformats.org/officeDocument/2006/relationships/customXml" Target="../ink/ink1697.xml"/><Relationship Id="rId899" Type="http://schemas.openxmlformats.org/officeDocument/2006/relationships/customXml" Target="../ink/ink2033.xml"/><Relationship Id="rId1000" Type="http://schemas.openxmlformats.org/officeDocument/2006/relationships/customXml" Target="../ink/ink2084.xml"/><Relationship Id="rId1084" Type="http://schemas.openxmlformats.org/officeDocument/2006/relationships/customXml" Target="../ink/ink2128.xml"/><Relationship Id="rId1305" Type="http://schemas.openxmlformats.org/officeDocument/2006/relationships/image" Target="../media/image2133.png"/><Relationship Id="rId107" Type="http://schemas.openxmlformats.org/officeDocument/2006/relationships/image" Target="../media/image1556.png"/><Relationship Id="rId454" Type="http://schemas.openxmlformats.org/officeDocument/2006/relationships/image" Target="../media/image1720.png"/><Relationship Id="rId661" Type="http://schemas.openxmlformats.org/officeDocument/2006/relationships/image" Target="../media/image1821.png"/><Relationship Id="rId759" Type="http://schemas.openxmlformats.org/officeDocument/2006/relationships/image" Target="../media/image1868.png"/><Relationship Id="rId966" Type="http://schemas.openxmlformats.org/officeDocument/2006/relationships/image" Target="../media/image1969.png"/><Relationship Id="rId1291" Type="http://schemas.openxmlformats.org/officeDocument/2006/relationships/image" Target="../media/image2126.png"/><Relationship Id="rId11" Type="http://schemas.openxmlformats.org/officeDocument/2006/relationships/image" Target="../media/image1509.png"/><Relationship Id="rId314" Type="http://schemas.openxmlformats.org/officeDocument/2006/relationships/image" Target="../media/image1652.png"/><Relationship Id="rId398" Type="http://schemas.openxmlformats.org/officeDocument/2006/relationships/image" Target="../media/image1692.png"/><Relationship Id="rId521" Type="http://schemas.openxmlformats.org/officeDocument/2006/relationships/customXml" Target="../ink/ink1838.xml"/><Relationship Id="rId619" Type="http://schemas.openxmlformats.org/officeDocument/2006/relationships/image" Target="../media/image1801.png"/><Relationship Id="rId1151" Type="http://schemas.openxmlformats.org/officeDocument/2006/relationships/image" Target="../media/image2058.png"/><Relationship Id="rId1249" Type="http://schemas.openxmlformats.org/officeDocument/2006/relationships/customXml" Target="../ink/ink2213.xml"/><Relationship Id="rId95" Type="http://schemas.openxmlformats.org/officeDocument/2006/relationships/image" Target="../media/image1550.png"/><Relationship Id="rId160" Type="http://schemas.openxmlformats.org/officeDocument/2006/relationships/customXml" Target="../ink/ink1649.xml"/><Relationship Id="rId826" Type="http://schemas.openxmlformats.org/officeDocument/2006/relationships/image" Target="../media/image1901.png"/><Relationship Id="rId1011" Type="http://schemas.openxmlformats.org/officeDocument/2006/relationships/image" Target="../media/image1991.png"/><Relationship Id="rId1109" Type="http://schemas.openxmlformats.org/officeDocument/2006/relationships/customXml" Target="../ink/ink2141.xml"/><Relationship Id="rId258" Type="http://schemas.openxmlformats.org/officeDocument/2006/relationships/image" Target="../media/image1626.png"/><Relationship Id="rId465" Type="http://schemas.openxmlformats.org/officeDocument/2006/relationships/customXml" Target="../ink/ink1810.xml"/><Relationship Id="rId672" Type="http://schemas.openxmlformats.org/officeDocument/2006/relationships/customXml" Target="../ink/ink1915.xml"/><Relationship Id="rId1095" Type="http://schemas.openxmlformats.org/officeDocument/2006/relationships/image" Target="../media/image2031.png"/><Relationship Id="rId22" Type="http://schemas.openxmlformats.org/officeDocument/2006/relationships/customXml" Target="../ink/ink1579.xml"/><Relationship Id="rId118" Type="http://schemas.openxmlformats.org/officeDocument/2006/relationships/customXml" Target="../ink/ink1627.xml"/><Relationship Id="rId325" Type="http://schemas.openxmlformats.org/officeDocument/2006/relationships/image" Target="../media/image1657.png"/><Relationship Id="rId532" Type="http://schemas.openxmlformats.org/officeDocument/2006/relationships/customXml" Target="../ink/ink1844.xml"/><Relationship Id="rId977" Type="http://schemas.openxmlformats.org/officeDocument/2006/relationships/customXml" Target="../ink/ink2072.xml"/><Relationship Id="rId1162" Type="http://schemas.openxmlformats.org/officeDocument/2006/relationships/image" Target="../media/image2063.png"/><Relationship Id="rId171" Type="http://schemas.openxmlformats.org/officeDocument/2006/relationships/customXml" Target="../ink/ink1655.xml"/><Relationship Id="rId837" Type="http://schemas.openxmlformats.org/officeDocument/2006/relationships/image" Target="../media/image1906.png"/><Relationship Id="rId1022" Type="http://schemas.openxmlformats.org/officeDocument/2006/relationships/customXml" Target="../ink/ink2095.xml"/><Relationship Id="rId269" Type="http://schemas.openxmlformats.org/officeDocument/2006/relationships/customXml" Target="../ink/ink1708.xml"/><Relationship Id="rId476" Type="http://schemas.openxmlformats.org/officeDocument/2006/relationships/image" Target="../media/image1731.png"/><Relationship Id="rId683" Type="http://schemas.openxmlformats.org/officeDocument/2006/relationships/customXml" Target="../ink/ink1921.xml"/><Relationship Id="rId890" Type="http://schemas.openxmlformats.org/officeDocument/2006/relationships/customXml" Target="../ink/ink2028.xml"/><Relationship Id="rId904" Type="http://schemas.openxmlformats.org/officeDocument/2006/relationships/image" Target="../media/image1938.png"/><Relationship Id="rId33" Type="http://schemas.openxmlformats.org/officeDocument/2006/relationships/image" Target="../media/image164.png"/><Relationship Id="rId129" Type="http://schemas.openxmlformats.org/officeDocument/2006/relationships/customXml" Target="../ink/ink1633.xml"/><Relationship Id="rId336" Type="http://schemas.openxmlformats.org/officeDocument/2006/relationships/customXml" Target="../ink/ink1745.xml"/><Relationship Id="rId543" Type="http://schemas.openxmlformats.org/officeDocument/2006/relationships/image" Target="../media/image1764.png"/><Relationship Id="rId988" Type="http://schemas.openxmlformats.org/officeDocument/2006/relationships/image" Target="../media/image1980.png"/><Relationship Id="rId1173" Type="http://schemas.openxmlformats.org/officeDocument/2006/relationships/image" Target="../media/image2068.png"/><Relationship Id="rId182" Type="http://schemas.openxmlformats.org/officeDocument/2006/relationships/customXml" Target="../ink/ink1661.xml"/><Relationship Id="rId403" Type="http://schemas.openxmlformats.org/officeDocument/2006/relationships/customXml" Target="../ink/ink1779.xml"/><Relationship Id="rId750" Type="http://schemas.openxmlformats.org/officeDocument/2006/relationships/customXml" Target="../ink/ink1956.xml"/><Relationship Id="rId848" Type="http://schemas.openxmlformats.org/officeDocument/2006/relationships/image" Target="../media/image1911.png"/><Relationship Id="rId1033" Type="http://schemas.openxmlformats.org/officeDocument/2006/relationships/image" Target="../media/image2002.png"/><Relationship Id="rId487" Type="http://schemas.openxmlformats.org/officeDocument/2006/relationships/customXml" Target="../ink/ink1821.xml"/><Relationship Id="rId610" Type="http://schemas.openxmlformats.org/officeDocument/2006/relationships/customXml" Target="../ink/ink1883.xml"/><Relationship Id="rId694" Type="http://schemas.openxmlformats.org/officeDocument/2006/relationships/image" Target="../media/image1837.png"/><Relationship Id="rId708" Type="http://schemas.openxmlformats.org/officeDocument/2006/relationships/image" Target="../media/image1844.png"/><Relationship Id="rId915" Type="http://schemas.openxmlformats.org/officeDocument/2006/relationships/customXml" Target="../ink/ink2041.xml"/><Relationship Id="rId1240" Type="http://schemas.openxmlformats.org/officeDocument/2006/relationships/image" Target="../media/image2101.png"/><Relationship Id="rId347" Type="http://schemas.openxmlformats.org/officeDocument/2006/relationships/image" Target="../media/image1667.png"/><Relationship Id="rId999" Type="http://schemas.openxmlformats.org/officeDocument/2006/relationships/customXml" Target="../ink/ink2083.xml"/><Relationship Id="rId1100" Type="http://schemas.openxmlformats.org/officeDocument/2006/relationships/customXml" Target="../ink/ink2136.xml"/><Relationship Id="rId1184" Type="http://schemas.openxmlformats.org/officeDocument/2006/relationships/customXml" Target="../ink/ink2180.xml"/><Relationship Id="rId44" Type="http://schemas.openxmlformats.org/officeDocument/2006/relationships/customXml" Target="../ink/ink1590.xml"/><Relationship Id="rId554" Type="http://schemas.openxmlformats.org/officeDocument/2006/relationships/customXml" Target="../ink/ink1855.xml"/><Relationship Id="rId761" Type="http://schemas.openxmlformats.org/officeDocument/2006/relationships/image" Target="../media/image1869.png"/><Relationship Id="rId859" Type="http://schemas.openxmlformats.org/officeDocument/2006/relationships/customXml" Target="../ink/ink2012.xml"/><Relationship Id="rId193" Type="http://schemas.openxmlformats.org/officeDocument/2006/relationships/customXml" Target="../ink/ink1667.xml"/><Relationship Id="rId207" Type="http://schemas.openxmlformats.org/officeDocument/2006/relationships/image" Target="../media/image1603.png"/><Relationship Id="rId414" Type="http://schemas.openxmlformats.org/officeDocument/2006/relationships/image" Target="../media/image1700.png"/><Relationship Id="rId498" Type="http://schemas.openxmlformats.org/officeDocument/2006/relationships/image" Target="../media/image1742.png"/><Relationship Id="rId621" Type="http://schemas.openxmlformats.org/officeDocument/2006/relationships/image" Target="../media/image1802.png"/><Relationship Id="rId1044" Type="http://schemas.openxmlformats.org/officeDocument/2006/relationships/customXml" Target="../ink/ink2107.xml"/><Relationship Id="rId1251" Type="http://schemas.openxmlformats.org/officeDocument/2006/relationships/customXml" Target="../ink/ink2214.xml"/><Relationship Id="rId260" Type="http://schemas.openxmlformats.org/officeDocument/2006/relationships/image" Target="../media/image1627.png"/><Relationship Id="rId719" Type="http://schemas.openxmlformats.org/officeDocument/2006/relationships/image" Target="../media/image1849.png"/><Relationship Id="rId926" Type="http://schemas.openxmlformats.org/officeDocument/2006/relationships/image" Target="../media/image1949.png"/><Relationship Id="rId1111" Type="http://schemas.openxmlformats.org/officeDocument/2006/relationships/customXml" Target="../ink/ink2142.xml"/><Relationship Id="rId55" Type="http://schemas.openxmlformats.org/officeDocument/2006/relationships/image" Target="../media/image1530.png"/><Relationship Id="rId120" Type="http://schemas.openxmlformats.org/officeDocument/2006/relationships/customXml" Target="../ink/ink1628.xml"/><Relationship Id="rId358" Type="http://schemas.openxmlformats.org/officeDocument/2006/relationships/customXml" Target="../ink/ink1756.xml"/><Relationship Id="rId565" Type="http://schemas.openxmlformats.org/officeDocument/2006/relationships/image" Target="../media/image1775.png"/><Relationship Id="rId772" Type="http://schemas.openxmlformats.org/officeDocument/2006/relationships/customXml" Target="../ink/ink1967.xml"/><Relationship Id="rId1195" Type="http://schemas.openxmlformats.org/officeDocument/2006/relationships/customXml" Target="../ink/ink2186.xml"/><Relationship Id="rId1209" Type="http://schemas.openxmlformats.org/officeDocument/2006/relationships/customXml" Target="../ink/ink2193.xml"/><Relationship Id="rId218" Type="http://schemas.openxmlformats.org/officeDocument/2006/relationships/image" Target="../media/image1608.png"/><Relationship Id="rId425" Type="http://schemas.openxmlformats.org/officeDocument/2006/relationships/customXml" Target="../ink/ink1790.xml"/><Relationship Id="rId632" Type="http://schemas.openxmlformats.org/officeDocument/2006/relationships/image" Target="../media/image1807.png"/><Relationship Id="rId1055" Type="http://schemas.openxmlformats.org/officeDocument/2006/relationships/image" Target="../media/image2012.png"/><Relationship Id="rId1262" Type="http://schemas.openxmlformats.org/officeDocument/2006/relationships/image" Target="../media/image2112.png"/><Relationship Id="rId271" Type="http://schemas.openxmlformats.org/officeDocument/2006/relationships/customXml" Target="../ink/ink1709.xml"/><Relationship Id="rId937" Type="http://schemas.openxmlformats.org/officeDocument/2006/relationships/customXml" Target="../ink/ink2052.xml"/><Relationship Id="rId1122" Type="http://schemas.openxmlformats.org/officeDocument/2006/relationships/image" Target="../media/image2044.png"/><Relationship Id="rId66" Type="http://schemas.openxmlformats.org/officeDocument/2006/relationships/customXml" Target="../ink/ink1601.xml"/><Relationship Id="rId131" Type="http://schemas.openxmlformats.org/officeDocument/2006/relationships/customXml" Target="../ink/ink1634.xml"/><Relationship Id="rId369" Type="http://schemas.openxmlformats.org/officeDocument/2006/relationships/image" Target="../media/image1678.png"/><Relationship Id="rId576" Type="http://schemas.openxmlformats.org/officeDocument/2006/relationships/customXml" Target="../ink/ink1866.xml"/><Relationship Id="rId783" Type="http://schemas.openxmlformats.org/officeDocument/2006/relationships/image" Target="../media/image1880.png"/><Relationship Id="rId990" Type="http://schemas.openxmlformats.org/officeDocument/2006/relationships/image" Target="../media/image1981.png"/><Relationship Id="rId229" Type="http://schemas.openxmlformats.org/officeDocument/2006/relationships/image" Target="../media/image1613.png"/><Relationship Id="rId436" Type="http://schemas.openxmlformats.org/officeDocument/2006/relationships/image" Target="../media/image1711.png"/><Relationship Id="rId643" Type="http://schemas.openxmlformats.org/officeDocument/2006/relationships/customXml" Target="../ink/ink1900.xml"/><Relationship Id="rId1066" Type="http://schemas.openxmlformats.org/officeDocument/2006/relationships/image" Target="../media/image2017.png"/><Relationship Id="rId1273" Type="http://schemas.openxmlformats.org/officeDocument/2006/relationships/image" Target="../media/image2117.png"/><Relationship Id="rId850" Type="http://schemas.openxmlformats.org/officeDocument/2006/relationships/image" Target="../media/image1912.png"/><Relationship Id="rId948" Type="http://schemas.openxmlformats.org/officeDocument/2006/relationships/image" Target="../media/image1960.png"/><Relationship Id="rId1133" Type="http://schemas.openxmlformats.org/officeDocument/2006/relationships/customXml" Target="../ink/ink2153.xml"/><Relationship Id="rId77" Type="http://schemas.openxmlformats.org/officeDocument/2006/relationships/image" Target="../media/image1541.png"/><Relationship Id="rId282" Type="http://schemas.openxmlformats.org/officeDocument/2006/relationships/image" Target="../media/image1637.png"/><Relationship Id="rId503" Type="http://schemas.openxmlformats.org/officeDocument/2006/relationships/customXml" Target="../ink/ink1829.xml"/><Relationship Id="rId587" Type="http://schemas.openxmlformats.org/officeDocument/2006/relationships/image" Target="../media/image1785.png"/><Relationship Id="rId710" Type="http://schemas.openxmlformats.org/officeDocument/2006/relationships/image" Target="../media/image1845.png"/><Relationship Id="rId808" Type="http://schemas.openxmlformats.org/officeDocument/2006/relationships/image" Target="../media/image1892.png"/><Relationship Id="rId8" Type="http://schemas.openxmlformats.org/officeDocument/2006/relationships/customXml" Target="../ink/ink1572.xml"/><Relationship Id="rId142" Type="http://schemas.openxmlformats.org/officeDocument/2006/relationships/image" Target="../media/image1573.png"/><Relationship Id="rId447" Type="http://schemas.openxmlformats.org/officeDocument/2006/relationships/customXml" Target="../ink/ink1801.xml"/><Relationship Id="rId794" Type="http://schemas.openxmlformats.org/officeDocument/2006/relationships/customXml" Target="../ink/ink1978.xml"/><Relationship Id="rId1077" Type="http://schemas.openxmlformats.org/officeDocument/2006/relationships/image" Target="../media/image2022.png"/><Relationship Id="rId1200" Type="http://schemas.openxmlformats.org/officeDocument/2006/relationships/image" Target="../media/image2081.png"/><Relationship Id="rId654" Type="http://schemas.openxmlformats.org/officeDocument/2006/relationships/customXml" Target="../ink/ink1906.xml"/><Relationship Id="rId861" Type="http://schemas.openxmlformats.org/officeDocument/2006/relationships/customXml" Target="../ink/ink2013.xml"/><Relationship Id="rId959" Type="http://schemas.openxmlformats.org/officeDocument/2006/relationships/customXml" Target="../ink/ink2063.xml"/><Relationship Id="rId1284" Type="http://schemas.openxmlformats.org/officeDocument/2006/relationships/customXml" Target="../ink/ink2231.xml"/><Relationship Id="rId293" Type="http://schemas.openxmlformats.org/officeDocument/2006/relationships/image" Target="../media/image1642.png"/><Relationship Id="rId307" Type="http://schemas.openxmlformats.org/officeDocument/2006/relationships/customXml" Target="../ink/ink1729.xml"/><Relationship Id="rId514" Type="http://schemas.openxmlformats.org/officeDocument/2006/relationships/image" Target="../media/image1750.png"/><Relationship Id="rId721" Type="http://schemas.openxmlformats.org/officeDocument/2006/relationships/image" Target="../media/image1850.png"/><Relationship Id="rId1144" Type="http://schemas.openxmlformats.org/officeDocument/2006/relationships/image" Target="../media/image2055.png"/><Relationship Id="rId88" Type="http://schemas.openxmlformats.org/officeDocument/2006/relationships/customXml" Target="../ink/ink1612.xml"/><Relationship Id="rId153" Type="http://schemas.openxmlformats.org/officeDocument/2006/relationships/customXml" Target="../ink/ink1645.xml"/><Relationship Id="rId360" Type="http://schemas.openxmlformats.org/officeDocument/2006/relationships/customXml" Target="../ink/ink1757.xml"/><Relationship Id="rId598" Type="http://schemas.openxmlformats.org/officeDocument/2006/relationships/customXml" Target="../ink/ink1877.xml"/><Relationship Id="rId819" Type="http://schemas.openxmlformats.org/officeDocument/2006/relationships/customXml" Target="../ink/ink1991.xml"/><Relationship Id="rId1004" Type="http://schemas.openxmlformats.org/officeDocument/2006/relationships/customXml" Target="../ink/ink2086.xml"/><Relationship Id="rId1211" Type="http://schemas.openxmlformats.org/officeDocument/2006/relationships/customXml" Target="../ink/ink2194.xml"/><Relationship Id="rId220" Type="http://schemas.openxmlformats.org/officeDocument/2006/relationships/customXml" Target="../ink/ink1682.xml"/><Relationship Id="rId458" Type="http://schemas.openxmlformats.org/officeDocument/2006/relationships/image" Target="../media/image1722.png"/><Relationship Id="rId665" Type="http://schemas.openxmlformats.org/officeDocument/2006/relationships/image" Target="../media/image1823.png"/><Relationship Id="rId872" Type="http://schemas.openxmlformats.org/officeDocument/2006/relationships/customXml" Target="../ink/ink2019.xml"/><Relationship Id="rId1088" Type="http://schemas.openxmlformats.org/officeDocument/2006/relationships/customXml" Target="../ink/ink2130.xml"/><Relationship Id="rId1295" Type="http://schemas.openxmlformats.org/officeDocument/2006/relationships/image" Target="../media/image2128.png"/><Relationship Id="rId1309" Type="http://schemas.openxmlformats.org/officeDocument/2006/relationships/image" Target="../media/image2135.png"/><Relationship Id="rId15" Type="http://schemas.openxmlformats.org/officeDocument/2006/relationships/image" Target="../media/image1511.png"/><Relationship Id="rId318" Type="http://schemas.openxmlformats.org/officeDocument/2006/relationships/image" Target="../media/image1654.png"/><Relationship Id="rId525" Type="http://schemas.openxmlformats.org/officeDocument/2006/relationships/customXml" Target="../ink/ink1840.xml"/><Relationship Id="rId732" Type="http://schemas.openxmlformats.org/officeDocument/2006/relationships/customXml" Target="../ink/ink1947.xml"/><Relationship Id="rId1155" Type="http://schemas.openxmlformats.org/officeDocument/2006/relationships/image" Target="../media/image2060.png"/><Relationship Id="rId99" Type="http://schemas.openxmlformats.org/officeDocument/2006/relationships/image" Target="../media/image1552.png"/><Relationship Id="rId164" Type="http://schemas.openxmlformats.org/officeDocument/2006/relationships/customXml" Target="../ink/ink1651.xml"/><Relationship Id="rId371" Type="http://schemas.openxmlformats.org/officeDocument/2006/relationships/image" Target="../media/image1679.png"/><Relationship Id="rId1015" Type="http://schemas.openxmlformats.org/officeDocument/2006/relationships/image" Target="../media/image1993.png"/><Relationship Id="rId1222" Type="http://schemas.openxmlformats.org/officeDocument/2006/relationships/image" Target="../media/image2092.png"/><Relationship Id="rId469" Type="http://schemas.openxmlformats.org/officeDocument/2006/relationships/customXml" Target="../ink/ink1812.xml"/><Relationship Id="rId676" Type="http://schemas.openxmlformats.org/officeDocument/2006/relationships/image" Target="../media/image1828.png"/><Relationship Id="rId883" Type="http://schemas.openxmlformats.org/officeDocument/2006/relationships/image" Target="../media/image1928.png"/><Relationship Id="rId1099" Type="http://schemas.openxmlformats.org/officeDocument/2006/relationships/image" Target="../media/image2033.png"/><Relationship Id="rId26" Type="http://schemas.openxmlformats.org/officeDocument/2006/relationships/customXml" Target="../ink/ink1581.xml"/><Relationship Id="rId231" Type="http://schemas.openxmlformats.org/officeDocument/2006/relationships/image" Target="../media/image1614.png"/><Relationship Id="rId329" Type="http://schemas.openxmlformats.org/officeDocument/2006/relationships/customXml" Target="../ink/ink1741.xml"/><Relationship Id="rId536" Type="http://schemas.openxmlformats.org/officeDocument/2006/relationships/customXml" Target="../ink/ink1846.xml"/><Relationship Id="rId1166" Type="http://schemas.openxmlformats.org/officeDocument/2006/relationships/image" Target="../media/image2065.png"/><Relationship Id="rId175" Type="http://schemas.openxmlformats.org/officeDocument/2006/relationships/customXml" Target="../ink/ink1657.xml"/><Relationship Id="rId743" Type="http://schemas.openxmlformats.org/officeDocument/2006/relationships/image" Target="../media/image1860.png"/><Relationship Id="rId950" Type="http://schemas.openxmlformats.org/officeDocument/2006/relationships/image" Target="../media/image1961.png"/><Relationship Id="rId1026" Type="http://schemas.openxmlformats.org/officeDocument/2006/relationships/customXml" Target="../ink/ink2097.xml"/><Relationship Id="rId382" Type="http://schemas.openxmlformats.org/officeDocument/2006/relationships/customXml" Target="../ink/ink1768.xml"/><Relationship Id="rId603" Type="http://schemas.openxmlformats.org/officeDocument/2006/relationships/image" Target="../media/image1793.png"/><Relationship Id="rId687" Type="http://schemas.openxmlformats.org/officeDocument/2006/relationships/customXml" Target="../ink/ink1923.xml"/><Relationship Id="rId810" Type="http://schemas.openxmlformats.org/officeDocument/2006/relationships/image" Target="../media/image1893.png"/><Relationship Id="rId908" Type="http://schemas.openxmlformats.org/officeDocument/2006/relationships/image" Target="../media/image1940.png"/><Relationship Id="rId1233" Type="http://schemas.openxmlformats.org/officeDocument/2006/relationships/customXml" Target="../ink/ink2205.xml"/><Relationship Id="rId242" Type="http://schemas.openxmlformats.org/officeDocument/2006/relationships/customXml" Target="../ink/ink1694.xml"/><Relationship Id="rId894" Type="http://schemas.openxmlformats.org/officeDocument/2006/relationships/image" Target="../media/image1933.png"/><Relationship Id="rId1177" Type="http://schemas.openxmlformats.org/officeDocument/2006/relationships/image" Target="../media/image2070.png"/><Relationship Id="rId1300" Type="http://schemas.openxmlformats.org/officeDocument/2006/relationships/customXml" Target="../ink/ink2239.xml"/><Relationship Id="rId37" Type="http://schemas.openxmlformats.org/officeDocument/2006/relationships/image" Target="../media/image1521.png"/><Relationship Id="rId102" Type="http://schemas.openxmlformats.org/officeDocument/2006/relationships/customXml" Target="../ink/ink1619.xml"/><Relationship Id="rId547" Type="http://schemas.openxmlformats.org/officeDocument/2006/relationships/image" Target="../media/image1766.png"/><Relationship Id="rId754" Type="http://schemas.openxmlformats.org/officeDocument/2006/relationships/customXml" Target="../ink/ink1958.xml"/><Relationship Id="rId961" Type="http://schemas.openxmlformats.org/officeDocument/2006/relationships/customXml" Target="../ink/ink2064.xml"/><Relationship Id="rId90" Type="http://schemas.openxmlformats.org/officeDocument/2006/relationships/customXml" Target="../ink/ink1613.xml"/><Relationship Id="rId186" Type="http://schemas.openxmlformats.org/officeDocument/2006/relationships/image" Target="../media/image1593.png"/><Relationship Id="rId393" Type="http://schemas.openxmlformats.org/officeDocument/2006/relationships/customXml" Target="../ink/ink1774.xml"/><Relationship Id="rId407" Type="http://schemas.openxmlformats.org/officeDocument/2006/relationships/customXml" Target="../ink/ink1781.xml"/><Relationship Id="rId614" Type="http://schemas.openxmlformats.org/officeDocument/2006/relationships/customXml" Target="../ink/ink1885.xml"/><Relationship Id="rId821" Type="http://schemas.openxmlformats.org/officeDocument/2006/relationships/customXml" Target="../ink/ink1992.xml"/><Relationship Id="rId1037" Type="http://schemas.openxmlformats.org/officeDocument/2006/relationships/customXml" Target="../ink/ink2103.xml"/><Relationship Id="rId1244" Type="http://schemas.openxmlformats.org/officeDocument/2006/relationships/image" Target="../media/image2103.png"/><Relationship Id="rId253" Type="http://schemas.openxmlformats.org/officeDocument/2006/relationships/customXml" Target="../ink/ink1700.xml"/><Relationship Id="rId460" Type="http://schemas.openxmlformats.org/officeDocument/2006/relationships/image" Target="../media/image1723.png"/><Relationship Id="rId698" Type="http://schemas.openxmlformats.org/officeDocument/2006/relationships/image" Target="../media/image1839.png"/><Relationship Id="rId919" Type="http://schemas.openxmlformats.org/officeDocument/2006/relationships/customXml" Target="../ink/ink2043.xml"/><Relationship Id="rId1090" Type="http://schemas.openxmlformats.org/officeDocument/2006/relationships/customXml" Target="../ink/ink2131.xml"/><Relationship Id="rId1104" Type="http://schemas.openxmlformats.org/officeDocument/2006/relationships/image" Target="../media/image2035.png"/><Relationship Id="rId1311" Type="http://schemas.openxmlformats.org/officeDocument/2006/relationships/image" Target="../media/image2136.png"/><Relationship Id="rId48" Type="http://schemas.openxmlformats.org/officeDocument/2006/relationships/customXml" Target="../ink/ink1592.xml"/><Relationship Id="rId113" Type="http://schemas.openxmlformats.org/officeDocument/2006/relationships/image" Target="../media/image1559.png"/><Relationship Id="rId320" Type="http://schemas.openxmlformats.org/officeDocument/2006/relationships/image" Target="../media/image1655.png"/><Relationship Id="rId558" Type="http://schemas.openxmlformats.org/officeDocument/2006/relationships/customXml" Target="../ink/ink1857.xml"/><Relationship Id="rId765" Type="http://schemas.openxmlformats.org/officeDocument/2006/relationships/image" Target="../media/image1871.png"/><Relationship Id="rId972" Type="http://schemas.openxmlformats.org/officeDocument/2006/relationships/image" Target="../media/image1972.png"/><Relationship Id="rId1188" Type="http://schemas.openxmlformats.org/officeDocument/2006/relationships/customXml" Target="../ink/ink2182.xml"/><Relationship Id="rId197" Type="http://schemas.openxmlformats.org/officeDocument/2006/relationships/customXml" Target="../ink/ink1669.xml"/><Relationship Id="rId418" Type="http://schemas.openxmlformats.org/officeDocument/2006/relationships/image" Target="../media/image1702.png"/><Relationship Id="rId625" Type="http://schemas.openxmlformats.org/officeDocument/2006/relationships/customXml" Target="../ink/ink1891.xml"/><Relationship Id="rId832" Type="http://schemas.openxmlformats.org/officeDocument/2006/relationships/image" Target="../media/image1904.png"/><Relationship Id="rId1048" Type="http://schemas.openxmlformats.org/officeDocument/2006/relationships/customXml" Target="../ink/ink2109.xml"/><Relationship Id="rId1255" Type="http://schemas.openxmlformats.org/officeDocument/2006/relationships/customXml" Target="../ink/ink2216.xml"/><Relationship Id="rId264" Type="http://schemas.openxmlformats.org/officeDocument/2006/relationships/image" Target="../media/image1629.png"/><Relationship Id="rId471" Type="http://schemas.openxmlformats.org/officeDocument/2006/relationships/customXml" Target="../ink/ink1813.xml"/><Relationship Id="rId1115" Type="http://schemas.openxmlformats.org/officeDocument/2006/relationships/customXml" Target="../ink/ink2144.xml"/><Relationship Id="rId59" Type="http://schemas.openxmlformats.org/officeDocument/2006/relationships/image" Target="../media/image1532.png"/><Relationship Id="rId124" Type="http://schemas.openxmlformats.org/officeDocument/2006/relationships/customXml" Target="../ink/ink1630.xml"/><Relationship Id="rId569" Type="http://schemas.openxmlformats.org/officeDocument/2006/relationships/image" Target="../media/image407.png"/><Relationship Id="rId776" Type="http://schemas.openxmlformats.org/officeDocument/2006/relationships/customXml" Target="../ink/ink1969.xml"/><Relationship Id="rId983" Type="http://schemas.openxmlformats.org/officeDocument/2006/relationships/customXml" Target="../ink/ink2075.xml"/><Relationship Id="rId1199" Type="http://schemas.openxmlformats.org/officeDocument/2006/relationships/customXml" Target="../ink/ink2188.xml"/><Relationship Id="rId331" Type="http://schemas.openxmlformats.org/officeDocument/2006/relationships/customXml" Target="../ink/ink1742.xml"/><Relationship Id="rId429" Type="http://schemas.openxmlformats.org/officeDocument/2006/relationships/customXml" Target="../ink/ink1792.xml"/><Relationship Id="rId636" Type="http://schemas.openxmlformats.org/officeDocument/2006/relationships/image" Target="../media/image1809.png"/><Relationship Id="rId1059" Type="http://schemas.openxmlformats.org/officeDocument/2006/relationships/image" Target="../media/image2014.png"/><Relationship Id="rId1266" Type="http://schemas.openxmlformats.org/officeDocument/2006/relationships/image" Target="../media/image2114.png"/><Relationship Id="rId843" Type="http://schemas.openxmlformats.org/officeDocument/2006/relationships/image" Target="../media/image1909.png"/><Relationship Id="rId1126" Type="http://schemas.openxmlformats.org/officeDocument/2006/relationships/image" Target="../media/image2046.png"/><Relationship Id="rId275" Type="http://schemas.openxmlformats.org/officeDocument/2006/relationships/image" Target="../media/image1634.png"/><Relationship Id="rId482" Type="http://schemas.openxmlformats.org/officeDocument/2006/relationships/image" Target="../media/image1734.png"/><Relationship Id="rId703" Type="http://schemas.openxmlformats.org/officeDocument/2006/relationships/customXml" Target="../ink/ink1931.xml"/><Relationship Id="rId910" Type="http://schemas.openxmlformats.org/officeDocument/2006/relationships/image" Target="../media/image1941.png"/><Relationship Id="rId135" Type="http://schemas.openxmlformats.org/officeDocument/2006/relationships/customXml" Target="../ink/ink1636.xml"/><Relationship Id="rId342" Type="http://schemas.openxmlformats.org/officeDocument/2006/relationships/customXml" Target="../ink/ink1748.xml"/><Relationship Id="rId787" Type="http://schemas.openxmlformats.org/officeDocument/2006/relationships/image" Target="../media/image1882.png"/><Relationship Id="rId994" Type="http://schemas.openxmlformats.org/officeDocument/2006/relationships/image" Target="../media/image1983.png"/><Relationship Id="rId202" Type="http://schemas.openxmlformats.org/officeDocument/2006/relationships/customXml" Target="../ink/ink1672.xml"/><Relationship Id="rId647" Type="http://schemas.openxmlformats.org/officeDocument/2006/relationships/customXml" Target="../ink/ink1902.xml"/><Relationship Id="rId854" Type="http://schemas.openxmlformats.org/officeDocument/2006/relationships/image" Target="../media/image1914.png"/><Relationship Id="rId1277" Type="http://schemas.openxmlformats.org/officeDocument/2006/relationships/image" Target="../media/image2119.png"/><Relationship Id="rId286" Type="http://schemas.openxmlformats.org/officeDocument/2006/relationships/image" Target="../media/image1639.png"/><Relationship Id="rId493" Type="http://schemas.openxmlformats.org/officeDocument/2006/relationships/customXml" Target="../ink/ink1824.xml"/><Relationship Id="rId507" Type="http://schemas.openxmlformats.org/officeDocument/2006/relationships/customXml" Target="../ink/ink1831.xml"/><Relationship Id="rId714" Type="http://schemas.openxmlformats.org/officeDocument/2006/relationships/customXml" Target="../ink/ink1937.xml"/><Relationship Id="rId921" Type="http://schemas.openxmlformats.org/officeDocument/2006/relationships/customXml" Target="../ink/ink2044.xml"/><Relationship Id="rId1137" Type="http://schemas.openxmlformats.org/officeDocument/2006/relationships/customXml" Target="../ink/ink2155.xml"/><Relationship Id="rId50" Type="http://schemas.openxmlformats.org/officeDocument/2006/relationships/customXml" Target="../ink/ink1593.xml"/><Relationship Id="rId146" Type="http://schemas.openxmlformats.org/officeDocument/2006/relationships/image" Target="../media/image1575.png"/><Relationship Id="rId353" Type="http://schemas.openxmlformats.org/officeDocument/2006/relationships/image" Target="../media/image1670.png"/><Relationship Id="rId560" Type="http://schemas.openxmlformats.org/officeDocument/2006/relationships/customXml" Target="../ink/ink1858.xml"/><Relationship Id="rId798" Type="http://schemas.openxmlformats.org/officeDocument/2006/relationships/customXml" Target="../ink/ink1980.xml"/><Relationship Id="rId1190" Type="http://schemas.openxmlformats.org/officeDocument/2006/relationships/customXml" Target="../ink/ink2183.xml"/><Relationship Id="rId1204" Type="http://schemas.openxmlformats.org/officeDocument/2006/relationships/image" Target="../media/image2083.png"/><Relationship Id="rId213" Type="http://schemas.openxmlformats.org/officeDocument/2006/relationships/image" Target="../media/image1606.png"/><Relationship Id="rId420" Type="http://schemas.openxmlformats.org/officeDocument/2006/relationships/image" Target="../media/image1703.png"/><Relationship Id="rId658" Type="http://schemas.openxmlformats.org/officeDocument/2006/relationships/customXml" Target="../ink/ink1908.xml"/><Relationship Id="rId865" Type="http://schemas.openxmlformats.org/officeDocument/2006/relationships/customXml" Target="../ink/ink2015.xml"/><Relationship Id="rId1050" Type="http://schemas.openxmlformats.org/officeDocument/2006/relationships/customXml" Target="../ink/ink2110.xml"/><Relationship Id="rId1288" Type="http://schemas.openxmlformats.org/officeDocument/2006/relationships/customXml" Target="../ink/ink2233.xml"/><Relationship Id="rId297" Type="http://schemas.openxmlformats.org/officeDocument/2006/relationships/image" Target="../media/image1644.png"/><Relationship Id="rId518" Type="http://schemas.openxmlformats.org/officeDocument/2006/relationships/image" Target="../media/image1752.png"/><Relationship Id="rId725" Type="http://schemas.openxmlformats.org/officeDocument/2006/relationships/image" Target="../media/image1852.png"/><Relationship Id="rId932" Type="http://schemas.openxmlformats.org/officeDocument/2006/relationships/image" Target="../media/image1952.png"/><Relationship Id="rId1148" Type="http://schemas.openxmlformats.org/officeDocument/2006/relationships/customXml" Target="../ink/ink2161.xml"/><Relationship Id="rId157" Type="http://schemas.openxmlformats.org/officeDocument/2006/relationships/customXml" Target="../ink/ink1647.xml"/><Relationship Id="rId364" Type="http://schemas.openxmlformats.org/officeDocument/2006/relationships/customXml" Target="../ink/ink1759.xml"/><Relationship Id="rId1008" Type="http://schemas.openxmlformats.org/officeDocument/2006/relationships/customXml" Target="../ink/ink2088.xml"/><Relationship Id="rId1215" Type="http://schemas.openxmlformats.org/officeDocument/2006/relationships/customXml" Target="../ink/ink2196.xml"/><Relationship Id="rId61" Type="http://schemas.openxmlformats.org/officeDocument/2006/relationships/image" Target="../media/image1533.png"/><Relationship Id="rId571" Type="http://schemas.openxmlformats.org/officeDocument/2006/relationships/image" Target="../media/image1777.png"/><Relationship Id="rId669" Type="http://schemas.openxmlformats.org/officeDocument/2006/relationships/image" Target="../media/image1825.png"/><Relationship Id="rId876" Type="http://schemas.openxmlformats.org/officeDocument/2006/relationships/customXml" Target="../ink/ink2021.xml"/><Relationship Id="rId1299" Type="http://schemas.openxmlformats.org/officeDocument/2006/relationships/image" Target="../media/image2130.png"/><Relationship Id="rId19" Type="http://schemas.openxmlformats.org/officeDocument/2006/relationships/image" Target="../media/image1513.png"/><Relationship Id="rId224" Type="http://schemas.openxmlformats.org/officeDocument/2006/relationships/customXml" Target="../ink/ink1684.xml"/><Relationship Id="rId431" Type="http://schemas.openxmlformats.org/officeDocument/2006/relationships/customXml" Target="../ink/ink1793.xml"/><Relationship Id="rId529" Type="http://schemas.openxmlformats.org/officeDocument/2006/relationships/image" Target="../media/image1757.png"/><Relationship Id="rId736" Type="http://schemas.openxmlformats.org/officeDocument/2006/relationships/customXml" Target="../ink/ink1949.xml"/><Relationship Id="rId1061" Type="http://schemas.openxmlformats.org/officeDocument/2006/relationships/customXml" Target="../ink/ink2116.xml"/><Relationship Id="rId1159" Type="http://schemas.openxmlformats.org/officeDocument/2006/relationships/customXml" Target="../ink/ink2167.xml"/><Relationship Id="rId168" Type="http://schemas.openxmlformats.org/officeDocument/2006/relationships/customXml" Target="../ink/ink1653.xml"/><Relationship Id="rId943" Type="http://schemas.openxmlformats.org/officeDocument/2006/relationships/customXml" Target="../ink/ink2055.xml"/><Relationship Id="rId1019" Type="http://schemas.openxmlformats.org/officeDocument/2006/relationships/image" Target="../media/image1995.png"/><Relationship Id="rId72" Type="http://schemas.openxmlformats.org/officeDocument/2006/relationships/customXml" Target="../ink/ink1604.xml"/><Relationship Id="rId375" Type="http://schemas.openxmlformats.org/officeDocument/2006/relationships/image" Target="../media/image1681.png"/><Relationship Id="rId582" Type="http://schemas.openxmlformats.org/officeDocument/2006/relationships/customXml" Target="../ink/ink1869.xml"/><Relationship Id="rId803" Type="http://schemas.openxmlformats.org/officeDocument/2006/relationships/image" Target="../media/image1890.png"/><Relationship Id="rId1226" Type="http://schemas.openxmlformats.org/officeDocument/2006/relationships/image" Target="../media/image2094.png"/><Relationship Id="rId3" Type="http://schemas.openxmlformats.org/officeDocument/2006/relationships/image" Target="../media/image1505.png"/><Relationship Id="rId235" Type="http://schemas.openxmlformats.org/officeDocument/2006/relationships/customXml" Target="../ink/ink1690.xml"/><Relationship Id="rId442" Type="http://schemas.openxmlformats.org/officeDocument/2006/relationships/image" Target="../media/image1714.png"/><Relationship Id="rId887" Type="http://schemas.openxmlformats.org/officeDocument/2006/relationships/image" Target="../media/image1930.png"/><Relationship Id="rId1072" Type="http://schemas.openxmlformats.org/officeDocument/2006/relationships/customXml" Target="../ink/ink2122.xml"/><Relationship Id="rId302" Type="http://schemas.openxmlformats.org/officeDocument/2006/relationships/customXml" Target="../ink/ink1726.xml"/><Relationship Id="rId747" Type="http://schemas.openxmlformats.org/officeDocument/2006/relationships/image" Target="../media/image1862.png"/><Relationship Id="rId954" Type="http://schemas.openxmlformats.org/officeDocument/2006/relationships/image" Target="../media/image1963.png"/><Relationship Id="rId83" Type="http://schemas.openxmlformats.org/officeDocument/2006/relationships/image" Target="../media/image1544.png"/><Relationship Id="rId179" Type="http://schemas.openxmlformats.org/officeDocument/2006/relationships/image" Target="../media/image1590.png"/><Relationship Id="rId386" Type="http://schemas.openxmlformats.org/officeDocument/2006/relationships/customXml" Target="../ink/ink1770.xml"/><Relationship Id="rId593" Type="http://schemas.openxmlformats.org/officeDocument/2006/relationships/image" Target="../media/image1788.png"/><Relationship Id="rId607" Type="http://schemas.openxmlformats.org/officeDocument/2006/relationships/image" Target="../media/image1795.png"/><Relationship Id="rId814" Type="http://schemas.openxmlformats.org/officeDocument/2006/relationships/image" Target="../media/image1895.png"/><Relationship Id="rId1237" Type="http://schemas.openxmlformats.org/officeDocument/2006/relationships/customXml" Target="../ink/ink2207.xml"/><Relationship Id="rId246" Type="http://schemas.openxmlformats.org/officeDocument/2006/relationships/image" Target="../media/image1620.png"/><Relationship Id="rId453" Type="http://schemas.openxmlformats.org/officeDocument/2006/relationships/customXml" Target="../ink/ink1804.xml"/><Relationship Id="rId660" Type="http://schemas.openxmlformats.org/officeDocument/2006/relationships/customXml" Target="../ink/ink1909.xml"/><Relationship Id="rId898" Type="http://schemas.openxmlformats.org/officeDocument/2006/relationships/image" Target="../media/image1935.png"/><Relationship Id="rId1083" Type="http://schemas.openxmlformats.org/officeDocument/2006/relationships/image" Target="../media/image2025.png"/><Relationship Id="rId1290" Type="http://schemas.openxmlformats.org/officeDocument/2006/relationships/customXml" Target="../ink/ink2234.xml"/><Relationship Id="rId1304" Type="http://schemas.openxmlformats.org/officeDocument/2006/relationships/customXml" Target="../ink/ink2241.xml"/><Relationship Id="rId106" Type="http://schemas.openxmlformats.org/officeDocument/2006/relationships/customXml" Target="../ink/ink1621.xml"/><Relationship Id="rId313" Type="http://schemas.openxmlformats.org/officeDocument/2006/relationships/customXml" Target="../ink/ink1732.xml"/><Relationship Id="rId758" Type="http://schemas.openxmlformats.org/officeDocument/2006/relationships/customXml" Target="../ink/ink1960.xml"/><Relationship Id="rId965" Type="http://schemas.openxmlformats.org/officeDocument/2006/relationships/customXml" Target="../ink/ink2066.xml"/><Relationship Id="rId1150" Type="http://schemas.openxmlformats.org/officeDocument/2006/relationships/customXml" Target="../ink/ink2162.xml"/><Relationship Id="rId10" Type="http://schemas.openxmlformats.org/officeDocument/2006/relationships/customXml" Target="../ink/ink1573.xml"/><Relationship Id="rId94" Type="http://schemas.openxmlformats.org/officeDocument/2006/relationships/customXml" Target="../ink/ink1615.xml"/><Relationship Id="rId397" Type="http://schemas.openxmlformats.org/officeDocument/2006/relationships/customXml" Target="../ink/ink1776.xml"/><Relationship Id="rId520" Type="http://schemas.openxmlformats.org/officeDocument/2006/relationships/image" Target="../media/image1753.png"/><Relationship Id="rId618" Type="http://schemas.openxmlformats.org/officeDocument/2006/relationships/customXml" Target="../ink/ink1887.xml"/><Relationship Id="rId825" Type="http://schemas.openxmlformats.org/officeDocument/2006/relationships/customXml" Target="../ink/ink1994.xml"/><Relationship Id="rId1248" Type="http://schemas.openxmlformats.org/officeDocument/2006/relationships/image" Target="../media/image2105.png"/><Relationship Id="rId257" Type="http://schemas.openxmlformats.org/officeDocument/2006/relationships/customXml" Target="../ink/ink1702.xml"/><Relationship Id="rId464" Type="http://schemas.openxmlformats.org/officeDocument/2006/relationships/image" Target="../media/image1725.png"/><Relationship Id="rId1010" Type="http://schemas.openxmlformats.org/officeDocument/2006/relationships/customXml" Target="../ink/ink2089.xml"/><Relationship Id="rId1094" Type="http://schemas.openxmlformats.org/officeDocument/2006/relationships/customXml" Target="../ink/ink2133.xml"/><Relationship Id="rId1108" Type="http://schemas.openxmlformats.org/officeDocument/2006/relationships/image" Target="../media/image2037.png"/><Relationship Id="rId117" Type="http://schemas.openxmlformats.org/officeDocument/2006/relationships/image" Target="../media/image1561.png"/><Relationship Id="rId671" Type="http://schemas.openxmlformats.org/officeDocument/2006/relationships/image" Target="../media/image1826.png"/><Relationship Id="rId769" Type="http://schemas.openxmlformats.org/officeDocument/2006/relationships/image" Target="../media/image1873.png"/><Relationship Id="rId976" Type="http://schemas.openxmlformats.org/officeDocument/2006/relationships/image" Target="../media/image1974.png"/><Relationship Id="rId324" Type="http://schemas.openxmlformats.org/officeDocument/2006/relationships/customXml" Target="../ink/ink1738.xml"/><Relationship Id="rId531" Type="http://schemas.openxmlformats.org/officeDocument/2006/relationships/image" Target="../media/image1758.png"/><Relationship Id="rId629" Type="http://schemas.openxmlformats.org/officeDocument/2006/relationships/customXml" Target="../ink/ink1893.xml"/><Relationship Id="rId1161" Type="http://schemas.openxmlformats.org/officeDocument/2006/relationships/customXml" Target="../ink/ink2168.xml"/><Relationship Id="rId1259" Type="http://schemas.openxmlformats.org/officeDocument/2006/relationships/customXml" Target="../ink/ink2218.xml"/><Relationship Id="rId836" Type="http://schemas.openxmlformats.org/officeDocument/2006/relationships/customXml" Target="../ink/ink2000.xml"/><Relationship Id="rId1021" Type="http://schemas.openxmlformats.org/officeDocument/2006/relationships/image" Target="../media/image1996.png"/><Relationship Id="rId1119" Type="http://schemas.openxmlformats.org/officeDocument/2006/relationships/customXml" Target="../ink/ink2146.xml"/><Relationship Id="rId903" Type="http://schemas.openxmlformats.org/officeDocument/2006/relationships/customXml" Target="../ink/ink2035.xml"/><Relationship Id="rId32" Type="http://schemas.openxmlformats.org/officeDocument/2006/relationships/customXml" Target="../ink/ink1584.xml"/><Relationship Id="rId181" Type="http://schemas.openxmlformats.org/officeDocument/2006/relationships/image" Target="../media/image1591.png"/><Relationship Id="rId279" Type="http://schemas.openxmlformats.org/officeDocument/2006/relationships/image" Target="../media/image1636.png"/><Relationship Id="rId486" Type="http://schemas.openxmlformats.org/officeDocument/2006/relationships/image" Target="../media/image1736.png"/><Relationship Id="rId693" Type="http://schemas.openxmlformats.org/officeDocument/2006/relationships/customXml" Target="../ink/ink1926.xml"/><Relationship Id="rId139" Type="http://schemas.openxmlformats.org/officeDocument/2006/relationships/customXml" Target="../ink/ink1638.xml"/><Relationship Id="rId346" Type="http://schemas.openxmlformats.org/officeDocument/2006/relationships/customXml" Target="../ink/ink1750.xml"/><Relationship Id="rId553" Type="http://schemas.openxmlformats.org/officeDocument/2006/relationships/image" Target="../media/image1769.png"/><Relationship Id="rId760" Type="http://schemas.openxmlformats.org/officeDocument/2006/relationships/customXml" Target="../ink/ink1961.xml"/><Relationship Id="rId998" Type="http://schemas.openxmlformats.org/officeDocument/2006/relationships/image" Target="../media/image1985.png"/><Relationship Id="rId1183" Type="http://schemas.openxmlformats.org/officeDocument/2006/relationships/image" Target="../media/image2073.png"/><Relationship Id="rId206" Type="http://schemas.openxmlformats.org/officeDocument/2006/relationships/customXml" Target="../ink/ink1674.xml"/><Relationship Id="rId413" Type="http://schemas.openxmlformats.org/officeDocument/2006/relationships/customXml" Target="../ink/ink1784.xml"/><Relationship Id="rId858" Type="http://schemas.openxmlformats.org/officeDocument/2006/relationships/image" Target="../media/image1916.png"/><Relationship Id="rId1043" Type="http://schemas.openxmlformats.org/officeDocument/2006/relationships/customXml" Target="../ink/ink2106.xml"/><Relationship Id="rId620" Type="http://schemas.openxmlformats.org/officeDocument/2006/relationships/customXml" Target="../ink/ink1888.xml"/><Relationship Id="rId718" Type="http://schemas.openxmlformats.org/officeDocument/2006/relationships/customXml" Target="../ink/ink1939.xml"/><Relationship Id="rId925" Type="http://schemas.openxmlformats.org/officeDocument/2006/relationships/customXml" Target="../ink/ink2046.xml"/><Relationship Id="rId1250" Type="http://schemas.openxmlformats.org/officeDocument/2006/relationships/image" Target="../media/image2106.png"/><Relationship Id="rId1110" Type="http://schemas.openxmlformats.org/officeDocument/2006/relationships/image" Target="../media/image2038.png"/><Relationship Id="rId1208" Type="http://schemas.openxmlformats.org/officeDocument/2006/relationships/image" Target="../media/image2085.png"/><Relationship Id="rId54" Type="http://schemas.openxmlformats.org/officeDocument/2006/relationships/customXml" Target="../ink/ink1595.xml"/><Relationship Id="rId270" Type="http://schemas.openxmlformats.org/officeDocument/2006/relationships/image" Target="../media/image1632.png"/><Relationship Id="rId130" Type="http://schemas.openxmlformats.org/officeDocument/2006/relationships/image" Target="../media/image1567.png"/><Relationship Id="rId368" Type="http://schemas.openxmlformats.org/officeDocument/2006/relationships/customXml" Target="../ink/ink1761.xml"/><Relationship Id="rId575" Type="http://schemas.openxmlformats.org/officeDocument/2006/relationships/image" Target="../media/image1779.png"/><Relationship Id="rId782" Type="http://schemas.openxmlformats.org/officeDocument/2006/relationships/customXml" Target="../ink/ink1972.xml"/><Relationship Id="rId228" Type="http://schemas.openxmlformats.org/officeDocument/2006/relationships/customXml" Target="../ink/ink1686.xml"/><Relationship Id="rId435" Type="http://schemas.openxmlformats.org/officeDocument/2006/relationships/customXml" Target="../ink/ink1795.xml"/><Relationship Id="rId642" Type="http://schemas.openxmlformats.org/officeDocument/2006/relationships/image" Target="../media/image1812.png"/><Relationship Id="rId1065" Type="http://schemas.openxmlformats.org/officeDocument/2006/relationships/customXml" Target="../ink/ink2118.xml"/><Relationship Id="rId1272" Type="http://schemas.openxmlformats.org/officeDocument/2006/relationships/customXml" Target="../ink/ink2225.xml"/><Relationship Id="rId502" Type="http://schemas.openxmlformats.org/officeDocument/2006/relationships/image" Target="../media/image1744.png"/><Relationship Id="rId947" Type="http://schemas.openxmlformats.org/officeDocument/2006/relationships/customXml" Target="../ink/ink2057.xml"/><Relationship Id="rId1132" Type="http://schemas.openxmlformats.org/officeDocument/2006/relationships/image" Target="../media/image2049.png"/><Relationship Id="rId76" Type="http://schemas.openxmlformats.org/officeDocument/2006/relationships/customXml" Target="../ink/ink1606.xml"/><Relationship Id="rId807" Type="http://schemas.openxmlformats.org/officeDocument/2006/relationships/customXml" Target="../ink/ink1985.xml"/><Relationship Id="rId292" Type="http://schemas.openxmlformats.org/officeDocument/2006/relationships/customXml" Target="../ink/ink1721.xml"/><Relationship Id="rId597" Type="http://schemas.openxmlformats.org/officeDocument/2006/relationships/image" Target="../media/image1790.png"/><Relationship Id="rId152" Type="http://schemas.openxmlformats.org/officeDocument/2006/relationships/image" Target="../media/image1578.png"/><Relationship Id="rId457" Type="http://schemas.openxmlformats.org/officeDocument/2006/relationships/customXml" Target="../ink/ink1806.xml"/><Relationship Id="rId1087" Type="http://schemas.openxmlformats.org/officeDocument/2006/relationships/image" Target="../media/image2027.png"/><Relationship Id="rId1294" Type="http://schemas.openxmlformats.org/officeDocument/2006/relationships/customXml" Target="../ink/ink2236.xml"/><Relationship Id="rId664" Type="http://schemas.openxmlformats.org/officeDocument/2006/relationships/customXml" Target="../ink/ink1911.xml"/><Relationship Id="rId871" Type="http://schemas.openxmlformats.org/officeDocument/2006/relationships/customXml" Target="../ink/ink2018.xml"/><Relationship Id="rId969" Type="http://schemas.openxmlformats.org/officeDocument/2006/relationships/customXml" Target="../ink/ink2068.xml"/><Relationship Id="rId317" Type="http://schemas.openxmlformats.org/officeDocument/2006/relationships/customXml" Target="../ink/ink1734.xml"/><Relationship Id="rId524" Type="http://schemas.openxmlformats.org/officeDocument/2006/relationships/image" Target="../media/image1755.png"/><Relationship Id="rId731" Type="http://schemas.openxmlformats.org/officeDocument/2006/relationships/customXml" Target="../ink/ink1946.xml"/><Relationship Id="rId1154" Type="http://schemas.openxmlformats.org/officeDocument/2006/relationships/customXml" Target="../ink/ink2164.xml"/><Relationship Id="rId98" Type="http://schemas.openxmlformats.org/officeDocument/2006/relationships/customXml" Target="../ink/ink1617.xml"/><Relationship Id="rId829" Type="http://schemas.openxmlformats.org/officeDocument/2006/relationships/customXml" Target="../ink/ink1996.xml"/><Relationship Id="rId1014" Type="http://schemas.openxmlformats.org/officeDocument/2006/relationships/customXml" Target="../ink/ink2091.xml"/><Relationship Id="rId1221" Type="http://schemas.openxmlformats.org/officeDocument/2006/relationships/customXml" Target="../ink/ink2199.xml"/><Relationship Id="rId25" Type="http://schemas.openxmlformats.org/officeDocument/2006/relationships/image" Target="../media/image1516.png"/><Relationship Id="rId174" Type="http://schemas.openxmlformats.org/officeDocument/2006/relationships/image" Target="../media/image1588.png"/><Relationship Id="rId381" Type="http://schemas.openxmlformats.org/officeDocument/2006/relationships/image" Target="../media/image1684.png"/><Relationship Id="rId241" Type="http://schemas.openxmlformats.org/officeDocument/2006/relationships/image" Target="../media/image1618.png"/><Relationship Id="rId479" Type="http://schemas.openxmlformats.org/officeDocument/2006/relationships/customXml" Target="../ink/ink1817.xml"/><Relationship Id="rId686" Type="http://schemas.openxmlformats.org/officeDocument/2006/relationships/image" Target="../media/image1833.png"/><Relationship Id="rId893" Type="http://schemas.openxmlformats.org/officeDocument/2006/relationships/customXml" Target="../ink/ink2030.xml"/><Relationship Id="rId339" Type="http://schemas.openxmlformats.org/officeDocument/2006/relationships/image" Target="../media/image1663.png"/><Relationship Id="rId546" Type="http://schemas.openxmlformats.org/officeDocument/2006/relationships/customXml" Target="../ink/ink1851.xml"/><Relationship Id="rId753" Type="http://schemas.openxmlformats.org/officeDocument/2006/relationships/image" Target="../media/image1865.png"/><Relationship Id="rId1176" Type="http://schemas.openxmlformats.org/officeDocument/2006/relationships/customXml" Target="../ink/ink2176.xml"/><Relationship Id="rId101" Type="http://schemas.openxmlformats.org/officeDocument/2006/relationships/image" Target="../media/image1553.png"/><Relationship Id="rId406" Type="http://schemas.openxmlformats.org/officeDocument/2006/relationships/image" Target="../media/image1696.png"/><Relationship Id="rId960" Type="http://schemas.openxmlformats.org/officeDocument/2006/relationships/image" Target="../media/image1966.png"/><Relationship Id="rId1036" Type="http://schemas.openxmlformats.org/officeDocument/2006/relationships/image" Target="../media/image2003.png"/><Relationship Id="rId1243" Type="http://schemas.openxmlformats.org/officeDocument/2006/relationships/customXml" Target="../ink/ink2210.xml"/><Relationship Id="rId613" Type="http://schemas.openxmlformats.org/officeDocument/2006/relationships/image" Target="../media/image1798.png"/><Relationship Id="rId820" Type="http://schemas.openxmlformats.org/officeDocument/2006/relationships/image" Target="../media/image1898.png"/><Relationship Id="rId918" Type="http://schemas.openxmlformats.org/officeDocument/2006/relationships/image" Target="../media/image1945.png"/><Relationship Id="rId1103" Type="http://schemas.openxmlformats.org/officeDocument/2006/relationships/customXml" Target="../ink/ink2138.xml"/><Relationship Id="rId1310" Type="http://schemas.openxmlformats.org/officeDocument/2006/relationships/customXml" Target="../ink/ink2244.xml"/><Relationship Id="rId47" Type="http://schemas.openxmlformats.org/officeDocument/2006/relationships/image" Target="../media/image1526.png"/><Relationship Id="rId196" Type="http://schemas.openxmlformats.org/officeDocument/2006/relationships/image" Target="../media/image1598.png"/><Relationship Id="rId263" Type="http://schemas.openxmlformats.org/officeDocument/2006/relationships/customXml" Target="../ink/ink1705.xml"/><Relationship Id="rId470" Type="http://schemas.openxmlformats.org/officeDocument/2006/relationships/image" Target="../media/image1728.png"/><Relationship Id="rId123" Type="http://schemas.openxmlformats.org/officeDocument/2006/relationships/image" Target="../media/image1564.png"/><Relationship Id="rId330" Type="http://schemas.openxmlformats.org/officeDocument/2006/relationships/image" Target="../media/image1659.png"/><Relationship Id="rId568" Type="http://schemas.openxmlformats.org/officeDocument/2006/relationships/customXml" Target="../ink/ink1862.xml"/><Relationship Id="rId775" Type="http://schemas.openxmlformats.org/officeDocument/2006/relationships/image" Target="../media/image1876.png"/><Relationship Id="rId982" Type="http://schemas.openxmlformats.org/officeDocument/2006/relationships/image" Target="../media/image1977.png"/><Relationship Id="rId1198" Type="http://schemas.openxmlformats.org/officeDocument/2006/relationships/image" Target="../media/image2080.png"/><Relationship Id="rId428" Type="http://schemas.openxmlformats.org/officeDocument/2006/relationships/image" Target="../media/image1707.png"/><Relationship Id="rId635" Type="http://schemas.openxmlformats.org/officeDocument/2006/relationships/customXml" Target="../ink/ink1896.xml"/><Relationship Id="rId842" Type="http://schemas.openxmlformats.org/officeDocument/2006/relationships/customXml" Target="../ink/ink2003.xml"/><Relationship Id="rId1058" Type="http://schemas.openxmlformats.org/officeDocument/2006/relationships/customXml" Target="../ink/ink2114.xml"/><Relationship Id="rId1265" Type="http://schemas.openxmlformats.org/officeDocument/2006/relationships/customXml" Target="../ink/ink2221.xml"/><Relationship Id="rId702" Type="http://schemas.openxmlformats.org/officeDocument/2006/relationships/image" Target="../media/image1841.png"/><Relationship Id="rId1125" Type="http://schemas.openxmlformats.org/officeDocument/2006/relationships/customXml" Target="../ink/ink2149.xml"/><Relationship Id="rId69" Type="http://schemas.openxmlformats.org/officeDocument/2006/relationships/image" Target="../media/image1537.png"/><Relationship Id="rId285" Type="http://schemas.openxmlformats.org/officeDocument/2006/relationships/customXml" Target="../ink/ink1717.xml"/><Relationship Id="rId492" Type="http://schemas.openxmlformats.org/officeDocument/2006/relationships/image" Target="../media/image1739.png"/><Relationship Id="rId797" Type="http://schemas.openxmlformats.org/officeDocument/2006/relationships/image" Target="../media/image1887.png"/><Relationship Id="rId145" Type="http://schemas.openxmlformats.org/officeDocument/2006/relationships/customXml" Target="../ink/ink1641.xml"/><Relationship Id="rId352" Type="http://schemas.openxmlformats.org/officeDocument/2006/relationships/customXml" Target="../ink/ink1753.xml"/><Relationship Id="rId1287" Type="http://schemas.openxmlformats.org/officeDocument/2006/relationships/image" Target="../media/image2124.png"/><Relationship Id="rId212" Type="http://schemas.openxmlformats.org/officeDocument/2006/relationships/customXml" Target="../ink/ink1677.xml"/><Relationship Id="rId657" Type="http://schemas.openxmlformats.org/officeDocument/2006/relationships/image" Target="../media/image1819.png"/><Relationship Id="rId864" Type="http://schemas.openxmlformats.org/officeDocument/2006/relationships/image" Target="../media/image1919.png"/><Relationship Id="rId517" Type="http://schemas.openxmlformats.org/officeDocument/2006/relationships/customXml" Target="../ink/ink1836.xml"/><Relationship Id="rId724" Type="http://schemas.openxmlformats.org/officeDocument/2006/relationships/customXml" Target="../ink/ink1942.xml"/><Relationship Id="rId931" Type="http://schemas.openxmlformats.org/officeDocument/2006/relationships/customXml" Target="../ink/ink2049.xml"/><Relationship Id="rId1147" Type="http://schemas.openxmlformats.org/officeDocument/2006/relationships/customXml" Target="../ink/ink2160.xml"/><Relationship Id="rId60" Type="http://schemas.openxmlformats.org/officeDocument/2006/relationships/customXml" Target="../ink/ink1598.xml"/><Relationship Id="rId1007" Type="http://schemas.openxmlformats.org/officeDocument/2006/relationships/image" Target="../media/image1989.png"/><Relationship Id="rId1214" Type="http://schemas.openxmlformats.org/officeDocument/2006/relationships/image" Target="../media/image2088.png"/><Relationship Id="rId18" Type="http://schemas.openxmlformats.org/officeDocument/2006/relationships/customXml" Target="../ink/ink1577.xml"/><Relationship Id="rId167" Type="http://schemas.openxmlformats.org/officeDocument/2006/relationships/image" Target="../media/image1585.png"/><Relationship Id="rId374" Type="http://schemas.openxmlformats.org/officeDocument/2006/relationships/customXml" Target="../ink/ink1764.xml"/><Relationship Id="rId581" Type="http://schemas.openxmlformats.org/officeDocument/2006/relationships/image" Target="../media/image1782.png"/><Relationship Id="rId234" Type="http://schemas.openxmlformats.org/officeDocument/2006/relationships/image" Target="../media/image1615.png"/><Relationship Id="rId679" Type="http://schemas.openxmlformats.org/officeDocument/2006/relationships/customXml" Target="../ink/ink1919.xml"/><Relationship Id="rId886" Type="http://schemas.openxmlformats.org/officeDocument/2006/relationships/customXml" Target="../ink/ink2026.xml"/><Relationship Id="rId2" Type="http://schemas.openxmlformats.org/officeDocument/2006/relationships/customXml" Target="../ink/ink1569.xml"/><Relationship Id="rId441" Type="http://schemas.openxmlformats.org/officeDocument/2006/relationships/customXml" Target="../ink/ink1798.xml"/><Relationship Id="rId539" Type="http://schemas.openxmlformats.org/officeDocument/2006/relationships/image" Target="../media/image1762.png"/><Relationship Id="rId746" Type="http://schemas.openxmlformats.org/officeDocument/2006/relationships/customXml" Target="../ink/ink1954.xml"/><Relationship Id="rId1071" Type="http://schemas.openxmlformats.org/officeDocument/2006/relationships/customXml" Target="../ink/ink2121.xml"/><Relationship Id="rId1169" Type="http://schemas.openxmlformats.org/officeDocument/2006/relationships/customXml" Target="../ink/ink2172.xml"/><Relationship Id="rId301" Type="http://schemas.openxmlformats.org/officeDocument/2006/relationships/image" Target="../media/image1646.png"/><Relationship Id="rId953" Type="http://schemas.openxmlformats.org/officeDocument/2006/relationships/customXml" Target="../ink/ink2060.xml"/><Relationship Id="rId1029" Type="http://schemas.openxmlformats.org/officeDocument/2006/relationships/image" Target="../media/image2000.png"/><Relationship Id="rId1236" Type="http://schemas.openxmlformats.org/officeDocument/2006/relationships/image" Target="../media/image2099.png"/><Relationship Id="rId82" Type="http://schemas.openxmlformats.org/officeDocument/2006/relationships/customXml" Target="../ink/ink1609.xml"/><Relationship Id="rId606" Type="http://schemas.openxmlformats.org/officeDocument/2006/relationships/customXml" Target="../ink/ink1881.xml"/><Relationship Id="rId813" Type="http://schemas.openxmlformats.org/officeDocument/2006/relationships/customXml" Target="../ink/ink1988.xml"/><Relationship Id="rId1303" Type="http://schemas.openxmlformats.org/officeDocument/2006/relationships/image" Target="../media/image2132.png"/><Relationship Id="rId189" Type="http://schemas.openxmlformats.org/officeDocument/2006/relationships/customXml" Target="../ink/ink1665.xml"/><Relationship Id="rId396" Type="http://schemas.openxmlformats.org/officeDocument/2006/relationships/image" Target="../media/image1691.png"/><Relationship Id="rId256" Type="http://schemas.openxmlformats.org/officeDocument/2006/relationships/image" Target="../media/image1625.png"/><Relationship Id="rId463" Type="http://schemas.openxmlformats.org/officeDocument/2006/relationships/customXml" Target="../ink/ink1809.xml"/><Relationship Id="rId670" Type="http://schemas.openxmlformats.org/officeDocument/2006/relationships/customXml" Target="../ink/ink1914.xml"/><Relationship Id="rId1093" Type="http://schemas.openxmlformats.org/officeDocument/2006/relationships/image" Target="../media/image2030.png"/><Relationship Id="rId116" Type="http://schemas.openxmlformats.org/officeDocument/2006/relationships/customXml" Target="../ink/ink1626.xml"/><Relationship Id="rId323" Type="http://schemas.openxmlformats.org/officeDocument/2006/relationships/image" Target="../media/image1656.png"/><Relationship Id="rId530" Type="http://schemas.openxmlformats.org/officeDocument/2006/relationships/customXml" Target="../ink/ink1843.xml"/><Relationship Id="rId768" Type="http://schemas.openxmlformats.org/officeDocument/2006/relationships/customXml" Target="../ink/ink1965.xml"/><Relationship Id="rId975" Type="http://schemas.openxmlformats.org/officeDocument/2006/relationships/customXml" Target="../ink/ink2071.xml"/><Relationship Id="rId1160" Type="http://schemas.openxmlformats.org/officeDocument/2006/relationships/image" Target="../media/image2062.png"/><Relationship Id="rId628" Type="http://schemas.openxmlformats.org/officeDocument/2006/relationships/image" Target="../media/image1805.png"/><Relationship Id="rId835" Type="http://schemas.openxmlformats.org/officeDocument/2006/relationships/customXml" Target="../ink/ink1999.xml"/><Relationship Id="rId1258" Type="http://schemas.openxmlformats.org/officeDocument/2006/relationships/image" Target="../media/image2110.png"/><Relationship Id="rId1020" Type="http://schemas.openxmlformats.org/officeDocument/2006/relationships/customXml" Target="../ink/ink2094.xml"/><Relationship Id="rId1118" Type="http://schemas.openxmlformats.org/officeDocument/2006/relationships/image" Target="../media/image2042.png"/><Relationship Id="rId902" Type="http://schemas.openxmlformats.org/officeDocument/2006/relationships/image" Target="../media/image1937.png"/><Relationship Id="rId31" Type="http://schemas.openxmlformats.org/officeDocument/2006/relationships/image" Target="../media/image1519.png"/><Relationship Id="rId180" Type="http://schemas.openxmlformats.org/officeDocument/2006/relationships/customXml" Target="../ink/ink1660.xml"/><Relationship Id="rId278" Type="http://schemas.openxmlformats.org/officeDocument/2006/relationships/customXml" Target="../ink/ink1713.xml"/><Relationship Id="rId485" Type="http://schemas.openxmlformats.org/officeDocument/2006/relationships/customXml" Target="../ink/ink1820.xml"/><Relationship Id="rId692" Type="http://schemas.openxmlformats.org/officeDocument/2006/relationships/image" Target="../media/image1836.png"/><Relationship Id="rId138" Type="http://schemas.openxmlformats.org/officeDocument/2006/relationships/image" Target="../media/image1571.png"/><Relationship Id="rId345" Type="http://schemas.openxmlformats.org/officeDocument/2006/relationships/image" Target="../media/image1666.png"/><Relationship Id="rId552" Type="http://schemas.openxmlformats.org/officeDocument/2006/relationships/customXml" Target="../ink/ink1854.xml"/><Relationship Id="rId997" Type="http://schemas.openxmlformats.org/officeDocument/2006/relationships/customXml" Target="../ink/ink2082.xml"/><Relationship Id="rId1182" Type="http://schemas.openxmlformats.org/officeDocument/2006/relationships/customXml" Target="../ink/ink2179.xml"/><Relationship Id="rId205" Type="http://schemas.openxmlformats.org/officeDocument/2006/relationships/image" Target="../media/image1602.png"/><Relationship Id="rId412" Type="http://schemas.openxmlformats.org/officeDocument/2006/relationships/image" Target="../media/image1699.png"/><Relationship Id="rId857" Type="http://schemas.openxmlformats.org/officeDocument/2006/relationships/customXml" Target="../ink/ink2011.xml"/><Relationship Id="rId1042" Type="http://schemas.openxmlformats.org/officeDocument/2006/relationships/image" Target="../media/image2006.png"/><Relationship Id="rId717" Type="http://schemas.openxmlformats.org/officeDocument/2006/relationships/image" Target="../media/image1848.png"/><Relationship Id="rId924" Type="http://schemas.openxmlformats.org/officeDocument/2006/relationships/image" Target="../media/image1948.png"/><Relationship Id="rId53" Type="http://schemas.openxmlformats.org/officeDocument/2006/relationships/image" Target="../media/image1529.png"/><Relationship Id="rId1207" Type="http://schemas.openxmlformats.org/officeDocument/2006/relationships/customXml" Target="../ink/ink2192.xml"/><Relationship Id="rId367" Type="http://schemas.openxmlformats.org/officeDocument/2006/relationships/image" Target="../media/image1677.png"/><Relationship Id="rId574" Type="http://schemas.openxmlformats.org/officeDocument/2006/relationships/customXml" Target="../ink/ink1865.xml"/><Relationship Id="rId227" Type="http://schemas.openxmlformats.org/officeDocument/2006/relationships/image" Target="../media/image1612.png"/><Relationship Id="rId781" Type="http://schemas.openxmlformats.org/officeDocument/2006/relationships/image" Target="../media/image1879.png"/><Relationship Id="rId879" Type="http://schemas.openxmlformats.org/officeDocument/2006/relationships/image" Target="../media/image1926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05.xml"/><Relationship Id="rId299" Type="http://schemas.openxmlformats.org/officeDocument/2006/relationships/customXml" Target="../ink/ink2398.xml"/><Relationship Id="rId21" Type="http://schemas.openxmlformats.org/officeDocument/2006/relationships/customXml" Target="../ink/ink2256.xml"/><Relationship Id="rId63" Type="http://schemas.openxmlformats.org/officeDocument/2006/relationships/image" Target="../media/image2166.png"/><Relationship Id="rId159" Type="http://schemas.openxmlformats.org/officeDocument/2006/relationships/image" Target="../media/image2213.png"/><Relationship Id="rId324" Type="http://schemas.openxmlformats.org/officeDocument/2006/relationships/customXml" Target="../ink/ink2411.xml"/><Relationship Id="rId366" Type="http://schemas.openxmlformats.org/officeDocument/2006/relationships/image" Target="../media/image2313.png"/><Relationship Id="rId170" Type="http://schemas.openxmlformats.org/officeDocument/2006/relationships/customXml" Target="../ink/ink2332.xml"/><Relationship Id="rId226" Type="http://schemas.openxmlformats.org/officeDocument/2006/relationships/image" Target="../media/image2245.png"/><Relationship Id="rId433" Type="http://schemas.openxmlformats.org/officeDocument/2006/relationships/image" Target="../media/image2346.png"/><Relationship Id="rId268" Type="http://schemas.openxmlformats.org/officeDocument/2006/relationships/image" Target="../media/image2266.png"/><Relationship Id="rId475" Type="http://schemas.openxmlformats.org/officeDocument/2006/relationships/image" Target="../media/image2367.png"/><Relationship Id="rId32" Type="http://schemas.openxmlformats.org/officeDocument/2006/relationships/customXml" Target="../ink/ink2262.xml"/><Relationship Id="rId74" Type="http://schemas.openxmlformats.org/officeDocument/2006/relationships/image" Target="../media/image2171.png"/><Relationship Id="rId128" Type="http://schemas.openxmlformats.org/officeDocument/2006/relationships/image" Target="../media/image2198.png"/><Relationship Id="rId335" Type="http://schemas.openxmlformats.org/officeDocument/2006/relationships/customXml" Target="../ink/ink2417.xml"/><Relationship Id="rId377" Type="http://schemas.openxmlformats.org/officeDocument/2006/relationships/customXml" Target="../ink/ink2439.xml"/><Relationship Id="rId5" Type="http://schemas.openxmlformats.org/officeDocument/2006/relationships/customXml" Target="../ink/ink2248.xml"/><Relationship Id="rId181" Type="http://schemas.openxmlformats.org/officeDocument/2006/relationships/image" Target="../media/image2224.png"/><Relationship Id="rId237" Type="http://schemas.openxmlformats.org/officeDocument/2006/relationships/customXml" Target="../ink/ink2367.xml"/><Relationship Id="rId402" Type="http://schemas.openxmlformats.org/officeDocument/2006/relationships/image" Target="../media/image2331.png"/><Relationship Id="rId279" Type="http://schemas.openxmlformats.org/officeDocument/2006/relationships/customXml" Target="../ink/ink2388.xml"/><Relationship Id="rId444" Type="http://schemas.openxmlformats.org/officeDocument/2006/relationships/customXml" Target="../ink/ink2473.xml"/><Relationship Id="rId43" Type="http://schemas.openxmlformats.org/officeDocument/2006/relationships/image" Target="../media/image2156.png"/><Relationship Id="rId139" Type="http://schemas.openxmlformats.org/officeDocument/2006/relationships/customXml" Target="../ink/ink2316.xml"/><Relationship Id="rId290" Type="http://schemas.openxmlformats.org/officeDocument/2006/relationships/image" Target="../media/image2277.png"/><Relationship Id="rId304" Type="http://schemas.openxmlformats.org/officeDocument/2006/relationships/customXml" Target="../ink/ink2401.xml"/><Relationship Id="rId346" Type="http://schemas.openxmlformats.org/officeDocument/2006/relationships/customXml" Target="../ink/ink2423.xml"/><Relationship Id="rId388" Type="http://schemas.openxmlformats.org/officeDocument/2006/relationships/image" Target="../media/image2324.png"/><Relationship Id="rId85" Type="http://schemas.openxmlformats.org/officeDocument/2006/relationships/customXml" Target="../ink/ink2289.xml"/><Relationship Id="rId150" Type="http://schemas.openxmlformats.org/officeDocument/2006/relationships/customXml" Target="../ink/ink2322.xml"/><Relationship Id="rId192" Type="http://schemas.openxmlformats.org/officeDocument/2006/relationships/image" Target="../media/image2229.png"/><Relationship Id="rId206" Type="http://schemas.openxmlformats.org/officeDocument/2006/relationships/customXml" Target="../ink/ink2351.xml"/><Relationship Id="rId413" Type="http://schemas.openxmlformats.org/officeDocument/2006/relationships/customXml" Target="../ink/ink2457.xml"/><Relationship Id="rId248" Type="http://schemas.openxmlformats.org/officeDocument/2006/relationships/image" Target="../media/image2256.png"/><Relationship Id="rId455" Type="http://schemas.openxmlformats.org/officeDocument/2006/relationships/image" Target="../media/image2357.png"/><Relationship Id="rId12" Type="http://schemas.openxmlformats.org/officeDocument/2006/relationships/image" Target="../media/image164.png"/><Relationship Id="rId108" Type="http://schemas.openxmlformats.org/officeDocument/2006/relationships/image" Target="../media/image2188.png"/><Relationship Id="rId315" Type="http://schemas.openxmlformats.org/officeDocument/2006/relationships/image" Target="../media/image2289.png"/><Relationship Id="rId357" Type="http://schemas.openxmlformats.org/officeDocument/2006/relationships/image" Target="../media/image2309.png"/><Relationship Id="rId54" Type="http://schemas.openxmlformats.org/officeDocument/2006/relationships/customXml" Target="../ink/ink2273.xml"/><Relationship Id="rId96" Type="http://schemas.openxmlformats.org/officeDocument/2006/relationships/image" Target="../media/image2182.png"/><Relationship Id="rId161" Type="http://schemas.openxmlformats.org/officeDocument/2006/relationships/image" Target="../media/image2214.png"/><Relationship Id="rId217" Type="http://schemas.openxmlformats.org/officeDocument/2006/relationships/customXml" Target="../ink/ink2357.xml"/><Relationship Id="rId399" Type="http://schemas.openxmlformats.org/officeDocument/2006/relationships/customXml" Target="../ink/ink2450.xml"/><Relationship Id="rId259" Type="http://schemas.openxmlformats.org/officeDocument/2006/relationships/customXml" Target="../ink/ink2378.xml"/><Relationship Id="rId424" Type="http://schemas.openxmlformats.org/officeDocument/2006/relationships/image" Target="../media/image2342.png"/><Relationship Id="rId466" Type="http://schemas.openxmlformats.org/officeDocument/2006/relationships/customXml" Target="../ink/ink2484.xml"/><Relationship Id="rId23" Type="http://schemas.openxmlformats.org/officeDocument/2006/relationships/customXml" Target="../ink/ink2257.xml"/><Relationship Id="rId119" Type="http://schemas.openxmlformats.org/officeDocument/2006/relationships/customXml" Target="../ink/ink2306.xml"/><Relationship Id="rId270" Type="http://schemas.openxmlformats.org/officeDocument/2006/relationships/image" Target="../media/image2267.png"/><Relationship Id="rId326" Type="http://schemas.openxmlformats.org/officeDocument/2006/relationships/image" Target="../media/image2294.png"/><Relationship Id="rId65" Type="http://schemas.openxmlformats.org/officeDocument/2006/relationships/image" Target="../media/image2167.png"/><Relationship Id="rId130" Type="http://schemas.openxmlformats.org/officeDocument/2006/relationships/image" Target="../media/image2199.png"/><Relationship Id="rId368" Type="http://schemas.openxmlformats.org/officeDocument/2006/relationships/image" Target="../media/image2314.png"/><Relationship Id="rId172" Type="http://schemas.openxmlformats.org/officeDocument/2006/relationships/customXml" Target="../ink/ink2333.xml"/><Relationship Id="rId228" Type="http://schemas.openxmlformats.org/officeDocument/2006/relationships/image" Target="../media/image2246.png"/><Relationship Id="rId435" Type="http://schemas.openxmlformats.org/officeDocument/2006/relationships/image" Target="../media/image2347.png"/><Relationship Id="rId477" Type="http://schemas.openxmlformats.org/officeDocument/2006/relationships/image" Target="../media/image2368.png"/><Relationship Id="rId281" Type="http://schemas.openxmlformats.org/officeDocument/2006/relationships/customXml" Target="../ink/ink2389.xml"/><Relationship Id="rId337" Type="http://schemas.openxmlformats.org/officeDocument/2006/relationships/image" Target="../media/image2299.png"/><Relationship Id="rId34" Type="http://schemas.openxmlformats.org/officeDocument/2006/relationships/customXml" Target="../ink/ink2263.xml"/><Relationship Id="rId76" Type="http://schemas.openxmlformats.org/officeDocument/2006/relationships/image" Target="../media/image2172.png"/><Relationship Id="rId141" Type="http://schemas.openxmlformats.org/officeDocument/2006/relationships/image" Target="../media/image2204.png"/><Relationship Id="rId379" Type="http://schemas.openxmlformats.org/officeDocument/2006/relationships/customXml" Target="../ink/ink2440.xml"/><Relationship Id="rId7" Type="http://schemas.openxmlformats.org/officeDocument/2006/relationships/customXml" Target="../ink/ink2249.xml"/><Relationship Id="rId183" Type="http://schemas.openxmlformats.org/officeDocument/2006/relationships/image" Target="../media/image2225.png"/><Relationship Id="rId239" Type="http://schemas.openxmlformats.org/officeDocument/2006/relationships/customXml" Target="../ink/ink2368.xml"/><Relationship Id="rId390" Type="http://schemas.openxmlformats.org/officeDocument/2006/relationships/image" Target="../media/image2325.png"/><Relationship Id="rId404" Type="http://schemas.openxmlformats.org/officeDocument/2006/relationships/image" Target="../media/image2332.png"/><Relationship Id="rId446" Type="http://schemas.openxmlformats.org/officeDocument/2006/relationships/customXml" Target="../ink/ink2474.xml"/><Relationship Id="rId250" Type="http://schemas.openxmlformats.org/officeDocument/2006/relationships/image" Target="../media/image2257.png"/><Relationship Id="rId292" Type="http://schemas.openxmlformats.org/officeDocument/2006/relationships/image" Target="../media/image2278.png"/><Relationship Id="rId306" Type="http://schemas.openxmlformats.org/officeDocument/2006/relationships/customXml" Target="../ink/ink2402.xml"/><Relationship Id="rId45" Type="http://schemas.openxmlformats.org/officeDocument/2006/relationships/image" Target="../media/image2157.png"/><Relationship Id="rId87" Type="http://schemas.openxmlformats.org/officeDocument/2006/relationships/customXml" Target="../ink/ink2290.xml"/><Relationship Id="rId110" Type="http://schemas.openxmlformats.org/officeDocument/2006/relationships/image" Target="../media/image2189.png"/><Relationship Id="rId348" Type="http://schemas.openxmlformats.org/officeDocument/2006/relationships/customXml" Target="../ink/ink2424.xml"/><Relationship Id="rId152" Type="http://schemas.openxmlformats.org/officeDocument/2006/relationships/customXml" Target="../ink/ink2323.xml"/><Relationship Id="rId194" Type="http://schemas.openxmlformats.org/officeDocument/2006/relationships/customXml" Target="../ink/ink2345.xml"/><Relationship Id="rId208" Type="http://schemas.openxmlformats.org/officeDocument/2006/relationships/customXml" Target="../ink/ink2352.xml"/><Relationship Id="rId415" Type="http://schemas.openxmlformats.org/officeDocument/2006/relationships/customXml" Target="../ink/ink2458.xml"/><Relationship Id="rId457" Type="http://schemas.openxmlformats.org/officeDocument/2006/relationships/image" Target="../media/image2358.png"/><Relationship Id="rId261" Type="http://schemas.openxmlformats.org/officeDocument/2006/relationships/customXml" Target="../ink/ink2379.xml"/><Relationship Id="rId14" Type="http://schemas.openxmlformats.org/officeDocument/2006/relationships/image" Target="../media/image2142.png"/><Relationship Id="rId56" Type="http://schemas.openxmlformats.org/officeDocument/2006/relationships/customXml" Target="../ink/ink2274.xml"/><Relationship Id="rId317" Type="http://schemas.openxmlformats.org/officeDocument/2006/relationships/image" Target="../media/image2290.png"/><Relationship Id="rId359" Type="http://schemas.openxmlformats.org/officeDocument/2006/relationships/image" Target="../media/image2310.png"/><Relationship Id="rId98" Type="http://schemas.openxmlformats.org/officeDocument/2006/relationships/image" Target="../media/image2183.png"/><Relationship Id="rId121" Type="http://schemas.openxmlformats.org/officeDocument/2006/relationships/customXml" Target="../ink/ink2307.xml"/><Relationship Id="rId163" Type="http://schemas.openxmlformats.org/officeDocument/2006/relationships/image" Target="../media/image2215.png"/><Relationship Id="rId219" Type="http://schemas.openxmlformats.org/officeDocument/2006/relationships/customXml" Target="../ink/ink2358.xml"/><Relationship Id="rId370" Type="http://schemas.openxmlformats.org/officeDocument/2006/relationships/image" Target="../media/image2315.png"/><Relationship Id="rId426" Type="http://schemas.openxmlformats.org/officeDocument/2006/relationships/image" Target="../media/image2343.png"/><Relationship Id="rId230" Type="http://schemas.openxmlformats.org/officeDocument/2006/relationships/image" Target="../media/image2247.png"/><Relationship Id="rId468" Type="http://schemas.openxmlformats.org/officeDocument/2006/relationships/customXml" Target="../ink/ink2485.xml"/><Relationship Id="rId25" Type="http://schemas.openxmlformats.org/officeDocument/2006/relationships/customXml" Target="../ink/ink2258.xml"/><Relationship Id="rId67" Type="http://schemas.openxmlformats.org/officeDocument/2006/relationships/image" Target="../media/image2168.png"/><Relationship Id="rId272" Type="http://schemas.openxmlformats.org/officeDocument/2006/relationships/image" Target="../media/image2268.png"/><Relationship Id="rId328" Type="http://schemas.openxmlformats.org/officeDocument/2006/relationships/image" Target="../media/image2295.png"/><Relationship Id="rId132" Type="http://schemas.openxmlformats.org/officeDocument/2006/relationships/image" Target="../media/image2200.png"/><Relationship Id="rId174" Type="http://schemas.openxmlformats.org/officeDocument/2006/relationships/customXml" Target="../ink/ink2334.xml"/><Relationship Id="rId381" Type="http://schemas.openxmlformats.org/officeDocument/2006/relationships/customXml" Target="../ink/ink2441.xml"/><Relationship Id="rId241" Type="http://schemas.openxmlformats.org/officeDocument/2006/relationships/customXml" Target="../ink/ink2369.xml"/><Relationship Id="rId437" Type="http://schemas.openxmlformats.org/officeDocument/2006/relationships/image" Target="../media/image2348.png"/><Relationship Id="rId479" Type="http://schemas.openxmlformats.org/officeDocument/2006/relationships/image" Target="../media/image2369.png"/><Relationship Id="rId36" Type="http://schemas.openxmlformats.org/officeDocument/2006/relationships/customXml" Target="../ink/ink2264.xml"/><Relationship Id="rId283" Type="http://schemas.openxmlformats.org/officeDocument/2006/relationships/customXml" Target="../ink/ink2390.xml"/><Relationship Id="rId339" Type="http://schemas.openxmlformats.org/officeDocument/2006/relationships/image" Target="../media/image2300.png"/><Relationship Id="rId78" Type="http://schemas.openxmlformats.org/officeDocument/2006/relationships/image" Target="../media/image2173.png"/><Relationship Id="rId101" Type="http://schemas.openxmlformats.org/officeDocument/2006/relationships/customXml" Target="../ink/ink2297.xml"/><Relationship Id="rId143" Type="http://schemas.openxmlformats.org/officeDocument/2006/relationships/image" Target="../media/image2205.png"/><Relationship Id="rId185" Type="http://schemas.openxmlformats.org/officeDocument/2006/relationships/customXml" Target="../ink/ink2340.xml"/><Relationship Id="rId350" Type="http://schemas.openxmlformats.org/officeDocument/2006/relationships/customXml" Target="../ink/ink2425.xml"/><Relationship Id="rId406" Type="http://schemas.openxmlformats.org/officeDocument/2006/relationships/image" Target="../media/image2333.png"/><Relationship Id="rId9" Type="http://schemas.openxmlformats.org/officeDocument/2006/relationships/customXml" Target="../ink/ink2250.xml"/><Relationship Id="rId210" Type="http://schemas.openxmlformats.org/officeDocument/2006/relationships/image" Target="../media/image2237.png"/><Relationship Id="rId392" Type="http://schemas.openxmlformats.org/officeDocument/2006/relationships/image" Target="../media/image2326.png"/><Relationship Id="rId448" Type="http://schemas.openxmlformats.org/officeDocument/2006/relationships/customXml" Target="../ink/ink2475.xml"/><Relationship Id="rId252" Type="http://schemas.openxmlformats.org/officeDocument/2006/relationships/image" Target="../media/image2258.png"/><Relationship Id="rId294" Type="http://schemas.openxmlformats.org/officeDocument/2006/relationships/image" Target="../media/image2279.png"/><Relationship Id="rId308" Type="http://schemas.openxmlformats.org/officeDocument/2006/relationships/customXml" Target="../ink/ink2403.xml"/><Relationship Id="rId47" Type="http://schemas.openxmlformats.org/officeDocument/2006/relationships/image" Target="../media/image2158.png"/><Relationship Id="rId89" Type="http://schemas.openxmlformats.org/officeDocument/2006/relationships/customXml" Target="../ink/ink2291.xml"/><Relationship Id="rId112" Type="http://schemas.openxmlformats.org/officeDocument/2006/relationships/image" Target="../media/image2190.png"/><Relationship Id="rId154" Type="http://schemas.openxmlformats.org/officeDocument/2006/relationships/customXml" Target="../ink/ink2324.xml"/><Relationship Id="rId361" Type="http://schemas.openxmlformats.org/officeDocument/2006/relationships/image" Target="../media/image2311.png"/><Relationship Id="rId196" Type="http://schemas.openxmlformats.org/officeDocument/2006/relationships/customXml" Target="../ink/ink2346.xml"/><Relationship Id="rId417" Type="http://schemas.openxmlformats.org/officeDocument/2006/relationships/customXml" Target="../ink/ink2459.xml"/><Relationship Id="rId459" Type="http://schemas.openxmlformats.org/officeDocument/2006/relationships/image" Target="../media/image2359.png"/><Relationship Id="rId16" Type="http://schemas.openxmlformats.org/officeDocument/2006/relationships/image" Target="../media/image2143.png"/><Relationship Id="rId221" Type="http://schemas.openxmlformats.org/officeDocument/2006/relationships/customXml" Target="../ink/ink2359.xml"/><Relationship Id="rId263" Type="http://schemas.openxmlformats.org/officeDocument/2006/relationships/customXml" Target="../ink/ink2380.xml"/><Relationship Id="rId319" Type="http://schemas.openxmlformats.org/officeDocument/2006/relationships/image" Target="../media/image2291.png"/><Relationship Id="rId470" Type="http://schemas.openxmlformats.org/officeDocument/2006/relationships/customXml" Target="../ink/ink2486.xml"/><Relationship Id="rId58" Type="http://schemas.openxmlformats.org/officeDocument/2006/relationships/customXml" Target="../ink/ink2275.xml"/><Relationship Id="rId123" Type="http://schemas.openxmlformats.org/officeDocument/2006/relationships/customXml" Target="../ink/ink2308.xml"/><Relationship Id="rId330" Type="http://schemas.openxmlformats.org/officeDocument/2006/relationships/image" Target="../media/image2296.png"/><Relationship Id="rId165" Type="http://schemas.openxmlformats.org/officeDocument/2006/relationships/image" Target="../media/image2216.png"/><Relationship Id="rId372" Type="http://schemas.openxmlformats.org/officeDocument/2006/relationships/image" Target="../media/image2316.png"/><Relationship Id="rId428" Type="http://schemas.openxmlformats.org/officeDocument/2006/relationships/image" Target="../media/image2344.png"/><Relationship Id="rId232" Type="http://schemas.openxmlformats.org/officeDocument/2006/relationships/image" Target="../media/image2248.png"/><Relationship Id="rId274" Type="http://schemas.openxmlformats.org/officeDocument/2006/relationships/image" Target="../media/image2269.png"/><Relationship Id="rId481" Type="http://schemas.openxmlformats.org/officeDocument/2006/relationships/image" Target="../media/image2370.png"/><Relationship Id="rId27" Type="http://schemas.openxmlformats.org/officeDocument/2006/relationships/customXml" Target="../ink/ink2259.xml"/><Relationship Id="rId69" Type="http://schemas.openxmlformats.org/officeDocument/2006/relationships/customXml" Target="../ink/ink2281.xml"/><Relationship Id="rId134" Type="http://schemas.openxmlformats.org/officeDocument/2006/relationships/image" Target="../media/image2201.png"/><Relationship Id="rId80" Type="http://schemas.openxmlformats.org/officeDocument/2006/relationships/image" Target="../media/image2174.png"/><Relationship Id="rId176" Type="http://schemas.openxmlformats.org/officeDocument/2006/relationships/customXml" Target="../ink/ink2335.xml"/><Relationship Id="rId341" Type="http://schemas.openxmlformats.org/officeDocument/2006/relationships/image" Target="../media/image2301.png"/><Relationship Id="rId383" Type="http://schemas.openxmlformats.org/officeDocument/2006/relationships/customXml" Target="../ink/ink2442.xml"/><Relationship Id="rId439" Type="http://schemas.openxmlformats.org/officeDocument/2006/relationships/image" Target="../media/image2349.png"/><Relationship Id="rId201" Type="http://schemas.openxmlformats.org/officeDocument/2006/relationships/image" Target="../media/image2233.png"/><Relationship Id="rId243" Type="http://schemas.openxmlformats.org/officeDocument/2006/relationships/customXml" Target="../ink/ink2370.xml"/><Relationship Id="rId285" Type="http://schemas.openxmlformats.org/officeDocument/2006/relationships/customXml" Target="../ink/ink2391.xml"/><Relationship Id="rId450" Type="http://schemas.openxmlformats.org/officeDocument/2006/relationships/customXml" Target="../ink/ink2476.xml"/><Relationship Id="rId38" Type="http://schemas.openxmlformats.org/officeDocument/2006/relationships/customXml" Target="../ink/ink2265.xml"/><Relationship Id="rId103" Type="http://schemas.openxmlformats.org/officeDocument/2006/relationships/customXml" Target="../ink/ink2298.xml"/><Relationship Id="rId310" Type="http://schemas.openxmlformats.org/officeDocument/2006/relationships/customXml" Target="../ink/ink2404.xml"/><Relationship Id="rId91" Type="http://schemas.openxmlformats.org/officeDocument/2006/relationships/customXml" Target="../ink/ink2292.xml"/><Relationship Id="rId145" Type="http://schemas.openxmlformats.org/officeDocument/2006/relationships/image" Target="../media/image2206.png"/><Relationship Id="rId187" Type="http://schemas.openxmlformats.org/officeDocument/2006/relationships/customXml" Target="../ink/ink2341.xml"/><Relationship Id="rId352" Type="http://schemas.openxmlformats.org/officeDocument/2006/relationships/customXml" Target="../ink/ink2426.xml"/><Relationship Id="rId394" Type="http://schemas.openxmlformats.org/officeDocument/2006/relationships/image" Target="../media/image2327.png"/><Relationship Id="rId408" Type="http://schemas.openxmlformats.org/officeDocument/2006/relationships/image" Target="../media/image2334.png"/><Relationship Id="rId212" Type="http://schemas.openxmlformats.org/officeDocument/2006/relationships/image" Target="../media/image2238.png"/><Relationship Id="rId254" Type="http://schemas.openxmlformats.org/officeDocument/2006/relationships/image" Target="../media/image2259.png"/><Relationship Id="rId49" Type="http://schemas.openxmlformats.org/officeDocument/2006/relationships/image" Target="../media/image2159.png"/><Relationship Id="rId114" Type="http://schemas.openxmlformats.org/officeDocument/2006/relationships/image" Target="../media/image2191.png"/><Relationship Id="rId296" Type="http://schemas.openxmlformats.org/officeDocument/2006/relationships/image" Target="../media/image2280.png"/><Relationship Id="rId461" Type="http://schemas.openxmlformats.org/officeDocument/2006/relationships/image" Target="../media/image2360.png"/><Relationship Id="rId60" Type="http://schemas.openxmlformats.org/officeDocument/2006/relationships/customXml" Target="../ink/ink2276.xml"/><Relationship Id="rId156" Type="http://schemas.openxmlformats.org/officeDocument/2006/relationships/customXml" Target="../ink/ink2325.xml"/><Relationship Id="rId198" Type="http://schemas.openxmlformats.org/officeDocument/2006/relationships/customXml" Target="../ink/ink2347.xml"/><Relationship Id="rId321" Type="http://schemas.openxmlformats.org/officeDocument/2006/relationships/image" Target="../media/image2292.png"/><Relationship Id="rId363" Type="http://schemas.openxmlformats.org/officeDocument/2006/relationships/customXml" Target="../ink/ink2432.xml"/><Relationship Id="rId419" Type="http://schemas.openxmlformats.org/officeDocument/2006/relationships/customXml" Target="../ink/ink2460.xml"/><Relationship Id="rId223" Type="http://schemas.openxmlformats.org/officeDocument/2006/relationships/customXml" Target="../ink/ink2360.xml"/><Relationship Id="rId430" Type="http://schemas.openxmlformats.org/officeDocument/2006/relationships/image" Target="../media/image2345.png"/><Relationship Id="rId18" Type="http://schemas.openxmlformats.org/officeDocument/2006/relationships/image" Target="../media/image2144.png"/><Relationship Id="rId265" Type="http://schemas.openxmlformats.org/officeDocument/2006/relationships/customXml" Target="../ink/ink2381.xml"/><Relationship Id="rId472" Type="http://schemas.openxmlformats.org/officeDocument/2006/relationships/customXml" Target="../ink/ink2487.xml"/><Relationship Id="rId125" Type="http://schemas.openxmlformats.org/officeDocument/2006/relationships/customXml" Target="../ink/ink2309.xml"/><Relationship Id="rId167" Type="http://schemas.openxmlformats.org/officeDocument/2006/relationships/image" Target="../media/image2217.png"/><Relationship Id="rId332" Type="http://schemas.openxmlformats.org/officeDocument/2006/relationships/image" Target="../media/image2297.png"/><Relationship Id="rId374" Type="http://schemas.openxmlformats.org/officeDocument/2006/relationships/image" Target="../media/image2317.png"/><Relationship Id="rId71" Type="http://schemas.openxmlformats.org/officeDocument/2006/relationships/customXml" Target="../ink/ink2282.xml"/><Relationship Id="rId234" Type="http://schemas.openxmlformats.org/officeDocument/2006/relationships/image" Target="../media/image2249.png"/><Relationship Id="rId2" Type="http://schemas.openxmlformats.org/officeDocument/2006/relationships/image" Target="../media/image2137.png"/><Relationship Id="rId29" Type="http://schemas.openxmlformats.org/officeDocument/2006/relationships/customXml" Target="../ink/ink2260.xml"/><Relationship Id="rId276" Type="http://schemas.openxmlformats.org/officeDocument/2006/relationships/image" Target="../media/image2270.png"/><Relationship Id="rId441" Type="http://schemas.openxmlformats.org/officeDocument/2006/relationships/image" Target="../media/image2350.png"/><Relationship Id="rId483" Type="http://schemas.openxmlformats.org/officeDocument/2006/relationships/image" Target="../media/image2371.png"/><Relationship Id="rId40" Type="http://schemas.openxmlformats.org/officeDocument/2006/relationships/customXml" Target="../ink/ink2266.xml"/><Relationship Id="rId136" Type="http://schemas.openxmlformats.org/officeDocument/2006/relationships/image" Target="../media/image2202.png"/><Relationship Id="rId178" Type="http://schemas.openxmlformats.org/officeDocument/2006/relationships/customXml" Target="../ink/ink2336.xml"/><Relationship Id="rId301" Type="http://schemas.openxmlformats.org/officeDocument/2006/relationships/customXml" Target="../ink/ink2399.xml"/><Relationship Id="rId343" Type="http://schemas.openxmlformats.org/officeDocument/2006/relationships/image" Target="../media/image2302.png"/><Relationship Id="rId82" Type="http://schemas.openxmlformats.org/officeDocument/2006/relationships/image" Target="../media/image2175.png"/><Relationship Id="rId203" Type="http://schemas.openxmlformats.org/officeDocument/2006/relationships/image" Target="../media/image2234.png"/><Relationship Id="rId385" Type="http://schemas.openxmlformats.org/officeDocument/2006/relationships/customXml" Target="../ink/ink2443.xml"/><Relationship Id="rId245" Type="http://schemas.openxmlformats.org/officeDocument/2006/relationships/customXml" Target="../ink/ink2371.xml"/><Relationship Id="rId287" Type="http://schemas.openxmlformats.org/officeDocument/2006/relationships/customXml" Target="../ink/ink2392.xml"/><Relationship Id="rId410" Type="http://schemas.openxmlformats.org/officeDocument/2006/relationships/image" Target="../media/image2335.png"/><Relationship Id="rId452" Type="http://schemas.openxmlformats.org/officeDocument/2006/relationships/customXml" Target="../ink/ink2477.xml"/><Relationship Id="rId105" Type="http://schemas.openxmlformats.org/officeDocument/2006/relationships/customXml" Target="../ink/ink2299.xml"/><Relationship Id="rId147" Type="http://schemas.openxmlformats.org/officeDocument/2006/relationships/image" Target="../media/image2207.png"/><Relationship Id="rId312" Type="http://schemas.openxmlformats.org/officeDocument/2006/relationships/customXml" Target="../ink/ink2405.xml"/><Relationship Id="rId354" Type="http://schemas.openxmlformats.org/officeDocument/2006/relationships/customXml" Target="../ink/ink2427.xml"/><Relationship Id="rId51" Type="http://schemas.openxmlformats.org/officeDocument/2006/relationships/image" Target="../media/image2160.png"/><Relationship Id="rId93" Type="http://schemas.openxmlformats.org/officeDocument/2006/relationships/customXml" Target="../ink/ink2293.xml"/><Relationship Id="rId189" Type="http://schemas.openxmlformats.org/officeDocument/2006/relationships/customXml" Target="../ink/ink2342.xml"/><Relationship Id="rId396" Type="http://schemas.openxmlformats.org/officeDocument/2006/relationships/image" Target="../media/image2328.png"/><Relationship Id="rId3" Type="http://schemas.openxmlformats.org/officeDocument/2006/relationships/customXml" Target="../ink/ink2247.xml"/><Relationship Id="rId214" Type="http://schemas.openxmlformats.org/officeDocument/2006/relationships/image" Target="../media/image2239.png"/><Relationship Id="rId235" Type="http://schemas.openxmlformats.org/officeDocument/2006/relationships/customXml" Target="../ink/ink2366.xml"/><Relationship Id="rId256" Type="http://schemas.openxmlformats.org/officeDocument/2006/relationships/image" Target="../media/image2260.png"/><Relationship Id="rId277" Type="http://schemas.openxmlformats.org/officeDocument/2006/relationships/customXml" Target="../ink/ink2387.xml"/><Relationship Id="rId298" Type="http://schemas.openxmlformats.org/officeDocument/2006/relationships/image" Target="../media/image2281.png"/><Relationship Id="rId400" Type="http://schemas.openxmlformats.org/officeDocument/2006/relationships/image" Target="../media/image2330.png"/><Relationship Id="rId421" Type="http://schemas.openxmlformats.org/officeDocument/2006/relationships/customXml" Target="../ink/ink2461.xml"/><Relationship Id="rId442" Type="http://schemas.openxmlformats.org/officeDocument/2006/relationships/customXml" Target="../ink/ink2472.xml"/><Relationship Id="rId463" Type="http://schemas.openxmlformats.org/officeDocument/2006/relationships/image" Target="../media/image2361.png"/><Relationship Id="rId484" Type="http://schemas.openxmlformats.org/officeDocument/2006/relationships/customXml" Target="../ink/ink2493.xml"/><Relationship Id="rId116" Type="http://schemas.openxmlformats.org/officeDocument/2006/relationships/image" Target="../media/image2192.png"/><Relationship Id="rId137" Type="http://schemas.openxmlformats.org/officeDocument/2006/relationships/customXml" Target="../ink/ink2315.xml"/><Relationship Id="rId158" Type="http://schemas.openxmlformats.org/officeDocument/2006/relationships/customXml" Target="../ink/ink2326.xml"/><Relationship Id="rId302" Type="http://schemas.openxmlformats.org/officeDocument/2006/relationships/image" Target="../media/image2283.png"/><Relationship Id="rId323" Type="http://schemas.openxmlformats.org/officeDocument/2006/relationships/image" Target="../media/image2293.png"/><Relationship Id="rId344" Type="http://schemas.openxmlformats.org/officeDocument/2006/relationships/customXml" Target="../ink/ink2422.xml"/><Relationship Id="rId20" Type="http://schemas.openxmlformats.org/officeDocument/2006/relationships/image" Target="../media/image2145.png"/><Relationship Id="rId41" Type="http://schemas.openxmlformats.org/officeDocument/2006/relationships/image" Target="../media/image2155.png"/><Relationship Id="rId62" Type="http://schemas.openxmlformats.org/officeDocument/2006/relationships/customXml" Target="../ink/ink2277.xml"/><Relationship Id="rId83" Type="http://schemas.openxmlformats.org/officeDocument/2006/relationships/customXml" Target="../ink/ink2288.xml"/><Relationship Id="rId179" Type="http://schemas.openxmlformats.org/officeDocument/2006/relationships/image" Target="../media/image2223.png"/><Relationship Id="rId365" Type="http://schemas.openxmlformats.org/officeDocument/2006/relationships/customXml" Target="../ink/ink2433.xml"/><Relationship Id="rId386" Type="http://schemas.openxmlformats.org/officeDocument/2006/relationships/image" Target="../media/image2323.png"/><Relationship Id="rId190" Type="http://schemas.openxmlformats.org/officeDocument/2006/relationships/image" Target="../media/image2228.png"/><Relationship Id="rId204" Type="http://schemas.openxmlformats.org/officeDocument/2006/relationships/customXml" Target="../ink/ink2350.xml"/><Relationship Id="rId225" Type="http://schemas.openxmlformats.org/officeDocument/2006/relationships/customXml" Target="../ink/ink2361.xml"/><Relationship Id="rId246" Type="http://schemas.openxmlformats.org/officeDocument/2006/relationships/image" Target="../media/image2255.png"/><Relationship Id="rId267" Type="http://schemas.openxmlformats.org/officeDocument/2006/relationships/customXml" Target="../ink/ink2382.xml"/><Relationship Id="rId288" Type="http://schemas.openxmlformats.org/officeDocument/2006/relationships/image" Target="../media/image2276.png"/><Relationship Id="rId411" Type="http://schemas.openxmlformats.org/officeDocument/2006/relationships/customXml" Target="../ink/ink2456.xml"/><Relationship Id="rId432" Type="http://schemas.openxmlformats.org/officeDocument/2006/relationships/customXml" Target="../ink/ink2467.xml"/><Relationship Id="rId453" Type="http://schemas.openxmlformats.org/officeDocument/2006/relationships/image" Target="../media/image2356.png"/><Relationship Id="rId474" Type="http://schemas.openxmlformats.org/officeDocument/2006/relationships/customXml" Target="../ink/ink2488.xml"/><Relationship Id="rId106" Type="http://schemas.openxmlformats.org/officeDocument/2006/relationships/image" Target="../media/image2187.png"/><Relationship Id="rId127" Type="http://schemas.openxmlformats.org/officeDocument/2006/relationships/customXml" Target="../ink/ink2310.xml"/><Relationship Id="rId313" Type="http://schemas.openxmlformats.org/officeDocument/2006/relationships/image" Target="../media/image2288.png"/><Relationship Id="rId10" Type="http://schemas.openxmlformats.org/officeDocument/2006/relationships/image" Target="../media/image2141.png"/><Relationship Id="rId31" Type="http://schemas.openxmlformats.org/officeDocument/2006/relationships/image" Target="../media/image2150.png"/><Relationship Id="rId52" Type="http://schemas.openxmlformats.org/officeDocument/2006/relationships/customXml" Target="../ink/ink2272.xml"/><Relationship Id="rId73" Type="http://schemas.openxmlformats.org/officeDocument/2006/relationships/customXml" Target="../ink/ink2283.xml"/><Relationship Id="rId94" Type="http://schemas.openxmlformats.org/officeDocument/2006/relationships/image" Target="../media/image2181.png"/><Relationship Id="rId148" Type="http://schemas.openxmlformats.org/officeDocument/2006/relationships/customXml" Target="../ink/ink2321.xml"/><Relationship Id="rId169" Type="http://schemas.openxmlformats.org/officeDocument/2006/relationships/image" Target="../media/image2218.png"/><Relationship Id="rId334" Type="http://schemas.openxmlformats.org/officeDocument/2006/relationships/image" Target="../media/image2298.png"/><Relationship Id="rId355" Type="http://schemas.openxmlformats.org/officeDocument/2006/relationships/image" Target="../media/image2308.png"/><Relationship Id="rId376" Type="http://schemas.openxmlformats.org/officeDocument/2006/relationships/image" Target="../media/image2318.png"/><Relationship Id="rId397" Type="http://schemas.openxmlformats.org/officeDocument/2006/relationships/customXml" Target="../ink/ink2449.xml"/><Relationship Id="rId4" Type="http://schemas.openxmlformats.org/officeDocument/2006/relationships/image" Target="../media/image2138.png"/><Relationship Id="rId180" Type="http://schemas.openxmlformats.org/officeDocument/2006/relationships/customXml" Target="../ink/ink2337.xml"/><Relationship Id="rId215" Type="http://schemas.openxmlformats.org/officeDocument/2006/relationships/customXml" Target="../ink/ink2356.xml"/><Relationship Id="rId236" Type="http://schemas.openxmlformats.org/officeDocument/2006/relationships/image" Target="../media/image2250.png"/><Relationship Id="rId257" Type="http://schemas.openxmlformats.org/officeDocument/2006/relationships/customXml" Target="../ink/ink2377.xml"/><Relationship Id="rId278" Type="http://schemas.openxmlformats.org/officeDocument/2006/relationships/image" Target="../media/image2271.png"/><Relationship Id="rId401" Type="http://schemas.openxmlformats.org/officeDocument/2006/relationships/customXml" Target="../ink/ink2451.xml"/><Relationship Id="rId422" Type="http://schemas.openxmlformats.org/officeDocument/2006/relationships/image" Target="../media/image2341.png"/><Relationship Id="rId443" Type="http://schemas.openxmlformats.org/officeDocument/2006/relationships/image" Target="../media/image2351.png"/><Relationship Id="rId464" Type="http://schemas.openxmlformats.org/officeDocument/2006/relationships/customXml" Target="../ink/ink2483.xml"/><Relationship Id="rId303" Type="http://schemas.openxmlformats.org/officeDocument/2006/relationships/customXml" Target="../ink/ink2400.xml"/><Relationship Id="rId42" Type="http://schemas.openxmlformats.org/officeDocument/2006/relationships/customXml" Target="../ink/ink2267.xml"/><Relationship Id="rId84" Type="http://schemas.openxmlformats.org/officeDocument/2006/relationships/image" Target="../media/image2176.png"/><Relationship Id="rId138" Type="http://schemas.openxmlformats.org/officeDocument/2006/relationships/image" Target="../media/image2203.png"/><Relationship Id="rId345" Type="http://schemas.openxmlformats.org/officeDocument/2006/relationships/image" Target="../media/image2303.png"/><Relationship Id="rId387" Type="http://schemas.openxmlformats.org/officeDocument/2006/relationships/customXml" Target="../ink/ink2444.xml"/><Relationship Id="rId191" Type="http://schemas.openxmlformats.org/officeDocument/2006/relationships/customXml" Target="../ink/ink2343.xml"/><Relationship Id="rId205" Type="http://schemas.openxmlformats.org/officeDocument/2006/relationships/image" Target="../media/image2235.png"/><Relationship Id="rId247" Type="http://schemas.openxmlformats.org/officeDocument/2006/relationships/customXml" Target="../ink/ink2372.xml"/><Relationship Id="rId412" Type="http://schemas.openxmlformats.org/officeDocument/2006/relationships/image" Target="../media/image2336.png"/><Relationship Id="rId107" Type="http://schemas.openxmlformats.org/officeDocument/2006/relationships/customXml" Target="../ink/ink2300.xml"/><Relationship Id="rId289" Type="http://schemas.openxmlformats.org/officeDocument/2006/relationships/customXml" Target="../ink/ink2393.xml"/><Relationship Id="rId454" Type="http://schemas.openxmlformats.org/officeDocument/2006/relationships/customXml" Target="../ink/ink2478.xml"/><Relationship Id="rId11" Type="http://schemas.openxmlformats.org/officeDocument/2006/relationships/customXml" Target="../ink/ink2251.xml"/><Relationship Id="rId53" Type="http://schemas.openxmlformats.org/officeDocument/2006/relationships/image" Target="../media/image2161.png"/><Relationship Id="rId149" Type="http://schemas.openxmlformats.org/officeDocument/2006/relationships/image" Target="../media/image2208.png"/><Relationship Id="rId314" Type="http://schemas.openxmlformats.org/officeDocument/2006/relationships/customXml" Target="../ink/ink2406.xml"/><Relationship Id="rId356" Type="http://schemas.openxmlformats.org/officeDocument/2006/relationships/customXml" Target="../ink/ink2428.xml"/><Relationship Id="rId398" Type="http://schemas.openxmlformats.org/officeDocument/2006/relationships/image" Target="../media/image2329.png"/><Relationship Id="rId95" Type="http://schemas.openxmlformats.org/officeDocument/2006/relationships/customXml" Target="../ink/ink2294.xml"/><Relationship Id="rId160" Type="http://schemas.openxmlformats.org/officeDocument/2006/relationships/customXml" Target="../ink/ink2327.xml"/><Relationship Id="rId216" Type="http://schemas.openxmlformats.org/officeDocument/2006/relationships/image" Target="../media/image2240.png"/><Relationship Id="rId423" Type="http://schemas.openxmlformats.org/officeDocument/2006/relationships/customXml" Target="../ink/ink2462.xml"/><Relationship Id="rId258" Type="http://schemas.openxmlformats.org/officeDocument/2006/relationships/image" Target="../media/image2261.png"/><Relationship Id="rId465" Type="http://schemas.openxmlformats.org/officeDocument/2006/relationships/image" Target="../media/image2362.png"/><Relationship Id="rId22" Type="http://schemas.openxmlformats.org/officeDocument/2006/relationships/image" Target="../media/image2146.png"/><Relationship Id="rId64" Type="http://schemas.openxmlformats.org/officeDocument/2006/relationships/customXml" Target="../ink/ink2278.xml"/><Relationship Id="rId118" Type="http://schemas.openxmlformats.org/officeDocument/2006/relationships/image" Target="../media/image2193.png"/><Relationship Id="rId325" Type="http://schemas.openxmlformats.org/officeDocument/2006/relationships/customXml" Target="../ink/ink2412.xml"/><Relationship Id="rId367" Type="http://schemas.openxmlformats.org/officeDocument/2006/relationships/customXml" Target="../ink/ink2434.xml"/><Relationship Id="rId171" Type="http://schemas.openxmlformats.org/officeDocument/2006/relationships/image" Target="../media/image2219.png"/><Relationship Id="rId227" Type="http://schemas.openxmlformats.org/officeDocument/2006/relationships/customXml" Target="../ink/ink2362.xml"/><Relationship Id="rId269" Type="http://schemas.openxmlformats.org/officeDocument/2006/relationships/customXml" Target="../ink/ink2383.xml"/><Relationship Id="rId434" Type="http://schemas.openxmlformats.org/officeDocument/2006/relationships/customXml" Target="../ink/ink2468.xml"/><Relationship Id="rId476" Type="http://schemas.openxmlformats.org/officeDocument/2006/relationships/customXml" Target="../ink/ink2489.xml"/><Relationship Id="rId33" Type="http://schemas.openxmlformats.org/officeDocument/2006/relationships/image" Target="../media/image2151.png"/><Relationship Id="rId129" Type="http://schemas.openxmlformats.org/officeDocument/2006/relationships/customXml" Target="../ink/ink2311.xml"/><Relationship Id="rId280" Type="http://schemas.openxmlformats.org/officeDocument/2006/relationships/image" Target="../media/image2272.png"/><Relationship Id="rId336" Type="http://schemas.openxmlformats.org/officeDocument/2006/relationships/customXml" Target="../ink/ink2418.xml"/><Relationship Id="rId75" Type="http://schemas.openxmlformats.org/officeDocument/2006/relationships/customXml" Target="../ink/ink2284.xml"/><Relationship Id="rId140" Type="http://schemas.openxmlformats.org/officeDocument/2006/relationships/customXml" Target="../ink/ink2317.xml"/><Relationship Id="rId182" Type="http://schemas.openxmlformats.org/officeDocument/2006/relationships/customXml" Target="../ink/ink2338.xml"/><Relationship Id="rId378" Type="http://schemas.openxmlformats.org/officeDocument/2006/relationships/image" Target="../media/image2319.png"/><Relationship Id="rId403" Type="http://schemas.openxmlformats.org/officeDocument/2006/relationships/customXml" Target="../ink/ink2452.xml"/><Relationship Id="rId6" Type="http://schemas.openxmlformats.org/officeDocument/2006/relationships/image" Target="../media/image2139.png"/><Relationship Id="rId238" Type="http://schemas.openxmlformats.org/officeDocument/2006/relationships/image" Target="../media/image2251.png"/><Relationship Id="rId445" Type="http://schemas.openxmlformats.org/officeDocument/2006/relationships/image" Target="../media/image2352.png"/><Relationship Id="rId291" Type="http://schemas.openxmlformats.org/officeDocument/2006/relationships/customXml" Target="../ink/ink2394.xml"/><Relationship Id="rId305" Type="http://schemas.openxmlformats.org/officeDocument/2006/relationships/image" Target="../media/image2284.png"/><Relationship Id="rId347" Type="http://schemas.openxmlformats.org/officeDocument/2006/relationships/image" Target="../media/image2304.png"/><Relationship Id="rId44" Type="http://schemas.openxmlformats.org/officeDocument/2006/relationships/customXml" Target="../ink/ink2268.xml"/><Relationship Id="rId86" Type="http://schemas.openxmlformats.org/officeDocument/2006/relationships/image" Target="../media/image2177.png"/><Relationship Id="rId151" Type="http://schemas.openxmlformats.org/officeDocument/2006/relationships/image" Target="../media/image2209.png"/><Relationship Id="rId389" Type="http://schemas.openxmlformats.org/officeDocument/2006/relationships/customXml" Target="../ink/ink2445.xml"/><Relationship Id="rId193" Type="http://schemas.openxmlformats.org/officeDocument/2006/relationships/customXml" Target="../ink/ink2344.xml"/><Relationship Id="rId207" Type="http://schemas.openxmlformats.org/officeDocument/2006/relationships/image" Target="../media/image2236.png"/><Relationship Id="rId249" Type="http://schemas.openxmlformats.org/officeDocument/2006/relationships/customXml" Target="../ink/ink2373.xml"/><Relationship Id="rId414" Type="http://schemas.openxmlformats.org/officeDocument/2006/relationships/image" Target="../media/image2337.png"/><Relationship Id="rId456" Type="http://schemas.openxmlformats.org/officeDocument/2006/relationships/customXml" Target="../ink/ink2479.xml"/><Relationship Id="rId13" Type="http://schemas.openxmlformats.org/officeDocument/2006/relationships/customXml" Target="../ink/ink2252.xml"/><Relationship Id="rId109" Type="http://schemas.openxmlformats.org/officeDocument/2006/relationships/customXml" Target="../ink/ink2301.xml"/><Relationship Id="rId260" Type="http://schemas.openxmlformats.org/officeDocument/2006/relationships/image" Target="../media/image2262.png"/><Relationship Id="rId316" Type="http://schemas.openxmlformats.org/officeDocument/2006/relationships/customXml" Target="../ink/ink2407.xml"/><Relationship Id="rId55" Type="http://schemas.openxmlformats.org/officeDocument/2006/relationships/image" Target="../media/image2162.png"/><Relationship Id="rId97" Type="http://schemas.openxmlformats.org/officeDocument/2006/relationships/customXml" Target="../ink/ink2295.xml"/><Relationship Id="rId120" Type="http://schemas.openxmlformats.org/officeDocument/2006/relationships/image" Target="../media/image2194.png"/><Relationship Id="rId358" Type="http://schemas.openxmlformats.org/officeDocument/2006/relationships/customXml" Target="../ink/ink2429.xml"/><Relationship Id="rId162" Type="http://schemas.openxmlformats.org/officeDocument/2006/relationships/customXml" Target="../ink/ink2328.xml"/><Relationship Id="rId218" Type="http://schemas.openxmlformats.org/officeDocument/2006/relationships/image" Target="../media/image2241.png"/><Relationship Id="rId425" Type="http://schemas.openxmlformats.org/officeDocument/2006/relationships/customXml" Target="../ink/ink2463.xml"/><Relationship Id="rId467" Type="http://schemas.openxmlformats.org/officeDocument/2006/relationships/image" Target="../media/image2363.png"/><Relationship Id="rId271" Type="http://schemas.openxmlformats.org/officeDocument/2006/relationships/customXml" Target="../ink/ink2384.xml"/><Relationship Id="rId24" Type="http://schemas.openxmlformats.org/officeDocument/2006/relationships/image" Target="../media/image2147.png"/><Relationship Id="rId66" Type="http://schemas.openxmlformats.org/officeDocument/2006/relationships/customXml" Target="../ink/ink2279.xml"/><Relationship Id="rId131" Type="http://schemas.openxmlformats.org/officeDocument/2006/relationships/customXml" Target="../ink/ink2312.xml"/><Relationship Id="rId327" Type="http://schemas.openxmlformats.org/officeDocument/2006/relationships/customXml" Target="../ink/ink2413.xml"/><Relationship Id="rId369" Type="http://schemas.openxmlformats.org/officeDocument/2006/relationships/customXml" Target="../ink/ink2435.xml"/><Relationship Id="rId173" Type="http://schemas.openxmlformats.org/officeDocument/2006/relationships/image" Target="../media/image2220.png"/><Relationship Id="rId229" Type="http://schemas.openxmlformats.org/officeDocument/2006/relationships/customXml" Target="../ink/ink2363.xml"/><Relationship Id="rId380" Type="http://schemas.openxmlformats.org/officeDocument/2006/relationships/image" Target="../media/image2320.png"/><Relationship Id="rId436" Type="http://schemas.openxmlformats.org/officeDocument/2006/relationships/customXml" Target="../ink/ink2469.xml"/><Relationship Id="rId240" Type="http://schemas.openxmlformats.org/officeDocument/2006/relationships/image" Target="../media/image2252.png"/><Relationship Id="rId478" Type="http://schemas.openxmlformats.org/officeDocument/2006/relationships/customXml" Target="../ink/ink2490.xml"/><Relationship Id="rId35" Type="http://schemas.openxmlformats.org/officeDocument/2006/relationships/image" Target="../media/image2152.png"/><Relationship Id="rId77" Type="http://schemas.openxmlformats.org/officeDocument/2006/relationships/customXml" Target="../ink/ink2285.xml"/><Relationship Id="rId100" Type="http://schemas.openxmlformats.org/officeDocument/2006/relationships/image" Target="../media/image2184.png"/><Relationship Id="rId282" Type="http://schemas.openxmlformats.org/officeDocument/2006/relationships/image" Target="../media/image2273.png"/><Relationship Id="rId338" Type="http://schemas.openxmlformats.org/officeDocument/2006/relationships/customXml" Target="../ink/ink2419.xml"/><Relationship Id="rId8" Type="http://schemas.openxmlformats.org/officeDocument/2006/relationships/image" Target="../media/image2140.png"/><Relationship Id="rId142" Type="http://schemas.openxmlformats.org/officeDocument/2006/relationships/customXml" Target="../ink/ink2318.xml"/><Relationship Id="rId184" Type="http://schemas.openxmlformats.org/officeDocument/2006/relationships/customXml" Target="../ink/ink2339.xml"/><Relationship Id="rId391" Type="http://schemas.openxmlformats.org/officeDocument/2006/relationships/customXml" Target="../ink/ink2446.xml"/><Relationship Id="rId405" Type="http://schemas.openxmlformats.org/officeDocument/2006/relationships/customXml" Target="../ink/ink2453.xml"/><Relationship Id="rId447" Type="http://schemas.openxmlformats.org/officeDocument/2006/relationships/image" Target="../media/image2353.png"/><Relationship Id="rId251" Type="http://schemas.openxmlformats.org/officeDocument/2006/relationships/customXml" Target="../ink/ink2374.xml"/><Relationship Id="rId46" Type="http://schemas.openxmlformats.org/officeDocument/2006/relationships/customXml" Target="../ink/ink2269.xml"/><Relationship Id="rId293" Type="http://schemas.openxmlformats.org/officeDocument/2006/relationships/customXml" Target="../ink/ink2395.xml"/><Relationship Id="rId307" Type="http://schemas.openxmlformats.org/officeDocument/2006/relationships/image" Target="../media/image2285.png"/><Relationship Id="rId349" Type="http://schemas.openxmlformats.org/officeDocument/2006/relationships/image" Target="../media/image2305.png"/><Relationship Id="rId88" Type="http://schemas.openxmlformats.org/officeDocument/2006/relationships/image" Target="../media/image2178.png"/><Relationship Id="rId111" Type="http://schemas.openxmlformats.org/officeDocument/2006/relationships/customXml" Target="../ink/ink2302.xml"/><Relationship Id="rId153" Type="http://schemas.openxmlformats.org/officeDocument/2006/relationships/image" Target="../media/image2210.png"/><Relationship Id="rId195" Type="http://schemas.openxmlformats.org/officeDocument/2006/relationships/image" Target="../media/image2230.png"/><Relationship Id="rId209" Type="http://schemas.openxmlformats.org/officeDocument/2006/relationships/customXml" Target="../ink/ink2353.xml"/><Relationship Id="rId360" Type="http://schemas.openxmlformats.org/officeDocument/2006/relationships/customXml" Target="../ink/ink2430.xml"/><Relationship Id="rId416" Type="http://schemas.openxmlformats.org/officeDocument/2006/relationships/image" Target="../media/image2338.png"/><Relationship Id="rId220" Type="http://schemas.openxmlformats.org/officeDocument/2006/relationships/image" Target="../media/image2242.png"/><Relationship Id="rId458" Type="http://schemas.openxmlformats.org/officeDocument/2006/relationships/customXml" Target="../ink/ink2480.xml"/><Relationship Id="rId15" Type="http://schemas.openxmlformats.org/officeDocument/2006/relationships/customXml" Target="../ink/ink2253.xml"/><Relationship Id="rId57" Type="http://schemas.openxmlformats.org/officeDocument/2006/relationships/image" Target="../media/image2163.png"/><Relationship Id="rId262" Type="http://schemas.openxmlformats.org/officeDocument/2006/relationships/image" Target="../media/image2263.png"/><Relationship Id="rId318" Type="http://schemas.openxmlformats.org/officeDocument/2006/relationships/customXml" Target="../ink/ink2408.xml"/><Relationship Id="rId99" Type="http://schemas.openxmlformats.org/officeDocument/2006/relationships/customXml" Target="../ink/ink2296.xml"/><Relationship Id="rId122" Type="http://schemas.openxmlformats.org/officeDocument/2006/relationships/image" Target="../media/image2195.png"/><Relationship Id="rId164" Type="http://schemas.openxmlformats.org/officeDocument/2006/relationships/customXml" Target="../ink/ink2329.xml"/><Relationship Id="rId371" Type="http://schemas.openxmlformats.org/officeDocument/2006/relationships/customXml" Target="../ink/ink2436.xml"/><Relationship Id="rId427" Type="http://schemas.openxmlformats.org/officeDocument/2006/relationships/customXml" Target="../ink/ink2464.xml"/><Relationship Id="rId469" Type="http://schemas.openxmlformats.org/officeDocument/2006/relationships/image" Target="../media/image2364.png"/><Relationship Id="rId26" Type="http://schemas.openxmlformats.org/officeDocument/2006/relationships/image" Target="../media/image2148.png"/><Relationship Id="rId231" Type="http://schemas.openxmlformats.org/officeDocument/2006/relationships/customXml" Target="../ink/ink2364.xml"/><Relationship Id="rId273" Type="http://schemas.openxmlformats.org/officeDocument/2006/relationships/customXml" Target="../ink/ink2385.xml"/><Relationship Id="rId329" Type="http://schemas.openxmlformats.org/officeDocument/2006/relationships/customXml" Target="../ink/ink2414.xml"/><Relationship Id="rId480" Type="http://schemas.openxmlformats.org/officeDocument/2006/relationships/customXml" Target="../ink/ink2491.xml"/><Relationship Id="rId68" Type="http://schemas.openxmlformats.org/officeDocument/2006/relationships/customXml" Target="../ink/ink2280.xml"/><Relationship Id="rId133" Type="http://schemas.openxmlformats.org/officeDocument/2006/relationships/customXml" Target="../ink/ink2313.xml"/><Relationship Id="rId175" Type="http://schemas.openxmlformats.org/officeDocument/2006/relationships/image" Target="../media/image2221.png"/><Relationship Id="rId340" Type="http://schemas.openxmlformats.org/officeDocument/2006/relationships/customXml" Target="../ink/ink2420.xml"/><Relationship Id="rId200" Type="http://schemas.openxmlformats.org/officeDocument/2006/relationships/customXml" Target="../ink/ink2348.xml"/><Relationship Id="rId382" Type="http://schemas.openxmlformats.org/officeDocument/2006/relationships/image" Target="../media/image2321.png"/><Relationship Id="rId438" Type="http://schemas.openxmlformats.org/officeDocument/2006/relationships/customXml" Target="../ink/ink2470.xml"/><Relationship Id="rId242" Type="http://schemas.openxmlformats.org/officeDocument/2006/relationships/image" Target="../media/image2253.png"/><Relationship Id="rId284" Type="http://schemas.openxmlformats.org/officeDocument/2006/relationships/image" Target="../media/image2274.png"/><Relationship Id="rId37" Type="http://schemas.openxmlformats.org/officeDocument/2006/relationships/image" Target="../media/image2153.png"/><Relationship Id="rId79" Type="http://schemas.openxmlformats.org/officeDocument/2006/relationships/customXml" Target="../ink/ink2286.xml"/><Relationship Id="rId102" Type="http://schemas.openxmlformats.org/officeDocument/2006/relationships/image" Target="../media/image2185.png"/><Relationship Id="rId144" Type="http://schemas.openxmlformats.org/officeDocument/2006/relationships/customXml" Target="../ink/ink2319.xml"/><Relationship Id="rId90" Type="http://schemas.openxmlformats.org/officeDocument/2006/relationships/image" Target="../media/image2179.png"/><Relationship Id="rId186" Type="http://schemas.openxmlformats.org/officeDocument/2006/relationships/image" Target="../media/image2226.png"/><Relationship Id="rId351" Type="http://schemas.openxmlformats.org/officeDocument/2006/relationships/image" Target="../media/image2306.png"/><Relationship Id="rId393" Type="http://schemas.openxmlformats.org/officeDocument/2006/relationships/customXml" Target="../ink/ink2447.xml"/><Relationship Id="rId407" Type="http://schemas.openxmlformats.org/officeDocument/2006/relationships/customXml" Target="../ink/ink2454.xml"/><Relationship Id="rId449" Type="http://schemas.openxmlformats.org/officeDocument/2006/relationships/image" Target="../media/image2354.png"/><Relationship Id="rId211" Type="http://schemas.openxmlformats.org/officeDocument/2006/relationships/customXml" Target="../ink/ink2354.xml"/><Relationship Id="rId253" Type="http://schemas.openxmlformats.org/officeDocument/2006/relationships/customXml" Target="../ink/ink2375.xml"/><Relationship Id="rId295" Type="http://schemas.openxmlformats.org/officeDocument/2006/relationships/customXml" Target="../ink/ink2396.xml"/><Relationship Id="rId309" Type="http://schemas.openxmlformats.org/officeDocument/2006/relationships/image" Target="../media/image2286.png"/><Relationship Id="rId460" Type="http://schemas.openxmlformats.org/officeDocument/2006/relationships/customXml" Target="../ink/ink2481.xml"/><Relationship Id="rId48" Type="http://schemas.openxmlformats.org/officeDocument/2006/relationships/customXml" Target="../ink/ink2270.xml"/><Relationship Id="rId113" Type="http://schemas.openxmlformats.org/officeDocument/2006/relationships/customXml" Target="../ink/ink2303.xml"/><Relationship Id="rId320" Type="http://schemas.openxmlformats.org/officeDocument/2006/relationships/customXml" Target="../ink/ink2409.xml"/><Relationship Id="rId155" Type="http://schemas.openxmlformats.org/officeDocument/2006/relationships/image" Target="../media/image2211.png"/><Relationship Id="rId197" Type="http://schemas.openxmlformats.org/officeDocument/2006/relationships/image" Target="../media/image2231.png"/><Relationship Id="rId362" Type="http://schemas.openxmlformats.org/officeDocument/2006/relationships/customXml" Target="../ink/ink2431.xml"/><Relationship Id="rId418" Type="http://schemas.openxmlformats.org/officeDocument/2006/relationships/image" Target="../media/image2339.png"/><Relationship Id="rId222" Type="http://schemas.openxmlformats.org/officeDocument/2006/relationships/image" Target="../media/image2243.png"/><Relationship Id="rId264" Type="http://schemas.openxmlformats.org/officeDocument/2006/relationships/image" Target="../media/image2264.png"/><Relationship Id="rId471" Type="http://schemas.openxmlformats.org/officeDocument/2006/relationships/image" Target="../media/image2365.png"/><Relationship Id="rId17" Type="http://schemas.openxmlformats.org/officeDocument/2006/relationships/customXml" Target="../ink/ink2254.xml"/><Relationship Id="rId59" Type="http://schemas.openxmlformats.org/officeDocument/2006/relationships/image" Target="../media/image2164.png"/><Relationship Id="rId124" Type="http://schemas.openxmlformats.org/officeDocument/2006/relationships/image" Target="../media/image2196.png"/><Relationship Id="rId70" Type="http://schemas.openxmlformats.org/officeDocument/2006/relationships/image" Target="../media/image2169.png"/><Relationship Id="rId166" Type="http://schemas.openxmlformats.org/officeDocument/2006/relationships/customXml" Target="../ink/ink2330.xml"/><Relationship Id="rId331" Type="http://schemas.openxmlformats.org/officeDocument/2006/relationships/customXml" Target="../ink/ink2415.xml"/><Relationship Id="rId373" Type="http://schemas.openxmlformats.org/officeDocument/2006/relationships/customXml" Target="../ink/ink2437.xml"/><Relationship Id="rId429" Type="http://schemas.openxmlformats.org/officeDocument/2006/relationships/customXml" Target="../ink/ink246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365.xml"/><Relationship Id="rId440" Type="http://schemas.openxmlformats.org/officeDocument/2006/relationships/customXml" Target="../ink/ink2471.xml"/><Relationship Id="rId28" Type="http://schemas.openxmlformats.org/officeDocument/2006/relationships/image" Target="../media/image2149.png"/><Relationship Id="rId275" Type="http://schemas.openxmlformats.org/officeDocument/2006/relationships/customXml" Target="../ink/ink2386.xml"/><Relationship Id="rId300" Type="http://schemas.openxmlformats.org/officeDocument/2006/relationships/image" Target="../media/image2282.png"/><Relationship Id="rId482" Type="http://schemas.openxmlformats.org/officeDocument/2006/relationships/customXml" Target="../ink/ink2492.xml"/><Relationship Id="rId81" Type="http://schemas.openxmlformats.org/officeDocument/2006/relationships/customXml" Target="../ink/ink2287.xml"/><Relationship Id="rId135" Type="http://schemas.openxmlformats.org/officeDocument/2006/relationships/customXml" Target="../ink/ink2314.xml"/><Relationship Id="rId177" Type="http://schemas.openxmlformats.org/officeDocument/2006/relationships/image" Target="../media/image2222.png"/><Relationship Id="rId342" Type="http://schemas.openxmlformats.org/officeDocument/2006/relationships/customXml" Target="../ink/ink2421.xml"/><Relationship Id="rId384" Type="http://schemas.openxmlformats.org/officeDocument/2006/relationships/image" Target="../media/image2322.png"/><Relationship Id="rId202" Type="http://schemas.openxmlformats.org/officeDocument/2006/relationships/customXml" Target="../ink/ink2349.xml"/><Relationship Id="rId244" Type="http://schemas.openxmlformats.org/officeDocument/2006/relationships/image" Target="../media/image2254.png"/><Relationship Id="rId39" Type="http://schemas.openxmlformats.org/officeDocument/2006/relationships/image" Target="../media/image2154.png"/><Relationship Id="rId286" Type="http://schemas.openxmlformats.org/officeDocument/2006/relationships/image" Target="../media/image2275.png"/><Relationship Id="rId451" Type="http://schemas.openxmlformats.org/officeDocument/2006/relationships/image" Target="../media/image2355.png"/><Relationship Id="rId50" Type="http://schemas.openxmlformats.org/officeDocument/2006/relationships/customXml" Target="../ink/ink2271.xml"/><Relationship Id="rId104" Type="http://schemas.openxmlformats.org/officeDocument/2006/relationships/image" Target="../media/image2186.png"/><Relationship Id="rId146" Type="http://schemas.openxmlformats.org/officeDocument/2006/relationships/customXml" Target="../ink/ink2320.xml"/><Relationship Id="rId188" Type="http://schemas.openxmlformats.org/officeDocument/2006/relationships/image" Target="../media/image2227.png"/><Relationship Id="rId311" Type="http://schemas.openxmlformats.org/officeDocument/2006/relationships/image" Target="../media/image2287.png"/><Relationship Id="rId353" Type="http://schemas.openxmlformats.org/officeDocument/2006/relationships/image" Target="../media/image2307.png"/><Relationship Id="rId395" Type="http://schemas.openxmlformats.org/officeDocument/2006/relationships/customXml" Target="../ink/ink2448.xml"/><Relationship Id="rId409" Type="http://schemas.openxmlformats.org/officeDocument/2006/relationships/customXml" Target="../ink/ink2455.xml"/><Relationship Id="rId92" Type="http://schemas.openxmlformats.org/officeDocument/2006/relationships/image" Target="../media/image2180.png"/><Relationship Id="rId213" Type="http://schemas.openxmlformats.org/officeDocument/2006/relationships/customXml" Target="../ink/ink2355.xml"/><Relationship Id="rId420" Type="http://schemas.openxmlformats.org/officeDocument/2006/relationships/image" Target="../media/image2340.png"/><Relationship Id="rId255" Type="http://schemas.openxmlformats.org/officeDocument/2006/relationships/customXml" Target="../ink/ink2376.xml"/><Relationship Id="rId297" Type="http://schemas.openxmlformats.org/officeDocument/2006/relationships/customXml" Target="../ink/ink2397.xml"/><Relationship Id="rId462" Type="http://schemas.openxmlformats.org/officeDocument/2006/relationships/customXml" Target="../ink/ink2482.xml"/><Relationship Id="rId115" Type="http://schemas.openxmlformats.org/officeDocument/2006/relationships/customXml" Target="../ink/ink2304.xml"/><Relationship Id="rId157" Type="http://schemas.openxmlformats.org/officeDocument/2006/relationships/image" Target="../media/image2212.png"/><Relationship Id="rId322" Type="http://schemas.openxmlformats.org/officeDocument/2006/relationships/customXml" Target="../ink/ink2410.xml"/><Relationship Id="rId364" Type="http://schemas.openxmlformats.org/officeDocument/2006/relationships/image" Target="../media/image2312.png"/><Relationship Id="rId61" Type="http://schemas.openxmlformats.org/officeDocument/2006/relationships/image" Target="../media/image2165.png"/><Relationship Id="rId199" Type="http://schemas.openxmlformats.org/officeDocument/2006/relationships/image" Target="../media/image2232.png"/><Relationship Id="rId19" Type="http://schemas.openxmlformats.org/officeDocument/2006/relationships/customXml" Target="../ink/ink2255.xml"/><Relationship Id="rId224" Type="http://schemas.openxmlformats.org/officeDocument/2006/relationships/image" Target="../media/image2244.png"/><Relationship Id="rId266" Type="http://schemas.openxmlformats.org/officeDocument/2006/relationships/image" Target="../media/image2265.png"/><Relationship Id="rId431" Type="http://schemas.openxmlformats.org/officeDocument/2006/relationships/customXml" Target="../ink/ink2466.xml"/><Relationship Id="rId473" Type="http://schemas.openxmlformats.org/officeDocument/2006/relationships/image" Target="../media/image2366.png"/><Relationship Id="rId30" Type="http://schemas.openxmlformats.org/officeDocument/2006/relationships/customXml" Target="../ink/ink2261.xml"/><Relationship Id="rId126" Type="http://schemas.openxmlformats.org/officeDocument/2006/relationships/image" Target="../media/image2197.png"/><Relationship Id="rId168" Type="http://schemas.openxmlformats.org/officeDocument/2006/relationships/customXml" Target="../ink/ink2331.xml"/><Relationship Id="rId333" Type="http://schemas.openxmlformats.org/officeDocument/2006/relationships/customXml" Target="../ink/ink2416.xml"/><Relationship Id="rId72" Type="http://schemas.openxmlformats.org/officeDocument/2006/relationships/image" Target="../media/image2170.png"/><Relationship Id="rId375" Type="http://schemas.openxmlformats.org/officeDocument/2006/relationships/customXml" Target="../ink/ink24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op_frame">
            <a:extLst>
              <a:ext uri="{FF2B5EF4-FFF2-40B4-BE49-F238E27FC236}">
                <a16:creationId xmlns:a16="http://schemas.microsoft.com/office/drawing/2014/main" id="{8E338235-6908-28A2-E503-45B468651DDC}"/>
              </a:ext>
            </a:extLst>
          </p:cNvPr>
          <p:cNvSpPr/>
          <p:nvPr/>
        </p:nvSpPr>
        <p:spPr>
          <a:xfrm>
            <a:off x="14713713" y="3246121"/>
            <a:ext cx="8093006" cy="6139952"/>
          </a:xfrm>
          <a:prstGeom prst="roundRect">
            <a:avLst>
              <a:gd name="adj" fmla="val 2000"/>
            </a:avLst>
          </a:prstGeom>
          <a:solidFill>
            <a:srgbClr val="92D050">
              <a:alpha val="14000"/>
            </a:srgbClr>
          </a:solidFill>
          <a:ln w="12700" cap="flat" cmpd="sng" algn="ctr">
            <a:solidFill>
              <a:srgbClr val="9CA3A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416" name="top_frame">
            <a:extLst>
              <a:ext uri="{FF2B5EF4-FFF2-40B4-BE49-F238E27FC236}">
                <a16:creationId xmlns:a16="http://schemas.microsoft.com/office/drawing/2014/main" id="{86C15D6D-A1C1-9DA4-C3D4-B883A39886CB}"/>
              </a:ext>
            </a:extLst>
          </p:cNvPr>
          <p:cNvSpPr/>
          <p:nvPr/>
        </p:nvSpPr>
        <p:spPr>
          <a:xfrm>
            <a:off x="3307384" y="2005261"/>
            <a:ext cx="20031367" cy="13270411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417" name="U_SPLIT">
            <a:extLst>
              <a:ext uri="{FF2B5EF4-FFF2-40B4-BE49-F238E27FC236}">
                <a16:creationId xmlns:a16="http://schemas.microsoft.com/office/drawing/2014/main" id="{2410A69B-1C58-B7FC-3D41-0B0128CBFC47}"/>
              </a:ext>
            </a:extLst>
          </p:cNvPr>
          <p:cNvGrpSpPr/>
          <p:nvPr/>
        </p:nvGrpSpPr>
        <p:grpSpPr>
          <a:xfrm>
            <a:off x="15839472" y="3664069"/>
            <a:ext cx="2215978" cy="1797641"/>
            <a:chOff x="6477001" y="2476500"/>
            <a:chExt cx="1904999" cy="1524000"/>
          </a:xfrm>
        </p:grpSpPr>
        <p:sp>
          <p:nvSpPr>
            <p:cNvPr id="502" name="U_SPLIT_body">
              <a:extLst>
                <a:ext uri="{FF2B5EF4-FFF2-40B4-BE49-F238E27FC236}">
                  <a16:creationId xmlns:a16="http://schemas.microsoft.com/office/drawing/2014/main" id="{347D32B0-BC75-8A84-1534-65DE3064D68C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3" name="U_SPLIT_pin_i_data[8:0]">
              <a:extLst>
                <a:ext uri="{FF2B5EF4-FFF2-40B4-BE49-F238E27FC236}">
                  <a16:creationId xmlns:a16="http://schemas.microsoft.com/office/drawing/2014/main" id="{C7C2ED93-35CB-7723-288F-5768F8107CE3}"/>
                </a:ext>
              </a:extLst>
            </p:cNvPr>
            <p:cNvSpPr/>
            <p:nvPr/>
          </p:nvSpPr>
          <p:spPr>
            <a:xfrm>
              <a:off x="6477001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4" name="U_SPLIT_lbl_i_data[8:0]">
              <a:extLst>
                <a:ext uri="{FF2B5EF4-FFF2-40B4-BE49-F238E27FC236}">
                  <a16:creationId xmlns:a16="http://schemas.microsoft.com/office/drawing/2014/main" id="{CD4DD8A2-FA3D-9F75-E990-79AB166265F0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i_data[13:0]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5" name="U_SPLIT_pin_o_digit_1[3:0]">
              <a:extLst>
                <a:ext uri="{FF2B5EF4-FFF2-40B4-BE49-F238E27FC236}">
                  <a16:creationId xmlns:a16="http://schemas.microsoft.com/office/drawing/2014/main" id="{7BB9DE59-D33F-0329-E1A4-6275A5A7896B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6" name="U_SPLIT_lbl_o_digit_1[3:0]">
              <a:extLst>
                <a:ext uri="{FF2B5EF4-FFF2-40B4-BE49-F238E27FC236}">
                  <a16:creationId xmlns:a16="http://schemas.microsoft.com/office/drawing/2014/main" id="{0845728D-CCBF-E937-70DA-52D7335CA53B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7" name="U_SPLIT_pin_o_digit_10[3:0]">
              <a:extLst>
                <a:ext uri="{FF2B5EF4-FFF2-40B4-BE49-F238E27FC236}">
                  <a16:creationId xmlns:a16="http://schemas.microsoft.com/office/drawing/2014/main" id="{D1EC0CC8-9FEC-CDFA-FE57-FCC192212B4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8" name="U_SPLIT_lbl_o_digit_10[3:0]">
              <a:extLst>
                <a:ext uri="{FF2B5EF4-FFF2-40B4-BE49-F238E27FC236}">
                  <a16:creationId xmlns:a16="http://schemas.microsoft.com/office/drawing/2014/main" id="{443D0F6B-EC69-01B1-C584-52FA69BEC27D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9" name="U_SPLIT_pin_o_digit_100[3:0]">
              <a:extLst>
                <a:ext uri="{FF2B5EF4-FFF2-40B4-BE49-F238E27FC236}">
                  <a16:creationId xmlns:a16="http://schemas.microsoft.com/office/drawing/2014/main" id="{14862D0B-DC71-6771-6C9B-1E768A32B5F3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10" name="U_SPLIT_lbl_o_digit_100[3:0]">
              <a:extLst>
                <a:ext uri="{FF2B5EF4-FFF2-40B4-BE49-F238E27FC236}">
                  <a16:creationId xmlns:a16="http://schemas.microsoft.com/office/drawing/2014/main" id="{6A52D897-2AC2-2685-932D-2D739A80C37B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11" name="U_SPLIT_pin_o_digit_1000[3:0]">
              <a:extLst>
                <a:ext uri="{FF2B5EF4-FFF2-40B4-BE49-F238E27FC236}">
                  <a16:creationId xmlns:a16="http://schemas.microsoft.com/office/drawing/2014/main" id="{55401F73-0E16-420A-0EE9-34705190CCD2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12" name="U_SPLIT_lbl_o_digit_1000[3:0]">
              <a:extLst>
                <a:ext uri="{FF2B5EF4-FFF2-40B4-BE49-F238E27FC236}">
                  <a16:creationId xmlns:a16="http://schemas.microsoft.com/office/drawing/2014/main" id="{065C4EAB-749C-0C24-354E-E43DB185D4D5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18" name="U_FND">
            <a:extLst>
              <a:ext uri="{FF2B5EF4-FFF2-40B4-BE49-F238E27FC236}">
                <a16:creationId xmlns:a16="http://schemas.microsoft.com/office/drawing/2014/main" id="{721B6944-F84C-57E6-1951-6454392B272E}"/>
              </a:ext>
            </a:extLst>
          </p:cNvPr>
          <p:cNvGrpSpPr/>
          <p:nvPr/>
        </p:nvGrpSpPr>
        <p:grpSpPr>
          <a:xfrm>
            <a:off x="19521022" y="8289838"/>
            <a:ext cx="2068246" cy="898821"/>
            <a:chOff x="6985000" y="5461000"/>
            <a:chExt cx="1778000" cy="762000"/>
          </a:xfrm>
        </p:grpSpPr>
        <p:sp>
          <p:nvSpPr>
            <p:cNvPr id="497" name="U_FND_body">
              <a:extLst>
                <a:ext uri="{FF2B5EF4-FFF2-40B4-BE49-F238E27FC236}">
                  <a16:creationId xmlns:a16="http://schemas.microsoft.com/office/drawing/2014/main" id="{2103789C-48BF-00F2-10E2-3447EF733713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400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8" name="U_FND_pin_i_hex[3:0]">
              <a:extLst>
                <a:ext uri="{FF2B5EF4-FFF2-40B4-BE49-F238E27FC236}">
                  <a16:creationId xmlns:a16="http://schemas.microsoft.com/office/drawing/2014/main" id="{80BA550C-10CA-332D-332D-2028DB58CEBE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499" name="U_FND_lbl_i_hex[3:0]">
              <a:extLst>
                <a:ext uri="{FF2B5EF4-FFF2-40B4-BE49-F238E27FC236}">
                  <a16:creationId xmlns:a16="http://schemas.microsoft.com/office/drawing/2014/main" id="{362EDF8E-5599-D66B-F19C-719495B53C10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0" name="U_FND_pin_o_fnd_data[7:0]">
              <a:extLst>
                <a:ext uri="{FF2B5EF4-FFF2-40B4-BE49-F238E27FC236}">
                  <a16:creationId xmlns:a16="http://schemas.microsoft.com/office/drawing/2014/main" id="{BAB0B109-CF58-90BC-3C7E-0DCB2758ADBF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1" name="U_FND_lbl_o_fnd_data[7:0]">
              <a:extLst>
                <a:ext uri="{FF2B5EF4-FFF2-40B4-BE49-F238E27FC236}">
                  <a16:creationId xmlns:a16="http://schemas.microsoft.com/office/drawing/2014/main" id="{32B2932E-E343-BD93-BED6-7CA041EE9DCF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19" name="out_data">
            <a:extLst>
              <a:ext uri="{FF2B5EF4-FFF2-40B4-BE49-F238E27FC236}">
                <a16:creationId xmlns:a16="http://schemas.microsoft.com/office/drawing/2014/main" id="{23DDE79F-B53B-D191-48DB-BEB18E647D80}"/>
              </a:ext>
            </a:extLst>
          </p:cNvPr>
          <p:cNvGrpSpPr/>
          <p:nvPr/>
        </p:nvGrpSpPr>
        <p:grpSpPr>
          <a:xfrm>
            <a:off x="23397645" y="8931321"/>
            <a:ext cx="1802330" cy="299607"/>
            <a:chOff x="10541000" y="5715000"/>
            <a:chExt cx="1549400" cy="254000"/>
          </a:xfrm>
        </p:grpSpPr>
        <p:sp>
          <p:nvSpPr>
            <p:cNvPr id="495" name="out_data_body">
              <a:extLst>
                <a:ext uri="{FF2B5EF4-FFF2-40B4-BE49-F238E27FC236}">
                  <a16:creationId xmlns:a16="http://schemas.microsoft.com/office/drawing/2014/main" id="{DF2F5337-592A-5456-6E2E-6990A2711BEA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14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14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6" name="out_data_pin">
              <a:extLst>
                <a:ext uri="{FF2B5EF4-FFF2-40B4-BE49-F238E27FC236}">
                  <a16:creationId xmlns:a16="http://schemas.microsoft.com/office/drawing/2014/main" id="{567D7470-235A-1D41-AFCD-C00DE486DB8C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</p:grpSp>
      <p:grpSp>
        <p:nvGrpSpPr>
          <p:cNvPr id="420" name="out_com">
            <a:extLst>
              <a:ext uri="{FF2B5EF4-FFF2-40B4-BE49-F238E27FC236}">
                <a16:creationId xmlns:a16="http://schemas.microsoft.com/office/drawing/2014/main" id="{0EC14016-B05C-21F5-2B9C-C0BE204A4E6F}"/>
              </a:ext>
            </a:extLst>
          </p:cNvPr>
          <p:cNvGrpSpPr/>
          <p:nvPr/>
        </p:nvGrpSpPr>
        <p:grpSpPr>
          <a:xfrm>
            <a:off x="23356683" y="7810442"/>
            <a:ext cx="1802330" cy="299607"/>
            <a:chOff x="10541000" y="5080000"/>
            <a:chExt cx="1549400" cy="254000"/>
          </a:xfrm>
        </p:grpSpPr>
        <p:sp>
          <p:nvSpPr>
            <p:cNvPr id="493" name="out_com_body">
              <a:extLst>
                <a:ext uri="{FF2B5EF4-FFF2-40B4-BE49-F238E27FC236}">
                  <a16:creationId xmlns:a16="http://schemas.microsoft.com/office/drawing/2014/main" id="{DDAA6EC3-164A-D1BA-0921-7E0A8F602C9D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14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14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4" name="out_com_pin">
              <a:extLst>
                <a:ext uri="{FF2B5EF4-FFF2-40B4-BE49-F238E27FC236}">
                  <a16:creationId xmlns:a16="http://schemas.microsoft.com/office/drawing/2014/main" id="{F7046018-2333-A3D1-A449-354888802497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</p:grpSp>
      <p:cxnSp>
        <p:nvCxnSpPr>
          <p:cNvPr id="421" name="연결선: 꺾임 420">
            <a:extLst>
              <a:ext uri="{FF2B5EF4-FFF2-40B4-BE49-F238E27FC236}">
                <a16:creationId xmlns:a16="http://schemas.microsoft.com/office/drawing/2014/main" id="{3FBC8263-8431-3B43-F5F4-9F5144DBBA51}"/>
              </a:ext>
            </a:extLst>
          </p:cNvPr>
          <p:cNvCxnSpPr>
            <a:cxnSpLocks/>
            <a:stCxn id="505" idx="3"/>
          </p:cNvCxnSpPr>
          <p:nvPr/>
        </p:nvCxnSpPr>
        <p:spPr>
          <a:xfrm>
            <a:off x="18055453" y="4293244"/>
            <a:ext cx="428087" cy="5595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연결선: 꺾임 421">
            <a:extLst>
              <a:ext uri="{FF2B5EF4-FFF2-40B4-BE49-F238E27FC236}">
                <a16:creationId xmlns:a16="http://schemas.microsoft.com/office/drawing/2014/main" id="{5BBE5AE4-847D-D8F3-D976-CC7143181694}"/>
              </a:ext>
            </a:extLst>
          </p:cNvPr>
          <p:cNvCxnSpPr>
            <a:cxnSpLocks/>
            <a:stCxn id="507" idx="3"/>
          </p:cNvCxnSpPr>
          <p:nvPr/>
        </p:nvCxnSpPr>
        <p:spPr>
          <a:xfrm>
            <a:off x="18055453" y="4592851"/>
            <a:ext cx="428087" cy="5595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FFB6BF85-5738-4ABC-F979-9BFD3ADBD159}"/>
              </a:ext>
            </a:extLst>
          </p:cNvPr>
          <p:cNvCxnSpPr>
            <a:cxnSpLocks/>
            <a:stCxn id="509" idx="3"/>
          </p:cNvCxnSpPr>
          <p:nvPr/>
        </p:nvCxnSpPr>
        <p:spPr>
          <a:xfrm>
            <a:off x="18055453" y="4892456"/>
            <a:ext cx="428087" cy="5737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연결선: 꺾임 423">
            <a:extLst>
              <a:ext uri="{FF2B5EF4-FFF2-40B4-BE49-F238E27FC236}">
                <a16:creationId xmlns:a16="http://schemas.microsoft.com/office/drawing/2014/main" id="{A8BEBF3D-080A-6401-9542-6A575461E8A6}"/>
              </a:ext>
            </a:extLst>
          </p:cNvPr>
          <p:cNvCxnSpPr>
            <a:cxnSpLocks/>
            <a:stCxn id="511" idx="3"/>
          </p:cNvCxnSpPr>
          <p:nvPr/>
        </p:nvCxnSpPr>
        <p:spPr>
          <a:xfrm>
            <a:off x="18055453" y="5192063"/>
            <a:ext cx="428087" cy="5737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5" name="in_b">
            <a:extLst>
              <a:ext uri="{FF2B5EF4-FFF2-40B4-BE49-F238E27FC236}">
                <a16:creationId xmlns:a16="http://schemas.microsoft.com/office/drawing/2014/main" id="{45E3C0F0-7B8B-887A-BEFC-C50CCD01A059}"/>
              </a:ext>
            </a:extLst>
          </p:cNvPr>
          <p:cNvGrpSpPr/>
          <p:nvPr/>
        </p:nvGrpSpPr>
        <p:grpSpPr>
          <a:xfrm>
            <a:off x="1505053" y="4585921"/>
            <a:ext cx="1802330" cy="299607"/>
            <a:chOff x="101600" y="2286000"/>
            <a:chExt cx="1549400" cy="254000"/>
          </a:xfrm>
        </p:grpSpPr>
        <p:sp>
          <p:nvSpPr>
            <p:cNvPr id="491" name="in_b_body">
              <a:extLst>
                <a:ext uri="{FF2B5EF4-FFF2-40B4-BE49-F238E27FC236}">
                  <a16:creationId xmlns:a16="http://schemas.microsoft.com/office/drawing/2014/main" id="{67522678-D0CC-D654-AADE-C255288A343A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CLK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2" name="in_b_pin">
              <a:extLst>
                <a:ext uri="{FF2B5EF4-FFF2-40B4-BE49-F238E27FC236}">
                  <a16:creationId xmlns:a16="http://schemas.microsoft.com/office/drawing/2014/main" id="{D5B0B8A4-D35F-483A-24BD-9D9F94C2300E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426" name="in_b">
            <a:extLst>
              <a:ext uri="{FF2B5EF4-FFF2-40B4-BE49-F238E27FC236}">
                <a16:creationId xmlns:a16="http://schemas.microsoft.com/office/drawing/2014/main" id="{86A254FD-68C2-45FA-D77A-C75A2D0B9A2A}"/>
              </a:ext>
            </a:extLst>
          </p:cNvPr>
          <p:cNvGrpSpPr/>
          <p:nvPr/>
        </p:nvGrpSpPr>
        <p:grpSpPr>
          <a:xfrm>
            <a:off x="1505053" y="5348178"/>
            <a:ext cx="1802330" cy="299607"/>
            <a:chOff x="101600" y="2286000"/>
            <a:chExt cx="1549400" cy="254000"/>
          </a:xfrm>
        </p:grpSpPr>
        <p:sp>
          <p:nvSpPr>
            <p:cNvPr id="489" name="in_b_body">
              <a:extLst>
                <a:ext uri="{FF2B5EF4-FFF2-40B4-BE49-F238E27FC236}">
                  <a16:creationId xmlns:a16="http://schemas.microsoft.com/office/drawing/2014/main" id="{6DB199DF-8CA0-EF97-8F31-AAFF89E715E6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RESET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0" name="in_b_pin">
              <a:extLst>
                <a:ext uri="{FF2B5EF4-FFF2-40B4-BE49-F238E27FC236}">
                  <a16:creationId xmlns:a16="http://schemas.microsoft.com/office/drawing/2014/main" id="{CFAE4083-3098-398E-C2F2-9559DB33147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cxnSp>
        <p:nvCxnSpPr>
          <p:cNvPr id="429" name="연결선: 꺾임 428">
            <a:extLst>
              <a:ext uri="{FF2B5EF4-FFF2-40B4-BE49-F238E27FC236}">
                <a16:creationId xmlns:a16="http://schemas.microsoft.com/office/drawing/2014/main" id="{6BDB3E95-1BC6-5B52-B093-FEB147572744}"/>
              </a:ext>
            </a:extLst>
          </p:cNvPr>
          <p:cNvCxnSpPr>
            <a:cxnSpLocks/>
            <a:stCxn id="500" idx="3"/>
            <a:endCxn id="496" idx="1"/>
          </p:cNvCxnSpPr>
          <p:nvPr/>
        </p:nvCxnSpPr>
        <p:spPr>
          <a:xfrm>
            <a:off x="21589269" y="8919011"/>
            <a:ext cx="1808376" cy="16211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84F83FC5-62F1-4510-BA76-7D6A49DB9720}"/>
              </a:ext>
            </a:extLst>
          </p:cNvPr>
          <p:cNvSpPr txBox="1"/>
          <p:nvPr/>
        </p:nvSpPr>
        <p:spPr>
          <a:xfrm>
            <a:off x="14813992" y="3305646"/>
            <a:ext cx="2138930" cy="4396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latin typeface="Malgun Gothic" panose="020B0503020000020004" pitchFamily="50" charset="-127"/>
              </a:rPr>
              <a:t>FND_CONTROLLER</a:t>
            </a:r>
            <a:endParaRPr lang="ko-KR" altLang="en-US" sz="1600" b="1">
              <a:latin typeface="Malgun Gothic" panose="020B0503020000020004" pitchFamily="50" charset="-127"/>
            </a:endParaRPr>
          </a:p>
        </p:txBody>
      </p:sp>
      <p:cxnSp>
        <p:nvCxnSpPr>
          <p:cNvPr id="448" name="연결선: 꺾임 447">
            <a:extLst>
              <a:ext uri="{FF2B5EF4-FFF2-40B4-BE49-F238E27FC236}">
                <a16:creationId xmlns:a16="http://schemas.microsoft.com/office/drawing/2014/main" id="{964BE83B-0B80-BFB5-906E-EA7820D7624B}"/>
              </a:ext>
            </a:extLst>
          </p:cNvPr>
          <p:cNvCxnSpPr>
            <a:cxnSpLocks/>
            <a:stCxn id="742" idx="3"/>
            <a:endCxn id="764" idx="1"/>
          </p:cNvCxnSpPr>
          <p:nvPr/>
        </p:nvCxnSpPr>
        <p:spPr>
          <a:xfrm flipV="1">
            <a:off x="13277506" y="4349203"/>
            <a:ext cx="1288475" cy="31961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6" name="in_b">
            <a:extLst>
              <a:ext uri="{FF2B5EF4-FFF2-40B4-BE49-F238E27FC236}">
                <a16:creationId xmlns:a16="http://schemas.microsoft.com/office/drawing/2014/main" id="{F12778D3-984F-C06D-9D11-99004DA8EBFE}"/>
              </a:ext>
            </a:extLst>
          </p:cNvPr>
          <p:cNvGrpSpPr/>
          <p:nvPr/>
        </p:nvGrpSpPr>
        <p:grpSpPr>
          <a:xfrm>
            <a:off x="1505053" y="6316097"/>
            <a:ext cx="1802330" cy="299607"/>
            <a:chOff x="101600" y="2286000"/>
            <a:chExt cx="1549400" cy="254000"/>
          </a:xfrm>
        </p:grpSpPr>
        <p:sp>
          <p:nvSpPr>
            <p:cNvPr id="517" name="in_b_body">
              <a:extLst>
                <a:ext uri="{FF2B5EF4-FFF2-40B4-BE49-F238E27FC236}">
                  <a16:creationId xmlns:a16="http://schemas.microsoft.com/office/drawing/2014/main" id="{40ADFF2E-4741-1966-CD00-B3C0DA6C96B7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BTN_R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18" name="in_b_pin">
              <a:extLst>
                <a:ext uri="{FF2B5EF4-FFF2-40B4-BE49-F238E27FC236}">
                  <a16:creationId xmlns:a16="http://schemas.microsoft.com/office/drawing/2014/main" id="{8CA322E0-05C8-71DD-7324-DAE4D1A2627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37" name="in_b">
            <a:extLst>
              <a:ext uri="{FF2B5EF4-FFF2-40B4-BE49-F238E27FC236}">
                <a16:creationId xmlns:a16="http://schemas.microsoft.com/office/drawing/2014/main" id="{6ED97F52-5DEF-673D-11A6-997B53085E13}"/>
              </a:ext>
            </a:extLst>
          </p:cNvPr>
          <p:cNvGrpSpPr/>
          <p:nvPr/>
        </p:nvGrpSpPr>
        <p:grpSpPr>
          <a:xfrm>
            <a:off x="1505053" y="7068451"/>
            <a:ext cx="1802330" cy="299607"/>
            <a:chOff x="101600" y="2286000"/>
            <a:chExt cx="1549400" cy="254000"/>
          </a:xfrm>
        </p:grpSpPr>
        <p:sp>
          <p:nvSpPr>
            <p:cNvPr id="538" name="in_b_body">
              <a:extLst>
                <a:ext uri="{FF2B5EF4-FFF2-40B4-BE49-F238E27FC236}">
                  <a16:creationId xmlns:a16="http://schemas.microsoft.com/office/drawing/2014/main" id="{73CEE99B-79CD-4381-97D3-C7C6A88C85B9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BTN_L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9" name="in_b_pin">
              <a:extLst>
                <a:ext uri="{FF2B5EF4-FFF2-40B4-BE49-F238E27FC236}">
                  <a16:creationId xmlns:a16="http://schemas.microsoft.com/office/drawing/2014/main" id="{E525E2B4-DF1C-538C-1DFC-BCB410C40A3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40" name="in_b">
            <a:extLst>
              <a:ext uri="{FF2B5EF4-FFF2-40B4-BE49-F238E27FC236}">
                <a16:creationId xmlns:a16="http://schemas.microsoft.com/office/drawing/2014/main" id="{A45B72E0-B0FE-3CD1-6492-99DB0576919D}"/>
              </a:ext>
            </a:extLst>
          </p:cNvPr>
          <p:cNvGrpSpPr/>
          <p:nvPr/>
        </p:nvGrpSpPr>
        <p:grpSpPr>
          <a:xfrm>
            <a:off x="1505053" y="7810441"/>
            <a:ext cx="1802330" cy="299607"/>
            <a:chOff x="101600" y="2286000"/>
            <a:chExt cx="1549400" cy="254000"/>
          </a:xfrm>
        </p:grpSpPr>
        <p:sp>
          <p:nvSpPr>
            <p:cNvPr id="541" name="in_b_body">
              <a:extLst>
                <a:ext uri="{FF2B5EF4-FFF2-40B4-BE49-F238E27FC236}">
                  <a16:creationId xmlns:a16="http://schemas.microsoft.com/office/drawing/2014/main" id="{3A014B71-5B48-F5D5-B959-AE89268FD1B2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BTN_U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2" name="in_b_pin">
              <a:extLst>
                <a:ext uri="{FF2B5EF4-FFF2-40B4-BE49-F238E27FC236}">
                  <a16:creationId xmlns:a16="http://schemas.microsoft.com/office/drawing/2014/main" id="{0563BC31-BDF5-8417-4BB5-36F9DBAFC554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43" name="in_b">
            <a:extLst>
              <a:ext uri="{FF2B5EF4-FFF2-40B4-BE49-F238E27FC236}">
                <a16:creationId xmlns:a16="http://schemas.microsoft.com/office/drawing/2014/main" id="{C8EFF577-ABB8-6B5F-129C-002EE847C150}"/>
              </a:ext>
            </a:extLst>
          </p:cNvPr>
          <p:cNvGrpSpPr/>
          <p:nvPr/>
        </p:nvGrpSpPr>
        <p:grpSpPr>
          <a:xfrm>
            <a:off x="1505053" y="8551585"/>
            <a:ext cx="1802330" cy="299607"/>
            <a:chOff x="101600" y="2286000"/>
            <a:chExt cx="1549400" cy="254000"/>
          </a:xfrm>
        </p:grpSpPr>
        <p:sp>
          <p:nvSpPr>
            <p:cNvPr id="544" name="in_b_body">
              <a:extLst>
                <a:ext uri="{FF2B5EF4-FFF2-40B4-BE49-F238E27FC236}">
                  <a16:creationId xmlns:a16="http://schemas.microsoft.com/office/drawing/2014/main" id="{6CC7F86F-03F4-E156-F2BE-C05310A7F808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BTN_D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5" name="in_b_pin">
              <a:extLst>
                <a:ext uri="{FF2B5EF4-FFF2-40B4-BE49-F238E27FC236}">
                  <a16:creationId xmlns:a16="http://schemas.microsoft.com/office/drawing/2014/main" id="{FE00D51D-1AE5-BEAA-4463-82662947B14F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:a16="http://schemas.microsoft.com/office/drawing/2014/main" id="{C0D95CDA-E9B8-2220-26DE-327086D06289}"/>
              </a:ext>
            </a:extLst>
          </p:cNvPr>
          <p:cNvGrpSpPr/>
          <p:nvPr/>
        </p:nvGrpSpPr>
        <p:grpSpPr>
          <a:xfrm>
            <a:off x="3714164" y="6934453"/>
            <a:ext cx="1133517" cy="506641"/>
            <a:chOff x="4553889" y="3868586"/>
            <a:chExt cx="1380537" cy="685800"/>
          </a:xfrm>
        </p:grpSpPr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511862B3-F5CF-7C1E-7F6C-878068BB6F8F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53" name="Shape 10">
                <a:extLst>
                  <a:ext uri="{FF2B5EF4-FFF2-40B4-BE49-F238E27FC236}">
                    <a16:creationId xmlns:a16="http://schemas.microsoft.com/office/drawing/2014/main" id="{5ADBF53C-DC76-B6AE-5708-393F4FCB6BBA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4" name="Text 11">
                <a:extLst>
                  <a:ext uri="{FF2B5EF4-FFF2-40B4-BE49-F238E27FC236}">
                    <a16:creationId xmlns:a16="http://schemas.microsoft.com/office/drawing/2014/main" id="{6140B291-B13E-E45A-2412-92B7E88706A2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65" name="U_SPLIT_pin_i_data[8:0]">
              <a:extLst>
                <a:ext uri="{FF2B5EF4-FFF2-40B4-BE49-F238E27FC236}">
                  <a16:creationId xmlns:a16="http://schemas.microsoft.com/office/drawing/2014/main" id="{1DA95770-8FBD-10EE-AA44-E161203435FA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72" name="그룹 571">
            <a:extLst>
              <a:ext uri="{FF2B5EF4-FFF2-40B4-BE49-F238E27FC236}">
                <a16:creationId xmlns:a16="http://schemas.microsoft.com/office/drawing/2014/main" id="{5B3F0EFC-4FA6-060D-8363-221956933F09}"/>
              </a:ext>
            </a:extLst>
          </p:cNvPr>
          <p:cNvGrpSpPr/>
          <p:nvPr/>
        </p:nvGrpSpPr>
        <p:grpSpPr>
          <a:xfrm>
            <a:off x="3714164" y="6189719"/>
            <a:ext cx="1133517" cy="506641"/>
            <a:chOff x="4553889" y="3868586"/>
            <a:chExt cx="1380537" cy="685800"/>
          </a:xfrm>
        </p:grpSpPr>
        <p:grpSp>
          <p:nvGrpSpPr>
            <p:cNvPr id="573" name="그룹 572">
              <a:extLst>
                <a:ext uri="{FF2B5EF4-FFF2-40B4-BE49-F238E27FC236}">
                  <a16:creationId xmlns:a16="http://schemas.microsoft.com/office/drawing/2014/main" id="{A5A6D40A-A006-0478-EFA3-FB3500DFDE27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75" name="Shape 10">
                <a:extLst>
                  <a:ext uri="{FF2B5EF4-FFF2-40B4-BE49-F238E27FC236}">
                    <a16:creationId xmlns:a16="http://schemas.microsoft.com/office/drawing/2014/main" id="{04F8D91A-4F35-E509-34F0-7901FDC886EF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" name="Text 11">
                <a:extLst>
                  <a:ext uri="{FF2B5EF4-FFF2-40B4-BE49-F238E27FC236}">
                    <a16:creationId xmlns:a16="http://schemas.microsoft.com/office/drawing/2014/main" id="{F70FE18C-3BF4-AD71-CF2F-4189C6B452D6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74" name="U_SPLIT_pin_i_data[8:0]">
              <a:extLst>
                <a:ext uri="{FF2B5EF4-FFF2-40B4-BE49-F238E27FC236}">
                  <a16:creationId xmlns:a16="http://schemas.microsoft.com/office/drawing/2014/main" id="{20ED969B-0D85-1173-2B1A-6C607EA915A9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77" name="그룹 576">
            <a:extLst>
              <a:ext uri="{FF2B5EF4-FFF2-40B4-BE49-F238E27FC236}">
                <a16:creationId xmlns:a16="http://schemas.microsoft.com/office/drawing/2014/main" id="{0775683D-4082-14CF-8C8A-59C83624536E}"/>
              </a:ext>
            </a:extLst>
          </p:cNvPr>
          <p:cNvGrpSpPr/>
          <p:nvPr/>
        </p:nvGrpSpPr>
        <p:grpSpPr>
          <a:xfrm>
            <a:off x="3714164" y="7659257"/>
            <a:ext cx="1133517" cy="506641"/>
            <a:chOff x="4553889" y="3868586"/>
            <a:chExt cx="1380537" cy="685800"/>
          </a:xfrm>
        </p:grpSpPr>
        <p:grpSp>
          <p:nvGrpSpPr>
            <p:cNvPr id="578" name="그룹 577">
              <a:extLst>
                <a:ext uri="{FF2B5EF4-FFF2-40B4-BE49-F238E27FC236}">
                  <a16:creationId xmlns:a16="http://schemas.microsoft.com/office/drawing/2014/main" id="{DB061145-8C11-84C0-D5A5-9D8F729188D0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80" name="Shape 10">
                <a:extLst>
                  <a:ext uri="{FF2B5EF4-FFF2-40B4-BE49-F238E27FC236}">
                    <a16:creationId xmlns:a16="http://schemas.microsoft.com/office/drawing/2014/main" id="{9A9106BD-F976-2502-DC42-BA46AF89BB97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1" name="Text 11">
                <a:extLst>
                  <a:ext uri="{FF2B5EF4-FFF2-40B4-BE49-F238E27FC236}">
                    <a16:creationId xmlns:a16="http://schemas.microsoft.com/office/drawing/2014/main" id="{B1EBA832-8919-207D-14C1-A1515A87E797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79" name="U_SPLIT_pin_i_data[8:0]">
              <a:extLst>
                <a:ext uri="{FF2B5EF4-FFF2-40B4-BE49-F238E27FC236}">
                  <a16:creationId xmlns:a16="http://schemas.microsoft.com/office/drawing/2014/main" id="{1963F388-568E-7D8C-A99B-61B5815B21C6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83" name="그룹 582">
            <a:extLst>
              <a:ext uri="{FF2B5EF4-FFF2-40B4-BE49-F238E27FC236}">
                <a16:creationId xmlns:a16="http://schemas.microsoft.com/office/drawing/2014/main" id="{B6120624-D8CE-C214-8918-B000DF48E9D3}"/>
              </a:ext>
            </a:extLst>
          </p:cNvPr>
          <p:cNvGrpSpPr/>
          <p:nvPr/>
        </p:nvGrpSpPr>
        <p:grpSpPr>
          <a:xfrm>
            <a:off x="3823332" y="8425210"/>
            <a:ext cx="1024348" cy="506642"/>
            <a:chOff x="1143000" y="1783080"/>
            <a:chExt cx="1783080" cy="685800"/>
          </a:xfrm>
        </p:grpSpPr>
        <p:sp>
          <p:nvSpPr>
            <p:cNvPr id="585" name="Shape 10">
              <a:extLst>
                <a:ext uri="{FF2B5EF4-FFF2-40B4-BE49-F238E27FC236}">
                  <a16:creationId xmlns:a16="http://schemas.microsoft.com/office/drawing/2014/main" id="{14D34A34-2365-8F3B-9D5A-AEEF2819CC63}"/>
                </a:ext>
              </a:extLst>
            </p:cNvPr>
            <p:cNvSpPr/>
            <p:nvPr/>
          </p:nvSpPr>
          <p:spPr>
            <a:xfrm>
              <a:off x="1143000" y="1783080"/>
              <a:ext cx="1783080" cy="685800"/>
            </a:xfrm>
            <a:prstGeom prst="roundRect">
              <a:avLst>
                <a:gd name="adj" fmla="val 6667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  <a:prstDash val="solid"/>
            </a:ln>
            <a:effectLst>
              <a:outerShdw blurRad="50800" dist="19050" dir="5400000" algn="bl" rotWithShape="0">
                <a:srgbClr val="64748B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" name="Text 11">
              <a:extLst>
                <a:ext uri="{FF2B5EF4-FFF2-40B4-BE49-F238E27FC236}">
                  <a16:creationId xmlns:a16="http://schemas.microsoft.com/office/drawing/2014/main" id="{7E58B3FF-F140-2CA2-AED3-9C35A0CCACA5}"/>
                </a:ext>
              </a:extLst>
            </p:cNvPr>
            <p:cNvSpPr txBox="1"/>
            <p:nvPr/>
          </p:nvSpPr>
          <p:spPr>
            <a:xfrm>
              <a:off x="1143000" y="1837944"/>
              <a:ext cx="1783080" cy="377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button</a:t>
              </a:r>
            </a:p>
            <a:p>
              <a:pPr marL="0" indent="0" algn="ctr">
                <a:buNone/>
              </a:pPr>
              <a:r>
                <a:rPr lang="en-US" sz="1150" b="1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debouncer</a:t>
              </a:r>
              <a:endParaRPr lang="en-US" sz="1150" dirty="0"/>
            </a:p>
          </p:txBody>
        </p:sp>
      </p:grpSp>
      <p:sp>
        <p:nvSpPr>
          <p:cNvPr id="584" name="U_SPLIT_pin_i_data[8:0]">
            <a:extLst>
              <a:ext uri="{FF2B5EF4-FFF2-40B4-BE49-F238E27FC236}">
                <a16:creationId xmlns:a16="http://schemas.microsoft.com/office/drawing/2014/main" id="{E1010318-004B-6F04-A862-6641946772DF}"/>
              </a:ext>
            </a:extLst>
          </p:cNvPr>
          <p:cNvSpPr/>
          <p:nvPr/>
        </p:nvSpPr>
        <p:spPr>
          <a:xfrm>
            <a:off x="3714163" y="8643373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587" name="U_SPLIT">
            <a:extLst>
              <a:ext uri="{FF2B5EF4-FFF2-40B4-BE49-F238E27FC236}">
                <a16:creationId xmlns:a16="http://schemas.microsoft.com/office/drawing/2014/main" id="{13F6E8F5-315E-A29C-A2C0-5FBE52A127CD}"/>
              </a:ext>
            </a:extLst>
          </p:cNvPr>
          <p:cNvGrpSpPr/>
          <p:nvPr/>
        </p:nvGrpSpPr>
        <p:grpSpPr>
          <a:xfrm>
            <a:off x="6727252" y="7867034"/>
            <a:ext cx="2215980" cy="1797641"/>
            <a:chOff x="6477000" y="2476500"/>
            <a:chExt cx="1905000" cy="1524000"/>
          </a:xfrm>
        </p:grpSpPr>
        <p:sp>
          <p:nvSpPr>
            <p:cNvPr id="588" name="U_SPLIT_body">
              <a:extLst>
                <a:ext uri="{FF2B5EF4-FFF2-40B4-BE49-F238E27FC236}">
                  <a16:creationId xmlns:a16="http://schemas.microsoft.com/office/drawing/2014/main" id="{DCADDE87-BB9B-08B8-2302-E22BAF9E35C1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STOP_Watch_CON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89" name="U_SPLIT_pin_i_data[8:0]">
              <a:extLst>
                <a:ext uri="{FF2B5EF4-FFF2-40B4-BE49-F238E27FC236}">
                  <a16:creationId xmlns:a16="http://schemas.microsoft.com/office/drawing/2014/main" id="{869F144D-8C08-DF05-A355-BD0A30028A82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1" name="U_SPLIT_pin_o_digit_1[3:0]">
              <a:extLst>
                <a:ext uri="{FF2B5EF4-FFF2-40B4-BE49-F238E27FC236}">
                  <a16:creationId xmlns:a16="http://schemas.microsoft.com/office/drawing/2014/main" id="{AFAAEA3F-B2C0-BF6E-EF70-404FCD3AECF1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3" name="U_SPLIT_pin_o_digit_10[3:0]">
              <a:extLst>
                <a:ext uri="{FF2B5EF4-FFF2-40B4-BE49-F238E27FC236}">
                  <a16:creationId xmlns:a16="http://schemas.microsoft.com/office/drawing/2014/main" id="{70B96F01-7912-3F53-E4B1-67B4AEB84BC3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5" name="U_SPLIT_pin_o_digit_100[3:0]">
              <a:extLst>
                <a:ext uri="{FF2B5EF4-FFF2-40B4-BE49-F238E27FC236}">
                  <a16:creationId xmlns:a16="http://schemas.microsoft.com/office/drawing/2014/main" id="{4E0F771C-BE56-F1B8-9DB3-F8D96C8D8A62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7" name="U_SPLIT_pin_o_digit_1000[3:0]">
              <a:extLst>
                <a:ext uri="{FF2B5EF4-FFF2-40B4-BE49-F238E27FC236}">
                  <a16:creationId xmlns:a16="http://schemas.microsoft.com/office/drawing/2014/main" id="{318C36EF-59F7-7AF5-22FB-DF8105C55CA3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99" name="U_SPLIT">
            <a:extLst>
              <a:ext uri="{FF2B5EF4-FFF2-40B4-BE49-F238E27FC236}">
                <a16:creationId xmlns:a16="http://schemas.microsoft.com/office/drawing/2014/main" id="{874A8A31-6CDC-5894-A7CE-F5C6110B472E}"/>
              </a:ext>
            </a:extLst>
          </p:cNvPr>
          <p:cNvGrpSpPr/>
          <p:nvPr/>
        </p:nvGrpSpPr>
        <p:grpSpPr>
          <a:xfrm>
            <a:off x="6796748" y="5308681"/>
            <a:ext cx="2215980" cy="1797641"/>
            <a:chOff x="6477000" y="2476500"/>
            <a:chExt cx="1905000" cy="1524000"/>
          </a:xfrm>
        </p:grpSpPr>
        <p:sp>
          <p:nvSpPr>
            <p:cNvPr id="600" name="U_SPLIT_body">
              <a:extLst>
                <a:ext uri="{FF2B5EF4-FFF2-40B4-BE49-F238E27FC236}">
                  <a16:creationId xmlns:a16="http://schemas.microsoft.com/office/drawing/2014/main" id="{71527CCB-77E7-A57A-56E7-CC809006A60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Watch_CON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1" name="U_SPLIT_pin_i_data[8:0]">
              <a:extLst>
                <a:ext uri="{FF2B5EF4-FFF2-40B4-BE49-F238E27FC236}">
                  <a16:creationId xmlns:a16="http://schemas.microsoft.com/office/drawing/2014/main" id="{ADF2EC1E-5E49-E707-D5F0-451FC50917AE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2" name="U_SPLIT_pin_o_digit_1[3:0]">
              <a:extLst>
                <a:ext uri="{FF2B5EF4-FFF2-40B4-BE49-F238E27FC236}">
                  <a16:creationId xmlns:a16="http://schemas.microsoft.com/office/drawing/2014/main" id="{7CB58535-F582-DD57-11A2-8547FB10F83C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3" name="U_SPLIT_pin_o_digit_10[3:0]">
              <a:extLst>
                <a:ext uri="{FF2B5EF4-FFF2-40B4-BE49-F238E27FC236}">
                  <a16:creationId xmlns:a16="http://schemas.microsoft.com/office/drawing/2014/main" id="{1FBBE18B-1C73-7CEE-D1B7-DB675B904C75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4" name="U_SPLIT_pin_o_digit_100[3:0]">
              <a:extLst>
                <a:ext uri="{FF2B5EF4-FFF2-40B4-BE49-F238E27FC236}">
                  <a16:creationId xmlns:a16="http://schemas.microsoft.com/office/drawing/2014/main" id="{0CC8F1E6-B34F-6D34-B65F-B0495265F748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5" name="U_SPLIT_pin_o_digit_1000[3:0]">
              <a:extLst>
                <a:ext uri="{FF2B5EF4-FFF2-40B4-BE49-F238E27FC236}">
                  <a16:creationId xmlns:a16="http://schemas.microsoft.com/office/drawing/2014/main" id="{0650E648-EB16-BD59-17BB-3C7CC2B321CB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606" name="in_b">
            <a:extLst>
              <a:ext uri="{FF2B5EF4-FFF2-40B4-BE49-F238E27FC236}">
                <a16:creationId xmlns:a16="http://schemas.microsoft.com/office/drawing/2014/main" id="{FA918A15-DC86-05A3-3303-C98B3FF48CC9}"/>
              </a:ext>
            </a:extLst>
          </p:cNvPr>
          <p:cNvGrpSpPr/>
          <p:nvPr/>
        </p:nvGrpSpPr>
        <p:grpSpPr>
          <a:xfrm>
            <a:off x="1505053" y="9680336"/>
            <a:ext cx="1802330" cy="299607"/>
            <a:chOff x="101600" y="2286000"/>
            <a:chExt cx="1549400" cy="254000"/>
          </a:xfrm>
        </p:grpSpPr>
        <p:sp>
          <p:nvSpPr>
            <p:cNvPr id="607" name="in_b_body">
              <a:extLst>
                <a:ext uri="{FF2B5EF4-FFF2-40B4-BE49-F238E27FC236}">
                  <a16:creationId xmlns:a16="http://schemas.microsoft.com/office/drawing/2014/main" id="{81C8AF48-7EA8-78EB-BEE5-80F2562198D5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SW0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8" name="in_b_pin">
              <a:extLst>
                <a:ext uri="{FF2B5EF4-FFF2-40B4-BE49-F238E27FC236}">
                  <a16:creationId xmlns:a16="http://schemas.microsoft.com/office/drawing/2014/main" id="{AB721E3A-72D7-8D9C-C19A-0374DEFCC159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609" name="in_b">
            <a:extLst>
              <a:ext uri="{FF2B5EF4-FFF2-40B4-BE49-F238E27FC236}">
                <a16:creationId xmlns:a16="http://schemas.microsoft.com/office/drawing/2014/main" id="{67742B34-F329-81BB-43A2-F266EF429AAB}"/>
              </a:ext>
            </a:extLst>
          </p:cNvPr>
          <p:cNvGrpSpPr/>
          <p:nvPr/>
        </p:nvGrpSpPr>
        <p:grpSpPr>
          <a:xfrm>
            <a:off x="1505053" y="10500155"/>
            <a:ext cx="1802330" cy="299607"/>
            <a:chOff x="101600" y="2286000"/>
            <a:chExt cx="1549400" cy="254000"/>
          </a:xfrm>
        </p:grpSpPr>
        <p:sp>
          <p:nvSpPr>
            <p:cNvPr id="610" name="in_b_body">
              <a:extLst>
                <a:ext uri="{FF2B5EF4-FFF2-40B4-BE49-F238E27FC236}">
                  <a16:creationId xmlns:a16="http://schemas.microsoft.com/office/drawing/2014/main" id="{AB14A2A6-BFE4-630C-827D-13C257AF37E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SW1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1" name="in_b_pin">
              <a:extLst>
                <a:ext uri="{FF2B5EF4-FFF2-40B4-BE49-F238E27FC236}">
                  <a16:creationId xmlns:a16="http://schemas.microsoft.com/office/drawing/2014/main" id="{3A2E3EDC-E452-B2C3-DBCD-E81EB91816D4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sp>
        <p:nvSpPr>
          <p:cNvPr id="615" name="U_SPLIT_pin_o_digit_1[3:0]">
            <a:extLst>
              <a:ext uri="{FF2B5EF4-FFF2-40B4-BE49-F238E27FC236}">
                <a16:creationId xmlns:a16="http://schemas.microsoft.com/office/drawing/2014/main" id="{3D1D86C2-18A4-0702-96EA-806428FA77CF}"/>
              </a:ext>
            </a:extLst>
          </p:cNvPr>
          <p:cNvSpPr/>
          <p:nvPr/>
        </p:nvSpPr>
        <p:spPr>
          <a:xfrm>
            <a:off x="4850889" y="6368139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6" name="U_SPLIT_pin_o_digit_1[3:0]">
            <a:extLst>
              <a:ext uri="{FF2B5EF4-FFF2-40B4-BE49-F238E27FC236}">
                <a16:creationId xmlns:a16="http://schemas.microsoft.com/office/drawing/2014/main" id="{AA7AA757-1DCD-6F70-47C1-49C674EAC440}"/>
              </a:ext>
            </a:extLst>
          </p:cNvPr>
          <p:cNvSpPr/>
          <p:nvPr/>
        </p:nvSpPr>
        <p:spPr>
          <a:xfrm>
            <a:off x="4850889" y="7103834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7" name="U_SPLIT_pin_o_digit_1[3:0]">
            <a:extLst>
              <a:ext uri="{FF2B5EF4-FFF2-40B4-BE49-F238E27FC236}">
                <a16:creationId xmlns:a16="http://schemas.microsoft.com/office/drawing/2014/main" id="{73E9AE6B-5775-E82B-074B-1CEC6F5B0D61}"/>
              </a:ext>
            </a:extLst>
          </p:cNvPr>
          <p:cNvSpPr/>
          <p:nvPr/>
        </p:nvSpPr>
        <p:spPr>
          <a:xfrm>
            <a:off x="4850889" y="7863179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8" name="U_SPLIT_pin_o_digit_1[3:0]">
            <a:extLst>
              <a:ext uri="{FF2B5EF4-FFF2-40B4-BE49-F238E27FC236}">
                <a16:creationId xmlns:a16="http://schemas.microsoft.com/office/drawing/2014/main" id="{B5EB0130-4724-239D-C056-798FE56E7580}"/>
              </a:ext>
            </a:extLst>
          </p:cNvPr>
          <p:cNvSpPr/>
          <p:nvPr/>
        </p:nvSpPr>
        <p:spPr>
          <a:xfrm>
            <a:off x="4850889" y="8634201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662" name="그룹 661">
            <a:extLst>
              <a:ext uri="{FF2B5EF4-FFF2-40B4-BE49-F238E27FC236}">
                <a16:creationId xmlns:a16="http://schemas.microsoft.com/office/drawing/2014/main" id="{B59F664D-F686-A7CE-2C75-A1DB28222D9D}"/>
              </a:ext>
            </a:extLst>
          </p:cNvPr>
          <p:cNvGrpSpPr/>
          <p:nvPr/>
        </p:nvGrpSpPr>
        <p:grpSpPr>
          <a:xfrm>
            <a:off x="5704601" y="5755270"/>
            <a:ext cx="584848" cy="995680"/>
            <a:chOff x="5704601" y="8289838"/>
            <a:chExt cx="584848" cy="995680"/>
          </a:xfrm>
        </p:grpSpPr>
        <p:sp>
          <p:nvSpPr>
            <p:cNvPr id="663" name="U_SPLIT_pin_i_data[8:0]">
              <a:extLst>
                <a:ext uri="{FF2B5EF4-FFF2-40B4-BE49-F238E27FC236}">
                  <a16:creationId xmlns:a16="http://schemas.microsoft.com/office/drawing/2014/main" id="{7E41CB11-6C77-FC21-DE73-66BAC4926A22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664" name="그룹 663">
              <a:extLst>
                <a:ext uri="{FF2B5EF4-FFF2-40B4-BE49-F238E27FC236}">
                  <a16:creationId xmlns:a16="http://schemas.microsoft.com/office/drawing/2014/main" id="{D8357312-82CA-E3D3-73E9-CA230C5678A7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665" name="그룹 664">
                <a:extLst>
                  <a:ext uri="{FF2B5EF4-FFF2-40B4-BE49-F238E27FC236}">
                    <a16:creationId xmlns:a16="http://schemas.microsoft.com/office/drawing/2014/main" id="{973F9CF0-5688-4346-6218-747A183F4DB4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667" name="그룹 666">
                  <a:extLst>
                    <a:ext uri="{FF2B5EF4-FFF2-40B4-BE49-F238E27FC236}">
                      <a16:creationId xmlns:a16="http://schemas.microsoft.com/office/drawing/2014/main" id="{3B6EE156-4EBC-A217-4098-9A21AEA5533E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71" name="직사각형 670">
                    <a:extLst>
                      <a:ext uri="{FF2B5EF4-FFF2-40B4-BE49-F238E27FC236}">
                        <a16:creationId xmlns:a16="http://schemas.microsoft.com/office/drawing/2014/main" id="{68D49C5A-C533-D52E-B17D-85040A8B8893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72" name="직각 삼각형 671">
                    <a:extLst>
                      <a:ext uri="{FF2B5EF4-FFF2-40B4-BE49-F238E27FC236}">
                        <a16:creationId xmlns:a16="http://schemas.microsoft.com/office/drawing/2014/main" id="{1FE503E9-5CA6-66E3-F55C-D3E06EA145DC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CFD6EBBA-AADC-9C8B-2977-F6FFD0A4A37A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69" name="직사각형 668">
                    <a:extLst>
                      <a:ext uri="{FF2B5EF4-FFF2-40B4-BE49-F238E27FC236}">
                        <a16:creationId xmlns:a16="http://schemas.microsoft.com/office/drawing/2014/main" id="{5247236F-CB0A-3D58-8AF6-A7890E310B10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70" name="직각 삼각형 669">
                    <a:extLst>
                      <a:ext uri="{FF2B5EF4-FFF2-40B4-BE49-F238E27FC236}">
                        <a16:creationId xmlns:a16="http://schemas.microsoft.com/office/drawing/2014/main" id="{F65A10D7-625D-DB9F-C8CB-66B1EDC378A7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666" name="U_SPLIT_pin_o_digit_1[3:0]">
                <a:extLst>
                  <a:ext uri="{FF2B5EF4-FFF2-40B4-BE49-F238E27FC236}">
                    <a16:creationId xmlns:a16="http://schemas.microsoft.com/office/drawing/2014/main" id="{78F39A31-BD2D-4E35-910A-3CE1788DF04D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cxnSp>
        <p:nvCxnSpPr>
          <p:cNvPr id="674" name="연결선: 꺾임 673">
            <a:extLst>
              <a:ext uri="{FF2B5EF4-FFF2-40B4-BE49-F238E27FC236}">
                <a16:creationId xmlns:a16="http://schemas.microsoft.com/office/drawing/2014/main" id="{8A33D2AD-712B-9E37-6010-7547668FB4AA}"/>
              </a:ext>
            </a:extLst>
          </p:cNvPr>
          <p:cNvCxnSpPr>
            <a:endCxn id="649" idx="2"/>
          </p:cNvCxnSpPr>
          <p:nvPr/>
        </p:nvCxnSpPr>
        <p:spPr>
          <a:xfrm flipV="1">
            <a:off x="3307383" y="9274319"/>
            <a:ext cx="2611099" cy="5558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연결선: 꺾임 674">
            <a:extLst>
              <a:ext uri="{FF2B5EF4-FFF2-40B4-BE49-F238E27FC236}">
                <a16:creationId xmlns:a16="http://schemas.microsoft.com/office/drawing/2014/main" id="{04482EC0-5922-5492-D638-D01FFE4EA780}"/>
              </a:ext>
            </a:extLst>
          </p:cNvPr>
          <p:cNvCxnSpPr>
            <a:cxnSpLocks/>
            <a:stCxn id="608" idx="3"/>
            <a:endCxn id="663" idx="2"/>
          </p:cNvCxnSpPr>
          <p:nvPr/>
        </p:nvCxnSpPr>
        <p:spPr>
          <a:xfrm flipV="1">
            <a:off x="3307383" y="6739751"/>
            <a:ext cx="2611099" cy="3090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0" name="그룹 649">
            <a:extLst>
              <a:ext uri="{FF2B5EF4-FFF2-40B4-BE49-F238E27FC236}">
                <a16:creationId xmlns:a16="http://schemas.microsoft.com/office/drawing/2014/main" id="{2187EF87-33AF-C709-7883-2CF84CC96776}"/>
              </a:ext>
            </a:extLst>
          </p:cNvPr>
          <p:cNvGrpSpPr/>
          <p:nvPr/>
        </p:nvGrpSpPr>
        <p:grpSpPr>
          <a:xfrm>
            <a:off x="5704601" y="8289838"/>
            <a:ext cx="584848" cy="995680"/>
            <a:chOff x="5704601" y="8289838"/>
            <a:chExt cx="584848" cy="995680"/>
          </a:xfrm>
        </p:grpSpPr>
        <p:sp>
          <p:nvSpPr>
            <p:cNvPr id="649" name="U_SPLIT_pin_i_data[8:0]">
              <a:extLst>
                <a:ext uri="{FF2B5EF4-FFF2-40B4-BE49-F238E27FC236}">
                  <a16:creationId xmlns:a16="http://schemas.microsoft.com/office/drawing/2014/main" id="{8BC0BF58-52BF-610C-CBD4-A756F618248B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629" name="그룹 628">
              <a:extLst>
                <a:ext uri="{FF2B5EF4-FFF2-40B4-BE49-F238E27FC236}">
                  <a16:creationId xmlns:a16="http://schemas.microsoft.com/office/drawing/2014/main" id="{2DADF33A-AA47-D03D-4947-61D274DE1981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630" name="그룹 629">
                <a:extLst>
                  <a:ext uri="{FF2B5EF4-FFF2-40B4-BE49-F238E27FC236}">
                    <a16:creationId xmlns:a16="http://schemas.microsoft.com/office/drawing/2014/main" id="{3A18557C-8D0B-65A3-9172-743946657FB2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632" name="그룹 631">
                  <a:extLst>
                    <a:ext uri="{FF2B5EF4-FFF2-40B4-BE49-F238E27FC236}">
                      <a16:creationId xmlns:a16="http://schemas.microsoft.com/office/drawing/2014/main" id="{E8A0A599-2439-F138-04D8-25BAB6C41156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36" name="직사각형 635">
                    <a:extLst>
                      <a:ext uri="{FF2B5EF4-FFF2-40B4-BE49-F238E27FC236}">
                        <a16:creationId xmlns:a16="http://schemas.microsoft.com/office/drawing/2014/main" id="{4C910A52-4A21-DFA6-FCF3-4F5BA3ACDB6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7" name="직각 삼각형 636">
                    <a:extLst>
                      <a:ext uri="{FF2B5EF4-FFF2-40B4-BE49-F238E27FC236}">
                        <a16:creationId xmlns:a16="http://schemas.microsoft.com/office/drawing/2014/main" id="{BD529D81-F7CB-B612-BE69-71A0D3920630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633" name="그룹 632">
                  <a:extLst>
                    <a:ext uri="{FF2B5EF4-FFF2-40B4-BE49-F238E27FC236}">
                      <a16:creationId xmlns:a16="http://schemas.microsoft.com/office/drawing/2014/main" id="{271159D3-42BB-6D5F-315C-87A903ECB6C2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34" name="직사각형 633">
                    <a:extLst>
                      <a:ext uri="{FF2B5EF4-FFF2-40B4-BE49-F238E27FC236}">
                        <a16:creationId xmlns:a16="http://schemas.microsoft.com/office/drawing/2014/main" id="{4A2DDAD3-BEFE-DC28-FCD1-26D789A197CB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5" name="직각 삼각형 634">
                    <a:extLst>
                      <a:ext uri="{FF2B5EF4-FFF2-40B4-BE49-F238E27FC236}">
                        <a16:creationId xmlns:a16="http://schemas.microsoft.com/office/drawing/2014/main" id="{22B57EA4-49F8-26E0-3302-A56C8EA4029E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631" name="U_SPLIT_pin_o_digit_1[3:0]">
                <a:extLst>
                  <a:ext uri="{FF2B5EF4-FFF2-40B4-BE49-F238E27FC236}">
                    <a16:creationId xmlns:a16="http://schemas.microsoft.com/office/drawing/2014/main" id="{09E19C1E-B4FF-1A5F-C817-A5F99165CD4C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sp>
        <p:nvSpPr>
          <p:cNvPr id="680" name="U_SPLIT_pin_i_data[8:0]">
            <a:extLst>
              <a:ext uri="{FF2B5EF4-FFF2-40B4-BE49-F238E27FC236}">
                <a16:creationId xmlns:a16="http://schemas.microsoft.com/office/drawing/2014/main" id="{9D34044F-3117-E43A-546A-D0449122CBBC}"/>
              </a:ext>
            </a:extLst>
          </p:cNvPr>
          <p:cNvSpPr/>
          <p:nvPr/>
        </p:nvSpPr>
        <p:spPr>
          <a:xfrm>
            <a:off x="5588684" y="590924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1" name="U_SPLIT_pin_i_data[8:0]">
            <a:extLst>
              <a:ext uri="{FF2B5EF4-FFF2-40B4-BE49-F238E27FC236}">
                <a16:creationId xmlns:a16="http://schemas.microsoft.com/office/drawing/2014/main" id="{B644E36C-696D-52A8-E855-E0B31F732F6A}"/>
              </a:ext>
            </a:extLst>
          </p:cNvPr>
          <p:cNvSpPr/>
          <p:nvPr/>
        </p:nvSpPr>
        <p:spPr>
          <a:xfrm>
            <a:off x="5588684" y="641945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2" name="U_SPLIT_pin_i_data[8:0]">
            <a:extLst>
              <a:ext uri="{FF2B5EF4-FFF2-40B4-BE49-F238E27FC236}">
                <a16:creationId xmlns:a16="http://schemas.microsoft.com/office/drawing/2014/main" id="{438A6105-E2F2-F176-AEA0-3FEFD645776A}"/>
              </a:ext>
            </a:extLst>
          </p:cNvPr>
          <p:cNvSpPr/>
          <p:nvPr/>
        </p:nvSpPr>
        <p:spPr>
          <a:xfrm>
            <a:off x="5588684" y="8440137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5" name="U_SPLIT_pin_i_data[8:0]">
            <a:extLst>
              <a:ext uri="{FF2B5EF4-FFF2-40B4-BE49-F238E27FC236}">
                <a16:creationId xmlns:a16="http://schemas.microsoft.com/office/drawing/2014/main" id="{409F558A-A893-D668-0CC8-5840FD5F1864}"/>
              </a:ext>
            </a:extLst>
          </p:cNvPr>
          <p:cNvSpPr/>
          <p:nvPr/>
        </p:nvSpPr>
        <p:spPr>
          <a:xfrm>
            <a:off x="5588684" y="8950889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722" name="그룹 721">
            <a:extLst>
              <a:ext uri="{FF2B5EF4-FFF2-40B4-BE49-F238E27FC236}">
                <a16:creationId xmlns:a16="http://schemas.microsoft.com/office/drawing/2014/main" id="{E60E7E78-568C-7E73-B567-D1C59468D481}"/>
              </a:ext>
            </a:extLst>
          </p:cNvPr>
          <p:cNvGrpSpPr/>
          <p:nvPr/>
        </p:nvGrpSpPr>
        <p:grpSpPr>
          <a:xfrm>
            <a:off x="4998621" y="5964579"/>
            <a:ext cx="590063" cy="2744524"/>
            <a:chOff x="4998621" y="5964579"/>
            <a:chExt cx="590063" cy="2744524"/>
          </a:xfrm>
        </p:grpSpPr>
        <p:cxnSp>
          <p:nvCxnSpPr>
            <p:cNvPr id="687" name="연결선: 꺾임 686">
              <a:extLst>
                <a:ext uri="{FF2B5EF4-FFF2-40B4-BE49-F238E27FC236}">
                  <a16:creationId xmlns:a16="http://schemas.microsoft.com/office/drawing/2014/main" id="{4303598E-F32B-CDF9-FE0F-EBD37DD64DEE}"/>
                </a:ext>
              </a:extLst>
            </p:cNvPr>
            <p:cNvCxnSpPr>
              <a:cxnSpLocks/>
              <a:stCxn id="615" idx="3"/>
              <a:endCxn id="680" idx="1"/>
            </p:cNvCxnSpPr>
            <p:nvPr/>
          </p:nvCxnSpPr>
          <p:spPr>
            <a:xfrm flipV="1">
              <a:off x="4998621" y="5964579"/>
              <a:ext cx="590063" cy="478462"/>
            </a:xfrm>
            <a:prstGeom prst="bentConnector3">
              <a:avLst>
                <a:gd name="adj1" fmla="val 996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연결선: 꺾임 699">
              <a:extLst>
                <a:ext uri="{FF2B5EF4-FFF2-40B4-BE49-F238E27FC236}">
                  <a16:creationId xmlns:a16="http://schemas.microsoft.com/office/drawing/2014/main" id="{B9BB41F1-402F-E1D8-EAFC-AE25DEA3D29D}"/>
                </a:ext>
              </a:extLst>
            </p:cNvPr>
            <p:cNvCxnSpPr>
              <a:cxnSpLocks/>
              <a:stCxn id="618" idx="3"/>
              <a:endCxn id="680" idx="1"/>
            </p:cNvCxnSpPr>
            <p:nvPr/>
          </p:nvCxnSpPr>
          <p:spPr>
            <a:xfrm flipV="1">
              <a:off x="4998621" y="5964579"/>
              <a:ext cx="590063" cy="2744524"/>
            </a:xfrm>
            <a:prstGeom prst="bentConnector3">
              <a:avLst>
                <a:gd name="adj1" fmla="val 4741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연결선: 꺾임 705">
              <a:extLst>
                <a:ext uri="{FF2B5EF4-FFF2-40B4-BE49-F238E27FC236}">
                  <a16:creationId xmlns:a16="http://schemas.microsoft.com/office/drawing/2014/main" id="{D1279047-532A-E19F-39CF-3012944B8D14}"/>
                </a:ext>
              </a:extLst>
            </p:cNvPr>
            <p:cNvCxnSpPr>
              <a:stCxn id="616" idx="3"/>
              <a:endCxn id="680" idx="1"/>
            </p:cNvCxnSpPr>
            <p:nvPr/>
          </p:nvCxnSpPr>
          <p:spPr>
            <a:xfrm flipV="1">
              <a:off x="4998621" y="5964579"/>
              <a:ext cx="590063" cy="1214157"/>
            </a:xfrm>
            <a:prstGeom prst="bentConnector3">
              <a:avLst>
                <a:gd name="adj1" fmla="val 24172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연결선: 꺾임 711">
              <a:extLst>
                <a:ext uri="{FF2B5EF4-FFF2-40B4-BE49-F238E27FC236}">
                  <a16:creationId xmlns:a16="http://schemas.microsoft.com/office/drawing/2014/main" id="{BA9618D3-9542-E8E2-17AA-FDB40FF9F9AC}"/>
                </a:ext>
              </a:extLst>
            </p:cNvPr>
            <p:cNvCxnSpPr>
              <a:cxnSpLocks/>
              <a:stCxn id="617" idx="3"/>
              <a:endCxn id="680" idx="1"/>
            </p:cNvCxnSpPr>
            <p:nvPr/>
          </p:nvCxnSpPr>
          <p:spPr>
            <a:xfrm flipV="1">
              <a:off x="4998621" y="5964579"/>
              <a:ext cx="590063" cy="1973502"/>
            </a:xfrm>
            <a:prstGeom prst="bentConnector3">
              <a:avLst>
                <a:gd name="adj1" fmla="val 37086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4" name="연결선: 꺾임 723">
            <a:extLst>
              <a:ext uri="{FF2B5EF4-FFF2-40B4-BE49-F238E27FC236}">
                <a16:creationId xmlns:a16="http://schemas.microsoft.com/office/drawing/2014/main" id="{41F3214C-83C6-0E6F-2266-E8760CB566B8}"/>
              </a:ext>
            </a:extLst>
          </p:cNvPr>
          <p:cNvCxnSpPr>
            <a:stCxn id="666" idx="3"/>
            <a:endCxn id="601" idx="1"/>
          </p:cNvCxnSpPr>
          <p:nvPr/>
        </p:nvCxnSpPr>
        <p:spPr>
          <a:xfrm flipV="1">
            <a:off x="6289449" y="5937856"/>
            <a:ext cx="507299" cy="3454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연결선: 꺾임 725">
            <a:extLst>
              <a:ext uri="{FF2B5EF4-FFF2-40B4-BE49-F238E27FC236}">
                <a16:creationId xmlns:a16="http://schemas.microsoft.com/office/drawing/2014/main" id="{30D72E3F-70FC-661B-DFA3-B99B2B37A69A}"/>
              </a:ext>
            </a:extLst>
          </p:cNvPr>
          <p:cNvCxnSpPr>
            <a:stCxn id="631" idx="3"/>
            <a:endCxn id="589" idx="1"/>
          </p:cNvCxnSpPr>
          <p:nvPr/>
        </p:nvCxnSpPr>
        <p:spPr>
          <a:xfrm flipV="1">
            <a:off x="6289449" y="8496209"/>
            <a:ext cx="437803" cy="3216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7" name="U_SPLIT">
            <a:extLst>
              <a:ext uri="{FF2B5EF4-FFF2-40B4-BE49-F238E27FC236}">
                <a16:creationId xmlns:a16="http://schemas.microsoft.com/office/drawing/2014/main" id="{D3CA7117-BDC4-4196-F2E0-5010B027AB75}"/>
              </a:ext>
            </a:extLst>
          </p:cNvPr>
          <p:cNvGrpSpPr/>
          <p:nvPr/>
        </p:nvGrpSpPr>
        <p:grpSpPr>
          <a:xfrm>
            <a:off x="9504213" y="5289143"/>
            <a:ext cx="2359838" cy="1797641"/>
            <a:chOff x="6477000" y="2476500"/>
            <a:chExt cx="1905000" cy="1524000"/>
          </a:xfrm>
        </p:grpSpPr>
        <p:sp>
          <p:nvSpPr>
            <p:cNvPr id="728" name="U_SPLIT_body">
              <a:extLst>
                <a:ext uri="{FF2B5EF4-FFF2-40B4-BE49-F238E27FC236}">
                  <a16:creationId xmlns:a16="http://schemas.microsoft.com/office/drawing/2014/main" id="{F0A64728-3280-D4CC-572F-7570A94CF766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Watch_TIC_GEN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29" name="U_SPLIT_pin_i_data[8:0]">
              <a:extLst>
                <a:ext uri="{FF2B5EF4-FFF2-40B4-BE49-F238E27FC236}">
                  <a16:creationId xmlns:a16="http://schemas.microsoft.com/office/drawing/2014/main" id="{2125EDB5-D343-AD34-00DF-234DA48B5E51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30" name="U_SPLIT_pin_o_digit_1[3:0]">
              <a:extLst>
                <a:ext uri="{FF2B5EF4-FFF2-40B4-BE49-F238E27FC236}">
                  <a16:creationId xmlns:a16="http://schemas.microsoft.com/office/drawing/2014/main" id="{E73D4530-F426-9B32-A28A-57763251204E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734" name="U_SPLIT">
            <a:extLst>
              <a:ext uri="{FF2B5EF4-FFF2-40B4-BE49-F238E27FC236}">
                <a16:creationId xmlns:a16="http://schemas.microsoft.com/office/drawing/2014/main" id="{7705315E-57D1-E575-93BC-25E086F956F7}"/>
              </a:ext>
            </a:extLst>
          </p:cNvPr>
          <p:cNvGrpSpPr/>
          <p:nvPr/>
        </p:nvGrpSpPr>
        <p:grpSpPr>
          <a:xfrm>
            <a:off x="9504213" y="7850221"/>
            <a:ext cx="2369963" cy="1797641"/>
            <a:chOff x="6477000" y="2476500"/>
            <a:chExt cx="1905000" cy="1524000"/>
          </a:xfrm>
        </p:grpSpPr>
        <p:sp>
          <p:nvSpPr>
            <p:cNvPr id="735" name="U_SPLIT_body">
              <a:extLst>
                <a:ext uri="{FF2B5EF4-FFF2-40B4-BE49-F238E27FC236}">
                  <a16:creationId xmlns:a16="http://schemas.microsoft.com/office/drawing/2014/main" id="{433D8AF7-5145-C542-9C96-5E2CA781D4F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STOP_Watch_TIC_GEN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6" name="U_SPLIT_pin_i_data[8:0]">
              <a:extLst>
                <a:ext uri="{FF2B5EF4-FFF2-40B4-BE49-F238E27FC236}">
                  <a16:creationId xmlns:a16="http://schemas.microsoft.com/office/drawing/2014/main" id="{EA71916D-F3A7-4009-1515-369970D68ADD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37" name="U_SPLIT_pin_o_digit_1[3:0]">
              <a:extLst>
                <a:ext uri="{FF2B5EF4-FFF2-40B4-BE49-F238E27FC236}">
                  <a16:creationId xmlns:a16="http://schemas.microsoft.com/office/drawing/2014/main" id="{3F4EE9BE-2A74-4248-1979-79E8050BA250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738" name="그룹 737">
            <a:extLst>
              <a:ext uri="{FF2B5EF4-FFF2-40B4-BE49-F238E27FC236}">
                <a16:creationId xmlns:a16="http://schemas.microsoft.com/office/drawing/2014/main" id="{7402A5FA-1850-927F-66C3-75E8BEBA86BC}"/>
              </a:ext>
            </a:extLst>
          </p:cNvPr>
          <p:cNvGrpSpPr/>
          <p:nvPr/>
        </p:nvGrpSpPr>
        <p:grpSpPr>
          <a:xfrm>
            <a:off x="12692658" y="7017302"/>
            <a:ext cx="584848" cy="995680"/>
            <a:chOff x="5704601" y="8289838"/>
            <a:chExt cx="584848" cy="995680"/>
          </a:xfrm>
        </p:grpSpPr>
        <p:sp>
          <p:nvSpPr>
            <p:cNvPr id="739" name="U_SPLIT_pin_i_data[8:0]">
              <a:extLst>
                <a:ext uri="{FF2B5EF4-FFF2-40B4-BE49-F238E27FC236}">
                  <a16:creationId xmlns:a16="http://schemas.microsoft.com/office/drawing/2014/main" id="{F1846308-3902-D542-F7E1-505DF984E95D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740" name="그룹 739">
              <a:extLst>
                <a:ext uri="{FF2B5EF4-FFF2-40B4-BE49-F238E27FC236}">
                  <a16:creationId xmlns:a16="http://schemas.microsoft.com/office/drawing/2014/main" id="{A9573AC9-45E2-34B0-9C29-9EF746B05E7C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741" name="그룹 740">
                <a:extLst>
                  <a:ext uri="{FF2B5EF4-FFF2-40B4-BE49-F238E27FC236}">
                    <a16:creationId xmlns:a16="http://schemas.microsoft.com/office/drawing/2014/main" id="{B4F362C2-4407-6C8B-343B-A0DBE96326B1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743" name="그룹 742">
                  <a:extLst>
                    <a:ext uri="{FF2B5EF4-FFF2-40B4-BE49-F238E27FC236}">
                      <a16:creationId xmlns:a16="http://schemas.microsoft.com/office/drawing/2014/main" id="{72E1C4BE-85D4-03E0-95B5-11B48A81D887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747" name="직사각형 746">
                    <a:extLst>
                      <a:ext uri="{FF2B5EF4-FFF2-40B4-BE49-F238E27FC236}">
                        <a16:creationId xmlns:a16="http://schemas.microsoft.com/office/drawing/2014/main" id="{95321904-C8A5-1CFD-6D8B-F7835F167DF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8" name="직각 삼각형 747">
                    <a:extLst>
                      <a:ext uri="{FF2B5EF4-FFF2-40B4-BE49-F238E27FC236}">
                        <a16:creationId xmlns:a16="http://schemas.microsoft.com/office/drawing/2014/main" id="{FB595F75-884B-9ACB-DFB4-D3B0AC2CE9A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744" name="그룹 743">
                  <a:extLst>
                    <a:ext uri="{FF2B5EF4-FFF2-40B4-BE49-F238E27FC236}">
                      <a16:creationId xmlns:a16="http://schemas.microsoft.com/office/drawing/2014/main" id="{9F2D7BE6-6B48-2944-40E2-1367ABBBA107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745" name="직사각형 744">
                    <a:extLst>
                      <a:ext uri="{FF2B5EF4-FFF2-40B4-BE49-F238E27FC236}">
                        <a16:creationId xmlns:a16="http://schemas.microsoft.com/office/drawing/2014/main" id="{70433654-BC95-730B-FAE0-A89CB8EACA91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6" name="직각 삼각형 745">
                    <a:extLst>
                      <a:ext uri="{FF2B5EF4-FFF2-40B4-BE49-F238E27FC236}">
                        <a16:creationId xmlns:a16="http://schemas.microsoft.com/office/drawing/2014/main" id="{3C1F0AE7-67C3-8982-4AE8-D6419DF33021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742" name="U_SPLIT_pin_o_digit_1[3:0]">
                <a:extLst>
                  <a:ext uri="{FF2B5EF4-FFF2-40B4-BE49-F238E27FC236}">
                    <a16:creationId xmlns:a16="http://schemas.microsoft.com/office/drawing/2014/main" id="{03088584-1758-4D41-9808-9F281AAC7AF7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cxnSp>
        <p:nvCxnSpPr>
          <p:cNvPr id="750" name="연결선: 꺾임 749">
            <a:extLst>
              <a:ext uri="{FF2B5EF4-FFF2-40B4-BE49-F238E27FC236}">
                <a16:creationId xmlns:a16="http://schemas.microsoft.com/office/drawing/2014/main" id="{D6276DB2-93A7-C7BF-EDE8-9880F4982D6E}"/>
              </a:ext>
            </a:extLst>
          </p:cNvPr>
          <p:cNvCxnSpPr>
            <a:cxnSpLocks/>
            <a:endCxn id="746" idx="5"/>
          </p:cNvCxnSpPr>
          <p:nvPr/>
        </p:nvCxnSpPr>
        <p:spPr>
          <a:xfrm flipV="1">
            <a:off x="3307383" y="7926046"/>
            <a:ext cx="9609731" cy="1915292"/>
          </a:xfrm>
          <a:prstGeom prst="bentConnector3">
            <a:avLst>
              <a:gd name="adj1" fmla="val 1000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U_SPLIT_pin_i_data[8:0]">
            <a:extLst>
              <a:ext uri="{FF2B5EF4-FFF2-40B4-BE49-F238E27FC236}">
                <a16:creationId xmlns:a16="http://schemas.microsoft.com/office/drawing/2014/main" id="{48C34AA1-422E-D3D8-687E-FA0282D7A550}"/>
              </a:ext>
            </a:extLst>
          </p:cNvPr>
          <p:cNvSpPr/>
          <p:nvPr/>
        </p:nvSpPr>
        <p:spPr>
          <a:xfrm>
            <a:off x="12584747" y="717873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761" name="U_SPLIT_pin_i_data[8:0]">
            <a:extLst>
              <a:ext uri="{FF2B5EF4-FFF2-40B4-BE49-F238E27FC236}">
                <a16:creationId xmlns:a16="http://schemas.microsoft.com/office/drawing/2014/main" id="{FC8CA2E8-D486-57C9-1441-024CC7DC6325}"/>
              </a:ext>
            </a:extLst>
          </p:cNvPr>
          <p:cNvSpPr/>
          <p:nvPr/>
        </p:nvSpPr>
        <p:spPr>
          <a:xfrm>
            <a:off x="12584747" y="7728611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764" name="U_SPLIT_pin_i_data[8:0]">
            <a:extLst>
              <a:ext uri="{FF2B5EF4-FFF2-40B4-BE49-F238E27FC236}">
                <a16:creationId xmlns:a16="http://schemas.microsoft.com/office/drawing/2014/main" id="{75135E7A-9285-B6C1-BA7A-C2359E90E835}"/>
              </a:ext>
            </a:extLst>
          </p:cNvPr>
          <p:cNvSpPr/>
          <p:nvPr/>
        </p:nvSpPr>
        <p:spPr>
          <a:xfrm>
            <a:off x="14565981" y="4274301"/>
            <a:ext cx="147732" cy="149803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cxnSp>
        <p:nvCxnSpPr>
          <p:cNvPr id="769" name="연결선: 꺾임 768">
            <a:extLst>
              <a:ext uri="{FF2B5EF4-FFF2-40B4-BE49-F238E27FC236}">
                <a16:creationId xmlns:a16="http://schemas.microsoft.com/office/drawing/2014/main" id="{4BAB4B05-7CC4-EA0B-F0D1-87DA7DC79B1E}"/>
              </a:ext>
            </a:extLst>
          </p:cNvPr>
          <p:cNvCxnSpPr>
            <a:stCxn id="730" idx="3"/>
            <a:endCxn id="760" idx="1"/>
          </p:cNvCxnSpPr>
          <p:nvPr/>
        </p:nvCxnSpPr>
        <p:spPr>
          <a:xfrm>
            <a:off x="11864051" y="5918318"/>
            <a:ext cx="720696" cy="13157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연결선: 꺾임 770">
            <a:extLst>
              <a:ext uri="{FF2B5EF4-FFF2-40B4-BE49-F238E27FC236}">
                <a16:creationId xmlns:a16="http://schemas.microsoft.com/office/drawing/2014/main" id="{FE75DFDF-8B88-DCC3-627E-76CFCCADEA2C}"/>
              </a:ext>
            </a:extLst>
          </p:cNvPr>
          <p:cNvCxnSpPr>
            <a:stCxn id="737" idx="3"/>
            <a:endCxn id="761" idx="1"/>
          </p:cNvCxnSpPr>
          <p:nvPr/>
        </p:nvCxnSpPr>
        <p:spPr>
          <a:xfrm flipV="1">
            <a:off x="11874176" y="7783945"/>
            <a:ext cx="710571" cy="6954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46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4E30-B534-DC67-AC1E-90FCFAA5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9BD3F9-CA25-A9A2-AC71-B9FD6566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52" y="1834239"/>
            <a:ext cx="23216670" cy="115840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21A279D6-D903-0872-D44C-AF17531F81C2}"/>
              </a:ext>
            </a:extLst>
          </p:cNvPr>
          <p:cNvGrpSpPr/>
          <p:nvPr/>
        </p:nvGrpSpPr>
        <p:grpSpPr>
          <a:xfrm>
            <a:off x="2454589" y="2624182"/>
            <a:ext cx="498240" cy="1176840"/>
            <a:chOff x="2454589" y="2624182"/>
            <a:chExt cx="498240" cy="11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7037842-2203-3703-5C22-7A5073755C48}"/>
                    </a:ext>
                  </a:extLst>
                </p14:cNvPr>
                <p14:cNvContentPartPr/>
                <p14:nvPr/>
              </p14:nvContentPartPr>
              <p14:xfrm>
                <a:off x="2454589" y="2624182"/>
                <a:ext cx="232200" cy="11768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7037842-2203-3703-5C22-7A5073755C4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48469" y="2618062"/>
                  <a:ext cx="24444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A0FD799-B0E4-EB5A-8081-63BBC66468A7}"/>
                    </a:ext>
                  </a:extLst>
                </p14:cNvPr>
                <p14:cNvContentPartPr/>
                <p14:nvPr/>
              </p14:nvContentPartPr>
              <p14:xfrm>
                <a:off x="2549269" y="3233662"/>
                <a:ext cx="403560" cy="5223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A0FD799-B0E4-EB5A-8081-63BBC66468A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43149" y="3227542"/>
                  <a:ext cx="41580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9835D3-08CB-AA99-A921-F679A1AA1AC4}"/>
              </a:ext>
            </a:extLst>
          </p:cNvPr>
          <p:cNvGrpSpPr/>
          <p:nvPr/>
        </p:nvGrpSpPr>
        <p:grpSpPr>
          <a:xfrm>
            <a:off x="1247869" y="1290022"/>
            <a:ext cx="1891080" cy="928440"/>
            <a:chOff x="1247869" y="1290022"/>
            <a:chExt cx="1891080" cy="9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F64BBD6-48AE-F4B7-CB71-49221BEF0F87}"/>
                    </a:ext>
                  </a:extLst>
                </p14:cNvPr>
                <p14:cNvContentPartPr/>
                <p14:nvPr/>
              </p14:nvContentPartPr>
              <p14:xfrm>
                <a:off x="1290709" y="1792942"/>
                <a:ext cx="14760" cy="615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F64BBD6-48AE-F4B7-CB71-49221BEF0F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3069" y="1774942"/>
                  <a:ext cx="50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57E60E0-B51C-D620-1114-5471DA5ADFBA}"/>
                    </a:ext>
                  </a:extLst>
                </p14:cNvPr>
                <p14:cNvContentPartPr/>
                <p14:nvPr/>
              </p14:nvContentPartPr>
              <p14:xfrm>
                <a:off x="1247869" y="1357702"/>
                <a:ext cx="301320" cy="8607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57E60E0-B51C-D620-1114-5471DA5ADFB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9869" y="1340062"/>
                  <a:ext cx="33696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14B0EC-9EE6-F17A-1F79-046E08A13E0F}"/>
                    </a:ext>
                  </a:extLst>
                </p14:cNvPr>
                <p14:cNvContentPartPr/>
                <p14:nvPr/>
              </p14:nvContentPartPr>
              <p14:xfrm>
                <a:off x="1554229" y="1727782"/>
                <a:ext cx="199440" cy="3042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14B0EC-9EE6-F17A-1F79-046E08A13E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6229" y="1710142"/>
                  <a:ext cx="2350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363DA53-F384-4101-3540-7794F13A8E63}"/>
                    </a:ext>
                  </a:extLst>
                </p14:cNvPr>
                <p14:cNvContentPartPr/>
                <p14:nvPr/>
              </p14:nvContentPartPr>
              <p14:xfrm>
                <a:off x="1612909" y="1786462"/>
                <a:ext cx="360" cy="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363DA53-F384-4101-3540-7794F13A8E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5269" y="1768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D41C39B-1C4C-1AA3-C70A-AB460B7C5B4A}"/>
                    </a:ext>
                  </a:extLst>
                </p14:cNvPr>
                <p14:cNvContentPartPr/>
                <p14:nvPr/>
              </p14:nvContentPartPr>
              <p14:xfrm>
                <a:off x="1612909" y="1786462"/>
                <a:ext cx="351360" cy="3103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D41C39B-1C4C-1AA3-C70A-AB460B7C5B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95269" y="1768462"/>
                  <a:ext cx="387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EC5C512-78AA-46AA-5801-F6AD13B2CBD6}"/>
                    </a:ext>
                  </a:extLst>
                </p14:cNvPr>
                <p14:cNvContentPartPr/>
                <p14:nvPr/>
              </p14:nvContentPartPr>
              <p14:xfrm>
                <a:off x="2149309" y="1390102"/>
                <a:ext cx="341280" cy="6674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EC5C512-78AA-46AA-5801-F6AD13B2CBD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31669" y="1372102"/>
                  <a:ext cx="37692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B6CF172-AFEA-8FA7-D97C-5F6B91762932}"/>
                    </a:ext>
                  </a:extLst>
                </p14:cNvPr>
                <p14:cNvContentPartPr/>
                <p14:nvPr/>
              </p14:nvContentPartPr>
              <p14:xfrm>
                <a:off x="2429749" y="1290022"/>
                <a:ext cx="36360" cy="864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B6CF172-AFEA-8FA7-D97C-5F6B917629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11749" y="1272382"/>
                  <a:ext cx="7200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7B0E43E-3F46-AFBB-3B10-7B846A773CD4}"/>
                    </a:ext>
                  </a:extLst>
                </p14:cNvPr>
                <p14:cNvContentPartPr/>
                <p14:nvPr/>
              </p14:nvContentPartPr>
              <p14:xfrm>
                <a:off x="2511109" y="1657582"/>
                <a:ext cx="380520" cy="3902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7B0E43E-3F46-AFBB-3B10-7B846A773CD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93109" y="1639582"/>
                  <a:ext cx="4161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9A725ED-9BBD-06EF-7BCD-D4E885B105EC}"/>
                    </a:ext>
                  </a:extLst>
                </p14:cNvPr>
                <p14:cNvContentPartPr/>
                <p14:nvPr/>
              </p14:nvContentPartPr>
              <p14:xfrm>
                <a:off x="2647909" y="1831462"/>
                <a:ext cx="491040" cy="45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9A725ED-9BBD-06EF-7BCD-D4E885B105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30269" y="1813822"/>
                  <a:ext cx="5266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665BDD-6A7F-82CD-ABE1-B84FCE433DF3}"/>
              </a:ext>
            </a:extLst>
          </p:cNvPr>
          <p:cNvGrpSpPr/>
          <p:nvPr/>
        </p:nvGrpSpPr>
        <p:grpSpPr>
          <a:xfrm>
            <a:off x="3493189" y="1469302"/>
            <a:ext cx="1350360" cy="827640"/>
            <a:chOff x="3493189" y="1469302"/>
            <a:chExt cx="135036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8E133DE-D35D-D901-F1C8-651AB66FD2F4}"/>
                    </a:ext>
                  </a:extLst>
                </p14:cNvPr>
                <p14:cNvContentPartPr/>
                <p14:nvPr/>
              </p14:nvContentPartPr>
              <p14:xfrm>
                <a:off x="3493189" y="1509262"/>
                <a:ext cx="441000" cy="787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8E133DE-D35D-D901-F1C8-651AB66FD2F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75189" y="1491262"/>
                  <a:ext cx="47664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5F4EE49-53A4-667B-839F-7E952E4FC60F}"/>
                    </a:ext>
                  </a:extLst>
                </p14:cNvPr>
                <p14:cNvContentPartPr/>
                <p14:nvPr/>
              </p14:nvContentPartPr>
              <p14:xfrm>
                <a:off x="3962269" y="1547422"/>
                <a:ext cx="387000" cy="4294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5F4EE49-53A4-667B-839F-7E952E4FC6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44629" y="1529782"/>
                  <a:ext cx="4226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EB2B555-8AE2-3EFB-7B09-ACF9E982B393}"/>
                    </a:ext>
                  </a:extLst>
                </p14:cNvPr>
                <p14:cNvContentPartPr/>
                <p14:nvPr/>
              </p14:nvContentPartPr>
              <p14:xfrm>
                <a:off x="4431349" y="1469302"/>
                <a:ext cx="412200" cy="6012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EB2B555-8AE2-3EFB-7B09-ACF9E982B3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13709" y="1451662"/>
                  <a:ext cx="447840" cy="6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A4460B14-49E2-99CB-15AB-1FCDC51364BF}"/>
                  </a:ext>
                </a:extLst>
              </p14:cNvPr>
              <p14:cNvContentPartPr/>
              <p14:nvPr/>
            </p14:nvContentPartPr>
            <p14:xfrm>
              <a:off x="3912229" y="4487182"/>
              <a:ext cx="2547360" cy="72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A4460B14-49E2-99CB-15AB-1FCDC51364B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94229" y="4451182"/>
                <a:ext cx="2583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774E9FA-5586-8B5A-7DE8-FDF2720EECBF}"/>
                  </a:ext>
                </a:extLst>
              </p14:cNvPr>
              <p14:cNvContentPartPr/>
              <p14:nvPr/>
            </p14:nvContentPartPr>
            <p14:xfrm>
              <a:off x="6011029" y="4258582"/>
              <a:ext cx="464400" cy="7351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774E9FA-5586-8B5A-7DE8-FDF2720EEC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993029" y="4240582"/>
                <a:ext cx="500040" cy="77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6" name="그룹 455">
            <a:extLst>
              <a:ext uri="{FF2B5EF4-FFF2-40B4-BE49-F238E27FC236}">
                <a16:creationId xmlns:a16="http://schemas.microsoft.com/office/drawing/2014/main" id="{A133E13C-43B9-0A05-D8D4-3B17F3B8E09F}"/>
              </a:ext>
            </a:extLst>
          </p:cNvPr>
          <p:cNvGrpSpPr/>
          <p:nvPr/>
        </p:nvGrpSpPr>
        <p:grpSpPr>
          <a:xfrm>
            <a:off x="757189" y="14014582"/>
            <a:ext cx="483840" cy="900000"/>
            <a:chOff x="757189" y="14014582"/>
            <a:chExt cx="483840" cy="90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3D1461F3-311B-BA50-4701-8CE272DA964B}"/>
                    </a:ext>
                  </a:extLst>
                </p14:cNvPr>
                <p14:cNvContentPartPr/>
                <p14:nvPr/>
              </p14:nvContentPartPr>
              <p14:xfrm>
                <a:off x="757189" y="14300782"/>
                <a:ext cx="247320" cy="37728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3D1461F3-311B-BA50-4701-8CE272DA96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9189" y="14283142"/>
                  <a:ext cx="2829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EA092F67-1E46-54CC-256C-F686619E98ED}"/>
                    </a:ext>
                  </a:extLst>
                </p14:cNvPr>
                <p14:cNvContentPartPr/>
                <p14:nvPr/>
              </p14:nvContentPartPr>
              <p14:xfrm>
                <a:off x="868069" y="14220862"/>
                <a:ext cx="197280" cy="5508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EA092F67-1E46-54CC-256C-F686619E98E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0429" y="14202862"/>
                  <a:ext cx="232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710EF607-F59B-C0EA-A84A-8E11311AC5C4}"/>
                    </a:ext>
                  </a:extLst>
                </p14:cNvPr>
                <p14:cNvContentPartPr/>
                <p14:nvPr/>
              </p14:nvContentPartPr>
              <p14:xfrm>
                <a:off x="1002709" y="14014582"/>
                <a:ext cx="238320" cy="90000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710EF607-F59B-C0EA-A84A-8E11311AC5C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5069" y="13996582"/>
                  <a:ext cx="273960" cy="9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2EB0046E-7AEB-D694-7847-A6F2B2F6F204}"/>
              </a:ext>
            </a:extLst>
          </p:cNvPr>
          <p:cNvGrpSpPr/>
          <p:nvPr/>
        </p:nvGrpSpPr>
        <p:grpSpPr>
          <a:xfrm>
            <a:off x="1634509" y="14001622"/>
            <a:ext cx="2002320" cy="992880"/>
            <a:chOff x="1634509" y="14001622"/>
            <a:chExt cx="2002320" cy="9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ED2F7C8-EC05-0F27-8D48-FA55C5174251}"/>
                    </a:ext>
                  </a:extLst>
                </p14:cNvPr>
                <p14:cNvContentPartPr/>
                <p14:nvPr/>
              </p14:nvContentPartPr>
              <p14:xfrm>
                <a:off x="1634509" y="14310862"/>
                <a:ext cx="340560" cy="3564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ED2F7C8-EC05-0F27-8D48-FA55C51742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16869" y="14293222"/>
                  <a:ext cx="376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86F0D60-AB45-5E8B-C2F6-0A87FB62917D}"/>
                    </a:ext>
                  </a:extLst>
                </p14:cNvPr>
                <p14:cNvContentPartPr/>
                <p14:nvPr/>
              </p14:nvContentPartPr>
              <p14:xfrm>
                <a:off x="1751509" y="14362702"/>
                <a:ext cx="62280" cy="6318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86F0D60-AB45-5E8B-C2F6-0A87FB6291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33869" y="14344702"/>
                  <a:ext cx="9792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49" name="잉크 448">
                  <a:extLst>
                    <a:ext uri="{FF2B5EF4-FFF2-40B4-BE49-F238E27FC236}">
                      <a16:creationId xmlns:a16="http://schemas.microsoft.com/office/drawing/2014/main" id="{959102B3-6083-3156-B55C-09684DE52696}"/>
                    </a:ext>
                  </a:extLst>
                </p14:cNvPr>
                <p14:cNvContentPartPr/>
                <p14:nvPr/>
              </p14:nvContentPartPr>
              <p14:xfrm>
                <a:off x="1738549" y="14001622"/>
                <a:ext cx="251280" cy="959760"/>
              </p14:xfrm>
            </p:contentPart>
          </mc:Choice>
          <mc:Fallback xmlns="">
            <p:pic>
              <p:nvPicPr>
                <p:cNvPr id="449" name="잉크 448">
                  <a:extLst>
                    <a:ext uri="{FF2B5EF4-FFF2-40B4-BE49-F238E27FC236}">
                      <a16:creationId xmlns:a16="http://schemas.microsoft.com/office/drawing/2014/main" id="{959102B3-6083-3156-B55C-09684DE5269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20549" y="13983622"/>
                  <a:ext cx="28692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50" name="잉크 449">
                  <a:extLst>
                    <a:ext uri="{FF2B5EF4-FFF2-40B4-BE49-F238E27FC236}">
                      <a16:creationId xmlns:a16="http://schemas.microsoft.com/office/drawing/2014/main" id="{7D1B0B0E-6302-86D8-067D-6E1E144F3DC5}"/>
                    </a:ext>
                  </a:extLst>
                </p14:cNvPr>
                <p14:cNvContentPartPr/>
                <p14:nvPr/>
              </p14:nvContentPartPr>
              <p14:xfrm>
                <a:off x="2078749" y="14088742"/>
                <a:ext cx="168840" cy="64800"/>
              </p14:xfrm>
            </p:contentPart>
          </mc:Choice>
          <mc:Fallback xmlns="">
            <p:pic>
              <p:nvPicPr>
                <p:cNvPr id="450" name="잉크 449">
                  <a:extLst>
                    <a:ext uri="{FF2B5EF4-FFF2-40B4-BE49-F238E27FC236}">
                      <a16:creationId xmlns:a16="http://schemas.microsoft.com/office/drawing/2014/main" id="{7D1B0B0E-6302-86D8-067D-6E1E144F3DC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60749" y="14070742"/>
                  <a:ext cx="204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540DB28C-AB3A-D0EB-E566-CAEE4FFC12B7}"/>
                    </a:ext>
                  </a:extLst>
                </p14:cNvPr>
                <p14:cNvContentPartPr/>
                <p14:nvPr/>
              </p14:nvContentPartPr>
              <p14:xfrm>
                <a:off x="2078749" y="14124022"/>
                <a:ext cx="100800" cy="699840"/>
              </p14:xfrm>
            </p:contentPart>
          </mc:Choice>
          <mc:Fallback xmlns=""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540DB28C-AB3A-D0EB-E566-CAEE4FFC12B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60749" y="14106382"/>
                  <a:ext cx="1364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ACB2FE4D-10D6-12EF-B655-388AF2F7135C}"/>
                    </a:ext>
                  </a:extLst>
                </p14:cNvPr>
                <p14:cNvContentPartPr/>
                <p14:nvPr/>
              </p14:nvContentPartPr>
              <p14:xfrm>
                <a:off x="2331469" y="14581582"/>
                <a:ext cx="180720" cy="184320"/>
              </p14:xfrm>
            </p:contentPart>
          </mc:Choice>
          <mc:Fallback xmlns=""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ACB2FE4D-10D6-12EF-B655-388AF2F7135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13829" y="14563942"/>
                  <a:ext cx="216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E95BA081-5A65-0629-3001-31DE79400D51}"/>
                    </a:ext>
                  </a:extLst>
                </p14:cNvPr>
                <p14:cNvContentPartPr/>
                <p14:nvPr/>
              </p14:nvContentPartPr>
              <p14:xfrm>
                <a:off x="2643589" y="14004862"/>
                <a:ext cx="316440" cy="854640"/>
              </p14:xfrm>
            </p:contentPart>
          </mc:Choice>
          <mc:Fallback xmlns=""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E95BA081-5A65-0629-3001-31DE79400D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25949" y="13986862"/>
                  <a:ext cx="35208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5CCCFE3E-7AB3-310B-C090-219B772722D7}"/>
                    </a:ext>
                  </a:extLst>
                </p14:cNvPr>
                <p14:cNvContentPartPr/>
                <p14:nvPr/>
              </p14:nvContentPartPr>
              <p14:xfrm>
                <a:off x="2834389" y="14604262"/>
                <a:ext cx="186480" cy="284040"/>
              </p14:xfrm>
            </p:contentPart>
          </mc:Choice>
          <mc:Fallback xmlns=""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5CCCFE3E-7AB3-310B-C090-219B772722D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16389" y="14586622"/>
                  <a:ext cx="2221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B84C3F07-94CE-8583-7E83-CF8142558DC7}"/>
                    </a:ext>
                  </a:extLst>
                </p14:cNvPr>
                <p14:cNvContentPartPr/>
                <p14:nvPr/>
              </p14:nvContentPartPr>
              <p14:xfrm>
                <a:off x="3407149" y="14127262"/>
                <a:ext cx="154800" cy="220320"/>
              </p14:xfrm>
            </p:contentPart>
          </mc:Choice>
          <mc:Fallback xmlns=""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B84C3F07-94CE-8583-7E83-CF8142558DC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89149" y="14109622"/>
                  <a:ext cx="190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952CE53F-D8C2-9B64-0874-395883CA3187}"/>
                    </a:ext>
                  </a:extLst>
                </p14:cNvPr>
                <p14:cNvContentPartPr/>
                <p14:nvPr/>
              </p14:nvContentPartPr>
              <p14:xfrm>
                <a:off x="3131389" y="14442982"/>
                <a:ext cx="344160" cy="74520"/>
              </p14:xfrm>
            </p:contentPart>
          </mc:Choice>
          <mc:Fallback xmlns=""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952CE53F-D8C2-9B64-0874-395883CA31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13749" y="14425342"/>
                  <a:ext cx="379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78354B4D-3841-0E5E-17C9-43B033FFEEE9}"/>
                    </a:ext>
                  </a:extLst>
                </p14:cNvPr>
                <p14:cNvContentPartPr/>
                <p14:nvPr/>
              </p14:nvContentPartPr>
              <p14:xfrm>
                <a:off x="3131389" y="14517142"/>
                <a:ext cx="505440" cy="458280"/>
              </p14:xfrm>
            </p:contentPart>
          </mc:Choice>
          <mc:Fallback xmlns=""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78354B4D-3841-0E5E-17C9-43B033FFEE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13749" y="14499502"/>
                  <a:ext cx="54108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8A8B86BE-9417-55A8-9B70-AEC6EB68C45E}"/>
              </a:ext>
            </a:extLst>
          </p:cNvPr>
          <p:cNvGrpSpPr/>
          <p:nvPr/>
        </p:nvGrpSpPr>
        <p:grpSpPr>
          <a:xfrm>
            <a:off x="4094029" y="13965982"/>
            <a:ext cx="1487160" cy="1199520"/>
            <a:chOff x="4094029" y="13965982"/>
            <a:chExt cx="1487160" cy="11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D680F4F5-1EE5-CCF3-DF50-107EFAA00DCA}"/>
                    </a:ext>
                  </a:extLst>
                </p14:cNvPr>
                <p14:cNvContentPartPr/>
                <p14:nvPr/>
              </p14:nvContentPartPr>
              <p14:xfrm>
                <a:off x="4094029" y="14246422"/>
                <a:ext cx="72720" cy="403560"/>
              </p14:xfrm>
            </p:contentPart>
          </mc:Choice>
          <mc:Fallback xmlns=""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D680F4F5-1EE5-CCF3-DF50-107EFAA00DC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76389" y="14228782"/>
                  <a:ext cx="1083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3C273F51-15E5-4310-8311-C908209EAA74}"/>
                    </a:ext>
                  </a:extLst>
                </p14:cNvPr>
                <p14:cNvContentPartPr/>
                <p14:nvPr/>
              </p14:nvContentPartPr>
              <p14:xfrm>
                <a:off x="4098349" y="14136982"/>
                <a:ext cx="161640" cy="490320"/>
              </p14:xfrm>
            </p:contentPart>
          </mc:Choice>
          <mc:Fallback xmlns=""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3C273F51-15E5-4310-8311-C908209EAA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080709" y="14118982"/>
                  <a:ext cx="1972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FAB157B2-E1F1-52F1-7891-891D6D6834DD}"/>
                    </a:ext>
                  </a:extLst>
                </p14:cNvPr>
                <p14:cNvContentPartPr/>
                <p14:nvPr/>
              </p14:nvContentPartPr>
              <p14:xfrm>
                <a:off x="4112749" y="14433622"/>
                <a:ext cx="197280" cy="71280"/>
              </p14:xfrm>
            </p:contentPart>
          </mc:Choice>
          <mc:Fallback xmlns=""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FAB157B2-E1F1-52F1-7891-891D6D6834D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95109" y="14415622"/>
                  <a:ext cx="232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E31839C5-7D39-B3BA-7644-55D3B0361447}"/>
                    </a:ext>
                  </a:extLst>
                </p14:cNvPr>
                <p14:cNvContentPartPr/>
                <p14:nvPr/>
              </p14:nvContentPartPr>
              <p14:xfrm>
                <a:off x="4388509" y="14114302"/>
                <a:ext cx="279720" cy="625680"/>
              </p14:xfrm>
            </p:contentPart>
          </mc:Choice>
          <mc:Fallback xmlns=""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E31839C5-7D39-B3BA-7644-55D3B03614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70869" y="14096662"/>
                  <a:ext cx="31536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B09DC7F0-6FB0-149D-8D1F-9CF9CDB0F31F}"/>
                    </a:ext>
                  </a:extLst>
                </p14:cNvPr>
                <p14:cNvContentPartPr/>
                <p14:nvPr/>
              </p14:nvContentPartPr>
              <p14:xfrm>
                <a:off x="4187989" y="14913502"/>
                <a:ext cx="236880" cy="226080"/>
              </p14:xfrm>
            </p:contentPart>
          </mc:Choice>
          <mc:Fallback xmlns=""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B09DC7F0-6FB0-149D-8D1F-9CF9CDB0F3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70349" y="14895862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42EC97F4-04CB-7570-034B-8EA2B6504DCA}"/>
                    </a:ext>
                  </a:extLst>
                </p14:cNvPr>
                <p14:cNvContentPartPr/>
                <p14:nvPr/>
              </p14:nvContentPartPr>
              <p14:xfrm>
                <a:off x="4112749" y="14778142"/>
                <a:ext cx="433800" cy="135720"/>
              </p14:xfrm>
            </p:contentPart>
          </mc:Choice>
          <mc:Fallback xmlns=""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42EC97F4-04CB-7570-034B-8EA2B6504DC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95109" y="14760502"/>
                  <a:ext cx="469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CDF14105-DEAD-4EC9-75C8-D1EC1FF9F174}"/>
                    </a:ext>
                  </a:extLst>
                </p14:cNvPr>
                <p14:cNvContentPartPr/>
                <p14:nvPr/>
              </p14:nvContentPartPr>
              <p14:xfrm>
                <a:off x="4770829" y="14333542"/>
                <a:ext cx="162720" cy="187560"/>
              </p14:xfrm>
            </p:contentPart>
          </mc:Choice>
          <mc:Fallback xmlns=""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CDF14105-DEAD-4EC9-75C8-D1EC1FF9F17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752829" y="14315542"/>
                  <a:ext cx="198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41966548-B7FE-595F-9107-4B67C1480499}"/>
                    </a:ext>
                  </a:extLst>
                </p14:cNvPr>
                <p14:cNvContentPartPr/>
                <p14:nvPr/>
              </p14:nvContentPartPr>
              <p14:xfrm>
                <a:off x="4485349" y="14787862"/>
                <a:ext cx="605520" cy="84240"/>
              </p14:xfrm>
            </p:contentPart>
          </mc:Choice>
          <mc:Fallback xmlns=""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41966548-B7FE-595F-9107-4B67C148049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67349" y="14770222"/>
                  <a:ext cx="641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421130E7-6483-294F-2402-D6162762A884}"/>
                    </a:ext>
                  </a:extLst>
                </p14:cNvPr>
                <p14:cNvContentPartPr/>
                <p14:nvPr/>
              </p14:nvContentPartPr>
              <p14:xfrm>
                <a:off x="5047669" y="14417062"/>
                <a:ext cx="180000" cy="316440"/>
              </p14:xfrm>
            </p:contentPart>
          </mc:Choice>
          <mc:Fallback xmlns=""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421130E7-6483-294F-2402-D6162762A88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29669" y="14399422"/>
                  <a:ext cx="215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EE1DB574-BF53-008E-59C0-6E52798023E4}"/>
                    </a:ext>
                  </a:extLst>
                </p14:cNvPr>
                <p14:cNvContentPartPr/>
                <p14:nvPr/>
              </p14:nvContentPartPr>
              <p14:xfrm>
                <a:off x="5047669" y="14420662"/>
                <a:ext cx="360" cy="360"/>
              </p14:xfrm>
            </p:contentPart>
          </mc:Choice>
          <mc:Fallback xmlns=""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EE1DB574-BF53-008E-59C0-6E52798023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29669" y="14402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676FC389-8FAD-92E4-F2A0-F476B700F4CB}"/>
                    </a:ext>
                  </a:extLst>
                </p14:cNvPr>
                <p14:cNvContentPartPr/>
                <p14:nvPr/>
              </p14:nvContentPartPr>
              <p14:xfrm>
                <a:off x="5047669" y="14420662"/>
                <a:ext cx="387000" cy="77760"/>
              </p14:xfrm>
            </p:contentPart>
          </mc:Choice>
          <mc:Fallback xmlns=""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676FC389-8FAD-92E4-F2A0-F476B700F4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9669" y="14402662"/>
                  <a:ext cx="422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2875D331-1797-6A40-85FF-C8CFA5E14581}"/>
                    </a:ext>
                  </a:extLst>
                </p14:cNvPr>
                <p14:cNvContentPartPr/>
                <p14:nvPr/>
              </p14:nvContentPartPr>
              <p14:xfrm>
                <a:off x="5201389" y="14594542"/>
                <a:ext cx="379800" cy="55080"/>
              </p14:xfrm>
            </p:contentPart>
          </mc:Choice>
          <mc:Fallback xmlns=""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2875D331-1797-6A40-85FF-C8CFA5E145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83749" y="14576902"/>
                  <a:ext cx="415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427F1069-7934-F2C8-CC20-591C397E76A9}"/>
                    </a:ext>
                  </a:extLst>
                </p14:cNvPr>
                <p14:cNvContentPartPr/>
                <p14:nvPr/>
              </p14:nvContentPartPr>
              <p14:xfrm>
                <a:off x="5463109" y="13965982"/>
                <a:ext cx="54000" cy="960840"/>
              </p14:xfrm>
            </p:contentPart>
          </mc:Choice>
          <mc:Fallback xmlns=""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427F1069-7934-F2C8-CC20-591C397E76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45109" y="13948342"/>
                  <a:ext cx="8964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22E8B2AA-2125-2615-9527-E26C8E4B21AE}"/>
                    </a:ext>
                  </a:extLst>
                </p14:cNvPr>
                <p14:cNvContentPartPr/>
                <p14:nvPr/>
              </p14:nvContentPartPr>
              <p14:xfrm>
                <a:off x="5262229" y="15007102"/>
                <a:ext cx="197280" cy="158400"/>
              </p14:xfrm>
            </p:contentPart>
          </mc:Choice>
          <mc:Fallback xmlns=""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22E8B2AA-2125-2615-9527-E26C8E4B21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44589" y="14989462"/>
                  <a:ext cx="2329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74" name="잉크 473">
                <a:extLst>
                  <a:ext uri="{FF2B5EF4-FFF2-40B4-BE49-F238E27FC236}">
                    <a16:creationId xmlns:a16="http://schemas.microsoft.com/office/drawing/2014/main" id="{3F28ACE7-AC5F-3703-80E7-18146382C504}"/>
                  </a:ext>
                </a:extLst>
              </p14:cNvPr>
              <p14:cNvContentPartPr/>
              <p14:nvPr/>
            </p14:nvContentPartPr>
            <p14:xfrm>
              <a:off x="5917429" y="14104582"/>
              <a:ext cx="215640" cy="512640"/>
            </p14:xfrm>
          </p:contentPart>
        </mc:Choice>
        <mc:Fallback xmlns="">
          <p:pic>
            <p:nvPicPr>
              <p:cNvPr id="474" name="잉크 473">
                <a:extLst>
                  <a:ext uri="{FF2B5EF4-FFF2-40B4-BE49-F238E27FC236}">
                    <a16:creationId xmlns:a16="http://schemas.microsoft.com/office/drawing/2014/main" id="{3F28ACE7-AC5F-3703-80E7-18146382C50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99789" y="14086942"/>
                <a:ext cx="25128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5" name="잉크 474">
                <a:extLst>
                  <a:ext uri="{FF2B5EF4-FFF2-40B4-BE49-F238E27FC236}">
                    <a16:creationId xmlns:a16="http://schemas.microsoft.com/office/drawing/2014/main" id="{9CD72ABD-C2B3-FFC0-BF58-41465567E709}"/>
                  </a:ext>
                </a:extLst>
              </p14:cNvPr>
              <p14:cNvContentPartPr/>
              <p14:nvPr/>
            </p14:nvContentPartPr>
            <p14:xfrm>
              <a:off x="6107509" y="14968582"/>
              <a:ext cx="11160" cy="26280"/>
            </p14:xfrm>
          </p:contentPart>
        </mc:Choice>
        <mc:Fallback xmlns="">
          <p:pic>
            <p:nvPicPr>
              <p:cNvPr id="475" name="잉크 474">
                <a:extLst>
                  <a:ext uri="{FF2B5EF4-FFF2-40B4-BE49-F238E27FC236}">
                    <a16:creationId xmlns:a16="http://schemas.microsoft.com/office/drawing/2014/main" id="{9CD72ABD-C2B3-FFC0-BF58-41465567E7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89869" y="14950582"/>
                <a:ext cx="468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1" name="그룹 520">
            <a:extLst>
              <a:ext uri="{FF2B5EF4-FFF2-40B4-BE49-F238E27FC236}">
                <a16:creationId xmlns:a16="http://schemas.microsoft.com/office/drawing/2014/main" id="{E54F5658-E109-C3B6-A3A9-56295C76B823}"/>
              </a:ext>
            </a:extLst>
          </p:cNvPr>
          <p:cNvGrpSpPr/>
          <p:nvPr/>
        </p:nvGrpSpPr>
        <p:grpSpPr>
          <a:xfrm>
            <a:off x="6705469" y="13798582"/>
            <a:ext cx="2156400" cy="1554840"/>
            <a:chOff x="6705469" y="13798582"/>
            <a:chExt cx="2156400" cy="15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D6A7D723-4181-3383-CC96-783DF5AFEC85}"/>
                    </a:ext>
                  </a:extLst>
                </p14:cNvPr>
                <p14:cNvContentPartPr/>
                <p14:nvPr/>
              </p14:nvContentPartPr>
              <p14:xfrm>
                <a:off x="6705469" y="14310862"/>
                <a:ext cx="400320" cy="240840"/>
              </p14:xfrm>
            </p:contentPart>
          </mc:Choice>
          <mc:Fallback xmlns=""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D6A7D723-4181-3383-CC96-783DF5AFEC8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87829" y="14293222"/>
                  <a:ext cx="435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EEDD7344-50C7-016B-A1ED-97AA5E554BF9}"/>
                    </a:ext>
                  </a:extLst>
                </p14:cNvPr>
                <p14:cNvContentPartPr/>
                <p14:nvPr/>
              </p14:nvContentPartPr>
              <p14:xfrm>
                <a:off x="7145029" y="13798582"/>
                <a:ext cx="271800" cy="1274400"/>
              </p14:xfrm>
            </p:contentPart>
          </mc:Choice>
          <mc:Fallback xmlns=""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EEDD7344-50C7-016B-A1ED-97AA5E554B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27029" y="13780582"/>
                  <a:ext cx="307440" cy="13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80" name="잉크 479">
                  <a:extLst>
                    <a:ext uri="{FF2B5EF4-FFF2-40B4-BE49-F238E27FC236}">
                      <a16:creationId xmlns:a16="http://schemas.microsoft.com/office/drawing/2014/main" id="{7AD05C18-A96D-FC2B-83DF-FBF1ECBA8E2F}"/>
                    </a:ext>
                  </a:extLst>
                </p14:cNvPr>
                <p14:cNvContentPartPr/>
                <p14:nvPr/>
              </p14:nvContentPartPr>
              <p14:xfrm>
                <a:off x="7550389" y="14330302"/>
                <a:ext cx="90360" cy="139680"/>
              </p14:xfrm>
            </p:contentPart>
          </mc:Choice>
          <mc:Fallback xmlns="">
            <p:pic>
              <p:nvPicPr>
                <p:cNvPr id="480" name="잉크 479">
                  <a:extLst>
                    <a:ext uri="{FF2B5EF4-FFF2-40B4-BE49-F238E27FC236}">
                      <a16:creationId xmlns:a16="http://schemas.microsoft.com/office/drawing/2014/main" id="{7AD05C18-A96D-FC2B-83DF-FBF1ECBA8E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2749" y="14312662"/>
                  <a:ext cx="126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1" name="잉크 480">
                  <a:extLst>
                    <a:ext uri="{FF2B5EF4-FFF2-40B4-BE49-F238E27FC236}">
                      <a16:creationId xmlns:a16="http://schemas.microsoft.com/office/drawing/2014/main" id="{D7D24D7A-35DD-AFBE-BCCB-32A347CE25A5}"/>
                    </a:ext>
                  </a:extLst>
                </p14:cNvPr>
                <p14:cNvContentPartPr/>
                <p14:nvPr/>
              </p14:nvContentPartPr>
              <p14:xfrm>
                <a:off x="7367509" y="14343262"/>
                <a:ext cx="520200" cy="483840"/>
              </p14:xfrm>
            </p:contentPart>
          </mc:Choice>
          <mc:Fallback xmlns="">
            <p:pic>
              <p:nvPicPr>
                <p:cNvPr id="481" name="잉크 480">
                  <a:extLst>
                    <a:ext uri="{FF2B5EF4-FFF2-40B4-BE49-F238E27FC236}">
                      <a16:creationId xmlns:a16="http://schemas.microsoft.com/office/drawing/2014/main" id="{D7D24D7A-35DD-AFBE-BCCB-32A347CE25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49869" y="14325262"/>
                  <a:ext cx="5558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82" name="잉크 481">
                  <a:extLst>
                    <a:ext uri="{FF2B5EF4-FFF2-40B4-BE49-F238E27FC236}">
                      <a16:creationId xmlns:a16="http://schemas.microsoft.com/office/drawing/2014/main" id="{3E059C70-99A5-4A2B-D578-7E82C9044C3E}"/>
                    </a:ext>
                  </a:extLst>
                </p14:cNvPr>
                <p14:cNvContentPartPr/>
                <p14:nvPr/>
              </p14:nvContentPartPr>
              <p14:xfrm>
                <a:off x="7747669" y="14114302"/>
                <a:ext cx="129240" cy="796320"/>
              </p14:xfrm>
            </p:contentPart>
          </mc:Choice>
          <mc:Fallback xmlns="">
            <p:pic>
              <p:nvPicPr>
                <p:cNvPr id="482" name="잉크 481">
                  <a:extLst>
                    <a:ext uri="{FF2B5EF4-FFF2-40B4-BE49-F238E27FC236}">
                      <a16:creationId xmlns:a16="http://schemas.microsoft.com/office/drawing/2014/main" id="{3E059C70-99A5-4A2B-D578-7E82C9044C3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30029" y="14096662"/>
                  <a:ext cx="1648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83" name="잉크 482">
                  <a:extLst>
                    <a:ext uri="{FF2B5EF4-FFF2-40B4-BE49-F238E27FC236}">
                      <a16:creationId xmlns:a16="http://schemas.microsoft.com/office/drawing/2014/main" id="{F182015C-158E-82FA-E9F8-6A6FAD051851}"/>
                    </a:ext>
                  </a:extLst>
                </p14:cNvPr>
                <p14:cNvContentPartPr/>
                <p14:nvPr/>
              </p14:nvContentPartPr>
              <p14:xfrm>
                <a:off x="7489909" y="14913502"/>
                <a:ext cx="351360" cy="145440"/>
              </p14:xfrm>
            </p:contentPart>
          </mc:Choice>
          <mc:Fallback xmlns="">
            <p:pic>
              <p:nvPicPr>
                <p:cNvPr id="483" name="잉크 482">
                  <a:extLst>
                    <a:ext uri="{FF2B5EF4-FFF2-40B4-BE49-F238E27FC236}">
                      <a16:creationId xmlns:a16="http://schemas.microsoft.com/office/drawing/2014/main" id="{F182015C-158E-82FA-E9F8-6A6FAD0518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72269" y="14895862"/>
                  <a:ext cx="387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84" name="잉크 483">
                  <a:extLst>
                    <a:ext uri="{FF2B5EF4-FFF2-40B4-BE49-F238E27FC236}">
                      <a16:creationId xmlns:a16="http://schemas.microsoft.com/office/drawing/2014/main" id="{71E21ACD-D7A5-5F69-A00E-572D23FA06D0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150840" cy="319320"/>
              </p14:xfrm>
            </p:contentPart>
          </mc:Choice>
          <mc:Fallback xmlns="">
            <p:pic>
              <p:nvPicPr>
                <p:cNvPr id="484" name="잉크 483">
                  <a:extLst>
                    <a:ext uri="{FF2B5EF4-FFF2-40B4-BE49-F238E27FC236}">
                      <a16:creationId xmlns:a16="http://schemas.microsoft.com/office/drawing/2014/main" id="{71E21ACD-D7A5-5F69-A00E-572D23FA06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41349" y="14357662"/>
                  <a:ext cx="1864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85" name="잉크 484">
                  <a:extLst>
                    <a:ext uri="{FF2B5EF4-FFF2-40B4-BE49-F238E27FC236}">
                      <a16:creationId xmlns:a16="http://schemas.microsoft.com/office/drawing/2014/main" id="{817C07B6-A92B-8F66-2F31-F444B59B3483}"/>
                    </a:ext>
                  </a:extLst>
                </p14:cNvPr>
                <p14:cNvContentPartPr/>
                <p14:nvPr/>
              </p14:nvContentPartPr>
              <p14:xfrm>
                <a:off x="7958989" y="14165782"/>
                <a:ext cx="286920" cy="609480"/>
              </p14:xfrm>
            </p:contentPart>
          </mc:Choice>
          <mc:Fallback xmlns="">
            <p:pic>
              <p:nvPicPr>
                <p:cNvPr id="485" name="잉크 484">
                  <a:extLst>
                    <a:ext uri="{FF2B5EF4-FFF2-40B4-BE49-F238E27FC236}">
                      <a16:creationId xmlns:a16="http://schemas.microsoft.com/office/drawing/2014/main" id="{817C07B6-A92B-8F66-2F31-F444B59B34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41349" y="14148142"/>
                  <a:ext cx="3225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86" name="잉크 485">
                  <a:extLst>
                    <a:ext uri="{FF2B5EF4-FFF2-40B4-BE49-F238E27FC236}">
                      <a16:creationId xmlns:a16="http://schemas.microsoft.com/office/drawing/2014/main" id="{886A1C56-24F9-A17D-405F-1AE161038E30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360" cy="360"/>
              </p14:xfrm>
            </p:contentPart>
          </mc:Choice>
          <mc:Fallback xmlns="">
            <p:pic>
              <p:nvPicPr>
                <p:cNvPr id="486" name="잉크 485">
                  <a:extLst>
                    <a:ext uri="{FF2B5EF4-FFF2-40B4-BE49-F238E27FC236}">
                      <a16:creationId xmlns:a16="http://schemas.microsoft.com/office/drawing/2014/main" id="{886A1C56-24F9-A17D-405F-1AE161038E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41349" y="14357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87" name="잉크 486">
                  <a:extLst>
                    <a:ext uri="{FF2B5EF4-FFF2-40B4-BE49-F238E27FC236}">
                      <a16:creationId xmlns:a16="http://schemas.microsoft.com/office/drawing/2014/main" id="{1686D730-E427-D166-F613-99CC9CCDBC83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491040" cy="180720"/>
              </p14:xfrm>
            </p:contentPart>
          </mc:Choice>
          <mc:Fallback xmlns="">
            <p:pic>
              <p:nvPicPr>
                <p:cNvPr id="487" name="잉크 486">
                  <a:extLst>
                    <a:ext uri="{FF2B5EF4-FFF2-40B4-BE49-F238E27FC236}">
                      <a16:creationId xmlns:a16="http://schemas.microsoft.com/office/drawing/2014/main" id="{1686D730-E427-D166-F613-99CC9CCDBC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41349" y="14357662"/>
                  <a:ext cx="526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88" name="잉크 487">
                  <a:extLst>
                    <a:ext uri="{FF2B5EF4-FFF2-40B4-BE49-F238E27FC236}">
                      <a16:creationId xmlns:a16="http://schemas.microsoft.com/office/drawing/2014/main" id="{A7E6AF9C-4CD0-B91A-4FF6-2264B174FDB8}"/>
                    </a:ext>
                  </a:extLst>
                </p14:cNvPr>
                <p14:cNvContentPartPr/>
                <p14:nvPr/>
              </p14:nvContentPartPr>
              <p14:xfrm>
                <a:off x="8077429" y="14786782"/>
                <a:ext cx="191160" cy="194760"/>
              </p14:xfrm>
            </p:contentPart>
          </mc:Choice>
          <mc:Fallback xmlns="">
            <p:pic>
              <p:nvPicPr>
                <p:cNvPr id="488" name="잉크 487">
                  <a:extLst>
                    <a:ext uri="{FF2B5EF4-FFF2-40B4-BE49-F238E27FC236}">
                      <a16:creationId xmlns:a16="http://schemas.microsoft.com/office/drawing/2014/main" id="{A7E6AF9C-4CD0-B91A-4FF6-2264B174FDB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59429" y="14769142"/>
                  <a:ext cx="226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FC4D006C-1CC3-0E0D-F477-627E6892BE2B}"/>
                    </a:ext>
                  </a:extLst>
                </p14:cNvPr>
                <p14:cNvContentPartPr/>
                <p14:nvPr/>
              </p14:nvContentPartPr>
              <p14:xfrm>
                <a:off x="8506909" y="14298262"/>
                <a:ext cx="82800" cy="500040"/>
              </p14:xfrm>
            </p:contentPart>
          </mc:Choice>
          <mc:Fallback xmlns=""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FC4D006C-1CC3-0E0D-F477-627E6892BE2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489269" y="14280262"/>
                  <a:ext cx="1184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80D49AE0-BB03-FE87-4966-798AFF20CF06}"/>
                    </a:ext>
                  </a:extLst>
                </p14:cNvPr>
                <p14:cNvContentPartPr/>
                <p14:nvPr/>
              </p14:nvContentPartPr>
              <p14:xfrm>
                <a:off x="8660989" y="14285302"/>
                <a:ext cx="32760" cy="393480"/>
              </p14:xfrm>
            </p:contentPart>
          </mc:Choice>
          <mc:Fallback xmlns=""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80D49AE0-BB03-FE87-4966-798AFF20CF0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43349" y="14267302"/>
                  <a:ext cx="684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C89ECB1C-729E-04DE-BEC9-73CA0FE2FE55}"/>
                    </a:ext>
                  </a:extLst>
                </p14:cNvPr>
                <p14:cNvContentPartPr/>
                <p14:nvPr/>
              </p14:nvContentPartPr>
              <p14:xfrm>
                <a:off x="8550109" y="14507422"/>
                <a:ext cx="311760" cy="35640"/>
              </p14:xfrm>
            </p:contentPart>
          </mc:Choice>
          <mc:Fallback xmlns=""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C89ECB1C-729E-04DE-BEC9-73CA0FE2FE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32109" y="14489782"/>
                  <a:ext cx="347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19" name="잉크 518">
                  <a:extLst>
                    <a:ext uri="{FF2B5EF4-FFF2-40B4-BE49-F238E27FC236}">
                      <a16:creationId xmlns:a16="http://schemas.microsoft.com/office/drawing/2014/main" id="{7F965B7B-6E47-D808-0328-D595B42F7D5A}"/>
                    </a:ext>
                  </a:extLst>
                </p14:cNvPr>
                <p14:cNvContentPartPr/>
                <p14:nvPr/>
              </p14:nvContentPartPr>
              <p14:xfrm>
                <a:off x="8841349" y="13846822"/>
                <a:ext cx="10440" cy="1506600"/>
              </p14:xfrm>
            </p:contentPart>
          </mc:Choice>
          <mc:Fallback xmlns="">
            <p:pic>
              <p:nvPicPr>
                <p:cNvPr id="519" name="잉크 518">
                  <a:extLst>
                    <a:ext uri="{FF2B5EF4-FFF2-40B4-BE49-F238E27FC236}">
                      <a16:creationId xmlns:a16="http://schemas.microsoft.com/office/drawing/2014/main" id="{7F965B7B-6E47-D808-0328-D595B42F7D5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23349" y="13829182"/>
                  <a:ext cx="46080" cy="154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520" name="잉크 519">
                <a:extLst>
                  <a:ext uri="{FF2B5EF4-FFF2-40B4-BE49-F238E27FC236}">
                    <a16:creationId xmlns:a16="http://schemas.microsoft.com/office/drawing/2014/main" id="{7671438C-31CF-851F-FD63-8D0279B25D3E}"/>
                  </a:ext>
                </a:extLst>
              </p14:cNvPr>
              <p14:cNvContentPartPr/>
              <p14:nvPr/>
            </p14:nvContentPartPr>
            <p14:xfrm>
              <a:off x="9853669" y="15239302"/>
              <a:ext cx="360" cy="360"/>
            </p14:xfrm>
          </p:contentPart>
        </mc:Choice>
        <mc:Fallback xmlns="">
          <p:pic>
            <p:nvPicPr>
              <p:cNvPr id="520" name="잉크 519">
                <a:extLst>
                  <a:ext uri="{FF2B5EF4-FFF2-40B4-BE49-F238E27FC236}">
                    <a16:creationId xmlns:a16="http://schemas.microsoft.com/office/drawing/2014/main" id="{7671438C-31CF-851F-FD63-8D0279B25D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35669" y="1522130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93C7B78B-4677-2646-97AE-7AC17260B1C3}"/>
              </a:ext>
            </a:extLst>
          </p:cNvPr>
          <p:cNvGrpSpPr/>
          <p:nvPr/>
        </p:nvGrpSpPr>
        <p:grpSpPr>
          <a:xfrm>
            <a:off x="2905309" y="247822"/>
            <a:ext cx="556920" cy="559080"/>
            <a:chOff x="2905309" y="247822"/>
            <a:chExt cx="5569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22" name="잉크 521">
                  <a:extLst>
                    <a:ext uri="{FF2B5EF4-FFF2-40B4-BE49-F238E27FC236}">
                      <a16:creationId xmlns:a16="http://schemas.microsoft.com/office/drawing/2014/main" id="{D93BBE92-503B-C58E-47E0-DF842F4BD484}"/>
                    </a:ext>
                  </a:extLst>
                </p14:cNvPr>
                <p14:cNvContentPartPr/>
                <p14:nvPr/>
              </p14:nvContentPartPr>
              <p14:xfrm>
                <a:off x="2905309" y="516382"/>
                <a:ext cx="451080" cy="290520"/>
              </p14:xfrm>
            </p:contentPart>
          </mc:Choice>
          <mc:Fallback xmlns="">
            <p:pic>
              <p:nvPicPr>
                <p:cNvPr id="522" name="잉크 521">
                  <a:extLst>
                    <a:ext uri="{FF2B5EF4-FFF2-40B4-BE49-F238E27FC236}">
                      <a16:creationId xmlns:a16="http://schemas.microsoft.com/office/drawing/2014/main" id="{D93BBE92-503B-C58E-47E0-DF842F4BD4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87309" y="498742"/>
                  <a:ext cx="4867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23" name="잉크 522">
                  <a:extLst>
                    <a:ext uri="{FF2B5EF4-FFF2-40B4-BE49-F238E27FC236}">
                      <a16:creationId xmlns:a16="http://schemas.microsoft.com/office/drawing/2014/main" id="{D5B83404-BD99-7CE3-37B5-7B9C7C3920D0}"/>
                    </a:ext>
                  </a:extLst>
                </p14:cNvPr>
                <p14:cNvContentPartPr/>
                <p14:nvPr/>
              </p14:nvContentPartPr>
              <p14:xfrm>
                <a:off x="3221029" y="247822"/>
                <a:ext cx="241200" cy="486720"/>
              </p14:xfrm>
            </p:contentPart>
          </mc:Choice>
          <mc:Fallback xmlns="">
            <p:pic>
              <p:nvPicPr>
                <p:cNvPr id="523" name="잉크 522">
                  <a:extLst>
                    <a:ext uri="{FF2B5EF4-FFF2-40B4-BE49-F238E27FC236}">
                      <a16:creationId xmlns:a16="http://schemas.microsoft.com/office/drawing/2014/main" id="{D5B83404-BD99-7CE3-37B5-7B9C7C3920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03389" y="230182"/>
                  <a:ext cx="276840" cy="52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그룹 531">
            <a:extLst>
              <a:ext uri="{FF2B5EF4-FFF2-40B4-BE49-F238E27FC236}">
                <a16:creationId xmlns:a16="http://schemas.microsoft.com/office/drawing/2014/main" id="{9C767C86-79FA-1F02-B95C-DF2AB3A1CA25}"/>
              </a:ext>
            </a:extLst>
          </p:cNvPr>
          <p:cNvGrpSpPr/>
          <p:nvPr/>
        </p:nvGrpSpPr>
        <p:grpSpPr>
          <a:xfrm>
            <a:off x="4673989" y="235582"/>
            <a:ext cx="1356120" cy="478080"/>
            <a:chOff x="4673989" y="235582"/>
            <a:chExt cx="135612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25" name="잉크 524">
                  <a:extLst>
                    <a:ext uri="{FF2B5EF4-FFF2-40B4-BE49-F238E27FC236}">
                      <a16:creationId xmlns:a16="http://schemas.microsoft.com/office/drawing/2014/main" id="{B55F5F34-6650-78D1-0FA9-08C14515DE17}"/>
                    </a:ext>
                  </a:extLst>
                </p14:cNvPr>
                <p14:cNvContentPartPr/>
                <p14:nvPr/>
              </p14:nvContentPartPr>
              <p14:xfrm>
                <a:off x="4673989" y="235582"/>
                <a:ext cx="226800" cy="303840"/>
              </p14:xfrm>
            </p:contentPart>
          </mc:Choice>
          <mc:Fallback xmlns="">
            <p:pic>
              <p:nvPicPr>
                <p:cNvPr id="525" name="잉크 524">
                  <a:extLst>
                    <a:ext uri="{FF2B5EF4-FFF2-40B4-BE49-F238E27FC236}">
                      <a16:creationId xmlns:a16="http://schemas.microsoft.com/office/drawing/2014/main" id="{B55F5F34-6650-78D1-0FA9-08C14515DE1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56349" y="217942"/>
                  <a:ext cx="26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26" name="잉크 525">
                  <a:extLst>
                    <a:ext uri="{FF2B5EF4-FFF2-40B4-BE49-F238E27FC236}">
                      <a16:creationId xmlns:a16="http://schemas.microsoft.com/office/drawing/2014/main" id="{2CBD93A2-F04A-8EE6-A24D-CB3F98D58D37}"/>
                    </a:ext>
                  </a:extLst>
                </p14:cNvPr>
                <p14:cNvContentPartPr/>
                <p14:nvPr/>
              </p14:nvContentPartPr>
              <p14:xfrm>
                <a:off x="4900789" y="297502"/>
                <a:ext cx="360" cy="360"/>
              </p14:xfrm>
            </p:contentPart>
          </mc:Choice>
          <mc:Fallback xmlns="">
            <p:pic>
              <p:nvPicPr>
                <p:cNvPr id="526" name="잉크 525">
                  <a:extLst>
                    <a:ext uri="{FF2B5EF4-FFF2-40B4-BE49-F238E27FC236}">
                      <a16:creationId xmlns:a16="http://schemas.microsoft.com/office/drawing/2014/main" id="{2CBD93A2-F04A-8EE6-A24D-CB3F98D58D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82789" y="279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27" name="잉크 526">
                  <a:extLst>
                    <a:ext uri="{FF2B5EF4-FFF2-40B4-BE49-F238E27FC236}">
                      <a16:creationId xmlns:a16="http://schemas.microsoft.com/office/drawing/2014/main" id="{85AF1A69-42D2-15C8-509D-04B1EE394E85}"/>
                    </a:ext>
                  </a:extLst>
                </p14:cNvPr>
                <p14:cNvContentPartPr/>
                <p14:nvPr/>
              </p14:nvContentPartPr>
              <p14:xfrm>
                <a:off x="4900789" y="297502"/>
                <a:ext cx="241560" cy="264960"/>
              </p14:xfrm>
            </p:contentPart>
          </mc:Choice>
          <mc:Fallback xmlns="">
            <p:pic>
              <p:nvPicPr>
                <p:cNvPr id="527" name="잉크 526">
                  <a:extLst>
                    <a:ext uri="{FF2B5EF4-FFF2-40B4-BE49-F238E27FC236}">
                      <a16:creationId xmlns:a16="http://schemas.microsoft.com/office/drawing/2014/main" id="{85AF1A69-42D2-15C8-509D-04B1EE394E8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82789" y="279502"/>
                  <a:ext cx="27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28" name="잉크 527">
                  <a:extLst>
                    <a:ext uri="{FF2B5EF4-FFF2-40B4-BE49-F238E27FC236}">
                      <a16:creationId xmlns:a16="http://schemas.microsoft.com/office/drawing/2014/main" id="{B4D68785-7F3D-AEB6-460D-E325052CA943}"/>
                    </a:ext>
                  </a:extLst>
                </p14:cNvPr>
                <p14:cNvContentPartPr/>
                <p14:nvPr/>
              </p14:nvContentPartPr>
              <p14:xfrm>
                <a:off x="5297869" y="391102"/>
                <a:ext cx="355680" cy="322560"/>
              </p14:xfrm>
            </p:contentPart>
          </mc:Choice>
          <mc:Fallback xmlns="">
            <p:pic>
              <p:nvPicPr>
                <p:cNvPr id="528" name="잉크 527">
                  <a:extLst>
                    <a:ext uri="{FF2B5EF4-FFF2-40B4-BE49-F238E27FC236}">
                      <a16:creationId xmlns:a16="http://schemas.microsoft.com/office/drawing/2014/main" id="{B4D68785-7F3D-AEB6-460D-E325052CA94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80229" y="373102"/>
                  <a:ext cx="3913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29" name="잉크 528">
                  <a:extLst>
                    <a:ext uri="{FF2B5EF4-FFF2-40B4-BE49-F238E27FC236}">
                      <a16:creationId xmlns:a16="http://schemas.microsoft.com/office/drawing/2014/main" id="{BD47BB6F-F9A3-C239-66FA-25FE3011655F}"/>
                    </a:ext>
                  </a:extLst>
                </p14:cNvPr>
                <p14:cNvContentPartPr/>
                <p14:nvPr/>
              </p14:nvContentPartPr>
              <p14:xfrm>
                <a:off x="5778109" y="304342"/>
                <a:ext cx="233280" cy="349200"/>
              </p14:xfrm>
            </p:contentPart>
          </mc:Choice>
          <mc:Fallback xmlns="">
            <p:pic>
              <p:nvPicPr>
                <p:cNvPr id="529" name="잉크 528">
                  <a:extLst>
                    <a:ext uri="{FF2B5EF4-FFF2-40B4-BE49-F238E27FC236}">
                      <a16:creationId xmlns:a16="http://schemas.microsoft.com/office/drawing/2014/main" id="{BD47BB6F-F9A3-C239-66FA-25FE3011655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60109" y="286702"/>
                  <a:ext cx="2689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30" name="잉크 529">
                  <a:extLst>
                    <a:ext uri="{FF2B5EF4-FFF2-40B4-BE49-F238E27FC236}">
                      <a16:creationId xmlns:a16="http://schemas.microsoft.com/office/drawing/2014/main" id="{38B19EFE-7406-70C8-CE49-2E49CF40563C}"/>
                    </a:ext>
                  </a:extLst>
                </p14:cNvPr>
                <p14:cNvContentPartPr/>
                <p14:nvPr/>
              </p14:nvContentPartPr>
              <p14:xfrm>
                <a:off x="5957029" y="332062"/>
                <a:ext cx="73080" cy="168840"/>
              </p14:xfrm>
            </p:contentPart>
          </mc:Choice>
          <mc:Fallback xmlns="">
            <p:pic>
              <p:nvPicPr>
                <p:cNvPr id="530" name="잉크 529">
                  <a:extLst>
                    <a:ext uri="{FF2B5EF4-FFF2-40B4-BE49-F238E27FC236}">
                      <a16:creationId xmlns:a16="http://schemas.microsoft.com/office/drawing/2014/main" id="{38B19EFE-7406-70C8-CE49-2E49CF40563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39389" y="314062"/>
                  <a:ext cx="10872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531" name="잉크 530">
                <a:extLst>
                  <a:ext uri="{FF2B5EF4-FFF2-40B4-BE49-F238E27FC236}">
                    <a16:creationId xmlns:a16="http://schemas.microsoft.com/office/drawing/2014/main" id="{77E9646D-D28F-CF65-E58D-2EBFCC23E14F}"/>
                  </a:ext>
                </a:extLst>
              </p14:cNvPr>
              <p14:cNvContentPartPr/>
              <p14:nvPr/>
            </p14:nvContentPartPr>
            <p14:xfrm>
              <a:off x="6408469" y="725902"/>
              <a:ext cx="360" cy="26280"/>
            </p14:xfrm>
          </p:contentPart>
        </mc:Choice>
        <mc:Fallback xmlns="">
          <p:pic>
            <p:nvPicPr>
              <p:cNvPr id="531" name="잉크 530">
                <a:extLst>
                  <a:ext uri="{FF2B5EF4-FFF2-40B4-BE49-F238E27FC236}">
                    <a16:creationId xmlns:a16="http://schemas.microsoft.com/office/drawing/2014/main" id="{77E9646D-D28F-CF65-E58D-2EBFCC23E14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390469" y="708262"/>
                <a:ext cx="360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1" name="그룹 560">
            <a:extLst>
              <a:ext uri="{FF2B5EF4-FFF2-40B4-BE49-F238E27FC236}">
                <a16:creationId xmlns:a16="http://schemas.microsoft.com/office/drawing/2014/main" id="{6D35B11E-0B82-DA29-8710-71BDC56FC66E}"/>
              </a:ext>
            </a:extLst>
          </p:cNvPr>
          <p:cNvGrpSpPr/>
          <p:nvPr/>
        </p:nvGrpSpPr>
        <p:grpSpPr>
          <a:xfrm>
            <a:off x="8882749" y="2614822"/>
            <a:ext cx="1071360" cy="767160"/>
            <a:chOff x="8882749" y="2614822"/>
            <a:chExt cx="1071360" cy="7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552" name="잉크 551">
                  <a:extLst>
                    <a:ext uri="{FF2B5EF4-FFF2-40B4-BE49-F238E27FC236}">
                      <a16:creationId xmlns:a16="http://schemas.microsoft.com/office/drawing/2014/main" id="{1F892200-74EA-50CB-62A9-C6F398189B72}"/>
                    </a:ext>
                  </a:extLst>
                </p14:cNvPr>
                <p14:cNvContentPartPr/>
                <p14:nvPr/>
              </p14:nvContentPartPr>
              <p14:xfrm>
                <a:off x="8882749" y="2898142"/>
                <a:ext cx="150840" cy="180720"/>
              </p14:xfrm>
            </p:contentPart>
          </mc:Choice>
          <mc:Fallback xmlns="">
            <p:pic>
              <p:nvPicPr>
                <p:cNvPr id="552" name="잉크 551">
                  <a:extLst>
                    <a:ext uri="{FF2B5EF4-FFF2-40B4-BE49-F238E27FC236}">
                      <a16:creationId xmlns:a16="http://schemas.microsoft.com/office/drawing/2014/main" id="{1F892200-74EA-50CB-62A9-C6F398189B7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865109" y="2880502"/>
                  <a:ext cx="186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555" name="잉크 554">
                  <a:extLst>
                    <a:ext uri="{FF2B5EF4-FFF2-40B4-BE49-F238E27FC236}">
                      <a16:creationId xmlns:a16="http://schemas.microsoft.com/office/drawing/2014/main" id="{46F63061-EEBA-3AD9-3C90-E06E85EA0BF2}"/>
                    </a:ext>
                  </a:extLst>
                </p14:cNvPr>
                <p14:cNvContentPartPr/>
                <p14:nvPr/>
              </p14:nvContentPartPr>
              <p14:xfrm>
                <a:off x="8975629" y="2859622"/>
                <a:ext cx="237240" cy="522360"/>
              </p14:xfrm>
            </p:contentPart>
          </mc:Choice>
          <mc:Fallback xmlns="">
            <p:pic>
              <p:nvPicPr>
                <p:cNvPr id="555" name="잉크 554">
                  <a:extLst>
                    <a:ext uri="{FF2B5EF4-FFF2-40B4-BE49-F238E27FC236}">
                      <a16:creationId xmlns:a16="http://schemas.microsoft.com/office/drawing/2014/main" id="{46F63061-EEBA-3AD9-3C90-E06E85EA0BF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57629" y="2841982"/>
                  <a:ext cx="2728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556" name="잉크 555">
                  <a:extLst>
                    <a:ext uri="{FF2B5EF4-FFF2-40B4-BE49-F238E27FC236}">
                      <a16:creationId xmlns:a16="http://schemas.microsoft.com/office/drawing/2014/main" id="{27665EC0-48DC-29C6-3596-8C59C3AED15F}"/>
                    </a:ext>
                  </a:extLst>
                </p14:cNvPr>
                <p14:cNvContentPartPr/>
                <p14:nvPr/>
              </p14:nvContentPartPr>
              <p14:xfrm>
                <a:off x="9358669" y="2627422"/>
                <a:ext cx="122760" cy="626400"/>
              </p14:xfrm>
            </p:contentPart>
          </mc:Choice>
          <mc:Fallback xmlns="">
            <p:pic>
              <p:nvPicPr>
                <p:cNvPr id="556" name="잉크 555">
                  <a:extLst>
                    <a:ext uri="{FF2B5EF4-FFF2-40B4-BE49-F238E27FC236}">
                      <a16:creationId xmlns:a16="http://schemas.microsoft.com/office/drawing/2014/main" id="{27665EC0-48DC-29C6-3596-8C59C3AED15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41029" y="2609782"/>
                  <a:ext cx="1584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557" name="잉크 556">
                  <a:extLst>
                    <a:ext uri="{FF2B5EF4-FFF2-40B4-BE49-F238E27FC236}">
                      <a16:creationId xmlns:a16="http://schemas.microsoft.com/office/drawing/2014/main" id="{CE19DCB0-C676-1E98-8EE7-B02F3F9E26C0}"/>
                    </a:ext>
                  </a:extLst>
                </p14:cNvPr>
                <p14:cNvContentPartPr/>
                <p14:nvPr/>
              </p14:nvContentPartPr>
              <p14:xfrm>
                <a:off x="9549109" y="2762782"/>
                <a:ext cx="86400" cy="45360"/>
              </p14:xfrm>
            </p:contentPart>
          </mc:Choice>
          <mc:Fallback xmlns="">
            <p:pic>
              <p:nvPicPr>
                <p:cNvPr id="557" name="잉크 556">
                  <a:extLst>
                    <a:ext uri="{FF2B5EF4-FFF2-40B4-BE49-F238E27FC236}">
                      <a16:creationId xmlns:a16="http://schemas.microsoft.com/office/drawing/2014/main" id="{CE19DCB0-C676-1E98-8EE7-B02F3F9E26C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31469" y="2745142"/>
                  <a:ext cx="122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B3A0819A-E24F-FF4F-8C1F-4500574C74DE}"/>
                    </a:ext>
                  </a:extLst>
                </p14:cNvPr>
                <p14:cNvContentPartPr/>
                <p14:nvPr/>
              </p14:nvContentPartPr>
              <p14:xfrm>
                <a:off x="9549109" y="2808142"/>
                <a:ext cx="54000" cy="503280"/>
              </p14:xfrm>
            </p:contentPart>
          </mc:Choice>
          <mc:Fallback xmlns=""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B3A0819A-E24F-FF4F-8C1F-4500574C74D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31469" y="2790142"/>
                  <a:ext cx="896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24994142-F675-5310-4BBC-97A7EB77098F}"/>
                    </a:ext>
                  </a:extLst>
                </p14:cNvPr>
                <p14:cNvContentPartPr/>
                <p14:nvPr/>
              </p14:nvContentPartPr>
              <p14:xfrm>
                <a:off x="9699589" y="2940622"/>
                <a:ext cx="208440" cy="80640"/>
              </p14:xfrm>
            </p:contentPart>
          </mc:Choice>
          <mc:Fallback xmlns=""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24994142-F675-5310-4BBC-97A7EB77098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81589" y="2922622"/>
                  <a:ext cx="24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987EA17F-1438-DC16-6A60-B5767082CDBE}"/>
                    </a:ext>
                  </a:extLst>
                </p14:cNvPr>
                <p14:cNvContentPartPr/>
                <p14:nvPr/>
              </p14:nvContentPartPr>
              <p14:xfrm>
                <a:off x="9742429" y="2614822"/>
                <a:ext cx="211680" cy="667440"/>
              </p14:xfrm>
            </p:contentPart>
          </mc:Choice>
          <mc:Fallback xmlns=""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987EA17F-1438-DC16-6A60-B5767082CDB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24789" y="2596822"/>
                  <a:ext cx="247320" cy="70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596" name="잉크 595">
                <a:extLst>
                  <a:ext uri="{FF2B5EF4-FFF2-40B4-BE49-F238E27FC236}">
                    <a16:creationId xmlns:a16="http://schemas.microsoft.com/office/drawing/2014/main" id="{06D532BA-3241-C243-BB9A-EB19A7D01B67}"/>
                  </a:ext>
                </a:extLst>
              </p14:cNvPr>
              <p14:cNvContentPartPr/>
              <p14:nvPr/>
            </p14:nvContentPartPr>
            <p14:xfrm>
              <a:off x="8302789" y="7052902"/>
              <a:ext cx="1296720" cy="106560"/>
            </p14:xfrm>
          </p:contentPart>
        </mc:Choice>
        <mc:Fallback xmlns="">
          <p:pic>
            <p:nvPicPr>
              <p:cNvPr id="596" name="잉크 595">
                <a:extLst>
                  <a:ext uri="{FF2B5EF4-FFF2-40B4-BE49-F238E27FC236}">
                    <a16:creationId xmlns:a16="http://schemas.microsoft.com/office/drawing/2014/main" id="{06D532BA-3241-C243-BB9A-EB19A7D01B6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285149" y="7034902"/>
                <a:ext cx="133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4" name="그룹 623">
            <a:extLst>
              <a:ext uri="{FF2B5EF4-FFF2-40B4-BE49-F238E27FC236}">
                <a16:creationId xmlns:a16="http://schemas.microsoft.com/office/drawing/2014/main" id="{3B4E44BC-B73F-74F0-5773-7F88FDA25BFA}"/>
              </a:ext>
            </a:extLst>
          </p:cNvPr>
          <p:cNvGrpSpPr/>
          <p:nvPr/>
        </p:nvGrpSpPr>
        <p:grpSpPr>
          <a:xfrm>
            <a:off x="4134349" y="6785422"/>
            <a:ext cx="1214640" cy="754560"/>
            <a:chOff x="4134349" y="6785422"/>
            <a:chExt cx="121464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98" name="잉크 597">
                  <a:extLst>
                    <a:ext uri="{FF2B5EF4-FFF2-40B4-BE49-F238E27FC236}">
                      <a16:creationId xmlns:a16="http://schemas.microsoft.com/office/drawing/2014/main" id="{D6B38A30-342B-FEEB-B1E0-B9AFD19DA15F}"/>
                    </a:ext>
                  </a:extLst>
                </p14:cNvPr>
                <p14:cNvContentPartPr/>
                <p14:nvPr/>
              </p14:nvContentPartPr>
              <p14:xfrm>
                <a:off x="4134349" y="6785422"/>
                <a:ext cx="182880" cy="109800"/>
              </p14:xfrm>
            </p:contentPart>
          </mc:Choice>
          <mc:Fallback xmlns="">
            <p:pic>
              <p:nvPicPr>
                <p:cNvPr id="598" name="잉크 597">
                  <a:extLst>
                    <a:ext uri="{FF2B5EF4-FFF2-40B4-BE49-F238E27FC236}">
                      <a16:creationId xmlns:a16="http://schemas.microsoft.com/office/drawing/2014/main" id="{D6B38A30-342B-FEEB-B1E0-B9AFD19DA15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16349" y="6767422"/>
                  <a:ext cx="218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CC0A0CE1-604D-EC75-0325-D97323B1A339}"/>
                    </a:ext>
                  </a:extLst>
                </p14:cNvPr>
                <p14:cNvContentPartPr/>
                <p14:nvPr/>
              </p14:nvContentPartPr>
              <p14:xfrm>
                <a:off x="4134349" y="6894862"/>
                <a:ext cx="360" cy="360"/>
              </p14:xfrm>
            </p:contentPart>
          </mc:Choice>
          <mc:Fallback xmlns=""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CC0A0CE1-604D-EC75-0325-D97323B1A33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16349" y="6876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E7B1190C-DBD7-C3EB-8A6F-57F544CB08A7}"/>
                    </a:ext>
                  </a:extLst>
                </p14:cNvPr>
                <p14:cNvContentPartPr/>
                <p14:nvPr/>
              </p14:nvContentPartPr>
              <p14:xfrm>
                <a:off x="4134349" y="6894862"/>
                <a:ext cx="197280" cy="645120"/>
              </p14:xfrm>
            </p:contentPart>
          </mc:Choice>
          <mc:Fallback xmlns=""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E7B1190C-DBD7-C3EB-8A6F-57F544CB08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16349" y="6876862"/>
                  <a:ext cx="23292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8E728194-BE22-7439-29F5-3D3B7653FFC7}"/>
                    </a:ext>
                  </a:extLst>
                </p14:cNvPr>
                <p14:cNvContentPartPr/>
                <p14:nvPr/>
              </p14:nvContentPartPr>
              <p14:xfrm>
                <a:off x="4474549" y="7320742"/>
                <a:ext cx="257040" cy="106200"/>
              </p14:xfrm>
            </p:contentPart>
          </mc:Choice>
          <mc:Fallback xmlns=""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8E728194-BE22-7439-29F5-3D3B7653FFC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56549" y="7303102"/>
                  <a:ext cx="292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20" name="잉크 619">
                  <a:extLst>
                    <a:ext uri="{FF2B5EF4-FFF2-40B4-BE49-F238E27FC236}">
                      <a16:creationId xmlns:a16="http://schemas.microsoft.com/office/drawing/2014/main" id="{3604A123-4D57-BB97-41F7-5FF57FC143FC}"/>
                    </a:ext>
                  </a:extLst>
                </p14:cNvPr>
                <p14:cNvContentPartPr/>
                <p14:nvPr/>
              </p14:nvContentPartPr>
              <p14:xfrm>
                <a:off x="4750309" y="6868942"/>
                <a:ext cx="136440" cy="391320"/>
              </p14:xfrm>
            </p:contentPart>
          </mc:Choice>
          <mc:Fallback xmlns="">
            <p:pic>
              <p:nvPicPr>
                <p:cNvPr id="620" name="잉크 619">
                  <a:extLst>
                    <a:ext uri="{FF2B5EF4-FFF2-40B4-BE49-F238E27FC236}">
                      <a16:creationId xmlns:a16="http://schemas.microsoft.com/office/drawing/2014/main" id="{3604A123-4D57-BB97-41F7-5FF57FC143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32309" y="6851302"/>
                  <a:ext cx="1720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D87C212E-F43B-AA76-4009-F9A98FB3E2E6}"/>
                    </a:ext>
                  </a:extLst>
                </p14:cNvPr>
                <p14:cNvContentPartPr/>
                <p14:nvPr/>
              </p14:nvContentPartPr>
              <p14:xfrm>
                <a:off x="4746709" y="6843382"/>
                <a:ext cx="136440" cy="81000"/>
              </p14:xfrm>
            </p:contentPart>
          </mc:Choice>
          <mc:Fallback xmlns=""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D87C212E-F43B-AA76-4009-F9A98FB3E2E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28709" y="6825382"/>
                  <a:ext cx="172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49551CFE-54E8-9C24-0CDD-715E21BF4981}"/>
                    </a:ext>
                  </a:extLst>
                </p14:cNvPr>
                <p14:cNvContentPartPr/>
                <p14:nvPr/>
              </p14:nvContentPartPr>
              <p14:xfrm>
                <a:off x="4746709" y="6891622"/>
                <a:ext cx="372960" cy="407520"/>
              </p14:xfrm>
            </p:contentPart>
          </mc:Choice>
          <mc:Fallback xmlns=""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49551CFE-54E8-9C24-0CDD-715E21BF49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28709" y="6873622"/>
                  <a:ext cx="408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23" name="잉크 622">
                  <a:extLst>
                    <a:ext uri="{FF2B5EF4-FFF2-40B4-BE49-F238E27FC236}">
                      <a16:creationId xmlns:a16="http://schemas.microsoft.com/office/drawing/2014/main" id="{BFB75011-04A5-93DF-E10B-E5493B8D9B1F}"/>
                    </a:ext>
                  </a:extLst>
                </p14:cNvPr>
                <p14:cNvContentPartPr/>
                <p14:nvPr/>
              </p14:nvContentPartPr>
              <p14:xfrm>
                <a:off x="5135869" y="6791542"/>
                <a:ext cx="213120" cy="404640"/>
              </p14:xfrm>
            </p:contentPart>
          </mc:Choice>
          <mc:Fallback xmlns="">
            <p:pic>
              <p:nvPicPr>
                <p:cNvPr id="623" name="잉크 622">
                  <a:extLst>
                    <a:ext uri="{FF2B5EF4-FFF2-40B4-BE49-F238E27FC236}">
                      <a16:creationId xmlns:a16="http://schemas.microsoft.com/office/drawing/2014/main" id="{BFB75011-04A5-93DF-E10B-E5493B8D9B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18229" y="6773902"/>
                  <a:ext cx="248760" cy="44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625" name="잉크 624">
                <a:extLst>
                  <a:ext uri="{FF2B5EF4-FFF2-40B4-BE49-F238E27FC236}">
                    <a16:creationId xmlns:a16="http://schemas.microsoft.com/office/drawing/2014/main" id="{A076A186-FC6B-0252-1DF4-49306455591D}"/>
                  </a:ext>
                </a:extLst>
              </p14:cNvPr>
              <p14:cNvContentPartPr/>
              <p14:nvPr/>
            </p14:nvContentPartPr>
            <p14:xfrm>
              <a:off x="8879509" y="6957862"/>
              <a:ext cx="175680" cy="398520"/>
            </p14:xfrm>
          </p:contentPart>
        </mc:Choice>
        <mc:Fallback xmlns="">
          <p:pic>
            <p:nvPicPr>
              <p:cNvPr id="625" name="잉크 624">
                <a:extLst>
                  <a:ext uri="{FF2B5EF4-FFF2-40B4-BE49-F238E27FC236}">
                    <a16:creationId xmlns:a16="http://schemas.microsoft.com/office/drawing/2014/main" id="{A076A186-FC6B-0252-1DF4-49306455591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861509" y="6939862"/>
                <a:ext cx="21132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626" name="잉크 625">
                <a:extLst>
                  <a:ext uri="{FF2B5EF4-FFF2-40B4-BE49-F238E27FC236}">
                    <a16:creationId xmlns:a16="http://schemas.microsoft.com/office/drawing/2014/main" id="{0A880773-DE7D-8AA3-FB34-593466FF9695}"/>
                  </a:ext>
                </a:extLst>
              </p14:cNvPr>
              <p14:cNvContentPartPr/>
              <p14:nvPr/>
            </p14:nvContentPartPr>
            <p14:xfrm>
              <a:off x="8789509" y="6391942"/>
              <a:ext cx="147600" cy="523800"/>
            </p14:xfrm>
          </p:contentPart>
        </mc:Choice>
        <mc:Fallback xmlns="">
          <p:pic>
            <p:nvPicPr>
              <p:cNvPr id="626" name="잉크 625">
                <a:extLst>
                  <a:ext uri="{FF2B5EF4-FFF2-40B4-BE49-F238E27FC236}">
                    <a16:creationId xmlns:a16="http://schemas.microsoft.com/office/drawing/2014/main" id="{0A880773-DE7D-8AA3-FB34-593466FF969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771869" y="6374302"/>
                <a:ext cx="18324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627" name="잉크 626">
                <a:extLst>
                  <a:ext uri="{FF2B5EF4-FFF2-40B4-BE49-F238E27FC236}">
                    <a16:creationId xmlns:a16="http://schemas.microsoft.com/office/drawing/2014/main" id="{0DAA3789-50E5-88D3-CF47-9C11C3A2F67F}"/>
                  </a:ext>
                </a:extLst>
              </p14:cNvPr>
              <p14:cNvContentPartPr/>
              <p14:nvPr/>
            </p14:nvContentPartPr>
            <p14:xfrm>
              <a:off x="9452629" y="6853102"/>
              <a:ext cx="198000" cy="444960"/>
            </p14:xfrm>
          </p:contentPart>
        </mc:Choice>
        <mc:Fallback xmlns="">
          <p:pic>
            <p:nvPicPr>
              <p:cNvPr id="627" name="잉크 626">
                <a:extLst>
                  <a:ext uri="{FF2B5EF4-FFF2-40B4-BE49-F238E27FC236}">
                    <a16:creationId xmlns:a16="http://schemas.microsoft.com/office/drawing/2014/main" id="{0DAA3789-50E5-88D3-CF47-9C11C3A2F67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34629" y="6835102"/>
                <a:ext cx="233640" cy="48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6" name="그룹 655">
            <a:extLst>
              <a:ext uri="{FF2B5EF4-FFF2-40B4-BE49-F238E27FC236}">
                <a16:creationId xmlns:a16="http://schemas.microsoft.com/office/drawing/2014/main" id="{E842DB6E-DE4E-88C3-CAA7-1E2523B56EDE}"/>
              </a:ext>
            </a:extLst>
          </p:cNvPr>
          <p:cNvGrpSpPr/>
          <p:nvPr/>
        </p:nvGrpSpPr>
        <p:grpSpPr>
          <a:xfrm>
            <a:off x="5684869" y="3748822"/>
            <a:ext cx="4251600" cy="9386280"/>
            <a:chOff x="5684869" y="3748822"/>
            <a:chExt cx="4251600" cy="9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724AA86A-51BB-16AC-8B27-9BB4B1C22B1A}"/>
                    </a:ext>
                  </a:extLst>
                </p14:cNvPr>
                <p14:cNvContentPartPr/>
                <p14:nvPr/>
              </p14:nvContentPartPr>
              <p14:xfrm>
                <a:off x="6926509" y="12486382"/>
                <a:ext cx="327960" cy="31356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724AA86A-51BB-16AC-8B27-9BB4B1C22B1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08509" y="12468382"/>
                  <a:ext cx="363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97EE9E6E-A5D3-E3C9-363D-D25BE36A724C}"/>
                    </a:ext>
                  </a:extLst>
                </p14:cNvPr>
                <p14:cNvContentPartPr/>
                <p14:nvPr/>
              </p14:nvContentPartPr>
              <p14:xfrm>
                <a:off x="7307389" y="12410422"/>
                <a:ext cx="375840" cy="29232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97EE9E6E-A5D3-E3C9-363D-D25BE36A72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89389" y="12392782"/>
                  <a:ext cx="411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17AFA0BD-8C4B-D42F-BAAB-C07F0850C9AC}"/>
                    </a:ext>
                  </a:extLst>
                </p14:cNvPr>
                <p14:cNvContentPartPr/>
                <p14:nvPr/>
              </p14:nvContentPartPr>
              <p14:xfrm>
                <a:off x="7471909" y="12412582"/>
                <a:ext cx="360" cy="36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17AFA0BD-8C4B-D42F-BAAB-C07F0850C9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54269" y="12394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07D4F6C1-2274-B993-7389-1F3C34331FF0}"/>
                    </a:ext>
                  </a:extLst>
                </p14:cNvPr>
                <p14:cNvContentPartPr/>
                <p14:nvPr/>
              </p14:nvContentPartPr>
              <p14:xfrm>
                <a:off x="7471909" y="12286942"/>
                <a:ext cx="86400" cy="74484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07D4F6C1-2274-B993-7389-1F3C34331FF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454269" y="12268942"/>
                  <a:ext cx="12204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2AA41742-3DF0-AA5E-27AE-569A11947A17}"/>
                    </a:ext>
                  </a:extLst>
                </p14:cNvPr>
                <p14:cNvContentPartPr/>
                <p14:nvPr/>
              </p14:nvContentPartPr>
              <p14:xfrm>
                <a:off x="6927589" y="12270742"/>
                <a:ext cx="218880" cy="83520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2AA41742-3DF0-AA5E-27AE-569A11947A1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909949" y="12252742"/>
                  <a:ext cx="2545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5E75954-4F9C-6BF8-8E4F-40EDAEFE8B77}"/>
                    </a:ext>
                  </a:extLst>
                </p14:cNvPr>
                <p14:cNvContentPartPr/>
                <p14:nvPr/>
              </p14:nvContentPartPr>
              <p14:xfrm>
                <a:off x="7658389" y="12151582"/>
                <a:ext cx="201240" cy="98352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5E75954-4F9C-6BF8-8E4F-40EDAEFE8B7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40389" y="12133582"/>
                  <a:ext cx="23688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89A00287-C66C-92B6-1D1A-A4CBC2B69C65}"/>
                    </a:ext>
                  </a:extLst>
                </p14:cNvPr>
                <p14:cNvContentPartPr/>
                <p14:nvPr/>
              </p14:nvContentPartPr>
              <p14:xfrm>
                <a:off x="6866749" y="9898342"/>
                <a:ext cx="161640" cy="74196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89A00287-C66C-92B6-1D1A-A4CBC2B69C6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849109" y="9880342"/>
                  <a:ext cx="19728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65977BD7-ACB3-B618-38F9-E61CBF067E2A}"/>
                    </a:ext>
                  </a:extLst>
                </p14:cNvPr>
                <p14:cNvContentPartPr/>
                <p14:nvPr/>
              </p14:nvContentPartPr>
              <p14:xfrm>
                <a:off x="7099669" y="9921382"/>
                <a:ext cx="168840" cy="62604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65977BD7-ACB3-B618-38F9-E61CBF067E2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081669" y="9903382"/>
                  <a:ext cx="2044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8F04650-A32A-D0C9-781F-42B3B6C31AB1}"/>
                    </a:ext>
                  </a:extLst>
                </p14:cNvPr>
                <p14:cNvContentPartPr/>
                <p14:nvPr/>
              </p14:nvContentPartPr>
              <p14:xfrm>
                <a:off x="7323949" y="10224142"/>
                <a:ext cx="150120" cy="20448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8F04650-A32A-D0C9-781F-42B3B6C31AB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05949" y="10206502"/>
                  <a:ext cx="185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2ECF0D6E-8D7B-1FE1-C477-B21F73A5287A}"/>
                    </a:ext>
                  </a:extLst>
                </p14:cNvPr>
                <p14:cNvContentPartPr/>
                <p14:nvPr/>
              </p14:nvContentPartPr>
              <p14:xfrm>
                <a:off x="7579549" y="9921382"/>
                <a:ext cx="168840" cy="75780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2ECF0D6E-8D7B-1FE1-C477-B21F73A5287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61549" y="9903382"/>
                  <a:ext cx="20448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28" name="잉크 627">
                  <a:extLst>
                    <a:ext uri="{FF2B5EF4-FFF2-40B4-BE49-F238E27FC236}">
                      <a16:creationId xmlns:a16="http://schemas.microsoft.com/office/drawing/2014/main" id="{A7E9A954-6CE1-98A7-2B18-F88247B31CD9}"/>
                    </a:ext>
                  </a:extLst>
                </p14:cNvPr>
                <p14:cNvContentPartPr/>
                <p14:nvPr/>
              </p14:nvContentPartPr>
              <p14:xfrm>
                <a:off x="5967469" y="7799542"/>
                <a:ext cx="2701800" cy="1945080"/>
              </p14:xfrm>
            </p:contentPart>
          </mc:Choice>
          <mc:Fallback xmlns="">
            <p:pic>
              <p:nvPicPr>
                <p:cNvPr id="628" name="잉크 627">
                  <a:extLst>
                    <a:ext uri="{FF2B5EF4-FFF2-40B4-BE49-F238E27FC236}">
                      <a16:creationId xmlns:a16="http://schemas.microsoft.com/office/drawing/2014/main" id="{A7E9A954-6CE1-98A7-2B18-F88247B31C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949829" y="7781902"/>
                  <a:ext cx="2737440" cy="19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DB902E6C-F74D-2BCC-9068-DEBA05D3B7A5}"/>
                    </a:ext>
                  </a:extLst>
                </p14:cNvPr>
                <p14:cNvContentPartPr/>
                <p14:nvPr/>
              </p14:nvContentPartPr>
              <p14:xfrm>
                <a:off x="6272389" y="9553462"/>
                <a:ext cx="219240" cy="329400"/>
              </p14:xfrm>
            </p:contentPart>
          </mc:Choice>
          <mc:Fallback xmlns=""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DB902E6C-F74D-2BCC-9068-DEBA05D3B7A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54389" y="9535822"/>
                  <a:ext cx="2548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E81C5CAC-CE47-F3C6-939B-07B10D00BE38}"/>
                    </a:ext>
                  </a:extLst>
                </p14:cNvPr>
                <p14:cNvContentPartPr/>
                <p14:nvPr/>
              </p14:nvContentPartPr>
              <p14:xfrm>
                <a:off x="6723469" y="7172062"/>
                <a:ext cx="233280" cy="64836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E81C5CAC-CE47-F3C6-939B-07B10D00BE3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705469" y="7154062"/>
                  <a:ext cx="2689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0E78CB7-F9F5-36FA-4DAB-4C0F38E0ED6F}"/>
                    </a:ext>
                  </a:extLst>
                </p14:cNvPr>
                <p14:cNvContentPartPr/>
                <p14:nvPr/>
              </p14:nvContentPartPr>
              <p14:xfrm>
                <a:off x="6963589" y="7185742"/>
                <a:ext cx="226080" cy="57348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0E78CB7-F9F5-36FA-4DAB-4C0F38E0ED6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945589" y="7168102"/>
                  <a:ext cx="2617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A12D67F3-81C8-EF5B-176D-429E056E5F4D}"/>
                    </a:ext>
                  </a:extLst>
                </p14:cNvPr>
                <p14:cNvContentPartPr/>
                <p14:nvPr/>
              </p14:nvContentPartPr>
              <p14:xfrm>
                <a:off x="7246549" y="7402822"/>
                <a:ext cx="169920" cy="27360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A12D67F3-81C8-EF5B-176D-429E056E5F4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28549" y="7384822"/>
                  <a:ext cx="205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F5DDDFB5-71D2-90D6-F28B-87754DC21841}"/>
                    </a:ext>
                  </a:extLst>
                </p14:cNvPr>
                <p14:cNvContentPartPr/>
                <p14:nvPr/>
              </p14:nvContentPartPr>
              <p14:xfrm>
                <a:off x="7314589" y="7455742"/>
                <a:ext cx="360" cy="3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F5DDDFB5-71D2-90D6-F28B-87754DC218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96589" y="7437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09319CE5-1E3E-E669-A6E1-B934E1DC8AEC}"/>
                    </a:ext>
                  </a:extLst>
                </p14:cNvPr>
                <p14:cNvContentPartPr/>
                <p14:nvPr/>
              </p14:nvContentPartPr>
              <p14:xfrm>
                <a:off x="7314589" y="7213822"/>
                <a:ext cx="383040" cy="7578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09319CE5-1E3E-E669-A6E1-B934E1DC8A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96589" y="7196182"/>
                  <a:ext cx="41868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33" name="잉크 532">
                  <a:extLst>
                    <a:ext uri="{FF2B5EF4-FFF2-40B4-BE49-F238E27FC236}">
                      <a16:creationId xmlns:a16="http://schemas.microsoft.com/office/drawing/2014/main" id="{24E0DCFA-EC62-49CD-B692-B5FD8400F437}"/>
                    </a:ext>
                  </a:extLst>
                </p14:cNvPr>
                <p14:cNvContentPartPr/>
                <p14:nvPr/>
              </p14:nvContentPartPr>
              <p14:xfrm>
                <a:off x="8592949" y="3874822"/>
                <a:ext cx="170280" cy="345240"/>
              </p14:xfrm>
            </p:contentPart>
          </mc:Choice>
          <mc:Fallback xmlns="">
            <p:pic>
              <p:nvPicPr>
                <p:cNvPr id="533" name="잉크 532">
                  <a:extLst>
                    <a:ext uri="{FF2B5EF4-FFF2-40B4-BE49-F238E27FC236}">
                      <a16:creationId xmlns:a16="http://schemas.microsoft.com/office/drawing/2014/main" id="{24E0DCFA-EC62-49CD-B692-B5FD8400F43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74949" y="3857182"/>
                  <a:ext cx="205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34" name="잉크 533">
                  <a:extLst>
                    <a:ext uri="{FF2B5EF4-FFF2-40B4-BE49-F238E27FC236}">
                      <a16:creationId xmlns:a16="http://schemas.microsoft.com/office/drawing/2014/main" id="{633EFE46-7CC1-AE55-4B33-B228C72DDFE5}"/>
                    </a:ext>
                  </a:extLst>
                </p14:cNvPr>
                <p14:cNvContentPartPr/>
                <p14:nvPr/>
              </p14:nvContentPartPr>
              <p14:xfrm>
                <a:off x="8879149" y="3764302"/>
                <a:ext cx="186840" cy="395280"/>
              </p14:xfrm>
            </p:contentPart>
          </mc:Choice>
          <mc:Fallback xmlns="">
            <p:pic>
              <p:nvPicPr>
                <p:cNvPr id="534" name="잉크 533">
                  <a:extLst>
                    <a:ext uri="{FF2B5EF4-FFF2-40B4-BE49-F238E27FC236}">
                      <a16:creationId xmlns:a16="http://schemas.microsoft.com/office/drawing/2014/main" id="{633EFE46-7CC1-AE55-4B33-B228C72DDF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61509" y="3746662"/>
                  <a:ext cx="2224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35" name="잉크 534">
                  <a:extLst>
                    <a:ext uri="{FF2B5EF4-FFF2-40B4-BE49-F238E27FC236}">
                      <a16:creationId xmlns:a16="http://schemas.microsoft.com/office/drawing/2014/main" id="{529A6A43-659E-F58F-F1F3-FFD2BAB11B9B}"/>
                    </a:ext>
                  </a:extLst>
                </p14:cNvPr>
                <p14:cNvContentPartPr/>
                <p14:nvPr/>
              </p14:nvContentPartPr>
              <p14:xfrm>
                <a:off x="8986789" y="3748822"/>
                <a:ext cx="118440" cy="155160"/>
              </p14:xfrm>
            </p:contentPart>
          </mc:Choice>
          <mc:Fallback xmlns="">
            <p:pic>
              <p:nvPicPr>
                <p:cNvPr id="535" name="잉크 534">
                  <a:extLst>
                    <a:ext uri="{FF2B5EF4-FFF2-40B4-BE49-F238E27FC236}">
                      <a16:creationId xmlns:a16="http://schemas.microsoft.com/office/drawing/2014/main" id="{529A6A43-659E-F58F-F1F3-FFD2BAB11B9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69149" y="3731182"/>
                  <a:ext cx="15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46" name="잉크 545">
                  <a:extLst>
                    <a:ext uri="{FF2B5EF4-FFF2-40B4-BE49-F238E27FC236}">
                      <a16:creationId xmlns:a16="http://schemas.microsoft.com/office/drawing/2014/main" id="{02B0EB9F-ADBA-EED7-0C09-52CA0CA0A819}"/>
                    </a:ext>
                  </a:extLst>
                </p14:cNvPr>
                <p14:cNvContentPartPr/>
                <p14:nvPr/>
              </p14:nvContentPartPr>
              <p14:xfrm>
                <a:off x="9105229" y="4084342"/>
                <a:ext cx="32760" cy="360"/>
              </p14:xfrm>
            </p:contentPart>
          </mc:Choice>
          <mc:Fallback xmlns="">
            <p:pic>
              <p:nvPicPr>
                <p:cNvPr id="546" name="잉크 545">
                  <a:extLst>
                    <a:ext uri="{FF2B5EF4-FFF2-40B4-BE49-F238E27FC236}">
                      <a16:creationId xmlns:a16="http://schemas.microsoft.com/office/drawing/2014/main" id="{02B0EB9F-ADBA-EED7-0C09-52CA0CA0A81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87229" y="4066702"/>
                  <a:ext cx="68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47" name="잉크 546">
                  <a:extLst>
                    <a:ext uri="{FF2B5EF4-FFF2-40B4-BE49-F238E27FC236}">
                      <a16:creationId xmlns:a16="http://schemas.microsoft.com/office/drawing/2014/main" id="{D16744D0-76CC-5CE5-1332-66522BAC9A72}"/>
                    </a:ext>
                  </a:extLst>
                </p14:cNvPr>
                <p14:cNvContentPartPr/>
                <p14:nvPr/>
              </p14:nvContentPartPr>
              <p14:xfrm>
                <a:off x="9040069" y="3828742"/>
                <a:ext cx="305280" cy="343800"/>
              </p14:xfrm>
            </p:contentPart>
          </mc:Choice>
          <mc:Fallback xmlns="">
            <p:pic>
              <p:nvPicPr>
                <p:cNvPr id="547" name="잉크 546">
                  <a:extLst>
                    <a:ext uri="{FF2B5EF4-FFF2-40B4-BE49-F238E27FC236}">
                      <a16:creationId xmlns:a16="http://schemas.microsoft.com/office/drawing/2014/main" id="{D16744D0-76CC-5CE5-1332-66522BAC9A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22069" y="3810742"/>
                  <a:ext cx="340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48" name="잉크 547">
                  <a:extLst>
                    <a:ext uri="{FF2B5EF4-FFF2-40B4-BE49-F238E27FC236}">
                      <a16:creationId xmlns:a16="http://schemas.microsoft.com/office/drawing/2014/main" id="{055FFE12-1596-7349-59B7-8328D60C1D82}"/>
                    </a:ext>
                  </a:extLst>
                </p14:cNvPr>
                <p14:cNvContentPartPr/>
                <p14:nvPr/>
              </p14:nvContentPartPr>
              <p14:xfrm>
                <a:off x="9337069" y="3787342"/>
                <a:ext cx="226800" cy="424440"/>
              </p14:xfrm>
            </p:contentPart>
          </mc:Choice>
          <mc:Fallback xmlns="">
            <p:pic>
              <p:nvPicPr>
                <p:cNvPr id="548" name="잉크 547">
                  <a:extLst>
                    <a:ext uri="{FF2B5EF4-FFF2-40B4-BE49-F238E27FC236}">
                      <a16:creationId xmlns:a16="http://schemas.microsoft.com/office/drawing/2014/main" id="{055FFE12-1596-7349-59B7-8328D60C1D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19429" y="3769342"/>
                  <a:ext cx="2624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51" name="잉크 550">
                  <a:extLst>
                    <a:ext uri="{FF2B5EF4-FFF2-40B4-BE49-F238E27FC236}">
                      <a16:creationId xmlns:a16="http://schemas.microsoft.com/office/drawing/2014/main" id="{6A8BA524-FAD6-88FA-7705-C3B2F90BDF31}"/>
                    </a:ext>
                  </a:extLst>
                </p14:cNvPr>
                <p14:cNvContentPartPr/>
                <p14:nvPr/>
              </p14:nvContentPartPr>
              <p14:xfrm>
                <a:off x="8618149" y="4489342"/>
                <a:ext cx="229680" cy="330480"/>
              </p14:xfrm>
            </p:contentPart>
          </mc:Choice>
          <mc:Fallback xmlns="">
            <p:pic>
              <p:nvPicPr>
                <p:cNvPr id="551" name="잉크 550">
                  <a:extLst>
                    <a:ext uri="{FF2B5EF4-FFF2-40B4-BE49-F238E27FC236}">
                      <a16:creationId xmlns:a16="http://schemas.microsoft.com/office/drawing/2014/main" id="{6A8BA524-FAD6-88FA-7705-C3B2F90BDF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00149" y="4471342"/>
                  <a:ext cx="2653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FA18118C-E4DF-467B-1299-37844E179532}"/>
                    </a:ext>
                  </a:extLst>
                </p14:cNvPr>
                <p14:cNvContentPartPr/>
                <p14:nvPr/>
              </p14:nvContentPartPr>
              <p14:xfrm>
                <a:off x="5836429" y="5048062"/>
                <a:ext cx="2810520" cy="2257920"/>
              </p14:xfrm>
            </p:contentPart>
          </mc:Choice>
          <mc:Fallback xmlns=""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FA18118C-E4DF-467B-1299-37844E17953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18789" y="5030062"/>
                  <a:ext cx="2846160" cy="22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EA3310F7-B626-F44B-C7C4-999E7EF375B2}"/>
                    </a:ext>
                  </a:extLst>
                </p14:cNvPr>
                <p14:cNvContentPartPr/>
                <p14:nvPr/>
              </p14:nvContentPartPr>
              <p14:xfrm>
                <a:off x="6099589" y="7185022"/>
                <a:ext cx="263520" cy="348480"/>
              </p14:xfrm>
            </p:contentPart>
          </mc:Choice>
          <mc:Fallback xmlns=""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EA3310F7-B626-F44B-C7C4-999E7EF375B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81949" y="7167022"/>
                  <a:ext cx="299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3F1895BE-3119-352C-7DC7-F0D6D453F3FD}"/>
                    </a:ext>
                  </a:extLst>
                </p14:cNvPr>
                <p14:cNvContentPartPr/>
                <p14:nvPr/>
              </p14:nvContentPartPr>
              <p14:xfrm>
                <a:off x="8712469" y="5602462"/>
                <a:ext cx="214200" cy="293760"/>
              </p14:xfrm>
            </p:contentPart>
          </mc:Choice>
          <mc:Fallback xmlns=""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3F1895BE-3119-352C-7DC7-F0D6D453F3F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94469" y="5584462"/>
                  <a:ext cx="249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1182B703-277F-DD8C-8228-D5AF47BFE62A}"/>
                    </a:ext>
                  </a:extLst>
                </p14:cNvPr>
                <p14:cNvContentPartPr/>
                <p14:nvPr/>
              </p14:nvContentPartPr>
              <p14:xfrm>
                <a:off x="8890309" y="5531902"/>
                <a:ext cx="143640" cy="186840"/>
              </p14:xfrm>
            </p:contentPart>
          </mc:Choice>
          <mc:Fallback xmlns=""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1182B703-277F-DD8C-8228-D5AF47BFE6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2309" y="5513902"/>
                  <a:ext cx="179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272635CF-0DD4-26D9-2EB5-7FBB453712BE}"/>
                    </a:ext>
                  </a:extLst>
                </p14:cNvPr>
                <p14:cNvContentPartPr/>
                <p14:nvPr/>
              </p14:nvContentPartPr>
              <p14:xfrm>
                <a:off x="9008389" y="5625142"/>
                <a:ext cx="140040" cy="300240"/>
              </p14:xfrm>
            </p:contentPart>
          </mc:Choice>
          <mc:Fallback xmlns=""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272635CF-0DD4-26D9-2EB5-7FBB453712B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90389" y="5607142"/>
                  <a:ext cx="175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BEBFA613-A3DF-4F80-1ED4-E04886B40CE6}"/>
                    </a:ext>
                  </a:extLst>
                </p14:cNvPr>
                <p14:cNvContentPartPr/>
                <p14:nvPr/>
              </p14:nvContentPartPr>
              <p14:xfrm>
                <a:off x="9015589" y="5576542"/>
                <a:ext cx="200880" cy="29520"/>
              </p14:xfrm>
            </p:contentPart>
          </mc:Choice>
          <mc:Fallback xmlns=""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BEBFA613-A3DF-4F80-1ED4-E04886B40CE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97589" y="5558902"/>
                  <a:ext cx="236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73150277-C099-20B6-0F45-C046431A5FEB}"/>
                    </a:ext>
                  </a:extLst>
                </p14:cNvPr>
                <p14:cNvContentPartPr/>
                <p14:nvPr/>
              </p14:nvContentPartPr>
              <p14:xfrm>
                <a:off x="9015589" y="5605702"/>
                <a:ext cx="360" cy="360"/>
              </p14:xfrm>
            </p:contentPart>
          </mc:Choice>
          <mc:Fallback xmlns=""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73150277-C099-20B6-0F45-C046431A5F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97589" y="55877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FB469404-6641-1186-DF84-0489F283F850}"/>
                    </a:ext>
                  </a:extLst>
                </p14:cNvPr>
                <p14:cNvContentPartPr/>
                <p14:nvPr/>
              </p14:nvContentPartPr>
              <p14:xfrm>
                <a:off x="9004789" y="5605702"/>
                <a:ext cx="279720" cy="155160"/>
              </p14:xfrm>
            </p:contentPart>
          </mc:Choice>
          <mc:Fallback xmlns=""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FB469404-6641-1186-DF84-0489F283F85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87149" y="5587702"/>
                  <a:ext cx="315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20BB3E49-02D2-A1AF-3E6F-543B74018EA6}"/>
                    </a:ext>
                  </a:extLst>
                </p14:cNvPr>
                <p14:cNvContentPartPr/>
                <p14:nvPr/>
              </p14:nvContentPartPr>
              <p14:xfrm>
                <a:off x="9187309" y="5467102"/>
                <a:ext cx="265320" cy="371160"/>
              </p14:xfrm>
            </p:contentPart>
          </mc:Choice>
          <mc:Fallback xmlns=""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20BB3E49-02D2-A1AF-3E6F-543B74018EA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169669" y="5449102"/>
                  <a:ext cx="300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FD2C9A54-2AA4-E152-8290-F822C38B8072}"/>
                    </a:ext>
                  </a:extLst>
                </p14:cNvPr>
                <p14:cNvContentPartPr/>
                <p14:nvPr/>
              </p14:nvContentPartPr>
              <p14:xfrm>
                <a:off x="9860869" y="6117982"/>
                <a:ext cx="75600" cy="23040"/>
              </p14:xfrm>
            </p:contentPart>
          </mc:Choice>
          <mc:Fallback xmlns=""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FD2C9A54-2AA4-E152-8290-F822C38B807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42869" y="6100342"/>
                  <a:ext cx="111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C4F533D2-871A-FF10-DC11-733B7DABD73D}"/>
                    </a:ext>
                  </a:extLst>
                </p14:cNvPr>
                <p14:cNvContentPartPr/>
                <p14:nvPr/>
              </p14:nvContentPartPr>
              <p14:xfrm>
                <a:off x="6562549" y="7725382"/>
                <a:ext cx="331200" cy="414360"/>
              </p14:xfrm>
            </p:contentPart>
          </mc:Choice>
          <mc:Fallback xmlns=""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C4F533D2-871A-FF10-DC11-733B7DABD73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44549" y="7707382"/>
                  <a:ext cx="3668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308BD0EB-39FE-B3A7-E1E3-32821ED8680E}"/>
                    </a:ext>
                  </a:extLst>
                </p14:cNvPr>
                <p14:cNvContentPartPr/>
                <p14:nvPr/>
              </p14:nvContentPartPr>
              <p14:xfrm>
                <a:off x="6530149" y="10375702"/>
                <a:ext cx="358560" cy="233280"/>
              </p14:xfrm>
            </p:contentPart>
          </mc:Choice>
          <mc:Fallback xmlns=""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308BD0EB-39FE-B3A7-E1E3-32821ED8680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512509" y="10357702"/>
                  <a:ext cx="394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42357630-7BC0-9B52-17EA-19F352526D6E}"/>
                    </a:ext>
                  </a:extLst>
                </p14:cNvPr>
                <p14:cNvContentPartPr/>
                <p14:nvPr/>
              </p14:nvContentPartPr>
              <p14:xfrm>
                <a:off x="8367229" y="9940462"/>
                <a:ext cx="1407960" cy="116280"/>
              </p14:xfrm>
            </p:contentPart>
          </mc:Choice>
          <mc:Fallback xmlns=""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42357630-7BC0-9B52-17EA-19F352526D6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349589" y="9922822"/>
                  <a:ext cx="1443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647" name="잉크 646">
                  <a:extLst>
                    <a:ext uri="{FF2B5EF4-FFF2-40B4-BE49-F238E27FC236}">
                      <a16:creationId xmlns:a16="http://schemas.microsoft.com/office/drawing/2014/main" id="{FAF93ACD-88A4-F4D0-11B0-B778AEF1C488}"/>
                    </a:ext>
                  </a:extLst>
                </p14:cNvPr>
                <p14:cNvContentPartPr/>
                <p14:nvPr/>
              </p14:nvContentPartPr>
              <p14:xfrm>
                <a:off x="9581509" y="9837502"/>
                <a:ext cx="208080" cy="194040"/>
              </p14:xfrm>
            </p:contentPart>
          </mc:Choice>
          <mc:Fallback xmlns="">
            <p:pic>
              <p:nvPicPr>
                <p:cNvPr id="647" name="잉크 646">
                  <a:extLst>
                    <a:ext uri="{FF2B5EF4-FFF2-40B4-BE49-F238E27FC236}">
                      <a16:creationId xmlns:a16="http://schemas.microsoft.com/office/drawing/2014/main" id="{FAF93ACD-88A4-F4D0-11B0-B778AEF1C48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563509" y="9819502"/>
                  <a:ext cx="243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648" name="잉크 647">
                  <a:extLst>
                    <a:ext uri="{FF2B5EF4-FFF2-40B4-BE49-F238E27FC236}">
                      <a16:creationId xmlns:a16="http://schemas.microsoft.com/office/drawing/2014/main" id="{1B9EE01A-8F78-EE98-F6BC-E78D42DE92C8}"/>
                    </a:ext>
                  </a:extLst>
                </p14:cNvPr>
                <p14:cNvContentPartPr/>
                <p14:nvPr/>
              </p14:nvContentPartPr>
              <p14:xfrm>
                <a:off x="9162469" y="9763342"/>
                <a:ext cx="132840" cy="442080"/>
              </p14:xfrm>
            </p:contentPart>
          </mc:Choice>
          <mc:Fallback xmlns="">
            <p:pic>
              <p:nvPicPr>
                <p:cNvPr id="648" name="잉크 647">
                  <a:extLst>
                    <a:ext uri="{FF2B5EF4-FFF2-40B4-BE49-F238E27FC236}">
                      <a16:creationId xmlns:a16="http://schemas.microsoft.com/office/drawing/2014/main" id="{1B9EE01A-8F78-EE98-F6BC-E78D42DE92C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44469" y="9745342"/>
                  <a:ext cx="1684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0F66C515-C3D0-4A65-5110-639A143355FA}"/>
                    </a:ext>
                  </a:extLst>
                </p14:cNvPr>
                <p14:cNvContentPartPr/>
                <p14:nvPr/>
              </p14:nvContentPartPr>
              <p14:xfrm>
                <a:off x="9040429" y="9028582"/>
                <a:ext cx="195120" cy="526320"/>
              </p14:xfrm>
            </p:contentPart>
          </mc:Choice>
          <mc:Fallback xmlns=""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0F66C515-C3D0-4A65-5110-639A143355F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22789" y="9010582"/>
                  <a:ext cx="2307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E3F61BE4-58DB-A651-B140-7862B3B76B0D}"/>
                    </a:ext>
                  </a:extLst>
                </p14:cNvPr>
                <p14:cNvContentPartPr/>
                <p14:nvPr/>
              </p14:nvContentPartPr>
              <p14:xfrm>
                <a:off x="5684869" y="10494862"/>
                <a:ext cx="3084480" cy="893880"/>
              </p14:xfrm>
            </p:contentPart>
          </mc:Choice>
          <mc:Fallback xmlns=""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E3F61BE4-58DB-A651-B140-7862B3B76B0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667229" y="10477222"/>
                  <a:ext cx="312012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531CEABA-EA0E-9FFA-8BCB-052F10B6F2A2}"/>
                    </a:ext>
                  </a:extLst>
                </p14:cNvPr>
                <p14:cNvContentPartPr/>
                <p14:nvPr/>
              </p14:nvContentPartPr>
              <p14:xfrm>
                <a:off x="5710069" y="11377942"/>
                <a:ext cx="623520" cy="1414440"/>
              </p14:xfrm>
            </p:contentPart>
          </mc:Choice>
          <mc:Fallback xmlns=""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531CEABA-EA0E-9FFA-8BCB-052F10B6F2A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692069" y="11360302"/>
                  <a:ext cx="659160" cy="14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655" name="잉크 654">
                  <a:extLst>
                    <a:ext uri="{FF2B5EF4-FFF2-40B4-BE49-F238E27FC236}">
                      <a16:creationId xmlns:a16="http://schemas.microsoft.com/office/drawing/2014/main" id="{9B114299-A1DE-1E55-C141-815C12B11547}"/>
                    </a:ext>
                  </a:extLst>
                </p14:cNvPr>
                <p14:cNvContentPartPr/>
                <p14:nvPr/>
              </p14:nvContentPartPr>
              <p14:xfrm>
                <a:off x="6150709" y="12607702"/>
                <a:ext cx="236880" cy="308160"/>
              </p14:xfrm>
            </p:contentPart>
          </mc:Choice>
          <mc:Fallback xmlns="">
            <p:pic>
              <p:nvPicPr>
                <p:cNvPr id="655" name="잉크 654">
                  <a:extLst>
                    <a:ext uri="{FF2B5EF4-FFF2-40B4-BE49-F238E27FC236}">
                      <a16:creationId xmlns:a16="http://schemas.microsoft.com/office/drawing/2014/main" id="{9B114299-A1DE-1E55-C141-815C12B1154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132709" y="12590062"/>
                  <a:ext cx="2725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8" name="그룹 677">
            <a:extLst>
              <a:ext uri="{FF2B5EF4-FFF2-40B4-BE49-F238E27FC236}">
                <a16:creationId xmlns:a16="http://schemas.microsoft.com/office/drawing/2014/main" id="{F0A71030-80A8-2701-4967-E52501B22998}"/>
              </a:ext>
            </a:extLst>
          </p:cNvPr>
          <p:cNvGrpSpPr/>
          <p:nvPr/>
        </p:nvGrpSpPr>
        <p:grpSpPr>
          <a:xfrm>
            <a:off x="8216389" y="11723542"/>
            <a:ext cx="1326240" cy="853920"/>
            <a:chOff x="8216389" y="11723542"/>
            <a:chExt cx="1326240" cy="85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657" name="잉크 656">
                  <a:extLst>
                    <a:ext uri="{FF2B5EF4-FFF2-40B4-BE49-F238E27FC236}">
                      <a16:creationId xmlns:a16="http://schemas.microsoft.com/office/drawing/2014/main" id="{A571A64B-EA11-60D7-85BF-F090EEDF4453}"/>
                    </a:ext>
                  </a:extLst>
                </p14:cNvPr>
                <p14:cNvContentPartPr/>
                <p14:nvPr/>
              </p14:nvContentPartPr>
              <p14:xfrm>
                <a:off x="8216389" y="12344902"/>
                <a:ext cx="1326240" cy="42120"/>
              </p14:xfrm>
            </p:contentPart>
          </mc:Choice>
          <mc:Fallback xmlns="">
            <p:pic>
              <p:nvPicPr>
                <p:cNvPr id="657" name="잉크 656">
                  <a:extLst>
                    <a:ext uri="{FF2B5EF4-FFF2-40B4-BE49-F238E27FC236}">
                      <a16:creationId xmlns:a16="http://schemas.microsoft.com/office/drawing/2014/main" id="{A571A64B-EA11-60D7-85BF-F090EEDF445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198749" y="12327262"/>
                  <a:ext cx="1361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658" name="잉크 657">
                  <a:extLst>
                    <a:ext uri="{FF2B5EF4-FFF2-40B4-BE49-F238E27FC236}">
                      <a16:creationId xmlns:a16="http://schemas.microsoft.com/office/drawing/2014/main" id="{F1AF2BC5-4D2F-8C93-3CF7-B95330060B61}"/>
                    </a:ext>
                  </a:extLst>
                </p14:cNvPr>
                <p14:cNvContentPartPr/>
                <p14:nvPr/>
              </p14:nvContentPartPr>
              <p14:xfrm>
                <a:off x="9155269" y="12222502"/>
                <a:ext cx="387360" cy="274320"/>
              </p14:xfrm>
            </p:contentPart>
          </mc:Choice>
          <mc:Fallback xmlns="">
            <p:pic>
              <p:nvPicPr>
                <p:cNvPr id="658" name="잉크 657">
                  <a:extLst>
                    <a:ext uri="{FF2B5EF4-FFF2-40B4-BE49-F238E27FC236}">
                      <a16:creationId xmlns:a16="http://schemas.microsoft.com/office/drawing/2014/main" id="{F1AF2BC5-4D2F-8C93-3CF7-B95330060B6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137269" y="12204502"/>
                  <a:ext cx="423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659" name="잉크 658">
                  <a:extLst>
                    <a:ext uri="{FF2B5EF4-FFF2-40B4-BE49-F238E27FC236}">
                      <a16:creationId xmlns:a16="http://schemas.microsoft.com/office/drawing/2014/main" id="{81E8A63D-CC0D-590B-050E-D623723535A7}"/>
                    </a:ext>
                  </a:extLst>
                </p14:cNvPr>
                <p14:cNvContentPartPr/>
                <p14:nvPr/>
              </p14:nvContentPartPr>
              <p14:xfrm>
                <a:off x="8718229" y="11723542"/>
                <a:ext cx="247320" cy="442440"/>
              </p14:xfrm>
            </p:contentPart>
          </mc:Choice>
          <mc:Fallback xmlns="">
            <p:pic>
              <p:nvPicPr>
                <p:cNvPr id="659" name="잉크 658">
                  <a:extLst>
                    <a:ext uri="{FF2B5EF4-FFF2-40B4-BE49-F238E27FC236}">
                      <a16:creationId xmlns:a16="http://schemas.microsoft.com/office/drawing/2014/main" id="{81E8A63D-CC0D-590B-050E-D623723535A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700589" y="11705542"/>
                  <a:ext cx="2829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660" name="잉크 659">
                  <a:extLst>
                    <a:ext uri="{FF2B5EF4-FFF2-40B4-BE49-F238E27FC236}">
                      <a16:creationId xmlns:a16="http://schemas.microsoft.com/office/drawing/2014/main" id="{E7F8F487-7BF9-1DEE-FF10-F9355601B648}"/>
                    </a:ext>
                  </a:extLst>
                </p14:cNvPr>
                <p14:cNvContentPartPr/>
                <p14:nvPr/>
              </p14:nvContentPartPr>
              <p14:xfrm>
                <a:off x="8779069" y="11796982"/>
                <a:ext cx="261720" cy="32760"/>
              </p14:xfrm>
            </p:contentPart>
          </mc:Choice>
          <mc:Fallback xmlns="">
            <p:pic>
              <p:nvPicPr>
                <p:cNvPr id="660" name="잉크 659">
                  <a:extLst>
                    <a:ext uri="{FF2B5EF4-FFF2-40B4-BE49-F238E27FC236}">
                      <a16:creationId xmlns:a16="http://schemas.microsoft.com/office/drawing/2014/main" id="{E7F8F487-7BF9-1DEE-FF10-F9355601B64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761429" y="11778982"/>
                  <a:ext cx="297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6742A6E7-7277-7D85-B009-B378F867977A}"/>
                    </a:ext>
                  </a:extLst>
                </p14:cNvPr>
                <p14:cNvContentPartPr/>
                <p14:nvPr/>
              </p14:nvContentPartPr>
              <p14:xfrm>
                <a:off x="8765029" y="12177502"/>
                <a:ext cx="202680" cy="399960"/>
              </p14:xfrm>
            </p:contentPart>
          </mc:Choice>
          <mc:Fallback xmlns=""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6742A6E7-7277-7D85-B009-B378F86797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747029" y="12159502"/>
                  <a:ext cx="238320" cy="43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679" name="잉크 678">
                <a:extLst>
                  <a:ext uri="{FF2B5EF4-FFF2-40B4-BE49-F238E27FC236}">
                    <a16:creationId xmlns:a16="http://schemas.microsoft.com/office/drawing/2014/main" id="{EDFE33FE-09CF-AA1A-858A-10E5F246AED2}"/>
                  </a:ext>
                </a:extLst>
              </p14:cNvPr>
              <p14:cNvContentPartPr/>
              <p14:nvPr/>
            </p14:nvContentPartPr>
            <p14:xfrm>
              <a:off x="6447709" y="3971662"/>
              <a:ext cx="244080" cy="345600"/>
            </p14:xfrm>
          </p:contentPart>
        </mc:Choice>
        <mc:Fallback xmlns="">
          <p:pic>
            <p:nvPicPr>
              <p:cNvPr id="679" name="잉크 678">
                <a:extLst>
                  <a:ext uri="{FF2B5EF4-FFF2-40B4-BE49-F238E27FC236}">
                    <a16:creationId xmlns:a16="http://schemas.microsoft.com/office/drawing/2014/main" id="{EDFE33FE-09CF-AA1A-858A-10E5F246AED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6441589" y="3965542"/>
                <a:ext cx="2563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683" name="잉크 682">
                <a:extLst>
                  <a:ext uri="{FF2B5EF4-FFF2-40B4-BE49-F238E27FC236}">
                    <a16:creationId xmlns:a16="http://schemas.microsoft.com/office/drawing/2014/main" id="{71572707-A6DE-6C0B-FDCA-F4B9F054289B}"/>
                  </a:ext>
                </a:extLst>
              </p14:cNvPr>
              <p14:cNvContentPartPr/>
              <p14:nvPr/>
            </p14:nvContentPartPr>
            <p14:xfrm>
              <a:off x="6454909" y="6698302"/>
              <a:ext cx="268920" cy="319320"/>
            </p14:xfrm>
          </p:contentPart>
        </mc:Choice>
        <mc:Fallback xmlns="">
          <p:pic>
            <p:nvPicPr>
              <p:cNvPr id="683" name="잉크 682">
                <a:extLst>
                  <a:ext uri="{FF2B5EF4-FFF2-40B4-BE49-F238E27FC236}">
                    <a16:creationId xmlns:a16="http://schemas.microsoft.com/office/drawing/2014/main" id="{71572707-A6DE-6C0B-FDCA-F4B9F054289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448789" y="6692182"/>
                <a:ext cx="2811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684" name="잉크 683">
                <a:extLst>
                  <a:ext uri="{FF2B5EF4-FFF2-40B4-BE49-F238E27FC236}">
                    <a16:creationId xmlns:a16="http://schemas.microsoft.com/office/drawing/2014/main" id="{5D5B1226-AFA7-F42B-B646-4B1A9D6D4F52}"/>
                  </a:ext>
                </a:extLst>
              </p14:cNvPr>
              <p14:cNvContentPartPr/>
              <p14:nvPr/>
            </p14:nvContentPartPr>
            <p14:xfrm>
              <a:off x="6000229" y="4131862"/>
              <a:ext cx="512640" cy="62640"/>
            </p14:xfrm>
          </p:contentPart>
        </mc:Choice>
        <mc:Fallback xmlns="">
          <p:pic>
            <p:nvPicPr>
              <p:cNvPr id="684" name="잉크 683">
                <a:extLst>
                  <a:ext uri="{FF2B5EF4-FFF2-40B4-BE49-F238E27FC236}">
                    <a16:creationId xmlns:a16="http://schemas.microsoft.com/office/drawing/2014/main" id="{5D5B1226-AFA7-F42B-B646-4B1A9D6D4F52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994109" y="4125742"/>
                <a:ext cx="5248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686" name="잉크 685">
                <a:extLst>
                  <a:ext uri="{FF2B5EF4-FFF2-40B4-BE49-F238E27FC236}">
                    <a16:creationId xmlns:a16="http://schemas.microsoft.com/office/drawing/2014/main" id="{B2A94091-D8DF-625E-3D63-CA5935470E69}"/>
                  </a:ext>
                </a:extLst>
              </p14:cNvPr>
              <p14:cNvContentPartPr/>
              <p14:nvPr/>
            </p14:nvContentPartPr>
            <p14:xfrm>
              <a:off x="6177709" y="6817462"/>
              <a:ext cx="446040" cy="61560"/>
            </p14:xfrm>
          </p:contentPart>
        </mc:Choice>
        <mc:Fallback xmlns="">
          <p:pic>
            <p:nvPicPr>
              <p:cNvPr id="686" name="잉크 685">
                <a:extLst>
                  <a:ext uri="{FF2B5EF4-FFF2-40B4-BE49-F238E27FC236}">
                    <a16:creationId xmlns:a16="http://schemas.microsoft.com/office/drawing/2014/main" id="{B2A94091-D8DF-625E-3D63-CA5935470E69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171589" y="6811342"/>
                <a:ext cx="4582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0" name="그룹 689">
            <a:extLst>
              <a:ext uri="{FF2B5EF4-FFF2-40B4-BE49-F238E27FC236}">
                <a16:creationId xmlns:a16="http://schemas.microsoft.com/office/drawing/2014/main" id="{931BF10F-C1B5-6611-B171-9C04E6770E25}"/>
              </a:ext>
            </a:extLst>
          </p:cNvPr>
          <p:cNvGrpSpPr/>
          <p:nvPr/>
        </p:nvGrpSpPr>
        <p:grpSpPr>
          <a:xfrm>
            <a:off x="6193549" y="9370222"/>
            <a:ext cx="537480" cy="161280"/>
            <a:chOff x="6193549" y="9370222"/>
            <a:chExt cx="5374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BB4C4E05-BF0A-BB34-D21B-8C87100911B6}"/>
                    </a:ext>
                  </a:extLst>
                </p14:cNvPr>
                <p14:cNvContentPartPr/>
                <p14:nvPr/>
              </p14:nvContentPartPr>
              <p14:xfrm>
                <a:off x="6515749" y="9382822"/>
                <a:ext cx="215280" cy="148680"/>
              </p14:xfrm>
            </p:contentPart>
          </mc:Choice>
          <mc:Fallback xmlns=""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BB4C4E05-BF0A-BB34-D21B-8C87100911B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509629" y="9376702"/>
                  <a:ext cx="227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75E79654-2298-2278-6955-025DF5114A17}"/>
                    </a:ext>
                  </a:extLst>
                </p14:cNvPr>
                <p14:cNvContentPartPr/>
                <p14:nvPr/>
              </p14:nvContentPartPr>
              <p14:xfrm>
                <a:off x="6193549" y="9370222"/>
                <a:ext cx="390600" cy="71280"/>
              </p14:xfrm>
            </p:contentPart>
          </mc:Choice>
          <mc:Fallback xmlns=""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75E79654-2298-2278-6955-025DF5114A1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87429" y="9364102"/>
                  <a:ext cx="40284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691" name="잉크 690">
                <a:extLst>
                  <a:ext uri="{FF2B5EF4-FFF2-40B4-BE49-F238E27FC236}">
                    <a16:creationId xmlns:a16="http://schemas.microsoft.com/office/drawing/2014/main" id="{3E75D0E5-0294-1858-5874-8661DE5FDE92}"/>
                  </a:ext>
                </a:extLst>
              </p14:cNvPr>
              <p14:cNvContentPartPr/>
              <p14:nvPr/>
            </p14:nvContentPartPr>
            <p14:xfrm>
              <a:off x="6376069" y="11696902"/>
              <a:ext cx="215280" cy="268560"/>
            </p14:xfrm>
          </p:contentPart>
        </mc:Choice>
        <mc:Fallback xmlns="">
          <p:pic>
            <p:nvPicPr>
              <p:cNvPr id="691" name="잉크 690">
                <a:extLst>
                  <a:ext uri="{FF2B5EF4-FFF2-40B4-BE49-F238E27FC236}">
                    <a16:creationId xmlns:a16="http://schemas.microsoft.com/office/drawing/2014/main" id="{3E75D0E5-0294-1858-5874-8661DE5FDE92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369949" y="11690782"/>
                <a:ext cx="2275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693" name="잉크 692">
                <a:extLst>
                  <a:ext uri="{FF2B5EF4-FFF2-40B4-BE49-F238E27FC236}">
                    <a16:creationId xmlns:a16="http://schemas.microsoft.com/office/drawing/2014/main" id="{94AD3A18-4D20-1528-696F-BE1F4AD03EDB}"/>
                  </a:ext>
                </a:extLst>
              </p14:cNvPr>
              <p14:cNvContentPartPr/>
              <p14:nvPr/>
            </p14:nvContentPartPr>
            <p14:xfrm>
              <a:off x="5760109" y="11748382"/>
              <a:ext cx="577080" cy="58680"/>
            </p14:xfrm>
          </p:contentPart>
        </mc:Choice>
        <mc:Fallback xmlns="">
          <p:pic>
            <p:nvPicPr>
              <p:cNvPr id="693" name="잉크 692">
                <a:extLst>
                  <a:ext uri="{FF2B5EF4-FFF2-40B4-BE49-F238E27FC236}">
                    <a16:creationId xmlns:a16="http://schemas.microsoft.com/office/drawing/2014/main" id="{94AD3A18-4D20-1528-696F-BE1F4AD03ED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753989" y="11742262"/>
                <a:ext cx="5893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694" name="잉크 693">
                <a:extLst>
                  <a:ext uri="{FF2B5EF4-FFF2-40B4-BE49-F238E27FC236}">
                    <a16:creationId xmlns:a16="http://schemas.microsoft.com/office/drawing/2014/main" id="{ACC83513-BD50-F5A8-0C41-87144233031C}"/>
                  </a:ext>
                </a:extLst>
              </p14:cNvPr>
              <p14:cNvContentPartPr/>
              <p14:nvPr/>
            </p14:nvContentPartPr>
            <p14:xfrm>
              <a:off x="1812709" y="4177582"/>
              <a:ext cx="260280" cy="455400"/>
            </p14:xfrm>
          </p:contentPart>
        </mc:Choice>
        <mc:Fallback xmlns="">
          <p:pic>
            <p:nvPicPr>
              <p:cNvPr id="694" name="잉크 693">
                <a:extLst>
                  <a:ext uri="{FF2B5EF4-FFF2-40B4-BE49-F238E27FC236}">
                    <a16:creationId xmlns:a16="http://schemas.microsoft.com/office/drawing/2014/main" id="{ACC83513-BD50-F5A8-0C41-87144233031C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806589" y="4171462"/>
                <a:ext cx="27252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695" name="잉크 694">
                <a:extLst>
                  <a:ext uri="{FF2B5EF4-FFF2-40B4-BE49-F238E27FC236}">
                    <a16:creationId xmlns:a16="http://schemas.microsoft.com/office/drawing/2014/main" id="{3B92756D-6B43-2099-CA4F-618377642D2F}"/>
                  </a:ext>
                </a:extLst>
              </p14:cNvPr>
              <p14:cNvContentPartPr/>
              <p14:nvPr/>
            </p14:nvContentPartPr>
            <p14:xfrm>
              <a:off x="1242109" y="4400062"/>
              <a:ext cx="575280" cy="64800"/>
            </p14:xfrm>
          </p:contentPart>
        </mc:Choice>
        <mc:Fallback xmlns="">
          <p:pic>
            <p:nvPicPr>
              <p:cNvPr id="695" name="잉크 694">
                <a:extLst>
                  <a:ext uri="{FF2B5EF4-FFF2-40B4-BE49-F238E27FC236}">
                    <a16:creationId xmlns:a16="http://schemas.microsoft.com/office/drawing/2014/main" id="{3B92756D-6B43-2099-CA4F-618377642D2F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235989" y="4393942"/>
                <a:ext cx="5875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697" name="잉크 696">
                <a:extLst>
                  <a:ext uri="{FF2B5EF4-FFF2-40B4-BE49-F238E27FC236}">
                    <a16:creationId xmlns:a16="http://schemas.microsoft.com/office/drawing/2014/main" id="{75AF5B23-4E52-C261-F046-0B3A0CE09BC8}"/>
                  </a:ext>
                </a:extLst>
              </p14:cNvPr>
              <p14:cNvContentPartPr/>
              <p14:nvPr/>
            </p14:nvContentPartPr>
            <p14:xfrm>
              <a:off x="1435429" y="4942222"/>
              <a:ext cx="289080" cy="22320"/>
            </p14:xfrm>
          </p:contentPart>
        </mc:Choice>
        <mc:Fallback xmlns="">
          <p:pic>
            <p:nvPicPr>
              <p:cNvPr id="697" name="잉크 696">
                <a:extLst>
                  <a:ext uri="{FF2B5EF4-FFF2-40B4-BE49-F238E27FC236}">
                    <a16:creationId xmlns:a16="http://schemas.microsoft.com/office/drawing/2014/main" id="{75AF5B23-4E52-C261-F046-0B3A0CE09BC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429309" y="4936102"/>
                <a:ext cx="30132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7" name="그룹 706">
            <a:extLst>
              <a:ext uri="{FF2B5EF4-FFF2-40B4-BE49-F238E27FC236}">
                <a16:creationId xmlns:a16="http://schemas.microsoft.com/office/drawing/2014/main" id="{5958F80F-6753-1F58-7284-DC181DF624B7}"/>
              </a:ext>
            </a:extLst>
          </p:cNvPr>
          <p:cNvGrpSpPr/>
          <p:nvPr/>
        </p:nvGrpSpPr>
        <p:grpSpPr>
          <a:xfrm>
            <a:off x="2022589" y="4722622"/>
            <a:ext cx="543240" cy="453600"/>
            <a:chOff x="2022589" y="4722622"/>
            <a:chExt cx="54324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698" name="잉크 697">
                  <a:extLst>
                    <a:ext uri="{FF2B5EF4-FFF2-40B4-BE49-F238E27FC236}">
                      <a16:creationId xmlns:a16="http://schemas.microsoft.com/office/drawing/2014/main" id="{77C6F452-FB16-AC3F-46AD-189843682673}"/>
                    </a:ext>
                  </a:extLst>
                </p14:cNvPr>
                <p14:cNvContentPartPr/>
                <p14:nvPr/>
              </p14:nvContentPartPr>
              <p14:xfrm>
                <a:off x="2022589" y="4835302"/>
                <a:ext cx="199800" cy="340920"/>
              </p14:xfrm>
            </p:contentPart>
          </mc:Choice>
          <mc:Fallback xmlns="">
            <p:pic>
              <p:nvPicPr>
                <p:cNvPr id="698" name="잉크 697">
                  <a:extLst>
                    <a:ext uri="{FF2B5EF4-FFF2-40B4-BE49-F238E27FC236}">
                      <a16:creationId xmlns:a16="http://schemas.microsoft.com/office/drawing/2014/main" id="{77C6F452-FB16-AC3F-46AD-18984368267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016469" y="4829182"/>
                  <a:ext cx="212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701" name="잉크 700">
                  <a:extLst>
                    <a:ext uri="{FF2B5EF4-FFF2-40B4-BE49-F238E27FC236}">
                      <a16:creationId xmlns:a16="http://schemas.microsoft.com/office/drawing/2014/main" id="{9AE539AF-3572-7042-3276-C7B05452E152}"/>
                    </a:ext>
                  </a:extLst>
                </p14:cNvPr>
                <p14:cNvContentPartPr/>
                <p14:nvPr/>
              </p14:nvContentPartPr>
              <p14:xfrm>
                <a:off x="2133829" y="4893262"/>
                <a:ext cx="146520" cy="188280"/>
              </p14:xfrm>
            </p:contentPart>
          </mc:Choice>
          <mc:Fallback xmlns="">
            <p:pic>
              <p:nvPicPr>
                <p:cNvPr id="701" name="잉크 700">
                  <a:extLst>
                    <a:ext uri="{FF2B5EF4-FFF2-40B4-BE49-F238E27FC236}">
                      <a16:creationId xmlns:a16="http://schemas.microsoft.com/office/drawing/2014/main" id="{9AE539AF-3572-7042-3276-C7B05452E15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127709" y="4887142"/>
                  <a:ext cx="158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702" name="잉크 701">
                  <a:extLst>
                    <a:ext uri="{FF2B5EF4-FFF2-40B4-BE49-F238E27FC236}">
                      <a16:creationId xmlns:a16="http://schemas.microsoft.com/office/drawing/2014/main" id="{C1F3B3F9-077A-A646-2A3E-B35DD664AB5E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100800" cy="183960"/>
              </p14:xfrm>
            </p:contentPart>
          </mc:Choice>
          <mc:Fallback xmlns="">
            <p:pic>
              <p:nvPicPr>
                <p:cNvPr id="702" name="잉크 701">
                  <a:extLst>
                    <a:ext uri="{FF2B5EF4-FFF2-40B4-BE49-F238E27FC236}">
                      <a16:creationId xmlns:a16="http://schemas.microsoft.com/office/drawing/2014/main" id="{C1F3B3F9-077A-A646-2A3E-B35DD664AB5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226349" y="4829182"/>
                  <a:ext cx="113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703" name="잉크 702">
                  <a:extLst>
                    <a:ext uri="{FF2B5EF4-FFF2-40B4-BE49-F238E27FC236}">
                      <a16:creationId xmlns:a16="http://schemas.microsoft.com/office/drawing/2014/main" id="{2B36C883-2534-ED6A-12DE-D7E900CA952D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360" cy="360"/>
              </p14:xfrm>
            </p:contentPart>
          </mc:Choice>
          <mc:Fallback xmlns="">
            <p:pic>
              <p:nvPicPr>
                <p:cNvPr id="703" name="잉크 702">
                  <a:extLst>
                    <a:ext uri="{FF2B5EF4-FFF2-40B4-BE49-F238E27FC236}">
                      <a16:creationId xmlns:a16="http://schemas.microsoft.com/office/drawing/2014/main" id="{2B36C883-2534-ED6A-12DE-D7E900CA952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226349" y="482918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44F8830B-83C2-6C1F-57E2-795D12D70DD7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258120" cy="106560"/>
              </p14:xfrm>
            </p:contentPart>
          </mc:Choice>
          <mc:Fallback xmlns=""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44F8830B-83C2-6C1F-57E2-795D12D70DD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226349" y="4829182"/>
                  <a:ext cx="270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6B9975B0-8CFE-F9D9-A342-B0946E983F19}"/>
                    </a:ext>
                  </a:extLst>
                </p14:cNvPr>
                <p14:cNvContentPartPr/>
                <p14:nvPr/>
              </p14:nvContentPartPr>
              <p14:xfrm>
                <a:off x="2310949" y="4722622"/>
                <a:ext cx="254880" cy="406440"/>
              </p14:xfrm>
            </p:contentPart>
          </mc:Choice>
          <mc:Fallback xmlns=""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6B9975B0-8CFE-F9D9-A342-B0946E983F1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304829" y="4716502"/>
                  <a:ext cx="267120" cy="41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708" name="잉크 707">
                <a:extLst>
                  <a:ext uri="{FF2B5EF4-FFF2-40B4-BE49-F238E27FC236}">
                    <a16:creationId xmlns:a16="http://schemas.microsoft.com/office/drawing/2014/main" id="{7BE65B5B-8EC5-439D-1332-F77AADBD12E0}"/>
                  </a:ext>
                </a:extLst>
              </p14:cNvPr>
              <p14:cNvContentPartPr/>
              <p14:nvPr/>
            </p14:nvContentPartPr>
            <p14:xfrm>
              <a:off x="6483709" y="7945342"/>
              <a:ext cx="236880" cy="3960"/>
            </p14:xfrm>
          </p:contentPart>
        </mc:Choice>
        <mc:Fallback xmlns="">
          <p:pic>
            <p:nvPicPr>
              <p:cNvPr id="708" name="잉크 707">
                <a:extLst>
                  <a:ext uri="{FF2B5EF4-FFF2-40B4-BE49-F238E27FC236}">
                    <a16:creationId xmlns:a16="http://schemas.microsoft.com/office/drawing/2014/main" id="{7BE65B5B-8EC5-439D-1332-F77AADBD12E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6477589" y="7939222"/>
                <a:ext cx="2491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709" name="잉크 708">
                <a:extLst>
                  <a:ext uri="{FF2B5EF4-FFF2-40B4-BE49-F238E27FC236}">
                    <a16:creationId xmlns:a16="http://schemas.microsoft.com/office/drawing/2014/main" id="{AA2DB079-BC7B-3A90-5912-4AB652247B1D}"/>
                  </a:ext>
                </a:extLst>
              </p14:cNvPr>
              <p14:cNvContentPartPr/>
              <p14:nvPr/>
            </p14:nvContentPartPr>
            <p14:xfrm>
              <a:off x="6501349" y="10543462"/>
              <a:ext cx="258120" cy="74520"/>
            </p14:xfrm>
          </p:contentPart>
        </mc:Choice>
        <mc:Fallback xmlns="">
          <p:pic>
            <p:nvPicPr>
              <p:cNvPr id="709" name="잉크 708">
                <a:extLst>
                  <a:ext uri="{FF2B5EF4-FFF2-40B4-BE49-F238E27FC236}">
                    <a16:creationId xmlns:a16="http://schemas.microsoft.com/office/drawing/2014/main" id="{AA2DB079-BC7B-3A90-5912-4AB652247B1D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495229" y="10536982"/>
                <a:ext cx="270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710" name="잉크 709">
                <a:extLst>
                  <a:ext uri="{FF2B5EF4-FFF2-40B4-BE49-F238E27FC236}">
                    <a16:creationId xmlns:a16="http://schemas.microsoft.com/office/drawing/2014/main" id="{7F6EE371-5604-1B39-7CBA-E2A6AEA72625}"/>
                  </a:ext>
                </a:extLst>
              </p14:cNvPr>
              <p14:cNvContentPartPr/>
              <p14:nvPr/>
            </p14:nvContentPartPr>
            <p14:xfrm>
              <a:off x="6396589" y="12872302"/>
              <a:ext cx="366480" cy="37440"/>
            </p14:xfrm>
          </p:contentPart>
        </mc:Choice>
        <mc:Fallback xmlns="">
          <p:pic>
            <p:nvPicPr>
              <p:cNvPr id="710" name="잉크 709">
                <a:extLst>
                  <a:ext uri="{FF2B5EF4-FFF2-40B4-BE49-F238E27FC236}">
                    <a16:creationId xmlns:a16="http://schemas.microsoft.com/office/drawing/2014/main" id="{7F6EE371-5604-1B39-7CBA-E2A6AEA7262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6390469" y="12866182"/>
                <a:ext cx="37872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9" name="그룹 718">
            <a:extLst>
              <a:ext uri="{FF2B5EF4-FFF2-40B4-BE49-F238E27FC236}">
                <a16:creationId xmlns:a16="http://schemas.microsoft.com/office/drawing/2014/main" id="{9DEBCA58-46DE-820F-E3D5-2362F097EF84}"/>
              </a:ext>
            </a:extLst>
          </p:cNvPr>
          <p:cNvGrpSpPr/>
          <p:nvPr/>
        </p:nvGrpSpPr>
        <p:grpSpPr>
          <a:xfrm>
            <a:off x="8660269" y="7789462"/>
            <a:ext cx="1050480" cy="717120"/>
            <a:chOff x="8660269" y="7789462"/>
            <a:chExt cx="1050480" cy="71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711" name="잉크 710">
                  <a:extLst>
                    <a:ext uri="{FF2B5EF4-FFF2-40B4-BE49-F238E27FC236}">
                      <a16:creationId xmlns:a16="http://schemas.microsoft.com/office/drawing/2014/main" id="{C6D8D259-EEDC-4F4D-B4A0-50C614325ABA}"/>
                    </a:ext>
                  </a:extLst>
                </p14:cNvPr>
                <p14:cNvContentPartPr/>
                <p14:nvPr/>
              </p14:nvContentPartPr>
              <p14:xfrm>
                <a:off x="8804269" y="8002222"/>
                <a:ext cx="254880" cy="324000"/>
              </p14:xfrm>
            </p:contentPart>
          </mc:Choice>
          <mc:Fallback xmlns="">
            <p:pic>
              <p:nvPicPr>
                <p:cNvPr id="711" name="잉크 710">
                  <a:extLst>
                    <a:ext uri="{FF2B5EF4-FFF2-40B4-BE49-F238E27FC236}">
                      <a16:creationId xmlns:a16="http://schemas.microsoft.com/office/drawing/2014/main" id="{C6D8D259-EEDC-4F4D-B4A0-50C614325AB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798149" y="7996102"/>
                  <a:ext cx="267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713" name="잉크 712">
                  <a:extLst>
                    <a:ext uri="{FF2B5EF4-FFF2-40B4-BE49-F238E27FC236}">
                      <a16:creationId xmlns:a16="http://schemas.microsoft.com/office/drawing/2014/main" id="{D2B9F2EC-B9C6-5179-6289-765A698D1C8D}"/>
                    </a:ext>
                  </a:extLst>
                </p14:cNvPr>
                <p14:cNvContentPartPr/>
                <p14:nvPr/>
              </p14:nvContentPartPr>
              <p14:xfrm>
                <a:off x="9071029" y="7861822"/>
                <a:ext cx="141840" cy="32760"/>
              </p14:xfrm>
            </p:contentPart>
          </mc:Choice>
          <mc:Fallback xmlns="">
            <p:pic>
              <p:nvPicPr>
                <p:cNvPr id="713" name="잉크 712">
                  <a:extLst>
                    <a:ext uri="{FF2B5EF4-FFF2-40B4-BE49-F238E27FC236}">
                      <a16:creationId xmlns:a16="http://schemas.microsoft.com/office/drawing/2014/main" id="{D2B9F2EC-B9C6-5179-6289-765A698D1C8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064909" y="7855702"/>
                  <a:ext cx="154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21C209AB-6CA8-B302-83EF-721DDCB5C07B}"/>
                    </a:ext>
                  </a:extLst>
                </p14:cNvPr>
                <p14:cNvContentPartPr/>
                <p14:nvPr/>
              </p14:nvContentPartPr>
              <p14:xfrm>
                <a:off x="9076429" y="7893862"/>
                <a:ext cx="360" cy="360"/>
              </p14:xfrm>
            </p:contentPart>
          </mc:Choice>
          <mc:Fallback xmlns=""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21C209AB-6CA8-B302-83EF-721DDCB5C07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070309" y="78877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815D3D84-A468-150B-570A-F648FE7872AA}"/>
                    </a:ext>
                  </a:extLst>
                </p14:cNvPr>
                <p14:cNvContentPartPr/>
                <p14:nvPr/>
              </p14:nvContentPartPr>
              <p14:xfrm>
                <a:off x="9076429" y="7893862"/>
                <a:ext cx="122040" cy="383760"/>
              </p14:xfrm>
            </p:contentPart>
          </mc:Choice>
          <mc:Fallback xmlns=""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815D3D84-A468-150B-570A-F648FE7872A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070309" y="7887742"/>
                  <a:ext cx="1342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71ED7DB2-4F07-5097-A732-F60D4D070E52}"/>
                    </a:ext>
                  </a:extLst>
                </p14:cNvPr>
                <p14:cNvContentPartPr/>
                <p14:nvPr/>
              </p14:nvContentPartPr>
              <p14:xfrm>
                <a:off x="9266869" y="8035702"/>
                <a:ext cx="214920" cy="325800"/>
              </p14:xfrm>
            </p:contentPart>
          </mc:Choice>
          <mc:Fallback xmlns=""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71ED7DB2-4F07-5097-A732-F60D4D070E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260749" y="8029582"/>
                  <a:ext cx="2271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3FD46338-6094-56BB-6E5C-CE234E62F80C}"/>
                    </a:ext>
                  </a:extLst>
                </p14:cNvPr>
                <p14:cNvContentPartPr/>
                <p14:nvPr/>
              </p14:nvContentPartPr>
              <p14:xfrm>
                <a:off x="8660269" y="7789462"/>
                <a:ext cx="208800" cy="717120"/>
              </p14:xfrm>
            </p:contentPart>
          </mc:Choice>
          <mc:Fallback xmlns=""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3FD46338-6094-56BB-6E5C-CE234E62F80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54149" y="7783342"/>
                  <a:ext cx="22104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1764F8A9-5A58-7582-8462-9CEDF2EAB361}"/>
                    </a:ext>
                  </a:extLst>
                </p14:cNvPr>
                <p14:cNvContentPartPr/>
                <p14:nvPr/>
              </p14:nvContentPartPr>
              <p14:xfrm>
                <a:off x="9502669" y="7806382"/>
                <a:ext cx="208080" cy="629280"/>
              </p14:xfrm>
            </p:contentPart>
          </mc:Choice>
          <mc:Fallback xmlns=""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1764F8A9-5A58-7582-8462-9CEDF2EAB36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96549" y="7800262"/>
                  <a:ext cx="220320" cy="64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723" name="잉크 722">
                <a:extLst>
                  <a:ext uri="{FF2B5EF4-FFF2-40B4-BE49-F238E27FC236}">
                    <a16:creationId xmlns:a16="http://schemas.microsoft.com/office/drawing/2014/main" id="{35DBE340-B38E-DD5D-714B-7400147ED5FD}"/>
                  </a:ext>
                </a:extLst>
              </p14:cNvPr>
              <p14:cNvContentPartPr/>
              <p14:nvPr/>
            </p14:nvContentPartPr>
            <p14:xfrm>
              <a:off x="1301509" y="2369302"/>
              <a:ext cx="8714160" cy="329760"/>
            </p14:xfrm>
          </p:contentPart>
        </mc:Choice>
        <mc:Fallback xmlns="">
          <p:pic>
            <p:nvPicPr>
              <p:cNvPr id="723" name="잉크 722">
                <a:extLst>
                  <a:ext uri="{FF2B5EF4-FFF2-40B4-BE49-F238E27FC236}">
                    <a16:creationId xmlns:a16="http://schemas.microsoft.com/office/drawing/2014/main" id="{35DBE340-B38E-DD5D-714B-7400147ED5FD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247869" y="2261302"/>
                <a:ext cx="882180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725" name="잉크 724">
                <a:extLst>
                  <a:ext uri="{FF2B5EF4-FFF2-40B4-BE49-F238E27FC236}">
                    <a16:creationId xmlns:a16="http://schemas.microsoft.com/office/drawing/2014/main" id="{8F324D7D-01B9-82DF-5D3D-12F1A6C2BC33}"/>
                  </a:ext>
                </a:extLst>
              </p14:cNvPr>
              <p14:cNvContentPartPr/>
              <p14:nvPr/>
            </p14:nvContentPartPr>
            <p14:xfrm>
              <a:off x="1286389" y="2549302"/>
              <a:ext cx="158760" cy="10940400"/>
            </p14:xfrm>
          </p:contentPart>
        </mc:Choice>
        <mc:Fallback xmlns="">
          <p:pic>
            <p:nvPicPr>
              <p:cNvPr id="725" name="잉크 724">
                <a:extLst>
                  <a:ext uri="{FF2B5EF4-FFF2-40B4-BE49-F238E27FC236}">
                    <a16:creationId xmlns:a16="http://schemas.microsoft.com/office/drawing/2014/main" id="{8F324D7D-01B9-82DF-5D3D-12F1A6C2BC33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232749" y="2441302"/>
                <a:ext cx="266400" cy="111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731" name="잉크 730">
                <a:extLst>
                  <a:ext uri="{FF2B5EF4-FFF2-40B4-BE49-F238E27FC236}">
                    <a16:creationId xmlns:a16="http://schemas.microsoft.com/office/drawing/2014/main" id="{898684E1-935B-28CA-55B0-1C17BBF8B3ED}"/>
                  </a:ext>
                </a:extLst>
              </p14:cNvPr>
              <p14:cNvContentPartPr/>
              <p14:nvPr/>
            </p14:nvContentPartPr>
            <p14:xfrm>
              <a:off x="1480429" y="13472062"/>
              <a:ext cx="8853480" cy="278280"/>
            </p14:xfrm>
          </p:contentPart>
        </mc:Choice>
        <mc:Fallback xmlns="">
          <p:pic>
            <p:nvPicPr>
              <p:cNvPr id="731" name="잉크 730">
                <a:extLst>
                  <a:ext uri="{FF2B5EF4-FFF2-40B4-BE49-F238E27FC236}">
                    <a16:creationId xmlns:a16="http://schemas.microsoft.com/office/drawing/2014/main" id="{898684E1-935B-28CA-55B0-1C17BBF8B3E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426789" y="13364422"/>
                <a:ext cx="896112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732" name="잉크 731">
                <a:extLst>
                  <a:ext uri="{FF2B5EF4-FFF2-40B4-BE49-F238E27FC236}">
                    <a16:creationId xmlns:a16="http://schemas.microsoft.com/office/drawing/2014/main" id="{3DFA4A4D-A407-3F57-66F7-C1A2E392D91A}"/>
                  </a:ext>
                </a:extLst>
              </p14:cNvPr>
              <p14:cNvContentPartPr/>
              <p14:nvPr/>
            </p14:nvContentPartPr>
            <p14:xfrm>
              <a:off x="9889309" y="2574862"/>
              <a:ext cx="591120" cy="11033640"/>
            </p14:xfrm>
          </p:contentPart>
        </mc:Choice>
        <mc:Fallback xmlns="">
          <p:pic>
            <p:nvPicPr>
              <p:cNvPr id="732" name="잉크 731">
                <a:extLst>
                  <a:ext uri="{FF2B5EF4-FFF2-40B4-BE49-F238E27FC236}">
                    <a16:creationId xmlns:a16="http://schemas.microsoft.com/office/drawing/2014/main" id="{3DFA4A4D-A407-3F57-66F7-C1A2E392D91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835669" y="2467222"/>
                <a:ext cx="698760" cy="112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4" name="그룹 773">
            <a:extLst>
              <a:ext uri="{FF2B5EF4-FFF2-40B4-BE49-F238E27FC236}">
                <a16:creationId xmlns:a16="http://schemas.microsoft.com/office/drawing/2014/main" id="{14F8F09C-815D-5A05-908D-86A03118AD5A}"/>
              </a:ext>
            </a:extLst>
          </p:cNvPr>
          <p:cNvGrpSpPr/>
          <p:nvPr/>
        </p:nvGrpSpPr>
        <p:grpSpPr>
          <a:xfrm>
            <a:off x="6945589" y="1125502"/>
            <a:ext cx="2360520" cy="1715400"/>
            <a:chOff x="6945589" y="1125502"/>
            <a:chExt cx="2360520" cy="171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9B769EFA-9BF6-34D3-63D4-CB42F1BF7A25}"/>
                    </a:ext>
                  </a:extLst>
                </p14:cNvPr>
                <p14:cNvContentPartPr/>
                <p14:nvPr/>
              </p14:nvContentPartPr>
              <p14:xfrm>
                <a:off x="6945589" y="1656862"/>
                <a:ext cx="276120" cy="429840"/>
              </p14:xfrm>
            </p:contentPart>
          </mc:Choice>
          <mc:Fallback xmlns=""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9B769EFA-9BF6-34D3-63D4-CB42F1BF7A2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36589" y="1647862"/>
                  <a:ext cx="2937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749" name="잉크 748">
                  <a:extLst>
                    <a:ext uri="{FF2B5EF4-FFF2-40B4-BE49-F238E27FC236}">
                      <a16:creationId xmlns:a16="http://schemas.microsoft.com/office/drawing/2014/main" id="{5A2332FA-4813-188C-31E6-933040AC60CC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140040" cy="100440"/>
              </p14:xfrm>
            </p:contentPart>
          </mc:Choice>
          <mc:Fallback xmlns="">
            <p:pic>
              <p:nvPicPr>
                <p:cNvPr id="749" name="잉크 748">
                  <a:extLst>
                    <a:ext uri="{FF2B5EF4-FFF2-40B4-BE49-F238E27FC236}">
                      <a16:creationId xmlns:a16="http://schemas.microsoft.com/office/drawing/2014/main" id="{5A2332FA-4813-188C-31E6-933040AC60C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097869" y="1703302"/>
                  <a:ext cx="157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751" name="잉크 750">
                  <a:extLst>
                    <a:ext uri="{FF2B5EF4-FFF2-40B4-BE49-F238E27FC236}">
                      <a16:creationId xmlns:a16="http://schemas.microsoft.com/office/drawing/2014/main" id="{0030F8B3-6F2D-C2BF-1D3B-E42E01C26377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360" cy="360"/>
              </p14:xfrm>
            </p:contentPart>
          </mc:Choice>
          <mc:Fallback xmlns="">
            <p:pic>
              <p:nvPicPr>
                <p:cNvPr id="751" name="잉크 750">
                  <a:extLst>
                    <a:ext uri="{FF2B5EF4-FFF2-40B4-BE49-F238E27FC236}">
                      <a16:creationId xmlns:a16="http://schemas.microsoft.com/office/drawing/2014/main" id="{0030F8B3-6F2D-C2BF-1D3B-E42E01C2637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97869" y="17033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752" name="잉크 751">
                  <a:extLst>
                    <a:ext uri="{FF2B5EF4-FFF2-40B4-BE49-F238E27FC236}">
                      <a16:creationId xmlns:a16="http://schemas.microsoft.com/office/drawing/2014/main" id="{6B74B2D9-9E91-7830-A7A0-2B6EEEB23ECD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487440" cy="119520"/>
              </p14:xfrm>
            </p:contentPart>
          </mc:Choice>
          <mc:Fallback xmlns="">
            <p:pic>
              <p:nvPicPr>
                <p:cNvPr id="752" name="잉크 751">
                  <a:extLst>
                    <a:ext uri="{FF2B5EF4-FFF2-40B4-BE49-F238E27FC236}">
                      <a16:creationId xmlns:a16="http://schemas.microsoft.com/office/drawing/2014/main" id="{6B74B2D9-9E91-7830-A7A0-2B6EEEB23EC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097869" y="1703302"/>
                  <a:ext cx="505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753" name="잉크 752">
                  <a:extLst>
                    <a:ext uri="{FF2B5EF4-FFF2-40B4-BE49-F238E27FC236}">
                      <a16:creationId xmlns:a16="http://schemas.microsoft.com/office/drawing/2014/main" id="{1CD6791E-3F87-9570-A60D-A836BF9CFF91}"/>
                    </a:ext>
                  </a:extLst>
                </p14:cNvPr>
                <p14:cNvContentPartPr/>
                <p14:nvPr/>
              </p14:nvContentPartPr>
              <p14:xfrm>
                <a:off x="7318189" y="1483342"/>
                <a:ext cx="143640" cy="674640"/>
              </p14:xfrm>
            </p:contentPart>
          </mc:Choice>
          <mc:Fallback xmlns="">
            <p:pic>
              <p:nvPicPr>
                <p:cNvPr id="753" name="잉크 752">
                  <a:extLst>
                    <a:ext uri="{FF2B5EF4-FFF2-40B4-BE49-F238E27FC236}">
                      <a16:creationId xmlns:a16="http://schemas.microsoft.com/office/drawing/2014/main" id="{1CD6791E-3F87-9570-A60D-A836BF9CFF9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309189" y="1474702"/>
                  <a:ext cx="16128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754" name="잉크 753">
                  <a:extLst>
                    <a:ext uri="{FF2B5EF4-FFF2-40B4-BE49-F238E27FC236}">
                      <a16:creationId xmlns:a16="http://schemas.microsoft.com/office/drawing/2014/main" id="{8B2D36C0-2350-D795-EFBD-85837EB2BA90}"/>
                    </a:ext>
                  </a:extLst>
                </p14:cNvPr>
                <p14:cNvContentPartPr/>
                <p14:nvPr/>
              </p14:nvContentPartPr>
              <p14:xfrm>
                <a:off x="7424389" y="1976542"/>
                <a:ext cx="141120" cy="136800"/>
              </p14:xfrm>
            </p:contentPart>
          </mc:Choice>
          <mc:Fallback xmlns="">
            <p:pic>
              <p:nvPicPr>
                <p:cNvPr id="754" name="잉크 753">
                  <a:extLst>
                    <a:ext uri="{FF2B5EF4-FFF2-40B4-BE49-F238E27FC236}">
                      <a16:creationId xmlns:a16="http://schemas.microsoft.com/office/drawing/2014/main" id="{8B2D36C0-2350-D795-EFBD-85837EB2BA9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415389" y="1967542"/>
                  <a:ext cx="158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755" name="잉크 754">
                  <a:extLst>
                    <a:ext uri="{FF2B5EF4-FFF2-40B4-BE49-F238E27FC236}">
                      <a16:creationId xmlns:a16="http://schemas.microsoft.com/office/drawing/2014/main" id="{F3FF17F0-6FD3-F7B4-15FE-3F4B4F52BC21}"/>
                    </a:ext>
                  </a:extLst>
                </p14:cNvPr>
                <p14:cNvContentPartPr/>
                <p14:nvPr/>
              </p14:nvContentPartPr>
              <p14:xfrm>
                <a:off x="7611229" y="1859542"/>
                <a:ext cx="258840" cy="981360"/>
              </p14:xfrm>
            </p:contentPart>
          </mc:Choice>
          <mc:Fallback xmlns="">
            <p:pic>
              <p:nvPicPr>
                <p:cNvPr id="755" name="잉크 754">
                  <a:extLst>
                    <a:ext uri="{FF2B5EF4-FFF2-40B4-BE49-F238E27FC236}">
                      <a16:creationId xmlns:a16="http://schemas.microsoft.com/office/drawing/2014/main" id="{F3FF17F0-6FD3-F7B4-15FE-3F4B4F52BC2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602229" y="1850902"/>
                  <a:ext cx="27648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757" name="잉크 756">
                  <a:extLst>
                    <a:ext uri="{FF2B5EF4-FFF2-40B4-BE49-F238E27FC236}">
                      <a16:creationId xmlns:a16="http://schemas.microsoft.com/office/drawing/2014/main" id="{8ABD8B24-E6F5-4D23-A36B-4F4742BD31A5}"/>
                    </a:ext>
                  </a:extLst>
                </p14:cNvPr>
                <p14:cNvContentPartPr/>
                <p14:nvPr/>
              </p14:nvContentPartPr>
              <p14:xfrm>
                <a:off x="7954309" y="1786462"/>
                <a:ext cx="237960" cy="400320"/>
              </p14:xfrm>
            </p:contentPart>
          </mc:Choice>
          <mc:Fallback xmlns="">
            <p:pic>
              <p:nvPicPr>
                <p:cNvPr id="757" name="잉크 756">
                  <a:extLst>
                    <a:ext uri="{FF2B5EF4-FFF2-40B4-BE49-F238E27FC236}">
                      <a16:creationId xmlns:a16="http://schemas.microsoft.com/office/drawing/2014/main" id="{8ABD8B24-E6F5-4D23-A36B-4F4742BD31A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45669" y="1777462"/>
                  <a:ext cx="2556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758" name="잉크 757">
                  <a:extLst>
                    <a:ext uri="{FF2B5EF4-FFF2-40B4-BE49-F238E27FC236}">
                      <a16:creationId xmlns:a16="http://schemas.microsoft.com/office/drawing/2014/main" id="{4FDE120F-B8B3-3E83-8AAD-433B3ACD1519}"/>
                    </a:ext>
                  </a:extLst>
                </p14:cNvPr>
                <p14:cNvContentPartPr/>
                <p14:nvPr/>
              </p14:nvContentPartPr>
              <p14:xfrm>
                <a:off x="8234029" y="1831462"/>
                <a:ext cx="208800" cy="374400"/>
              </p14:xfrm>
            </p:contentPart>
          </mc:Choice>
          <mc:Fallback xmlns="">
            <p:pic>
              <p:nvPicPr>
                <p:cNvPr id="758" name="잉크 757">
                  <a:extLst>
                    <a:ext uri="{FF2B5EF4-FFF2-40B4-BE49-F238E27FC236}">
                      <a16:creationId xmlns:a16="http://schemas.microsoft.com/office/drawing/2014/main" id="{4FDE120F-B8B3-3E83-8AAD-433B3ACD151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25389" y="1822822"/>
                  <a:ext cx="2264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59" name="잉크 758">
                  <a:extLst>
                    <a:ext uri="{FF2B5EF4-FFF2-40B4-BE49-F238E27FC236}">
                      <a16:creationId xmlns:a16="http://schemas.microsoft.com/office/drawing/2014/main" id="{A70C075C-ADCD-CACC-5F1E-438A552117CF}"/>
                    </a:ext>
                  </a:extLst>
                </p14:cNvPr>
                <p14:cNvContentPartPr/>
                <p14:nvPr/>
              </p14:nvContentPartPr>
              <p14:xfrm>
                <a:off x="8449669" y="1792942"/>
                <a:ext cx="215280" cy="6840"/>
              </p14:xfrm>
            </p:contentPart>
          </mc:Choice>
          <mc:Fallback xmlns="">
            <p:pic>
              <p:nvPicPr>
                <p:cNvPr id="759" name="잉크 758">
                  <a:extLst>
                    <a:ext uri="{FF2B5EF4-FFF2-40B4-BE49-F238E27FC236}">
                      <a16:creationId xmlns:a16="http://schemas.microsoft.com/office/drawing/2014/main" id="{A70C075C-ADCD-CACC-5F1E-438A552117C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441029" y="1783942"/>
                  <a:ext cx="232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62" name="잉크 761">
                  <a:extLst>
                    <a:ext uri="{FF2B5EF4-FFF2-40B4-BE49-F238E27FC236}">
                      <a16:creationId xmlns:a16="http://schemas.microsoft.com/office/drawing/2014/main" id="{83222A2D-4643-167F-8E71-E60959465954}"/>
                    </a:ext>
                  </a:extLst>
                </p14:cNvPr>
                <p14:cNvContentPartPr/>
                <p14:nvPr/>
              </p14:nvContentPartPr>
              <p14:xfrm>
                <a:off x="8464069" y="1360942"/>
                <a:ext cx="158040" cy="777240"/>
              </p14:xfrm>
            </p:contentPart>
          </mc:Choice>
          <mc:Fallback xmlns="">
            <p:pic>
              <p:nvPicPr>
                <p:cNvPr id="762" name="잉크 761">
                  <a:extLst>
                    <a:ext uri="{FF2B5EF4-FFF2-40B4-BE49-F238E27FC236}">
                      <a16:creationId xmlns:a16="http://schemas.microsoft.com/office/drawing/2014/main" id="{83222A2D-4643-167F-8E71-E6095946595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55069" y="1351942"/>
                  <a:ext cx="1756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63" name="잉크 762">
                  <a:extLst>
                    <a:ext uri="{FF2B5EF4-FFF2-40B4-BE49-F238E27FC236}">
                      <a16:creationId xmlns:a16="http://schemas.microsoft.com/office/drawing/2014/main" id="{03FE35D5-12F5-A8C5-32E4-C851C77C0A4E}"/>
                    </a:ext>
                  </a:extLst>
                </p14:cNvPr>
                <p14:cNvContentPartPr/>
                <p14:nvPr/>
              </p14:nvContentPartPr>
              <p14:xfrm>
                <a:off x="8621389" y="1856302"/>
                <a:ext cx="168840" cy="353520"/>
              </p14:xfrm>
            </p:contentPart>
          </mc:Choice>
          <mc:Fallback xmlns="">
            <p:pic>
              <p:nvPicPr>
                <p:cNvPr id="763" name="잉크 762">
                  <a:extLst>
                    <a:ext uri="{FF2B5EF4-FFF2-40B4-BE49-F238E27FC236}">
                      <a16:creationId xmlns:a16="http://schemas.microsoft.com/office/drawing/2014/main" id="{03FE35D5-12F5-A8C5-32E4-C851C77C0A4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12389" y="1847302"/>
                  <a:ext cx="1864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65" name="잉크 764">
                  <a:extLst>
                    <a:ext uri="{FF2B5EF4-FFF2-40B4-BE49-F238E27FC236}">
                      <a16:creationId xmlns:a16="http://schemas.microsoft.com/office/drawing/2014/main" id="{F9C2A2AE-E416-0E78-4DD7-0434D03CCB43}"/>
                    </a:ext>
                  </a:extLst>
                </p14:cNvPr>
                <p14:cNvContentPartPr/>
                <p14:nvPr/>
              </p14:nvContentPartPr>
              <p14:xfrm>
                <a:off x="8796709" y="1125502"/>
                <a:ext cx="162000" cy="1103400"/>
              </p14:xfrm>
            </p:contentPart>
          </mc:Choice>
          <mc:Fallback xmlns="">
            <p:pic>
              <p:nvPicPr>
                <p:cNvPr id="765" name="잉크 764">
                  <a:extLst>
                    <a:ext uri="{FF2B5EF4-FFF2-40B4-BE49-F238E27FC236}">
                      <a16:creationId xmlns:a16="http://schemas.microsoft.com/office/drawing/2014/main" id="{F9C2A2AE-E416-0E78-4DD7-0434D03CCB4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87709" y="1116862"/>
                  <a:ext cx="179640" cy="11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766" name="잉크 765">
                  <a:extLst>
                    <a:ext uri="{FF2B5EF4-FFF2-40B4-BE49-F238E27FC236}">
                      <a16:creationId xmlns:a16="http://schemas.microsoft.com/office/drawing/2014/main" id="{E1A02354-5174-1072-5B4F-C7A2642EB68E}"/>
                    </a:ext>
                  </a:extLst>
                </p14:cNvPr>
                <p14:cNvContentPartPr/>
                <p14:nvPr/>
              </p14:nvContentPartPr>
              <p14:xfrm>
                <a:off x="9065629" y="2218102"/>
                <a:ext cx="240480" cy="3600"/>
              </p14:xfrm>
            </p:contentPart>
          </mc:Choice>
          <mc:Fallback xmlns="">
            <p:pic>
              <p:nvPicPr>
                <p:cNvPr id="766" name="잉크 765">
                  <a:extLst>
                    <a:ext uri="{FF2B5EF4-FFF2-40B4-BE49-F238E27FC236}">
                      <a16:creationId xmlns:a16="http://schemas.microsoft.com/office/drawing/2014/main" id="{E1A02354-5174-1072-5B4F-C7A2642EB68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056989" y="2209462"/>
                  <a:ext cx="25812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7" name="그룹 786">
            <a:extLst>
              <a:ext uri="{FF2B5EF4-FFF2-40B4-BE49-F238E27FC236}">
                <a16:creationId xmlns:a16="http://schemas.microsoft.com/office/drawing/2014/main" id="{9E010BFF-5ACA-1975-90DC-3FA157BE5A1A}"/>
              </a:ext>
            </a:extLst>
          </p:cNvPr>
          <p:cNvGrpSpPr/>
          <p:nvPr/>
        </p:nvGrpSpPr>
        <p:grpSpPr>
          <a:xfrm>
            <a:off x="9301429" y="941902"/>
            <a:ext cx="1773720" cy="1144800"/>
            <a:chOff x="9301429" y="941902"/>
            <a:chExt cx="1773720" cy="11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94D10BB5-35A7-48F9-1ADE-9F71248EFEEA}"/>
                    </a:ext>
                  </a:extLst>
                </p14:cNvPr>
                <p14:cNvContentPartPr/>
                <p14:nvPr/>
              </p14:nvContentPartPr>
              <p14:xfrm>
                <a:off x="9301429" y="1390102"/>
                <a:ext cx="248760" cy="696600"/>
              </p14:xfrm>
            </p:contentPart>
          </mc:Choice>
          <mc:Fallback xmlns=""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94D10BB5-35A7-48F9-1ADE-9F71248EFEE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92789" y="1381102"/>
                  <a:ext cx="26640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809DBD68-6DCF-8D8D-48F9-7C428FC75473}"/>
                    </a:ext>
                  </a:extLst>
                </p14:cNvPr>
                <p14:cNvContentPartPr/>
                <p14:nvPr/>
              </p14:nvContentPartPr>
              <p14:xfrm>
                <a:off x="9627229" y="1692862"/>
                <a:ext cx="212040" cy="385200"/>
              </p14:xfrm>
            </p:contentPart>
          </mc:Choice>
          <mc:Fallback xmlns=""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809DBD68-6DCF-8D8D-48F9-7C428FC7547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618589" y="1684222"/>
                  <a:ext cx="2296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2C9C08A2-737A-3C8B-C9B3-DF690D2737F8}"/>
                    </a:ext>
                  </a:extLst>
                </p14:cNvPr>
                <p14:cNvContentPartPr/>
                <p14:nvPr/>
              </p14:nvContentPartPr>
              <p14:xfrm>
                <a:off x="9796429" y="1657222"/>
                <a:ext cx="272520" cy="10080"/>
              </p14:xfrm>
            </p:contentPart>
          </mc:Choice>
          <mc:Fallback xmlns=""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2C9C08A2-737A-3C8B-C9B3-DF690D2737F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787429" y="1648582"/>
                  <a:ext cx="29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778" name="잉크 777">
                  <a:extLst>
                    <a:ext uri="{FF2B5EF4-FFF2-40B4-BE49-F238E27FC236}">
                      <a16:creationId xmlns:a16="http://schemas.microsoft.com/office/drawing/2014/main" id="{E2F09102-094F-3074-E298-ADF0FEB940CA}"/>
                    </a:ext>
                  </a:extLst>
                </p14:cNvPr>
                <p14:cNvContentPartPr/>
                <p14:nvPr/>
              </p14:nvContentPartPr>
              <p14:xfrm>
                <a:off x="9760429" y="1212622"/>
                <a:ext cx="333360" cy="761040"/>
              </p14:xfrm>
            </p:contentPart>
          </mc:Choice>
          <mc:Fallback xmlns="">
            <p:pic>
              <p:nvPicPr>
                <p:cNvPr id="778" name="잉크 777">
                  <a:extLst>
                    <a:ext uri="{FF2B5EF4-FFF2-40B4-BE49-F238E27FC236}">
                      <a16:creationId xmlns:a16="http://schemas.microsoft.com/office/drawing/2014/main" id="{E2F09102-094F-3074-E298-ADF0FEB940C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51789" y="1203982"/>
                  <a:ext cx="35100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79" name="잉크 778">
                  <a:extLst>
                    <a:ext uri="{FF2B5EF4-FFF2-40B4-BE49-F238E27FC236}">
                      <a16:creationId xmlns:a16="http://schemas.microsoft.com/office/drawing/2014/main" id="{0FEF45B2-87ED-68E1-8806-9E3660887739}"/>
                    </a:ext>
                  </a:extLst>
                </p14:cNvPr>
                <p14:cNvContentPartPr/>
                <p14:nvPr/>
              </p14:nvContentPartPr>
              <p14:xfrm>
                <a:off x="10103869" y="1719502"/>
                <a:ext cx="297720" cy="345600"/>
              </p14:xfrm>
            </p:contentPart>
          </mc:Choice>
          <mc:Fallback xmlns="">
            <p:pic>
              <p:nvPicPr>
                <p:cNvPr id="779" name="잉크 778">
                  <a:extLst>
                    <a:ext uri="{FF2B5EF4-FFF2-40B4-BE49-F238E27FC236}">
                      <a16:creationId xmlns:a16="http://schemas.microsoft.com/office/drawing/2014/main" id="{0FEF45B2-87ED-68E1-8806-9E366088773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095229" y="1710502"/>
                  <a:ext cx="3153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81" name="잉크 780">
                  <a:extLst>
                    <a:ext uri="{FF2B5EF4-FFF2-40B4-BE49-F238E27FC236}">
                      <a16:creationId xmlns:a16="http://schemas.microsoft.com/office/drawing/2014/main" id="{41422058-3490-D526-8560-0D1278F98A56}"/>
                    </a:ext>
                  </a:extLst>
                </p14:cNvPr>
                <p14:cNvContentPartPr/>
                <p14:nvPr/>
              </p14:nvContentPartPr>
              <p14:xfrm>
                <a:off x="10386469" y="1254742"/>
                <a:ext cx="87120" cy="789840"/>
              </p14:xfrm>
            </p:contentPart>
          </mc:Choice>
          <mc:Fallback xmlns="">
            <p:pic>
              <p:nvPicPr>
                <p:cNvPr id="781" name="잉크 780">
                  <a:extLst>
                    <a:ext uri="{FF2B5EF4-FFF2-40B4-BE49-F238E27FC236}">
                      <a16:creationId xmlns:a16="http://schemas.microsoft.com/office/drawing/2014/main" id="{41422058-3490-D526-8560-0D1278F98A5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77829" y="1245742"/>
                  <a:ext cx="10476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782" name="잉크 781">
                  <a:extLst>
                    <a:ext uri="{FF2B5EF4-FFF2-40B4-BE49-F238E27FC236}">
                      <a16:creationId xmlns:a16="http://schemas.microsoft.com/office/drawing/2014/main" id="{79F6626D-F32E-F4C7-66B8-1E4E629AD4C3}"/>
                    </a:ext>
                  </a:extLst>
                </p14:cNvPr>
                <p14:cNvContentPartPr/>
                <p14:nvPr/>
              </p14:nvContentPartPr>
              <p14:xfrm>
                <a:off x="10586629" y="1737862"/>
                <a:ext cx="151920" cy="297360"/>
              </p14:xfrm>
            </p:contentPart>
          </mc:Choice>
          <mc:Fallback xmlns="">
            <p:pic>
              <p:nvPicPr>
                <p:cNvPr id="782" name="잉크 781">
                  <a:extLst>
                    <a:ext uri="{FF2B5EF4-FFF2-40B4-BE49-F238E27FC236}">
                      <a16:creationId xmlns:a16="http://schemas.microsoft.com/office/drawing/2014/main" id="{79F6626D-F32E-F4C7-66B8-1E4E629AD4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577629" y="1729222"/>
                  <a:ext cx="169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783" name="잉크 782">
                  <a:extLst>
                    <a:ext uri="{FF2B5EF4-FFF2-40B4-BE49-F238E27FC236}">
                      <a16:creationId xmlns:a16="http://schemas.microsoft.com/office/drawing/2014/main" id="{C3E4BABB-7275-92BC-27F3-234189020A2E}"/>
                    </a:ext>
                  </a:extLst>
                </p14:cNvPr>
                <p14:cNvContentPartPr/>
                <p14:nvPr/>
              </p14:nvContentPartPr>
              <p14:xfrm>
                <a:off x="10623709" y="1512502"/>
                <a:ext cx="211680" cy="97200"/>
              </p14:xfrm>
            </p:contentPart>
          </mc:Choice>
          <mc:Fallback xmlns="">
            <p:pic>
              <p:nvPicPr>
                <p:cNvPr id="783" name="잉크 782">
                  <a:extLst>
                    <a:ext uri="{FF2B5EF4-FFF2-40B4-BE49-F238E27FC236}">
                      <a16:creationId xmlns:a16="http://schemas.microsoft.com/office/drawing/2014/main" id="{C3E4BABB-7275-92BC-27F3-234189020A2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614709" y="1503502"/>
                  <a:ext cx="229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784" name="잉크 783">
                  <a:extLst>
                    <a:ext uri="{FF2B5EF4-FFF2-40B4-BE49-F238E27FC236}">
                      <a16:creationId xmlns:a16="http://schemas.microsoft.com/office/drawing/2014/main" id="{4626135A-E19D-24DF-FEA3-471E8715DCD5}"/>
                    </a:ext>
                  </a:extLst>
                </p14:cNvPr>
                <p14:cNvContentPartPr/>
                <p14:nvPr/>
              </p14:nvContentPartPr>
              <p14:xfrm>
                <a:off x="10641349" y="1174102"/>
                <a:ext cx="240480" cy="877320"/>
              </p14:xfrm>
            </p:contentPart>
          </mc:Choice>
          <mc:Fallback xmlns="">
            <p:pic>
              <p:nvPicPr>
                <p:cNvPr id="784" name="잉크 783">
                  <a:extLst>
                    <a:ext uri="{FF2B5EF4-FFF2-40B4-BE49-F238E27FC236}">
                      <a16:creationId xmlns:a16="http://schemas.microsoft.com/office/drawing/2014/main" id="{4626135A-E19D-24DF-FEA3-471E8715DCD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32709" y="1165102"/>
                  <a:ext cx="25812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785" name="잉크 784">
                  <a:extLst>
                    <a:ext uri="{FF2B5EF4-FFF2-40B4-BE49-F238E27FC236}">
                      <a16:creationId xmlns:a16="http://schemas.microsoft.com/office/drawing/2014/main" id="{41935BE6-6074-59A7-3271-9FDAD506610C}"/>
                    </a:ext>
                  </a:extLst>
                </p14:cNvPr>
                <p14:cNvContentPartPr/>
                <p14:nvPr/>
              </p14:nvContentPartPr>
              <p14:xfrm>
                <a:off x="10709389" y="941902"/>
                <a:ext cx="365760" cy="1102680"/>
              </p14:xfrm>
            </p:contentPart>
          </mc:Choice>
          <mc:Fallback xmlns="">
            <p:pic>
              <p:nvPicPr>
                <p:cNvPr id="785" name="잉크 784">
                  <a:extLst>
                    <a:ext uri="{FF2B5EF4-FFF2-40B4-BE49-F238E27FC236}">
                      <a16:creationId xmlns:a16="http://schemas.microsoft.com/office/drawing/2014/main" id="{41935BE6-6074-59A7-3271-9FDAD506610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700749" y="933262"/>
                  <a:ext cx="383400" cy="11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786" name="잉크 785">
                <a:extLst>
                  <a:ext uri="{FF2B5EF4-FFF2-40B4-BE49-F238E27FC236}">
                    <a16:creationId xmlns:a16="http://schemas.microsoft.com/office/drawing/2014/main" id="{6D1EB835-A430-2EB5-CD4B-E50581BD96E4}"/>
                  </a:ext>
                </a:extLst>
              </p14:cNvPr>
              <p14:cNvContentPartPr/>
              <p14:nvPr/>
            </p14:nvContentPartPr>
            <p14:xfrm>
              <a:off x="12056149" y="1099942"/>
              <a:ext cx="360" cy="360"/>
            </p14:xfrm>
          </p:contentPart>
        </mc:Choice>
        <mc:Fallback xmlns="">
          <p:pic>
            <p:nvPicPr>
              <p:cNvPr id="786" name="잉크 785">
                <a:extLst>
                  <a:ext uri="{FF2B5EF4-FFF2-40B4-BE49-F238E27FC236}">
                    <a16:creationId xmlns:a16="http://schemas.microsoft.com/office/drawing/2014/main" id="{6D1EB835-A430-2EB5-CD4B-E50581BD96E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2047149" y="109094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789" name="잉크 788">
                <a:extLst>
                  <a:ext uri="{FF2B5EF4-FFF2-40B4-BE49-F238E27FC236}">
                    <a16:creationId xmlns:a16="http://schemas.microsoft.com/office/drawing/2014/main" id="{953409F7-F75A-87AB-6224-F10B435461D5}"/>
                  </a:ext>
                </a:extLst>
              </p14:cNvPr>
              <p14:cNvContentPartPr/>
              <p14:nvPr/>
            </p14:nvContentPartPr>
            <p14:xfrm>
              <a:off x="2132389" y="5347582"/>
              <a:ext cx="3960" cy="625680"/>
            </p14:xfrm>
          </p:contentPart>
        </mc:Choice>
        <mc:Fallback xmlns="">
          <p:pic>
            <p:nvPicPr>
              <p:cNvPr id="789" name="잉크 788">
                <a:extLst>
                  <a:ext uri="{FF2B5EF4-FFF2-40B4-BE49-F238E27FC236}">
                    <a16:creationId xmlns:a16="http://schemas.microsoft.com/office/drawing/2014/main" id="{953409F7-F75A-87AB-6224-F10B435461D5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123389" y="5338942"/>
                <a:ext cx="21600" cy="64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2" name="그룹 801">
            <a:extLst>
              <a:ext uri="{FF2B5EF4-FFF2-40B4-BE49-F238E27FC236}">
                <a16:creationId xmlns:a16="http://schemas.microsoft.com/office/drawing/2014/main" id="{357161B3-80B2-6E23-BBE4-796508BE1382}"/>
              </a:ext>
            </a:extLst>
          </p:cNvPr>
          <p:cNvGrpSpPr/>
          <p:nvPr/>
        </p:nvGrpSpPr>
        <p:grpSpPr>
          <a:xfrm>
            <a:off x="1559269" y="5982622"/>
            <a:ext cx="938880" cy="851400"/>
            <a:chOff x="1559269" y="5982622"/>
            <a:chExt cx="938880" cy="8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790" name="잉크 789">
                  <a:extLst>
                    <a:ext uri="{FF2B5EF4-FFF2-40B4-BE49-F238E27FC236}">
                      <a16:creationId xmlns:a16="http://schemas.microsoft.com/office/drawing/2014/main" id="{D414D65B-A5DD-E7B7-DAF2-BC82A3C907EB}"/>
                    </a:ext>
                  </a:extLst>
                </p14:cNvPr>
                <p14:cNvContentPartPr/>
                <p14:nvPr/>
              </p14:nvContentPartPr>
              <p14:xfrm>
                <a:off x="1559269" y="6098542"/>
                <a:ext cx="118440" cy="334440"/>
              </p14:xfrm>
            </p:contentPart>
          </mc:Choice>
          <mc:Fallback xmlns="">
            <p:pic>
              <p:nvPicPr>
                <p:cNvPr id="790" name="잉크 789">
                  <a:extLst>
                    <a:ext uri="{FF2B5EF4-FFF2-40B4-BE49-F238E27FC236}">
                      <a16:creationId xmlns:a16="http://schemas.microsoft.com/office/drawing/2014/main" id="{D414D65B-A5DD-E7B7-DAF2-BC82A3C907E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550629" y="6089902"/>
                  <a:ext cx="136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791" name="잉크 790">
                  <a:extLst>
                    <a:ext uri="{FF2B5EF4-FFF2-40B4-BE49-F238E27FC236}">
                      <a16:creationId xmlns:a16="http://schemas.microsoft.com/office/drawing/2014/main" id="{C6E68052-F3FC-568A-7D77-7566A6A04E05}"/>
                    </a:ext>
                  </a:extLst>
                </p14:cNvPr>
                <p14:cNvContentPartPr/>
                <p14:nvPr/>
              </p14:nvContentPartPr>
              <p14:xfrm>
                <a:off x="1680589" y="6214822"/>
                <a:ext cx="144000" cy="249120"/>
              </p14:xfrm>
            </p:contentPart>
          </mc:Choice>
          <mc:Fallback xmlns="">
            <p:pic>
              <p:nvPicPr>
                <p:cNvPr id="791" name="잉크 790">
                  <a:extLst>
                    <a:ext uri="{FF2B5EF4-FFF2-40B4-BE49-F238E27FC236}">
                      <a16:creationId xmlns:a16="http://schemas.microsoft.com/office/drawing/2014/main" id="{C6E68052-F3FC-568A-7D77-7566A6A04E0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671949" y="6205822"/>
                  <a:ext cx="161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793" name="잉크 792">
                  <a:extLst>
                    <a:ext uri="{FF2B5EF4-FFF2-40B4-BE49-F238E27FC236}">
                      <a16:creationId xmlns:a16="http://schemas.microsoft.com/office/drawing/2014/main" id="{6953088F-8486-3DC0-9B80-45A51CA33269}"/>
                    </a:ext>
                  </a:extLst>
                </p14:cNvPr>
                <p14:cNvContentPartPr/>
                <p14:nvPr/>
              </p14:nvContentPartPr>
              <p14:xfrm>
                <a:off x="1842229" y="6188182"/>
                <a:ext cx="167400" cy="345960"/>
              </p14:xfrm>
            </p:contentPart>
          </mc:Choice>
          <mc:Fallback xmlns="">
            <p:pic>
              <p:nvPicPr>
                <p:cNvPr id="793" name="잉크 792">
                  <a:extLst>
                    <a:ext uri="{FF2B5EF4-FFF2-40B4-BE49-F238E27FC236}">
                      <a16:creationId xmlns:a16="http://schemas.microsoft.com/office/drawing/2014/main" id="{6953088F-8486-3DC0-9B80-45A51CA3326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833589" y="6179542"/>
                  <a:ext cx="185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794" name="잉크 793">
                  <a:extLst>
                    <a:ext uri="{FF2B5EF4-FFF2-40B4-BE49-F238E27FC236}">
                      <a16:creationId xmlns:a16="http://schemas.microsoft.com/office/drawing/2014/main" id="{FD07511C-9C53-BB5A-2C3E-DEA1722CF225}"/>
                    </a:ext>
                  </a:extLst>
                </p14:cNvPr>
                <p14:cNvContentPartPr/>
                <p14:nvPr/>
              </p14:nvContentPartPr>
              <p14:xfrm>
                <a:off x="1989109" y="6192142"/>
                <a:ext cx="147240" cy="249120"/>
              </p14:xfrm>
            </p:contentPart>
          </mc:Choice>
          <mc:Fallback xmlns="">
            <p:pic>
              <p:nvPicPr>
                <p:cNvPr id="794" name="잉크 793">
                  <a:extLst>
                    <a:ext uri="{FF2B5EF4-FFF2-40B4-BE49-F238E27FC236}">
                      <a16:creationId xmlns:a16="http://schemas.microsoft.com/office/drawing/2014/main" id="{FD07511C-9C53-BB5A-2C3E-DEA1722CF22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980109" y="6183502"/>
                  <a:ext cx="164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795" name="잉크 794">
                  <a:extLst>
                    <a:ext uri="{FF2B5EF4-FFF2-40B4-BE49-F238E27FC236}">
                      <a16:creationId xmlns:a16="http://schemas.microsoft.com/office/drawing/2014/main" id="{63360A6A-40E6-59CB-6360-8D641B08BE14}"/>
                    </a:ext>
                  </a:extLst>
                </p14:cNvPr>
                <p14:cNvContentPartPr/>
                <p14:nvPr/>
              </p14:nvContentPartPr>
              <p14:xfrm>
                <a:off x="2060749" y="6175942"/>
                <a:ext cx="97200" cy="55080"/>
              </p14:xfrm>
            </p:contentPart>
          </mc:Choice>
          <mc:Fallback xmlns="">
            <p:pic>
              <p:nvPicPr>
                <p:cNvPr id="795" name="잉크 794">
                  <a:extLst>
                    <a:ext uri="{FF2B5EF4-FFF2-40B4-BE49-F238E27FC236}">
                      <a16:creationId xmlns:a16="http://schemas.microsoft.com/office/drawing/2014/main" id="{63360A6A-40E6-59CB-6360-8D641B08BE1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051749" y="6167302"/>
                  <a:ext cx="114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796" name="잉크 795">
                  <a:extLst>
                    <a:ext uri="{FF2B5EF4-FFF2-40B4-BE49-F238E27FC236}">
                      <a16:creationId xmlns:a16="http://schemas.microsoft.com/office/drawing/2014/main" id="{9EA6C13F-7EB9-FB94-A1AE-AD241351E022}"/>
                    </a:ext>
                  </a:extLst>
                </p14:cNvPr>
                <p14:cNvContentPartPr/>
                <p14:nvPr/>
              </p14:nvContentPartPr>
              <p14:xfrm>
                <a:off x="2060749" y="6153622"/>
                <a:ext cx="236880" cy="42120"/>
              </p14:xfrm>
            </p:contentPart>
          </mc:Choice>
          <mc:Fallback xmlns="">
            <p:pic>
              <p:nvPicPr>
                <p:cNvPr id="796" name="잉크 795">
                  <a:extLst>
                    <a:ext uri="{FF2B5EF4-FFF2-40B4-BE49-F238E27FC236}">
                      <a16:creationId xmlns:a16="http://schemas.microsoft.com/office/drawing/2014/main" id="{9EA6C13F-7EB9-FB94-A1AE-AD241351E02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051749" y="6144622"/>
                  <a:ext cx="254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797" name="잉크 796">
                  <a:extLst>
                    <a:ext uri="{FF2B5EF4-FFF2-40B4-BE49-F238E27FC236}">
                      <a16:creationId xmlns:a16="http://schemas.microsoft.com/office/drawing/2014/main" id="{37006DEB-A1F8-E12C-2F25-49339EEC4FFA}"/>
                    </a:ext>
                  </a:extLst>
                </p14:cNvPr>
                <p14:cNvContentPartPr/>
                <p14:nvPr/>
              </p14:nvContentPartPr>
              <p14:xfrm>
                <a:off x="2171629" y="5982622"/>
                <a:ext cx="136440" cy="519120"/>
              </p14:xfrm>
            </p:contentPart>
          </mc:Choice>
          <mc:Fallback xmlns="">
            <p:pic>
              <p:nvPicPr>
                <p:cNvPr id="797" name="잉크 796">
                  <a:extLst>
                    <a:ext uri="{FF2B5EF4-FFF2-40B4-BE49-F238E27FC236}">
                      <a16:creationId xmlns:a16="http://schemas.microsoft.com/office/drawing/2014/main" id="{37006DEB-A1F8-E12C-2F25-49339EEC4FF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162989" y="5973982"/>
                  <a:ext cx="1540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798" name="잉크 797">
                  <a:extLst>
                    <a:ext uri="{FF2B5EF4-FFF2-40B4-BE49-F238E27FC236}">
                      <a16:creationId xmlns:a16="http://schemas.microsoft.com/office/drawing/2014/main" id="{023F814B-9B25-85F6-16F3-EDB4380E1180}"/>
                    </a:ext>
                  </a:extLst>
                </p14:cNvPr>
                <p14:cNvContentPartPr/>
                <p14:nvPr/>
              </p14:nvContentPartPr>
              <p14:xfrm>
                <a:off x="2232469" y="6265582"/>
                <a:ext cx="87840" cy="146160"/>
              </p14:xfrm>
            </p:contentPart>
          </mc:Choice>
          <mc:Fallback xmlns="">
            <p:pic>
              <p:nvPicPr>
                <p:cNvPr id="798" name="잉크 797">
                  <a:extLst>
                    <a:ext uri="{FF2B5EF4-FFF2-40B4-BE49-F238E27FC236}">
                      <a16:creationId xmlns:a16="http://schemas.microsoft.com/office/drawing/2014/main" id="{023F814B-9B25-85F6-16F3-EDB4380E118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23829" y="6256942"/>
                  <a:ext cx="105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799" name="잉크 798">
                  <a:extLst>
                    <a:ext uri="{FF2B5EF4-FFF2-40B4-BE49-F238E27FC236}">
                      <a16:creationId xmlns:a16="http://schemas.microsoft.com/office/drawing/2014/main" id="{BB288ABE-E0D2-C799-C74D-AE3D2323BC9A}"/>
                    </a:ext>
                  </a:extLst>
                </p14:cNvPr>
                <p14:cNvContentPartPr/>
                <p14:nvPr/>
              </p14:nvContentPartPr>
              <p14:xfrm>
                <a:off x="2286469" y="6327502"/>
                <a:ext cx="360" cy="360"/>
              </p14:xfrm>
            </p:contentPart>
          </mc:Choice>
          <mc:Fallback xmlns="">
            <p:pic>
              <p:nvPicPr>
                <p:cNvPr id="799" name="잉크 798">
                  <a:extLst>
                    <a:ext uri="{FF2B5EF4-FFF2-40B4-BE49-F238E27FC236}">
                      <a16:creationId xmlns:a16="http://schemas.microsoft.com/office/drawing/2014/main" id="{BB288ABE-E0D2-C799-C74D-AE3D2323BC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277469" y="63188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800" name="잉크 799">
                  <a:extLst>
                    <a:ext uri="{FF2B5EF4-FFF2-40B4-BE49-F238E27FC236}">
                      <a16:creationId xmlns:a16="http://schemas.microsoft.com/office/drawing/2014/main" id="{9966BE93-C946-8AE2-0A25-8EC2888B6E36}"/>
                    </a:ext>
                  </a:extLst>
                </p14:cNvPr>
                <p14:cNvContentPartPr/>
                <p14:nvPr/>
              </p14:nvContentPartPr>
              <p14:xfrm>
                <a:off x="2286469" y="6262342"/>
                <a:ext cx="211680" cy="571680"/>
              </p14:xfrm>
            </p:contentPart>
          </mc:Choice>
          <mc:Fallback xmlns="">
            <p:pic>
              <p:nvPicPr>
                <p:cNvPr id="800" name="잉크 799">
                  <a:extLst>
                    <a:ext uri="{FF2B5EF4-FFF2-40B4-BE49-F238E27FC236}">
                      <a16:creationId xmlns:a16="http://schemas.microsoft.com/office/drawing/2014/main" id="{9966BE93-C946-8AE2-0A25-8EC2888B6E3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277469" y="6253702"/>
                  <a:ext cx="229320" cy="58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801" name="잉크 800">
                <a:extLst>
                  <a:ext uri="{FF2B5EF4-FFF2-40B4-BE49-F238E27FC236}">
                    <a16:creationId xmlns:a16="http://schemas.microsoft.com/office/drawing/2014/main" id="{89846F93-20A5-D70A-9D4C-E8314E4511B0}"/>
                  </a:ext>
                </a:extLst>
              </p14:cNvPr>
              <p14:cNvContentPartPr/>
              <p14:nvPr/>
            </p14:nvContentPartPr>
            <p14:xfrm>
              <a:off x="2812789" y="5018902"/>
              <a:ext cx="50400" cy="306720"/>
            </p14:xfrm>
          </p:contentPart>
        </mc:Choice>
        <mc:Fallback xmlns="">
          <p:pic>
            <p:nvPicPr>
              <p:cNvPr id="801" name="잉크 800">
                <a:extLst>
                  <a:ext uri="{FF2B5EF4-FFF2-40B4-BE49-F238E27FC236}">
                    <a16:creationId xmlns:a16="http://schemas.microsoft.com/office/drawing/2014/main" id="{89846F93-20A5-D70A-9D4C-E8314E4511B0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804149" y="5010262"/>
                <a:ext cx="680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804" name="잉크 803">
                <a:extLst>
                  <a:ext uri="{FF2B5EF4-FFF2-40B4-BE49-F238E27FC236}">
                    <a16:creationId xmlns:a16="http://schemas.microsoft.com/office/drawing/2014/main" id="{488FC97F-BFC7-A21E-323A-1F86F4E0D71A}"/>
                  </a:ext>
                </a:extLst>
              </p14:cNvPr>
              <p14:cNvContentPartPr/>
              <p14:nvPr/>
            </p14:nvContentPartPr>
            <p14:xfrm>
              <a:off x="2891629" y="5360542"/>
              <a:ext cx="720" cy="732240"/>
            </p14:xfrm>
          </p:contentPart>
        </mc:Choice>
        <mc:Fallback xmlns="">
          <p:pic>
            <p:nvPicPr>
              <p:cNvPr id="804" name="잉크 803">
                <a:extLst>
                  <a:ext uri="{FF2B5EF4-FFF2-40B4-BE49-F238E27FC236}">
                    <a16:creationId xmlns:a16="http://schemas.microsoft.com/office/drawing/2014/main" id="{488FC97F-BFC7-A21E-323A-1F86F4E0D71A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2873629" y="5351902"/>
                <a:ext cx="36000" cy="74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0" name="그룹 809">
            <a:extLst>
              <a:ext uri="{FF2B5EF4-FFF2-40B4-BE49-F238E27FC236}">
                <a16:creationId xmlns:a16="http://schemas.microsoft.com/office/drawing/2014/main" id="{E7ED0251-5ABA-B22F-BA04-4FAD3FDFEB6A}"/>
              </a:ext>
            </a:extLst>
          </p:cNvPr>
          <p:cNvGrpSpPr/>
          <p:nvPr/>
        </p:nvGrpSpPr>
        <p:grpSpPr>
          <a:xfrm>
            <a:off x="2765269" y="6134182"/>
            <a:ext cx="713880" cy="651960"/>
            <a:chOff x="2765269" y="6134182"/>
            <a:chExt cx="713880" cy="6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805" name="잉크 804">
                  <a:extLst>
                    <a:ext uri="{FF2B5EF4-FFF2-40B4-BE49-F238E27FC236}">
                      <a16:creationId xmlns:a16="http://schemas.microsoft.com/office/drawing/2014/main" id="{0B5EACAD-407E-C079-001F-40FBD9200405}"/>
                    </a:ext>
                  </a:extLst>
                </p14:cNvPr>
                <p14:cNvContentPartPr/>
                <p14:nvPr/>
              </p14:nvContentPartPr>
              <p14:xfrm>
                <a:off x="2765269" y="6384742"/>
                <a:ext cx="176760" cy="253080"/>
              </p14:xfrm>
            </p:contentPart>
          </mc:Choice>
          <mc:Fallback xmlns="">
            <p:pic>
              <p:nvPicPr>
                <p:cNvPr id="805" name="잉크 804">
                  <a:extLst>
                    <a:ext uri="{FF2B5EF4-FFF2-40B4-BE49-F238E27FC236}">
                      <a16:creationId xmlns:a16="http://schemas.microsoft.com/office/drawing/2014/main" id="{0B5EACAD-407E-C079-001F-40FBD920040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756269" y="6376102"/>
                  <a:ext cx="194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806" name="잉크 805">
                  <a:extLst>
                    <a:ext uri="{FF2B5EF4-FFF2-40B4-BE49-F238E27FC236}">
                      <a16:creationId xmlns:a16="http://schemas.microsoft.com/office/drawing/2014/main" id="{E3260118-F5B0-AFF4-4C76-E9B6DB647927}"/>
                    </a:ext>
                  </a:extLst>
                </p14:cNvPr>
                <p14:cNvContentPartPr/>
                <p14:nvPr/>
              </p14:nvContentPartPr>
              <p14:xfrm>
                <a:off x="2913229" y="6134182"/>
                <a:ext cx="57600" cy="548280"/>
              </p14:xfrm>
            </p:contentPart>
          </mc:Choice>
          <mc:Fallback xmlns="">
            <p:pic>
              <p:nvPicPr>
                <p:cNvPr id="806" name="잉크 805">
                  <a:extLst>
                    <a:ext uri="{FF2B5EF4-FFF2-40B4-BE49-F238E27FC236}">
                      <a16:creationId xmlns:a16="http://schemas.microsoft.com/office/drawing/2014/main" id="{E3260118-F5B0-AFF4-4C76-E9B6DB64792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04229" y="6125542"/>
                  <a:ext cx="752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807" name="잉크 806">
                  <a:extLst>
                    <a:ext uri="{FF2B5EF4-FFF2-40B4-BE49-F238E27FC236}">
                      <a16:creationId xmlns:a16="http://schemas.microsoft.com/office/drawing/2014/main" id="{F3427717-6F7F-28C9-86D7-D0E1E8A62D3A}"/>
                    </a:ext>
                  </a:extLst>
                </p14:cNvPr>
                <p14:cNvContentPartPr/>
                <p14:nvPr/>
              </p14:nvContentPartPr>
              <p14:xfrm>
                <a:off x="3002149" y="6398062"/>
                <a:ext cx="183600" cy="284760"/>
              </p14:xfrm>
            </p:contentPart>
          </mc:Choice>
          <mc:Fallback xmlns="">
            <p:pic>
              <p:nvPicPr>
                <p:cNvPr id="807" name="잉크 806">
                  <a:extLst>
                    <a:ext uri="{FF2B5EF4-FFF2-40B4-BE49-F238E27FC236}">
                      <a16:creationId xmlns:a16="http://schemas.microsoft.com/office/drawing/2014/main" id="{F3427717-6F7F-28C9-86D7-D0E1E8A62D3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993149" y="6389062"/>
                  <a:ext cx="201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808" name="잉크 807">
                  <a:extLst>
                    <a:ext uri="{FF2B5EF4-FFF2-40B4-BE49-F238E27FC236}">
                      <a16:creationId xmlns:a16="http://schemas.microsoft.com/office/drawing/2014/main" id="{1558373B-1239-1D1C-6281-4FB735AE8C5A}"/>
                    </a:ext>
                  </a:extLst>
                </p14:cNvPr>
                <p14:cNvContentPartPr/>
                <p14:nvPr/>
              </p14:nvContentPartPr>
              <p14:xfrm>
                <a:off x="3163069" y="6441262"/>
                <a:ext cx="158400" cy="267120"/>
              </p14:xfrm>
            </p:contentPart>
          </mc:Choice>
          <mc:Fallback xmlns="">
            <p:pic>
              <p:nvPicPr>
                <p:cNvPr id="808" name="잉크 807">
                  <a:extLst>
                    <a:ext uri="{FF2B5EF4-FFF2-40B4-BE49-F238E27FC236}">
                      <a16:creationId xmlns:a16="http://schemas.microsoft.com/office/drawing/2014/main" id="{1558373B-1239-1D1C-6281-4FB735AE8C5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154429" y="6432262"/>
                  <a:ext cx="176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809" name="잉크 808">
                  <a:extLst>
                    <a:ext uri="{FF2B5EF4-FFF2-40B4-BE49-F238E27FC236}">
                      <a16:creationId xmlns:a16="http://schemas.microsoft.com/office/drawing/2014/main" id="{E765AC15-B799-A9FE-1260-8096E4194729}"/>
                    </a:ext>
                  </a:extLst>
                </p14:cNvPr>
                <p14:cNvContentPartPr/>
                <p14:nvPr/>
              </p14:nvContentPartPr>
              <p14:xfrm>
                <a:off x="3285469" y="6288982"/>
                <a:ext cx="193680" cy="497160"/>
              </p14:xfrm>
            </p:contentPart>
          </mc:Choice>
          <mc:Fallback xmlns="">
            <p:pic>
              <p:nvPicPr>
                <p:cNvPr id="809" name="잉크 808">
                  <a:extLst>
                    <a:ext uri="{FF2B5EF4-FFF2-40B4-BE49-F238E27FC236}">
                      <a16:creationId xmlns:a16="http://schemas.microsoft.com/office/drawing/2014/main" id="{E765AC15-B799-A9FE-1260-8096E419472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76829" y="6279982"/>
                  <a:ext cx="211320" cy="51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812" name="잉크 811">
                <a:extLst>
                  <a:ext uri="{FF2B5EF4-FFF2-40B4-BE49-F238E27FC236}">
                    <a16:creationId xmlns:a16="http://schemas.microsoft.com/office/drawing/2014/main" id="{D7F9BB9E-7DFE-BD68-9AC6-677F4A7D020F}"/>
                  </a:ext>
                </a:extLst>
              </p14:cNvPr>
              <p14:cNvContentPartPr/>
              <p14:nvPr/>
            </p14:nvContentPartPr>
            <p14:xfrm>
              <a:off x="5742109" y="5234902"/>
              <a:ext cx="627120" cy="39240"/>
            </p14:xfrm>
          </p:contentPart>
        </mc:Choice>
        <mc:Fallback xmlns="">
          <p:pic>
            <p:nvPicPr>
              <p:cNvPr id="812" name="잉크 811">
                <a:extLst>
                  <a:ext uri="{FF2B5EF4-FFF2-40B4-BE49-F238E27FC236}">
                    <a16:creationId xmlns:a16="http://schemas.microsoft.com/office/drawing/2014/main" id="{D7F9BB9E-7DFE-BD68-9AC6-677F4A7D020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733469" y="5225902"/>
                <a:ext cx="6447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6" name="그룹 825">
            <a:extLst>
              <a:ext uri="{FF2B5EF4-FFF2-40B4-BE49-F238E27FC236}">
                <a16:creationId xmlns:a16="http://schemas.microsoft.com/office/drawing/2014/main" id="{3F9E0628-0AE9-9E55-EA08-42429174E528}"/>
              </a:ext>
            </a:extLst>
          </p:cNvPr>
          <p:cNvGrpSpPr/>
          <p:nvPr/>
        </p:nvGrpSpPr>
        <p:grpSpPr>
          <a:xfrm>
            <a:off x="5796109" y="4577542"/>
            <a:ext cx="1926000" cy="915840"/>
            <a:chOff x="5796109" y="4577542"/>
            <a:chExt cx="1926000" cy="9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813" name="잉크 812">
                  <a:extLst>
                    <a:ext uri="{FF2B5EF4-FFF2-40B4-BE49-F238E27FC236}">
                      <a16:creationId xmlns:a16="http://schemas.microsoft.com/office/drawing/2014/main" id="{E7EC29C5-E20F-CF8B-E5DA-08DEA53ED5ED}"/>
                    </a:ext>
                  </a:extLst>
                </p14:cNvPr>
                <p14:cNvContentPartPr/>
                <p14:nvPr/>
              </p14:nvContentPartPr>
              <p14:xfrm>
                <a:off x="5796109" y="4919182"/>
                <a:ext cx="646920" cy="68040"/>
              </p14:xfrm>
            </p:contentPart>
          </mc:Choice>
          <mc:Fallback xmlns="">
            <p:pic>
              <p:nvPicPr>
                <p:cNvPr id="813" name="잉크 812">
                  <a:extLst>
                    <a:ext uri="{FF2B5EF4-FFF2-40B4-BE49-F238E27FC236}">
                      <a16:creationId xmlns:a16="http://schemas.microsoft.com/office/drawing/2014/main" id="{E7EC29C5-E20F-CF8B-E5DA-08DEA53ED5E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87109" y="4910182"/>
                  <a:ext cx="664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814" name="잉크 813">
                  <a:extLst>
                    <a:ext uri="{FF2B5EF4-FFF2-40B4-BE49-F238E27FC236}">
                      <a16:creationId xmlns:a16="http://schemas.microsoft.com/office/drawing/2014/main" id="{D3F4E5FE-A779-481C-D96A-2B6B6BD4E5C4}"/>
                    </a:ext>
                  </a:extLst>
                </p14:cNvPr>
                <p14:cNvContentPartPr/>
                <p14:nvPr/>
              </p14:nvContentPartPr>
              <p14:xfrm>
                <a:off x="6691429" y="4802542"/>
                <a:ext cx="193680" cy="225000"/>
              </p14:xfrm>
            </p:contentPart>
          </mc:Choice>
          <mc:Fallback xmlns="">
            <p:pic>
              <p:nvPicPr>
                <p:cNvPr id="814" name="잉크 813">
                  <a:extLst>
                    <a:ext uri="{FF2B5EF4-FFF2-40B4-BE49-F238E27FC236}">
                      <a16:creationId xmlns:a16="http://schemas.microsoft.com/office/drawing/2014/main" id="{D3F4E5FE-A779-481C-D96A-2B6B6BD4E5C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682429" y="4793542"/>
                  <a:ext cx="211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815" name="잉크 814">
                  <a:extLst>
                    <a:ext uri="{FF2B5EF4-FFF2-40B4-BE49-F238E27FC236}">
                      <a16:creationId xmlns:a16="http://schemas.microsoft.com/office/drawing/2014/main" id="{A8DC85CF-A58D-056D-3533-CE9042F66464}"/>
                    </a:ext>
                  </a:extLst>
                </p14:cNvPr>
                <p14:cNvContentPartPr/>
                <p14:nvPr/>
              </p14:nvContentPartPr>
              <p14:xfrm>
                <a:off x="6848749" y="4806502"/>
                <a:ext cx="360" cy="360"/>
              </p14:xfrm>
            </p:contentPart>
          </mc:Choice>
          <mc:Fallback xmlns="">
            <p:pic>
              <p:nvPicPr>
                <p:cNvPr id="815" name="잉크 814">
                  <a:extLst>
                    <a:ext uri="{FF2B5EF4-FFF2-40B4-BE49-F238E27FC236}">
                      <a16:creationId xmlns:a16="http://schemas.microsoft.com/office/drawing/2014/main" id="{A8DC85CF-A58D-056D-3533-CE9042F6646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840109" y="47975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816" name="잉크 815">
                  <a:extLst>
                    <a:ext uri="{FF2B5EF4-FFF2-40B4-BE49-F238E27FC236}">
                      <a16:creationId xmlns:a16="http://schemas.microsoft.com/office/drawing/2014/main" id="{57CE3EE2-75C5-4823-13EC-310E7121E0A8}"/>
                    </a:ext>
                  </a:extLst>
                </p14:cNvPr>
                <p14:cNvContentPartPr/>
                <p14:nvPr/>
              </p14:nvContentPartPr>
              <p14:xfrm>
                <a:off x="6848749" y="4577542"/>
                <a:ext cx="93600" cy="455040"/>
              </p14:xfrm>
            </p:contentPart>
          </mc:Choice>
          <mc:Fallback xmlns="">
            <p:pic>
              <p:nvPicPr>
                <p:cNvPr id="816" name="잉크 815">
                  <a:extLst>
                    <a:ext uri="{FF2B5EF4-FFF2-40B4-BE49-F238E27FC236}">
                      <a16:creationId xmlns:a16="http://schemas.microsoft.com/office/drawing/2014/main" id="{57CE3EE2-75C5-4823-13EC-310E7121E0A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840109" y="4568542"/>
                  <a:ext cx="1112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817" name="잉크 816">
                  <a:extLst>
                    <a:ext uri="{FF2B5EF4-FFF2-40B4-BE49-F238E27FC236}">
                      <a16:creationId xmlns:a16="http://schemas.microsoft.com/office/drawing/2014/main" id="{C1792EB7-06D3-637E-73DD-78A44B5AAF9F}"/>
                    </a:ext>
                  </a:extLst>
                </p14:cNvPr>
                <p14:cNvContentPartPr/>
                <p14:nvPr/>
              </p14:nvContentPartPr>
              <p14:xfrm>
                <a:off x="7017229" y="4806502"/>
                <a:ext cx="140040" cy="207000"/>
              </p14:xfrm>
            </p:contentPart>
          </mc:Choice>
          <mc:Fallback xmlns="">
            <p:pic>
              <p:nvPicPr>
                <p:cNvPr id="817" name="잉크 816">
                  <a:extLst>
                    <a:ext uri="{FF2B5EF4-FFF2-40B4-BE49-F238E27FC236}">
                      <a16:creationId xmlns:a16="http://schemas.microsoft.com/office/drawing/2014/main" id="{C1792EB7-06D3-637E-73DD-78A44B5AAF9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008229" y="4797502"/>
                  <a:ext cx="157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818" name="잉크 817">
                  <a:extLst>
                    <a:ext uri="{FF2B5EF4-FFF2-40B4-BE49-F238E27FC236}">
                      <a16:creationId xmlns:a16="http://schemas.microsoft.com/office/drawing/2014/main" id="{2FCF14FF-6DA4-5ED6-4736-BC12F0554CBA}"/>
                    </a:ext>
                  </a:extLst>
                </p14:cNvPr>
                <p14:cNvContentPartPr/>
                <p14:nvPr/>
              </p14:nvContentPartPr>
              <p14:xfrm>
                <a:off x="7138189" y="4783822"/>
                <a:ext cx="234000" cy="258120"/>
              </p14:xfrm>
            </p:contentPart>
          </mc:Choice>
          <mc:Fallback xmlns="">
            <p:pic>
              <p:nvPicPr>
                <p:cNvPr id="818" name="잉크 817">
                  <a:extLst>
                    <a:ext uri="{FF2B5EF4-FFF2-40B4-BE49-F238E27FC236}">
                      <a16:creationId xmlns:a16="http://schemas.microsoft.com/office/drawing/2014/main" id="{2FCF14FF-6DA4-5ED6-4736-BC12F0554CB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129549" y="4775182"/>
                  <a:ext cx="251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819" name="잉크 818">
                  <a:extLst>
                    <a:ext uri="{FF2B5EF4-FFF2-40B4-BE49-F238E27FC236}">
                      <a16:creationId xmlns:a16="http://schemas.microsoft.com/office/drawing/2014/main" id="{97E46F15-873B-9B4C-27C1-829AAF372D68}"/>
                    </a:ext>
                  </a:extLst>
                </p14:cNvPr>
                <p14:cNvContentPartPr/>
                <p14:nvPr/>
              </p14:nvContentPartPr>
              <p14:xfrm>
                <a:off x="7371829" y="4699942"/>
                <a:ext cx="218880" cy="316080"/>
              </p14:xfrm>
            </p:contentPart>
          </mc:Choice>
          <mc:Fallback xmlns="">
            <p:pic>
              <p:nvPicPr>
                <p:cNvPr id="819" name="잉크 818">
                  <a:extLst>
                    <a:ext uri="{FF2B5EF4-FFF2-40B4-BE49-F238E27FC236}">
                      <a16:creationId xmlns:a16="http://schemas.microsoft.com/office/drawing/2014/main" id="{97E46F15-873B-9B4C-27C1-829AAF372D6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362829" y="4691302"/>
                  <a:ext cx="236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821" name="잉크 820">
                  <a:extLst>
                    <a:ext uri="{FF2B5EF4-FFF2-40B4-BE49-F238E27FC236}">
                      <a16:creationId xmlns:a16="http://schemas.microsoft.com/office/drawing/2014/main" id="{EC0BA906-6CD8-510F-855A-8340C1D292DF}"/>
                    </a:ext>
                  </a:extLst>
                </p14:cNvPr>
                <p14:cNvContentPartPr/>
                <p14:nvPr/>
              </p14:nvContentPartPr>
              <p14:xfrm>
                <a:off x="6769189" y="5250382"/>
                <a:ext cx="241200" cy="242640"/>
              </p14:xfrm>
            </p:contentPart>
          </mc:Choice>
          <mc:Fallback xmlns="">
            <p:pic>
              <p:nvPicPr>
                <p:cNvPr id="821" name="잉크 820">
                  <a:extLst>
                    <a:ext uri="{FF2B5EF4-FFF2-40B4-BE49-F238E27FC236}">
                      <a16:creationId xmlns:a16="http://schemas.microsoft.com/office/drawing/2014/main" id="{EC0BA906-6CD8-510F-855A-8340C1D292D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760549" y="5241742"/>
                  <a:ext cx="258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822" name="잉크 821">
                  <a:extLst>
                    <a:ext uri="{FF2B5EF4-FFF2-40B4-BE49-F238E27FC236}">
                      <a16:creationId xmlns:a16="http://schemas.microsoft.com/office/drawing/2014/main" id="{B9D7BC5E-34F4-9423-8181-6E88735A99BB}"/>
                    </a:ext>
                  </a:extLst>
                </p14:cNvPr>
                <p14:cNvContentPartPr/>
                <p14:nvPr/>
              </p14:nvContentPartPr>
              <p14:xfrm>
                <a:off x="7077349" y="5312302"/>
                <a:ext cx="79920" cy="169560"/>
              </p14:xfrm>
            </p:contentPart>
          </mc:Choice>
          <mc:Fallback xmlns="">
            <p:pic>
              <p:nvPicPr>
                <p:cNvPr id="822" name="잉크 821">
                  <a:extLst>
                    <a:ext uri="{FF2B5EF4-FFF2-40B4-BE49-F238E27FC236}">
                      <a16:creationId xmlns:a16="http://schemas.microsoft.com/office/drawing/2014/main" id="{B9D7BC5E-34F4-9423-8181-6E88735A99B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068709" y="5303662"/>
                  <a:ext cx="97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823" name="잉크 822">
                  <a:extLst>
                    <a:ext uri="{FF2B5EF4-FFF2-40B4-BE49-F238E27FC236}">
                      <a16:creationId xmlns:a16="http://schemas.microsoft.com/office/drawing/2014/main" id="{E640C1D5-C071-2800-8884-6294156E98AE}"/>
                    </a:ext>
                  </a:extLst>
                </p14:cNvPr>
                <p14:cNvContentPartPr/>
                <p14:nvPr/>
              </p14:nvContentPartPr>
              <p14:xfrm>
                <a:off x="7295869" y="5335342"/>
                <a:ext cx="104760" cy="120240"/>
              </p14:xfrm>
            </p:contentPart>
          </mc:Choice>
          <mc:Fallback xmlns="">
            <p:pic>
              <p:nvPicPr>
                <p:cNvPr id="823" name="잉크 822">
                  <a:extLst>
                    <a:ext uri="{FF2B5EF4-FFF2-40B4-BE49-F238E27FC236}">
                      <a16:creationId xmlns:a16="http://schemas.microsoft.com/office/drawing/2014/main" id="{E640C1D5-C071-2800-8884-6294156E98A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287229" y="5326702"/>
                  <a:ext cx="122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824" name="잉크 823">
                  <a:extLst>
                    <a:ext uri="{FF2B5EF4-FFF2-40B4-BE49-F238E27FC236}">
                      <a16:creationId xmlns:a16="http://schemas.microsoft.com/office/drawing/2014/main" id="{43CFBFD5-4883-2EF8-478D-4674CBB156A4}"/>
                    </a:ext>
                  </a:extLst>
                </p14:cNvPr>
                <p14:cNvContentPartPr/>
                <p14:nvPr/>
              </p14:nvContentPartPr>
              <p14:xfrm>
                <a:off x="7310629" y="4893262"/>
                <a:ext cx="61560" cy="525600"/>
              </p14:xfrm>
            </p:contentPart>
          </mc:Choice>
          <mc:Fallback xmlns="">
            <p:pic>
              <p:nvPicPr>
                <p:cNvPr id="824" name="잉크 823">
                  <a:extLst>
                    <a:ext uri="{FF2B5EF4-FFF2-40B4-BE49-F238E27FC236}">
                      <a16:creationId xmlns:a16="http://schemas.microsoft.com/office/drawing/2014/main" id="{43CFBFD5-4883-2EF8-478D-4674CBB156A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301989" y="4884622"/>
                  <a:ext cx="792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825" name="잉크 824">
                  <a:extLst>
                    <a:ext uri="{FF2B5EF4-FFF2-40B4-BE49-F238E27FC236}">
                      <a16:creationId xmlns:a16="http://schemas.microsoft.com/office/drawing/2014/main" id="{D32DBD54-75F0-5577-6CF2-7C065BB45F7F}"/>
                    </a:ext>
                  </a:extLst>
                </p14:cNvPr>
                <p14:cNvContentPartPr/>
                <p14:nvPr/>
              </p14:nvContentPartPr>
              <p14:xfrm>
                <a:off x="7457869" y="5211502"/>
                <a:ext cx="264240" cy="281880"/>
              </p14:xfrm>
            </p:contentPart>
          </mc:Choice>
          <mc:Fallback xmlns="">
            <p:pic>
              <p:nvPicPr>
                <p:cNvPr id="825" name="잉크 824">
                  <a:extLst>
                    <a:ext uri="{FF2B5EF4-FFF2-40B4-BE49-F238E27FC236}">
                      <a16:creationId xmlns:a16="http://schemas.microsoft.com/office/drawing/2014/main" id="{D32DBD54-75F0-5577-6CF2-7C065BB45F7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448869" y="5202502"/>
                  <a:ext cx="28188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1" name="그룹 830">
            <a:extLst>
              <a:ext uri="{FF2B5EF4-FFF2-40B4-BE49-F238E27FC236}">
                <a16:creationId xmlns:a16="http://schemas.microsoft.com/office/drawing/2014/main" id="{78121AA9-501E-D11C-516D-C18415FC4A4C}"/>
              </a:ext>
            </a:extLst>
          </p:cNvPr>
          <p:cNvGrpSpPr/>
          <p:nvPr/>
        </p:nvGrpSpPr>
        <p:grpSpPr>
          <a:xfrm>
            <a:off x="416989" y="4026382"/>
            <a:ext cx="584280" cy="707400"/>
            <a:chOff x="416989" y="4026382"/>
            <a:chExt cx="584280" cy="70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827" name="잉크 826">
                  <a:extLst>
                    <a:ext uri="{FF2B5EF4-FFF2-40B4-BE49-F238E27FC236}">
                      <a16:creationId xmlns:a16="http://schemas.microsoft.com/office/drawing/2014/main" id="{C90F9425-9597-6BA8-0949-A69B2FBEE36D}"/>
                    </a:ext>
                  </a:extLst>
                </p14:cNvPr>
                <p14:cNvContentPartPr/>
                <p14:nvPr/>
              </p14:nvContentPartPr>
              <p14:xfrm>
                <a:off x="416989" y="4425982"/>
                <a:ext cx="200880" cy="307800"/>
              </p14:xfrm>
            </p:contentPart>
          </mc:Choice>
          <mc:Fallback xmlns="">
            <p:pic>
              <p:nvPicPr>
                <p:cNvPr id="827" name="잉크 826">
                  <a:extLst>
                    <a:ext uri="{FF2B5EF4-FFF2-40B4-BE49-F238E27FC236}">
                      <a16:creationId xmlns:a16="http://schemas.microsoft.com/office/drawing/2014/main" id="{C90F9425-9597-6BA8-0949-A69B2FBEE36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07989" y="4416982"/>
                  <a:ext cx="2185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828" name="잉크 827">
                  <a:extLst>
                    <a:ext uri="{FF2B5EF4-FFF2-40B4-BE49-F238E27FC236}">
                      <a16:creationId xmlns:a16="http://schemas.microsoft.com/office/drawing/2014/main" id="{EF5FC079-BD72-C0F5-724B-F8EB3971CB6D}"/>
                    </a:ext>
                  </a:extLst>
                </p14:cNvPr>
                <p14:cNvContentPartPr/>
                <p14:nvPr/>
              </p14:nvContentPartPr>
              <p14:xfrm>
                <a:off x="588709" y="4026382"/>
                <a:ext cx="57600" cy="642600"/>
              </p14:xfrm>
            </p:contentPart>
          </mc:Choice>
          <mc:Fallback xmlns="">
            <p:pic>
              <p:nvPicPr>
                <p:cNvPr id="828" name="잉크 827">
                  <a:extLst>
                    <a:ext uri="{FF2B5EF4-FFF2-40B4-BE49-F238E27FC236}">
                      <a16:creationId xmlns:a16="http://schemas.microsoft.com/office/drawing/2014/main" id="{EF5FC079-BD72-C0F5-724B-F8EB3971CB6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80069" y="4017382"/>
                  <a:ext cx="7524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829" name="잉크 828">
                  <a:extLst>
                    <a:ext uri="{FF2B5EF4-FFF2-40B4-BE49-F238E27FC236}">
                      <a16:creationId xmlns:a16="http://schemas.microsoft.com/office/drawing/2014/main" id="{B4770D3B-C28B-E4FD-A1DE-329E97A20152}"/>
                    </a:ext>
                  </a:extLst>
                </p14:cNvPr>
                <p14:cNvContentPartPr/>
                <p14:nvPr/>
              </p14:nvContentPartPr>
              <p14:xfrm>
                <a:off x="735589" y="4110262"/>
                <a:ext cx="218880" cy="493920"/>
              </p14:xfrm>
            </p:contentPart>
          </mc:Choice>
          <mc:Fallback xmlns="">
            <p:pic>
              <p:nvPicPr>
                <p:cNvPr id="829" name="잉크 828">
                  <a:extLst>
                    <a:ext uri="{FF2B5EF4-FFF2-40B4-BE49-F238E27FC236}">
                      <a16:creationId xmlns:a16="http://schemas.microsoft.com/office/drawing/2014/main" id="{B4770D3B-C28B-E4FD-A1DE-329E97A2015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26949" y="4101262"/>
                  <a:ext cx="2365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830" name="잉크 829">
                  <a:extLst>
                    <a:ext uri="{FF2B5EF4-FFF2-40B4-BE49-F238E27FC236}">
                      <a16:creationId xmlns:a16="http://schemas.microsoft.com/office/drawing/2014/main" id="{098B0683-AF3F-F9AE-54C0-AC07B02DA3C8}"/>
                    </a:ext>
                  </a:extLst>
                </p14:cNvPr>
                <p14:cNvContentPartPr/>
                <p14:nvPr/>
              </p14:nvContentPartPr>
              <p14:xfrm>
                <a:off x="904069" y="4464862"/>
                <a:ext cx="97200" cy="229320"/>
              </p14:xfrm>
            </p:contentPart>
          </mc:Choice>
          <mc:Fallback xmlns="">
            <p:pic>
              <p:nvPicPr>
                <p:cNvPr id="830" name="잉크 829">
                  <a:extLst>
                    <a:ext uri="{FF2B5EF4-FFF2-40B4-BE49-F238E27FC236}">
                      <a16:creationId xmlns:a16="http://schemas.microsoft.com/office/drawing/2014/main" id="{098B0683-AF3F-F9AE-54C0-AC07B02DA3C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95069" y="4455862"/>
                  <a:ext cx="11484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그룹 391">
            <a:extLst>
              <a:ext uri="{FF2B5EF4-FFF2-40B4-BE49-F238E27FC236}">
                <a16:creationId xmlns:a16="http://schemas.microsoft.com/office/drawing/2014/main" id="{F04A1F67-DADD-A646-3409-899FEABC922F}"/>
              </a:ext>
            </a:extLst>
          </p:cNvPr>
          <p:cNvGrpSpPr/>
          <p:nvPr/>
        </p:nvGrpSpPr>
        <p:grpSpPr>
          <a:xfrm>
            <a:off x="180469" y="4954462"/>
            <a:ext cx="1172160" cy="603000"/>
            <a:chOff x="180469" y="4954462"/>
            <a:chExt cx="1172160" cy="6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6B532692-855E-8227-F017-DCBB9306DFD9}"/>
                    </a:ext>
                  </a:extLst>
                </p14:cNvPr>
                <p14:cNvContentPartPr/>
                <p14:nvPr/>
              </p14:nvContentPartPr>
              <p14:xfrm>
                <a:off x="674749" y="5017822"/>
                <a:ext cx="677880" cy="98280"/>
              </p14:xfrm>
            </p:contentPart>
          </mc:Choice>
          <mc:Fallback xmlns=""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6B532692-855E-8227-F017-DCBB9306DFD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66109" y="5008822"/>
                  <a:ext cx="695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85" name="잉크 384">
                  <a:extLst>
                    <a:ext uri="{FF2B5EF4-FFF2-40B4-BE49-F238E27FC236}">
                      <a16:creationId xmlns:a16="http://schemas.microsoft.com/office/drawing/2014/main" id="{4441DB39-B81D-2487-5758-541FE229F2D3}"/>
                    </a:ext>
                  </a:extLst>
                </p14:cNvPr>
                <p14:cNvContentPartPr/>
                <p14:nvPr/>
              </p14:nvContentPartPr>
              <p14:xfrm>
                <a:off x="180469" y="4954462"/>
                <a:ext cx="233280" cy="551520"/>
              </p14:xfrm>
            </p:contentPart>
          </mc:Choice>
          <mc:Fallback xmlns="">
            <p:pic>
              <p:nvPicPr>
                <p:cNvPr id="385" name="잉크 384">
                  <a:extLst>
                    <a:ext uri="{FF2B5EF4-FFF2-40B4-BE49-F238E27FC236}">
                      <a16:creationId xmlns:a16="http://schemas.microsoft.com/office/drawing/2014/main" id="{4441DB39-B81D-2487-5758-541FE229F2D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71829" y="4945822"/>
                  <a:ext cx="2509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86" name="잉크 385">
                  <a:extLst>
                    <a:ext uri="{FF2B5EF4-FFF2-40B4-BE49-F238E27FC236}">
                      <a16:creationId xmlns:a16="http://schemas.microsoft.com/office/drawing/2014/main" id="{A66BD082-931A-D9E2-5437-C753CEEB3CE7}"/>
                    </a:ext>
                  </a:extLst>
                </p14:cNvPr>
                <p14:cNvContentPartPr/>
                <p14:nvPr/>
              </p14:nvContentPartPr>
              <p14:xfrm>
                <a:off x="416269" y="5182702"/>
                <a:ext cx="216000" cy="362520"/>
              </p14:xfrm>
            </p:contentPart>
          </mc:Choice>
          <mc:Fallback xmlns="">
            <p:pic>
              <p:nvPicPr>
                <p:cNvPr id="386" name="잉크 385">
                  <a:extLst>
                    <a:ext uri="{FF2B5EF4-FFF2-40B4-BE49-F238E27FC236}">
                      <a16:creationId xmlns:a16="http://schemas.microsoft.com/office/drawing/2014/main" id="{A66BD082-931A-D9E2-5437-C753CEEB3CE7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07269" y="5174062"/>
                  <a:ext cx="2336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21E71211-9766-8380-3EED-D07DCA349256}"/>
                    </a:ext>
                  </a:extLst>
                </p14:cNvPr>
                <p14:cNvContentPartPr/>
                <p14:nvPr/>
              </p14:nvContentPartPr>
              <p14:xfrm>
                <a:off x="477829" y="5347942"/>
                <a:ext cx="360" cy="360"/>
              </p14:xfrm>
            </p:contentPart>
          </mc:Choice>
          <mc:Fallback xmlns=""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21E71211-9766-8380-3EED-D07DCA3492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8829" y="53389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1BCCC67C-5043-9608-B603-5D4AE89C2013}"/>
                    </a:ext>
                  </a:extLst>
                </p14:cNvPr>
                <p14:cNvContentPartPr/>
                <p14:nvPr/>
              </p14:nvContentPartPr>
              <p14:xfrm>
                <a:off x="477829" y="5221942"/>
                <a:ext cx="255240" cy="284400"/>
              </p14:xfrm>
            </p:contentPart>
          </mc:Choice>
          <mc:Fallback xmlns=""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1BCCC67C-5043-9608-B603-5D4AE89C201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68829" y="5212942"/>
                  <a:ext cx="272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5DE57B8A-195F-8B27-3AD7-97176F072D57}"/>
                    </a:ext>
                  </a:extLst>
                </p14:cNvPr>
                <p14:cNvContentPartPr/>
                <p14:nvPr/>
              </p14:nvContentPartPr>
              <p14:xfrm>
                <a:off x="628309" y="5234902"/>
                <a:ext cx="61200" cy="16560"/>
              </p14:xfrm>
            </p:contentPart>
          </mc:Choice>
          <mc:Fallback xmlns=""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5DE57B8A-195F-8B27-3AD7-97176F072D5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19309" y="5226262"/>
                  <a:ext cx="78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AE142368-57B6-16BD-EB3A-A69281821766}"/>
                    </a:ext>
                  </a:extLst>
                </p14:cNvPr>
                <p14:cNvContentPartPr/>
                <p14:nvPr/>
              </p14:nvContentPartPr>
              <p14:xfrm>
                <a:off x="628309" y="5141662"/>
                <a:ext cx="186480" cy="109800"/>
              </p14:xfrm>
            </p:contentPart>
          </mc:Choice>
          <mc:Fallback xmlns=""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AE142368-57B6-16BD-EB3A-A6928182176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19309" y="5132662"/>
                  <a:ext cx="204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91" name="잉크 390">
                  <a:extLst>
                    <a:ext uri="{FF2B5EF4-FFF2-40B4-BE49-F238E27FC236}">
                      <a16:creationId xmlns:a16="http://schemas.microsoft.com/office/drawing/2014/main" id="{A9C554E2-BA52-3D64-CC63-5791D86DBA85}"/>
                    </a:ext>
                  </a:extLst>
                </p14:cNvPr>
                <p14:cNvContentPartPr/>
                <p14:nvPr/>
              </p14:nvContentPartPr>
              <p14:xfrm>
                <a:off x="806869" y="4970662"/>
                <a:ext cx="284040" cy="586800"/>
              </p14:xfrm>
            </p:contentPart>
          </mc:Choice>
          <mc:Fallback xmlns="">
            <p:pic>
              <p:nvPicPr>
                <p:cNvPr id="391" name="잉크 390">
                  <a:extLst>
                    <a:ext uri="{FF2B5EF4-FFF2-40B4-BE49-F238E27FC236}">
                      <a16:creationId xmlns:a16="http://schemas.microsoft.com/office/drawing/2014/main" id="{A9C554E2-BA52-3D64-CC63-5791D86DBA8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97869" y="4962022"/>
                  <a:ext cx="301680" cy="6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그룹 394">
            <a:extLst>
              <a:ext uri="{FF2B5EF4-FFF2-40B4-BE49-F238E27FC236}">
                <a16:creationId xmlns:a16="http://schemas.microsoft.com/office/drawing/2014/main" id="{3FF5860F-585D-F481-1039-7827C3E04988}"/>
              </a:ext>
            </a:extLst>
          </p:cNvPr>
          <p:cNvGrpSpPr/>
          <p:nvPr/>
        </p:nvGrpSpPr>
        <p:grpSpPr>
          <a:xfrm>
            <a:off x="291709" y="7893862"/>
            <a:ext cx="803160" cy="432360"/>
            <a:chOff x="291709" y="7893862"/>
            <a:chExt cx="80316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37CA83FC-DF62-0D99-D1FF-5D132316BE93}"/>
                    </a:ext>
                  </a:extLst>
                </p14:cNvPr>
                <p14:cNvContentPartPr/>
                <p14:nvPr/>
              </p14:nvContentPartPr>
              <p14:xfrm>
                <a:off x="291709" y="8107702"/>
                <a:ext cx="759600" cy="21960"/>
              </p14:xfrm>
            </p:contentPart>
          </mc:Choice>
          <mc:Fallback xmlns=""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37CA83FC-DF62-0D99-D1FF-5D132316BE9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82709" y="8099062"/>
                  <a:ext cx="777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F2A989D4-C233-3429-BA41-1F8B699B8D99}"/>
                    </a:ext>
                  </a:extLst>
                </p14:cNvPr>
                <p14:cNvContentPartPr/>
                <p14:nvPr/>
              </p14:nvContentPartPr>
              <p14:xfrm>
                <a:off x="832429" y="7893862"/>
                <a:ext cx="262440" cy="432360"/>
              </p14:xfrm>
            </p:contentPart>
          </mc:Choice>
          <mc:Fallback xmlns=""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F2A989D4-C233-3429-BA41-1F8B699B8D9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23429" y="7885222"/>
                  <a:ext cx="28008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4AA0ED58-90E0-97BE-7BB7-71E0DFB89A59}"/>
              </a:ext>
            </a:extLst>
          </p:cNvPr>
          <p:cNvGrpSpPr/>
          <p:nvPr/>
        </p:nvGrpSpPr>
        <p:grpSpPr>
          <a:xfrm>
            <a:off x="1661869" y="7655542"/>
            <a:ext cx="1377360" cy="894960"/>
            <a:chOff x="1661869" y="7655542"/>
            <a:chExt cx="1377360" cy="89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A434C666-5B18-53D9-04BE-075298402559}"/>
                    </a:ext>
                  </a:extLst>
                </p14:cNvPr>
                <p14:cNvContentPartPr/>
                <p14:nvPr/>
              </p14:nvContentPartPr>
              <p14:xfrm>
                <a:off x="1661869" y="7777942"/>
                <a:ext cx="144720" cy="558000"/>
              </p14:xfrm>
            </p:contentPart>
          </mc:Choice>
          <mc:Fallback xmlns=""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A434C666-5B18-53D9-04BE-07529840255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53229" y="7769302"/>
                  <a:ext cx="1623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69FA7704-7527-2FB9-A0FF-0AB953F13547}"/>
                    </a:ext>
                  </a:extLst>
                </p14:cNvPr>
                <p14:cNvContentPartPr/>
                <p14:nvPr/>
              </p14:nvContentPartPr>
              <p14:xfrm>
                <a:off x="1829989" y="7923022"/>
                <a:ext cx="172440" cy="368640"/>
              </p14:xfrm>
            </p:contentPart>
          </mc:Choice>
          <mc:Fallback xmlns=""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69FA7704-7527-2FB9-A0FF-0AB953F1354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821349" y="7914022"/>
                  <a:ext cx="1900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5B0979DC-E0B7-5C65-59D8-24BCA704263D}"/>
                    </a:ext>
                  </a:extLst>
                </p14:cNvPr>
                <p14:cNvContentPartPr/>
                <p14:nvPr/>
              </p14:nvContentPartPr>
              <p14:xfrm>
                <a:off x="1845829" y="7923022"/>
                <a:ext cx="360" cy="360"/>
              </p14:xfrm>
            </p:contentPart>
          </mc:Choice>
          <mc:Fallback xmlns=""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5B0979DC-E0B7-5C65-59D8-24BCA704263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37189" y="79140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2190C96E-343D-D85E-7E15-0EFF8D58A324}"/>
                    </a:ext>
                  </a:extLst>
                </p14:cNvPr>
                <p14:cNvContentPartPr/>
                <p14:nvPr/>
              </p14:nvContentPartPr>
              <p14:xfrm>
                <a:off x="1845829" y="7923022"/>
                <a:ext cx="394200" cy="390240"/>
              </p14:xfrm>
            </p:contentPart>
          </mc:Choice>
          <mc:Fallback xmlns=""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2190C96E-343D-D85E-7E15-0EFF8D58A32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837189" y="7914022"/>
                  <a:ext cx="411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6EDDA628-272E-448F-25D9-5CE846C12FF9}"/>
                    </a:ext>
                  </a:extLst>
                </p14:cNvPr>
                <p14:cNvContentPartPr/>
                <p14:nvPr/>
              </p14:nvContentPartPr>
              <p14:xfrm>
                <a:off x="2307709" y="7861462"/>
                <a:ext cx="162360" cy="355680"/>
              </p14:xfrm>
            </p:contentPart>
          </mc:Choice>
          <mc:Fallback xmlns=""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6EDDA628-272E-448F-25D9-5CE846C12FF9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299069" y="7852462"/>
                  <a:ext cx="180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DE5EF333-9897-74B3-109D-65D2EE71476B}"/>
                    </a:ext>
                  </a:extLst>
                </p14:cNvPr>
                <p14:cNvContentPartPr/>
                <p14:nvPr/>
              </p14:nvContentPartPr>
              <p14:xfrm>
                <a:off x="2375749" y="7822942"/>
                <a:ext cx="90000" cy="77760"/>
              </p14:xfrm>
            </p:contentPart>
          </mc:Choice>
          <mc:Fallback xmlns=""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DE5EF333-9897-74B3-109D-65D2EE71476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367109" y="7814302"/>
                  <a:ext cx="107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59C08E2B-0CB3-68D8-7329-13875EC6F45B}"/>
                    </a:ext>
                  </a:extLst>
                </p14:cNvPr>
                <p14:cNvContentPartPr/>
                <p14:nvPr/>
              </p14:nvContentPartPr>
              <p14:xfrm>
                <a:off x="2375749" y="7852102"/>
                <a:ext cx="360" cy="360"/>
              </p14:xfrm>
            </p:contentPart>
          </mc:Choice>
          <mc:Fallback xmlns=""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59C08E2B-0CB3-68D8-7329-13875EC6F45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67109" y="78431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CD7A1515-D3AA-A1BC-477E-D54AD576C43C}"/>
                    </a:ext>
                  </a:extLst>
                </p14:cNvPr>
                <p14:cNvContentPartPr/>
                <p14:nvPr/>
              </p14:nvContentPartPr>
              <p14:xfrm>
                <a:off x="2375749" y="7852102"/>
                <a:ext cx="261720" cy="106560"/>
              </p14:xfrm>
            </p:contentPart>
          </mc:Choice>
          <mc:Fallback xmlns=""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CD7A1515-D3AA-A1BC-477E-D54AD576C43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367109" y="7843102"/>
                  <a:ext cx="279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80C90225-FFF3-4A75-6F2D-9036ABD92ACE}"/>
                    </a:ext>
                  </a:extLst>
                </p14:cNvPr>
                <p14:cNvContentPartPr/>
                <p14:nvPr/>
              </p14:nvContentPartPr>
              <p14:xfrm>
                <a:off x="2467909" y="7655542"/>
                <a:ext cx="141120" cy="500040"/>
              </p14:xfrm>
            </p:contentPart>
          </mc:Choice>
          <mc:Fallback xmlns=""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80C90225-FFF3-4A75-6F2D-9036ABD92AC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458909" y="7646542"/>
                  <a:ext cx="1587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1E03BB94-135A-6B91-0902-562FF195B163}"/>
                    </a:ext>
                  </a:extLst>
                </p14:cNvPr>
                <p14:cNvContentPartPr/>
                <p14:nvPr/>
              </p14:nvContentPartPr>
              <p14:xfrm>
                <a:off x="2629909" y="7899622"/>
                <a:ext cx="105120" cy="191880"/>
              </p14:xfrm>
            </p:contentPart>
          </mc:Choice>
          <mc:Fallback xmlns=""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1E03BB94-135A-6B91-0902-562FF195B16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621269" y="7890982"/>
                  <a:ext cx="122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29FE9942-E370-590E-3456-52EA540B351F}"/>
                    </a:ext>
                  </a:extLst>
                </p14:cNvPr>
                <p14:cNvContentPartPr/>
                <p14:nvPr/>
              </p14:nvContentPartPr>
              <p14:xfrm>
                <a:off x="2741149" y="7893862"/>
                <a:ext cx="298080" cy="656640"/>
              </p14:xfrm>
            </p:contentPart>
          </mc:Choice>
          <mc:Fallback xmlns=""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29FE9942-E370-590E-3456-52EA540B351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732509" y="7885222"/>
                  <a:ext cx="315720" cy="67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12914A08-4FBD-00A8-EC18-F276914EB0A8}"/>
              </a:ext>
            </a:extLst>
          </p:cNvPr>
          <p:cNvGrpSpPr/>
          <p:nvPr/>
        </p:nvGrpSpPr>
        <p:grpSpPr>
          <a:xfrm>
            <a:off x="357589" y="8761822"/>
            <a:ext cx="861840" cy="518400"/>
            <a:chOff x="357589" y="8761822"/>
            <a:chExt cx="86184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E4BA2AF2-073C-66E5-456C-4B6A99347CBA}"/>
                    </a:ext>
                  </a:extLst>
                </p14:cNvPr>
                <p14:cNvContentPartPr/>
                <p14:nvPr/>
              </p14:nvContentPartPr>
              <p14:xfrm>
                <a:off x="357589" y="9012022"/>
                <a:ext cx="861840" cy="87840"/>
              </p14:xfrm>
            </p:contentPart>
          </mc:Choice>
          <mc:Fallback xmlns=""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E4BA2AF2-073C-66E5-456C-4B6A99347CB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48949" y="9003382"/>
                  <a:ext cx="879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7F7F1245-BE2C-2195-C4B0-C7CC0C8AE299}"/>
                    </a:ext>
                  </a:extLst>
                </p14:cNvPr>
                <p14:cNvContentPartPr/>
                <p14:nvPr/>
              </p14:nvContentPartPr>
              <p14:xfrm>
                <a:off x="975349" y="8761822"/>
                <a:ext cx="187920" cy="518400"/>
              </p14:xfrm>
            </p:contentPart>
          </mc:Choice>
          <mc:Fallback xmlns=""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7F7F1245-BE2C-2195-C4B0-C7CC0C8AE29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66709" y="8752822"/>
                  <a:ext cx="205560" cy="53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그룹 427">
            <a:extLst>
              <a:ext uri="{FF2B5EF4-FFF2-40B4-BE49-F238E27FC236}">
                <a16:creationId xmlns:a16="http://schemas.microsoft.com/office/drawing/2014/main" id="{A0FBE7D6-CF81-1E50-419C-F5C22E32FD69}"/>
              </a:ext>
            </a:extLst>
          </p:cNvPr>
          <p:cNvGrpSpPr/>
          <p:nvPr/>
        </p:nvGrpSpPr>
        <p:grpSpPr>
          <a:xfrm>
            <a:off x="1823509" y="8802862"/>
            <a:ext cx="932400" cy="699840"/>
            <a:chOff x="1823509" y="8802862"/>
            <a:chExt cx="93240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0EDB41EB-1EA1-53C2-33F4-24F4A8659748}"/>
                    </a:ext>
                  </a:extLst>
                </p14:cNvPr>
                <p14:cNvContentPartPr/>
                <p14:nvPr/>
              </p14:nvContentPartPr>
              <p14:xfrm>
                <a:off x="1823509" y="9134422"/>
                <a:ext cx="216360" cy="330120"/>
              </p14:xfrm>
            </p:contentPart>
          </mc:Choice>
          <mc:Fallback xmlns=""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0EDB41EB-1EA1-53C2-33F4-24F4A865974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814509" y="9125782"/>
                  <a:ext cx="234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E46AB167-DC76-EE5D-B29F-BBE00815F82D}"/>
                    </a:ext>
                  </a:extLst>
                </p14:cNvPr>
                <p14:cNvContentPartPr/>
                <p14:nvPr/>
              </p14:nvContentPartPr>
              <p14:xfrm>
                <a:off x="2013589" y="8802862"/>
                <a:ext cx="61920" cy="680760"/>
              </p14:xfrm>
            </p:contentPart>
          </mc:Choice>
          <mc:Fallback xmlns=""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E46AB167-DC76-EE5D-B29F-BBE00815F82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004949" y="8793862"/>
                  <a:ext cx="795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034CAEA8-0E57-3581-F55F-159E59D51B6E}"/>
                    </a:ext>
                  </a:extLst>
                </p14:cNvPr>
                <p14:cNvContentPartPr/>
                <p14:nvPr/>
              </p14:nvContentPartPr>
              <p14:xfrm>
                <a:off x="2049949" y="9185542"/>
                <a:ext cx="190440" cy="265320"/>
              </p14:xfrm>
            </p:contentPart>
          </mc:Choice>
          <mc:Fallback xmlns=""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034CAEA8-0E57-3581-F55F-159E59D51B6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040949" y="9176902"/>
                  <a:ext cx="2080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14" name="잉크 413">
                  <a:extLst>
                    <a:ext uri="{FF2B5EF4-FFF2-40B4-BE49-F238E27FC236}">
                      <a16:creationId xmlns:a16="http://schemas.microsoft.com/office/drawing/2014/main" id="{4C1DA269-937B-9812-2E49-A92FDB9B98D0}"/>
                    </a:ext>
                  </a:extLst>
                </p14:cNvPr>
                <p14:cNvContentPartPr/>
                <p14:nvPr/>
              </p14:nvContentPartPr>
              <p14:xfrm>
                <a:off x="2296549" y="9185182"/>
                <a:ext cx="212400" cy="308160"/>
              </p14:xfrm>
            </p:contentPart>
          </mc:Choice>
          <mc:Fallback xmlns="">
            <p:pic>
              <p:nvPicPr>
                <p:cNvPr id="414" name="잉크 413">
                  <a:extLst>
                    <a:ext uri="{FF2B5EF4-FFF2-40B4-BE49-F238E27FC236}">
                      <a16:creationId xmlns:a16="http://schemas.microsoft.com/office/drawing/2014/main" id="{4C1DA269-937B-9812-2E49-A92FDB9B98D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287909" y="9176182"/>
                  <a:ext cx="230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8F2A4252-FBAF-06D2-59B8-B331785D1EFC}"/>
                    </a:ext>
                  </a:extLst>
                </p14:cNvPr>
                <p14:cNvContentPartPr/>
                <p14:nvPr/>
              </p14:nvContentPartPr>
              <p14:xfrm>
                <a:off x="2465389" y="9086542"/>
                <a:ext cx="290520" cy="416160"/>
              </p14:xfrm>
            </p:contentPart>
          </mc:Choice>
          <mc:Fallback xmlns=""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8F2A4252-FBAF-06D2-59B8-B331785D1EF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456749" y="9077542"/>
                  <a:ext cx="30816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0A58E194-2893-991F-F334-1E7A1696895A}"/>
              </a:ext>
            </a:extLst>
          </p:cNvPr>
          <p:cNvGrpSpPr/>
          <p:nvPr/>
        </p:nvGrpSpPr>
        <p:grpSpPr>
          <a:xfrm>
            <a:off x="585109" y="10066102"/>
            <a:ext cx="774720" cy="297000"/>
            <a:chOff x="585109" y="10066102"/>
            <a:chExt cx="77472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175A7274-2EC4-4351-DC0D-B6F5ABAAFC80}"/>
                    </a:ext>
                  </a:extLst>
                </p14:cNvPr>
                <p14:cNvContentPartPr/>
                <p14:nvPr/>
              </p14:nvContentPartPr>
              <p14:xfrm>
                <a:off x="585109" y="10236742"/>
                <a:ext cx="691560" cy="42840"/>
              </p14:xfrm>
            </p:contentPart>
          </mc:Choice>
          <mc:Fallback xmlns=""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175A7274-2EC4-4351-DC0D-B6F5ABAAFC80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76469" y="10227742"/>
                  <a:ext cx="70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1DFDB9BC-CFE5-909B-77A6-D4F4D7A24697}"/>
                    </a:ext>
                  </a:extLst>
                </p14:cNvPr>
                <p14:cNvContentPartPr/>
                <p14:nvPr/>
              </p14:nvContentPartPr>
              <p14:xfrm>
                <a:off x="1100989" y="10066102"/>
                <a:ext cx="258840" cy="297000"/>
              </p14:xfrm>
            </p:contentPart>
          </mc:Choice>
          <mc:Fallback xmlns=""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1DFDB9BC-CFE5-909B-77A6-D4F4D7A2469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91989" y="10057462"/>
                  <a:ext cx="27648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433" name="잉크 432">
                <a:extLst>
                  <a:ext uri="{FF2B5EF4-FFF2-40B4-BE49-F238E27FC236}">
                    <a16:creationId xmlns:a16="http://schemas.microsoft.com/office/drawing/2014/main" id="{13F83CDF-1CCA-4D9F-6762-3E2BCB74CEE1}"/>
                  </a:ext>
                </a:extLst>
              </p14:cNvPr>
              <p14:cNvContentPartPr/>
              <p14:nvPr/>
            </p14:nvContentPartPr>
            <p14:xfrm>
              <a:off x="1795789" y="9946942"/>
              <a:ext cx="265320" cy="376560"/>
            </p14:xfrm>
          </p:contentPart>
        </mc:Choice>
        <mc:Fallback xmlns="">
          <p:pic>
            <p:nvPicPr>
              <p:cNvPr id="433" name="잉크 432">
                <a:extLst>
                  <a:ext uri="{FF2B5EF4-FFF2-40B4-BE49-F238E27FC236}">
                    <a16:creationId xmlns:a16="http://schemas.microsoft.com/office/drawing/2014/main" id="{13F83CDF-1CCA-4D9F-6762-3E2BCB74CEE1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1786789" y="9938302"/>
                <a:ext cx="2829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434" name="잉크 433">
                <a:extLst>
                  <a:ext uri="{FF2B5EF4-FFF2-40B4-BE49-F238E27FC236}">
                    <a16:creationId xmlns:a16="http://schemas.microsoft.com/office/drawing/2014/main" id="{3D7DD048-1EDB-15C3-7788-ABA368E3329B}"/>
                  </a:ext>
                </a:extLst>
              </p14:cNvPr>
              <p14:cNvContentPartPr/>
              <p14:nvPr/>
            </p14:nvContentPartPr>
            <p14:xfrm>
              <a:off x="2152549" y="10056382"/>
              <a:ext cx="134280" cy="209880"/>
            </p14:xfrm>
          </p:contentPart>
        </mc:Choice>
        <mc:Fallback xmlns="">
          <p:pic>
            <p:nvPicPr>
              <p:cNvPr id="434" name="잉크 433">
                <a:extLst>
                  <a:ext uri="{FF2B5EF4-FFF2-40B4-BE49-F238E27FC236}">
                    <a16:creationId xmlns:a16="http://schemas.microsoft.com/office/drawing/2014/main" id="{3D7DD048-1EDB-15C3-7788-ABA368E3329B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2143549" y="10047742"/>
                <a:ext cx="1519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435" name="잉크 434">
                <a:extLst>
                  <a:ext uri="{FF2B5EF4-FFF2-40B4-BE49-F238E27FC236}">
                    <a16:creationId xmlns:a16="http://schemas.microsoft.com/office/drawing/2014/main" id="{CFEBB3F2-B687-635A-087E-22FA8BC8E95D}"/>
                  </a:ext>
                </a:extLst>
              </p14:cNvPr>
              <p14:cNvContentPartPr/>
              <p14:nvPr/>
            </p14:nvContentPartPr>
            <p14:xfrm>
              <a:off x="2346229" y="10078342"/>
              <a:ext cx="165960" cy="146520"/>
            </p14:xfrm>
          </p:contentPart>
        </mc:Choice>
        <mc:Fallback xmlns="">
          <p:pic>
            <p:nvPicPr>
              <p:cNvPr id="435" name="잉크 434">
                <a:extLst>
                  <a:ext uri="{FF2B5EF4-FFF2-40B4-BE49-F238E27FC236}">
                    <a16:creationId xmlns:a16="http://schemas.microsoft.com/office/drawing/2014/main" id="{CFEBB3F2-B687-635A-087E-22FA8BC8E95D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2337589" y="10069702"/>
                <a:ext cx="183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436" name="잉크 435">
                <a:extLst>
                  <a:ext uri="{FF2B5EF4-FFF2-40B4-BE49-F238E27FC236}">
                    <a16:creationId xmlns:a16="http://schemas.microsoft.com/office/drawing/2014/main" id="{E4DBE02E-69C8-78DD-A2AC-D5CF140CC637}"/>
                  </a:ext>
                </a:extLst>
              </p14:cNvPr>
              <p14:cNvContentPartPr/>
              <p14:nvPr/>
            </p14:nvContentPartPr>
            <p14:xfrm>
              <a:off x="2408869" y="9589102"/>
              <a:ext cx="67680" cy="596880"/>
            </p14:xfrm>
          </p:contentPart>
        </mc:Choice>
        <mc:Fallback xmlns="">
          <p:pic>
            <p:nvPicPr>
              <p:cNvPr id="436" name="잉크 435">
                <a:extLst>
                  <a:ext uri="{FF2B5EF4-FFF2-40B4-BE49-F238E27FC236}">
                    <a16:creationId xmlns:a16="http://schemas.microsoft.com/office/drawing/2014/main" id="{E4DBE02E-69C8-78DD-A2AC-D5CF140CC637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2399869" y="9580462"/>
                <a:ext cx="8532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437" name="잉크 436">
                <a:extLst>
                  <a:ext uri="{FF2B5EF4-FFF2-40B4-BE49-F238E27FC236}">
                    <a16:creationId xmlns:a16="http://schemas.microsoft.com/office/drawing/2014/main" id="{E356E5BA-0EFD-634D-A4A5-C90B0A94838E}"/>
                  </a:ext>
                </a:extLst>
              </p14:cNvPr>
              <p14:cNvContentPartPr/>
              <p14:nvPr/>
            </p14:nvContentPartPr>
            <p14:xfrm>
              <a:off x="2590309" y="9892222"/>
              <a:ext cx="251640" cy="371160"/>
            </p14:xfrm>
          </p:contentPart>
        </mc:Choice>
        <mc:Fallback xmlns="">
          <p:pic>
            <p:nvPicPr>
              <p:cNvPr id="437" name="잉크 436">
                <a:extLst>
                  <a:ext uri="{FF2B5EF4-FFF2-40B4-BE49-F238E27FC236}">
                    <a16:creationId xmlns:a16="http://schemas.microsoft.com/office/drawing/2014/main" id="{E356E5BA-0EFD-634D-A4A5-C90B0A94838E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2581309" y="9883582"/>
                <a:ext cx="269280" cy="38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4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ACAB89-9ACA-7C28-37EB-85491F63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8" y="2441063"/>
            <a:ext cx="15851416" cy="120252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95A164E-23D5-2094-6B9A-44A413007113}"/>
                  </a:ext>
                </a:extLst>
              </p14:cNvPr>
              <p14:cNvContentPartPr/>
              <p14:nvPr/>
            </p14:nvContentPartPr>
            <p14:xfrm>
              <a:off x="15460486" y="1400160"/>
              <a:ext cx="675720" cy="5335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95A164E-23D5-2094-6B9A-44A4130071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51846" y="1391520"/>
                <a:ext cx="69336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그룹 36">
            <a:extLst>
              <a:ext uri="{FF2B5EF4-FFF2-40B4-BE49-F238E27FC236}">
                <a16:creationId xmlns:a16="http://schemas.microsoft.com/office/drawing/2014/main" id="{ECD773C2-91AD-681B-6F0C-D9515911251E}"/>
              </a:ext>
            </a:extLst>
          </p:cNvPr>
          <p:cNvGrpSpPr/>
          <p:nvPr/>
        </p:nvGrpSpPr>
        <p:grpSpPr>
          <a:xfrm>
            <a:off x="2755840" y="10657360"/>
            <a:ext cx="2359080" cy="1728720"/>
            <a:chOff x="2755840" y="10657360"/>
            <a:chExt cx="2359080" cy="172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347D4F7-D76E-7C32-EEC2-63F760C90437}"/>
                    </a:ext>
                  </a:extLst>
                </p14:cNvPr>
                <p14:cNvContentPartPr/>
                <p14:nvPr/>
              </p14:nvContentPartPr>
              <p14:xfrm>
                <a:off x="3464320" y="11455120"/>
                <a:ext cx="165240" cy="216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347D4F7-D76E-7C32-EEC2-63F760C904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55320" y="11446120"/>
                  <a:ext cx="182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DB2FEBC-6C21-C27E-3B18-8A9227671564}"/>
                    </a:ext>
                  </a:extLst>
                </p14:cNvPr>
                <p14:cNvContentPartPr/>
                <p14:nvPr/>
              </p14:nvContentPartPr>
              <p14:xfrm>
                <a:off x="3625240" y="11455120"/>
                <a:ext cx="360" cy="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DB2FEBC-6C21-C27E-3B18-8A92276715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16240" y="1144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8D69B14-518D-3854-93BD-56338204289E}"/>
                    </a:ext>
                  </a:extLst>
                </p14:cNvPr>
                <p14:cNvContentPartPr/>
                <p14:nvPr/>
              </p14:nvContentPartPr>
              <p14:xfrm>
                <a:off x="3625240" y="11394280"/>
                <a:ext cx="133920" cy="1843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8D69B14-518D-3854-93BD-5633820428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16240" y="11385640"/>
                  <a:ext cx="151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32D15D3-06F9-515E-28A0-4C680FFDB425}"/>
                    </a:ext>
                  </a:extLst>
                </p14:cNvPr>
                <p14:cNvContentPartPr/>
                <p14:nvPr/>
              </p14:nvContentPartPr>
              <p14:xfrm>
                <a:off x="3669520" y="11322640"/>
                <a:ext cx="14040" cy="10634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32D15D3-06F9-515E-28A0-4C680FFDB4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60880" y="11314000"/>
                  <a:ext cx="3168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4593023-60FF-29BF-5320-00D1789C29B3}"/>
                    </a:ext>
                  </a:extLst>
                </p14:cNvPr>
                <p14:cNvContentPartPr/>
                <p14:nvPr/>
              </p14:nvContentPartPr>
              <p14:xfrm>
                <a:off x="2755840" y="10774360"/>
                <a:ext cx="171720" cy="5331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4593023-60FF-29BF-5320-00D1789C29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47200" y="10765720"/>
                  <a:ext cx="1893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E61C01E-6D2E-AF87-8244-5BF90085B7BD}"/>
                    </a:ext>
                  </a:extLst>
                </p14:cNvPr>
                <p14:cNvContentPartPr/>
                <p14:nvPr/>
              </p14:nvContentPartPr>
              <p14:xfrm>
                <a:off x="2920000" y="10885240"/>
                <a:ext cx="274680" cy="957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E61C01E-6D2E-AF87-8244-5BF90085B7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11360" y="10876600"/>
                  <a:ext cx="292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39A26C0-1DE3-1967-9E52-0EFA9EBB36F9}"/>
                    </a:ext>
                  </a:extLst>
                </p14:cNvPr>
                <p14:cNvContentPartPr/>
                <p14:nvPr/>
              </p14:nvContentPartPr>
              <p14:xfrm>
                <a:off x="2947360" y="10657360"/>
                <a:ext cx="222840" cy="6044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39A26C0-1DE3-1967-9E52-0EFA9EBB36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38720" y="10648720"/>
                  <a:ext cx="2404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C3FF532-8021-D85C-C7CF-E84089012103}"/>
                    </a:ext>
                  </a:extLst>
                </p14:cNvPr>
                <p14:cNvContentPartPr/>
                <p14:nvPr/>
              </p14:nvContentPartPr>
              <p14:xfrm>
                <a:off x="3159760" y="10967680"/>
                <a:ext cx="198360" cy="3398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C3FF532-8021-D85C-C7CF-E840890121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0760" y="10959040"/>
                  <a:ext cx="216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54C385B-8030-4A17-8B9B-AEC2B3D5906B}"/>
                    </a:ext>
                  </a:extLst>
                </p14:cNvPr>
                <p14:cNvContentPartPr/>
                <p14:nvPr/>
              </p14:nvContentPartPr>
              <p14:xfrm>
                <a:off x="3464320" y="11291680"/>
                <a:ext cx="130320" cy="313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54C385B-8030-4A17-8B9B-AEC2B3D590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55320" y="11283040"/>
                  <a:ext cx="147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F528E42A-3713-4992-B5B0-AC0B09233645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212400" cy="5068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F528E42A-3713-4992-B5B0-AC0B092336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78800" y="10879480"/>
                  <a:ext cx="23004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7DAFE65-2EEC-6179-F684-738743F5F6D9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360" cy="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7DAFE65-2EEC-6179-F684-738743F5F6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78800" y="10879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2AA29B5-1FC9-4933-1823-8EB523F1C526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380520" cy="4381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2AA29B5-1FC9-4933-1823-8EB523F1C5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78800" y="10879480"/>
                  <a:ext cx="3981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5594A82-921D-E3A0-D5E9-4127CE94C330}"/>
                    </a:ext>
                  </a:extLst>
                </p14:cNvPr>
                <p14:cNvContentPartPr/>
                <p14:nvPr/>
              </p14:nvContentPartPr>
              <p14:xfrm>
                <a:off x="3953560" y="11003680"/>
                <a:ext cx="277560" cy="3315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5594A82-921D-E3A0-D5E9-4127CE94C3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44920" y="10995040"/>
                  <a:ext cx="2952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AEB1E1B-D576-1911-9C72-E865700B2743}"/>
                    </a:ext>
                  </a:extLst>
                </p14:cNvPr>
                <p14:cNvContentPartPr/>
                <p14:nvPr/>
              </p14:nvContentPartPr>
              <p14:xfrm>
                <a:off x="4323280" y="11261080"/>
                <a:ext cx="246600" cy="867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AEB1E1B-D576-1911-9C72-E865700B27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4280" y="11252080"/>
                  <a:ext cx="264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FCD3431-AD3F-B4FE-BDD4-7BC050943B56}"/>
                    </a:ext>
                  </a:extLst>
                </p14:cNvPr>
                <p14:cNvContentPartPr/>
                <p14:nvPr/>
              </p14:nvContentPartPr>
              <p14:xfrm>
                <a:off x="4549000" y="10839160"/>
                <a:ext cx="198720" cy="342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FCD3431-AD3F-B4FE-BDD4-7BC050943B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40360" y="10830160"/>
                  <a:ext cx="216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E442CA6-115F-C418-72D6-7CED53F4D543}"/>
                    </a:ext>
                  </a:extLst>
                </p14:cNvPr>
                <p14:cNvContentPartPr/>
                <p14:nvPr/>
              </p14:nvContentPartPr>
              <p14:xfrm>
                <a:off x="4573120" y="10839160"/>
                <a:ext cx="360" cy="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E442CA6-115F-C418-72D6-7CED53F4D5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64120" y="10830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69D0F8B-62E2-3B8C-16FC-B3C24920B851}"/>
                    </a:ext>
                  </a:extLst>
                </p14:cNvPr>
                <p14:cNvContentPartPr/>
                <p14:nvPr/>
              </p14:nvContentPartPr>
              <p14:xfrm>
                <a:off x="4573120" y="10808200"/>
                <a:ext cx="120240" cy="928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69D0F8B-62E2-3B8C-16FC-B3C24920B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64120" y="10799560"/>
                  <a:ext cx="137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E4EBBAEF-4B95-58FE-C1F4-50FFA8ED5CEC}"/>
                    </a:ext>
                  </a:extLst>
                </p14:cNvPr>
                <p14:cNvContentPartPr/>
                <p14:nvPr/>
              </p14:nvContentPartPr>
              <p14:xfrm>
                <a:off x="4614160" y="10845280"/>
                <a:ext cx="178200" cy="525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E4EBBAEF-4B95-58FE-C1F4-50FFA8ED5C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5160" y="10836640"/>
                  <a:ext cx="195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82EDFAD2-ED11-374D-46AC-C81CDC37EB6E}"/>
                    </a:ext>
                  </a:extLst>
                </p14:cNvPr>
                <p14:cNvContentPartPr/>
                <p14:nvPr/>
              </p14:nvContentPartPr>
              <p14:xfrm>
                <a:off x="4614160" y="10663480"/>
                <a:ext cx="209160" cy="5706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82EDFAD2-ED11-374D-46AC-C81CDC37EB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05160" y="10654840"/>
                  <a:ext cx="2268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EDDDBD1-22C1-D417-0E25-1C868ED7EFBD}"/>
                    </a:ext>
                  </a:extLst>
                </p14:cNvPr>
                <p14:cNvContentPartPr/>
                <p14:nvPr/>
              </p14:nvContentPartPr>
              <p14:xfrm>
                <a:off x="4792000" y="11063440"/>
                <a:ext cx="124920" cy="19872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1EDDDBD1-22C1-D417-0E25-1C868ED7EF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83360" y="11054800"/>
                  <a:ext cx="142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E581B6D-2801-2105-C944-7AA611DB7B07}"/>
                    </a:ext>
                  </a:extLst>
                </p14:cNvPr>
                <p14:cNvContentPartPr/>
                <p14:nvPr/>
              </p14:nvContentPartPr>
              <p14:xfrm>
                <a:off x="4819360" y="11098000"/>
                <a:ext cx="36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E581B6D-2801-2105-C944-7AA611DB7B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10720" y="110890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00D26C56-4F1B-76CE-8EAF-8317729B7F1A}"/>
                    </a:ext>
                  </a:extLst>
                </p14:cNvPr>
                <p14:cNvContentPartPr/>
                <p14:nvPr/>
              </p14:nvContentPartPr>
              <p14:xfrm>
                <a:off x="4819360" y="10943920"/>
                <a:ext cx="295560" cy="5792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00D26C56-4F1B-76CE-8EAF-8317729B7F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0720" y="10934920"/>
                  <a:ext cx="313200" cy="59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25C671-DF6A-B20A-7A8E-A372522C68A2}"/>
              </a:ext>
            </a:extLst>
          </p:cNvPr>
          <p:cNvGrpSpPr/>
          <p:nvPr/>
        </p:nvGrpSpPr>
        <p:grpSpPr>
          <a:xfrm>
            <a:off x="5821960" y="10395640"/>
            <a:ext cx="1528560" cy="2050920"/>
            <a:chOff x="5821960" y="10395640"/>
            <a:chExt cx="1528560" cy="20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6592624C-357D-C81E-FA0F-F369570B7721}"/>
                    </a:ext>
                  </a:extLst>
                </p14:cNvPr>
                <p14:cNvContentPartPr/>
                <p14:nvPr/>
              </p14:nvContentPartPr>
              <p14:xfrm>
                <a:off x="5930680" y="11239120"/>
                <a:ext cx="292320" cy="120744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6592624C-357D-C81E-FA0F-F369570B77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2040" y="11230120"/>
                  <a:ext cx="309960" cy="12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15D8C02-7098-AD63-1AE5-D5E8978C60BE}"/>
                    </a:ext>
                  </a:extLst>
                </p14:cNvPr>
                <p14:cNvContentPartPr/>
                <p14:nvPr/>
              </p14:nvContentPartPr>
              <p14:xfrm>
                <a:off x="5821960" y="10524880"/>
                <a:ext cx="207000" cy="6346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15D8C02-7098-AD63-1AE5-D5E8978C60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13320" y="10516240"/>
                  <a:ext cx="22464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F1A85C7-5F90-C88B-3AC3-7811A237AB90}"/>
                    </a:ext>
                  </a:extLst>
                </p14:cNvPr>
                <p14:cNvContentPartPr/>
                <p14:nvPr/>
              </p14:nvContentPartPr>
              <p14:xfrm>
                <a:off x="5976040" y="10805320"/>
                <a:ext cx="311760" cy="8028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F1A85C7-5F90-C88B-3AC3-7811A237AB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67400" y="10796320"/>
                  <a:ext cx="329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88588180-0940-034C-1B6F-6A85138B8E67}"/>
                    </a:ext>
                  </a:extLst>
                </p14:cNvPr>
                <p14:cNvContentPartPr/>
                <p14:nvPr/>
              </p14:nvContentPartPr>
              <p14:xfrm>
                <a:off x="6003400" y="10395640"/>
                <a:ext cx="216360" cy="7736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88588180-0940-034C-1B6F-6A85138B8E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4760" y="10386640"/>
                  <a:ext cx="23400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6FF6F75-517E-AEAE-FE6B-202C8445472E}"/>
                    </a:ext>
                  </a:extLst>
                </p14:cNvPr>
                <p14:cNvContentPartPr/>
                <p14:nvPr/>
              </p14:nvContentPartPr>
              <p14:xfrm>
                <a:off x="6184840" y="10891360"/>
                <a:ext cx="185040" cy="33948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6FF6F75-517E-AEAE-FE6B-202C844547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75840" y="10882720"/>
                  <a:ext cx="202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5E065A0-0D67-37F4-3F99-5A569782DEFE}"/>
                    </a:ext>
                  </a:extLst>
                </p14:cNvPr>
                <p14:cNvContentPartPr/>
                <p14:nvPr/>
              </p14:nvContentPartPr>
              <p14:xfrm>
                <a:off x="6414160" y="11261080"/>
                <a:ext cx="242280" cy="1908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5E065A0-0D67-37F4-3F99-5A569782DE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5160" y="11252080"/>
                  <a:ext cx="25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E1F3D0FB-E995-5AF4-F91F-5EAD586C1031}"/>
                    </a:ext>
                  </a:extLst>
                </p14:cNvPr>
                <p14:cNvContentPartPr/>
                <p14:nvPr/>
              </p14:nvContentPartPr>
              <p14:xfrm>
                <a:off x="6649960" y="10987120"/>
                <a:ext cx="189000" cy="31464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E1F3D0FB-E995-5AF4-F91F-5EAD586C10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40960" y="10978120"/>
                  <a:ext cx="2066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C640E882-A0F0-9F41-7CC8-F953EA51199F}"/>
                    </a:ext>
                  </a:extLst>
                </p14:cNvPr>
                <p14:cNvContentPartPr/>
                <p14:nvPr/>
              </p14:nvContentPartPr>
              <p14:xfrm>
                <a:off x="6708280" y="10420120"/>
                <a:ext cx="116640" cy="82872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C640E882-A0F0-9F41-7CC8-F953EA5119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99640" y="10411480"/>
                  <a:ext cx="13428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7DD12D52-B523-38F9-8A07-23613404F9F8}"/>
                    </a:ext>
                  </a:extLst>
                </p14:cNvPr>
                <p14:cNvContentPartPr/>
                <p14:nvPr/>
              </p14:nvContentPartPr>
              <p14:xfrm>
                <a:off x="6872800" y="11038960"/>
                <a:ext cx="155880" cy="18864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7DD12D52-B523-38F9-8A07-23613404F9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63800" y="11029960"/>
                  <a:ext cx="173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88D5AE11-6376-2D12-0B5D-6B566BD2099C}"/>
                    </a:ext>
                  </a:extLst>
                </p14:cNvPr>
                <p14:cNvContentPartPr/>
                <p14:nvPr/>
              </p14:nvContentPartPr>
              <p14:xfrm>
                <a:off x="6872800" y="11091520"/>
                <a:ext cx="360" cy="36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88D5AE11-6376-2D12-0B5D-6B566BD2099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3800" y="11082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65D96DFD-1BBB-3570-F87A-C62EA38BC3AE}"/>
                    </a:ext>
                  </a:extLst>
                </p14:cNvPr>
                <p14:cNvContentPartPr/>
                <p14:nvPr/>
              </p14:nvContentPartPr>
              <p14:xfrm>
                <a:off x="6872800" y="11000080"/>
                <a:ext cx="284400" cy="2775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65D96DFD-1BBB-3570-F87A-C62EA38BC3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63800" y="10991440"/>
                  <a:ext cx="302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DB6D4D13-8896-3BEF-52DF-6EDF227ABC87}"/>
                    </a:ext>
                  </a:extLst>
                </p14:cNvPr>
                <p14:cNvContentPartPr/>
                <p14:nvPr/>
              </p14:nvContentPartPr>
              <p14:xfrm>
                <a:off x="7139560" y="10854640"/>
                <a:ext cx="210960" cy="33588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DB6D4D13-8896-3BEF-52DF-6EDF227ABC8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30920" y="10845640"/>
                  <a:ext cx="228600" cy="35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30CD44C-5085-6DEA-88A7-10AA38622423}"/>
              </a:ext>
            </a:extLst>
          </p:cNvPr>
          <p:cNvGrpSpPr/>
          <p:nvPr/>
        </p:nvGrpSpPr>
        <p:grpSpPr>
          <a:xfrm>
            <a:off x="8316040" y="11365840"/>
            <a:ext cx="233640" cy="1315440"/>
            <a:chOff x="8316040" y="11365840"/>
            <a:chExt cx="233640" cy="13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4D641FBD-BED9-F0CF-EA16-0DA7C6E529AC}"/>
                    </a:ext>
                  </a:extLst>
                </p14:cNvPr>
                <p14:cNvContentPartPr/>
                <p14:nvPr/>
              </p14:nvContentPartPr>
              <p14:xfrm>
                <a:off x="8316040" y="11485720"/>
                <a:ext cx="150840" cy="18108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4D641FBD-BED9-F0CF-EA16-0DA7C6E529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07400" y="11477080"/>
                  <a:ext cx="168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CFB58F69-A577-6B7E-BC3F-07339E0C4BD2}"/>
                    </a:ext>
                  </a:extLst>
                </p14:cNvPr>
                <p14:cNvContentPartPr/>
                <p14:nvPr/>
              </p14:nvContentPartPr>
              <p14:xfrm>
                <a:off x="8453560" y="11485720"/>
                <a:ext cx="96120" cy="3744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CFB58F69-A577-6B7E-BC3F-07339E0C4BD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44920" y="11477080"/>
                  <a:ext cx="113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96D65697-BA62-9102-4A2D-7C3EE4F33E37}"/>
                    </a:ext>
                  </a:extLst>
                </p14:cNvPr>
                <p14:cNvContentPartPr/>
                <p14:nvPr/>
              </p14:nvContentPartPr>
              <p14:xfrm>
                <a:off x="8405680" y="11365840"/>
                <a:ext cx="86400" cy="131544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96D65697-BA62-9102-4A2D-7C3EE4F33E3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97040" y="11356840"/>
                  <a:ext cx="104040" cy="13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A19BEF2-6D30-1919-1D8B-92C0AF61BD75}"/>
              </a:ext>
            </a:extLst>
          </p:cNvPr>
          <p:cNvGrpSpPr/>
          <p:nvPr/>
        </p:nvGrpSpPr>
        <p:grpSpPr>
          <a:xfrm>
            <a:off x="8101120" y="10100080"/>
            <a:ext cx="2050200" cy="974520"/>
            <a:chOff x="8101120" y="10100080"/>
            <a:chExt cx="2050200" cy="9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1284E9EC-3041-9C42-4F69-9B214C62BD4C}"/>
                    </a:ext>
                  </a:extLst>
                </p14:cNvPr>
                <p14:cNvContentPartPr/>
                <p14:nvPr/>
              </p14:nvContentPartPr>
              <p14:xfrm>
                <a:off x="8101120" y="10210960"/>
                <a:ext cx="284400" cy="78120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1284E9EC-3041-9C42-4F69-9B214C62BD4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2480" y="10201960"/>
                  <a:ext cx="30204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040D29D3-CF44-79EC-BAC2-E31C406B0E21}"/>
                    </a:ext>
                  </a:extLst>
                </p14:cNvPr>
                <p14:cNvContentPartPr/>
                <p14:nvPr/>
              </p14:nvContentPartPr>
              <p14:xfrm>
                <a:off x="8299840" y="10678960"/>
                <a:ext cx="322200" cy="8028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040D29D3-CF44-79EC-BAC2-E31C406B0E2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90840" y="10670320"/>
                  <a:ext cx="339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EA428E7D-6449-8125-5701-A676F1762DCE}"/>
                    </a:ext>
                  </a:extLst>
                </p14:cNvPr>
                <p14:cNvContentPartPr/>
                <p14:nvPr/>
              </p14:nvContentPartPr>
              <p14:xfrm>
                <a:off x="8392000" y="10420120"/>
                <a:ext cx="164520" cy="58356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EA428E7D-6449-8125-5701-A676F1762DC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83360" y="10411480"/>
                  <a:ext cx="18216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1B5BDAE-3F75-19C0-0C92-B31FA032116D}"/>
                    </a:ext>
                  </a:extLst>
                </p14:cNvPr>
                <p14:cNvContentPartPr/>
                <p14:nvPr/>
              </p14:nvContentPartPr>
              <p14:xfrm>
                <a:off x="8587120" y="10733680"/>
                <a:ext cx="150840" cy="34092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1B5BDAE-3F75-19C0-0C92-B31FA032116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78480" y="10724680"/>
                  <a:ext cx="168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CB083506-DE89-3B04-DFD8-5970A0EA11C6}"/>
                    </a:ext>
                  </a:extLst>
                </p14:cNvPr>
                <p14:cNvContentPartPr/>
                <p14:nvPr/>
              </p14:nvContentPartPr>
              <p14:xfrm>
                <a:off x="8902120" y="10974520"/>
                <a:ext cx="253440" cy="1872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CB083506-DE89-3B04-DFD8-5970A0EA11C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93120" y="10965880"/>
                  <a:ext cx="271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8606DBA-5622-F8A4-C262-D1891D2DCCC0}"/>
                    </a:ext>
                  </a:extLst>
                </p14:cNvPr>
                <p14:cNvContentPartPr/>
                <p14:nvPr/>
              </p14:nvContentPartPr>
              <p14:xfrm>
                <a:off x="9134680" y="10638280"/>
                <a:ext cx="298080" cy="41364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8606DBA-5622-F8A4-C262-D1891D2DCCC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25680" y="10629640"/>
                  <a:ext cx="3157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A947CB4E-E19D-AB65-9005-4099FCCCBBE9}"/>
                    </a:ext>
                  </a:extLst>
                </p14:cNvPr>
                <p14:cNvContentPartPr/>
                <p14:nvPr/>
              </p14:nvContentPartPr>
              <p14:xfrm>
                <a:off x="9400360" y="10694440"/>
                <a:ext cx="145800" cy="25380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A947CB4E-E19D-AB65-9005-4099FCCCBBE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91720" y="10685440"/>
                  <a:ext cx="163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318398F-FFC7-CB75-7074-EF9797BBC24A}"/>
                    </a:ext>
                  </a:extLst>
                </p14:cNvPr>
                <p14:cNvContentPartPr/>
                <p14:nvPr/>
              </p14:nvContentPartPr>
              <p14:xfrm>
                <a:off x="9529960" y="10740520"/>
                <a:ext cx="203760" cy="2358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318398F-FFC7-CB75-7074-EF9797BBC24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21320" y="10731880"/>
                  <a:ext cx="221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40EDF0AC-537C-EC68-7E70-AB81DFB55EC2}"/>
                    </a:ext>
                  </a:extLst>
                </p14:cNvPr>
                <p14:cNvContentPartPr/>
                <p14:nvPr/>
              </p14:nvContentPartPr>
              <p14:xfrm>
                <a:off x="9589720" y="10100080"/>
                <a:ext cx="96120" cy="74556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40EDF0AC-537C-EC68-7E70-AB81DFB55EC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81080" y="10091080"/>
                  <a:ext cx="1137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F5A57083-FCEE-BEF9-6FBF-8009F3ADAD39}"/>
                    </a:ext>
                  </a:extLst>
                </p14:cNvPr>
                <p14:cNvContentPartPr/>
                <p14:nvPr/>
              </p14:nvContentPartPr>
              <p14:xfrm>
                <a:off x="9747040" y="10616680"/>
                <a:ext cx="404280" cy="31860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F5A57083-FCEE-BEF9-6FBF-8009F3ADAD3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38400" y="10607680"/>
                  <a:ext cx="42192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86199645-01E4-760C-1BB5-20CB7148249F}"/>
                  </a:ext>
                </a:extLst>
              </p14:cNvPr>
              <p14:cNvContentPartPr/>
              <p14:nvPr/>
            </p14:nvContentPartPr>
            <p14:xfrm>
              <a:off x="3868240" y="12780280"/>
              <a:ext cx="405360" cy="313452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86199645-01E4-760C-1BB5-20CB7148249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859240" y="12771640"/>
                <a:ext cx="423000" cy="315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14DC162D-DE94-DD26-4130-A5174E55D41E}"/>
              </a:ext>
            </a:extLst>
          </p:cNvPr>
          <p:cNvGrpSpPr/>
          <p:nvPr/>
        </p:nvGrpSpPr>
        <p:grpSpPr>
          <a:xfrm>
            <a:off x="5955160" y="13395160"/>
            <a:ext cx="316080" cy="1971360"/>
            <a:chOff x="5955160" y="13395160"/>
            <a:chExt cx="316080" cy="19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32848DD-F401-A7C3-8FB8-F883CF3CFC2C}"/>
                    </a:ext>
                  </a:extLst>
                </p14:cNvPr>
                <p14:cNvContentPartPr/>
                <p14:nvPr/>
              </p14:nvContentPartPr>
              <p14:xfrm>
                <a:off x="5955160" y="13395160"/>
                <a:ext cx="316080" cy="37944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32848DD-F401-A7C3-8FB8-F883CF3CFC2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46160" y="13386520"/>
                  <a:ext cx="333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41AB7470-C554-3E95-4D9A-D5B9B498DADD}"/>
                    </a:ext>
                  </a:extLst>
                </p14:cNvPr>
                <p14:cNvContentPartPr/>
                <p14:nvPr/>
              </p14:nvContentPartPr>
              <p14:xfrm>
                <a:off x="6010240" y="13466080"/>
                <a:ext cx="150840" cy="190044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41AB7470-C554-3E95-4D9A-D5B9B498DA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01600" y="13457440"/>
                  <a:ext cx="168480" cy="19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75E63E3-DFB6-BCDE-6960-D2F0D43719A0}"/>
              </a:ext>
            </a:extLst>
          </p:cNvPr>
          <p:cNvGrpSpPr/>
          <p:nvPr/>
        </p:nvGrpSpPr>
        <p:grpSpPr>
          <a:xfrm>
            <a:off x="8323600" y="13176640"/>
            <a:ext cx="404640" cy="1955880"/>
            <a:chOff x="8323600" y="13176640"/>
            <a:chExt cx="404640" cy="19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DE17808-175E-A511-BC33-35BACB4CA3D6}"/>
                    </a:ext>
                  </a:extLst>
                </p14:cNvPr>
                <p14:cNvContentPartPr/>
                <p14:nvPr/>
              </p14:nvContentPartPr>
              <p14:xfrm>
                <a:off x="8323600" y="13176640"/>
                <a:ext cx="404640" cy="56484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DE17808-175E-A511-BC33-35BACB4CA3D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14960" y="13168000"/>
                  <a:ext cx="42228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3E82D39-479D-8732-832B-0378CD165E3F}"/>
                    </a:ext>
                  </a:extLst>
                </p14:cNvPr>
                <p14:cNvContentPartPr/>
                <p14:nvPr/>
              </p14:nvContentPartPr>
              <p14:xfrm>
                <a:off x="8422960" y="13281400"/>
                <a:ext cx="181800" cy="185112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3E82D39-479D-8732-832B-0378CD165E3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13960" y="13272400"/>
                  <a:ext cx="199440" cy="18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7EA0543-1119-4C31-77B9-5137520A57B1}"/>
              </a:ext>
            </a:extLst>
          </p:cNvPr>
          <p:cNvGrpSpPr/>
          <p:nvPr/>
        </p:nvGrpSpPr>
        <p:grpSpPr>
          <a:xfrm>
            <a:off x="9541840" y="3118240"/>
            <a:ext cx="199440" cy="474480"/>
            <a:chOff x="9541840" y="3118240"/>
            <a:chExt cx="19944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2C07A50D-2351-C4F1-76BE-761E30EBB5DE}"/>
                    </a:ext>
                  </a:extLst>
                </p14:cNvPr>
                <p14:cNvContentPartPr/>
                <p14:nvPr/>
              </p14:nvContentPartPr>
              <p14:xfrm>
                <a:off x="9541840" y="3118240"/>
                <a:ext cx="86040" cy="27144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2C07A50D-2351-C4F1-76BE-761E30EBB5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33200" y="3109240"/>
                  <a:ext cx="1036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2201F933-304F-FB21-A900-DFDD6498EB37}"/>
                    </a:ext>
                  </a:extLst>
                </p14:cNvPr>
                <p14:cNvContentPartPr/>
                <p14:nvPr/>
              </p14:nvContentPartPr>
              <p14:xfrm>
                <a:off x="9600520" y="3118240"/>
                <a:ext cx="140760" cy="47448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2201F933-304F-FB21-A900-DFDD6498EB3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91880" y="3109240"/>
                  <a:ext cx="158400" cy="49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5431F9B7-88D2-6461-CD5F-1FBB1678315F}"/>
                  </a:ext>
                </a:extLst>
              </p14:cNvPr>
              <p14:cNvContentPartPr/>
              <p14:nvPr/>
            </p14:nvContentPartPr>
            <p14:xfrm>
              <a:off x="9545440" y="5073760"/>
              <a:ext cx="95760" cy="277920"/>
            </p14:xfrm>
          </p:contentPart>
        </mc:Choice>
        <mc:Fallback xmlns=""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5431F9B7-88D2-6461-CD5F-1FBB1678315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536440" y="5064760"/>
                <a:ext cx="113400" cy="29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101FDEB-6316-381C-E6B2-1C74934071F0}"/>
              </a:ext>
            </a:extLst>
          </p:cNvPr>
          <p:cNvGrpSpPr/>
          <p:nvPr/>
        </p:nvGrpSpPr>
        <p:grpSpPr>
          <a:xfrm>
            <a:off x="6454006" y="3773080"/>
            <a:ext cx="4204194" cy="3071880"/>
            <a:chOff x="6454006" y="3773080"/>
            <a:chExt cx="4204194" cy="30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A27EE560-8570-CC7B-73BE-99F7F8074A45}"/>
                    </a:ext>
                  </a:extLst>
                </p14:cNvPr>
                <p14:cNvContentPartPr/>
                <p14:nvPr/>
              </p14:nvContentPartPr>
              <p14:xfrm>
                <a:off x="8087440" y="3838960"/>
                <a:ext cx="2368440" cy="13572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A27EE560-8570-CC7B-73BE-99F7F8074A4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078800" y="3829960"/>
                  <a:ext cx="2386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9C061E27-7A3E-0E6A-7D92-52AD503F7F4B}"/>
                    </a:ext>
                  </a:extLst>
                </p14:cNvPr>
                <p14:cNvContentPartPr/>
                <p14:nvPr/>
              </p14:nvContentPartPr>
              <p14:xfrm>
                <a:off x="10239880" y="3851200"/>
                <a:ext cx="210600" cy="45324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9C061E27-7A3E-0E6A-7D92-52AD503F7F4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31240" y="3842200"/>
                  <a:ext cx="228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A6D2F673-3CAF-7625-889C-C1FE88711FF8}"/>
                    </a:ext>
                  </a:extLst>
                </p14:cNvPr>
                <p14:cNvContentPartPr/>
                <p14:nvPr/>
              </p14:nvContentPartPr>
              <p14:xfrm>
                <a:off x="7201120" y="3773080"/>
                <a:ext cx="223200" cy="41112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A6D2F673-3CAF-7625-889C-C1FE88711FF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92480" y="3764440"/>
                  <a:ext cx="240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B1FF7CAE-5AAD-C29D-90F7-4C4BDD717780}"/>
                    </a:ext>
                  </a:extLst>
                </p14:cNvPr>
                <p14:cNvContentPartPr/>
                <p14:nvPr/>
              </p14:nvContentPartPr>
              <p14:xfrm>
                <a:off x="7471480" y="3777400"/>
                <a:ext cx="264960" cy="37944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B1FF7CAE-5AAD-C29D-90F7-4C4BDD71778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62840" y="3768400"/>
                  <a:ext cx="2826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2E042B1F-553E-FF06-858F-08BFB94F510B}"/>
                    </a:ext>
                  </a:extLst>
                </p14:cNvPr>
                <p14:cNvContentPartPr/>
                <p14:nvPr/>
              </p14:nvContentPartPr>
              <p14:xfrm>
                <a:off x="7635640" y="3777400"/>
                <a:ext cx="360" cy="36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2E042B1F-553E-FF06-858F-08BFB94F510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7000" y="3768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C1991FC4-7B7C-09DB-E2FC-F59C2AD575F5}"/>
                    </a:ext>
                  </a:extLst>
                </p14:cNvPr>
                <p14:cNvContentPartPr/>
                <p14:nvPr/>
              </p14:nvContentPartPr>
              <p14:xfrm>
                <a:off x="7574080" y="3777400"/>
                <a:ext cx="137160" cy="5580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C1991FC4-7B7C-09DB-E2FC-F59C2AD575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65440" y="3768400"/>
                  <a:ext cx="154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374F7976-8129-83CB-FC49-A55D4DB171B4}"/>
                    </a:ext>
                  </a:extLst>
                </p14:cNvPr>
                <p14:cNvContentPartPr/>
                <p14:nvPr/>
              </p14:nvContentPartPr>
              <p14:xfrm>
                <a:off x="7714480" y="3890800"/>
                <a:ext cx="226440" cy="23796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374F7976-8129-83CB-FC49-A55D4DB171B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05480" y="3882160"/>
                  <a:ext cx="244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11A4F721-23E3-0121-638A-497105DC9DD1}"/>
                    </a:ext>
                  </a:extLst>
                </p14:cNvPr>
                <p14:cNvContentPartPr/>
                <p14:nvPr/>
              </p14:nvContentPartPr>
              <p14:xfrm>
                <a:off x="7741840" y="3977560"/>
                <a:ext cx="360" cy="36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11A4F721-23E3-0121-638A-497105DC9DD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33200" y="3968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28EFA254-C949-B57F-27C4-8D89100F0515}"/>
                    </a:ext>
                  </a:extLst>
                </p14:cNvPr>
                <p14:cNvContentPartPr/>
                <p14:nvPr/>
              </p14:nvContentPartPr>
              <p14:xfrm>
                <a:off x="7741840" y="3863080"/>
                <a:ext cx="329040" cy="21996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28EFA254-C949-B57F-27C4-8D89100F051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733200" y="3854440"/>
                  <a:ext cx="346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FBC3334-C27E-EE8C-BAA0-CDA6D74FB4BF}"/>
                    </a:ext>
                  </a:extLst>
                </p14:cNvPr>
                <p14:cNvContentPartPr/>
                <p14:nvPr/>
              </p14:nvContentPartPr>
              <p14:xfrm>
                <a:off x="6454006" y="6222360"/>
                <a:ext cx="371520" cy="3949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FBC3334-C27E-EE8C-BAA0-CDA6D74FB4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45006" y="6213720"/>
                  <a:ext cx="389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4AEBB7E-1E6E-4710-7239-326C3B5FB34E}"/>
                    </a:ext>
                  </a:extLst>
                </p14:cNvPr>
                <p14:cNvContentPartPr/>
                <p14:nvPr/>
              </p14:nvContentPartPr>
              <p14:xfrm>
                <a:off x="6923806" y="6481560"/>
                <a:ext cx="159480" cy="1900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4AEBB7E-1E6E-4710-7239-326C3B5FB34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14806" y="6472920"/>
                  <a:ext cx="177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2A636DB-374F-1130-CDE2-FDD8F4B0885E}"/>
                    </a:ext>
                  </a:extLst>
                </p14:cNvPr>
                <p14:cNvContentPartPr/>
                <p14:nvPr/>
              </p14:nvContentPartPr>
              <p14:xfrm>
                <a:off x="7171126" y="6407760"/>
                <a:ext cx="109080" cy="152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2A636DB-374F-1130-CDE2-FDD8F4B0885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62486" y="6399120"/>
                  <a:ext cx="126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00EC7D7-9162-F66E-C366-774E71F19FFF}"/>
                    </a:ext>
                  </a:extLst>
                </p14:cNvPr>
                <p14:cNvContentPartPr/>
                <p14:nvPr/>
              </p14:nvContentPartPr>
              <p14:xfrm>
                <a:off x="7002646" y="5732040"/>
                <a:ext cx="229320" cy="721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00EC7D7-9162-F66E-C366-774E71F19FF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94006" y="5723040"/>
                  <a:ext cx="24696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395B329-B966-7682-1926-4FD1D1EC19F3}"/>
                    </a:ext>
                  </a:extLst>
                </p14:cNvPr>
                <p14:cNvContentPartPr/>
                <p14:nvPr/>
              </p14:nvContentPartPr>
              <p14:xfrm>
                <a:off x="7298566" y="6261240"/>
                <a:ext cx="415080" cy="448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395B329-B966-7682-1926-4FD1D1EC19F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289926" y="6252240"/>
                  <a:ext cx="4327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478C3B0D-BD30-89CD-E2E4-A26448DCA2EA}"/>
                    </a:ext>
                  </a:extLst>
                </p14:cNvPr>
                <p14:cNvContentPartPr/>
                <p14:nvPr/>
              </p14:nvContentPartPr>
              <p14:xfrm>
                <a:off x="8337280" y="4704400"/>
                <a:ext cx="2320920" cy="13644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478C3B0D-BD30-89CD-E2E4-A26448DCA2E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28280" y="4695400"/>
                  <a:ext cx="2338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98FD46E6-84D9-F253-5914-B8DB75D979BA}"/>
                    </a:ext>
                  </a:extLst>
                </p14:cNvPr>
                <p14:cNvContentPartPr/>
                <p14:nvPr/>
              </p14:nvContentPartPr>
              <p14:xfrm>
                <a:off x="10411240" y="4695040"/>
                <a:ext cx="233640" cy="41112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98FD46E6-84D9-F253-5914-B8DB75D979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402240" y="4686040"/>
                  <a:ext cx="2512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C90ABBA4-C717-C354-015E-9CD56E3051A5}"/>
                    </a:ext>
                  </a:extLst>
                </p14:cNvPr>
                <p14:cNvContentPartPr/>
                <p14:nvPr/>
              </p14:nvContentPartPr>
              <p14:xfrm>
                <a:off x="7423600" y="4621240"/>
                <a:ext cx="271440" cy="55512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C90ABBA4-C717-C354-015E-9CD56E3051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14960" y="4612240"/>
                  <a:ext cx="2890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299CEF3B-9BA3-E7B3-0C71-F5C30044A728}"/>
                    </a:ext>
                  </a:extLst>
                </p14:cNvPr>
                <p14:cNvContentPartPr/>
                <p14:nvPr/>
              </p14:nvContentPartPr>
              <p14:xfrm>
                <a:off x="7594600" y="4621240"/>
                <a:ext cx="360" cy="36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299CEF3B-9BA3-E7B3-0C71-F5C30044A7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85960" y="4612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3F34333-A8D4-0613-6BAF-C7BFBB0049D5}"/>
                    </a:ext>
                  </a:extLst>
                </p14:cNvPr>
                <p14:cNvContentPartPr/>
                <p14:nvPr/>
              </p14:nvContentPartPr>
              <p14:xfrm>
                <a:off x="7509280" y="4621240"/>
                <a:ext cx="216000" cy="17280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3F34333-A8D4-0613-6BAF-C7BFBB0049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00280" y="4612240"/>
                  <a:ext cx="23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1727AF08-8F62-4C1E-BE5F-F62FFDC54822}"/>
                    </a:ext>
                  </a:extLst>
                </p14:cNvPr>
                <p14:cNvContentPartPr/>
                <p14:nvPr/>
              </p14:nvContentPartPr>
              <p14:xfrm>
                <a:off x="7718080" y="4864240"/>
                <a:ext cx="370080" cy="30600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1727AF08-8F62-4C1E-BE5F-F62FFDC548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09080" y="4855240"/>
                  <a:ext cx="387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689F0FDD-FC14-E6C2-9178-35342AD14832}"/>
                    </a:ext>
                  </a:extLst>
                </p14:cNvPr>
                <p14:cNvContentPartPr/>
                <p14:nvPr/>
              </p14:nvContentPartPr>
              <p14:xfrm>
                <a:off x="8046040" y="4759840"/>
                <a:ext cx="226440" cy="41328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689F0FDD-FC14-E6C2-9178-35342AD148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37400" y="4750840"/>
                  <a:ext cx="2440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0D6C0FCF-1283-D198-0950-5C063A5A52A9}"/>
                    </a:ext>
                  </a:extLst>
                </p14:cNvPr>
                <p14:cNvContentPartPr/>
                <p14:nvPr/>
              </p14:nvContentPartPr>
              <p14:xfrm>
                <a:off x="7728160" y="5350960"/>
                <a:ext cx="253800" cy="41904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0D6C0FCF-1283-D198-0950-5C063A5A52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19520" y="5342320"/>
                  <a:ext cx="2714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3009150A-FF86-553D-0E24-1A7CB618A6FD}"/>
                    </a:ext>
                  </a:extLst>
                </p14:cNvPr>
                <p14:cNvContentPartPr/>
                <p14:nvPr/>
              </p14:nvContentPartPr>
              <p14:xfrm>
                <a:off x="7981600" y="5249440"/>
                <a:ext cx="147600" cy="5904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3009150A-FF86-553D-0E24-1A7CB618A6F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72600" y="5240440"/>
                  <a:ext cx="165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215103F3-0A04-1977-4655-EAAAE47DAD3A}"/>
                    </a:ext>
                  </a:extLst>
                </p14:cNvPr>
                <p14:cNvContentPartPr/>
                <p14:nvPr/>
              </p14:nvContentPartPr>
              <p14:xfrm>
                <a:off x="7981600" y="5249440"/>
                <a:ext cx="150840" cy="41616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215103F3-0A04-1977-4655-EAAAE47DAD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72600" y="5240440"/>
                  <a:ext cx="168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55ACAB69-9E21-81EE-C193-13705A063284}"/>
                    </a:ext>
                  </a:extLst>
                </p14:cNvPr>
                <p14:cNvContentPartPr/>
                <p14:nvPr/>
              </p14:nvContentPartPr>
              <p14:xfrm>
                <a:off x="8159440" y="5477320"/>
                <a:ext cx="151200" cy="20988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55ACAB69-9E21-81EE-C193-13705A0632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50440" y="5468320"/>
                  <a:ext cx="168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CFFB9358-AFC2-AA88-A2AA-24B9337D18DE}"/>
                    </a:ext>
                  </a:extLst>
                </p14:cNvPr>
                <p14:cNvContentPartPr/>
                <p14:nvPr/>
              </p14:nvContentPartPr>
              <p14:xfrm>
                <a:off x="8505040" y="5366440"/>
                <a:ext cx="1605240" cy="14508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CFFB9358-AFC2-AA88-A2AA-24B9337D18D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6040" y="5357440"/>
                  <a:ext cx="1622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001C244F-98F6-61D2-6192-3F083506F596}"/>
                    </a:ext>
                  </a:extLst>
                </p14:cNvPr>
                <p14:cNvContentPartPr/>
                <p14:nvPr/>
              </p14:nvContentPartPr>
              <p14:xfrm>
                <a:off x="9891040" y="5240080"/>
                <a:ext cx="210240" cy="26820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001C244F-98F6-61D2-6192-3F083506F5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882040" y="5231440"/>
                  <a:ext cx="227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FD41C2E6-6231-D26A-7481-7B7BA233C0F7}"/>
                    </a:ext>
                  </a:extLst>
                </p14:cNvPr>
                <p14:cNvContentPartPr/>
                <p14:nvPr/>
              </p14:nvContentPartPr>
              <p14:xfrm>
                <a:off x="8008960" y="5853160"/>
                <a:ext cx="178560" cy="64080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FD41C2E6-6231-D26A-7481-7B7BA233C0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99960" y="5844160"/>
                  <a:ext cx="19620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F8D4A962-7402-8031-21B3-FF3E8B93802C}"/>
                    </a:ext>
                  </a:extLst>
                </p14:cNvPr>
                <p14:cNvContentPartPr/>
                <p14:nvPr/>
              </p14:nvContentPartPr>
              <p14:xfrm>
                <a:off x="8255200" y="6204160"/>
                <a:ext cx="86040" cy="30600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F8D4A962-7402-8031-21B3-FF3E8B938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6200" y="6195160"/>
                  <a:ext cx="103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3A3181C7-F52A-6FED-A99E-CD470B04AD2F}"/>
                    </a:ext>
                  </a:extLst>
                </p14:cNvPr>
                <p14:cNvContentPartPr/>
                <p14:nvPr/>
              </p14:nvContentPartPr>
              <p14:xfrm>
                <a:off x="8265280" y="6204160"/>
                <a:ext cx="360" cy="3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3A3181C7-F52A-6FED-A99E-CD470B04AD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56640" y="6195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5C4A15F1-3362-94B5-9EDF-DA1C6175DA85}"/>
                    </a:ext>
                  </a:extLst>
                </p14:cNvPr>
                <p14:cNvContentPartPr/>
                <p14:nvPr/>
              </p14:nvContentPartPr>
              <p14:xfrm>
                <a:off x="8265280" y="6204160"/>
                <a:ext cx="280800" cy="33588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5C4A15F1-3362-94B5-9EDF-DA1C6175DA8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56640" y="6195160"/>
                  <a:ext cx="2984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29264F2E-6A1D-9F56-166E-F56FF98CF1FE}"/>
                    </a:ext>
                  </a:extLst>
                </p14:cNvPr>
                <p14:cNvContentPartPr/>
                <p14:nvPr/>
              </p14:nvContentPartPr>
              <p14:xfrm>
                <a:off x="8556160" y="6130000"/>
                <a:ext cx="180720" cy="44352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29264F2E-6A1D-9F56-166E-F56FF98CF1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47520" y="6121360"/>
                  <a:ext cx="198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65CFCF7C-E7BB-0442-0BA6-C906B0848E7B}"/>
                    </a:ext>
                  </a:extLst>
                </p14:cNvPr>
                <p14:cNvContentPartPr/>
                <p14:nvPr/>
              </p14:nvContentPartPr>
              <p14:xfrm>
                <a:off x="8682880" y="6050080"/>
                <a:ext cx="1903320" cy="5580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65CFCF7C-E7BB-0442-0BA6-C906B0848E7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74240" y="6041440"/>
                  <a:ext cx="1920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96C4F164-6F4B-2312-4519-42CB5ACDFC42}"/>
                    </a:ext>
                  </a:extLst>
                </p14:cNvPr>
                <p14:cNvContentPartPr/>
                <p14:nvPr/>
              </p14:nvContentPartPr>
              <p14:xfrm>
                <a:off x="10397560" y="5896000"/>
                <a:ext cx="234000" cy="33300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96C4F164-6F4B-2312-4519-42CB5ACDFC4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388560" y="5887360"/>
                  <a:ext cx="2516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9113029B-4506-7EBC-BC69-F5CF8334D5A5}"/>
                    </a:ext>
                  </a:extLst>
                </p14:cNvPr>
                <p14:cNvContentPartPr/>
                <p14:nvPr/>
              </p14:nvContentPartPr>
              <p14:xfrm>
                <a:off x="9202360" y="3860560"/>
                <a:ext cx="186840" cy="28728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9113029B-4506-7EBC-BC69-F5CF8334D5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93360" y="3851560"/>
                  <a:ext cx="204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720B7E9B-A81A-D0BD-7DB0-D58ED8C95B4C}"/>
                    </a:ext>
                  </a:extLst>
                </p14:cNvPr>
                <p14:cNvContentPartPr/>
                <p14:nvPr/>
              </p14:nvContentPartPr>
              <p14:xfrm>
                <a:off x="9250960" y="4642480"/>
                <a:ext cx="102960" cy="25596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720B7E9B-A81A-D0BD-7DB0-D58ED8C95B4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42320" y="4633840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0EB1A042-5CB0-E5E0-3295-098579B335D9}"/>
                    </a:ext>
                  </a:extLst>
                </p14:cNvPr>
                <p14:cNvContentPartPr/>
                <p14:nvPr/>
              </p14:nvContentPartPr>
              <p14:xfrm>
                <a:off x="9661360" y="4319200"/>
                <a:ext cx="137880" cy="45324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0EB1A042-5CB0-E5E0-3295-098579B335D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52360" y="4310560"/>
                  <a:ext cx="155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73384CDD-D544-CF77-9333-7047FAC814AB}"/>
                    </a:ext>
                  </a:extLst>
                </p14:cNvPr>
                <p14:cNvContentPartPr/>
                <p14:nvPr/>
              </p14:nvContentPartPr>
              <p14:xfrm>
                <a:off x="9244120" y="5381920"/>
                <a:ext cx="188640" cy="33912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73384CDD-D544-CF77-9333-7047FAC814A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35480" y="5372920"/>
                  <a:ext cx="2062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9B6A9166-321F-9995-64AD-8B54948D9464}"/>
                    </a:ext>
                  </a:extLst>
                </p14:cNvPr>
                <p14:cNvContentPartPr/>
                <p14:nvPr/>
              </p14:nvContentPartPr>
              <p14:xfrm>
                <a:off x="9551920" y="4913560"/>
                <a:ext cx="202320" cy="55476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9B6A9166-321F-9995-64AD-8B54948D946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43280" y="4904920"/>
                  <a:ext cx="219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B0F34FA8-7278-38DC-62B5-CECCFB318B01}"/>
                    </a:ext>
                  </a:extLst>
                </p14:cNvPr>
                <p14:cNvContentPartPr/>
                <p14:nvPr/>
              </p14:nvContentPartPr>
              <p14:xfrm>
                <a:off x="9148360" y="5760640"/>
                <a:ext cx="428040" cy="55764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B0F34FA8-7278-38DC-62B5-CECCFB318B0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139360" y="5751640"/>
                  <a:ext cx="4456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01356BCB-9D30-B8A0-BAE6-145C7088A06F}"/>
                    </a:ext>
                  </a:extLst>
                </p14:cNvPr>
                <p14:cNvContentPartPr/>
                <p14:nvPr/>
              </p14:nvContentPartPr>
              <p14:xfrm>
                <a:off x="9808600" y="5840560"/>
                <a:ext cx="281160" cy="376200"/>
              </p14:xfrm>
            </p:contentPart>
          </mc:Choice>
          <mc:Fallback xmlns=""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01356BCB-9D30-B8A0-BAE6-145C7088A06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99960" y="5831920"/>
                  <a:ext cx="2988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BB00725D-0F31-8E03-6928-4BCE1C100C76}"/>
                    </a:ext>
                  </a:extLst>
                </p14:cNvPr>
                <p14:cNvContentPartPr/>
                <p14:nvPr/>
              </p14:nvContentPartPr>
              <p14:xfrm>
                <a:off x="9911560" y="5803840"/>
                <a:ext cx="315360" cy="55800"/>
              </p14:xfrm>
            </p:contentPart>
          </mc:Choice>
          <mc:Fallback xmlns=""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BB00725D-0F31-8E03-6928-4BCE1C100C7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902560" y="5794840"/>
                  <a:ext cx="333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DEF5881E-28F7-1652-C0E1-95EF9F874009}"/>
                    </a:ext>
                  </a:extLst>
                </p14:cNvPr>
                <p14:cNvContentPartPr/>
                <p14:nvPr/>
              </p14:nvContentPartPr>
              <p14:xfrm>
                <a:off x="10352920" y="6810760"/>
                <a:ext cx="31320" cy="34200"/>
              </p14:xfrm>
            </p:contentPart>
          </mc:Choice>
          <mc:Fallback xmlns=""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DEF5881E-28F7-1652-C0E1-95EF9F87400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344280" y="6802120"/>
                  <a:ext cx="48960" cy="51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4" name="그림 123">
            <a:extLst>
              <a:ext uri="{FF2B5EF4-FFF2-40B4-BE49-F238E27FC236}">
                <a16:creationId xmlns:a16="http://schemas.microsoft.com/office/drawing/2014/main" id="{27BF8959-5EB0-7A26-20F2-1C27294239F1}"/>
              </a:ext>
            </a:extLst>
          </p:cNvPr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-1601064" y="6080198"/>
            <a:ext cx="25015781" cy="141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E74B6DA-854B-97CC-E310-CF038368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18" y="0"/>
            <a:ext cx="21661476" cy="114317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63911B-FD94-1092-D68B-8BE6D9F45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18" y="12140729"/>
            <a:ext cx="24738301" cy="135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5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4FA4-7750-DA19-DAD6-4983D51A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4E18552-D079-C1BB-E9BB-BDA69EE5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38" y="3732065"/>
            <a:ext cx="21661476" cy="1143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97796A-7F4E-977B-3D34-4E1186D7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55" y="1482209"/>
            <a:ext cx="23549864" cy="186351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8A8DE31-4373-B782-E3BD-585A96BA4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75761" y="-2009090"/>
            <a:ext cx="43151493" cy="221264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12D70D1-BF6D-C265-3608-23E732A94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2489" y="7515964"/>
            <a:ext cx="19706861" cy="98186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4BA7B3-A069-E880-97D3-C49FCDAB5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685946" y="6845145"/>
            <a:ext cx="20454409" cy="153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0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33D774-5E27-FED9-0151-D9411899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76" y="976142"/>
            <a:ext cx="30221681" cy="1649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746366-4146-08C4-7833-FA6493CA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26"/>
          <a:stretch>
            <a:fillRect/>
          </a:stretch>
        </p:blipFill>
        <p:spPr>
          <a:xfrm>
            <a:off x="-164842" y="-1948320"/>
            <a:ext cx="18945211" cy="18580168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275F5C-4B4F-C27C-9575-EEC6F2CBF651}"/>
              </a:ext>
            </a:extLst>
          </p:cNvPr>
          <p:cNvGrpSpPr/>
          <p:nvPr/>
        </p:nvGrpSpPr>
        <p:grpSpPr>
          <a:xfrm>
            <a:off x="9680742" y="7001353"/>
            <a:ext cx="873000" cy="1738800"/>
            <a:chOff x="9680742" y="7001353"/>
            <a:chExt cx="873000" cy="173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A07CB48-8479-8E63-DF94-B591F42480AE}"/>
                    </a:ext>
                  </a:extLst>
                </p14:cNvPr>
                <p14:cNvContentPartPr/>
                <p14:nvPr/>
              </p14:nvContentPartPr>
              <p14:xfrm>
                <a:off x="10034982" y="7140313"/>
                <a:ext cx="157320" cy="244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A07CB48-8479-8E63-DF94-B591F42480A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26342" y="7131673"/>
                  <a:ext cx="174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B78C6EA-0BFA-E15C-A8C2-2D2506E9CD18}"/>
                    </a:ext>
                  </a:extLst>
                </p14:cNvPr>
                <p14:cNvContentPartPr/>
                <p14:nvPr/>
              </p14:nvContentPartPr>
              <p14:xfrm>
                <a:off x="10078182" y="7001353"/>
                <a:ext cx="84600" cy="2275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B78C6EA-0BFA-E15C-A8C2-2D2506E9CD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69182" y="6992713"/>
                  <a:ext cx="102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EF04754-3AA8-E9E7-DDFD-1634610D6D22}"/>
                    </a:ext>
                  </a:extLst>
                </p14:cNvPr>
                <p14:cNvContentPartPr/>
                <p14:nvPr/>
              </p14:nvContentPartPr>
              <p14:xfrm>
                <a:off x="10185462" y="7453873"/>
                <a:ext cx="207000" cy="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EF04754-3AA8-E9E7-DDFD-1634610D6D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76822" y="7445233"/>
                  <a:ext cx="224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0602994-1B1F-D573-2C48-E37F4E66D492}"/>
                    </a:ext>
                  </a:extLst>
                </p14:cNvPr>
                <p14:cNvContentPartPr/>
                <p14:nvPr/>
              </p14:nvContentPartPr>
              <p14:xfrm>
                <a:off x="10347462" y="7384393"/>
                <a:ext cx="52560" cy="781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0602994-1B1F-D573-2C48-E37F4E66D4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38822" y="7375753"/>
                  <a:ext cx="70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723D5AD-C6B6-030D-6C32-A0F7A4CBF714}"/>
                    </a:ext>
                  </a:extLst>
                </p14:cNvPr>
                <p14:cNvContentPartPr/>
                <p14:nvPr/>
              </p14:nvContentPartPr>
              <p14:xfrm>
                <a:off x="10023462" y="7419313"/>
                <a:ext cx="82080" cy="24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723D5AD-C6B6-030D-6C32-A0F7A4CBF7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14822" y="7410313"/>
                  <a:ext cx="99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E93C7C5-DE02-DEFA-B2E7-D4944E70791D}"/>
                    </a:ext>
                  </a:extLst>
                </p14:cNvPr>
                <p14:cNvContentPartPr/>
                <p14:nvPr/>
              </p14:nvContentPartPr>
              <p14:xfrm>
                <a:off x="10045062" y="7314913"/>
                <a:ext cx="73440" cy="2278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E93C7C5-DE02-DEFA-B2E7-D4944E7079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36062" y="7306273"/>
                  <a:ext cx="91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1A7B41E-F865-52C0-DB53-A583CEBD1A49}"/>
                    </a:ext>
                  </a:extLst>
                </p14:cNvPr>
                <p14:cNvContentPartPr/>
                <p14:nvPr/>
              </p14:nvContentPartPr>
              <p14:xfrm>
                <a:off x="10266462" y="7673833"/>
                <a:ext cx="205560" cy="475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1A7B41E-F865-52C0-DB53-A583CEBD1A4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57822" y="7665193"/>
                  <a:ext cx="22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8F4D3A4-4069-DDEA-B4CF-EE5FF239D121}"/>
                    </a:ext>
                  </a:extLst>
                </p14:cNvPr>
                <p14:cNvContentPartPr/>
                <p14:nvPr/>
              </p14:nvContentPartPr>
              <p14:xfrm>
                <a:off x="10150902" y="7650073"/>
                <a:ext cx="248040" cy="12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8F4D3A4-4069-DDEA-B4CF-EE5FF239D1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141902" y="7641433"/>
                  <a:ext cx="26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74A7E72-C7A6-498F-61F5-59807ED83329}"/>
                    </a:ext>
                  </a:extLst>
                </p14:cNvPr>
                <p14:cNvContentPartPr/>
                <p14:nvPr/>
              </p14:nvContentPartPr>
              <p14:xfrm>
                <a:off x="10243422" y="7546393"/>
                <a:ext cx="217440" cy="159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74A7E72-C7A6-498F-61F5-59807ED833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34422" y="7537753"/>
                  <a:ext cx="235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2D89B79-A6FC-F89A-42EA-B9FE21A0BC24}"/>
                    </a:ext>
                  </a:extLst>
                </p14:cNvPr>
                <p14:cNvContentPartPr/>
                <p14:nvPr/>
              </p14:nvContentPartPr>
              <p14:xfrm>
                <a:off x="10277982" y="7727113"/>
                <a:ext cx="101160" cy="1090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2D89B79-A6FC-F89A-42EA-B9FE21A0BC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69342" y="7718113"/>
                  <a:ext cx="118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A6F3A52-05C1-5663-1B8C-0784FFBD3841}"/>
                    </a:ext>
                  </a:extLst>
                </p14:cNvPr>
                <p14:cNvContentPartPr/>
                <p14:nvPr/>
              </p14:nvContentPartPr>
              <p14:xfrm>
                <a:off x="9680742" y="7584193"/>
                <a:ext cx="152280" cy="1612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A6F3A52-05C1-5663-1B8C-0784FFBD38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2102" y="7575553"/>
                  <a:ext cx="169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CB3DFEF-64E2-C8D5-3195-09E13B2C2E7F}"/>
                    </a:ext>
                  </a:extLst>
                </p14:cNvPr>
                <p14:cNvContentPartPr/>
                <p14:nvPr/>
              </p14:nvContentPartPr>
              <p14:xfrm>
                <a:off x="9722862" y="7643593"/>
                <a:ext cx="183600" cy="3124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CB3DFEF-64E2-C8D5-3195-09E13B2C2E7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13862" y="7634593"/>
                  <a:ext cx="201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4059F94-9795-393B-18E8-250337B867C9}"/>
                    </a:ext>
                  </a:extLst>
                </p14:cNvPr>
                <p14:cNvContentPartPr/>
                <p14:nvPr/>
              </p14:nvContentPartPr>
              <p14:xfrm>
                <a:off x="9974142" y="7589233"/>
                <a:ext cx="33480" cy="3013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4059F94-9795-393B-18E8-250337B867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65502" y="7580233"/>
                  <a:ext cx="511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A0BFB52-2570-041E-58EF-1EFAA58264CA}"/>
                    </a:ext>
                  </a:extLst>
                </p14:cNvPr>
                <p14:cNvContentPartPr/>
                <p14:nvPr/>
              </p14:nvContentPartPr>
              <p14:xfrm>
                <a:off x="10028862" y="7659073"/>
                <a:ext cx="24840" cy="3042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A0BFB52-2570-041E-58EF-1EFAA58264C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19862" y="7650433"/>
                  <a:ext cx="424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97E0267-F324-D932-FAD9-EAF294708604}"/>
                    </a:ext>
                  </a:extLst>
                </p14:cNvPr>
                <p14:cNvContentPartPr/>
                <p14:nvPr/>
              </p14:nvContentPartPr>
              <p14:xfrm>
                <a:off x="10028862" y="7659073"/>
                <a:ext cx="135000" cy="370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97E0267-F324-D932-FAD9-EAF2947086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19862" y="7650433"/>
                  <a:ext cx="152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1F906A9-6370-85D7-3278-9DEC919504CF}"/>
                    </a:ext>
                  </a:extLst>
                </p14:cNvPr>
                <p14:cNvContentPartPr/>
                <p14:nvPr/>
              </p14:nvContentPartPr>
              <p14:xfrm>
                <a:off x="10034622" y="7799473"/>
                <a:ext cx="140760" cy="248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1F906A9-6370-85D7-3278-9DEC919504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25982" y="7790833"/>
                  <a:ext cx="158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AA6A772-1B58-CF32-03FF-E043AF891A18}"/>
                    </a:ext>
                  </a:extLst>
                </p14:cNvPr>
                <p14:cNvContentPartPr/>
                <p14:nvPr/>
              </p14:nvContentPartPr>
              <p14:xfrm>
                <a:off x="10099062" y="7931233"/>
                <a:ext cx="454680" cy="4201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AA6A772-1B58-CF32-03FF-E043AF891A1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90062" y="7922233"/>
                  <a:ext cx="4723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860B1C7-EF5A-86EF-823D-BB4A3A59A025}"/>
                    </a:ext>
                  </a:extLst>
                </p14:cNvPr>
                <p14:cNvContentPartPr/>
                <p14:nvPr/>
              </p14:nvContentPartPr>
              <p14:xfrm>
                <a:off x="10089342" y="8229313"/>
                <a:ext cx="148680" cy="1566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860B1C7-EF5A-86EF-823D-BB4A3A59A0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80342" y="8220673"/>
                  <a:ext cx="166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C4A458D-59CB-DB7C-11ED-9626DFAF3157}"/>
                    </a:ext>
                  </a:extLst>
                </p14:cNvPr>
                <p14:cNvContentPartPr/>
                <p14:nvPr/>
              </p14:nvContentPartPr>
              <p14:xfrm>
                <a:off x="9738342" y="8404633"/>
                <a:ext cx="234360" cy="478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C4A458D-59CB-DB7C-11ED-9626DFAF31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29702" y="8395993"/>
                  <a:ext cx="252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B2EA267-2704-6775-21EE-520786C12763}"/>
                    </a:ext>
                  </a:extLst>
                </p14:cNvPr>
                <p14:cNvContentPartPr/>
                <p14:nvPr/>
              </p14:nvContentPartPr>
              <p14:xfrm>
                <a:off x="9835902" y="8188993"/>
                <a:ext cx="103680" cy="5511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B2EA267-2704-6775-21EE-520786C1276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26902" y="8180353"/>
                  <a:ext cx="121320" cy="56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F33A18C-6EF6-2376-1E26-1DC7AF4B60B2}"/>
                  </a:ext>
                </a:extLst>
              </p14:cNvPr>
              <p14:cNvContentPartPr/>
              <p14:nvPr/>
            </p14:nvContentPartPr>
            <p14:xfrm>
              <a:off x="10120302" y="9481753"/>
              <a:ext cx="208080" cy="936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F33A18C-6EF6-2376-1E26-1DC7AF4B60B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111662" y="9473113"/>
                <a:ext cx="2257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03802265-AD04-B30E-A788-F6EAFE1F4971}"/>
                  </a:ext>
                </a:extLst>
              </p14:cNvPr>
              <p14:cNvContentPartPr/>
              <p14:nvPr/>
            </p14:nvContentPartPr>
            <p14:xfrm>
              <a:off x="10268622" y="9187273"/>
              <a:ext cx="77760" cy="49500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03802265-AD04-B30E-A788-F6EAFE1F497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259622" y="9178273"/>
                <a:ext cx="95400" cy="51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그룹 35">
            <a:extLst>
              <a:ext uri="{FF2B5EF4-FFF2-40B4-BE49-F238E27FC236}">
                <a16:creationId xmlns:a16="http://schemas.microsoft.com/office/drawing/2014/main" id="{90CF0B16-B97B-602B-EBBB-5AF73851E27C}"/>
              </a:ext>
            </a:extLst>
          </p:cNvPr>
          <p:cNvGrpSpPr/>
          <p:nvPr/>
        </p:nvGrpSpPr>
        <p:grpSpPr>
          <a:xfrm>
            <a:off x="10564902" y="9394273"/>
            <a:ext cx="90000" cy="186480"/>
            <a:chOff x="10564902" y="9394273"/>
            <a:chExt cx="900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938A1033-D761-887A-BAED-61E192300759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64800" cy="270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938A1033-D761-887A-BAED-61E1923007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55902" y="9385273"/>
                  <a:ext cx="82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B8A581E-EE45-B4AA-31D0-C6CE7BFCC3BB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360" cy="3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1B8A581E-EE45-B4AA-31D0-C6CE7BFCC3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55902" y="9385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461FDB9-C44F-7CB6-E4E2-8795D53223A6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90000" cy="18648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461FDB9-C44F-7CB6-E4E2-8795D53223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55902" y="9385273"/>
                  <a:ext cx="10764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F18954D2-49AE-DDD3-329A-BFA2A7CD3DB9}"/>
                  </a:ext>
                </a:extLst>
              </p14:cNvPr>
              <p14:cNvContentPartPr/>
              <p14:nvPr/>
            </p14:nvContentPartPr>
            <p14:xfrm>
              <a:off x="10273302" y="10021753"/>
              <a:ext cx="219960" cy="28800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F18954D2-49AE-DDD3-329A-BFA2A7CD3D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64302" y="10012753"/>
                <a:ext cx="23760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77AF9CBB-9576-A2D9-8AB2-3072727E96D8}"/>
              </a:ext>
            </a:extLst>
          </p:cNvPr>
          <p:cNvGrpSpPr/>
          <p:nvPr/>
        </p:nvGrpSpPr>
        <p:grpSpPr>
          <a:xfrm>
            <a:off x="10730502" y="10094113"/>
            <a:ext cx="51120" cy="195120"/>
            <a:chOff x="10730502" y="10094113"/>
            <a:chExt cx="5112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6DC43440-964B-FE8E-B65D-D2644772C238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31680" cy="1260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6DC43440-964B-FE8E-B65D-D2644772C2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21862" y="10085473"/>
                  <a:ext cx="49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643C6C65-3E29-80DC-5485-4C757B253741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360" cy="3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643C6C65-3E29-80DC-5485-4C757B25374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1862" y="100854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9A09D396-74AA-1017-C208-2DB624E5EACE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51120" cy="19512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9A09D396-74AA-1017-C208-2DB624E5EA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21862" y="10085473"/>
                  <a:ext cx="6876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75ED225B-CC4E-5156-024A-AE7D962DEB3D}"/>
                  </a:ext>
                </a:extLst>
              </p14:cNvPr>
              <p14:cNvContentPartPr/>
              <p14:nvPr/>
            </p14:nvContentPartPr>
            <p14:xfrm>
              <a:off x="12939102" y="10260793"/>
              <a:ext cx="1496160" cy="682920"/>
            </p14:xfrm>
          </p:contentPart>
        </mc:Choice>
        <mc:Fallback xmlns=""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75ED225B-CC4E-5156-024A-AE7D962DEB3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930102" y="10252153"/>
                <a:ext cx="151380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88C15644-443A-93A2-5F35-2F50B7BC0044}"/>
                  </a:ext>
                </a:extLst>
              </p14:cNvPr>
              <p14:cNvContentPartPr/>
              <p14:nvPr/>
            </p14:nvContentPartPr>
            <p14:xfrm>
              <a:off x="12863142" y="9076393"/>
              <a:ext cx="1449000" cy="755640"/>
            </p14:xfrm>
          </p:contentPart>
        </mc:Choice>
        <mc:Fallback xmlns=""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88C15644-443A-93A2-5F35-2F50B7BC00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854142" y="9067753"/>
                <a:ext cx="1466640" cy="77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ADC63738-9FDF-01FB-FBA1-020772C3117D}"/>
              </a:ext>
            </a:extLst>
          </p:cNvPr>
          <p:cNvGrpSpPr/>
          <p:nvPr/>
        </p:nvGrpSpPr>
        <p:grpSpPr>
          <a:xfrm>
            <a:off x="11172942" y="8944993"/>
            <a:ext cx="6177600" cy="3025080"/>
            <a:chOff x="11172942" y="8944993"/>
            <a:chExt cx="6177600" cy="30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726430E4-F643-798A-8D58-8506C845CB6C}"/>
                    </a:ext>
                  </a:extLst>
                </p14:cNvPr>
                <p14:cNvContentPartPr/>
                <p14:nvPr/>
              </p14:nvContentPartPr>
              <p14:xfrm>
                <a:off x="12430422" y="10489033"/>
                <a:ext cx="360" cy="36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726430E4-F643-798A-8D58-8506C845CB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421422" y="10480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9060171B-B34C-36DD-8A0E-8A736514C7C1}"/>
                    </a:ext>
                  </a:extLst>
                </p14:cNvPr>
                <p14:cNvContentPartPr/>
                <p14:nvPr/>
              </p14:nvContentPartPr>
              <p14:xfrm>
                <a:off x="11720862" y="9206713"/>
                <a:ext cx="538560" cy="133092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9060171B-B34C-36DD-8A0E-8A736514C7C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11862" y="9198073"/>
                  <a:ext cx="55620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6351A290-198D-AA46-04D0-D4C553AE66D2}"/>
                    </a:ext>
                  </a:extLst>
                </p14:cNvPr>
                <p14:cNvContentPartPr/>
                <p14:nvPr/>
              </p14:nvContentPartPr>
              <p14:xfrm>
                <a:off x="12086982" y="10574713"/>
                <a:ext cx="577800" cy="34128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6351A290-198D-AA46-04D0-D4C553AE66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077982" y="10566073"/>
                  <a:ext cx="595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72FBA6C5-D173-FE86-1C69-E9D848E77721}"/>
                    </a:ext>
                  </a:extLst>
                </p14:cNvPr>
                <p14:cNvContentPartPr/>
                <p14:nvPr/>
              </p14:nvContentPartPr>
              <p14:xfrm>
                <a:off x="12465342" y="10792513"/>
                <a:ext cx="176760" cy="15840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72FBA6C5-D173-FE86-1C69-E9D848E777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456702" y="10783513"/>
                  <a:ext cx="194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B4496DCC-B8B9-1AF0-29C3-A3EC50EA88FE}"/>
                    </a:ext>
                  </a:extLst>
                </p14:cNvPr>
                <p14:cNvContentPartPr/>
                <p14:nvPr/>
              </p14:nvContentPartPr>
              <p14:xfrm>
                <a:off x="13053942" y="10567153"/>
                <a:ext cx="133920" cy="20700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B4496DCC-B8B9-1AF0-29C3-A3EC50EA88F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045302" y="10558153"/>
                  <a:ext cx="151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93AF8AD-F029-7E16-7A25-BE008CCCE044}"/>
                    </a:ext>
                  </a:extLst>
                </p14:cNvPr>
                <p14:cNvContentPartPr/>
                <p14:nvPr/>
              </p14:nvContentPartPr>
              <p14:xfrm>
                <a:off x="13287942" y="10660753"/>
                <a:ext cx="226440" cy="9648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93AF8AD-F029-7E16-7A25-BE008CCCE04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279302" y="10652113"/>
                  <a:ext cx="24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36CF405A-2021-655F-361C-7E387D087949}"/>
                    </a:ext>
                  </a:extLst>
                </p14:cNvPr>
                <p14:cNvContentPartPr/>
                <p14:nvPr/>
              </p14:nvContentPartPr>
              <p14:xfrm>
                <a:off x="13703382" y="10518553"/>
                <a:ext cx="211680" cy="19800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36CF405A-2021-655F-361C-7E387D08794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694382" y="10509913"/>
                  <a:ext cx="229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5025F519-A7AE-720C-1CDB-91285BFD30CE}"/>
                    </a:ext>
                  </a:extLst>
                </p14:cNvPr>
                <p14:cNvContentPartPr/>
                <p14:nvPr/>
              </p14:nvContentPartPr>
              <p14:xfrm>
                <a:off x="13820022" y="10473193"/>
                <a:ext cx="14040" cy="38808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5025F519-A7AE-720C-1CDB-91285BFD30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811382" y="10464193"/>
                  <a:ext cx="31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1C7233B-41B5-E35C-9ACD-D551B00F46B8}"/>
                    </a:ext>
                  </a:extLst>
                </p14:cNvPr>
                <p14:cNvContentPartPr/>
                <p14:nvPr/>
              </p14:nvContentPartPr>
              <p14:xfrm>
                <a:off x="13948902" y="10585513"/>
                <a:ext cx="86400" cy="30852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1C7233B-41B5-E35C-9ACD-D551B00F46B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939902" y="10576513"/>
                  <a:ext cx="104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267C678D-AD28-B6EF-AC6D-BDC70D797B51}"/>
                    </a:ext>
                  </a:extLst>
                </p14:cNvPr>
                <p14:cNvContentPartPr/>
                <p14:nvPr/>
              </p14:nvContentPartPr>
              <p14:xfrm>
                <a:off x="14112342" y="10667593"/>
                <a:ext cx="105840" cy="22680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267C678D-AD28-B6EF-AC6D-BDC70D797B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103702" y="10658593"/>
                  <a:ext cx="123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510B3AE-A307-5548-6EC8-A53B53ECF8A2}"/>
                    </a:ext>
                  </a:extLst>
                </p14:cNvPr>
                <p14:cNvContentPartPr/>
                <p14:nvPr/>
              </p14:nvContentPartPr>
              <p14:xfrm>
                <a:off x="14235462" y="10593433"/>
                <a:ext cx="162000" cy="17316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510B3AE-A307-5548-6EC8-A53B53ECF8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226462" y="10584433"/>
                  <a:ext cx="179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16717E4B-C61C-3A6F-DBF0-9D17ABD3B607}"/>
                    </a:ext>
                  </a:extLst>
                </p14:cNvPr>
                <p14:cNvContentPartPr/>
                <p14:nvPr/>
              </p14:nvContentPartPr>
              <p14:xfrm>
                <a:off x="14336622" y="10578313"/>
                <a:ext cx="90000" cy="9144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16717E4B-C61C-3A6F-DBF0-9D17ABD3B60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327982" y="10569673"/>
                  <a:ext cx="107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FA11D9D-CB83-AA23-2F63-87AA64AFF8CF}"/>
                    </a:ext>
                  </a:extLst>
                </p14:cNvPr>
                <p14:cNvContentPartPr/>
                <p14:nvPr/>
              </p14:nvContentPartPr>
              <p14:xfrm>
                <a:off x="11213982" y="9327673"/>
                <a:ext cx="64800" cy="28584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FA11D9D-CB83-AA23-2F63-87AA64AFF8C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204982" y="9318673"/>
                  <a:ext cx="82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84A7406-9470-1E2D-BA65-758A15B77D6F}"/>
                    </a:ext>
                  </a:extLst>
                </p14:cNvPr>
                <p14:cNvContentPartPr/>
                <p14:nvPr/>
              </p14:nvContentPartPr>
              <p14:xfrm>
                <a:off x="11393262" y="9371593"/>
                <a:ext cx="74880" cy="2757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84A7406-9470-1E2D-BA65-758A15B77D6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84622" y="9362593"/>
                  <a:ext cx="92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D0FA2E0-F50D-8DA0-8C21-097FF05BDC74}"/>
                    </a:ext>
                  </a:extLst>
                </p14:cNvPr>
                <p14:cNvContentPartPr/>
                <p14:nvPr/>
              </p14:nvContentPartPr>
              <p14:xfrm>
                <a:off x="11574702" y="9374833"/>
                <a:ext cx="83520" cy="27180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D0FA2E0-F50D-8DA0-8C21-097FF05BDC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566062" y="9366193"/>
                  <a:ext cx="1011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9391949C-7032-7315-8DDB-2B921EADEA56}"/>
                    </a:ext>
                  </a:extLst>
                </p14:cNvPr>
                <p14:cNvContentPartPr/>
                <p14:nvPr/>
              </p14:nvContentPartPr>
              <p14:xfrm>
                <a:off x="11757942" y="9374833"/>
                <a:ext cx="123120" cy="29160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9391949C-7032-7315-8DDB-2B921EADEA5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748942" y="9366193"/>
                  <a:ext cx="140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37137CE5-D58D-B0AE-920C-0F5E3100243C}"/>
                    </a:ext>
                  </a:extLst>
                </p14:cNvPr>
                <p14:cNvContentPartPr/>
                <p14:nvPr/>
              </p14:nvContentPartPr>
              <p14:xfrm>
                <a:off x="11172942" y="10045153"/>
                <a:ext cx="135000" cy="21096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37137CE5-D58D-B0AE-920C-0F5E310024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64302" y="10036153"/>
                  <a:ext cx="152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CE4C0B9C-FB75-F153-7D8E-5771A7B9F2B5}"/>
                    </a:ext>
                  </a:extLst>
                </p14:cNvPr>
                <p14:cNvContentPartPr/>
                <p14:nvPr/>
              </p14:nvContentPartPr>
              <p14:xfrm>
                <a:off x="11461302" y="10001233"/>
                <a:ext cx="119520" cy="19152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CE4C0B9C-FB75-F153-7D8E-5771A7B9F2B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52302" y="9992233"/>
                  <a:ext cx="137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A959F3FA-AA0F-53E6-CC2B-AF779C004440}"/>
                    </a:ext>
                  </a:extLst>
                </p14:cNvPr>
                <p14:cNvContentPartPr/>
                <p14:nvPr/>
              </p14:nvContentPartPr>
              <p14:xfrm>
                <a:off x="11753982" y="10008073"/>
                <a:ext cx="113400" cy="22932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A959F3FA-AA0F-53E6-CC2B-AF779C00444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744982" y="9999433"/>
                  <a:ext cx="131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CEC644E8-043D-9582-8727-4447E6DFE3C5}"/>
                    </a:ext>
                  </a:extLst>
                </p14:cNvPr>
                <p14:cNvContentPartPr/>
                <p14:nvPr/>
              </p14:nvContentPartPr>
              <p14:xfrm>
                <a:off x="11978262" y="10126873"/>
                <a:ext cx="173520" cy="17460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CEC644E8-043D-9582-8727-4447E6DFE3C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969262" y="10118233"/>
                  <a:ext cx="19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73D0A59-5CF1-5226-3E97-14AA6AA779D1}"/>
                    </a:ext>
                  </a:extLst>
                </p14:cNvPr>
                <p14:cNvContentPartPr/>
                <p14:nvPr/>
              </p14:nvContentPartPr>
              <p14:xfrm>
                <a:off x="12408822" y="10232713"/>
                <a:ext cx="19800" cy="720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73D0A59-5CF1-5226-3E97-14AA6AA779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400182" y="10224073"/>
                  <a:ext cx="37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111B2B38-41A5-2158-2AB5-425C2851E5B1}"/>
                    </a:ext>
                  </a:extLst>
                </p14:cNvPr>
                <p14:cNvContentPartPr/>
                <p14:nvPr/>
              </p14:nvContentPartPr>
              <p14:xfrm>
                <a:off x="12352302" y="10148473"/>
                <a:ext cx="673200" cy="6012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111B2B38-41A5-2158-2AB5-425C2851E5B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343662" y="10139833"/>
                  <a:ext cx="690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6EE0E5BE-E8BA-9369-6D1D-B29FCBEAD3A8}"/>
                    </a:ext>
                  </a:extLst>
                </p14:cNvPr>
                <p14:cNvContentPartPr/>
                <p14:nvPr/>
              </p14:nvContentPartPr>
              <p14:xfrm>
                <a:off x="12873222" y="10104553"/>
                <a:ext cx="150480" cy="22068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6EE0E5BE-E8BA-9369-6D1D-B29FCBEAD3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864222" y="10095913"/>
                  <a:ext cx="168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D1F81B7C-28BD-D790-CDA7-87425C303A81}"/>
                    </a:ext>
                  </a:extLst>
                </p14:cNvPr>
                <p14:cNvContentPartPr/>
                <p14:nvPr/>
              </p14:nvContentPartPr>
              <p14:xfrm>
                <a:off x="12364182" y="9430993"/>
                <a:ext cx="25560" cy="1800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D1F81B7C-28BD-D790-CDA7-87425C303A8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355182" y="9422353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D8C7CDD3-4C47-55B9-DD92-635BAEA9786A}"/>
                    </a:ext>
                  </a:extLst>
                </p14:cNvPr>
                <p14:cNvContentPartPr/>
                <p14:nvPr/>
              </p14:nvContentPartPr>
              <p14:xfrm>
                <a:off x="12346542" y="9430993"/>
                <a:ext cx="18000" cy="20196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D8C7CDD3-4C47-55B9-DD92-635BAEA978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337542" y="9422353"/>
                  <a:ext cx="35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645C14C3-2076-B5C5-7721-3A6F1F4B3116}"/>
                    </a:ext>
                  </a:extLst>
                </p14:cNvPr>
                <p14:cNvContentPartPr/>
                <p14:nvPr/>
              </p14:nvContentPartPr>
              <p14:xfrm>
                <a:off x="12340782" y="9557353"/>
                <a:ext cx="360" cy="36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645C14C3-2076-B5C5-7721-3A6F1F4B31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331782" y="9548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93B4B330-34E0-8960-10C1-8FFEC475CE19}"/>
                    </a:ext>
                  </a:extLst>
                </p14:cNvPr>
                <p14:cNvContentPartPr/>
                <p14:nvPr/>
              </p14:nvContentPartPr>
              <p14:xfrm>
                <a:off x="12131982" y="9557353"/>
                <a:ext cx="558000" cy="2340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93B4B330-34E0-8960-10C1-8FFEC475CE1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123342" y="9548713"/>
                  <a:ext cx="575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936BCF6D-4261-CAB8-7C78-ECE40470FBE3}"/>
                    </a:ext>
                  </a:extLst>
                </p14:cNvPr>
                <p14:cNvContentPartPr/>
                <p14:nvPr/>
              </p14:nvContentPartPr>
              <p14:xfrm>
                <a:off x="12572622" y="9490753"/>
                <a:ext cx="149040" cy="26892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936BCF6D-4261-CAB8-7C78-ECE40470FB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563622" y="9481753"/>
                  <a:ext cx="166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C733CDC2-205B-8648-21CC-586FD02ED3E3}"/>
                    </a:ext>
                  </a:extLst>
                </p14:cNvPr>
                <p14:cNvContentPartPr/>
                <p14:nvPr/>
              </p14:nvContentPartPr>
              <p14:xfrm>
                <a:off x="13118382" y="9439993"/>
                <a:ext cx="121320" cy="20052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C733CDC2-205B-8648-21CC-586FD02ED3E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109742" y="9430993"/>
                  <a:ext cx="138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C0C7E906-007C-845D-3303-7A757B638F7C}"/>
                    </a:ext>
                  </a:extLst>
                </p14:cNvPr>
                <p14:cNvContentPartPr/>
                <p14:nvPr/>
              </p14:nvContentPartPr>
              <p14:xfrm>
                <a:off x="13141782" y="9492553"/>
                <a:ext cx="146520" cy="36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C0C7E906-007C-845D-3303-7A757B638F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133142" y="9483553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F6852F9F-AA5D-4036-5ED0-B42EB21C8CB9}"/>
                    </a:ext>
                  </a:extLst>
                </p14:cNvPr>
                <p14:cNvContentPartPr/>
                <p14:nvPr/>
              </p14:nvContentPartPr>
              <p14:xfrm>
                <a:off x="13321062" y="9487153"/>
                <a:ext cx="139320" cy="16668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F6852F9F-AA5D-4036-5ED0-B42EB21C8C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312422" y="9478153"/>
                  <a:ext cx="156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C6A476D0-5478-5AA3-9F6F-35FB6FE87834}"/>
                    </a:ext>
                  </a:extLst>
                </p14:cNvPr>
                <p14:cNvContentPartPr/>
                <p14:nvPr/>
              </p14:nvContentPartPr>
              <p14:xfrm>
                <a:off x="13527702" y="9518833"/>
                <a:ext cx="226440" cy="9000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C6A476D0-5478-5AA3-9F6F-35FB6FE878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519062" y="9509833"/>
                  <a:ext cx="244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1BA8B205-F637-2235-CD20-4F89EAE1A3E8}"/>
                    </a:ext>
                  </a:extLst>
                </p14:cNvPr>
                <p14:cNvContentPartPr/>
                <p14:nvPr/>
              </p14:nvContentPartPr>
              <p14:xfrm>
                <a:off x="13812102" y="9402553"/>
                <a:ext cx="65160" cy="36432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1BA8B205-F637-2235-CD20-4F89EAE1A3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803462" y="9393553"/>
                  <a:ext cx="82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3D27E1C-AE2A-292A-EE7A-A62F5E57638E}"/>
                    </a:ext>
                  </a:extLst>
                </p14:cNvPr>
                <p14:cNvContentPartPr/>
                <p14:nvPr/>
              </p14:nvContentPartPr>
              <p14:xfrm>
                <a:off x="13939182" y="9408313"/>
                <a:ext cx="64800" cy="32328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3D27E1C-AE2A-292A-EE7A-A62F5E5763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930182" y="9399313"/>
                  <a:ext cx="82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23CA2B4A-E02B-FA9B-FD7E-0E9F9A32C0C8}"/>
                    </a:ext>
                  </a:extLst>
                </p14:cNvPr>
                <p14:cNvContentPartPr/>
                <p14:nvPr/>
              </p14:nvContentPartPr>
              <p14:xfrm>
                <a:off x="14038542" y="9545113"/>
                <a:ext cx="189360" cy="16344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23CA2B4A-E02B-FA9B-FD7E-0E9F9A32C0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029542" y="9536113"/>
                  <a:ext cx="207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7CFB7A08-F1A1-255D-6425-CB534B8C985E}"/>
                    </a:ext>
                  </a:extLst>
                </p14:cNvPr>
                <p14:cNvContentPartPr/>
                <p14:nvPr/>
              </p14:nvContentPartPr>
              <p14:xfrm>
                <a:off x="14354262" y="9479953"/>
                <a:ext cx="115920" cy="2019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7CFB7A08-F1A1-255D-6425-CB534B8C98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345622" y="9471313"/>
                  <a:ext cx="133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305E7476-B77F-494C-5E82-D7A06F9B3D02}"/>
                    </a:ext>
                  </a:extLst>
                </p14:cNvPr>
                <p14:cNvContentPartPr/>
                <p14:nvPr/>
              </p14:nvContentPartPr>
              <p14:xfrm>
                <a:off x="14422662" y="9447553"/>
                <a:ext cx="88200" cy="7092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305E7476-B77F-494C-5E82-D7A06F9B3D0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413662" y="9438553"/>
                  <a:ext cx="105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4BD10B31-43BB-31DC-8657-55E6EF161C4D}"/>
                    </a:ext>
                  </a:extLst>
                </p14:cNvPr>
                <p14:cNvContentPartPr/>
                <p14:nvPr/>
              </p14:nvContentPartPr>
              <p14:xfrm>
                <a:off x="14802462" y="9694153"/>
                <a:ext cx="27720" cy="576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4BD10B31-43BB-31DC-8657-55E6EF161C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793822" y="9685513"/>
                  <a:ext cx="45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9603DDF5-80AC-1CBC-6B1B-FC2829E88A68}"/>
                    </a:ext>
                  </a:extLst>
                </p14:cNvPr>
                <p14:cNvContentPartPr/>
                <p14:nvPr/>
              </p14:nvContentPartPr>
              <p14:xfrm>
                <a:off x="14732262" y="9478513"/>
                <a:ext cx="337320" cy="84096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9603DDF5-80AC-1CBC-6B1B-FC2829E88A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723622" y="9469513"/>
                  <a:ext cx="35496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600E30C0-A956-94C3-51C3-8F972C2DE189}"/>
                    </a:ext>
                  </a:extLst>
                </p14:cNvPr>
                <p14:cNvContentPartPr/>
                <p14:nvPr/>
              </p14:nvContentPartPr>
              <p14:xfrm>
                <a:off x="15338502" y="9275113"/>
                <a:ext cx="142920" cy="9864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600E30C0-A956-94C3-51C3-8F972C2DE18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329862" y="9266113"/>
                  <a:ext cx="160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8F15B174-6A4A-8B91-EE70-00D862E1C5BD}"/>
                    </a:ext>
                  </a:extLst>
                </p14:cNvPr>
                <p14:cNvContentPartPr/>
                <p14:nvPr/>
              </p14:nvContentPartPr>
              <p14:xfrm>
                <a:off x="15338502" y="9275113"/>
                <a:ext cx="360" cy="36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8F15B174-6A4A-8B91-EE70-00D862E1C5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329862" y="92661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C4238523-BD83-8F18-6410-112A8AB0CFDF}"/>
                    </a:ext>
                  </a:extLst>
                </p14:cNvPr>
                <p14:cNvContentPartPr/>
                <p14:nvPr/>
              </p14:nvContentPartPr>
              <p14:xfrm>
                <a:off x="15334902" y="9183673"/>
                <a:ext cx="135000" cy="9144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C4238523-BD83-8F18-6410-112A8AB0CF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5325902" y="9175033"/>
                  <a:ext cx="152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B4CBBAA7-3965-531F-8521-875171233ADA}"/>
                    </a:ext>
                  </a:extLst>
                </p14:cNvPr>
                <p14:cNvContentPartPr/>
                <p14:nvPr/>
              </p14:nvContentPartPr>
              <p14:xfrm>
                <a:off x="15272262" y="9374833"/>
                <a:ext cx="193320" cy="6336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B4CBBAA7-3965-531F-8521-875171233AD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263622" y="9366193"/>
                  <a:ext cx="210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3B50DE24-042F-848D-E0BE-F539B7ADF296}"/>
                    </a:ext>
                  </a:extLst>
                </p14:cNvPr>
                <p14:cNvContentPartPr/>
                <p14:nvPr/>
              </p14:nvContentPartPr>
              <p14:xfrm>
                <a:off x="15272262" y="9424153"/>
                <a:ext cx="251640" cy="16344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3B50DE24-042F-848D-E0BE-F539B7ADF29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263622" y="9415153"/>
                  <a:ext cx="269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589FC655-D3A3-0561-C19D-18CB0217791C}"/>
                    </a:ext>
                  </a:extLst>
                </p14:cNvPr>
                <p14:cNvContentPartPr/>
                <p14:nvPr/>
              </p14:nvContentPartPr>
              <p14:xfrm>
                <a:off x="15534342" y="9275113"/>
                <a:ext cx="118440" cy="19764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589FC655-D3A3-0561-C19D-18CB021779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525702" y="9266113"/>
                  <a:ext cx="136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BA70BFA-46A5-0188-D56F-E45BDBD014C7}"/>
                    </a:ext>
                  </a:extLst>
                </p14:cNvPr>
                <p14:cNvContentPartPr/>
                <p14:nvPr/>
              </p14:nvContentPartPr>
              <p14:xfrm>
                <a:off x="15652422" y="9134713"/>
                <a:ext cx="48960" cy="47916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BA70BFA-46A5-0188-D56F-E45BDBD014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643782" y="9125713"/>
                  <a:ext cx="6660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4B55E926-3D13-8301-F979-A79DCDE5E112}"/>
                    </a:ext>
                  </a:extLst>
                </p14:cNvPr>
                <p14:cNvContentPartPr/>
                <p14:nvPr/>
              </p14:nvContentPartPr>
              <p14:xfrm>
                <a:off x="15712902" y="9280153"/>
                <a:ext cx="207000" cy="2181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4B55E926-3D13-8301-F979-A79DCDE5E1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5703902" y="9271513"/>
                  <a:ext cx="224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27B3859D-2892-98D9-A151-6B5B269E8900}"/>
                    </a:ext>
                  </a:extLst>
                </p14:cNvPr>
                <p14:cNvContentPartPr/>
                <p14:nvPr/>
              </p14:nvContentPartPr>
              <p14:xfrm>
                <a:off x="15962382" y="9175033"/>
                <a:ext cx="117720" cy="13032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27B3859D-2892-98D9-A151-6B5B269E890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5953742" y="9166033"/>
                  <a:ext cx="135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33AC7787-49AB-9F2B-A253-6DD31F17A603}"/>
                    </a:ext>
                  </a:extLst>
                </p14:cNvPr>
                <p14:cNvContentPartPr/>
                <p14:nvPr/>
              </p14:nvContentPartPr>
              <p14:xfrm>
                <a:off x="15890382" y="9304633"/>
                <a:ext cx="169920" cy="828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33AC7787-49AB-9F2B-A253-6DD31F17A6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881382" y="9295993"/>
                  <a:ext cx="187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82B8FE7B-10B7-3A90-7391-ABC9C25E7DAE}"/>
                    </a:ext>
                  </a:extLst>
                </p14:cNvPr>
                <p14:cNvContentPartPr/>
                <p14:nvPr/>
              </p14:nvContentPartPr>
              <p14:xfrm>
                <a:off x="15890382" y="9387073"/>
                <a:ext cx="277200" cy="15120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82B8FE7B-10B7-3A90-7391-ABC9C25E7DA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881382" y="9378433"/>
                  <a:ext cx="294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F9A6F562-B2B5-1D3C-348A-CD0D9CBB829B}"/>
                    </a:ext>
                  </a:extLst>
                </p14:cNvPr>
                <p14:cNvContentPartPr/>
                <p14:nvPr/>
              </p14:nvContentPartPr>
              <p14:xfrm>
                <a:off x="16291062" y="9252073"/>
                <a:ext cx="155160" cy="19404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F9A6F562-B2B5-1D3C-348A-CD0D9CBB829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282422" y="9243433"/>
                  <a:ext cx="172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DAB023F0-F9E0-E340-5725-16CB3C24715A}"/>
                    </a:ext>
                  </a:extLst>
                </p14:cNvPr>
                <p14:cNvContentPartPr/>
                <p14:nvPr/>
              </p14:nvContentPartPr>
              <p14:xfrm>
                <a:off x="16500582" y="8944993"/>
                <a:ext cx="16200" cy="62676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DAB023F0-F9E0-E340-5725-16CB3C24715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6491582" y="8936353"/>
                  <a:ext cx="3384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0432605A-0AF7-FEF1-25E1-6DA6FB3605AA}"/>
                    </a:ext>
                  </a:extLst>
                </p14:cNvPr>
                <p14:cNvContentPartPr/>
                <p14:nvPr/>
              </p14:nvContentPartPr>
              <p14:xfrm>
                <a:off x="16557102" y="9259273"/>
                <a:ext cx="127080" cy="16524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0432605A-0AF7-FEF1-25E1-6DA6FB3605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548102" y="9250273"/>
                  <a:ext cx="144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D620EA1A-0B85-2CAD-6BED-6B073D785D26}"/>
                    </a:ext>
                  </a:extLst>
                </p14:cNvPr>
                <p14:cNvContentPartPr/>
                <p14:nvPr/>
              </p14:nvContentPartPr>
              <p14:xfrm>
                <a:off x="16595982" y="9261073"/>
                <a:ext cx="360" cy="36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D620EA1A-0B85-2CAD-6BED-6B073D785D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586982" y="9252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5C800D74-D08D-A6AB-06E6-84A0608213C7}"/>
                    </a:ext>
                  </a:extLst>
                </p14:cNvPr>
                <p14:cNvContentPartPr/>
                <p14:nvPr/>
              </p14:nvContentPartPr>
              <p14:xfrm>
                <a:off x="16595982" y="9151633"/>
                <a:ext cx="265320" cy="19908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5C800D74-D08D-A6AB-06E6-84A0608213C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586982" y="9142633"/>
                  <a:ext cx="282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7558A0A8-1B9B-B627-15B8-A774F7E96D6D}"/>
                    </a:ext>
                  </a:extLst>
                </p14:cNvPr>
                <p14:cNvContentPartPr/>
                <p14:nvPr/>
              </p14:nvContentPartPr>
              <p14:xfrm>
                <a:off x="16607502" y="9411913"/>
                <a:ext cx="171720" cy="11628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7558A0A8-1B9B-B627-15B8-A774F7E96D6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598862" y="9402913"/>
                  <a:ext cx="189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B86F21F2-92FA-30DB-46AB-E80A2ED6E66F}"/>
                    </a:ext>
                  </a:extLst>
                </p14:cNvPr>
                <p14:cNvContentPartPr/>
                <p14:nvPr/>
              </p14:nvContentPartPr>
              <p14:xfrm>
                <a:off x="16877862" y="9273313"/>
                <a:ext cx="153360" cy="14436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B86F21F2-92FA-30DB-46AB-E80A2ED6E6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868862" y="9264313"/>
                  <a:ext cx="171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C36196B7-8FBF-3B6D-9FFB-D26AC7A3854D}"/>
                    </a:ext>
                  </a:extLst>
                </p14:cNvPr>
                <p14:cNvContentPartPr/>
                <p14:nvPr/>
              </p14:nvContentPartPr>
              <p14:xfrm>
                <a:off x="17094942" y="9101233"/>
                <a:ext cx="97920" cy="29124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C36196B7-8FBF-3B6D-9FFB-D26AC7A3854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086302" y="9092593"/>
                  <a:ext cx="115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11B5F1F2-B20A-C967-ADC0-4B6948C1A15D}"/>
                    </a:ext>
                  </a:extLst>
                </p14:cNvPr>
                <p14:cNvContentPartPr/>
                <p14:nvPr/>
              </p14:nvContentPartPr>
              <p14:xfrm>
                <a:off x="16966422" y="9432793"/>
                <a:ext cx="78480" cy="15840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11B5F1F2-B20A-C967-ADC0-4B6948C1A15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957422" y="9424153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421E6E97-6D93-3CFD-5AA3-8A6371BC6560}"/>
                    </a:ext>
                  </a:extLst>
                </p14:cNvPr>
                <p14:cNvContentPartPr/>
                <p14:nvPr/>
              </p14:nvContentPartPr>
              <p14:xfrm>
                <a:off x="16966422" y="9411913"/>
                <a:ext cx="82080" cy="70560"/>
              </p14:xfrm>
            </p:contentPart>
          </mc:Choice>
          <mc:Fallback xmlns=""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421E6E97-6D93-3CFD-5AA3-8A6371BC65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957422" y="9402913"/>
                  <a:ext cx="99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1246A850-5F53-D4A5-70C5-442A7636626B}"/>
                    </a:ext>
                  </a:extLst>
                </p14:cNvPr>
                <p14:cNvContentPartPr/>
                <p14:nvPr/>
              </p14:nvContentPartPr>
              <p14:xfrm>
                <a:off x="16964262" y="9439993"/>
                <a:ext cx="93960" cy="1980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1246A850-5F53-D4A5-70C5-442A7636626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955622" y="9430993"/>
                  <a:ext cx="11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BC318486-2663-0AD7-F517-33F2C04DACA0}"/>
                    </a:ext>
                  </a:extLst>
                </p14:cNvPr>
                <p14:cNvContentPartPr/>
                <p14:nvPr/>
              </p14:nvContentPartPr>
              <p14:xfrm>
                <a:off x="17039502" y="9487153"/>
                <a:ext cx="115560" cy="9144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BC318486-2663-0AD7-F517-33F2C04DAC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030502" y="9478513"/>
                  <a:ext cx="133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AD0412DF-693F-4E24-EE21-4B9E5B072F62}"/>
                    </a:ext>
                  </a:extLst>
                </p14:cNvPr>
                <p14:cNvContentPartPr/>
                <p14:nvPr/>
              </p14:nvContentPartPr>
              <p14:xfrm>
                <a:off x="15350382" y="9573193"/>
                <a:ext cx="1959480" cy="287280"/>
              </p14:xfrm>
            </p:contentPart>
          </mc:Choice>
          <mc:Fallback xmlns=""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AD0412DF-693F-4E24-EE21-4B9E5B072F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341382" y="9564193"/>
                  <a:ext cx="1977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7EF6E1A8-5DA1-C8B8-CC75-0C2EFCD5A164}"/>
                    </a:ext>
                  </a:extLst>
                </p14:cNvPr>
                <p14:cNvContentPartPr/>
                <p14:nvPr/>
              </p14:nvContentPartPr>
              <p14:xfrm>
                <a:off x="15126102" y="9852193"/>
                <a:ext cx="795960" cy="1202040"/>
              </p14:xfrm>
            </p:contentPart>
          </mc:Choice>
          <mc:Fallback xmlns=""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7EF6E1A8-5DA1-C8B8-CC75-0C2EFCD5A16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117462" y="9843193"/>
                  <a:ext cx="813600" cy="12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92AFD7EF-F1E3-0D78-E5A5-668AEF59CA27}"/>
                    </a:ext>
                  </a:extLst>
                </p14:cNvPr>
                <p14:cNvContentPartPr/>
                <p14:nvPr/>
              </p14:nvContentPartPr>
              <p14:xfrm>
                <a:off x="15092982" y="10795753"/>
                <a:ext cx="140760" cy="249480"/>
              </p14:xfrm>
            </p:contentPart>
          </mc:Choice>
          <mc:Fallback xmlns=""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92AFD7EF-F1E3-0D78-E5A5-668AEF59CA2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084342" y="10787113"/>
                  <a:ext cx="158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D0F82A01-77BF-D1EC-3CD8-EBFC41E87EAD}"/>
                    </a:ext>
                  </a:extLst>
                </p14:cNvPr>
                <p14:cNvContentPartPr/>
                <p14:nvPr/>
              </p14:nvContentPartPr>
              <p14:xfrm>
                <a:off x="14330142" y="11346913"/>
                <a:ext cx="92880" cy="201600"/>
              </p14:xfrm>
            </p:contentPart>
          </mc:Choice>
          <mc:Fallback xmlns=""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D0F82A01-77BF-D1EC-3CD8-EBFC41E87E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321142" y="11337913"/>
                  <a:ext cx="110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F52142BF-DC4C-A0A4-FE7F-05A12AC8962C}"/>
                    </a:ext>
                  </a:extLst>
                </p14:cNvPr>
                <p14:cNvContentPartPr/>
                <p14:nvPr/>
              </p14:nvContentPartPr>
              <p14:xfrm>
                <a:off x="14336622" y="11295793"/>
                <a:ext cx="93960" cy="201960"/>
              </p14:xfrm>
            </p:contentPart>
          </mc:Choice>
          <mc:Fallback xmlns=""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F52142BF-DC4C-A0A4-FE7F-05A12AC896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327982" y="11287153"/>
                  <a:ext cx="111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35728C5A-556B-CD40-4970-134A7B5A94F3}"/>
                    </a:ext>
                  </a:extLst>
                </p14:cNvPr>
                <p14:cNvContentPartPr/>
                <p14:nvPr/>
              </p14:nvContentPartPr>
              <p14:xfrm>
                <a:off x="14332662" y="11432593"/>
                <a:ext cx="142560" cy="33840"/>
              </p14:xfrm>
            </p:contentPart>
          </mc:Choice>
          <mc:Fallback xmlns=""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35728C5A-556B-CD40-4970-134A7B5A94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324022" y="11423953"/>
                  <a:ext cx="160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0C05823F-F7DF-A4FF-6A8E-AAAA508D344E}"/>
                    </a:ext>
                  </a:extLst>
                </p14:cNvPr>
                <p14:cNvContentPartPr/>
                <p14:nvPr/>
              </p14:nvContentPartPr>
              <p14:xfrm>
                <a:off x="14463342" y="11190673"/>
                <a:ext cx="10080" cy="667080"/>
              </p14:xfrm>
            </p:contentPart>
          </mc:Choice>
          <mc:Fallback xmlns=""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0C05823F-F7DF-A4FF-6A8E-AAAA508D34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454702" y="11181673"/>
                  <a:ext cx="277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71BCF39F-5829-A4AA-B2C7-3A5E7D6AC8ED}"/>
                    </a:ext>
                  </a:extLst>
                </p14:cNvPr>
                <p14:cNvContentPartPr/>
                <p14:nvPr/>
              </p14:nvContentPartPr>
              <p14:xfrm>
                <a:off x="14559102" y="11362393"/>
                <a:ext cx="135720" cy="114480"/>
              </p14:xfrm>
            </p:contentPart>
          </mc:Choice>
          <mc:Fallback xmlns=""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71BCF39F-5829-A4AA-B2C7-3A5E7D6AC8E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50102" y="11353753"/>
                  <a:ext cx="153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216E65E8-4244-45A3-BF9B-0DF4CB90910C}"/>
                    </a:ext>
                  </a:extLst>
                </p14:cNvPr>
                <p14:cNvContentPartPr/>
                <p14:nvPr/>
              </p14:nvContentPartPr>
              <p14:xfrm>
                <a:off x="14559102" y="11362393"/>
                <a:ext cx="360" cy="360"/>
              </p14:xfrm>
            </p:contentPart>
          </mc:Choice>
          <mc:Fallback xmlns=""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216E65E8-4244-45A3-BF9B-0DF4CB90910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550102" y="11353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BF7253C1-AF4D-E4C2-95C5-AEAD2B90C257}"/>
                    </a:ext>
                  </a:extLst>
                </p14:cNvPr>
                <p14:cNvContentPartPr/>
                <p14:nvPr/>
              </p14:nvContentPartPr>
              <p14:xfrm>
                <a:off x="14545422" y="11362393"/>
                <a:ext cx="21960" cy="24768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BF7253C1-AF4D-E4C2-95C5-AEAD2B90C25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4536422" y="11353753"/>
                  <a:ext cx="39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24063A56-0A68-E1FC-6909-8A362E8F219F}"/>
                    </a:ext>
                  </a:extLst>
                </p14:cNvPr>
                <p14:cNvContentPartPr/>
                <p14:nvPr/>
              </p14:nvContentPartPr>
              <p14:xfrm>
                <a:off x="14609502" y="11497753"/>
                <a:ext cx="47160" cy="11088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24063A56-0A68-E1FC-6909-8A362E8F219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4600862" y="11488753"/>
                  <a:ext cx="64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C155A945-6905-E930-0AB6-B3E4F59B47CA}"/>
                    </a:ext>
                  </a:extLst>
                </p14:cNvPr>
                <p14:cNvContentPartPr/>
                <p14:nvPr/>
              </p14:nvContentPartPr>
              <p14:xfrm>
                <a:off x="14504382" y="11497753"/>
                <a:ext cx="296640" cy="163440"/>
              </p14:xfrm>
            </p:contentPart>
          </mc:Choice>
          <mc:Fallback xmlns=""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C155A945-6905-E930-0AB6-B3E4F59B47C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495382" y="11488753"/>
                  <a:ext cx="314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85E594FF-364D-5752-7C01-7EC021550DDD}"/>
                    </a:ext>
                  </a:extLst>
                </p14:cNvPr>
                <p14:cNvContentPartPr/>
                <p14:nvPr/>
              </p14:nvContentPartPr>
              <p14:xfrm>
                <a:off x="14771502" y="11455633"/>
                <a:ext cx="201240" cy="107280"/>
              </p14:xfrm>
            </p:contentPart>
          </mc:Choice>
          <mc:Fallback xmlns=""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85E594FF-364D-5752-7C01-7EC021550DD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4762502" y="11446633"/>
                  <a:ext cx="21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EC06ECEC-DC35-153E-3212-22D65EFF9906}"/>
                    </a:ext>
                  </a:extLst>
                </p14:cNvPr>
                <p14:cNvContentPartPr/>
                <p14:nvPr/>
              </p14:nvContentPartPr>
              <p14:xfrm>
                <a:off x="15018822" y="11108233"/>
                <a:ext cx="360" cy="733680"/>
              </p14:xfrm>
            </p:contentPart>
          </mc:Choice>
          <mc:Fallback xmlns=""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EC06ECEC-DC35-153E-3212-22D65EFF990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010182" y="11099233"/>
                  <a:ext cx="1800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6F180A80-841C-52E1-E625-9B9E97267D9E}"/>
                    </a:ext>
                  </a:extLst>
                </p14:cNvPr>
                <p14:cNvContentPartPr/>
                <p14:nvPr/>
              </p14:nvContentPartPr>
              <p14:xfrm>
                <a:off x="15281982" y="11257273"/>
                <a:ext cx="97920" cy="438840"/>
              </p14:xfrm>
            </p:contentPart>
          </mc:Choice>
          <mc:Fallback xmlns=""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6F180A80-841C-52E1-E625-9B9E97267D9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273342" y="11248633"/>
                  <a:ext cx="1155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577848AA-B746-2E49-1C53-EBB8C433E1E4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176040" cy="138960"/>
              </p14:xfrm>
            </p:contentPart>
          </mc:Choice>
          <mc:Fallback xmlns=""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577848AA-B746-2E49-1C53-EBB8C433E1E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5554142" y="11334313"/>
                  <a:ext cx="193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176FED84-312C-52C2-C40D-279EE97B6EB0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360" cy="36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176FED84-312C-52C2-C40D-279EE97B6EB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554142" y="113343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F5F0D46E-2D6A-2EEE-28D5-FD616A7719CD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187560" cy="10404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F5F0D46E-2D6A-2EEE-28D5-FD616A7719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554142" y="11334313"/>
                  <a:ext cx="205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97CDAED5-C806-DD6A-BAD2-59967746C31A}"/>
                    </a:ext>
                  </a:extLst>
                </p14:cNvPr>
                <p14:cNvContentPartPr/>
                <p14:nvPr/>
              </p14:nvContentPartPr>
              <p14:xfrm>
                <a:off x="15545142" y="11448433"/>
                <a:ext cx="277200" cy="18144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97CDAED5-C806-DD6A-BAD2-59967746C3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536502" y="11439793"/>
                  <a:ext cx="294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DC23E546-EF6C-2228-A69A-EB9B06D91C36}"/>
                    </a:ext>
                  </a:extLst>
                </p14:cNvPr>
                <p14:cNvContentPartPr/>
                <p14:nvPr/>
              </p14:nvContentPartPr>
              <p14:xfrm>
                <a:off x="15734502" y="11448433"/>
                <a:ext cx="360" cy="360"/>
              </p14:xfrm>
            </p:contentPart>
          </mc:Choice>
          <mc:Fallback xmlns=""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DC23E546-EF6C-2228-A69A-EB9B06D91C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725502" y="114397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562A8276-F448-CB5C-23E9-2A74B3D0D828}"/>
                    </a:ext>
                  </a:extLst>
                </p14:cNvPr>
                <p14:cNvContentPartPr/>
                <p14:nvPr/>
              </p14:nvContentPartPr>
              <p14:xfrm>
                <a:off x="15734502" y="11376433"/>
                <a:ext cx="162000" cy="72360"/>
              </p14:xfrm>
            </p:contentPart>
          </mc:Choice>
          <mc:Fallback xmlns=""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562A8276-F448-CB5C-23E9-2A74B3D0D82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725502" y="11367793"/>
                  <a:ext cx="179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904D2F4D-C123-2946-7190-182955F28AFF}"/>
                    </a:ext>
                  </a:extLst>
                </p14:cNvPr>
                <p14:cNvContentPartPr/>
                <p14:nvPr/>
              </p14:nvContentPartPr>
              <p14:xfrm>
                <a:off x="15779142" y="11423953"/>
                <a:ext cx="175680" cy="12600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904D2F4D-C123-2946-7190-182955F28AF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5770502" y="11414953"/>
                  <a:ext cx="193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A6AE0D33-50D5-96D0-B247-6CB39AB4BE93}"/>
                    </a:ext>
                  </a:extLst>
                </p14:cNvPr>
                <p14:cNvContentPartPr/>
                <p14:nvPr/>
              </p14:nvContentPartPr>
              <p14:xfrm>
                <a:off x="15952662" y="11108233"/>
                <a:ext cx="138600" cy="519480"/>
              </p14:xfrm>
            </p:contentPart>
          </mc:Choice>
          <mc:Fallback xmlns=""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A6AE0D33-50D5-96D0-B247-6CB39AB4BE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944022" y="11099233"/>
                  <a:ext cx="1562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9069342A-E199-ED5B-DC16-32E2878D6D4B}"/>
                    </a:ext>
                  </a:extLst>
                </p14:cNvPr>
                <p14:cNvContentPartPr/>
                <p14:nvPr/>
              </p14:nvContentPartPr>
              <p14:xfrm>
                <a:off x="15908022" y="11615113"/>
                <a:ext cx="66600" cy="200520"/>
              </p14:xfrm>
            </p:contentPart>
          </mc:Choice>
          <mc:Fallback xmlns=""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9069342A-E199-ED5B-DC16-32E2878D6D4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899022" y="11606473"/>
                  <a:ext cx="84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6E2FF3EB-5CFC-4D36-4AFE-7EE24951713D}"/>
                    </a:ext>
                  </a:extLst>
                </p14:cNvPr>
                <p14:cNvContentPartPr/>
                <p14:nvPr/>
              </p14:nvContentPartPr>
              <p14:xfrm>
                <a:off x="15908022" y="11613313"/>
                <a:ext cx="95760" cy="11772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6E2FF3EB-5CFC-4D36-4AFE-7EE24951713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899022" y="11604673"/>
                  <a:ext cx="113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DA5814EB-996E-40E8-D5BE-699F626931F8}"/>
                    </a:ext>
                  </a:extLst>
                </p14:cNvPr>
                <p14:cNvContentPartPr/>
                <p14:nvPr/>
              </p14:nvContentPartPr>
              <p14:xfrm>
                <a:off x="15909822" y="11646793"/>
                <a:ext cx="138600" cy="4788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DA5814EB-996E-40E8-D5BE-699F626931F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5900822" y="11637793"/>
                  <a:ext cx="15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EBD63357-E544-8A3C-D1E7-FDA499372068}"/>
                    </a:ext>
                  </a:extLst>
                </p14:cNvPr>
                <p14:cNvContentPartPr/>
                <p14:nvPr/>
              </p14:nvContentPartPr>
              <p14:xfrm>
                <a:off x="16264422" y="11380033"/>
                <a:ext cx="33480" cy="3384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EBD63357-E544-8A3C-D1E7-FDA49937206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255782" y="11371393"/>
                  <a:ext cx="51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C8CF957C-4251-678D-12B2-5A3379E01A0A}"/>
                    </a:ext>
                  </a:extLst>
                </p14:cNvPr>
                <p14:cNvContentPartPr/>
                <p14:nvPr/>
              </p14:nvContentPartPr>
              <p14:xfrm>
                <a:off x="16104582" y="11408113"/>
                <a:ext cx="286920" cy="23580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C8CF957C-4251-678D-12B2-5A3379E01A0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095942" y="11399473"/>
                  <a:ext cx="304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6145ABA3-6090-44AA-829B-605CA7C361FB}"/>
                    </a:ext>
                  </a:extLst>
                </p14:cNvPr>
                <p14:cNvContentPartPr/>
                <p14:nvPr/>
              </p14:nvContentPartPr>
              <p14:xfrm>
                <a:off x="16360902" y="11106433"/>
                <a:ext cx="8280" cy="86364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6145ABA3-6090-44AA-829B-605CA7C361F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6351902" y="11097433"/>
                  <a:ext cx="2592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FFFB147A-839D-494C-F572-30370CF60FF3}"/>
                    </a:ext>
                  </a:extLst>
                </p14:cNvPr>
                <p14:cNvContentPartPr/>
                <p14:nvPr/>
              </p14:nvContentPartPr>
              <p14:xfrm>
                <a:off x="16402662" y="11320273"/>
                <a:ext cx="347760" cy="40248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FFFB147A-839D-494C-F572-30370CF60F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6394022" y="11311633"/>
                  <a:ext cx="3654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6A04A7AC-7B35-9E63-DDBF-20F99F2957EF}"/>
                    </a:ext>
                  </a:extLst>
                </p14:cNvPr>
                <p14:cNvContentPartPr/>
                <p14:nvPr/>
              </p14:nvContentPartPr>
              <p14:xfrm>
                <a:off x="16664022" y="11182033"/>
                <a:ext cx="265680" cy="68976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6A04A7AC-7B35-9E63-DDBF-20F99F2957E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655382" y="11173033"/>
                  <a:ext cx="28332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41086A7C-AB75-8F91-154F-3D3D43E3BE2F}"/>
                    </a:ext>
                  </a:extLst>
                </p14:cNvPr>
                <p14:cNvContentPartPr/>
                <p14:nvPr/>
              </p14:nvContentPartPr>
              <p14:xfrm>
                <a:off x="17350182" y="11808073"/>
                <a:ext cx="360" cy="36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41086A7C-AB75-8F91-154F-3D3D43E3BE2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341542" y="11799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FF5FBC41-8474-7CEF-39A5-DA000592750A}"/>
                  </a:ext>
                </a:extLst>
              </p14:cNvPr>
              <p14:cNvContentPartPr/>
              <p14:nvPr/>
            </p14:nvContentPartPr>
            <p14:xfrm>
              <a:off x="8521902" y="11101033"/>
              <a:ext cx="76320" cy="32040"/>
            </p14:xfrm>
          </p:contentPart>
        </mc:Choice>
        <mc:Fallback xmlns=""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FF5FBC41-8474-7CEF-39A5-DA000592750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513262" y="11092393"/>
                <a:ext cx="9396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838BD910-2F34-1D4D-F313-55110FC5FABD}"/>
              </a:ext>
            </a:extLst>
          </p:cNvPr>
          <p:cNvGrpSpPr/>
          <p:nvPr/>
        </p:nvGrpSpPr>
        <p:grpSpPr>
          <a:xfrm>
            <a:off x="7907382" y="11267713"/>
            <a:ext cx="1173600" cy="493920"/>
            <a:chOff x="7907382" y="11267713"/>
            <a:chExt cx="11736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492C62CF-EE56-A4C3-4FEE-29F89321DB38}"/>
                    </a:ext>
                  </a:extLst>
                </p14:cNvPr>
                <p14:cNvContentPartPr/>
                <p14:nvPr/>
              </p14:nvContentPartPr>
              <p14:xfrm>
                <a:off x="7907382" y="11329273"/>
                <a:ext cx="196200" cy="22860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492C62CF-EE56-A4C3-4FEE-29F89321DB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98382" y="11320273"/>
                  <a:ext cx="213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F86742D3-04B1-AAEF-B439-6A185DEF0BBF}"/>
                    </a:ext>
                  </a:extLst>
                </p14:cNvPr>
                <p14:cNvContentPartPr/>
                <p14:nvPr/>
              </p14:nvContentPartPr>
              <p14:xfrm>
                <a:off x="8149662" y="11295793"/>
                <a:ext cx="196200" cy="26892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F86742D3-04B1-AAEF-B439-6A185DEF0BB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41022" y="11287153"/>
                  <a:ext cx="213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6918D979-E48B-DDE0-D7E7-E29463B5D691}"/>
                    </a:ext>
                  </a:extLst>
                </p14:cNvPr>
                <p14:cNvContentPartPr/>
                <p14:nvPr/>
              </p14:nvContentPartPr>
              <p14:xfrm>
                <a:off x="8272422" y="11295793"/>
                <a:ext cx="360" cy="3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6918D979-E48B-DDE0-D7E7-E29463B5D69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63782" y="11287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934A4AE-3C1C-D111-57D1-E537D5091DFA}"/>
                    </a:ext>
                  </a:extLst>
                </p14:cNvPr>
                <p14:cNvContentPartPr/>
                <p14:nvPr/>
              </p14:nvContentPartPr>
              <p14:xfrm>
                <a:off x="8215902" y="11288953"/>
                <a:ext cx="142560" cy="8640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934A4AE-3C1C-D111-57D1-E537D5091DF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207262" y="11279953"/>
                  <a:ext cx="160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092650E5-327D-1C22-B860-7CCF109DFDA6}"/>
                    </a:ext>
                  </a:extLst>
                </p14:cNvPr>
                <p14:cNvContentPartPr/>
                <p14:nvPr/>
              </p14:nvContentPartPr>
              <p14:xfrm>
                <a:off x="8324982" y="11267713"/>
                <a:ext cx="170640" cy="27360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092650E5-327D-1C22-B860-7CCF109DFDA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316342" y="11259073"/>
                  <a:ext cx="188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E36B6C12-3245-7FB1-9213-C31A6C4FC1A7}"/>
                    </a:ext>
                  </a:extLst>
                </p14:cNvPr>
                <p14:cNvContentPartPr/>
                <p14:nvPr/>
              </p14:nvContentPartPr>
              <p14:xfrm>
                <a:off x="8477262" y="11267713"/>
                <a:ext cx="360" cy="36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E36B6C12-3245-7FB1-9213-C31A6C4FC1A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68262" y="11259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CCA1DDE6-6A6F-D5DF-5EB4-71EEBBEFDF6E}"/>
                    </a:ext>
                  </a:extLst>
                </p14:cNvPr>
                <p14:cNvContentPartPr/>
                <p14:nvPr/>
              </p14:nvContentPartPr>
              <p14:xfrm>
                <a:off x="8430462" y="11267713"/>
                <a:ext cx="91800" cy="8280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CCA1DDE6-6A6F-D5DF-5EB4-71EEBBEFDF6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21462" y="11259073"/>
                  <a:ext cx="109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AE9FFA04-03D4-F292-09A4-95F924A902A2}"/>
                    </a:ext>
                  </a:extLst>
                </p14:cNvPr>
                <p14:cNvContentPartPr/>
                <p14:nvPr/>
              </p14:nvContentPartPr>
              <p14:xfrm>
                <a:off x="8607582" y="11317033"/>
                <a:ext cx="21960" cy="24084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AE9FFA04-03D4-F292-09A4-95F924A902A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98942" y="11308033"/>
                  <a:ext cx="39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C5D485A2-9860-2E94-E900-65486566F6FB}"/>
                    </a:ext>
                  </a:extLst>
                </p14:cNvPr>
                <p14:cNvContentPartPr/>
                <p14:nvPr/>
              </p14:nvContentPartPr>
              <p14:xfrm>
                <a:off x="8710902" y="11336113"/>
                <a:ext cx="198360" cy="4255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C5D485A2-9860-2E94-E900-65486566F6F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02262" y="11327473"/>
                  <a:ext cx="2160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BD0E4550-CC00-715F-A2DB-2F3C0A060B05}"/>
                    </a:ext>
                  </a:extLst>
                </p14:cNvPr>
                <p14:cNvContentPartPr/>
                <p14:nvPr/>
              </p14:nvContentPartPr>
              <p14:xfrm>
                <a:off x="8940942" y="11313433"/>
                <a:ext cx="140040" cy="21420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BD0E4550-CC00-715F-A2DB-2F3C0A060B0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32302" y="11304793"/>
                  <a:ext cx="15768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1C118813-D790-7E62-CF9E-FC3513E96605}"/>
                  </a:ext>
                </a:extLst>
              </p14:cNvPr>
              <p14:cNvContentPartPr/>
              <p14:nvPr/>
            </p14:nvContentPartPr>
            <p14:xfrm>
              <a:off x="5402862" y="6234193"/>
              <a:ext cx="81000" cy="113400"/>
            </p14:xfrm>
          </p:contentPart>
        </mc:Choice>
        <mc:Fallback xmlns=""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1C118813-D790-7E62-CF9E-FC3513E9660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396742" y="6228073"/>
                <a:ext cx="9324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82A52D98-97FE-C77F-E35E-B046B3055DDE}"/>
              </a:ext>
            </a:extLst>
          </p:cNvPr>
          <p:cNvGrpSpPr/>
          <p:nvPr/>
        </p:nvGrpSpPr>
        <p:grpSpPr>
          <a:xfrm>
            <a:off x="5333022" y="6227713"/>
            <a:ext cx="2006640" cy="2053440"/>
            <a:chOff x="5333022" y="6227713"/>
            <a:chExt cx="2006640" cy="20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5CFF2322-7F9C-4E51-38F6-369FE8C5CFA1}"/>
                    </a:ext>
                  </a:extLst>
                </p14:cNvPr>
                <p14:cNvContentPartPr/>
                <p14:nvPr/>
              </p14:nvContentPartPr>
              <p14:xfrm>
                <a:off x="5333022" y="6227713"/>
                <a:ext cx="1948320" cy="188964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5CFF2322-7F9C-4E51-38F6-369FE8C5CF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26902" y="6221593"/>
                  <a:ext cx="1960560" cy="19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04BFA577-8BBD-D405-BB4F-24B539E70B2F}"/>
                    </a:ext>
                  </a:extLst>
                </p14:cNvPr>
                <p14:cNvContentPartPr/>
                <p14:nvPr/>
              </p14:nvContentPartPr>
              <p14:xfrm>
                <a:off x="7176942" y="8055793"/>
                <a:ext cx="162720" cy="22536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04BFA577-8BBD-D405-BB4F-24B539E70B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70822" y="8049673"/>
                  <a:ext cx="174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60C12B45-7A44-505A-0B98-2B30492AE1C2}"/>
                    </a:ext>
                  </a:extLst>
                </p14:cNvPr>
                <p14:cNvContentPartPr/>
                <p14:nvPr/>
              </p14:nvContentPartPr>
              <p14:xfrm>
                <a:off x="5923422" y="7671673"/>
                <a:ext cx="136800" cy="181080"/>
              </p14:xfrm>
            </p:contentPart>
          </mc:Choice>
          <mc:Fallback xmlns=""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60C12B45-7A44-505A-0B98-2B30492AE1C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17302" y="7665553"/>
                  <a:ext cx="149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836F2FD1-EB17-BE39-C5B5-BD0BAF3A3C83}"/>
                    </a:ext>
                  </a:extLst>
                </p14:cNvPr>
                <p14:cNvContentPartPr/>
                <p14:nvPr/>
              </p14:nvContentPartPr>
              <p14:xfrm>
                <a:off x="6114582" y="7715233"/>
                <a:ext cx="114120" cy="154800"/>
              </p14:xfrm>
            </p:contentPart>
          </mc:Choice>
          <mc:Fallback xmlns=""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836F2FD1-EB17-BE39-C5B5-BD0BAF3A3C8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108462" y="7709113"/>
                  <a:ext cx="1263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4199C69B-692D-DD03-A71C-ADE755AA9C6F}"/>
                    </a:ext>
                  </a:extLst>
                </p14:cNvPr>
                <p14:cNvContentPartPr/>
                <p14:nvPr/>
              </p14:nvContentPartPr>
              <p14:xfrm>
                <a:off x="6137982" y="7697593"/>
                <a:ext cx="118080" cy="68760"/>
              </p14:xfrm>
            </p:contentPart>
          </mc:Choice>
          <mc:Fallback xmlns=""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4199C69B-692D-DD03-A71C-ADE755AA9C6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31862" y="7691473"/>
                  <a:ext cx="1303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4F9F2991-B04B-2E61-FD46-CB667D83F54F}"/>
              </a:ext>
            </a:extLst>
          </p:cNvPr>
          <p:cNvGrpSpPr/>
          <p:nvPr/>
        </p:nvGrpSpPr>
        <p:grpSpPr>
          <a:xfrm>
            <a:off x="7535502" y="7782193"/>
            <a:ext cx="821160" cy="564120"/>
            <a:chOff x="7535502" y="7782193"/>
            <a:chExt cx="82116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26B75C3B-5C56-DF20-2E8B-3E557D102FE2}"/>
                    </a:ext>
                  </a:extLst>
                </p14:cNvPr>
                <p14:cNvContentPartPr/>
                <p14:nvPr/>
              </p14:nvContentPartPr>
              <p14:xfrm>
                <a:off x="7535502" y="7782193"/>
                <a:ext cx="805320" cy="56412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26B75C3B-5C56-DF20-2E8B-3E557D102FE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29382" y="7776073"/>
                  <a:ext cx="8175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53C81692-1C0E-DC52-FB61-DCB1B123332E}"/>
                    </a:ext>
                  </a:extLst>
                </p14:cNvPr>
                <p14:cNvContentPartPr/>
                <p14:nvPr/>
              </p14:nvContentPartPr>
              <p14:xfrm>
                <a:off x="7643502" y="8110873"/>
                <a:ext cx="83880" cy="11988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53C81692-1C0E-DC52-FB61-DCB1B123332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37382" y="8104753"/>
                  <a:ext cx="96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414A9A4F-21A5-0A08-DBFA-5A295352BF57}"/>
                    </a:ext>
                  </a:extLst>
                </p14:cNvPr>
                <p14:cNvContentPartPr/>
                <p14:nvPr/>
              </p14:nvContentPartPr>
              <p14:xfrm>
                <a:off x="7705062" y="7818913"/>
                <a:ext cx="18360" cy="451080"/>
              </p14:xfrm>
            </p:contentPart>
          </mc:Choice>
          <mc:Fallback xmlns=""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414A9A4F-21A5-0A08-DBFA-5A295352BF5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98942" y="7812793"/>
                  <a:ext cx="306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2B803F62-3715-11E8-9771-D88870ECAFB7}"/>
                    </a:ext>
                  </a:extLst>
                </p14:cNvPr>
                <p14:cNvContentPartPr/>
                <p14:nvPr/>
              </p14:nvContentPartPr>
              <p14:xfrm>
                <a:off x="7748262" y="8132833"/>
                <a:ext cx="79920" cy="99000"/>
              </p14:xfrm>
            </p:contentPart>
          </mc:Choice>
          <mc:Fallback xmlns=""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2B803F62-3715-11E8-9771-D88870ECAFB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42142" y="8126713"/>
                  <a:ext cx="92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6F745AC5-0DD9-F335-A87F-59360A9DF100}"/>
                    </a:ext>
                  </a:extLst>
                </p14:cNvPr>
                <p14:cNvContentPartPr/>
                <p14:nvPr/>
              </p14:nvContentPartPr>
              <p14:xfrm>
                <a:off x="7748262" y="8176753"/>
                <a:ext cx="360" cy="36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6F745AC5-0DD9-F335-A87F-59360A9DF10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42142" y="81706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1C8BFF41-507F-204E-5CD5-7573755E2E10}"/>
                    </a:ext>
                  </a:extLst>
                </p14:cNvPr>
                <p14:cNvContentPartPr/>
                <p14:nvPr/>
              </p14:nvContentPartPr>
              <p14:xfrm>
                <a:off x="7748262" y="8085673"/>
                <a:ext cx="239400" cy="9144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1C8BFF41-507F-204E-5CD5-7573755E2E1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42142" y="8079553"/>
                  <a:ext cx="251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0295D472-E903-AEF5-545A-B3046860D143}"/>
                    </a:ext>
                  </a:extLst>
                </p14:cNvPr>
                <p14:cNvContentPartPr/>
                <p14:nvPr/>
              </p14:nvContentPartPr>
              <p14:xfrm>
                <a:off x="7886502" y="7925833"/>
                <a:ext cx="127080" cy="38448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0295D472-E903-AEF5-545A-B3046860D14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80382" y="7919713"/>
                  <a:ext cx="139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97732665-4B43-A253-E5C9-485B904F659B}"/>
                    </a:ext>
                  </a:extLst>
                </p14:cNvPr>
                <p14:cNvContentPartPr/>
                <p14:nvPr/>
              </p14:nvContentPartPr>
              <p14:xfrm>
                <a:off x="8013222" y="8280073"/>
                <a:ext cx="121320" cy="396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97732665-4B43-A253-E5C9-485B904F65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07102" y="8273953"/>
                  <a:ext cx="1335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E19E9495-991C-8CFF-E052-4F38D4962087}"/>
                    </a:ext>
                  </a:extLst>
                </p14:cNvPr>
                <p14:cNvContentPartPr/>
                <p14:nvPr/>
              </p14:nvContentPartPr>
              <p14:xfrm>
                <a:off x="8135982" y="8074513"/>
                <a:ext cx="56880" cy="16416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E19E9495-991C-8CFF-E052-4F38D496208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29862" y="8068393"/>
                  <a:ext cx="69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097289FC-1E9C-CD16-C1ED-0D0BE8BD7597}"/>
                    </a:ext>
                  </a:extLst>
                </p14:cNvPr>
                <p14:cNvContentPartPr/>
                <p14:nvPr/>
              </p14:nvContentPartPr>
              <p14:xfrm>
                <a:off x="8174862" y="8076673"/>
                <a:ext cx="360" cy="3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097289FC-1E9C-CD16-C1ED-0D0BE8BD759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68742" y="80705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50A69A4B-4A43-54CC-1D54-4DFB00DCB041}"/>
                    </a:ext>
                  </a:extLst>
                </p14:cNvPr>
                <p14:cNvContentPartPr/>
                <p14:nvPr/>
              </p14:nvContentPartPr>
              <p14:xfrm>
                <a:off x="8174862" y="8076673"/>
                <a:ext cx="78480" cy="20304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50A69A4B-4A43-54CC-1D54-4DFB00DCB04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168742" y="8070553"/>
                  <a:ext cx="90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BCACB430-5130-CD6F-A71A-3F8C86D49335}"/>
                    </a:ext>
                  </a:extLst>
                </p14:cNvPr>
                <p14:cNvContentPartPr/>
                <p14:nvPr/>
              </p14:nvContentPartPr>
              <p14:xfrm>
                <a:off x="8243262" y="8119873"/>
                <a:ext cx="113400" cy="22032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BCACB430-5130-CD6F-A71A-3F8C86D4933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37142" y="8113753"/>
                  <a:ext cx="12564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E9C964CD-DE24-E426-A047-09F546E41511}"/>
              </a:ext>
            </a:extLst>
          </p:cNvPr>
          <p:cNvGrpSpPr/>
          <p:nvPr/>
        </p:nvGrpSpPr>
        <p:grpSpPr>
          <a:xfrm>
            <a:off x="9424062" y="11115073"/>
            <a:ext cx="2793960" cy="591840"/>
            <a:chOff x="9424062" y="11115073"/>
            <a:chExt cx="279396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E54495E2-7EFB-AABA-8707-0B7A65433303}"/>
                    </a:ext>
                  </a:extLst>
                </p14:cNvPr>
                <p14:cNvContentPartPr/>
                <p14:nvPr/>
              </p14:nvContentPartPr>
              <p14:xfrm>
                <a:off x="9615582" y="11246833"/>
                <a:ext cx="201240" cy="25488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E54495E2-7EFB-AABA-8707-0B7A6543330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609462" y="11240713"/>
                  <a:ext cx="213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E1B1E276-6719-0BE5-1D19-844A4CFEDE95}"/>
                    </a:ext>
                  </a:extLst>
                </p14:cNvPr>
                <p14:cNvContentPartPr/>
                <p14:nvPr/>
              </p14:nvContentPartPr>
              <p14:xfrm>
                <a:off x="9880542" y="11254393"/>
                <a:ext cx="153720" cy="16992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E1B1E276-6719-0BE5-1D19-844A4CFEDE9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74422" y="11248273"/>
                  <a:ext cx="165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3353CCB4-DED3-227F-C1C4-207F733E64B9}"/>
                    </a:ext>
                  </a:extLst>
                </p14:cNvPr>
                <p14:cNvContentPartPr/>
                <p14:nvPr/>
              </p14:nvContentPartPr>
              <p14:xfrm>
                <a:off x="9941022" y="11248633"/>
                <a:ext cx="115920" cy="102240"/>
              </p14:xfrm>
            </p:contentPart>
          </mc:Choice>
          <mc:Fallback xmlns=""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3353CCB4-DED3-227F-C1C4-207F733E64B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934902" y="11242513"/>
                  <a:ext cx="128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947E9475-ED7E-5ED2-2F0B-CD4C1DF881A6}"/>
                    </a:ext>
                  </a:extLst>
                </p14:cNvPr>
                <p14:cNvContentPartPr/>
                <p14:nvPr/>
              </p14:nvContentPartPr>
              <p14:xfrm>
                <a:off x="10079622" y="11305873"/>
                <a:ext cx="187560" cy="185760"/>
              </p14:xfrm>
            </p:contentPart>
          </mc:Choice>
          <mc:Fallback xmlns=""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947E9475-ED7E-5ED2-2F0B-CD4C1DF881A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073502" y="11299753"/>
                  <a:ext cx="199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E65F2516-C50A-F02A-DF45-70E824DCB959}"/>
                    </a:ext>
                  </a:extLst>
                </p14:cNvPr>
                <p14:cNvContentPartPr/>
                <p14:nvPr/>
              </p14:nvContentPartPr>
              <p14:xfrm>
                <a:off x="10327662" y="11327113"/>
                <a:ext cx="129960" cy="146160"/>
              </p14:xfrm>
            </p:contentPart>
          </mc:Choice>
          <mc:Fallback xmlns=""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E65F2516-C50A-F02A-DF45-70E824DCB95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321542" y="11320993"/>
                  <a:ext cx="142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EA741FFE-C0F8-EF34-1AB8-8FB4D1AAAFF5}"/>
                    </a:ext>
                  </a:extLst>
                </p14:cNvPr>
                <p14:cNvContentPartPr/>
                <p14:nvPr/>
              </p14:nvContentPartPr>
              <p14:xfrm>
                <a:off x="10632942" y="11315593"/>
                <a:ext cx="117360" cy="17640"/>
              </p14:xfrm>
            </p:contentPart>
          </mc:Choice>
          <mc:Fallback xmlns=""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EA741FFE-C0F8-EF34-1AB8-8FB4D1AAAFF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626822" y="11309473"/>
                  <a:ext cx="129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36E061C0-A8E7-7256-4EC3-2ABB1B5F3B6D}"/>
                    </a:ext>
                  </a:extLst>
                </p14:cNvPr>
                <p14:cNvContentPartPr/>
                <p14:nvPr/>
              </p14:nvContentPartPr>
              <p14:xfrm>
                <a:off x="10632942" y="11332873"/>
                <a:ext cx="360" cy="360"/>
              </p14:xfrm>
            </p:contentPart>
          </mc:Choice>
          <mc:Fallback xmlns=""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36E061C0-A8E7-7256-4EC3-2ABB1B5F3B6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626822" y="113267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B84EFC04-201A-4059-66FC-960020F78A1B}"/>
                    </a:ext>
                  </a:extLst>
                </p14:cNvPr>
                <p14:cNvContentPartPr/>
                <p14:nvPr/>
              </p14:nvContentPartPr>
              <p14:xfrm>
                <a:off x="10609542" y="11332873"/>
                <a:ext cx="152280" cy="90000"/>
              </p14:xfrm>
            </p:contentPart>
          </mc:Choice>
          <mc:Fallback xmlns=""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B84EFC04-201A-4059-66FC-960020F78A1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03422" y="11326753"/>
                  <a:ext cx="164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E2935A24-7824-4F15-B5B3-641C3E770808}"/>
                    </a:ext>
                  </a:extLst>
                </p14:cNvPr>
                <p14:cNvContentPartPr/>
                <p14:nvPr/>
              </p14:nvContentPartPr>
              <p14:xfrm>
                <a:off x="10890342" y="11273113"/>
                <a:ext cx="191520" cy="49320"/>
              </p14:xfrm>
            </p:contentPart>
          </mc:Choice>
          <mc:Fallback xmlns=""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E2935A24-7824-4F15-B5B3-641C3E77080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84222" y="11266993"/>
                  <a:ext cx="203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2B18D153-325D-B5AC-AFBC-770343C6433E}"/>
                    </a:ext>
                  </a:extLst>
                </p14:cNvPr>
                <p14:cNvContentPartPr/>
                <p14:nvPr/>
              </p14:nvContentPartPr>
              <p14:xfrm>
                <a:off x="10890342" y="11322073"/>
                <a:ext cx="360" cy="360"/>
              </p14:xfrm>
            </p:contentPart>
          </mc:Choice>
          <mc:Fallback xmlns=""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2B18D153-325D-B5AC-AFBC-770343C6433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84222" y="113159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C5F26524-F1B9-CB2C-035F-3C78024E0453}"/>
                    </a:ext>
                  </a:extLst>
                </p14:cNvPr>
                <p14:cNvContentPartPr/>
                <p14:nvPr/>
              </p14:nvContentPartPr>
              <p14:xfrm>
                <a:off x="10861182" y="11322073"/>
                <a:ext cx="220680" cy="14580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C5F26524-F1B9-CB2C-035F-3C78024E045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855062" y="11315953"/>
                  <a:ext cx="232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04391260-109F-96EB-E275-11F28C18F8C9}"/>
                    </a:ext>
                  </a:extLst>
                </p14:cNvPr>
                <p14:cNvContentPartPr/>
                <p14:nvPr/>
              </p14:nvContentPartPr>
              <p14:xfrm>
                <a:off x="11188782" y="11158993"/>
                <a:ext cx="209520" cy="37692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04391260-109F-96EB-E275-11F28C18F8C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82662" y="11152873"/>
                  <a:ext cx="221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7FE32831-A0E9-C2C9-8AF6-DF680EF8DB5D}"/>
                    </a:ext>
                  </a:extLst>
                </p14:cNvPr>
                <p14:cNvContentPartPr/>
                <p14:nvPr/>
              </p14:nvContentPartPr>
              <p14:xfrm>
                <a:off x="11295702" y="11229193"/>
                <a:ext cx="144720" cy="18000"/>
              </p14:xfrm>
            </p:contentPart>
          </mc:Choice>
          <mc:Fallback xmlns=""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7FE32831-A0E9-C2C9-8AF6-DF680EF8DB5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89582" y="11223073"/>
                  <a:ext cx="156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4BBD2AE1-B34C-8B73-CFCA-83F136690DF7}"/>
                    </a:ext>
                  </a:extLst>
                </p14:cNvPr>
                <p14:cNvContentPartPr/>
                <p14:nvPr/>
              </p14:nvContentPartPr>
              <p14:xfrm>
                <a:off x="11463462" y="11353033"/>
                <a:ext cx="184680" cy="21060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4BBD2AE1-B34C-8B73-CFCA-83F136690D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457342" y="11346913"/>
                  <a:ext cx="1969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1AA1500B-5DD8-32DF-1862-CFC305BC42EC}"/>
                    </a:ext>
                  </a:extLst>
                </p14:cNvPr>
                <p14:cNvContentPartPr/>
                <p14:nvPr/>
              </p14:nvContentPartPr>
              <p14:xfrm>
                <a:off x="9424062" y="11115073"/>
                <a:ext cx="201960" cy="512640"/>
              </p14:xfrm>
            </p:contentPart>
          </mc:Choice>
          <mc:Fallback xmlns=""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1AA1500B-5DD8-32DF-1862-CFC305BC42E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417942" y="11108953"/>
                  <a:ext cx="2142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32C28AD3-52F5-B48B-38EE-5F37B9ADF68B}"/>
                    </a:ext>
                  </a:extLst>
                </p14:cNvPr>
                <p14:cNvContentPartPr/>
                <p14:nvPr/>
              </p14:nvContentPartPr>
              <p14:xfrm>
                <a:off x="11774502" y="11141353"/>
                <a:ext cx="129960" cy="444960"/>
              </p14:xfrm>
            </p:contentPart>
          </mc:Choice>
          <mc:Fallback xmlns=""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32C28AD3-52F5-B48B-38EE-5F37B9ADF68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8382" y="11135233"/>
                  <a:ext cx="142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F49B6EDF-35D9-73D0-11B9-B4DB066DF894}"/>
                    </a:ext>
                  </a:extLst>
                </p14:cNvPr>
                <p14:cNvContentPartPr/>
                <p14:nvPr/>
              </p14:nvContentPartPr>
              <p14:xfrm>
                <a:off x="12089142" y="11142793"/>
                <a:ext cx="128880" cy="284760"/>
              </p14:xfrm>
            </p:contentPart>
          </mc:Choice>
          <mc:Fallback xmlns=""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F49B6EDF-35D9-73D0-11B9-B4DB066DF89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2083022" y="11136673"/>
                  <a:ext cx="141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5B6E537F-7418-E085-69E7-9FB7AFD2CB1E}"/>
                    </a:ext>
                  </a:extLst>
                </p14:cNvPr>
                <p14:cNvContentPartPr/>
                <p14:nvPr/>
              </p14:nvContentPartPr>
              <p14:xfrm>
                <a:off x="12116502" y="11448073"/>
                <a:ext cx="76680" cy="106560"/>
              </p14:xfrm>
            </p:contentPart>
          </mc:Choice>
          <mc:Fallback xmlns=""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5B6E537F-7418-E085-69E7-9FB7AFD2CB1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110382" y="11441953"/>
                  <a:ext cx="88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A2B4E671-EDF5-F406-08A5-9E098B85FA35}"/>
                    </a:ext>
                  </a:extLst>
                </p14:cNvPr>
                <p14:cNvContentPartPr/>
                <p14:nvPr/>
              </p14:nvContentPartPr>
              <p14:xfrm>
                <a:off x="10726542" y="11203633"/>
                <a:ext cx="455760" cy="503280"/>
              </p14:xfrm>
            </p:contentPart>
          </mc:Choice>
          <mc:Fallback xmlns=""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A2B4E671-EDF5-F406-08A5-9E098B85FA3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720422" y="11197513"/>
                  <a:ext cx="468000" cy="51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1586B7BB-CCDA-3CF0-D5F8-6482B4F01D2A}"/>
              </a:ext>
            </a:extLst>
          </p:cNvPr>
          <p:cNvGrpSpPr/>
          <p:nvPr/>
        </p:nvGrpSpPr>
        <p:grpSpPr>
          <a:xfrm>
            <a:off x="9950742" y="12193993"/>
            <a:ext cx="306360" cy="95040"/>
            <a:chOff x="9950742" y="12193993"/>
            <a:chExt cx="30636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196126FA-1679-412E-1134-4C0F17B5670E}"/>
                    </a:ext>
                  </a:extLst>
                </p14:cNvPr>
                <p14:cNvContentPartPr/>
                <p14:nvPr/>
              </p14:nvContentPartPr>
              <p14:xfrm>
                <a:off x="9950742" y="12193993"/>
                <a:ext cx="158760" cy="3960"/>
              </p14:xfrm>
            </p:contentPart>
          </mc:Choice>
          <mc:Fallback xmlns=""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196126FA-1679-412E-1134-4C0F17B5670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44622" y="12187873"/>
                  <a:ext cx="1710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345C3ACA-5EE5-249C-299C-55DD7750BA80}"/>
                    </a:ext>
                  </a:extLst>
                </p14:cNvPr>
                <p14:cNvContentPartPr/>
                <p14:nvPr/>
              </p14:nvContentPartPr>
              <p14:xfrm>
                <a:off x="9964422" y="12284353"/>
                <a:ext cx="292680" cy="468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345C3ACA-5EE5-249C-299C-55DD7750BA8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958302" y="12278233"/>
                  <a:ext cx="3049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C2B21624-E693-8EAF-FD85-C887B5307610}"/>
              </a:ext>
            </a:extLst>
          </p:cNvPr>
          <p:cNvGrpSpPr/>
          <p:nvPr/>
        </p:nvGrpSpPr>
        <p:grpSpPr>
          <a:xfrm>
            <a:off x="10660302" y="11990593"/>
            <a:ext cx="2739240" cy="596160"/>
            <a:chOff x="10660302" y="11990593"/>
            <a:chExt cx="273924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5E9EA84E-4330-CBBC-D5DA-D2EADB0B58AF}"/>
                    </a:ext>
                  </a:extLst>
                </p14:cNvPr>
                <p14:cNvContentPartPr/>
                <p14:nvPr/>
              </p14:nvContentPartPr>
              <p14:xfrm>
                <a:off x="10660302" y="12004633"/>
                <a:ext cx="110160" cy="424800"/>
              </p14:xfrm>
            </p:contentPart>
          </mc:Choice>
          <mc:Fallback xmlns=""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5E9EA84E-4330-CBBC-D5DA-D2EADB0B58A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54182" y="11998513"/>
                  <a:ext cx="1224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6C591CDA-5B02-B9DE-4391-6CF1A9ACBEC7}"/>
                    </a:ext>
                  </a:extLst>
                </p14:cNvPr>
                <p14:cNvContentPartPr/>
                <p14:nvPr/>
              </p14:nvContentPartPr>
              <p14:xfrm>
                <a:off x="10874862" y="12190393"/>
                <a:ext cx="281160" cy="212760"/>
              </p14:xfrm>
            </p:contentPart>
          </mc:Choice>
          <mc:Fallback xmlns=""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6C591CDA-5B02-B9DE-4391-6CF1A9ACBEC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868742" y="12184273"/>
                  <a:ext cx="293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850ACB15-FC57-CDB3-6E89-613C57EB936A}"/>
                    </a:ext>
                  </a:extLst>
                </p14:cNvPr>
                <p14:cNvContentPartPr/>
                <p14:nvPr/>
              </p14:nvContentPartPr>
              <p14:xfrm>
                <a:off x="11171142" y="12104713"/>
                <a:ext cx="201960" cy="30060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850ACB15-FC57-CDB3-6E89-613C57EB936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165022" y="12098593"/>
                  <a:ext cx="2142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A4C69A64-888A-A650-EE75-63865076A6CC}"/>
                    </a:ext>
                  </a:extLst>
                </p14:cNvPr>
                <p14:cNvContentPartPr/>
                <p14:nvPr/>
              </p14:nvContentPartPr>
              <p14:xfrm>
                <a:off x="11332782" y="12104713"/>
                <a:ext cx="360" cy="360"/>
              </p14:xfrm>
            </p:contentPart>
          </mc:Choice>
          <mc:Fallback xmlns=""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A4C69A64-888A-A650-EE75-63865076A6C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26662" y="120985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5A9E0BA6-B728-266D-2BA0-B053A2424B35}"/>
                    </a:ext>
                  </a:extLst>
                </p14:cNvPr>
                <p14:cNvContentPartPr/>
                <p14:nvPr/>
              </p14:nvContentPartPr>
              <p14:xfrm>
                <a:off x="11332782" y="12104713"/>
                <a:ext cx="93960" cy="124920"/>
              </p14:xfrm>
            </p:contentPart>
          </mc:Choice>
          <mc:Fallback xmlns=""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5A9E0BA6-B728-266D-2BA0-B053A2424B3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326662" y="12098593"/>
                  <a:ext cx="106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27524704-048F-08A6-3364-ED24DB330354}"/>
                    </a:ext>
                  </a:extLst>
                </p14:cNvPr>
                <p14:cNvContentPartPr/>
                <p14:nvPr/>
              </p14:nvContentPartPr>
              <p14:xfrm>
                <a:off x="11406222" y="12228913"/>
                <a:ext cx="194040" cy="30564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27524704-048F-08A6-3364-ED24DB33035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400102" y="12222793"/>
                  <a:ext cx="206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4325FB35-5772-EB71-31A2-3C8B89DEE125}"/>
                    </a:ext>
                  </a:extLst>
                </p14:cNvPr>
                <p14:cNvContentPartPr/>
                <p14:nvPr/>
              </p14:nvContentPartPr>
              <p14:xfrm>
                <a:off x="11695302" y="12269593"/>
                <a:ext cx="142920" cy="21996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4325FB35-5772-EB71-31A2-3C8B89DEE1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689182" y="12263473"/>
                  <a:ext cx="155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88552456-05B2-7E72-5454-78FA399AB55B}"/>
                    </a:ext>
                  </a:extLst>
                </p14:cNvPr>
                <p14:cNvContentPartPr/>
                <p14:nvPr/>
              </p14:nvContentPartPr>
              <p14:xfrm>
                <a:off x="12013182" y="12250153"/>
                <a:ext cx="165240" cy="1440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88552456-05B2-7E72-5454-78FA399AB55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2007062" y="12244033"/>
                  <a:ext cx="177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0262D0BC-8981-B5FB-2A03-A9D763829990}"/>
                    </a:ext>
                  </a:extLst>
                </p14:cNvPr>
                <p14:cNvContentPartPr/>
                <p14:nvPr/>
              </p14:nvContentPartPr>
              <p14:xfrm>
                <a:off x="12045582" y="12009673"/>
                <a:ext cx="264240" cy="39348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0262D0BC-8981-B5FB-2A03-A9D76382999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2039462" y="12003553"/>
                  <a:ext cx="2764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B797B2AA-95FA-CBBE-FBBE-0EC0C881945C}"/>
                    </a:ext>
                  </a:extLst>
                </p14:cNvPr>
                <p14:cNvContentPartPr/>
                <p14:nvPr/>
              </p14:nvContentPartPr>
              <p14:xfrm>
                <a:off x="12393342" y="12116953"/>
                <a:ext cx="265680" cy="387720"/>
              </p14:xfrm>
            </p:contentPart>
          </mc:Choice>
          <mc:Fallback xmlns=""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B797B2AA-95FA-CBBE-FBBE-0EC0C881945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387222" y="12110833"/>
                  <a:ext cx="2779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A67C6005-A381-02DD-18A8-99F455F72B67}"/>
                    </a:ext>
                  </a:extLst>
                </p14:cNvPr>
                <p14:cNvContentPartPr/>
                <p14:nvPr/>
              </p14:nvContentPartPr>
              <p14:xfrm>
                <a:off x="12516102" y="12130993"/>
                <a:ext cx="181800" cy="28440"/>
              </p14:xfrm>
            </p:contentPart>
          </mc:Choice>
          <mc:Fallback xmlns=""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A67C6005-A381-02DD-18A8-99F455F72B6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509982" y="12124873"/>
                  <a:ext cx="194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FF55D179-B331-D9E5-CD5A-E756AAC9C3D5}"/>
                    </a:ext>
                  </a:extLst>
                </p14:cNvPr>
                <p14:cNvContentPartPr/>
                <p14:nvPr/>
              </p14:nvContentPartPr>
              <p14:xfrm>
                <a:off x="12703302" y="12352033"/>
                <a:ext cx="115560" cy="18648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FF55D179-B331-D9E5-CD5A-E756AAC9C3D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697182" y="12345913"/>
                  <a:ext cx="127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87C4D68D-917A-8AF9-E9F6-B8E66D8F6577}"/>
                    </a:ext>
                  </a:extLst>
                </p14:cNvPr>
                <p14:cNvContentPartPr/>
                <p14:nvPr/>
              </p14:nvContentPartPr>
              <p14:xfrm>
                <a:off x="12831822" y="11990593"/>
                <a:ext cx="214920" cy="59616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87C4D68D-917A-8AF9-E9F6-B8E66D8F657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825702" y="11984473"/>
                  <a:ext cx="2271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4B5C542A-00F4-76AB-E096-AE7BB3E2B352}"/>
                    </a:ext>
                  </a:extLst>
                </p14:cNvPr>
                <p14:cNvContentPartPr/>
                <p14:nvPr/>
              </p14:nvContentPartPr>
              <p14:xfrm>
                <a:off x="13215942" y="12023353"/>
                <a:ext cx="150120" cy="292320"/>
              </p14:xfrm>
            </p:contentPart>
          </mc:Choice>
          <mc:Fallback xmlns=""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4B5C542A-00F4-76AB-E096-AE7BB3E2B3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3209822" y="12017233"/>
                  <a:ext cx="1623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5F1360AA-DCAD-DFC1-CE95-4BD5214B7558}"/>
                    </a:ext>
                  </a:extLst>
                </p14:cNvPr>
                <p14:cNvContentPartPr/>
                <p14:nvPr/>
              </p14:nvContentPartPr>
              <p14:xfrm>
                <a:off x="13377582" y="12523753"/>
                <a:ext cx="21960" cy="38880"/>
              </p14:xfrm>
            </p:contentPart>
          </mc:Choice>
          <mc:Fallback xmlns=""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5F1360AA-DCAD-DFC1-CE95-4BD5214B75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3371462" y="12517633"/>
                  <a:ext cx="34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8634708B-516C-A3A1-630B-3F4C9083944A}"/>
              </a:ext>
            </a:extLst>
          </p:cNvPr>
          <p:cNvGrpSpPr/>
          <p:nvPr/>
        </p:nvGrpSpPr>
        <p:grpSpPr>
          <a:xfrm>
            <a:off x="8518662" y="11569393"/>
            <a:ext cx="1145520" cy="1040760"/>
            <a:chOff x="8518662" y="11569393"/>
            <a:chExt cx="1145520" cy="10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BA0A2199-FF06-A859-125C-DB03A9BCB44D}"/>
                    </a:ext>
                  </a:extLst>
                </p14:cNvPr>
                <p14:cNvContentPartPr/>
                <p14:nvPr/>
              </p14:nvContentPartPr>
              <p14:xfrm>
                <a:off x="9165222" y="11569393"/>
                <a:ext cx="182520" cy="126720"/>
              </p14:xfrm>
            </p:contentPart>
          </mc:Choice>
          <mc:Fallback xmlns=""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BA0A2199-FF06-A859-125C-DB03A9BCB44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59102" y="11563273"/>
                  <a:ext cx="19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612D6726-03F3-D90A-6B63-1CAFD67A438A}"/>
                    </a:ext>
                  </a:extLst>
                </p14:cNvPr>
                <p14:cNvContentPartPr/>
                <p14:nvPr/>
              </p14:nvContentPartPr>
              <p14:xfrm>
                <a:off x="9307422" y="11588833"/>
                <a:ext cx="185400" cy="23904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612D6726-03F3-D90A-6B63-1CAFD67A438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301302" y="11582713"/>
                  <a:ext cx="197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0F7FB048-A252-2C11-C60A-E7DE0F00325E}"/>
                    </a:ext>
                  </a:extLst>
                </p14:cNvPr>
                <p14:cNvContentPartPr/>
                <p14:nvPr/>
              </p14:nvContentPartPr>
              <p14:xfrm>
                <a:off x="8779302" y="12109753"/>
                <a:ext cx="140760" cy="33840"/>
              </p14:xfrm>
            </p:contentPart>
          </mc:Choice>
          <mc:Fallback xmlns=""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0F7FB048-A252-2C11-C60A-E7DE0F00325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3182" y="12103633"/>
                  <a:ext cx="153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E868B3F1-4EE8-DD74-B6E5-DFC9C18F6C1B}"/>
                    </a:ext>
                  </a:extLst>
                </p14:cNvPr>
                <p14:cNvContentPartPr/>
                <p14:nvPr/>
              </p14:nvContentPartPr>
              <p14:xfrm>
                <a:off x="8872542" y="11916793"/>
                <a:ext cx="66960" cy="505800"/>
              </p14:xfrm>
            </p:contentPart>
          </mc:Choice>
          <mc:Fallback xmlns=""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E868B3F1-4EE8-DD74-B6E5-DFC9C18F6C1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66422" y="11910673"/>
                  <a:ext cx="792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20ED9341-8E9C-9F35-6DEB-EB86E685BB84}"/>
                    </a:ext>
                  </a:extLst>
                </p14:cNvPr>
                <p14:cNvContentPartPr/>
                <p14:nvPr/>
              </p14:nvContentPartPr>
              <p14:xfrm>
                <a:off x="8989902" y="12013273"/>
                <a:ext cx="222480" cy="9000"/>
              </p14:xfrm>
            </p:contentPart>
          </mc:Choice>
          <mc:Fallback xmlns=""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20ED9341-8E9C-9F35-6DEB-EB86E685BB8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983782" y="12007153"/>
                  <a:ext cx="234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A4F9394E-F0E6-D86F-2160-B4DA80E9722E}"/>
                    </a:ext>
                  </a:extLst>
                </p14:cNvPr>
                <p14:cNvContentPartPr/>
                <p14:nvPr/>
              </p14:nvContentPartPr>
              <p14:xfrm>
                <a:off x="9067662" y="12073033"/>
                <a:ext cx="156240" cy="331920"/>
              </p14:xfrm>
            </p:contentPart>
          </mc:Choice>
          <mc:Fallback xmlns=""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A4F9394E-F0E6-D86F-2160-B4DA80E9722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061542" y="12066913"/>
                  <a:ext cx="1684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BFC68309-033C-5EEB-0A4B-A1D7A4FADEC4}"/>
                    </a:ext>
                  </a:extLst>
                </p14:cNvPr>
                <p14:cNvContentPartPr/>
                <p14:nvPr/>
              </p14:nvContentPartPr>
              <p14:xfrm>
                <a:off x="9240822" y="12170593"/>
                <a:ext cx="84960" cy="147600"/>
              </p14:xfrm>
            </p:contentPart>
          </mc:Choice>
          <mc:Fallback xmlns=""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BFC68309-033C-5EEB-0A4B-A1D7A4FADEC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34702" y="12164473"/>
                  <a:ext cx="97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EC23C0F3-987E-DB37-6F4B-45D3B94B47BB}"/>
                    </a:ext>
                  </a:extLst>
                </p14:cNvPr>
                <p14:cNvContentPartPr/>
                <p14:nvPr/>
              </p14:nvContentPartPr>
              <p14:xfrm>
                <a:off x="9381582" y="12057193"/>
                <a:ext cx="213120" cy="504720"/>
              </p14:xfrm>
            </p:contentPart>
          </mc:Choice>
          <mc:Fallback xmlns=""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EC23C0F3-987E-DB37-6F4B-45D3B94B47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75462" y="12051073"/>
                  <a:ext cx="2253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D715E2C8-40AD-1C7A-E2C5-C3FE3CB5EB69}"/>
                    </a:ext>
                  </a:extLst>
                </p14:cNvPr>
                <p14:cNvContentPartPr/>
                <p14:nvPr/>
              </p14:nvContentPartPr>
              <p14:xfrm>
                <a:off x="8744382" y="12102913"/>
                <a:ext cx="364320" cy="56520"/>
              </p14:xfrm>
            </p:contentPart>
          </mc:Choice>
          <mc:Fallback xmlns=""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D715E2C8-40AD-1C7A-E2C5-C3FE3CB5EB6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738262" y="12096793"/>
                  <a:ext cx="376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1FC14816-3A09-EAD8-149E-DC02D0308BA5}"/>
                    </a:ext>
                  </a:extLst>
                </p14:cNvPr>
                <p14:cNvContentPartPr/>
                <p14:nvPr/>
              </p14:nvContentPartPr>
              <p14:xfrm>
                <a:off x="8759862" y="11747953"/>
                <a:ext cx="320040" cy="783360"/>
              </p14:xfrm>
            </p:contentPart>
          </mc:Choice>
          <mc:Fallback xmlns=""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1FC14816-3A09-EAD8-149E-DC02D0308BA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753742" y="11741833"/>
                  <a:ext cx="33228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77361C87-F6F6-12C6-F931-5151C0A41D3E}"/>
                    </a:ext>
                  </a:extLst>
                </p14:cNvPr>
                <p14:cNvContentPartPr/>
                <p14:nvPr/>
              </p14:nvContentPartPr>
              <p14:xfrm>
                <a:off x="8518662" y="11707633"/>
                <a:ext cx="516240" cy="902520"/>
              </p14:xfrm>
            </p:contentPart>
          </mc:Choice>
          <mc:Fallback xmlns=""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77361C87-F6F6-12C6-F931-5151C0A41D3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12542" y="11701513"/>
                  <a:ext cx="52848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9AC9D511-F708-4A27-3BF3-50BB27244CAD}"/>
                    </a:ext>
                  </a:extLst>
                </p14:cNvPr>
                <p14:cNvContentPartPr/>
                <p14:nvPr/>
              </p14:nvContentPartPr>
              <p14:xfrm>
                <a:off x="9005382" y="12010033"/>
                <a:ext cx="238320" cy="478800"/>
              </p14:xfrm>
            </p:contentPart>
          </mc:Choice>
          <mc:Fallback xmlns=""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9AC9D511-F708-4A27-3BF3-50BB27244CA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999262" y="12003913"/>
                  <a:ext cx="2505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CC476716-7360-DA9D-B290-6CF7B0EF1CBA}"/>
                    </a:ext>
                  </a:extLst>
                </p14:cNvPr>
                <p14:cNvContentPartPr/>
                <p14:nvPr/>
              </p14:nvContentPartPr>
              <p14:xfrm>
                <a:off x="9317142" y="11957113"/>
                <a:ext cx="347040" cy="639000"/>
              </p14:xfrm>
            </p:contentPart>
          </mc:Choice>
          <mc:Fallback xmlns=""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CC476716-7360-DA9D-B290-6CF7B0EF1CB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311022" y="11950993"/>
                  <a:ext cx="359280" cy="65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9A2EB543-2546-2703-6101-836169476110}"/>
              </a:ext>
            </a:extLst>
          </p:cNvPr>
          <p:cNvGrpSpPr/>
          <p:nvPr/>
        </p:nvGrpSpPr>
        <p:grpSpPr>
          <a:xfrm>
            <a:off x="8705142" y="6423193"/>
            <a:ext cx="4918320" cy="4497480"/>
            <a:chOff x="8705142" y="6423193"/>
            <a:chExt cx="4918320" cy="449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6EB731B4-1788-5B27-782E-0AA9D779FA56}"/>
                    </a:ext>
                  </a:extLst>
                </p14:cNvPr>
                <p14:cNvContentPartPr/>
                <p14:nvPr/>
              </p14:nvContentPartPr>
              <p14:xfrm>
                <a:off x="10996182" y="6786793"/>
                <a:ext cx="744480" cy="42840"/>
              </p14:xfrm>
            </p:contentPart>
          </mc:Choice>
          <mc:Fallback xmlns=""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6EB731B4-1788-5B27-782E-0AA9D779FA5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90062" y="6780673"/>
                  <a:ext cx="756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AD3722D5-F8CB-2E10-1AF3-88FA1FDBBB4C}"/>
                    </a:ext>
                  </a:extLst>
                </p14:cNvPr>
                <p14:cNvContentPartPr/>
                <p14:nvPr/>
              </p14:nvContentPartPr>
              <p14:xfrm>
                <a:off x="11701422" y="6423193"/>
                <a:ext cx="763920" cy="1974960"/>
              </p14:xfrm>
            </p:contentPart>
          </mc:Choice>
          <mc:Fallback xmlns=""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AD3722D5-F8CB-2E10-1AF3-88FA1FDBBB4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695302" y="6417073"/>
                  <a:ext cx="776160" cy="19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1E0D906A-B0BE-5390-C3CB-AACB5B94F976}"/>
                    </a:ext>
                  </a:extLst>
                </p14:cNvPr>
                <p14:cNvContentPartPr/>
                <p14:nvPr/>
              </p14:nvContentPartPr>
              <p14:xfrm>
                <a:off x="12471102" y="7422553"/>
                <a:ext cx="1152360" cy="56160"/>
              </p14:xfrm>
            </p:contentPart>
          </mc:Choice>
          <mc:Fallback xmlns=""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1E0D906A-B0BE-5390-C3CB-AACB5B94F97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464982" y="7416433"/>
                  <a:ext cx="1164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5B2506C3-5D93-E38E-4736-BFA6B25F02F5}"/>
                    </a:ext>
                  </a:extLst>
                </p14:cNvPr>
                <p14:cNvContentPartPr/>
                <p14:nvPr/>
              </p14:nvContentPartPr>
              <p14:xfrm>
                <a:off x="8705142" y="8116993"/>
                <a:ext cx="3235680" cy="1641960"/>
              </p14:xfrm>
            </p:contentPart>
          </mc:Choice>
          <mc:Fallback xmlns=""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5B2506C3-5D93-E38E-4736-BFA6B25F02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699022" y="8110873"/>
                  <a:ext cx="3247920" cy="16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424652F5-1699-81B9-C74F-0869EAD98BDA}"/>
                    </a:ext>
                  </a:extLst>
                </p14:cNvPr>
                <p14:cNvContentPartPr/>
                <p14:nvPr/>
              </p14:nvContentPartPr>
              <p14:xfrm>
                <a:off x="10488942" y="8250553"/>
                <a:ext cx="76320" cy="2579040"/>
              </p14:xfrm>
            </p:contentPart>
          </mc:Choice>
          <mc:Fallback xmlns=""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424652F5-1699-81B9-C74F-0869EAD98B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482822" y="8244433"/>
                  <a:ext cx="88560" cy="25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66BB9D3D-6863-2259-597D-E3CB967FC1D7}"/>
                    </a:ext>
                  </a:extLst>
                </p14:cNvPr>
                <p14:cNvContentPartPr/>
                <p14:nvPr/>
              </p14:nvContentPartPr>
              <p14:xfrm>
                <a:off x="10632942" y="8250553"/>
                <a:ext cx="419760" cy="386280"/>
              </p14:xfrm>
            </p:contentPart>
          </mc:Choice>
          <mc:Fallback xmlns=""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66BB9D3D-6863-2259-597D-E3CB967FC1D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626822" y="8244433"/>
                  <a:ext cx="4320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608E6723-972B-F1FE-B22A-831792B29936}"/>
                    </a:ext>
                  </a:extLst>
                </p14:cNvPr>
                <p14:cNvContentPartPr/>
                <p14:nvPr/>
              </p14:nvContentPartPr>
              <p14:xfrm>
                <a:off x="10996902" y="8613433"/>
                <a:ext cx="63360" cy="1760040"/>
              </p14:xfrm>
            </p:contentPart>
          </mc:Choice>
          <mc:Fallback xmlns=""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608E6723-972B-F1FE-B22A-831792B2993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990782" y="8607313"/>
                  <a:ext cx="75600" cy="17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417F0DB7-5ACD-1AC1-1F4E-3EAAC9F21C7F}"/>
                    </a:ext>
                  </a:extLst>
                </p14:cNvPr>
                <p14:cNvContentPartPr/>
                <p14:nvPr/>
              </p14:nvContentPartPr>
              <p14:xfrm>
                <a:off x="10515942" y="10316953"/>
                <a:ext cx="567720" cy="603720"/>
              </p14:xfrm>
            </p:contentPart>
          </mc:Choice>
          <mc:Fallback xmlns=""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417F0DB7-5ACD-1AC1-1F4E-3EAAC9F21C7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09822" y="10310833"/>
                  <a:ext cx="5799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19ADBC62-10EF-51AD-B015-29E48D64B68B}"/>
                    </a:ext>
                  </a:extLst>
                </p14:cNvPr>
                <p14:cNvContentPartPr/>
                <p14:nvPr/>
              </p14:nvContentPartPr>
              <p14:xfrm>
                <a:off x="10038582" y="8545033"/>
                <a:ext cx="526680" cy="142560"/>
              </p14:xfrm>
            </p:contentPart>
          </mc:Choice>
          <mc:Fallback xmlns=""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19ADBC62-10EF-51AD-B015-29E48D64B68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032462" y="8538913"/>
                  <a:ext cx="538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47F8AB3F-55B2-B651-467C-FB4F2D15E578}"/>
                    </a:ext>
                  </a:extLst>
                </p14:cNvPr>
                <p14:cNvContentPartPr/>
                <p14:nvPr/>
              </p14:nvContentPartPr>
              <p14:xfrm>
                <a:off x="10056222" y="8990713"/>
                <a:ext cx="456480" cy="37080"/>
              </p14:xfrm>
            </p:contentPart>
          </mc:Choice>
          <mc:Fallback xmlns=""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47F8AB3F-55B2-B651-467C-FB4F2D15E57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050102" y="8984593"/>
                  <a:ext cx="468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A5F510ED-C62F-C8DB-9C87-1ACA9AFA806A}"/>
                    </a:ext>
                  </a:extLst>
                </p14:cNvPr>
                <p14:cNvContentPartPr/>
                <p14:nvPr/>
              </p14:nvContentPartPr>
              <p14:xfrm>
                <a:off x="10124262" y="9366193"/>
                <a:ext cx="398520" cy="66960"/>
              </p14:xfrm>
            </p:contentPart>
          </mc:Choice>
          <mc:Fallback xmlns=""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A5F510ED-C62F-C8DB-9C87-1ACA9AFA806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118142" y="9360073"/>
                  <a:ext cx="410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EA3209A0-31D2-7F3F-A1D2-524CBDB8342C}"/>
                    </a:ext>
                  </a:extLst>
                </p14:cNvPr>
                <p14:cNvContentPartPr/>
                <p14:nvPr/>
              </p14:nvContentPartPr>
              <p14:xfrm>
                <a:off x="10192662" y="9706393"/>
                <a:ext cx="277200" cy="61920"/>
              </p14:xfrm>
            </p:contentPart>
          </mc:Choice>
          <mc:Fallback xmlns=""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EA3209A0-31D2-7F3F-A1D2-524CBDB8342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86542" y="9700273"/>
                  <a:ext cx="289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FFABB93E-2604-1CE9-9994-6864554C914B}"/>
                    </a:ext>
                  </a:extLst>
                </p14:cNvPr>
                <p14:cNvContentPartPr/>
                <p14:nvPr/>
              </p14:nvContentPartPr>
              <p14:xfrm>
                <a:off x="10178982" y="10236673"/>
                <a:ext cx="336240" cy="38520"/>
              </p14:xfrm>
            </p:contentPart>
          </mc:Choice>
          <mc:Fallback xmlns=""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FFABB93E-2604-1CE9-9994-6864554C914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72862" y="10230553"/>
                  <a:ext cx="348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B36403B4-A360-E726-2BFC-E7851B7CB87B}"/>
                    </a:ext>
                  </a:extLst>
                </p14:cNvPr>
                <p14:cNvContentPartPr/>
                <p14:nvPr/>
              </p14:nvContentPartPr>
              <p14:xfrm>
                <a:off x="10163142" y="10618633"/>
                <a:ext cx="503280" cy="144360"/>
              </p14:xfrm>
            </p:contentPart>
          </mc:Choice>
          <mc:Fallback xmlns=""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B36403B4-A360-E726-2BFC-E7851B7CB87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57022" y="10612513"/>
                  <a:ext cx="51552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65" name="잉크 264">
                <a:extLst>
                  <a:ext uri="{FF2B5EF4-FFF2-40B4-BE49-F238E27FC236}">
                    <a16:creationId xmlns:a16="http://schemas.microsoft.com/office/drawing/2014/main" id="{1A1FBB09-1A91-11B7-A04E-2D62D6B27409}"/>
                  </a:ext>
                </a:extLst>
              </p14:cNvPr>
              <p14:cNvContentPartPr/>
              <p14:nvPr/>
            </p14:nvContentPartPr>
            <p14:xfrm>
              <a:off x="11872782" y="10369153"/>
              <a:ext cx="442800" cy="111600"/>
            </p14:xfrm>
          </p:contentPart>
        </mc:Choice>
        <mc:Fallback xmlns="">
          <p:pic>
            <p:nvPicPr>
              <p:cNvPr id="265" name="잉크 264">
                <a:extLst>
                  <a:ext uri="{FF2B5EF4-FFF2-40B4-BE49-F238E27FC236}">
                    <a16:creationId xmlns:a16="http://schemas.microsoft.com/office/drawing/2014/main" id="{1A1FBB09-1A91-11B7-A04E-2D62D6B27409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1866662" y="10363033"/>
                <a:ext cx="4550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66" name="잉크 265">
                <a:extLst>
                  <a:ext uri="{FF2B5EF4-FFF2-40B4-BE49-F238E27FC236}">
                    <a16:creationId xmlns:a16="http://schemas.microsoft.com/office/drawing/2014/main" id="{6C533BE4-37AE-2F5B-8BD9-D11C817E4BA6}"/>
                  </a:ext>
                </a:extLst>
              </p14:cNvPr>
              <p14:cNvContentPartPr/>
              <p14:nvPr/>
            </p14:nvContentPartPr>
            <p14:xfrm>
              <a:off x="13030542" y="10827073"/>
              <a:ext cx="1443240" cy="155160"/>
            </p14:xfrm>
          </p:contentPart>
        </mc:Choice>
        <mc:Fallback xmlns="">
          <p:pic>
            <p:nvPicPr>
              <p:cNvPr id="266" name="잉크 265">
                <a:extLst>
                  <a:ext uri="{FF2B5EF4-FFF2-40B4-BE49-F238E27FC236}">
                    <a16:creationId xmlns:a16="http://schemas.microsoft.com/office/drawing/2014/main" id="{6C533BE4-37AE-2F5B-8BD9-D11C817E4BA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3024422" y="10820953"/>
                <a:ext cx="14554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67" name="잉크 266">
                <a:extLst>
                  <a:ext uri="{FF2B5EF4-FFF2-40B4-BE49-F238E27FC236}">
                    <a16:creationId xmlns:a16="http://schemas.microsoft.com/office/drawing/2014/main" id="{B8F221A6-9BEC-6F1C-C862-B635C8D624C5}"/>
                  </a:ext>
                </a:extLst>
              </p14:cNvPr>
              <p14:cNvContentPartPr/>
              <p14:nvPr/>
            </p14:nvContentPartPr>
            <p14:xfrm>
              <a:off x="11926782" y="10313353"/>
              <a:ext cx="435600" cy="142560"/>
            </p14:xfrm>
          </p:contentPart>
        </mc:Choice>
        <mc:Fallback xmlns="">
          <p:pic>
            <p:nvPicPr>
              <p:cNvPr id="267" name="잉크 266">
                <a:extLst>
                  <a:ext uri="{FF2B5EF4-FFF2-40B4-BE49-F238E27FC236}">
                    <a16:creationId xmlns:a16="http://schemas.microsoft.com/office/drawing/2014/main" id="{B8F221A6-9BEC-6F1C-C862-B635C8D624C5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1920662" y="10307233"/>
                <a:ext cx="4478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68" name="잉크 267">
                <a:extLst>
                  <a:ext uri="{FF2B5EF4-FFF2-40B4-BE49-F238E27FC236}">
                    <a16:creationId xmlns:a16="http://schemas.microsoft.com/office/drawing/2014/main" id="{F97E0CD2-29E6-2594-5599-04CD3B6E931A}"/>
                  </a:ext>
                </a:extLst>
              </p14:cNvPr>
              <p14:cNvContentPartPr/>
              <p14:nvPr/>
            </p14:nvContentPartPr>
            <p14:xfrm>
              <a:off x="13122342" y="10860553"/>
              <a:ext cx="1335600" cy="132120"/>
            </p14:xfrm>
          </p:contentPart>
        </mc:Choice>
        <mc:Fallback xmlns="">
          <p:pic>
            <p:nvPicPr>
              <p:cNvPr id="268" name="잉크 267">
                <a:extLst>
                  <a:ext uri="{FF2B5EF4-FFF2-40B4-BE49-F238E27FC236}">
                    <a16:creationId xmlns:a16="http://schemas.microsoft.com/office/drawing/2014/main" id="{F97E0CD2-29E6-2594-5599-04CD3B6E931A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3116222" y="10854433"/>
                <a:ext cx="1347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69" name="잉크 268">
                <a:extLst>
                  <a:ext uri="{FF2B5EF4-FFF2-40B4-BE49-F238E27FC236}">
                    <a16:creationId xmlns:a16="http://schemas.microsoft.com/office/drawing/2014/main" id="{E87582ED-DE3B-E135-F9EA-12DAF782C025}"/>
                  </a:ext>
                </a:extLst>
              </p14:cNvPr>
              <p14:cNvContentPartPr/>
              <p14:nvPr/>
            </p14:nvContentPartPr>
            <p14:xfrm>
              <a:off x="13923342" y="11988073"/>
              <a:ext cx="135720" cy="343440"/>
            </p14:xfrm>
          </p:contentPart>
        </mc:Choice>
        <mc:Fallback xmlns="">
          <p:pic>
            <p:nvPicPr>
              <p:cNvPr id="269" name="잉크 268">
                <a:extLst>
                  <a:ext uri="{FF2B5EF4-FFF2-40B4-BE49-F238E27FC236}">
                    <a16:creationId xmlns:a16="http://schemas.microsoft.com/office/drawing/2014/main" id="{E87582ED-DE3B-E135-F9EA-12DAF782C02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3917222" y="11981953"/>
                <a:ext cx="14796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80A7EBA8-0615-7121-B992-E4674F53D24A}"/>
              </a:ext>
            </a:extLst>
          </p:cNvPr>
          <p:cNvGrpSpPr/>
          <p:nvPr/>
        </p:nvGrpSpPr>
        <p:grpSpPr>
          <a:xfrm>
            <a:off x="14420502" y="12159073"/>
            <a:ext cx="37440" cy="130320"/>
            <a:chOff x="14420502" y="12159073"/>
            <a:chExt cx="3744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FB1BD0C1-D83F-3258-521C-46FADFB680DF}"/>
                    </a:ext>
                  </a:extLst>
                </p14:cNvPr>
                <p14:cNvContentPartPr/>
                <p14:nvPr/>
              </p14:nvContentPartPr>
              <p14:xfrm>
                <a:off x="14420502" y="12159073"/>
                <a:ext cx="19800" cy="360"/>
              </p14:xfrm>
            </p:contentPart>
          </mc:Choice>
          <mc:Fallback xmlns=""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FB1BD0C1-D83F-3258-521C-46FADFB680D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414382" y="12152953"/>
                  <a:ext cx="32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22AA7DA7-693D-8C78-9765-1A8A0D16A7FD}"/>
                    </a:ext>
                  </a:extLst>
                </p14:cNvPr>
                <p14:cNvContentPartPr/>
                <p14:nvPr/>
              </p14:nvContentPartPr>
              <p14:xfrm>
                <a:off x="14420502" y="12159073"/>
                <a:ext cx="37440" cy="130320"/>
              </p14:xfrm>
            </p:contentPart>
          </mc:Choice>
          <mc:Fallback xmlns=""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22AA7DA7-693D-8C78-9765-1A8A0D16A7F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4414382" y="12152953"/>
                  <a:ext cx="4968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73" name="잉크 272">
                <a:extLst>
                  <a:ext uri="{FF2B5EF4-FFF2-40B4-BE49-F238E27FC236}">
                    <a16:creationId xmlns:a16="http://schemas.microsoft.com/office/drawing/2014/main" id="{DE26613E-8181-D710-FBD1-D26DC23710A4}"/>
                  </a:ext>
                </a:extLst>
              </p14:cNvPr>
              <p14:cNvContentPartPr/>
              <p14:nvPr/>
            </p14:nvContentPartPr>
            <p14:xfrm>
              <a:off x="14884542" y="11986993"/>
              <a:ext cx="78480" cy="436680"/>
            </p14:xfrm>
          </p:contentPart>
        </mc:Choice>
        <mc:Fallback xmlns="">
          <p:pic>
            <p:nvPicPr>
              <p:cNvPr id="273" name="잉크 272">
                <a:extLst>
                  <a:ext uri="{FF2B5EF4-FFF2-40B4-BE49-F238E27FC236}">
                    <a16:creationId xmlns:a16="http://schemas.microsoft.com/office/drawing/2014/main" id="{DE26613E-8181-D710-FBD1-D26DC23710A4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4878422" y="11980873"/>
                <a:ext cx="907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74" name="잉크 273">
                <a:extLst>
                  <a:ext uri="{FF2B5EF4-FFF2-40B4-BE49-F238E27FC236}">
                    <a16:creationId xmlns:a16="http://schemas.microsoft.com/office/drawing/2014/main" id="{EEA80045-0798-44D4-1713-88604ADF8E6D}"/>
                  </a:ext>
                </a:extLst>
              </p14:cNvPr>
              <p14:cNvContentPartPr/>
              <p14:nvPr/>
            </p14:nvContentPartPr>
            <p14:xfrm>
              <a:off x="15428502" y="12024073"/>
              <a:ext cx="18000" cy="7200"/>
            </p14:xfrm>
          </p:contentPart>
        </mc:Choice>
        <mc:Fallback xmlns="">
          <p:pic>
            <p:nvPicPr>
              <p:cNvPr id="274" name="잉크 273">
                <a:extLst>
                  <a:ext uri="{FF2B5EF4-FFF2-40B4-BE49-F238E27FC236}">
                    <a16:creationId xmlns:a16="http://schemas.microsoft.com/office/drawing/2014/main" id="{EEA80045-0798-44D4-1713-88604ADF8E6D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5422382" y="12017953"/>
                <a:ext cx="302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5" name="잉크 274">
                <a:extLst>
                  <a:ext uri="{FF2B5EF4-FFF2-40B4-BE49-F238E27FC236}">
                    <a16:creationId xmlns:a16="http://schemas.microsoft.com/office/drawing/2014/main" id="{84DD0E8A-AE08-E569-0B44-9F81A094CACE}"/>
                  </a:ext>
                </a:extLst>
              </p14:cNvPr>
              <p14:cNvContentPartPr/>
              <p14:nvPr/>
            </p14:nvContentPartPr>
            <p14:xfrm>
              <a:off x="15315102" y="12245113"/>
              <a:ext cx="145440" cy="207360"/>
            </p14:xfrm>
          </p:contentPart>
        </mc:Choice>
        <mc:Fallback xmlns="">
          <p:pic>
            <p:nvPicPr>
              <p:cNvPr id="275" name="잉크 274">
                <a:extLst>
                  <a:ext uri="{FF2B5EF4-FFF2-40B4-BE49-F238E27FC236}">
                    <a16:creationId xmlns:a16="http://schemas.microsoft.com/office/drawing/2014/main" id="{84DD0E8A-AE08-E569-0B44-9F81A094CACE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5308982" y="12238993"/>
                <a:ext cx="15768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6FC91602-1032-2790-2DA3-65A8DD1873F6}"/>
              </a:ext>
            </a:extLst>
          </p:cNvPr>
          <p:cNvGrpSpPr/>
          <p:nvPr/>
        </p:nvGrpSpPr>
        <p:grpSpPr>
          <a:xfrm>
            <a:off x="9282222" y="3171673"/>
            <a:ext cx="4253760" cy="1711080"/>
            <a:chOff x="9282222" y="3171673"/>
            <a:chExt cx="4253760" cy="171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4C6FD01D-558D-0D70-ADC6-1ADB0F80D941}"/>
                    </a:ext>
                  </a:extLst>
                </p14:cNvPr>
                <p14:cNvContentPartPr/>
                <p14:nvPr/>
              </p14:nvContentPartPr>
              <p14:xfrm>
                <a:off x="9282222" y="3994633"/>
                <a:ext cx="880560" cy="888120"/>
              </p14:xfrm>
            </p:contentPart>
          </mc:Choice>
          <mc:Fallback xmlns=""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4C6FD01D-558D-0D70-ADC6-1ADB0F80D94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276102" y="3988513"/>
                  <a:ext cx="89280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6276DEFE-0921-92CC-9E42-66C70CCE19FB}"/>
                    </a:ext>
                  </a:extLst>
                </p14:cNvPr>
                <p14:cNvContentPartPr/>
                <p14:nvPr/>
              </p14:nvContentPartPr>
              <p14:xfrm>
                <a:off x="10009422" y="3931273"/>
                <a:ext cx="157680" cy="325080"/>
              </p14:xfrm>
            </p:contentPart>
          </mc:Choice>
          <mc:Fallback xmlns=""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6276DEFE-0921-92CC-9E42-66C70CCE19F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003302" y="3925153"/>
                  <a:ext cx="1699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64DAF365-571A-04B9-89D4-485E0686C578}"/>
                    </a:ext>
                  </a:extLst>
                </p14:cNvPr>
                <p14:cNvContentPartPr/>
                <p14:nvPr/>
              </p14:nvContentPartPr>
              <p14:xfrm>
                <a:off x="10244142" y="3358873"/>
                <a:ext cx="255240" cy="292680"/>
              </p14:xfrm>
            </p:contentPart>
          </mc:Choice>
          <mc:Fallback xmlns=""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64DAF365-571A-04B9-89D4-485E0686C57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238022" y="3352753"/>
                  <a:ext cx="267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9BDF1C6-1145-02AB-7E2E-67D8580296E9}"/>
                    </a:ext>
                  </a:extLst>
                </p14:cNvPr>
                <p14:cNvContentPartPr/>
                <p14:nvPr/>
              </p14:nvContentPartPr>
              <p14:xfrm>
                <a:off x="10498662" y="3393073"/>
                <a:ext cx="261720" cy="140400"/>
              </p14:xfrm>
            </p:contentPart>
          </mc:Choice>
          <mc:Fallback xmlns=""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9BDF1C6-1145-02AB-7E2E-67D8580296E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492542" y="3386953"/>
                  <a:ext cx="273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722AA5C0-1430-8617-8292-3C6AA06BD915}"/>
                    </a:ext>
                  </a:extLst>
                </p14:cNvPr>
                <p14:cNvContentPartPr/>
                <p14:nvPr/>
              </p14:nvContentPartPr>
              <p14:xfrm>
                <a:off x="10806462" y="3171673"/>
                <a:ext cx="37440" cy="440640"/>
              </p14:xfrm>
            </p:contentPart>
          </mc:Choice>
          <mc:Fallback xmlns=""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722AA5C0-1430-8617-8292-3C6AA06BD91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800342" y="3165553"/>
                  <a:ext cx="496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01042C48-5E01-7889-38CF-CAAE17709760}"/>
                    </a:ext>
                  </a:extLst>
                </p14:cNvPr>
                <p14:cNvContentPartPr/>
                <p14:nvPr/>
              </p14:nvContentPartPr>
              <p14:xfrm>
                <a:off x="10677942" y="3619153"/>
                <a:ext cx="263520" cy="105480"/>
              </p14:xfrm>
            </p:contentPart>
          </mc:Choice>
          <mc:Fallback xmlns=""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01042C48-5E01-7889-38CF-CAAE1770976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671822" y="3613033"/>
                  <a:ext cx="275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B931B1EB-FB21-5F3A-8A92-5250C790C14D}"/>
                    </a:ext>
                  </a:extLst>
                </p14:cNvPr>
                <p14:cNvContentPartPr/>
                <p14:nvPr/>
              </p14:nvContentPartPr>
              <p14:xfrm>
                <a:off x="11122182" y="3390553"/>
                <a:ext cx="185760" cy="200520"/>
              </p14:xfrm>
            </p:contentPart>
          </mc:Choice>
          <mc:Fallback xmlns=""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B931B1EB-FB21-5F3A-8A92-5250C790C14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16062" y="3384433"/>
                  <a:ext cx="198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0ADC684A-35C2-7554-9D15-C1815A9FC901}"/>
                    </a:ext>
                  </a:extLst>
                </p14:cNvPr>
                <p14:cNvContentPartPr/>
                <p14:nvPr/>
              </p14:nvContentPartPr>
              <p14:xfrm>
                <a:off x="11302542" y="3492793"/>
                <a:ext cx="108720" cy="143280"/>
              </p14:xfrm>
            </p:contentPart>
          </mc:Choice>
          <mc:Fallback xmlns=""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0ADC684A-35C2-7554-9D15-C1815A9FC90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296422" y="3486673"/>
                  <a:ext cx="120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546ECA62-F727-668B-6DD1-2CE6D22B16D6}"/>
                    </a:ext>
                  </a:extLst>
                </p14:cNvPr>
                <p14:cNvContentPartPr/>
                <p14:nvPr/>
              </p14:nvContentPartPr>
              <p14:xfrm>
                <a:off x="11313342" y="3492793"/>
                <a:ext cx="360" cy="360"/>
              </p14:xfrm>
            </p:contentPart>
          </mc:Choice>
          <mc:Fallback xmlns=""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546ECA62-F727-668B-6DD1-2CE6D22B16D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07222" y="34866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4F98AA4A-0E3B-9481-7725-ED00DC851AA7}"/>
                    </a:ext>
                  </a:extLst>
                </p14:cNvPr>
                <p14:cNvContentPartPr/>
                <p14:nvPr/>
              </p14:nvContentPartPr>
              <p14:xfrm>
                <a:off x="11313342" y="3492793"/>
                <a:ext cx="286920" cy="232560"/>
              </p14:xfrm>
            </p:contentPart>
          </mc:Choice>
          <mc:Fallback xmlns=""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4F98AA4A-0E3B-9481-7725-ED00DC851AA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307222" y="3486673"/>
                  <a:ext cx="299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5F41389E-A628-1D9C-9F39-A7DBB4BC8993}"/>
                    </a:ext>
                  </a:extLst>
                </p14:cNvPr>
                <p14:cNvContentPartPr/>
                <p14:nvPr/>
              </p14:nvContentPartPr>
              <p14:xfrm>
                <a:off x="11656422" y="3538513"/>
                <a:ext cx="150480" cy="174960"/>
              </p14:xfrm>
            </p:contentPart>
          </mc:Choice>
          <mc:Fallback xmlns=""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5F41389E-A628-1D9C-9F39-A7DBB4BC899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650302" y="3532393"/>
                  <a:ext cx="162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226533AB-6E0D-D087-C846-E7C5E6BDC401}"/>
                    </a:ext>
                  </a:extLst>
                </p14:cNvPr>
                <p14:cNvContentPartPr/>
                <p14:nvPr/>
              </p14:nvContentPartPr>
              <p14:xfrm>
                <a:off x="11870982" y="3492793"/>
                <a:ext cx="193320" cy="7200"/>
              </p14:xfrm>
            </p:contentPart>
          </mc:Choice>
          <mc:Fallback xmlns=""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226533AB-6E0D-D087-C846-E7C5E6BDC40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864862" y="3486673"/>
                  <a:ext cx="2055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D6E367D9-9193-40F0-FD4C-F42E6A90BAA8}"/>
                    </a:ext>
                  </a:extLst>
                </p14:cNvPr>
                <p14:cNvContentPartPr/>
                <p14:nvPr/>
              </p14:nvContentPartPr>
              <p14:xfrm>
                <a:off x="11861262" y="3340153"/>
                <a:ext cx="210960" cy="451440"/>
              </p14:xfrm>
            </p:contentPart>
          </mc:Choice>
          <mc:Fallback xmlns=""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D6E367D9-9193-40F0-FD4C-F42E6A90BAA8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855142" y="3334033"/>
                  <a:ext cx="2232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F5F1FAE4-0C41-808A-D820-9745B4415ABD}"/>
                    </a:ext>
                  </a:extLst>
                </p14:cNvPr>
                <p14:cNvContentPartPr/>
                <p14:nvPr/>
              </p14:nvContentPartPr>
              <p14:xfrm>
                <a:off x="12083022" y="3513313"/>
                <a:ext cx="150840" cy="266400"/>
              </p14:xfrm>
            </p:contentPart>
          </mc:Choice>
          <mc:Fallback xmlns=""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F5F1FAE4-0C41-808A-D820-9745B4415AB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2076902" y="3507193"/>
                  <a:ext cx="163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4D578E92-8BE3-09E9-E284-4A830556772F}"/>
                    </a:ext>
                  </a:extLst>
                </p14:cNvPr>
                <p14:cNvContentPartPr/>
                <p14:nvPr/>
              </p14:nvContentPartPr>
              <p14:xfrm>
                <a:off x="12291822" y="3410353"/>
                <a:ext cx="224640" cy="424440"/>
              </p14:xfrm>
            </p:contentPart>
          </mc:Choice>
          <mc:Fallback xmlns=""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4D578E92-8BE3-09E9-E284-4A830556772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2285702" y="3404233"/>
                  <a:ext cx="2368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8C3941B6-54C3-CAA7-BC4F-57EB796F8F0D}"/>
                    </a:ext>
                  </a:extLst>
                </p14:cNvPr>
                <p14:cNvContentPartPr/>
                <p14:nvPr/>
              </p14:nvContentPartPr>
              <p14:xfrm>
                <a:off x="12600702" y="3487393"/>
                <a:ext cx="87480" cy="110880"/>
              </p14:xfrm>
            </p:contentPart>
          </mc:Choice>
          <mc:Fallback xmlns=""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8C3941B6-54C3-CAA7-BC4F-57EB796F8F0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2594582" y="3481273"/>
                  <a:ext cx="99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748139B6-0BEB-6A77-13B5-1F23C67E6F3D}"/>
                    </a:ext>
                  </a:extLst>
                </p14:cNvPr>
                <p14:cNvContentPartPr/>
                <p14:nvPr/>
              </p14:nvContentPartPr>
              <p14:xfrm>
                <a:off x="12806622" y="3352393"/>
                <a:ext cx="23760" cy="547560"/>
              </p14:xfrm>
            </p:contentPart>
          </mc:Choice>
          <mc:Fallback xmlns=""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748139B6-0BEB-6A77-13B5-1F23C67E6F3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2800502" y="3346273"/>
                  <a:ext cx="3600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ADC8135D-2D30-3EC4-81F3-9CE116845EFC}"/>
                    </a:ext>
                  </a:extLst>
                </p14:cNvPr>
                <p14:cNvContentPartPr/>
                <p14:nvPr/>
              </p14:nvContentPartPr>
              <p14:xfrm>
                <a:off x="12937302" y="3442753"/>
                <a:ext cx="125280" cy="227880"/>
              </p14:xfrm>
            </p:contentPart>
          </mc:Choice>
          <mc:Fallback xmlns=""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ADC8135D-2D30-3EC4-81F3-9CE116845EF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2931182" y="3436633"/>
                  <a:ext cx="13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CF59E61C-1E4E-187F-195C-D609B5417E4D}"/>
                    </a:ext>
                  </a:extLst>
                </p14:cNvPr>
                <p14:cNvContentPartPr/>
                <p14:nvPr/>
              </p14:nvContentPartPr>
              <p14:xfrm>
                <a:off x="12845502" y="3780433"/>
                <a:ext cx="310320" cy="51120"/>
              </p14:xfrm>
            </p:contentPart>
          </mc:Choice>
          <mc:Fallback xmlns=""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CF59E61C-1E4E-187F-195C-D609B5417E4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2839382" y="3774313"/>
                  <a:ext cx="322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7ED61D74-A093-4422-2BA7-7DEBEA7EC240}"/>
                    </a:ext>
                  </a:extLst>
                </p14:cNvPr>
                <p14:cNvContentPartPr/>
                <p14:nvPr/>
              </p14:nvContentPartPr>
              <p14:xfrm>
                <a:off x="13184622" y="3324313"/>
                <a:ext cx="351360" cy="428400"/>
              </p14:xfrm>
            </p:contentPart>
          </mc:Choice>
          <mc:Fallback xmlns=""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7ED61D74-A093-4422-2BA7-7DEBEA7EC24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3178502" y="3318193"/>
                  <a:ext cx="363600" cy="44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F72E781F-848A-84FF-3BEA-EDDDE4FADC88}"/>
              </a:ext>
            </a:extLst>
          </p:cNvPr>
          <p:cNvGrpSpPr/>
          <p:nvPr/>
        </p:nvGrpSpPr>
        <p:grpSpPr>
          <a:xfrm>
            <a:off x="13880142" y="3028033"/>
            <a:ext cx="4107960" cy="1026360"/>
            <a:chOff x="13880142" y="3028033"/>
            <a:chExt cx="4107960" cy="10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95563328-EAB5-64F9-D2A8-F8A2BA6FE710}"/>
                    </a:ext>
                  </a:extLst>
                </p14:cNvPr>
                <p14:cNvContentPartPr/>
                <p14:nvPr/>
              </p14:nvContentPartPr>
              <p14:xfrm>
                <a:off x="13880142" y="3249433"/>
                <a:ext cx="228600" cy="441720"/>
              </p14:xfrm>
            </p:contentPart>
          </mc:Choice>
          <mc:Fallback xmlns=""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95563328-EAB5-64F9-D2A8-F8A2BA6FE710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3874022" y="3243313"/>
                  <a:ext cx="2408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B4321873-7F37-3852-B071-B15B5B81DBB8}"/>
                    </a:ext>
                  </a:extLst>
                </p14:cNvPr>
                <p14:cNvContentPartPr/>
                <p14:nvPr/>
              </p14:nvContentPartPr>
              <p14:xfrm>
                <a:off x="14140782" y="3358513"/>
                <a:ext cx="237240" cy="263160"/>
              </p14:xfrm>
            </p:contentPart>
          </mc:Choice>
          <mc:Fallback xmlns=""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B4321873-7F37-3852-B071-B15B5B81DBB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4134662" y="3352393"/>
                  <a:ext cx="249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0AD06380-8F49-5CB9-82CC-5B0BD1C5F853}"/>
                    </a:ext>
                  </a:extLst>
                </p14:cNvPr>
                <p14:cNvContentPartPr/>
                <p14:nvPr/>
              </p14:nvContentPartPr>
              <p14:xfrm>
                <a:off x="14417622" y="3278593"/>
                <a:ext cx="171360" cy="393480"/>
              </p14:xfrm>
            </p:contentPart>
          </mc:Choice>
          <mc:Fallback xmlns=""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0AD06380-8F49-5CB9-82CC-5B0BD1C5F85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4411502" y="3272473"/>
                  <a:ext cx="183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0559817-7ED3-27EA-BFA6-853C872E3F5E}"/>
                    </a:ext>
                  </a:extLst>
                </p14:cNvPr>
                <p14:cNvContentPartPr/>
                <p14:nvPr/>
              </p14:nvContentPartPr>
              <p14:xfrm>
                <a:off x="14800662" y="3294073"/>
                <a:ext cx="116280" cy="174240"/>
              </p14:xfrm>
            </p:contentPart>
          </mc:Choice>
          <mc:Fallback xmlns=""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0559817-7ED3-27EA-BFA6-853C872E3F5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4794542" y="3287953"/>
                  <a:ext cx="128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1D2BEA0E-CC21-5E40-7087-EF0A543A7FBE}"/>
                    </a:ext>
                  </a:extLst>
                </p14:cNvPr>
                <p14:cNvContentPartPr/>
                <p14:nvPr/>
              </p14:nvContentPartPr>
              <p14:xfrm>
                <a:off x="14734422" y="3350593"/>
                <a:ext cx="269280" cy="70560"/>
              </p14:xfrm>
            </p:contentPart>
          </mc:Choice>
          <mc:Fallback xmlns=""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1D2BEA0E-CC21-5E40-7087-EF0A543A7FB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4728302" y="3344473"/>
                  <a:ext cx="281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459018CA-F088-CF1C-81FD-3CA377047DED}"/>
                    </a:ext>
                  </a:extLst>
                </p14:cNvPr>
                <p14:cNvContentPartPr/>
                <p14:nvPr/>
              </p14:nvContentPartPr>
              <p14:xfrm>
                <a:off x="14948982" y="3361033"/>
                <a:ext cx="127080" cy="18000"/>
              </p14:xfrm>
            </p:contentPart>
          </mc:Choice>
          <mc:Fallback xmlns=""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459018CA-F088-CF1C-81FD-3CA377047DE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942862" y="3354913"/>
                  <a:ext cx="139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C19986F4-7487-4384-1B3C-3285FEF1296D}"/>
                    </a:ext>
                  </a:extLst>
                </p14:cNvPr>
                <p14:cNvContentPartPr/>
                <p14:nvPr/>
              </p14:nvContentPartPr>
              <p14:xfrm>
                <a:off x="14948982" y="3378673"/>
                <a:ext cx="220680" cy="112680"/>
              </p14:xfrm>
            </p:contentPart>
          </mc:Choice>
          <mc:Fallback xmlns=""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C19986F4-7487-4384-1B3C-3285FEF1296D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4942862" y="3372553"/>
                  <a:ext cx="232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BCAA14A1-46B7-2662-0DD3-1BC9428D59CF}"/>
                    </a:ext>
                  </a:extLst>
                </p14:cNvPr>
                <p14:cNvContentPartPr/>
                <p14:nvPr/>
              </p14:nvContentPartPr>
              <p14:xfrm>
                <a:off x="15089022" y="3028033"/>
                <a:ext cx="64800" cy="833760"/>
              </p14:xfrm>
            </p:contentPart>
          </mc:Choice>
          <mc:Fallback xmlns=""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BCAA14A1-46B7-2662-0DD3-1BC9428D59C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5082902" y="3021913"/>
                  <a:ext cx="7704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7A59A68A-9D77-BB1A-9DB1-C6E63F3C788C}"/>
                    </a:ext>
                  </a:extLst>
                </p14:cNvPr>
                <p14:cNvContentPartPr/>
                <p14:nvPr/>
              </p14:nvContentPartPr>
              <p14:xfrm>
                <a:off x="15155622" y="3324313"/>
                <a:ext cx="195480" cy="206280"/>
              </p14:xfrm>
            </p:contentPart>
          </mc:Choice>
          <mc:Fallback xmlns=""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7A59A68A-9D77-BB1A-9DB1-C6E63F3C788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5149502" y="3318193"/>
                  <a:ext cx="207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52BC927A-BD1F-B63E-B7F8-7FE9E9BE4A2D}"/>
                    </a:ext>
                  </a:extLst>
                </p14:cNvPr>
                <p14:cNvContentPartPr/>
                <p14:nvPr/>
              </p14:nvContentPartPr>
              <p14:xfrm>
                <a:off x="15352182" y="3099673"/>
                <a:ext cx="43200" cy="754560"/>
              </p14:xfrm>
            </p:contentPart>
          </mc:Choice>
          <mc:Fallback xmlns=""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52BC927A-BD1F-B63E-B7F8-7FE9E9BE4A2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5346062" y="3093553"/>
                  <a:ext cx="5544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0E20F18F-7583-662A-E553-AACB0DE37093}"/>
                    </a:ext>
                  </a:extLst>
                </p14:cNvPr>
                <p14:cNvContentPartPr/>
                <p14:nvPr/>
              </p14:nvContentPartPr>
              <p14:xfrm>
                <a:off x="15502302" y="3433033"/>
                <a:ext cx="168120" cy="145800"/>
              </p14:xfrm>
            </p:contentPart>
          </mc:Choice>
          <mc:Fallback xmlns=""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0E20F18F-7583-662A-E553-AACB0DE3709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5496182" y="3426913"/>
                  <a:ext cx="180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636CDAC6-1AAC-4A72-1600-50AD4CCF5390}"/>
                    </a:ext>
                  </a:extLst>
                </p14:cNvPr>
                <p14:cNvContentPartPr/>
                <p14:nvPr/>
              </p14:nvContentPartPr>
              <p14:xfrm>
                <a:off x="15389262" y="3664873"/>
                <a:ext cx="241920" cy="14400"/>
              </p14:xfrm>
            </p:contentPart>
          </mc:Choice>
          <mc:Fallback xmlns=""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636CDAC6-1AAC-4A72-1600-50AD4CCF539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5383142" y="3658753"/>
                  <a:ext cx="254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D47BCAA7-2D08-3333-B19E-A9CF7A7DA05E}"/>
                    </a:ext>
                  </a:extLst>
                </p14:cNvPr>
                <p14:cNvContentPartPr/>
                <p14:nvPr/>
              </p14:nvContentPartPr>
              <p14:xfrm>
                <a:off x="15488622" y="3747313"/>
                <a:ext cx="252000" cy="61920"/>
              </p14:xfrm>
            </p:contentPart>
          </mc:Choice>
          <mc:Fallback xmlns=""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D47BCAA7-2D08-3333-B19E-A9CF7A7DA05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5482502" y="3741193"/>
                  <a:ext cx="264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F9F68A9B-2DDF-B878-F64F-DB49C607AF92}"/>
                    </a:ext>
                  </a:extLst>
                </p14:cNvPr>
                <p14:cNvContentPartPr/>
                <p14:nvPr/>
              </p14:nvContentPartPr>
              <p14:xfrm>
                <a:off x="15841422" y="3334753"/>
                <a:ext cx="193320" cy="145800"/>
              </p14:xfrm>
            </p:contentPart>
          </mc:Choice>
          <mc:Fallback xmlns=""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F9F68A9B-2DDF-B878-F64F-DB49C607AF9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5835302" y="3328633"/>
                  <a:ext cx="205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3599BF4A-C860-09EF-8C5E-6770C3F775D3}"/>
                    </a:ext>
                  </a:extLst>
                </p14:cNvPr>
                <p14:cNvContentPartPr/>
                <p14:nvPr/>
              </p14:nvContentPartPr>
              <p14:xfrm>
                <a:off x="15833862" y="3578833"/>
                <a:ext cx="240480" cy="235440"/>
              </p14:xfrm>
            </p:contentPart>
          </mc:Choice>
          <mc:Fallback xmlns=""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3599BF4A-C860-09EF-8C5E-6770C3F775D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5827742" y="3572713"/>
                  <a:ext cx="252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A54B57C0-4CFE-DF2A-A2DC-ACCED0FFA9F7}"/>
                    </a:ext>
                  </a:extLst>
                </p14:cNvPr>
                <p14:cNvContentPartPr/>
                <p14:nvPr/>
              </p14:nvContentPartPr>
              <p14:xfrm>
                <a:off x="16131942" y="3426193"/>
                <a:ext cx="147240" cy="175680"/>
              </p14:xfrm>
            </p:contentPart>
          </mc:Choice>
          <mc:Fallback xmlns=""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A54B57C0-4CFE-DF2A-A2DC-ACCED0FFA9F7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6125822" y="3420073"/>
                  <a:ext cx="159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1D298494-912B-C103-C2F8-6B8AFD03C3D8}"/>
                    </a:ext>
                  </a:extLst>
                </p14:cNvPr>
                <p14:cNvContentPartPr/>
                <p14:nvPr/>
              </p14:nvContentPartPr>
              <p14:xfrm>
                <a:off x="16268382" y="3199753"/>
                <a:ext cx="15840" cy="658080"/>
              </p14:xfrm>
            </p:contentPart>
          </mc:Choice>
          <mc:Fallback xmlns=""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1D298494-912B-C103-C2F8-6B8AFD03C3D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6262262" y="3193633"/>
                  <a:ext cx="2808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45550101-1C36-F58B-3D0C-445EABD8AD71}"/>
                    </a:ext>
                  </a:extLst>
                </p14:cNvPr>
                <p14:cNvContentPartPr/>
                <p14:nvPr/>
              </p14:nvContentPartPr>
              <p14:xfrm>
                <a:off x="16284222" y="3487393"/>
                <a:ext cx="261720" cy="172440"/>
              </p14:xfrm>
            </p:contentPart>
          </mc:Choice>
          <mc:Fallback xmlns=""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45550101-1C36-F58B-3D0C-445EABD8AD7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6278102" y="3481273"/>
                  <a:ext cx="273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9625CE22-BEA8-15A3-405F-78768D920C64}"/>
                    </a:ext>
                  </a:extLst>
                </p14:cNvPr>
                <p14:cNvContentPartPr/>
                <p14:nvPr/>
              </p14:nvContentPartPr>
              <p14:xfrm>
                <a:off x="16584102" y="3333313"/>
                <a:ext cx="133200" cy="506520"/>
              </p14:xfrm>
            </p:contentPart>
          </mc:Choice>
          <mc:Fallback xmlns=""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9625CE22-BEA8-15A3-405F-78768D920C6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6577982" y="3327193"/>
                  <a:ext cx="1454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1A039D0E-C7D9-1AF9-1077-428B8577699F}"/>
                    </a:ext>
                  </a:extLst>
                </p14:cNvPr>
                <p14:cNvContentPartPr/>
                <p14:nvPr/>
              </p14:nvContentPartPr>
              <p14:xfrm>
                <a:off x="16944822" y="3817153"/>
                <a:ext cx="298440" cy="198720"/>
              </p14:xfrm>
            </p:contentPart>
          </mc:Choice>
          <mc:Fallback xmlns=""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1A039D0E-C7D9-1AF9-1077-428B8577699F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6938702" y="3811033"/>
                  <a:ext cx="310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0DECB2A9-B2B7-2B85-B54A-83BD65E8E8BA}"/>
                    </a:ext>
                  </a:extLst>
                </p14:cNvPr>
                <p14:cNvContentPartPr/>
                <p14:nvPr/>
              </p14:nvContentPartPr>
              <p14:xfrm>
                <a:off x="16890462" y="3680353"/>
                <a:ext cx="516960" cy="360"/>
              </p14:xfrm>
            </p:contentPart>
          </mc:Choice>
          <mc:Fallback xmlns=""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0DECB2A9-B2B7-2B85-B54A-83BD65E8E8B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6884342" y="3674233"/>
                  <a:ext cx="529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BB9FF53E-131D-E99F-85BF-69EEEA11CFB5}"/>
                    </a:ext>
                  </a:extLst>
                </p14:cNvPr>
                <p14:cNvContentPartPr/>
                <p14:nvPr/>
              </p14:nvContentPartPr>
              <p14:xfrm>
                <a:off x="17215902" y="3203353"/>
                <a:ext cx="360" cy="524880"/>
              </p14:xfrm>
            </p:contentPart>
          </mc:Choice>
          <mc:Fallback xmlns=""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BB9FF53E-131D-E99F-85BF-69EEEA11CF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7209782" y="3197233"/>
                  <a:ext cx="12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655B9F2A-8577-C00B-3C47-A7A2CE34C4E1}"/>
                    </a:ext>
                  </a:extLst>
                </p14:cNvPr>
                <p14:cNvContentPartPr/>
                <p14:nvPr/>
              </p14:nvContentPartPr>
              <p14:xfrm>
                <a:off x="17475102" y="3420793"/>
                <a:ext cx="169920" cy="230400"/>
              </p14:xfrm>
            </p:contentPart>
          </mc:Choice>
          <mc:Fallback xmlns=""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655B9F2A-8577-C00B-3C47-A7A2CE34C4E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7468982" y="3414673"/>
                  <a:ext cx="182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968D8186-34D2-24B7-8299-692B7C662E78}"/>
                    </a:ext>
                  </a:extLst>
                </p14:cNvPr>
                <p14:cNvContentPartPr/>
                <p14:nvPr/>
              </p14:nvContentPartPr>
              <p14:xfrm>
                <a:off x="17475102" y="3420793"/>
                <a:ext cx="113400" cy="10800"/>
              </p14:xfrm>
            </p:contentPart>
          </mc:Choice>
          <mc:Fallback xmlns=""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968D8186-34D2-24B7-8299-692B7C662E7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7468982" y="3414673"/>
                  <a:ext cx="125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C97CAE4D-1DE1-F601-A89E-564644806DAF}"/>
                    </a:ext>
                  </a:extLst>
                </p14:cNvPr>
                <p14:cNvContentPartPr/>
                <p14:nvPr/>
              </p14:nvContentPartPr>
              <p14:xfrm>
                <a:off x="17382222" y="3654073"/>
                <a:ext cx="403200" cy="11268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C97CAE4D-1DE1-F601-A89E-564644806DA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7376102" y="3647953"/>
                  <a:ext cx="415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A0C54C7C-C3CF-B545-FC2A-8F2E3D41B50C}"/>
                    </a:ext>
                  </a:extLst>
                </p14:cNvPr>
                <p14:cNvContentPartPr/>
                <p14:nvPr/>
              </p14:nvContentPartPr>
              <p14:xfrm>
                <a:off x="17683542" y="3359593"/>
                <a:ext cx="80280" cy="468720"/>
              </p14:xfrm>
            </p:contentPart>
          </mc:Choice>
          <mc:Fallback xmlns=""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A0C54C7C-C3CF-B545-FC2A-8F2E3D41B50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7677422" y="3353473"/>
                  <a:ext cx="925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EF1BAD33-45CC-4E28-5397-3ECDFF794D9A}"/>
                    </a:ext>
                  </a:extLst>
                </p14:cNvPr>
                <p14:cNvContentPartPr/>
                <p14:nvPr/>
              </p14:nvContentPartPr>
              <p14:xfrm>
                <a:off x="17525502" y="3847033"/>
                <a:ext cx="302760" cy="121320"/>
              </p14:xfrm>
            </p:contentPart>
          </mc:Choice>
          <mc:Fallback xmlns=""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EF1BAD33-45CC-4E28-5397-3ECDFF794D9A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7519382" y="3840913"/>
                  <a:ext cx="315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3AEE6FCB-9D76-27DA-C8D6-D3E7EB38E30C}"/>
                    </a:ext>
                  </a:extLst>
                </p14:cNvPr>
                <p14:cNvContentPartPr/>
                <p14:nvPr/>
              </p14:nvContentPartPr>
              <p14:xfrm>
                <a:off x="17987742" y="4054033"/>
                <a:ext cx="360" cy="360"/>
              </p14:xfrm>
            </p:contentPart>
          </mc:Choice>
          <mc:Fallback xmlns=""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3AEE6FCB-9D76-27DA-C8D6-D3E7EB38E30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981622" y="40479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326" name="잉크 325">
                <a:extLst>
                  <a:ext uri="{FF2B5EF4-FFF2-40B4-BE49-F238E27FC236}">
                    <a16:creationId xmlns:a16="http://schemas.microsoft.com/office/drawing/2014/main" id="{D35F1C9D-2C09-1D4E-832C-FDAF5E4469FF}"/>
                  </a:ext>
                </a:extLst>
              </p14:cNvPr>
              <p14:cNvContentPartPr/>
              <p14:nvPr/>
            </p14:nvContentPartPr>
            <p14:xfrm>
              <a:off x="16724502" y="4204873"/>
              <a:ext cx="1101600" cy="136800"/>
            </p14:xfrm>
          </p:contentPart>
        </mc:Choice>
        <mc:Fallback xmlns="">
          <p:pic>
            <p:nvPicPr>
              <p:cNvPr id="326" name="잉크 325">
                <a:extLst>
                  <a:ext uri="{FF2B5EF4-FFF2-40B4-BE49-F238E27FC236}">
                    <a16:creationId xmlns:a16="http://schemas.microsoft.com/office/drawing/2014/main" id="{D35F1C9D-2C09-1D4E-832C-FDAF5E4469FF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16718382" y="4198753"/>
                <a:ext cx="1113840" cy="1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67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014A36F5-7504-ACB7-98F0-6BA4C97CEF30}"/>
                  </a:ext>
                </a:extLst>
              </p14:cNvPr>
              <p14:cNvContentPartPr/>
              <p14:nvPr/>
            </p14:nvContentPartPr>
            <p14:xfrm>
              <a:off x="8808600" y="10454640"/>
              <a:ext cx="360" cy="36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014A36F5-7504-ACB7-98F0-6BA4C97CEF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480" y="104481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6A8D870A-CAE7-78D7-9888-E02A8FF46377}"/>
                  </a:ext>
                </a:extLst>
              </p14:cNvPr>
              <p14:cNvContentPartPr/>
              <p14:nvPr/>
            </p14:nvContentPartPr>
            <p14:xfrm>
              <a:off x="18440400" y="11814000"/>
              <a:ext cx="30960" cy="1260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6A8D870A-CAE7-78D7-9888-E02A8FF46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33920" y="11807880"/>
                <a:ext cx="43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38D47AEA-498B-D1AD-BB42-6BA27C5139F4}"/>
                  </a:ext>
                </a:extLst>
              </p14:cNvPr>
              <p14:cNvContentPartPr/>
              <p14:nvPr/>
            </p14:nvContentPartPr>
            <p14:xfrm>
              <a:off x="4053720" y="-762240"/>
              <a:ext cx="360" cy="36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38D47AEA-498B-D1AD-BB42-6BA27C5139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7600" y="-7683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F4A5FC7-8926-782B-C138-7091C39F30F3}"/>
              </a:ext>
            </a:extLst>
          </p:cNvPr>
          <p:cNvSpPr txBox="1"/>
          <p:nvPr/>
        </p:nvSpPr>
        <p:spPr>
          <a:xfrm>
            <a:off x="10984375" y="3055716"/>
            <a:ext cx="406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동작 구성 </a:t>
            </a:r>
            <a:r>
              <a:rPr lang="en-US" altLang="ko-KR"/>
              <a:t>, </a:t>
            </a:r>
            <a:r>
              <a:rPr lang="ko-KR" altLang="en-US"/>
              <a:t>검증 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DE9E1DB1-CC1D-DFE5-4F21-EB75334581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784" y="4686623"/>
            <a:ext cx="16458216" cy="876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3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E1C2-2763-0CA9-12CB-2C11C585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C9043AB0-6E18-9D40-4604-70559DA773BB}"/>
                  </a:ext>
                </a:extLst>
              </p14:cNvPr>
              <p14:cNvContentPartPr/>
              <p14:nvPr/>
            </p14:nvContentPartPr>
            <p14:xfrm>
              <a:off x="8808600" y="10454640"/>
              <a:ext cx="360" cy="36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C9043AB0-6E18-9D40-4604-70559DA773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480" y="104481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CA0DD8F2-D94C-5908-4E2F-8C87DD879FD7}"/>
                  </a:ext>
                </a:extLst>
              </p14:cNvPr>
              <p14:cNvContentPartPr/>
              <p14:nvPr/>
            </p14:nvContentPartPr>
            <p14:xfrm>
              <a:off x="18440400" y="11814000"/>
              <a:ext cx="30960" cy="1260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CA0DD8F2-D94C-5908-4E2F-8C87DD879F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33920" y="11807880"/>
                <a:ext cx="43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CF074B4D-AFD0-A5E3-21AD-61C186C114B4}"/>
                  </a:ext>
                </a:extLst>
              </p14:cNvPr>
              <p14:cNvContentPartPr/>
              <p14:nvPr/>
            </p14:nvContentPartPr>
            <p14:xfrm>
              <a:off x="4053720" y="-762240"/>
              <a:ext cx="360" cy="36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CF074B4D-AFD0-A5E3-21AD-61C186C114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7600" y="-7683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280613-2E18-5461-D884-38F0A482C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982" y="1726527"/>
            <a:ext cx="24340010" cy="134883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458268-5E80-15C9-F305-6BBBE57CD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734" y="11814000"/>
            <a:ext cx="24563258" cy="138835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C3D7F37-3EE5-9DB8-5E42-7736E80AA2FD}"/>
                  </a:ext>
                </a:extLst>
              </p14:cNvPr>
              <p14:cNvContentPartPr/>
              <p14:nvPr/>
            </p14:nvContentPartPr>
            <p14:xfrm>
              <a:off x="9635686" y="17948068"/>
              <a:ext cx="3979080" cy="6275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C3D7F37-3EE5-9DB8-5E42-7736E80AA2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6686" y="17939068"/>
                <a:ext cx="3996720" cy="629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5A905A-C05D-D254-0785-3321B6487D95}"/>
              </a:ext>
            </a:extLst>
          </p:cNvPr>
          <p:cNvGrpSpPr/>
          <p:nvPr/>
        </p:nvGrpSpPr>
        <p:grpSpPr>
          <a:xfrm>
            <a:off x="4311646" y="21660028"/>
            <a:ext cx="5606280" cy="3265920"/>
            <a:chOff x="4311646" y="21660028"/>
            <a:chExt cx="5606280" cy="32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AAE2C86-D28C-9107-964A-28CB324C05E3}"/>
                    </a:ext>
                  </a:extLst>
                </p14:cNvPr>
                <p14:cNvContentPartPr/>
                <p14:nvPr/>
              </p14:nvContentPartPr>
              <p14:xfrm>
                <a:off x="4311646" y="22592068"/>
                <a:ext cx="5606280" cy="23338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AAE2C86-D28C-9107-964A-28CB324C05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03006" y="22583068"/>
                  <a:ext cx="5623920" cy="23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EE0B4AD-122A-C5B5-4AA1-C46AFD156F89}"/>
                    </a:ext>
                  </a:extLst>
                </p14:cNvPr>
                <p14:cNvContentPartPr/>
                <p14:nvPr/>
              </p14:nvContentPartPr>
              <p14:xfrm>
                <a:off x="4360966" y="22414228"/>
                <a:ext cx="309600" cy="549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EE0B4AD-122A-C5B5-4AA1-C46AFD156F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51966" y="22405588"/>
                  <a:ext cx="3272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B30E70D-904F-F8D5-C0FA-30D3F531AAEE}"/>
                    </a:ext>
                  </a:extLst>
                </p14:cNvPr>
                <p14:cNvContentPartPr/>
                <p14:nvPr/>
              </p14:nvContentPartPr>
              <p14:xfrm>
                <a:off x="5228206" y="21804748"/>
                <a:ext cx="33120" cy="4395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B30E70D-904F-F8D5-C0FA-30D3F531AA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9566" y="21795748"/>
                  <a:ext cx="507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007D7E0-D181-B71C-5329-FE675D0DCC9D}"/>
                    </a:ext>
                  </a:extLst>
                </p14:cNvPr>
                <p14:cNvContentPartPr/>
                <p14:nvPr/>
              </p14:nvContentPartPr>
              <p14:xfrm>
                <a:off x="4917526" y="21660028"/>
                <a:ext cx="824400" cy="847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007D7E0-D181-B71C-5329-FE675D0DCC9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08886" y="21651028"/>
                  <a:ext cx="842040" cy="86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41F84A4-1580-4314-8D19-9B783C699528}"/>
              </a:ext>
            </a:extLst>
          </p:cNvPr>
          <p:cNvGrpSpPr/>
          <p:nvPr/>
        </p:nvGrpSpPr>
        <p:grpSpPr>
          <a:xfrm>
            <a:off x="10937086" y="7052668"/>
            <a:ext cx="1981800" cy="3119760"/>
            <a:chOff x="10937086" y="7052668"/>
            <a:chExt cx="1981800" cy="31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9DD2817-99DC-59AB-B559-46C30F457BCC}"/>
                    </a:ext>
                  </a:extLst>
                </p14:cNvPr>
                <p14:cNvContentPartPr/>
                <p14:nvPr/>
              </p14:nvContentPartPr>
              <p14:xfrm>
                <a:off x="10937086" y="7924588"/>
                <a:ext cx="434520" cy="606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9DD2817-99DC-59AB-B559-46C30F457B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928446" y="7915948"/>
                  <a:ext cx="4521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ED6C065-2325-1DD6-D23D-91EB073738E4}"/>
                    </a:ext>
                  </a:extLst>
                </p14:cNvPr>
                <p14:cNvContentPartPr/>
                <p14:nvPr/>
              </p14:nvContentPartPr>
              <p14:xfrm>
                <a:off x="11080006" y="8065348"/>
                <a:ext cx="783720" cy="8125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ED6C065-2325-1DD6-D23D-91EB073738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71366" y="8056348"/>
                  <a:ext cx="80136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598CE1E-9C5D-1876-D024-2561AA06249A}"/>
                    </a:ext>
                  </a:extLst>
                </p14:cNvPr>
                <p14:cNvContentPartPr/>
                <p14:nvPr/>
              </p14:nvContentPartPr>
              <p14:xfrm>
                <a:off x="11366926" y="8135548"/>
                <a:ext cx="825120" cy="10090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598CE1E-9C5D-1876-D024-2561AA06249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358286" y="8126908"/>
                  <a:ext cx="84276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259AE62-CDAC-83C8-E2B8-0AA51872725E}"/>
                    </a:ext>
                  </a:extLst>
                </p14:cNvPr>
                <p14:cNvContentPartPr/>
                <p14:nvPr/>
              </p14:nvContentPartPr>
              <p14:xfrm>
                <a:off x="11643046" y="8417068"/>
                <a:ext cx="759960" cy="910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259AE62-CDAC-83C8-E2B8-0AA51872725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634406" y="8408068"/>
                  <a:ext cx="77760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163CD14-7610-3C85-A3EF-21F3367F2439}"/>
                    </a:ext>
                  </a:extLst>
                </p14:cNvPr>
                <p14:cNvContentPartPr/>
                <p14:nvPr/>
              </p14:nvContentPartPr>
              <p14:xfrm>
                <a:off x="12030406" y="8745388"/>
                <a:ext cx="536760" cy="5176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163CD14-7610-3C85-A3EF-21F3367F243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021766" y="8736388"/>
                  <a:ext cx="5544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9652AA0-F88E-AB8F-5E59-84C0159379B3}"/>
                    </a:ext>
                  </a:extLst>
                </p14:cNvPr>
                <p14:cNvContentPartPr/>
                <p14:nvPr/>
              </p14:nvContentPartPr>
              <p14:xfrm>
                <a:off x="12255766" y="9120508"/>
                <a:ext cx="358560" cy="447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9652AA0-F88E-AB8F-5E59-84C0159379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246766" y="9111508"/>
                  <a:ext cx="3762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B4BEA66-FEF6-0A4A-EF65-5D2D8C701255}"/>
                    </a:ext>
                  </a:extLst>
                </p14:cNvPr>
                <p14:cNvContentPartPr/>
                <p14:nvPr/>
              </p14:nvContentPartPr>
              <p14:xfrm>
                <a:off x="12344686" y="9519028"/>
                <a:ext cx="457200" cy="3571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B4BEA66-FEF6-0A4A-EF65-5D2D8C7012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335686" y="9510028"/>
                  <a:ext cx="474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0E8B1D6-3A1C-5865-7D08-B3B7CC159D55}"/>
                    </a:ext>
                  </a:extLst>
                </p14:cNvPr>
                <p14:cNvContentPartPr/>
                <p14:nvPr/>
              </p14:nvContentPartPr>
              <p14:xfrm>
                <a:off x="12342166" y="9894148"/>
                <a:ext cx="389160" cy="2782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0E8B1D6-3A1C-5865-7D08-B3B7CC159D5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333526" y="9885148"/>
                  <a:ext cx="406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5CA4E05-C9D3-A5E1-95F8-E1492AE7E25E}"/>
                    </a:ext>
                  </a:extLst>
                </p14:cNvPr>
                <p14:cNvContentPartPr/>
                <p14:nvPr/>
              </p14:nvContentPartPr>
              <p14:xfrm>
                <a:off x="12646006" y="9847348"/>
                <a:ext cx="272880" cy="234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5CA4E05-C9D3-A5E1-95F8-E1492AE7E25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637366" y="9838348"/>
                  <a:ext cx="290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3042252-640A-C6A0-25AB-A3D3F7D29895}"/>
                    </a:ext>
                  </a:extLst>
                </p14:cNvPr>
                <p14:cNvContentPartPr/>
                <p14:nvPr/>
              </p14:nvContentPartPr>
              <p14:xfrm>
                <a:off x="11488606" y="7263268"/>
                <a:ext cx="555120" cy="2718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3042252-640A-C6A0-25AB-A3D3F7D298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79606" y="7254628"/>
                  <a:ext cx="572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3A73FB0-8183-0BB1-7345-90F97C61BF00}"/>
                    </a:ext>
                  </a:extLst>
                </p14:cNvPr>
                <p14:cNvContentPartPr/>
                <p14:nvPr/>
              </p14:nvContentPartPr>
              <p14:xfrm>
                <a:off x="11414806" y="7052668"/>
                <a:ext cx="805320" cy="684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3A73FB0-8183-0BB1-7345-90F97C61BF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406166" y="7043668"/>
                  <a:ext cx="822960" cy="70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817948B9-5D25-5034-46DC-261C1F252B31}"/>
                  </a:ext>
                </a:extLst>
              </p14:cNvPr>
              <p14:cNvContentPartPr/>
              <p14:nvPr/>
            </p14:nvContentPartPr>
            <p14:xfrm>
              <a:off x="17631286" y="15521308"/>
              <a:ext cx="360" cy="3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817948B9-5D25-5034-46DC-261C1F252B3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7622646" y="155123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FC2B1C45-D2B9-6874-83CD-FF51DF354C99}"/>
                  </a:ext>
                </a:extLst>
              </p14:cNvPr>
              <p14:cNvContentPartPr/>
              <p14:nvPr/>
            </p14:nvContentPartPr>
            <p14:xfrm>
              <a:off x="15636886" y="17785708"/>
              <a:ext cx="6805080" cy="680508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FC2B1C45-D2B9-6874-83CD-FF51DF354C9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627886" y="17776708"/>
                <a:ext cx="6822720" cy="682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E3586CA9-524C-5C12-7F41-2A448FB85D54}"/>
              </a:ext>
            </a:extLst>
          </p:cNvPr>
          <p:cNvGrpSpPr/>
          <p:nvPr/>
        </p:nvGrpSpPr>
        <p:grpSpPr>
          <a:xfrm>
            <a:off x="20350366" y="3933628"/>
            <a:ext cx="1197360" cy="3690360"/>
            <a:chOff x="20350366" y="3933628"/>
            <a:chExt cx="1197360" cy="36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58E2E04-8FC2-258E-54A8-4714E23E37CC}"/>
                    </a:ext>
                  </a:extLst>
                </p14:cNvPr>
                <p14:cNvContentPartPr/>
                <p14:nvPr/>
              </p14:nvContentPartPr>
              <p14:xfrm>
                <a:off x="20350366" y="4665148"/>
                <a:ext cx="1078560" cy="29588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58E2E04-8FC2-258E-54A8-4714E23E37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341366" y="4656148"/>
                  <a:ext cx="1096200" cy="29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66E9682-3F55-04B8-AE39-BE522410A603}"/>
                    </a:ext>
                  </a:extLst>
                </p14:cNvPr>
                <p14:cNvContentPartPr/>
                <p14:nvPr/>
              </p14:nvContentPartPr>
              <p14:xfrm>
                <a:off x="21030766" y="4103908"/>
                <a:ext cx="311040" cy="4021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66E9682-3F55-04B8-AE39-BE522410A6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022126" y="4095268"/>
                  <a:ext cx="328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E98130E-73BC-EED0-39C7-DE2B90A4B33E}"/>
                    </a:ext>
                  </a:extLst>
                </p14:cNvPr>
                <p14:cNvContentPartPr/>
                <p14:nvPr/>
              </p14:nvContentPartPr>
              <p14:xfrm>
                <a:off x="20887126" y="3933628"/>
                <a:ext cx="660600" cy="8503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E98130E-73BC-EED0-39C7-DE2B90A4B33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878486" y="3924988"/>
                  <a:ext cx="678240" cy="86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4780EE77-BC15-8934-3BF7-9E5727A97965}"/>
                  </a:ext>
                </a:extLst>
              </p14:cNvPr>
              <p14:cNvContentPartPr/>
              <p14:nvPr/>
            </p14:nvContentPartPr>
            <p14:xfrm rot="1">
              <a:off x="20813898" y="18580079"/>
              <a:ext cx="2498696" cy="2499058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4780EE77-BC15-8934-3BF7-9E5727A9796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 rot="1">
                <a:off x="20795898" y="18562077"/>
                <a:ext cx="2534335" cy="2534702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그룹 50">
            <a:extLst>
              <a:ext uri="{FF2B5EF4-FFF2-40B4-BE49-F238E27FC236}">
                <a16:creationId xmlns:a16="http://schemas.microsoft.com/office/drawing/2014/main" id="{DB9E9F6A-D79A-D10C-09CF-AEE294E08C37}"/>
              </a:ext>
            </a:extLst>
          </p:cNvPr>
          <p:cNvGrpSpPr/>
          <p:nvPr/>
        </p:nvGrpSpPr>
        <p:grpSpPr>
          <a:xfrm>
            <a:off x="21687406" y="22364188"/>
            <a:ext cx="2999520" cy="1598040"/>
            <a:chOff x="21687406" y="22364188"/>
            <a:chExt cx="2999520" cy="159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7E60A0C8-3BCD-746A-0228-D1B3556C2F98}"/>
                    </a:ext>
                  </a:extLst>
                </p14:cNvPr>
                <p14:cNvContentPartPr/>
                <p14:nvPr/>
              </p14:nvContentPartPr>
              <p14:xfrm>
                <a:off x="22719166" y="22364188"/>
                <a:ext cx="1967760" cy="11289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7E60A0C8-3BCD-746A-0228-D1B3556C2F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01166" y="22346548"/>
                  <a:ext cx="200340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85809B1D-42E0-91F8-A1A3-A7AB2084849B}"/>
                    </a:ext>
                  </a:extLst>
                </p14:cNvPr>
                <p14:cNvContentPartPr/>
                <p14:nvPr/>
              </p14:nvContentPartPr>
              <p14:xfrm>
                <a:off x="21687406" y="23815348"/>
                <a:ext cx="915840" cy="14688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85809B1D-42E0-91F8-A1A3-A7AB208484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669766" y="23797348"/>
                  <a:ext cx="951480" cy="18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D6BFB907-B2E2-C4FD-E57B-57141B4217FD}"/>
                  </a:ext>
                </a:extLst>
              </p14:cNvPr>
              <p14:cNvContentPartPr/>
              <p14:nvPr/>
            </p14:nvContentPartPr>
            <p14:xfrm>
              <a:off x="21026806" y="18381508"/>
              <a:ext cx="3142800" cy="616500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D6BFB907-B2E2-C4FD-E57B-57141B4217F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0973166" y="18273868"/>
                <a:ext cx="3250440" cy="63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229DA212-9FD1-661D-48E1-77BE3FB5BD9B}"/>
                  </a:ext>
                </a:extLst>
              </p14:cNvPr>
              <p14:cNvContentPartPr/>
              <p14:nvPr/>
            </p14:nvContentPartPr>
            <p14:xfrm>
              <a:off x="22015726" y="18475468"/>
              <a:ext cx="2622240" cy="3397320"/>
            </p14:xfrm>
          </p:contentPart>
        </mc:Choice>
        <mc:Fallback xmlns=""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229DA212-9FD1-661D-48E1-77BE3FB5BD9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1962086" y="18367468"/>
                <a:ext cx="2729880" cy="36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D497269F-BBDF-F470-EBD3-39092DB561EB}"/>
                  </a:ext>
                </a:extLst>
              </p14:cNvPr>
              <p14:cNvContentPartPr/>
              <p14:nvPr/>
            </p14:nvContentPartPr>
            <p14:xfrm>
              <a:off x="16317646" y="17936188"/>
              <a:ext cx="469800" cy="273960"/>
            </p14:xfrm>
          </p:contentPart>
        </mc:Choice>
        <mc:Fallback xmlns=""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D497269F-BBDF-F470-EBD3-39092DB561E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6264006" y="17828188"/>
                <a:ext cx="57744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15CFD273-444E-4689-CB12-BAB1D3969F6E}"/>
                  </a:ext>
                </a:extLst>
              </p14:cNvPr>
              <p14:cNvContentPartPr/>
              <p14:nvPr/>
            </p14:nvContentPartPr>
            <p14:xfrm>
              <a:off x="16694206" y="18147148"/>
              <a:ext cx="351360" cy="45900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15CFD273-444E-4689-CB12-BAB1D3969F6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6640206" y="18039148"/>
                <a:ext cx="459000" cy="6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297C3839-6A03-08FB-406D-3D942A954F8B}"/>
                  </a:ext>
                </a:extLst>
              </p14:cNvPr>
              <p14:cNvContentPartPr/>
              <p14:nvPr/>
            </p14:nvContentPartPr>
            <p14:xfrm>
              <a:off x="17023966" y="18592468"/>
              <a:ext cx="279360" cy="46944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297C3839-6A03-08FB-406D-3D942A954F8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6969966" y="18484828"/>
                <a:ext cx="38700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C93D75B7-5249-46EE-B164-1398ADA2C795}"/>
                  </a:ext>
                </a:extLst>
              </p14:cNvPr>
              <p14:cNvContentPartPr/>
              <p14:nvPr/>
            </p14:nvContentPartPr>
            <p14:xfrm>
              <a:off x="16695646" y="20163508"/>
              <a:ext cx="443520" cy="684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C93D75B7-5249-46EE-B164-1398ADA2C79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6642006" y="20055868"/>
                <a:ext cx="55116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0F1EEA4F-F205-2859-0306-2B367B398CF5}"/>
                  </a:ext>
                </a:extLst>
              </p14:cNvPr>
              <p14:cNvContentPartPr/>
              <p14:nvPr/>
            </p14:nvContentPartPr>
            <p14:xfrm>
              <a:off x="17148166" y="20796388"/>
              <a:ext cx="249120" cy="585720"/>
            </p14:xfrm>
          </p:contentPart>
        </mc:Choice>
        <mc:Fallback xmlns=""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0F1EEA4F-F205-2859-0306-2B367B398CF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7094166" y="20688748"/>
                <a:ext cx="356760" cy="80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BA3C4723-E78D-BA6C-E66E-D9EE44041020}"/>
                  </a:ext>
                </a:extLst>
              </p14:cNvPr>
              <p14:cNvContentPartPr/>
              <p14:nvPr/>
            </p14:nvContentPartPr>
            <p14:xfrm>
              <a:off x="17105326" y="21406228"/>
              <a:ext cx="408960" cy="69120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BA3C4723-E78D-BA6C-E66E-D9EE4404102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7051686" y="21298228"/>
                <a:ext cx="516600" cy="90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CA72D5C1-DD29-80F8-3054-C5087603A072}"/>
                  </a:ext>
                </a:extLst>
              </p14:cNvPr>
              <p14:cNvContentPartPr/>
              <p14:nvPr/>
            </p14:nvContentPartPr>
            <p14:xfrm>
              <a:off x="11013406" y="8463868"/>
              <a:ext cx="357840" cy="42696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CA72D5C1-DD29-80F8-3054-C5087603A07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959766" y="8356228"/>
                <a:ext cx="46548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CBF3E571-A68C-FE2F-043B-8680A691C82B}"/>
                  </a:ext>
                </a:extLst>
              </p14:cNvPr>
              <p14:cNvContentPartPr/>
              <p14:nvPr/>
            </p14:nvContentPartPr>
            <p14:xfrm>
              <a:off x="11837446" y="8370268"/>
              <a:ext cx="401760" cy="532440"/>
            </p14:xfrm>
          </p:contentPart>
        </mc:Choice>
        <mc:Fallback xmlns=""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CBF3E571-A68C-FE2F-043B-8680A691C82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783446" y="8262268"/>
                <a:ext cx="50940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6129B504-8C3A-12E4-0F30-A1D83F692ED6}"/>
                  </a:ext>
                </a:extLst>
              </p14:cNvPr>
              <p14:cNvContentPartPr/>
              <p14:nvPr/>
            </p14:nvContentPartPr>
            <p14:xfrm>
              <a:off x="11685886" y="8909188"/>
              <a:ext cx="647280" cy="811440"/>
            </p14:xfrm>
          </p:contentPart>
        </mc:Choice>
        <mc:Fallback xmlns=""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6129B504-8C3A-12E4-0F30-A1D83F692ED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631886" y="8801548"/>
                <a:ext cx="754920" cy="10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B3DF87F9-C9FB-0374-357A-9E5700CBC920}"/>
                  </a:ext>
                </a:extLst>
              </p14:cNvPr>
              <p14:cNvContentPartPr/>
              <p14:nvPr/>
            </p14:nvContentPartPr>
            <p14:xfrm>
              <a:off x="12359086" y="9354868"/>
              <a:ext cx="395640" cy="455760"/>
            </p14:xfrm>
          </p:contentPart>
        </mc:Choice>
        <mc:Fallback xmlns=""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B3DF87F9-C9FB-0374-357A-9E5700CBC92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2305446" y="9246868"/>
                <a:ext cx="50328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60AFC782-2D81-E2BA-7BA1-4E50FAA82E33}"/>
                  </a:ext>
                </a:extLst>
              </p14:cNvPr>
              <p14:cNvContentPartPr/>
              <p14:nvPr/>
            </p14:nvContentPartPr>
            <p14:xfrm>
              <a:off x="12901606" y="9589228"/>
              <a:ext cx="228240" cy="272160"/>
            </p14:xfrm>
          </p:contentPart>
        </mc:Choice>
        <mc:Fallback xmlns=""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60AFC782-2D81-E2BA-7BA1-4E50FAA82E3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2847966" y="9481588"/>
                <a:ext cx="3358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2" name="잉크 71">
                <a:extLst>
                  <a:ext uri="{FF2B5EF4-FFF2-40B4-BE49-F238E27FC236}">
                    <a16:creationId xmlns:a16="http://schemas.microsoft.com/office/drawing/2014/main" id="{5CA51EA6-31DA-3DC0-7708-318AE9162D27}"/>
                  </a:ext>
                </a:extLst>
              </p14:cNvPr>
              <p14:cNvContentPartPr/>
              <p14:nvPr/>
            </p14:nvContentPartPr>
            <p14:xfrm>
              <a:off x="10855366" y="6025588"/>
              <a:ext cx="2088360" cy="48960"/>
            </p14:xfrm>
          </p:contentPart>
        </mc:Choice>
        <mc:Fallback xmlns="">
          <p:pic>
            <p:nvPicPr>
              <p:cNvPr id="72" name="잉크 71">
                <a:extLst>
                  <a:ext uri="{FF2B5EF4-FFF2-40B4-BE49-F238E27FC236}">
                    <a16:creationId xmlns:a16="http://schemas.microsoft.com/office/drawing/2014/main" id="{5CA51EA6-31DA-3DC0-7708-318AE9162D2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801726" y="5917588"/>
                <a:ext cx="21960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8EA1A427-72E0-C9BC-FE4D-D955F4F34669}"/>
                  </a:ext>
                </a:extLst>
              </p14:cNvPr>
              <p14:cNvContentPartPr/>
              <p14:nvPr/>
            </p14:nvContentPartPr>
            <p14:xfrm>
              <a:off x="11676166" y="5622748"/>
              <a:ext cx="1385280" cy="28080"/>
            </p14:xfrm>
          </p:contentPart>
        </mc:Choice>
        <mc:Fallback xmlns=""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8EA1A427-72E0-C9BC-FE4D-D955F4F3466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622166" y="5514748"/>
                <a:ext cx="1492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6B55ECAD-6D3C-4750-53FE-CCB97A2AD72A}"/>
                  </a:ext>
                </a:extLst>
              </p14:cNvPr>
              <p14:cNvContentPartPr/>
              <p14:nvPr/>
            </p14:nvContentPartPr>
            <p14:xfrm>
              <a:off x="11676166" y="5224228"/>
              <a:ext cx="1216800" cy="51120"/>
            </p14:xfrm>
          </p:contentPart>
        </mc:Choice>
        <mc:Fallback xmlns=""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6B55ECAD-6D3C-4750-53FE-CCB97A2AD72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622166" y="5116588"/>
                <a:ext cx="13244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76E83C6D-5448-1ED6-FEE3-56BCCEACEC99}"/>
                  </a:ext>
                </a:extLst>
              </p14:cNvPr>
              <p14:cNvContentPartPr/>
              <p14:nvPr/>
            </p14:nvContentPartPr>
            <p14:xfrm>
              <a:off x="11301046" y="4970428"/>
              <a:ext cx="1575360" cy="24480"/>
            </p14:xfrm>
          </p:contentPart>
        </mc:Choice>
        <mc:Fallback xmlns=""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76E83C6D-5448-1ED6-FEE3-56BCCEACEC9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247046" y="4862428"/>
                <a:ext cx="16830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86887780-8DF6-29F7-0C8D-97D1B25F525D}"/>
                  </a:ext>
                </a:extLst>
              </p14:cNvPr>
              <p14:cNvContentPartPr/>
              <p14:nvPr/>
            </p14:nvContentPartPr>
            <p14:xfrm>
              <a:off x="11910526" y="4525108"/>
              <a:ext cx="1166760" cy="7308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86887780-8DF6-29F7-0C8D-97D1B25F525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856526" y="4417108"/>
                <a:ext cx="127440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그룹 78">
            <a:extLst>
              <a:ext uri="{FF2B5EF4-FFF2-40B4-BE49-F238E27FC236}">
                <a16:creationId xmlns:a16="http://schemas.microsoft.com/office/drawing/2014/main" id="{DD6FAC60-E03B-0B6D-5669-D66D27F73177}"/>
              </a:ext>
            </a:extLst>
          </p:cNvPr>
          <p:cNvGrpSpPr/>
          <p:nvPr/>
        </p:nvGrpSpPr>
        <p:grpSpPr>
          <a:xfrm>
            <a:off x="22386526" y="8391868"/>
            <a:ext cx="850320" cy="776520"/>
            <a:chOff x="22386526" y="8391868"/>
            <a:chExt cx="850320" cy="7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08602051-44BD-26D7-96E3-119F78D6D16E}"/>
                    </a:ext>
                  </a:extLst>
                </p14:cNvPr>
                <p14:cNvContentPartPr/>
                <p14:nvPr/>
              </p14:nvContentPartPr>
              <p14:xfrm>
                <a:off x="22721326" y="8463148"/>
                <a:ext cx="302760" cy="56448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08602051-44BD-26D7-96E3-119F78D6D16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2715206" y="8457028"/>
                  <a:ext cx="31500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052276DD-328D-0254-4DC8-E48ED9A74E09}"/>
                    </a:ext>
                  </a:extLst>
                </p14:cNvPr>
                <p14:cNvContentPartPr/>
                <p14:nvPr/>
              </p14:nvContentPartPr>
              <p14:xfrm>
                <a:off x="22386526" y="8391868"/>
                <a:ext cx="850320" cy="77652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052276DD-328D-0254-4DC8-E48ED9A74E0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2380406" y="8385748"/>
                  <a:ext cx="862560" cy="788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70F61E18-37AB-1C43-30AA-112DAF0AD362}"/>
              </a:ext>
            </a:extLst>
          </p:cNvPr>
          <p:cNvSpPr txBox="1"/>
          <p:nvPr/>
        </p:nvSpPr>
        <p:spPr>
          <a:xfrm>
            <a:off x="843164" y="20019843"/>
            <a:ext cx="609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ko-KR" altLang="en-US" sz="4000"/>
              <a:t>기능추가</a:t>
            </a:r>
            <a:endParaRPr lang="en-US" altLang="ko-KR" sz="4000"/>
          </a:p>
          <a:p>
            <a:r>
              <a:rPr lang="en-US" altLang="ko-KR" sz="4000"/>
              <a:t>1-1 –</a:t>
            </a:r>
            <a:r>
              <a:rPr lang="ko-KR" altLang="en-US" sz="4000"/>
              <a:t> </a:t>
            </a:r>
            <a:r>
              <a:rPr lang="en-US" altLang="ko-KR" sz="4000"/>
              <a:t>12</a:t>
            </a:r>
            <a:r>
              <a:rPr lang="ko-KR" altLang="en-US" sz="4000"/>
              <a:t>시</a:t>
            </a:r>
            <a:r>
              <a:rPr lang="en-US" altLang="ko-KR" sz="4000"/>
              <a:t>-&gt;24</a:t>
            </a:r>
            <a:r>
              <a:rPr lang="ko-KR" altLang="en-US" sz="4000"/>
              <a:t>시 </a:t>
            </a:r>
            <a:r>
              <a:rPr lang="en-US" altLang="ko-KR" sz="4000"/>
              <a:t>SW3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D81F06-69AD-AFF7-F9CE-C9C509595377}"/>
              </a:ext>
            </a:extLst>
          </p:cNvPr>
          <p:cNvSpPr txBox="1"/>
          <p:nvPr/>
        </p:nvSpPr>
        <p:spPr>
          <a:xfrm>
            <a:off x="25589031" y="-3107837"/>
            <a:ext cx="7573761" cy="2243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/>
              <a:t>시간이 되면</a:t>
            </a:r>
            <a:endParaRPr lang="en-US" altLang="ko-KR" sz="6600"/>
          </a:p>
          <a:p>
            <a:endParaRPr lang="en-US" altLang="ko-KR" sz="6600"/>
          </a:p>
          <a:p>
            <a:r>
              <a:rPr lang="ko-KR" altLang="en-US" sz="6600"/>
              <a:t>타이머 기능까지</a:t>
            </a:r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-</a:t>
            </a:r>
            <a:r>
              <a:rPr lang="ko-KR" altLang="en-US" sz="6600"/>
              <a:t>모듈 검증 해야함</a:t>
            </a:r>
            <a:endParaRPr lang="en-US" altLang="ko-KR" sz="6600"/>
          </a:p>
          <a:p>
            <a:endParaRPr lang="en-US" altLang="ko-KR" sz="6600"/>
          </a:p>
          <a:p>
            <a:pPr marL="1143000" indent="-1143000">
              <a:buAutoNum type="arabicPeriod"/>
            </a:pPr>
            <a:r>
              <a:rPr lang="en-US" altLang="ko-KR" sz="6600"/>
              <a:t>SW3 </a:t>
            </a:r>
            <a:r>
              <a:rPr lang="ko-KR" altLang="en-US" sz="6600"/>
              <a:t>입력시</a:t>
            </a:r>
            <a:r>
              <a:rPr lang="en-US" altLang="ko-KR" sz="6600"/>
              <a:t>, 12</a:t>
            </a:r>
            <a:r>
              <a:rPr lang="ko-KR" altLang="en-US" sz="6600"/>
              <a:t>시</a:t>
            </a:r>
            <a:r>
              <a:rPr lang="en-US" altLang="ko-KR" sz="6600"/>
              <a:t>-&gt;24</a:t>
            </a:r>
            <a:r>
              <a:rPr lang="ko-KR" altLang="en-US" sz="6600"/>
              <a:t>시 </a:t>
            </a:r>
            <a:endParaRPr lang="en-US" altLang="ko-KR" sz="6600"/>
          </a:p>
          <a:p>
            <a:r>
              <a:rPr lang="ko-KR" altLang="en-US" sz="6600"/>
              <a:t>  </a:t>
            </a:r>
            <a:r>
              <a:rPr lang="en-US" altLang="ko-KR" sz="6600"/>
              <a:t>STW –CONT UNIT </a:t>
            </a:r>
          </a:p>
          <a:p>
            <a:r>
              <a:rPr lang="ko-KR" altLang="en-US" sz="6600"/>
              <a:t>에 추가 </a:t>
            </a:r>
            <a:r>
              <a:rPr lang="en-US" altLang="ko-KR" sz="6600"/>
              <a:t>(</a:t>
            </a:r>
            <a:r>
              <a:rPr lang="ko-KR" altLang="en-US" sz="6600"/>
              <a:t>랩 타임</a:t>
            </a:r>
            <a:r>
              <a:rPr lang="en-US" altLang="ko-KR" sz="6600"/>
              <a:t>)</a:t>
            </a:r>
          </a:p>
          <a:p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2. </a:t>
            </a:r>
            <a:r>
              <a:rPr lang="ko-KR" altLang="en-US" sz="6600"/>
              <a:t>워치 스테이트 머신 </a:t>
            </a:r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3.</a:t>
            </a:r>
            <a:r>
              <a:rPr lang="ko-KR" altLang="en-US" sz="6600"/>
              <a:t> </a:t>
            </a:r>
            <a:r>
              <a:rPr lang="en-US" altLang="ko-KR" sz="6600"/>
              <a:t>SW2 ASSERT</a:t>
            </a:r>
            <a:r>
              <a:rPr lang="ko-KR" altLang="en-US" sz="6600"/>
              <a:t>시</a:t>
            </a:r>
            <a:endParaRPr lang="en-US" altLang="ko-KR" sz="6600"/>
          </a:p>
          <a:p>
            <a:r>
              <a:rPr lang="en-US" altLang="ko-KR" sz="6600"/>
              <a:t>FND </a:t>
            </a:r>
            <a:r>
              <a:rPr lang="ko-KR" altLang="en-US" sz="6600"/>
              <a:t>점멸 기능 </a:t>
            </a:r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r>
              <a:rPr lang="ko-KR" altLang="en-US" sz="660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8D74DB75-F2E6-4648-E0F4-0840814F638E}"/>
                  </a:ext>
                </a:extLst>
              </p14:cNvPr>
              <p14:cNvContentPartPr/>
              <p14:nvPr/>
            </p14:nvContentPartPr>
            <p14:xfrm>
              <a:off x="6462840" y="6228268"/>
              <a:ext cx="5582160" cy="5588640"/>
            </p14:xfrm>
          </p:contentPart>
        </mc:Choice>
        <mc:Fallback xmlns=""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8D74DB75-F2E6-4648-E0F4-0840814F638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445200" y="6210268"/>
                <a:ext cx="5617800" cy="56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그룹 87">
            <a:extLst>
              <a:ext uri="{FF2B5EF4-FFF2-40B4-BE49-F238E27FC236}">
                <a16:creationId xmlns:a16="http://schemas.microsoft.com/office/drawing/2014/main" id="{FC1CDBF6-030D-4DF8-3909-0F48225BCE4D}"/>
              </a:ext>
            </a:extLst>
          </p:cNvPr>
          <p:cNvGrpSpPr/>
          <p:nvPr/>
        </p:nvGrpSpPr>
        <p:grpSpPr>
          <a:xfrm>
            <a:off x="12121320" y="4947028"/>
            <a:ext cx="820800" cy="939960"/>
            <a:chOff x="12121320" y="4947028"/>
            <a:chExt cx="820800" cy="93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E3ACA447-5485-AA86-0809-9691C1907ADD}"/>
                    </a:ext>
                  </a:extLst>
                </p14:cNvPr>
                <p14:cNvContentPartPr/>
                <p14:nvPr/>
              </p14:nvContentPartPr>
              <p14:xfrm>
                <a:off x="12144360" y="5508988"/>
                <a:ext cx="642240" cy="37800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E3ACA447-5485-AA86-0809-9691C1907A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126360" y="5491348"/>
                  <a:ext cx="677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224B4DC1-E9F6-9B8C-1455-216E543C057E}"/>
                    </a:ext>
                  </a:extLst>
                </p14:cNvPr>
                <p14:cNvContentPartPr/>
                <p14:nvPr/>
              </p14:nvContentPartPr>
              <p14:xfrm>
                <a:off x="12567000" y="5040628"/>
                <a:ext cx="360" cy="17388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224B4DC1-E9F6-9B8C-1455-216E543C057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549000" y="5022988"/>
                  <a:ext cx="36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4C6F31D9-75F5-419B-3517-90D0F8CCAF20}"/>
                    </a:ext>
                  </a:extLst>
                </p14:cNvPr>
                <p14:cNvContentPartPr/>
                <p14:nvPr/>
              </p14:nvContentPartPr>
              <p14:xfrm>
                <a:off x="12660600" y="5134228"/>
                <a:ext cx="281520" cy="17064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4C6F31D9-75F5-419B-3517-90D0F8CCAF2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642960" y="5116228"/>
                  <a:ext cx="317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DBE226B3-BA88-B439-A309-2F3911E15169}"/>
                    </a:ext>
                  </a:extLst>
                </p14:cNvPr>
                <p14:cNvContentPartPr/>
                <p14:nvPr/>
              </p14:nvContentPartPr>
              <p14:xfrm>
                <a:off x="12121320" y="5133508"/>
                <a:ext cx="315720" cy="2484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DBE226B3-BA88-B439-A309-2F3911E151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103680" y="5115508"/>
                  <a:ext cx="351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0E96819F-50A8-3FBB-06FA-5DA09B79DB0B}"/>
                    </a:ext>
                  </a:extLst>
                </p14:cNvPr>
                <p14:cNvContentPartPr/>
                <p14:nvPr/>
              </p14:nvContentPartPr>
              <p14:xfrm>
                <a:off x="12308880" y="4947028"/>
                <a:ext cx="360" cy="48564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0E96819F-50A8-3FBB-06FA-5DA09B79DB0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291240" y="4929028"/>
                  <a:ext cx="360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3E9D8651-D4DC-2149-239B-CE72D5365914}"/>
              </a:ext>
            </a:extLst>
          </p:cNvPr>
          <p:cNvGrpSpPr/>
          <p:nvPr/>
        </p:nvGrpSpPr>
        <p:grpSpPr>
          <a:xfrm>
            <a:off x="4950120" y="11347828"/>
            <a:ext cx="1523520" cy="507240"/>
            <a:chOff x="4950120" y="11347828"/>
            <a:chExt cx="1523520" cy="50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B416466-6151-6F50-EB9C-E03A9193969B}"/>
                    </a:ext>
                  </a:extLst>
                </p14:cNvPr>
                <p14:cNvContentPartPr/>
                <p14:nvPr/>
              </p14:nvContentPartPr>
              <p14:xfrm>
                <a:off x="4950120" y="11441428"/>
                <a:ext cx="372240" cy="28656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B416466-6151-6F50-EB9C-E03A9193969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32480" y="11423788"/>
                  <a:ext cx="407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C828D0A5-DB4B-E888-32E3-0F05746C4250}"/>
                    </a:ext>
                  </a:extLst>
                </p14:cNvPr>
                <p14:cNvContentPartPr/>
                <p14:nvPr/>
              </p14:nvContentPartPr>
              <p14:xfrm>
                <a:off x="5157840" y="11347828"/>
                <a:ext cx="38160" cy="147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C828D0A5-DB4B-E888-32E3-0F05746C425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0200" y="11329828"/>
                  <a:ext cx="73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D426B261-A1F6-8341-330C-9398CCDDD734}"/>
                    </a:ext>
                  </a:extLst>
                </p14:cNvPr>
                <p14:cNvContentPartPr/>
                <p14:nvPr/>
              </p14:nvContentPartPr>
              <p14:xfrm>
                <a:off x="5369160" y="11371228"/>
                <a:ext cx="519120" cy="48384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D426B261-A1F6-8341-330C-9398CCDDD73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51160" y="11353228"/>
                  <a:ext cx="5547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262285EC-5D12-3F74-5D5D-2C34701B11BC}"/>
                    </a:ext>
                  </a:extLst>
                </p14:cNvPr>
                <p14:cNvContentPartPr/>
                <p14:nvPr/>
              </p14:nvContentPartPr>
              <p14:xfrm>
                <a:off x="6079440" y="11417308"/>
                <a:ext cx="394200" cy="28908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262285EC-5D12-3F74-5D5D-2C34701B11B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61800" y="11399668"/>
                  <a:ext cx="429840" cy="32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2C439125-8EDA-FD22-80F7-F8B7B58E347C}"/>
                  </a:ext>
                </a:extLst>
              </p14:cNvPr>
              <p14:cNvContentPartPr/>
              <p14:nvPr/>
            </p14:nvContentPartPr>
            <p14:xfrm>
              <a:off x="13739160" y="5275348"/>
              <a:ext cx="821160" cy="47160"/>
            </p14:xfrm>
          </p:contentPart>
        </mc:Choice>
        <mc:Fallback xmlns=""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2C439125-8EDA-FD22-80F7-F8B7B58E347C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3721160" y="5257348"/>
                <a:ext cx="8568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D11CC26F-5229-5BE4-F039-BFF0711CAA16}"/>
                  </a:ext>
                </a:extLst>
              </p14:cNvPr>
              <p14:cNvContentPartPr/>
              <p14:nvPr/>
            </p14:nvContentPartPr>
            <p14:xfrm>
              <a:off x="14308680" y="5134588"/>
              <a:ext cx="281880" cy="17712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D11CC26F-5229-5BE4-F039-BFF0711CAA1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4290680" y="5116588"/>
                <a:ext cx="31752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03D0C303-2160-F3A3-9889-AA25DAF29E77}"/>
              </a:ext>
            </a:extLst>
          </p:cNvPr>
          <p:cNvGrpSpPr/>
          <p:nvPr/>
        </p:nvGrpSpPr>
        <p:grpSpPr>
          <a:xfrm>
            <a:off x="14981160" y="4266988"/>
            <a:ext cx="1269000" cy="1850760"/>
            <a:chOff x="14981160" y="4266988"/>
            <a:chExt cx="1269000" cy="18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F825FB27-92ED-80B7-C367-9FE06F57EE8D}"/>
                    </a:ext>
                  </a:extLst>
                </p14:cNvPr>
                <p14:cNvContentPartPr/>
                <p14:nvPr/>
              </p14:nvContentPartPr>
              <p14:xfrm>
                <a:off x="14981160" y="4266988"/>
                <a:ext cx="1157400" cy="18507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F825FB27-92ED-80B7-C367-9FE06F57EE8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963520" y="4249348"/>
                  <a:ext cx="1193040" cy="18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AB2D3427-A4E3-D4E7-20DC-63A4CE9B71F6}"/>
                    </a:ext>
                  </a:extLst>
                </p14:cNvPr>
                <p14:cNvContentPartPr/>
                <p14:nvPr/>
              </p14:nvContentPartPr>
              <p14:xfrm>
                <a:off x="15521160" y="5453548"/>
                <a:ext cx="199080" cy="972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AB2D3427-A4E3-D4E7-20DC-63A4CE9B71F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503520" y="5435548"/>
                  <a:ext cx="234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C339F2A8-8FC8-7CDB-1FBF-A1097D2C64F2}"/>
                    </a:ext>
                  </a:extLst>
                </p14:cNvPr>
                <p14:cNvContentPartPr/>
                <p14:nvPr/>
              </p14:nvContentPartPr>
              <p14:xfrm>
                <a:off x="15661920" y="5298748"/>
                <a:ext cx="360" cy="30420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C339F2A8-8FC8-7CDB-1FBF-A1097D2C64F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643920" y="5280748"/>
                  <a:ext cx="36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0E93B446-BC3C-F36E-B11C-74F4D9DC2A9A}"/>
                    </a:ext>
                  </a:extLst>
                </p14:cNvPr>
                <p14:cNvContentPartPr/>
                <p14:nvPr/>
              </p14:nvContentPartPr>
              <p14:xfrm>
                <a:off x="15826080" y="5415748"/>
                <a:ext cx="360" cy="6372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0E93B446-BC3C-F36E-B11C-74F4D9DC2A9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808080" y="5398108"/>
                  <a:ext cx="36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B935B33B-3A04-55B3-8512-5A1C62029A66}"/>
                    </a:ext>
                  </a:extLst>
                </p14:cNvPr>
                <p14:cNvContentPartPr/>
                <p14:nvPr/>
              </p14:nvContentPartPr>
              <p14:xfrm>
                <a:off x="15896280" y="5304868"/>
                <a:ext cx="353880" cy="22968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B935B33B-3A04-55B3-8512-5A1C62029A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878640" y="5286868"/>
                  <a:ext cx="38952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78E4DE-F909-2576-20F5-C31CA5305000}"/>
              </a:ext>
            </a:extLst>
          </p:cNvPr>
          <p:cNvGrpSpPr/>
          <p:nvPr/>
        </p:nvGrpSpPr>
        <p:grpSpPr>
          <a:xfrm>
            <a:off x="17725080" y="4477948"/>
            <a:ext cx="2480760" cy="1265040"/>
            <a:chOff x="17725080" y="4477948"/>
            <a:chExt cx="2480760" cy="12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11E721B-9D8E-F41D-BA00-F9199C890BDA}"/>
                    </a:ext>
                  </a:extLst>
                </p14:cNvPr>
                <p14:cNvContentPartPr/>
                <p14:nvPr/>
              </p14:nvContentPartPr>
              <p14:xfrm>
                <a:off x="17865840" y="5509708"/>
                <a:ext cx="749160" cy="36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11E721B-9D8E-F41D-BA00-F9199C890B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847840" y="5491708"/>
                  <a:ext cx="784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7459B7A3-DCED-5C12-0266-6E92780B6293}"/>
                    </a:ext>
                  </a:extLst>
                </p14:cNvPr>
                <p14:cNvContentPartPr/>
                <p14:nvPr/>
              </p14:nvContentPartPr>
              <p14:xfrm>
                <a:off x="18334560" y="5265988"/>
                <a:ext cx="443520" cy="4176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7459B7A3-DCED-5C12-0266-6E92780B62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8316920" y="5247988"/>
                  <a:ext cx="4791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9805D560-3C8E-E801-51C5-1E0CA014E123}"/>
                    </a:ext>
                  </a:extLst>
                </p14:cNvPr>
                <p14:cNvContentPartPr/>
                <p14:nvPr/>
              </p14:nvContentPartPr>
              <p14:xfrm>
                <a:off x="18986160" y="5298748"/>
                <a:ext cx="137520" cy="28512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9805D560-3C8E-E801-51C5-1E0CA014E12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8968520" y="5280748"/>
                  <a:ext cx="173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E26E3A6-E666-C584-CEFA-D1DF0F7061D2}"/>
                    </a:ext>
                  </a:extLst>
                </p14:cNvPr>
                <p14:cNvContentPartPr/>
                <p14:nvPr/>
              </p14:nvContentPartPr>
              <p14:xfrm>
                <a:off x="19115760" y="5275348"/>
                <a:ext cx="110160" cy="33912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E26E3A6-E666-C584-CEFA-D1DF0F7061D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098120" y="5257348"/>
                  <a:ext cx="1458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622DFD71-6811-921E-CDFA-FA3B52913AB5}"/>
                    </a:ext>
                  </a:extLst>
                </p14:cNvPr>
                <p14:cNvContentPartPr/>
                <p14:nvPr/>
              </p14:nvContentPartPr>
              <p14:xfrm>
                <a:off x="19245360" y="5484148"/>
                <a:ext cx="92880" cy="9108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622DFD71-6811-921E-CDFA-FA3B52913AB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9227720" y="5466148"/>
                  <a:ext cx="128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64561573-11D8-0F62-FB6F-7DDF0426E6A3}"/>
                    </a:ext>
                  </a:extLst>
                </p14:cNvPr>
                <p14:cNvContentPartPr/>
                <p14:nvPr/>
              </p14:nvContentPartPr>
              <p14:xfrm>
                <a:off x="19389720" y="5415748"/>
                <a:ext cx="201600" cy="19800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64561573-11D8-0F62-FB6F-7DDF0426E6A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372080" y="5398108"/>
                  <a:ext cx="237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FCBD4950-31DA-D95B-1CF7-6909C4092268}"/>
                    </a:ext>
                  </a:extLst>
                </p14:cNvPr>
                <p14:cNvContentPartPr/>
                <p14:nvPr/>
              </p14:nvContentPartPr>
              <p14:xfrm>
                <a:off x="19671240" y="5392348"/>
                <a:ext cx="198360" cy="35064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FCBD4950-31DA-D95B-1CF7-6909C409226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9653240" y="5374708"/>
                  <a:ext cx="2340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578032A4-A8B5-3709-3340-D1380E28A3D3}"/>
                    </a:ext>
                  </a:extLst>
                </p14:cNvPr>
                <p14:cNvContentPartPr/>
                <p14:nvPr/>
              </p14:nvContentPartPr>
              <p14:xfrm>
                <a:off x="17725080" y="5040628"/>
                <a:ext cx="901080" cy="36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578032A4-A8B5-3709-3340-D1380E28A3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7707440" y="5022988"/>
                  <a:ext cx="9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5D238E6A-6A96-EABC-9BC6-C340C854F514}"/>
                    </a:ext>
                  </a:extLst>
                </p14:cNvPr>
                <p14:cNvContentPartPr/>
                <p14:nvPr/>
              </p14:nvContentPartPr>
              <p14:xfrm>
                <a:off x="18488640" y="4947028"/>
                <a:ext cx="174960" cy="16020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5D238E6A-6A96-EABC-9BC6-C340C854F51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471000" y="4929028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A473FC1E-865F-B939-63D0-506EC0D95DFF}"/>
                    </a:ext>
                  </a:extLst>
                </p14:cNvPr>
                <p14:cNvContentPartPr/>
                <p14:nvPr/>
              </p14:nvContentPartPr>
              <p14:xfrm>
                <a:off x="18921000" y="4688908"/>
                <a:ext cx="332280" cy="35208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A473FC1E-865F-B939-63D0-506EC0D95DF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903000" y="4671268"/>
                  <a:ext cx="367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6CC4A767-3794-F354-31C4-84AE9C27EE18}"/>
                    </a:ext>
                  </a:extLst>
                </p14:cNvPr>
                <p14:cNvContentPartPr/>
                <p14:nvPr/>
              </p14:nvContentPartPr>
              <p14:xfrm>
                <a:off x="19366320" y="4477948"/>
                <a:ext cx="19080" cy="360"/>
              </p14:xfrm>
            </p:contentPart>
          </mc:Choice>
          <mc:Fallback xmlns=""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6CC4A767-3794-F354-31C4-84AE9C27EE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348680" y="4460308"/>
                  <a:ext cx="5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85A3E7C9-12A1-96B7-4D8C-DDB5D5AD322D}"/>
                    </a:ext>
                  </a:extLst>
                </p14:cNvPr>
                <p14:cNvContentPartPr/>
                <p14:nvPr/>
              </p14:nvContentPartPr>
              <p14:xfrm>
                <a:off x="19436520" y="4688908"/>
                <a:ext cx="360" cy="31716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85A3E7C9-12A1-96B7-4D8C-DDB5D5AD32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418880" y="4671268"/>
                  <a:ext cx="360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61F0239A-F65A-8C5D-8A79-45137D764775}"/>
                    </a:ext>
                  </a:extLst>
                </p14:cNvPr>
                <p14:cNvContentPartPr/>
                <p14:nvPr/>
              </p14:nvContentPartPr>
              <p14:xfrm>
                <a:off x="19436520" y="4571908"/>
                <a:ext cx="9720" cy="36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61F0239A-F65A-8C5D-8A79-45137D76477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418880" y="4553908"/>
                  <a:ext cx="45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B86E25EB-DD0E-50DA-C42B-DF0DD04F51AA}"/>
                    </a:ext>
                  </a:extLst>
                </p14:cNvPr>
                <p14:cNvContentPartPr/>
                <p14:nvPr/>
              </p14:nvContentPartPr>
              <p14:xfrm>
                <a:off x="19553520" y="4712668"/>
                <a:ext cx="306000" cy="469440"/>
              </p14:xfrm>
            </p:contentPart>
          </mc:Choice>
          <mc:Fallback xmlns=""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B86E25EB-DD0E-50DA-C42B-DF0DD04F51A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9535880" y="4694668"/>
                  <a:ext cx="3416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24794236-68F1-0D63-CEEC-DA83106E5C3E}"/>
                    </a:ext>
                  </a:extLst>
                </p14:cNvPr>
                <p14:cNvContentPartPr/>
                <p14:nvPr/>
              </p14:nvContentPartPr>
              <p14:xfrm>
                <a:off x="20187120" y="5134588"/>
                <a:ext cx="18720" cy="24120"/>
              </p14:xfrm>
            </p:contentPart>
          </mc:Choice>
          <mc:Fallback xmlns=""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24794236-68F1-0D63-CEEC-DA83106E5C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169120" y="5116588"/>
                  <a:ext cx="5436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1" name="잉크 120">
                <a:extLst>
                  <a:ext uri="{FF2B5EF4-FFF2-40B4-BE49-F238E27FC236}">
                    <a16:creationId xmlns:a16="http://schemas.microsoft.com/office/drawing/2014/main" id="{B6461033-F393-A84C-F2A1-DEA1617018AD}"/>
                  </a:ext>
                </a:extLst>
              </p14:cNvPr>
              <p14:cNvContentPartPr/>
              <p14:nvPr/>
            </p14:nvContentPartPr>
            <p14:xfrm>
              <a:off x="3819360" y="21567554"/>
              <a:ext cx="12126240" cy="3615480"/>
            </p14:xfrm>
          </p:contentPart>
        </mc:Choice>
        <mc:Fallback xmlns="">
          <p:pic>
            <p:nvPicPr>
              <p:cNvPr id="121" name="잉크 120">
                <a:extLst>
                  <a:ext uri="{FF2B5EF4-FFF2-40B4-BE49-F238E27FC236}">
                    <a16:creationId xmlns:a16="http://schemas.microsoft.com/office/drawing/2014/main" id="{B6461033-F393-A84C-F2A1-DEA1617018AD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801360" y="21549914"/>
                <a:ext cx="12161880" cy="36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22" name="잉크 121">
                <a:extLst>
                  <a:ext uri="{FF2B5EF4-FFF2-40B4-BE49-F238E27FC236}">
                    <a16:creationId xmlns:a16="http://schemas.microsoft.com/office/drawing/2014/main" id="{BB662A60-551A-8978-756A-A5064D86455C}"/>
                  </a:ext>
                </a:extLst>
              </p14:cNvPr>
              <p14:cNvContentPartPr/>
              <p14:nvPr/>
            </p14:nvContentPartPr>
            <p14:xfrm>
              <a:off x="912360" y="19786994"/>
              <a:ext cx="5567760" cy="1622520"/>
            </p14:xfrm>
          </p:contentPart>
        </mc:Choice>
        <mc:Fallback xmlns="">
          <p:pic>
            <p:nvPicPr>
              <p:cNvPr id="122" name="잉크 121">
                <a:extLst>
                  <a:ext uri="{FF2B5EF4-FFF2-40B4-BE49-F238E27FC236}">
                    <a16:creationId xmlns:a16="http://schemas.microsoft.com/office/drawing/2014/main" id="{BB662A60-551A-8978-756A-A5064D86455C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94360" y="19768994"/>
                <a:ext cx="5603400" cy="16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3" name="잉크 122">
                <a:extLst>
                  <a:ext uri="{FF2B5EF4-FFF2-40B4-BE49-F238E27FC236}">
                    <a16:creationId xmlns:a16="http://schemas.microsoft.com/office/drawing/2014/main" id="{388E2C6E-2108-6BA3-11D9-CA9EBF67891B}"/>
                  </a:ext>
                </a:extLst>
              </p14:cNvPr>
              <p14:cNvContentPartPr/>
              <p14:nvPr/>
            </p14:nvContentPartPr>
            <p14:xfrm>
              <a:off x="617160" y="21453074"/>
              <a:ext cx="2584800" cy="1267560"/>
            </p14:xfrm>
          </p:contentPart>
        </mc:Choice>
        <mc:Fallback xmlns="">
          <p:pic>
            <p:nvPicPr>
              <p:cNvPr id="123" name="잉크 122">
                <a:extLst>
                  <a:ext uri="{FF2B5EF4-FFF2-40B4-BE49-F238E27FC236}">
                    <a16:creationId xmlns:a16="http://schemas.microsoft.com/office/drawing/2014/main" id="{388E2C6E-2108-6BA3-11D9-CA9EBF67891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599160" y="21435074"/>
                <a:ext cx="2620440" cy="13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99AE6848-9A0B-8BB7-F59F-CFFED4631844}"/>
                  </a:ext>
                </a:extLst>
              </p14:cNvPr>
              <p14:cNvContentPartPr/>
              <p14:nvPr/>
            </p14:nvContentPartPr>
            <p14:xfrm>
              <a:off x="20721360" y="18169514"/>
              <a:ext cx="1857600" cy="208440"/>
            </p14:xfrm>
          </p:contentPart>
        </mc:Choice>
        <mc:Fallback xmlns=""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99AE6848-9A0B-8BB7-F59F-CFFED463184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0703360" y="18151514"/>
                <a:ext cx="189324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5B4BAFFA-D66D-195F-92B6-383E729865CE}"/>
              </a:ext>
            </a:extLst>
          </p:cNvPr>
          <p:cNvGrpSpPr/>
          <p:nvPr/>
        </p:nvGrpSpPr>
        <p:grpSpPr>
          <a:xfrm>
            <a:off x="25858200" y="14677154"/>
            <a:ext cx="2141280" cy="711360"/>
            <a:chOff x="25858200" y="14677154"/>
            <a:chExt cx="2141280" cy="7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A7F25474-6681-B6AC-4A5B-26F167346FBD}"/>
                    </a:ext>
                  </a:extLst>
                </p14:cNvPr>
                <p14:cNvContentPartPr/>
                <p14:nvPr/>
              </p14:nvContentPartPr>
              <p14:xfrm>
                <a:off x="25858200" y="14807114"/>
                <a:ext cx="480240" cy="581400"/>
              </p14:xfrm>
            </p:contentPart>
          </mc:Choice>
          <mc:Fallback xmlns=""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A7F25474-6681-B6AC-4A5B-26F167346FB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840200" y="14789114"/>
                  <a:ext cx="51588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1C522042-7CC1-A668-7399-039708FB8A13}"/>
                    </a:ext>
                  </a:extLst>
                </p14:cNvPr>
                <p14:cNvContentPartPr/>
                <p14:nvPr/>
              </p14:nvContentPartPr>
              <p14:xfrm>
                <a:off x="26869080" y="15027434"/>
                <a:ext cx="1056240" cy="4860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1C522042-7CC1-A668-7399-039708FB8A1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6851440" y="15009794"/>
                  <a:ext cx="1091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0529FFAA-4FC9-1AD2-FB87-677B4942E8C4}"/>
                    </a:ext>
                  </a:extLst>
                </p14:cNvPr>
                <p14:cNvContentPartPr/>
                <p14:nvPr/>
              </p14:nvContentPartPr>
              <p14:xfrm>
                <a:off x="27664680" y="14677154"/>
                <a:ext cx="334800" cy="54828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0529FFAA-4FC9-1AD2-FB87-677B4942E8C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7646680" y="14659154"/>
                  <a:ext cx="370440" cy="58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3681D2E-F1B9-FC80-86DE-E7C5CB50AAA1}"/>
              </a:ext>
            </a:extLst>
          </p:cNvPr>
          <p:cNvGrpSpPr/>
          <p:nvPr/>
        </p:nvGrpSpPr>
        <p:grpSpPr>
          <a:xfrm>
            <a:off x="25344480" y="13709474"/>
            <a:ext cx="1620720" cy="589680"/>
            <a:chOff x="25344480" y="13709474"/>
            <a:chExt cx="162072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BA0AC6B8-EAF2-2092-3929-C06E251CA115}"/>
                    </a:ext>
                  </a:extLst>
                </p14:cNvPr>
                <p14:cNvContentPartPr/>
                <p14:nvPr/>
              </p14:nvContentPartPr>
              <p14:xfrm>
                <a:off x="25344480" y="13738634"/>
                <a:ext cx="521280" cy="54288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BA0AC6B8-EAF2-2092-3929-C06E251CA11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5326840" y="13720634"/>
                  <a:ext cx="55692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C61BF0C9-686E-33D7-2E61-E084BA0A4F68}"/>
                    </a:ext>
                  </a:extLst>
                </p14:cNvPr>
                <p14:cNvContentPartPr/>
                <p14:nvPr/>
              </p14:nvContentPartPr>
              <p14:xfrm>
                <a:off x="25509360" y="13926914"/>
                <a:ext cx="333360" cy="360"/>
              </p14:xfrm>
            </p:contentPart>
          </mc:Choice>
          <mc:Fallback xmlns=""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C61BF0C9-686E-33D7-2E61-E084BA0A4F6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5491360" y="13908914"/>
                  <a:ext cx="369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B36A784B-9773-EEDE-AF1E-1B7D94A08300}"/>
                    </a:ext>
                  </a:extLst>
                </p14:cNvPr>
                <p14:cNvContentPartPr/>
                <p14:nvPr/>
              </p14:nvContentPartPr>
              <p14:xfrm>
                <a:off x="26001480" y="13926914"/>
                <a:ext cx="474480" cy="372240"/>
              </p14:xfrm>
            </p:contentPart>
          </mc:Choice>
          <mc:Fallback xmlns=""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B36A784B-9773-EEDE-AF1E-1B7D94A0830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5983840" y="13908914"/>
                  <a:ext cx="5101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3DF7BC37-D7AE-2AE1-33C3-687A07B8366C}"/>
                    </a:ext>
                  </a:extLst>
                </p14:cNvPr>
                <p14:cNvContentPartPr/>
                <p14:nvPr/>
              </p14:nvContentPartPr>
              <p14:xfrm>
                <a:off x="26536440" y="13709474"/>
                <a:ext cx="428760" cy="40176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3DF7BC37-D7AE-2AE1-33C3-687A07B8366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518440" y="13691474"/>
                  <a:ext cx="46440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435CEFB9-4B4A-2ED4-48F5-4899255F42F9}"/>
              </a:ext>
            </a:extLst>
          </p:cNvPr>
          <p:cNvGrpSpPr/>
          <p:nvPr/>
        </p:nvGrpSpPr>
        <p:grpSpPr>
          <a:xfrm>
            <a:off x="28979040" y="14184674"/>
            <a:ext cx="2806200" cy="1325520"/>
            <a:chOff x="28979040" y="14184674"/>
            <a:chExt cx="2806200" cy="13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12CE8E75-4B4F-D4F1-684B-202FFA84FB8D}"/>
                    </a:ext>
                  </a:extLst>
                </p14:cNvPr>
                <p14:cNvContentPartPr/>
                <p14:nvPr/>
              </p14:nvContentPartPr>
              <p14:xfrm>
                <a:off x="28979040" y="14770754"/>
                <a:ext cx="664200" cy="73944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12CE8E75-4B4F-D4F1-684B-202FFA84FB8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8961400" y="14753114"/>
                  <a:ext cx="69984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5514ECF8-F265-CA6A-F4B5-B3638F13908A}"/>
                    </a:ext>
                  </a:extLst>
                </p14:cNvPr>
                <p14:cNvContentPartPr/>
                <p14:nvPr/>
              </p14:nvContentPartPr>
              <p14:xfrm>
                <a:off x="29658360" y="14888114"/>
                <a:ext cx="420120" cy="45036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5514ECF8-F265-CA6A-F4B5-B3638F13908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640720" y="14870474"/>
                  <a:ext cx="4557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2B4C403B-AF32-FA55-DC51-23828E693073}"/>
                    </a:ext>
                  </a:extLst>
                </p14:cNvPr>
                <p14:cNvContentPartPr/>
                <p14:nvPr/>
              </p14:nvContentPartPr>
              <p14:xfrm>
                <a:off x="30057960" y="14723954"/>
                <a:ext cx="372600" cy="36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2B4C403B-AF32-FA55-DC51-23828E69307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0039960" y="14706314"/>
                  <a:ext cx="408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ED081574-41AF-4FD1-0F3E-7B08C2E45A67}"/>
                    </a:ext>
                  </a:extLst>
                </p14:cNvPr>
                <p14:cNvContentPartPr/>
                <p14:nvPr/>
              </p14:nvContentPartPr>
              <p14:xfrm>
                <a:off x="30220320" y="14302034"/>
                <a:ext cx="393840" cy="108468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ED081574-41AF-4FD1-0F3E-7B08C2E45A6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202680" y="14284034"/>
                  <a:ext cx="429480" cy="11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9E1B4FE-A41D-F801-099B-133592D58774}"/>
                    </a:ext>
                  </a:extLst>
                </p14:cNvPr>
                <p14:cNvContentPartPr/>
                <p14:nvPr/>
              </p14:nvContentPartPr>
              <p14:xfrm>
                <a:off x="30624960" y="14934554"/>
                <a:ext cx="388440" cy="42768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9E1B4FE-A41D-F801-099B-133592D5877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0606960" y="14916914"/>
                  <a:ext cx="4240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8D7515AE-9429-42CD-A48B-B26EA17462E7}"/>
                    </a:ext>
                  </a:extLst>
                </p14:cNvPr>
                <p14:cNvContentPartPr/>
                <p14:nvPr/>
              </p14:nvContentPartPr>
              <p14:xfrm>
                <a:off x="31183320" y="14184674"/>
                <a:ext cx="601920" cy="129348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8D7515AE-9429-42CD-A48B-B26EA17462E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1165320" y="14167034"/>
                  <a:ext cx="637560" cy="13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9BF85C8A-5619-3D98-A99A-A45B63BF8118}"/>
              </a:ext>
            </a:extLst>
          </p:cNvPr>
          <p:cNvGrpSpPr/>
          <p:nvPr/>
        </p:nvGrpSpPr>
        <p:grpSpPr>
          <a:xfrm>
            <a:off x="26400360" y="15896474"/>
            <a:ext cx="380880" cy="868680"/>
            <a:chOff x="26400360" y="15896474"/>
            <a:chExt cx="380880" cy="8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CA7B52D6-D167-A983-D3C0-F46BCAAFF6BD}"/>
                    </a:ext>
                  </a:extLst>
                </p14:cNvPr>
                <p14:cNvContentPartPr/>
                <p14:nvPr/>
              </p14:nvContentPartPr>
              <p14:xfrm>
                <a:off x="26531760" y="15896474"/>
                <a:ext cx="79920" cy="86868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CA7B52D6-D167-A983-D3C0-F46BCAAFF6B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6513760" y="15878474"/>
                  <a:ext cx="115560" cy="9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94625658-01FA-E9A1-B0A5-B65C4D07BA8F}"/>
                    </a:ext>
                  </a:extLst>
                </p14:cNvPr>
                <p14:cNvContentPartPr/>
                <p14:nvPr/>
              </p14:nvContentPartPr>
              <p14:xfrm>
                <a:off x="26400360" y="16623314"/>
                <a:ext cx="380880" cy="14184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94625658-01FA-E9A1-B0A5-B65C4D07BA8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6382360" y="16605314"/>
                  <a:ext cx="4165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07BB64A-1B1A-4324-2DC6-8C2FE8F5BC7B}"/>
              </a:ext>
            </a:extLst>
          </p:cNvPr>
          <p:cNvGrpSpPr/>
          <p:nvPr/>
        </p:nvGrpSpPr>
        <p:grpSpPr>
          <a:xfrm>
            <a:off x="29341560" y="16974674"/>
            <a:ext cx="1960560" cy="1189440"/>
            <a:chOff x="29341560" y="16974674"/>
            <a:chExt cx="196056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CE45D0A9-4E34-99F4-9327-5A22D675F955}"/>
                    </a:ext>
                  </a:extLst>
                </p14:cNvPr>
                <p14:cNvContentPartPr/>
                <p14:nvPr/>
              </p14:nvContentPartPr>
              <p14:xfrm>
                <a:off x="29341560" y="17184554"/>
                <a:ext cx="381600" cy="52308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CE45D0A9-4E34-99F4-9327-5A22D675F95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9323920" y="17166914"/>
                  <a:ext cx="4172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139B9DD-3250-F664-B752-D96300C1E93E}"/>
                    </a:ext>
                  </a:extLst>
                </p14:cNvPr>
                <p14:cNvContentPartPr/>
                <p14:nvPr/>
              </p14:nvContentPartPr>
              <p14:xfrm>
                <a:off x="29612280" y="17256194"/>
                <a:ext cx="289800" cy="1839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139B9DD-3250-F664-B752-D96300C1E9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9594640" y="17238194"/>
                  <a:ext cx="325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B5CA9E3D-0F27-B392-AE46-36DF564D3280}"/>
                    </a:ext>
                  </a:extLst>
                </p14:cNvPr>
                <p14:cNvContentPartPr/>
                <p14:nvPr/>
              </p14:nvContentPartPr>
              <p14:xfrm>
                <a:off x="29940600" y="17306234"/>
                <a:ext cx="390600" cy="13788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B5CA9E3D-0F27-B392-AE46-36DF564D328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9922600" y="17288234"/>
                  <a:ext cx="426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AB1ED696-1BDB-9DE3-0041-44D8B48F6086}"/>
                    </a:ext>
                  </a:extLst>
                </p14:cNvPr>
                <p14:cNvContentPartPr/>
                <p14:nvPr/>
              </p14:nvContentPartPr>
              <p14:xfrm>
                <a:off x="30102240" y="16974674"/>
                <a:ext cx="345600" cy="80316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AB1ED696-1BDB-9DE3-0041-44D8B48F608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0084240" y="16957034"/>
                  <a:ext cx="38124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BC21773E-0560-1481-1339-B3F983CD9560}"/>
                    </a:ext>
                  </a:extLst>
                </p14:cNvPr>
                <p14:cNvContentPartPr/>
                <p14:nvPr/>
              </p14:nvContentPartPr>
              <p14:xfrm>
                <a:off x="30431640" y="17396954"/>
                <a:ext cx="142560" cy="26316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BC21773E-0560-1481-1339-B3F983CD956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414000" y="17378954"/>
                  <a:ext cx="178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B766F0AE-BD05-B935-BA11-5E18BECE8DF7}"/>
                    </a:ext>
                  </a:extLst>
                </p14:cNvPr>
                <p14:cNvContentPartPr/>
                <p14:nvPr/>
              </p14:nvContentPartPr>
              <p14:xfrm>
                <a:off x="30808200" y="17412074"/>
                <a:ext cx="493920" cy="75204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B766F0AE-BD05-B935-BA11-5E18BECE8DF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0790200" y="17394074"/>
                  <a:ext cx="529560" cy="78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F895B397-8804-426D-E83E-53408A91742C}"/>
                  </a:ext>
                </a:extLst>
              </p14:cNvPr>
              <p14:cNvContentPartPr/>
              <p14:nvPr/>
            </p14:nvContentPartPr>
            <p14:xfrm>
              <a:off x="18686280" y="20116754"/>
              <a:ext cx="609120" cy="95400"/>
            </p14:xfrm>
          </p:contentPart>
        </mc:Choice>
        <mc:Fallback xmlns=""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F895B397-8804-426D-E83E-53408A91742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8668640" y="20098754"/>
                <a:ext cx="64476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9DDE756E-68C1-C65B-E408-0DCD11F1BDB9}"/>
              </a:ext>
            </a:extLst>
          </p:cNvPr>
          <p:cNvGrpSpPr/>
          <p:nvPr/>
        </p:nvGrpSpPr>
        <p:grpSpPr>
          <a:xfrm>
            <a:off x="32121120" y="17253674"/>
            <a:ext cx="1196280" cy="354600"/>
            <a:chOff x="32121120" y="17253674"/>
            <a:chExt cx="11962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6E870EB6-2491-9212-AFF1-D3D9AA9B4BCF}"/>
                    </a:ext>
                  </a:extLst>
                </p14:cNvPr>
                <p14:cNvContentPartPr/>
                <p14:nvPr/>
              </p14:nvContentPartPr>
              <p14:xfrm>
                <a:off x="32121120" y="17444114"/>
                <a:ext cx="348480" cy="23400"/>
              </p14:xfrm>
            </p:contentPart>
          </mc:Choice>
          <mc:Fallback xmlns=""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6E870EB6-2491-9212-AFF1-D3D9AA9B4BC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103120" y="17426114"/>
                  <a:ext cx="38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0DE78234-008C-9CB1-9280-1822A8EF0A7C}"/>
                    </a:ext>
                  </a:extLst>
                </p14:cNvPr>
                <p14:cNvContentPartPr/>
                <p14:nvPr/>
              </p14:nvContentPartPr>
              <p14:xfrm>
                <a:off x="32566440" y="17513954"/>
                <a:ext cx="106200" cy="36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0DE78234-008C-9CB1-9280-1822A8EF0A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2548800" y="17496314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065F996F-5DF5-EE57-5343-6043F1344860}"/>
                    </a:ext>
                  </a:extLst>
                </p14:cNvPr>
                <p14:cNvContentPartPr/>
                <p14:nvPr/>
              </p14:nvContentPartPr>
              <p14:xfrm>
                <a:off x="32894760" y="17495594"/>
                <a:ext cx="149760" cy="187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065F996F-5DF5-EE57-5343-6043F134486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877120" y="17477954"/>
                  <a:ext cx="185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D62FECCA-6090-F651-E0BB-293EF3152997}"/>
                    </a:ext>
                  </a:extLst>
                </p14:cNvPr>
                <p14:cNvContentPartPr/>
                <p14:nvPr/>
              </p14:nvContentPartPr>
              <p14:xfrm>
                <a:off x="33105720" y="17490554"/>
                <a:ext cx="60840" cy="36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D62FECCA-6090-F651-E0BB-293EF315299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088080" y="17472914"/>
                  <a:ext cx="96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E12715F4-ABEC-0B7D-DCE8-A81F002E90A4}"/>
                    </a:ext>
                  </a:extLst>
                </p14:cNvPr>
                <p14:cNvContentPartPr/>
                <p14:nvPr/>
              </p14:nvContentPartPr>
              <p14:xfrm>
                <a:off x="33293280" y="17443754"/>
                <a:ext cx="24120" cy="360"/>
              </p14:xfrm>
            </p:contentPart>
          </mc:Choice>
          <mc:Fallback xmlns=""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E12715F4-ABEC-0B7D-DCE8-A81F002E90A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3275640" y="17426114"/>
                  <a:ext cx="59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F6F44263-EA8F-1EA5-C488-ECABF97B48D7}"/>
                    </a:ext>
                  </a:extLst>
                </p14:cNvPr>
                <p14:cNvContentPartPr/>
                <p14:nvPr/>
              </p14:nvContentPartPr>
              <p14:xfrm>
                <a:off x="33127680" y="17302994"/>
                <a:ext cx="172800" cy="30528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F6F44263-EA8F-1EA5-C488-ECABF97B48D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3109680" y="17285354"/>
                  <a:ext cx="208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3E4B7F94-F895-790F-797C-94A9F2C7DD24}"/>
                    </a:ext>
                  </a:extLst>
                </p14:cNvPr>
                <p14:cNvContentPartPr/>
                <p14:nvPr/>
              </p14:nvContentPartPr>
              <p14:xfrm>
                <a:off x="32285280" y="17253674"/>
                <a:ext cx="621720" cy="317160"/>
              </p14:xfrm>
            </p:contentPart>
          </mc:Choice>
          <mc:Fallback xmlns=""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3E4B7F94-F895-790F-797C-94A9F2C7DD2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2267280" y="17235674"/>
                  <a:ext cx="65736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A1119F7B-BA6E-2488-5B60-9725C0FE376F}"/>
              </a:ext>
            </a:extLst>
          </p:cNvPr>
          <p:cNvGrpSpPr/>
          <p:nvPr/>
        </p:nvGrpSpPr>
        <p:grpSpPr>
          <a:xfrm>
            <a:off x="33855240" y="16435754"/>
            <a:ext cx="1784880" cy="1609920"/>
            <a:chOff x="33855240" y="16435754"/>
            <a:chExt cx="1784880" cy="16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0337EBE2-174D-32CF-0CCC-0FFC1C32739F}"/>
                    </a:ext>
                  </a:extLst>
                </p14:cNvPr>
                <p14:cNvContentPartPr/>
                <p14:nvPr/>
              </p14:nvContentPartPr>
              <p14:xfrm>
                <a:off x="33855240" y="16881074"/>
                <a:ext cx="235800" cy="1164600"/>
              </p14:xfrm>
            </p:contentPart>
          </mc:Choice>
          <mc:Fallback xmlns=""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0337EBE2-174D-32CF-0CCC-0FFC1C32739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3837240" y="16863074"/>
                  <a:ext cx="27144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F13D2F26-0644-9DEA-4F27-AD58789C9406}"/>
                    </a:ext>
                  </a:extLst>
                </p14:cNvPr>
                <p14:cNvContentPartPr/>
                <p14:nvPr/>
              </p14:nvContentPartPr>
              <p14:xfrm>
                <a:off x="34137480" y="17185994"/>
                <a:ext cx="294840" cy="173160"/>
              </p14:xfrm>
            </p:contentPart>
          </mc:Choice>
          <mc:Fallback xmlns=""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F13D2F26-0644-9DEA-4F27-AD58789C940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119480" y="17167994"/>
                  <a:ext cx="330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AFE7BD1E-7844-72DB-F168-55182FF310CB}"/>
                    </a:ext>
                  </a:extLst>
                </p14:cNvPr>
                <p14:cNvContentPartPr/>
                <p14:nvPr/>
              </p14:nvContentPartPr>
              <p14:xfrm>
                <a:off x="34489200" y="17396954"/>
                <a:ext cx="81720" cy="7524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AFE7BD1E-7844-72DB-F168-55182FF310C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4471200" y="17378954"/>
                  <a:ext cx="117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0E6D3BF1-3ECA-71DD-8C84-CB8844B22439}"/>
                    </a:ext>
                  </a:extLst>
                </p14:cNvPr>
                <p14:cNvContentPartPr/>
                <p14:nvPr/>
              </p14:nvContentPartPr>
              <p14:xfrm>
                <a:off x="34465800" y="17178794"/>
                <a:ext cx="342360" cy="101160"/>
              </p14:xfrm>
            </p:contentPart>
          </mc:Choice>
          <mc:Fallback xmlns=""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0E6D3BF1-3ECA-71DD-8C84-CB8844B2243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447800" y="17161154"/>
                  <a:ext cx="378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01E9ECF3-AF75-D966-0496-4F3319E9FF2D}"/>
                    </a:ext>
                  </a:extLst>
                </p14:cNvPr>
                <p14:cNvContentPartPr/>
                <p14:nvPr/>
              </p14:nvContentPartPr>
              <p14:xfrm>
                <a:off x="34760280" y="17021834"/>
                <a:ext cx="34200" cy="64044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01E9ECF3-AF75-D966-0496-4F3319E9FF2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742280" y="17003834"/>
                  <a:ext cx="6984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97387442-236A-E502-FD16-19B2F988A0D3}"/>
                    </a:ext>
                  </a:extLst>
                </p14:cNvPr>
                <p14:cNvContentPartPr/>
                <p14:nvPr/>
              </p14:nvContentPartPr>
              <p14:xfrm>
                <a:off x="34406760" y="17576234"/>
                <a:ext cx="226440" cy="318960"/>
              </p14:xfrm>
            </p:contentPart>
          </mc:Choice>
          <mc:Fallback xmlns=""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97387442-236A-E502-FD16-19B2F988A0D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389120" y="17558594"/>
                  <a:ext cx="262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44E05CB0-1965-6211-5F8A-E7B9136CAD4D}"/>
                    </a:ext>
                  </a:extLst>
                </p14:cNvPr>
                <p14:cNvContentPartPr/>
                <p14:nvPr/>
              </p14:nvContentPartPr>
              <p14:xfrm>
                <a:off x="34872600" y="17256194"/>
                <a:ext cx="195480" cy="17856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44E05CB0-1965-6211-5F8A-E7B9136CAD4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854600" y="17238194"/>
                  <a:ext cx="231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AABBCFB4-4AA4-1885-9CFA-C78489DFB1FC}"/>
                    </a:ext>
                  </a:extLst>
                </p14:cNvPr>
                <p14:cNvContentPartPr/>
                <p14:nvPr/>
              </p14:nvContentPartPr>
              <p14:xfrm>
                <a:off x="35005080" y="17434394"/>
                <a:ext cx="104400" cy="9720"/>
              </p14:xfrm>
            </p:contentPart>
          </mc:Choice>
          <mc:Fallback xmlns=""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AABBCFB4-4AA4-1885-9CFA-C78489DFB1F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4987080" y="17416754"/>
                  <a:ext cx="140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F70B20AA-B298-FC0F-0DCF-F0F6A542DB5D}"/>
                    </a:ext>
                  </a:extLst>
                </p14:cNvPr>
                <p14:cNvContentPartPr/>
                <p14:nvPr/>
              </p14:nvContentPartPr>
              <p14:xfrm>
                <a:off x="35216040" y="17115434"/>
                <a:ext cx="119520" cy="792720"/>
              </p14:xfrm>
            </p:contentPart>
          </mc:Choice>
          <mc:Fallback xmlns=""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F70B20AA-B298-FC0F-0DCF-F0F6A542DB5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198040" y="17097794"/>
                  <a:ext cx="15516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43A3AA24-4286-FE25-00B3-C5CC46FF2F94}"/>
                    </a:ext>
                  </a:extLst>
                </p14:cNvPr>
                <p14:cNvContentPartPr/>
                <p14:nvPr/>
              </p14:nvContentPartPr>
              <p14:xfrm>
                <a:off x="35324400" y="16435754"/>
                <a:ext cx="315720" cy="1348920"/>
              </p14:xfrm>
            </p:contentPart>
          </mc:Choice>
          <mc:Fallback xmlns=""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43A3AA24-4286-FE25-00B3-C5CC46FF2F9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5306400" y="16417754"/>
                  <a:ext cx="351360" cy="138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93ED3709-C0BF-5C02-40C1-2102AF4EF6A7}"/>
              </a:ext>
            </a:extLst>
          </p:cNvPr>
          <p:cNvGrpSpPr/>
          <p:nvPr/>
        </p:nvGrpSpPr>
        <p:grpSpPr>
          <a:xfrm>
            <a:off x="26306400" y="18756674"/>
            <a:ext cx="6912360" cy="1502640"/>
            <a:chOff x="26306400" y="18756674"/>
            <a:chExt cx="6912360" cy="15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F8EAC33D-1D8E-F2B7-0989-9AE4CA63CB24}"/>
                    </a:ext>
                  </a:extLst>
                </p14:cNvPr>
                <p14:cNvContentPartPr/>
                <p14:nvPr/>
              </p14:nvContentPartPr>
              <p14:xfrm>
                <a:off x="26306400" y="19104434"/>
                <a:ext cx="654120" cy="428760"/>
              </p14:xfrm>
            </p:contentPart>
          </mc:Choice>
          <mc:Fallback xmlns=""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F8EAC33D-1D8E-F2B7-0989-9AE4CA63CB2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6288760" y="19086434"/>
                  <a:ext cx="6897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FB877D21-D589-4931-273C-4ED517306DDA}"/>
                    </a:ext>
                  </a:extLst>
                </p14:cNvPr>
                <p14:cNvContentPartPr/>
                <p14:nvPr/>
              </p14:nvContentPartPr>
              <p14:xfrm>
                <a:off x="26443920" y="19104074"/>
                <a:ext cx="616680" cy="73728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FB877D21-D589-4931-273C-4ED517306D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6426280" y="19086434"/>
                  <a:ext cx="65232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2283F109-B595-C9EA-9058-491DB1B89B18}"/>
                    </a:ext>
                  </a:extLst>
                </p14:cNvPr>
                <p14:cNvContentPartPr/>
                <p14:nvPr/>
              </p14:nvContentPartPr>
              <p14:xfrm>
                <a:off x="27642720" y="19277234"/>
                <a:ext cx="1107720" cy="8928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2283F109-B595-C9EA-9058-491DB1B89B1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7625080" y="19259594"/>
                  <a:ext cx="114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77DA1E85-5AEB-7192-82DD-F0B3C2C5F487}"/>
                    </a:ext>
                  </a:extLst>
                </p14:cNvPr>
                <p14:cNvContentPartPr/>
                <p14:nvPr/>
              </p14:nvContentPartPr>
              <p14:xfrm>
                <a:off x="28438320" y="19038194"/>
                <a:ext cx="277920" cy="483120"/>
              </p14:xfrm>
            </p:contentPart>
          </mc:Choice>
          <mc:Fallback xmlns=""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77DA1E85-5AEB-7192-82DD-F0B3C2C5F48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8420680" y="19020194"/>
                  <a:ext cx="313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9E0CCBE4-3353-46E6-2E8A-AE102C9F8269}"/>
                    </a:ext>
                  </a:extLst>
                </p14:cNvPr>
                <p14:cNvContentPartPr/>
                <p14:nvPr/>
              </p14:nvContentPartPr>
              <p14:xfrm>
                <a:off x="29354520" y="19084994"/>
                <a:ext cx="601920" cy="66060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9E0CCBE4-3353-46E6-2E8A-AE102C9F826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336520" y="19066994"/>
                  <a:ext cx="6375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55A74B01-EE3A-4819-1E80-EE0829F24176}"/>
                    </a:ext>
                  </a:extLst>
                </p14:cNvPr>
                <p14:cNvContentPartPr/>
                <p14:nvPr/>
              </p14:nvContentPartPr>
              <p14:xfrm>
                <a:off x="29888760" y="19131794"/>
                <a:ext cx="400680" cy="48708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55A74B01-EE3A-4819-1E80-EE0829F2417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870760" y="19114154"/>
                  <a:ext cx="4363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5C50501A-4B6D-6E99-66F9-53C7294B10FC}"/>
                    </a:ext>
                  </a:extLst>
                </p14:cNvPr>
                <p14:cNvContentPartPr/>
                <p14:nvPr/>
              </p14:nvContentPartPr>
              <p14:xfrm>
                <a:off x="30245520" y="19178954"/>
                <a:ext cx="306360" cy="4464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5C50501A-4B6D-6E99-66F9-53C7294B10F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27520" y="19160954"/>
                  <a:ext cx="342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ED2EAB50-6161-C8CD-4BA8-E96D404487A5}"/>
                    </a:ext>
                  </a:extLst>
                </p14:cNvPr>
                <p14:cNvContentPartPr/>
                <p14:nvPr/>
              </p14:nvContentPartPr>
              <p14:xfrm>
                <a:off x="30291960" y="18850634"/>
                <a:ext cx="465480" cy="69156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ED2EAB50-6161-C8CD-4BA8-E96D404487A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274320" y="18832634"/>
                  <a:ext cx="50112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35114CB2-3C4D-BC92-F140-1D6D5AD7F24B}"/>
                    </a:ext>
                  </a:extLst>
                </p14:cNvPr>
                <p14:cNvContentPartPr/>
                <p14:nvPr/>
              </p14:nvContentPartPr>
              <p14:xfrm>
                <a:off x="30849960" y="19272554"/>
                <a:ext cx="169560" cy="2397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35114CB2-3C4D-BC92-F140-1D6D5AD7F24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831960" y="19254914"/>
                  <a:ext cx="205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429AA7F3-B7ED-7721-CCC3-661CE47219A9}"/>
                    </a:ext>
                  </a:extLst>
                </p14:cNvPr>
                <p14:cNvContentPartPr/>
                <p14:nvPr/>
              </p14:nvContentPartPr>
              <p14:xfrm>
                <a:off x="31206720" y="18967634"/>
                <a:ext cx="447840" cy="77580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429AA7F3-B7ED-7721-CCC3-661CE47219A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188720" y="18949994"/>
                  <a:ext cx="48348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E20FE04D-59FD-0303-012F-DCA5A0327AFE}"/>
                    </a:ext>
                  </a:extLst>
                </p14:cNvPr>
                <p14:cNvContentPartPr/>
                <p14:nvPr/>
              </p14:nvContentPartPr>
              <p14:xfrm>
                <a:off x="32040840" y="19014794"/>
                <a:ext cx="252000" cy="18936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E20FE04D-59FD-0303-012F-DCA5A0327AF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2023200" y="18996794"/>
                  <a:ext cx="287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9194EF10-BE9B-451F-7D6B-148DAE524841}"/>
                    </a:ext>
                  </a:extLst>
                </p14:cNvPr>
                <p14:cNvContentPartPr/>
                <p14:nvPr/>
              </p14:nvContentPartPr>
              <p14:xfrm>
                <a:off x="31722600" y="19202354"/>
                <a:ext cx="649080" cy="36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9194EF10-BE9B-451F-7D6B-148DAE52484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704600" y="19184354"/>
                  <a:ext cx="68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D9C5B042-80C0-FB27-72A2-B8D32BD5DBDB}"/>
                    </a:ext>
                  </a:extLst>
                </p14:cNvPr>
                <p14:cNvContentPartPr/>
                <p14:nvPr/>
              </p14:nvContentPartPr>
              <p14:xfrm>
                <a:off x="32238120" y="19366514"/>
                <a:ext cx="57240" cy="28296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D9C5B042-80C0-FB27-72A2-B8D32BD5DBD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220480" y="19348514"/>
                  <a:ext cx="92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1806CC7E-AA82-3D3E-022F-D53EAEEDAA0A}"/>
                    </a:ext>
                  </a:extLst>
                </p14:cNvPr>
                <p14:cNvContentPartPr/>
                <p14:nvPr/>
              </p14:nvContentPartPr>
              <p14:xfrm>
                <a:off x="32425680" y="19366514"/>
                <a:ext cx="96120" cy="26784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1806CC7E-AA82-3D3E-022F-D53EAEEDAA0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2408040" y="19348514"/>
                  <a:ext cx="1317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9B9C9784-2271-7772-6F92-7112C9936190}"/>
                    </a:ext>
                  </a:extLst>
                </p14:cNvPr>
                <p14:cNvContentPartPr/>
                <p14:nvPr/>
              </p14:nvContentPartPr>
              <p14:xfrm>
                <a:off x="32516760" y="19014794"/>
                <a:ext cx="306720" cy="138960"/>
              </p14:xfrm>
            </p:contentPart>
          </mc:Choice>
          <mc:Fallback xmlns=""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9B9C9784-2271-7772-6F92-7112C993619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2499120" y="18996794"/>
                  <a:ext cx="34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BB392DC6-2AC3-9615-40CD-D9FF38769E94}"/>
                    </a:ext>
                  </a:extLst>
                </p14:cNvPr>
                <p14:cNvContentPartPr/>
                <p14:nvPr/>
              </p14:nvContentPartPr>
              <p14:xfrm>
                <a:off x="32566440" y="19155194"/>
                <a:ext cx="123480" cy="99000"/>
              </p14:xfrm>
            </p:contentPart>
          </mc:Choice>
          <mc:Fallback xmlns=""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BB392DC6-2AC3-9615-40CD-D9FF38769E9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2548800" y="19137554"/>
                  <a:ext cx="159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E9D849C4-1EFC-ECB5-3B3E-0B398DF756BE}"/>
                    </a:ext>
                  </a:extLst>
                </p14:cNvPr>
                <p14:cNvContentPartPr/>
                <p14:nvPr/>
              </p14:nvContentPartPr>
              <p14:xfrm>
                <a:off x="32941560" y="18756674"/>
                <a:ext cx="48600" cy="815400"/>
              </p14:xfrm>
            </p:contentPart>
          </mc:Choice>
          <mc:Fallback xmlns=""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E9D849C4-1EFC-ECB5-3B3E-0B398DF756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2923920" y="18739034"/>
                  <a:ext cx="8424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B8106C80-F096-CC4E-487C-47A439127ABF}"/>
                    </a:ext>
                  </a:extLst>
                </p14:cNvPr>
                <p14:cNvContentPartPr/>
                <p14:nvPr/>
              </p14:nvContentPartPr>
              <p14:xfrm>
                <a:off x="32118960" y="18874034"/>
                <a:ext cx="846360" cy="687960"/>
              </p14:xfrm>
            </p:contentPart>
          </mc:Choice>
          <mc:Fallback xmlns=""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B8106C80-F096-CC4E-487C-47A439127AB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2101320" y="18856034"/>
                  <a:ext cx="88200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B4ED3DED-19FE-00C0-EF43-298F597D3F4F}"/>
                    </a:ext>
                  </a:extLst>
                </p14:cNvPr>
                <p14:cNvContentPartPr/>
                <p14:nvPr/>
              </p14:nvContentPartPr>
              <p14:xfrm>
                <a:off x="26493960" y="19763954"/>
                <a:ext cx="6724800" cy="495360"/>
              </p14:xfrm>
            </p:contentPart>
          </mc:Choice>
          <mc:Fallback xmlns=""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B4ED3DED-19FE-00C0-EF43-298F597D3F4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476320" y="19746314"/>
                  <a:ext cx="6760440" cy="53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12" name="잉크 211">
                <a:extLst>
                  <a:ext uri="{FF2B5EF4-FFF2-40B4-BE49-F238E27FC236}">
                    <a16:creationId xmlns:a16="http://schemas.microsoft.com/office/drawing/2014/main" id="{CF2CEAEF-8B29-221C-A762-38D34DCCF575}"/>
                  </a:ext>
                </a:extLst>
              </p14:cNvPr>
              <p14:cNvContentPartPr/>
              <p14:nvPr/>
            </p14:nvContentPartPr>
            <p14:xfrm>
              <a:off x="26563211" y="16444197"/>
              <a:ext cx="9590858" cy="2008834"/>
            </p14:xfrm>
          </p:contentPart>
        </mc:Choice>
        <mc:Fallback xmlns="">
          <p:pic>
            <p:nvPicPr>
              <p:cNvPr id="212" name="잉크 211">
                <a:extLst>
                  <a:ext uri="{FF2B5EF4-FFF2-40B4-BE49-F238E27FC236}">
                    <a16:creationId xmlns:a16="http://schemas.microsoft.com/office/drawing/2014/main" id="{CF2CEAEF-8B29-221C-A762-38D34DCCF575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6545571" y="16426197"/>
                <a:ext cx="9626498" cy="2044475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D6C01FD-748B-06FC-ADBC-CA66A42CAAC3}"/>
              </a:ext>
            </a:extLst>
          </p:cNvPr>
          <p:cNvGrpSpPr/>
          <p:nvPr/>
        </p:nvGrpSpPr>
        <p:grpSpPr>
          <a:xfrm>
            <a:off x="26634720" y="17085554"/>
            <a:ext cx="1662480" cy="1220040"/>
            <a:chOff x="26634720" y="17085554"/>
            <a:chExt cx="1662480" cy="12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EB81B260-0190-1FA5-7BEB-9A2D36B53E53}"/>
                    </a:ext>
                  </a:extLst>
                </p14:cNvPr>
                <p14:cNvContentPartPr/>
                <p14:nvPr/>
              </p14:nvContentPartPr>
              <p14:xfrm>
                <a:off x="26634720" y="17256194"/>
                <a:ext cx="360" cy="72936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EB81B260-0190-1FA5-7BEB-9A2D36B53E5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616720" y="17238194"/>
                  <a:ext cx="3600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9313FC46-FDDD-FBBC-3662-AF6A35817D6A}"/>
                    </a:ext>
                  </a:extLst>
                </p14:cNvPr>
                <p14:cNvContentPartPr/>
                <p14:nvPr/>
              </p14:nvContentPartPr>
              <p14:xfrm>
                <a:off x="27220800" y="17504234"/>
                <a:ext cx="1037880" cy="10404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9313FC46-FDDD-FBBC-3662-AF6A35817D6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7203160" y="17486234"/>
                  <a:ext cx="1073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F60BBBD2-3929-5491-34D4-DDF2C0DB7D46}"/>
                    </a:ext>
                  </a:extLst>
                </p14:cNvPr>
                <p14:cNvContentPartPr/>
                <p14:nvPr/>
              </p14:nvContentPartPr>
              <p14:xfrm>
                <a:off x="28065000" y="17256194"/>
                <a:ext cx="232200" cy="46944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F60BBBD2-3929-5491-34D4-DDF2C0DB7D4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047000" y="17238194"/>
                  <a:ext cx="2678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455F9A1D-9019-8FA7-82FD-0B4880804AAC}"/>
                    </a:ext>
                  </a:extLst>
                </p14:cNvPr>
                <p14:cNvContentPartPr/>
                <p14:nvPr/>
              </p14:nvContentPartPr>
              <p14:xfrm>
                <a:off x="26679720" y="17085554"/>
                <a:ext cx="146520" cy="122004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455F9A1D-9019-8FA7-82FD-0B4880804AA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662080" y="17067914"/>
                  <a:ext cx="182160" cy="12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48" name="잉크 247">
                <a:extLst>
                  <a:ext uri="{FF2B5EF4-FFF2-40B4-BE49-F238E27FC236}">
                    <a16:creationId xmlns:a16="http://schemas.microsoft.com/office/drawing/2014/main" id="{FBB12011-0123-6FC4-599F-FE4416AC7090}"/>
                  </a:ext>
                </a:extLst>
              </p14:cNvPr>
              <p14:cNvContentPartPr/>
              <p14:nvPr/>
            </p14:nvContentPartPr>
            <p14:xfrm>
              <a:off x="21787680" y="2343914"/>
              <a:ext cx="2756520" cy="987840"/>
            </p14:xfrm>
          </p:contentPart>
        </mc:Choice>
        <mc:Fallback xmlns="">
          <p:pic>
            <p:nvPicPr>
              <p:cNvPr id="248" name="잉크 247">
                <a:extLst>
                  <a:ext uri="{FF2B5EF4-FFF2-40B4-BE49-F238E27FC236}">
                    <a16:creationId xmlns:a16="http://schemas.microsoft.com/office/drawing/2014/main" id="{FBB12011-0123-6FC4-599F-FE4416AC7090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1769680" y="2326274"/>
                <a:ext cx="279216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49" name="잉크 248">
                <a:extLst>
                  <a:ext uri="{FF2B5EF4-FFF2-40B4-BE49-F238E27FC236}">
                    <a16:creationId xmlns:a16="http://schemas.microsoft.com/office/drawing/2014/main" id="{0F03F244-9F0F-55B3-3767-6D3A37044813}"/>
                  </a:ext>
                </a:extLst>
              </p14:cNvPr>
              <p14:cNvContentPartPr/>
              <p14:nvPr/>
            </p14:nvContentPartPr>
            <p14:xfrm>
              <a:off x="16130640" y="17138834"/>
              <a:ext cx="9720" cy="360"/>
            </p14:xfrm>
          </p:contentPart>
        </mc:Choice>
        <mc:Fallback xmlns="">
          <p:pic>
            <p:nvPicPr>
              <p:cNvPr id="249" name="잉크 248">
                <a:extLst>
                  <a:ext uri="{FF2B5EF4-FFF2-40B4-BE49-F238E27FC236}">
                    <a16:creationId xmlns:a16="http://schemas.microsoft.com/office/drawing/2014/main" id="{0F03F244-9F0F-55B3-3767-6D3A37044813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6113000" y="17121194"/>
                <a:ext cx="4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65" name="잉크 264">
                <a:extLst>
                  <a:ext uri="{FF2B5EF4-FFF2-40B4-BE49-F238E27FC236}">
                    <a16:creationId xmlns:a16="http://schemas.microsoft.com/office/drawing/2014/main" id="{5D3F7E83-0EA3-1AAF-4921-11FF656A342A}"/>
                  </a:ext>
                </a:extLst>
              </p14:cNvPr>
              <p14:cNvContentPartPr/>
              <p14:nvPr/>
            </p14:nvContentPartPr>
            <p14:xfrm>
              <a:off x="20233920" y="3680594"/>
              <a:ext cx="2251080" cy="117720"/>
            </p14:xfrm>
          </p:contentPart>
        </mc:Choice>
        <mc:Fallback xmlns="">
          <p:pic>
            <p:nvPicPr>
              <p:cNvPr id="265" name="잉크 264">
                <a:extLst>
                  <a:ext uri="{FF2B5EF4-FFF2-40B4-BE49-F238E27FC236}">
                    <a16:creationId xmlns:a16="http://schemas.microsoft.com/office/drawing/2014/main" id="{5D3F7E83-0EA3-1AAF-4921-11FF656A342A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0215920" y="3662954"/>
                <a:ext cx="22867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66" name="잉크 265">
                <a:extLst>
                  <a:ext uri="{FF2B5EF4-FFF2-40B4-BE49-F238E27FC236}">
                    <a16:creationId xmlns:a16="http://schemas.microsoft.com/office/drawing/2014/main" id="{44E63308-FA1E-3DE5-B999-12BCED7F472A}"/>
                  </a:ext>
                </a:extLst>
              </p14:cNvPr>
              <p14:cNvContentPartPr/>
              <p14:nvPr/>
            </p14:nvContentPartPr>
            <p14:xfrm>
              <a:off x="20834040" y="7672994"/>
              <a:ext cx="741600" cy="2247480"/>
            </p14:xfrm>
          </p:contentPart>
        </mc:Choice>
        <mc:Fallback xmlns="">
          <p:pic>
            <p:nvPicPr>
              <p:cNvPr id="266" name="잉크 265">
                <a:extLst>
                  <a:ext uri="{FF2B5EF4-FFF2-40B4-BE49-F238E27FC236}">
                    <a16:creationId xmlns:a16="http://schemas.microsoft.com/office/drawing/2014/main" id="{44E63308-FA1E-3DE5-B999-12BCED7F472A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0816040" y="7655354"/>
                <a:ext cx="777240" cy="22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81" name="잉크 280">
                <a:extLst>
                  <a:ext uri="{FF2B5EF4-FFF2-40B4-BE49-F238E27FC236}">
                    <a16:creationId xmlns:a16="http://schemas.microsoft.com/office/drawing/2014/main" id="{6E4F4E34-E766-B0E1-B50B-C852C0A14E7B}"/>
                  </a:ext>
                </a:extLst>
              </p14:cNvPr>
              <p14:cNvContentPartPr/>
              <p14:nvPr/>
            </p14:nvContentPartPr>
            <p14:xfrm>
              <a:off x="11597520" y="15424514"/>
              <a:ext cx="2310840" cy="1508760"/>
            </p14:xfrm>
          </p:contentPart>
        </mc:Choice>
        <mc:Fallback xmlns="">
          <p:pic>
            <p:nvPicPr>
              <p:cNvPr id="281" name="잉크 280">
                <a:extLst>
                  <a:ext uri="{FF2B5EF4-FFF2-40B4-BE49-F238E27FC236}">
                    <a16:creationId xmlns:a16="http://schemas.microsoft.com/office/drawing/2014/main" id="{6E4F4E34-E766-B0E1-B50B-C852C0A14E7B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1579520" y="15406514"/>
                <a:ext cx="234648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83" name="잉크 282">
                <a:extLst>
                  <a:ext uri="{FF2B5EF4-FFF2-40B4-BE49-F238E27FC236}">
                    <a16:creationId xmlns:a16="http://schemas.microsoft.com/office/drawing/2014/main" id="{D6BFFF76-F8EE-ACF4-571A-C5DC4505D3E7}"/>
                  </a:ext>
                </a:extLst>
              </p14:cNvPr>
              <p14:cNvContentPartPr/>
              <p14:nvPr/>
            </p14:nvContentPartPr>
            <p14:xfrm>
              <a:off x="8909400" y="15263234"/>
              <a:ext cx="360" cy="360"/>
            </p14:xfrm>
          </p:contentPart>
        </mc:Choice>
        <mc:Fallback xmlns="">
          <p:pic>
            <p:nvPicPr>
              <p:cNvPr id="283" name="잉크 282">
                <a:extLst>
                  <a:ext uri="{FF2B5EF4-FFF2-40B4-BE49-F238E27FC236}">
                    <a16:creationId xmlns:a16="http://schemas.microsoft.com/office/drawing/2014/main" id="{D6BFFF76-F8EE-ACF4-571A-C5DC4505D3E7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891400" y="1524559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4227C64D-B335-7AD6-E962-10E660D626F6}"/>
              </a:ext>
            </a:extLst>
          </p:cNvPr>
          <p:cNvGrpSpPr/>
          <p:nvPr/>
        </p:nvGrpSpPr>
        <p:grpSpPr>
          <a:xfrm>
            <a:off x="4326240" y="2109914"/>
            <a:ext cx="20284920" cy="22722120"/>
            <a:chOff x="4326240" y="2109914"/>
            <a:chExt cx="20284920" cy="227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30AC3960-3375-6700-69EB-691B4A588257}"/>
                    </a:ext>
                  </a:extLst>
                </p14:cNvPr>
                <p14:cNvContentPartPr/>
                <p14:nvPr/>
              </p14:nvContentPartPr>
              <p14:xfrm>
                <a:off x="18825960" y="6072434"/>
                <a:ext cx="474480" cy="1350360"/>
              </p14:xfrm>
            </p:contentPart>
          </mc:Choice>
          <mc:Fallback xmlns=""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30AC3960-3375-6700-69EB-691B4A58825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8807960" y="6054434"/>
                  <a:ext cx="510120" cy="13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7DCB1B05-04E0-9625-68F2-900CE669AA07}"/>
                    </a:ext>
                  </a:extLst>
                </p14:cNvPr>
                <p14:cNvContentPartPr/>
                <p14:nvPr/>
              </p14:nvContentPartPr>
              <p14:xfrm>
                <a:off x="5301480" y="10218194"/>
                <a:ext cx="2142000" cy="1018440"/>
              </p14:xfrm>
            </p:contentPart>
          </mc:Choice>
          <mc:Fallback xmlns=""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7DCB1B05-04E0-9625-68F2-900CE669AA0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283840" y="10200554"/>
                  <a:ext cx="217764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B763BA9C-B8FE-7145-8D50-441CEB584B5C}"/>
                    </a:ext>
                  </a:extLst>
                </p14:cNvPr>
                <p14:cNvContentPartPr/>
                <p14:nvPr/>
              </p14:nvContentPartPr>
              <p14:xfrm>
                <a:off x="5157840" y="11063474"/>
                <a:ext cx="2046240" cy="218160"/>
              </p14:xfrm>
            </p:contentPart>
          </mc:Choice>
          <mc:Fallback xmlns=""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B763BA9C-B8FE-7145-8D50-441CEB584B5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140200" y="11045474"/>
                  <a:ext cx="2081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BF65B8DB-03A0-8524-9B53-C5B50C5E52C9}"/>
                    </a:ext>
                  </a:extLst>
                </p14:cNvPr>
                <p14:cNvContentPartPr/>
                <p14:nvPr/>
              </p14:nvContentPartPr>
              <p14:xfrm>
                <a:off x="11147160" y="8087354"/>
                <a:ext cx="1859400" cy="2083680"/>
              </p14:xfrm>
            </p:contentPart>
          </mc:Choice>
          <mc:Fallback xmlns=""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BF65B8DB-03A0-8524-9B53-C5B50C5E52C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129160" y="8069714"/>
                  <a:ext cx="1895040" cy="21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6E98DDF6-9FE6-0684-4C66-3F469E6162C3}"/>
                    </a:ext>
                  </a:extLst>
                </p14:cNvPr>
                <p14:cNvContentPartPr/>
                <p14:nvPr/>
              </p14:nvContentPartPr>
              <p14:xfrm>
                <a:off x="22294560" y="8319914"/>
                <a:ext cx="1107000" cy="965160"/>
              </p14:xfrm>
            </p:contentPart>
          </mc:Choice>
          <mc:Fallback xmlns=""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6E98DDF6-9FE6-0684-4C66-3F469E6162C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2276920" y="8302274"/>
                  <a:ext cx="114264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2B3968A4-20E0-3E0B-089B-F94E6D998682}"/>
                    </a:ext>
                  </a:extLst>
                </p14:cNvPr>
                <p14:cNvContentPartPr/>
                <p14:nvPr/>
              </p14:nvContentPartPr>
              <p14:xfrm>
                <a:off x="12520200" y="15919874"/>
                <a:ext cx="531000" cy="336600"/>
              </p14:xfrm>
            </p:contentPart>
          </mc:Choice>
          <mc:Fallback xmlns=""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2B3968A4-20E0-3E0B-089B-F94E6D99868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2502200" y="15901874"/>
                  <a:ext cx="5666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223FCA7C-3ED4-BB9F-75FC-46A4677C3755}"/>
                    </a:ext>
                  </a:extLst>
                </p14:cNvPr>
                <p14:cNvContentPartPr/>
                <p14:nvPr/>
              </p14:nvContentPartPr>
              <p14:xfrm>
                <a:off x="12466560" y="15816914"/>
                <a:ext cx="611640" cy="618480"/>
              </p14:xfrm>
            </p:contentPart>
          </mc:Choice>
          <mc:Fallback xmlns=""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223FCA7C-3ED4-BB9F-75FC-46A4677C375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2448560" y="15799274"/>
                  <a:ext cx="6472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515D14B7-B11F-F21C-8CDA-55BCCDA6B7CC}"/>
                    </a:ext>
                  </a:extLst>
                </p14:cNvPr>
                <p14:cNvContentPartPr/>
                <p14:nvPr/>
              </p14:nvContentPartPr>
              <p14:xfrm>
                <a:off x="9472080" y="15849674"/>
                <a:ext cx="1487520" cy="70560"/>
              </p14:xfrm>
            </p:contentPart>
          </mc:Choice>
          <mc:Fallback xmlns=""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515D14B7-B11F-F21C-8CDA-55BCCDA6B7C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54080" y="15832034"/>
                  <a:ext cx="1523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FA1C19C4-D163-5F21-3C3B-6A122CFA391D}"/>
                    </a:ext>
                  </a:extLst>
                </p14:cNvPr>
                <p14:cNvContentPartPr/>
                <p14:nvPr/>
              </p14:nvContentPartPr>
              <p14:xfrm>
                <a:off x="10590240" y="15591554"/>
                <a:ext cx="452520" cy="597240"/>
              </p14:xfrm>
            </p:contentPart>
          </mc:Choice>
          <mc:Fallback xmlns=""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FA1C19C4-D163-5F21-3C3B-6A122CFA391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572240" y="15573554"/>
                  <a:ext cx="4881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515E0DAD-88D8-23FC-BCC1-D26044BF901B}"/>
                    </a:ext>
                  </a:extLst>
                </p14:cNvPr>
                <p14:cNvContentPartPr/>
                <p14:nvPr/>
              </p14:nvContentPartPr>
              <p14:xfrm>
                <a:off x="10245360" y="15442874"/>
                <a:ext cx="972000" cy="814680"/>
              </p14:xfrm>
            </p:contentPart>
          </mc:Choice>
          <mc:Fallback xmlns=""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515E0DAD-88D8-23FC-BCC1-D26044BF901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227360" y="15425234"/>
                  <a:ext cx="100764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80473FAE-A721-CB03-C35D-87954512011E}"/>
                    </a:ext>
                  </a:extLst>
                </p14:cNvPr>
                <p14:cNvContentPartPr/>
                <p14:nvPr/>
              </p14:nvContentPartPr>
              <p14:xfrm>
                <a:off x="16056840" y="16969634"/>
                <a:ext cx="6878520" cy="7862400"/>
              </p14:xfrm>
            </p:contentPart>
          </mc:Choice>
          <mc:Fallback xmlns=""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80473FAE-A721-CB03-C35D-87954512011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6039200" y="16951994"/>
                  <a:ext cx="6914160" cy="78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FCDE6E42-6A56-CDAD-B290-412C16EFEF20}"/>
                    </a:ext>
                  </a:extLst>
                </p14:cNvPr>
                <p14:cNvContentPartPr/>
                <p14:nvPr/>
              </p14:nvContentPartPr>
              <p14:xfrm>
                <a:off x="18579360" y="17090234"/>
                <a:ext cx="4213800" cy="1503000"/>
              </p14:xfrm>
            </p:contentPart>
          </mc:Choice>
          <mc:Fallback xmlns=""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FCDE6E42-6A56-CDAD-B290-412C16EFEF2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8561360" y="17072234"/>
                  <a:ext cx="4249440" cy="15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D482A113-B500-B7DE-71E3-7E035FF8ED99}"/>
                    </a:ext>
                  </a:extLst>
                </p14:cNvPr>
                <p14:cNvContentPartPr/>
                <p14:nvPr/>
              </p14:nvContentPartPr>
              <p14:xfrm>
                <a:off x="14125080" y="3868514"/>
                <a:ext cx="716400" cy="775440"/>
              </p14:xfrm>
            </p:contentPart>
          </mc:Choice>
          <mc:Fallback xmlns=""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D482A113-B500-B7DE-71E3-7E035FF8ED9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4107440" y="3850514"/>
                  <a:ext cx="75204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8E4BC1D2-D395-7619-053C-458776275CBB}"/>
                    </a:ext>
                  </a:extLst>
                </p14:cNvPr>
                <p14:cNvContentPartPr/>
                <p14:nvPr/>
              </p14:nvContentPartPr>
              <p14:xfrm>
                <a:off x="14656800" y="3868514"/>
                <a:ext cx="958320" cy="1156680"/>
              </p14:xfrm>
            </p:contentPart>
          </mc:Choice>
          <mc:Fallback xmlns=""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8E4BC1D2-D395-7619-053C-458776275CB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639160" y="3850514"/>
                  <a:ext cx="99396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E7836292-4CED-6302-63FC-713D95F12844}"/>
                    </a:ext>
                  </a:extLst>
                </p14:cNvPr>
                <p14:cNvContentPartPr/>
                <p14:nvPr/>
              </p14:nvContentPartPr>
              <p14:xfrm>
                <a:off x="14840760" y="4009274"/>
                <a:ext cx="1384200" cy="1557000"/>
              </p14:xfrm>
            </p:contentPart>
          </mc:Choice>
          <mc:Fallback xmlns=""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E7836292-4CED-6302-63FC-713D95F1284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4822760" y="3991274"/>
                  <a:ext cx="1419840" cy="15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CB59E839-4E93-C97E-1EF4-E938A52EECCE}"/>
                    </a:ext>
                  </a:extLst>
                </p14:cNvPr>
                <p14:cNvContentPartPr/>
                <p14:nvPr/>
              </p14:nvContentPartPr>
              <p14:xfrm>
                <a:off x="15086280" y="4173074"/>
                <a:ext cx="2076480" cy="192420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CB59E839-4E93-C97E-1EF4-E938A52EECC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5068280" y="4155434"/>
                  <a:ext cx="2112120" cy="19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1E665ED2-FF3E-521B-4B11-9B61924E5522}"/>
                    </a:ext>
                  </a:extLst>
                </p14:cNvPr>
                <p14:cNvContentPartPr/>
                <p14:nvPr/>
              </p14:nvContentPartPr>
              <p14:xfrm>
                <a:off x="15932280" y="4688954"/>
                <a:ext cx="1676160" cy="144396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1E665ED2-FF3E-521B-4B11-9B61924E552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5914280" y="4671314"/>
                  <a:ext cx="1711800" cy="14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26DCB193-BCAC-79D5-5FD0-B308FB2F36B7}"/>
                    </a:ext>
                  </a:extLst>
                </p14:cNvPr>
                <p14:cNvContentPartPr/>
                <p14:nvPr/>
              </p14:nvContentPartPr>
              <p14:xfrm>
                <a:off x="16880880" y="5368994"/>
                <a:ext cx="844560" cy="833040"/>
              </p14:xfrm>
            </p:contentPart>
          </mc:Choice>
          <mc:Fallback xmlns=""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26DCB193-BCAC-79D5-5FD0-B308FB2F36B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6863240" y="5350994"/>
                  <a:ext cx="8802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3A28034C-A914-C6B0-0693-0BBC7C5BEB33}"/>
                    </a:ext>
                  </a:extLst>
                </p14:cNvPr>
                <p14:cNvContentPartPr/>
                <p14:nvPr/>
              </p14:nvContentPartPr>
              <p14:xfrm>
                <a:off x="17129280" y="5744114"/>
                <a:ext cx="807120" cy="761760"/>
              </p14:xfrm>
            </p:contentPart>
          </mc:Choice>
          <mc:Fallback xmlns=""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3A28034C-A914-C6B0-0693-0BBC7C5BEB3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111640" y="5726474"/>
                  <a:ext cx="84276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4065E9F1-80C0-01CF-84CC-C47C20361203}"/>
                    </a:ext>
                  </a:extLst>
                </p14:cNvPr>
                <p14:cNvContentPartPr/>
                <p14:nvPr/>
              </p14:nvContentPartPr>
              <p14:xfrm>
                <a:off x="17438160" y="6166034"/>
                <a:ext cx="451440" cy="436680"/>
              </p14:xfrm>
            </p:contentPart>
          </mc:Choice>
          <mc:Fallback xmlns=""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4065E9F1-80C0-01CF-84CC-C47C2036120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7420160" y="6148394"/>
                  <a:ext cx="4870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FA6836A3-8586-D4EB-DCA7-130E549BB217}"/>
                    </a:ext>
                  </a:extLst>
                </p14:cNvPr>
                <p14:cNvContentPartPr/>
                <p14:nvPr/>
              </p14:nvContentPartPr>
              <p14:xfrm>
                <a:off x="17936040" y="5697314"/>
                <a:ext cx="978120" cy="835200"/>
              </p14:xfrm>
            </p:contentPart>
          </mc:Choice>
          <mc:Fallback xmlns=""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FA6836A3-8586-D4EB-DCA7-130E549BB21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7918400" y="5679314"/>
                  <a:ext cx="101376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04958B52-4BEC-CD05-035A-1E416D579C31}"/>
                    </a:ext>
                  </a:extLst>
                </p14:cNvPr>
                <p14:cNvContentPartPr/>
                <p14:nvPr/>
              </p14:nvContentPartPr>
              <p14:xfrm>
                <a:off x="18494400" y="6316154"/>
                <a:ext cx="336240" cy="361440"/>
              </p14:xfrm>
            </p:contentPart>
          </mc:Choice>
          <mc:Fallback xmlns=""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04958B52-4BEC-CD05-035A-1E416D579C3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8476760" y="6298514"/>
                  <a:ext cx="3718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21B08982-74D4-F07C-312D-EE6D79B3FEE3}"/>
                    </a:ext>
                  </a:extLst>
                </p14:cNvPr>
                <p14:cNvContentPartPr/>
                <p14:nvPr/>
              </p14:nvContentPartPr>
              <p14:xfrm>
                <a:off x="18382440" y="6256034"/>
                <a:ext cx="669600" cy="464400"/>
              </p14:xfrm>
            </p:contentPart>
          </mc:Choice>
          <mc:Fallback xmlns=""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21B08982-74D4-F07C-312D-EE6D79B3FEE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8364800" y="6238034"/>
                  <a:ext cx="7052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E3390F7C-3479-3301-AA68-A1B9B09ABD7A}"/>
                    </a:ext>
                  </a:extLst>
                </p14:cNvPr>
                <p14:cNvContentPartPr/>
                <p14:nvPr/>
              </p14:nvContentPartPr>
              <p14:xfrm>
                <a:off x="14151360" y="4290434"/>
                <a:ext cx="1440720" cy="130680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E3390F7C-3479-3301-AA68-A1B9B09ABD7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4133360" y="4272794"/>
                  <a:ext cx="1476360" cy="13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F042AEAA-66A5-C821-9129-AAE469B6984F}"/>
                    </a:ext>
                  </a:extLst>
                </p14:cNvPr>
                <p14:cNvContentPartPr/>
                <p14:nvPr/>
              </p14:nvContentPartPr>
              <p14:xfrm>
                <a:off x="15114720" y="4571954"/>
                <a:ext cx="570960" cy="839520"/>
              </p14:xfrm>
            </p:contentPart>
          </mc:Choice>
          <mc:Fallback xmlns=""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F042AEAA-66A5-C821-9129-AAE469B6984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5096720" y="4553954"/>
                  <a:ext cx="60660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6C566289-39CB-CA5F-4C02-D7CE82E5FB6A}"/>
                    </a:ext>
                  </a:extLst>
                </p14:cNvPr>
                <p14:cNvContentPartPr/>
                <p14:nvPr/>
              </p14:nvContentPartPr>
              <p14:xfrm>
                <a:off x="15152880" y="4360634"/>
                <a:ext cx="1189080" cy="1238400"/>
              </p14:xfrm>
            </p:contentPart>
          </mc:Choice>
          <mc:Fallback xmlns=""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6C566289-39CB-CA5F-4C02-D7CE82E5FB6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5135240" y="4342994"/>
                  <a:ext cx="1224720" cy="12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D560BBF9-689D-B87D-2327-83F7B90996C7}"/>
                    </a:ext>
                  </a:extLst>
                </p14:cNvPr>
                <p14:cNvContentPartPr/>
                <p14:nvPr/>
              </p14:nvContentPartPr>
              <p14:xfrm>
                <a:off x="15512880" y="4642154"/>
                <a:ext cx="1063800" cy="1127160"/>
              </p14:xfrm>
            </p:contentPart>
          </mc:Choice>
          <mc:Fallback xmlns=""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D560BBF9-689D-B87D-2327-83F7B90996C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5495240" y="4624514"/>
                  <a:ext cx="1099440" cy="11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BC19C11B-4EB6-F69B-1AA3-DF55FA3529DC}"/>
                    </a:ext>
                  </a:extLst>
                </p14:cNvPr>
                <p14:cNvContentPartPr/>
                <p14:nvPr/>
              </p14:nvContentPartPr>
              <p14:xfrm>
                <a:off x="16053600" y="4759514"/>
                <a:ext cx="992160" cy="91512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BC19C11B-4EB6-F69B-1AA3-DF55FA3529D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6035600" y="4741514"/>
                  <a:ext cx="102780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E57521C5-FB4D-529A-240F-6936CA48A982}"/>
                    </a:ext>
                  </a:extLst>
                </p14:cNvPr>
                <p14:cNvContentPartPr/>
                <p14:nvPr/>
              </p14:nvContentPartPr>
              <p14:xfrm>
                <a:off x="16532760" y="4736114"/>
                <a:ext cx="1122120" cy="1338840"/>
              </p14:xfrm>
            </p:contentPart>
          </mc:Choice>
          <mc:Fallback xmlns=""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E57521C5-FB4D-529A-240F-6936CA48A98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6515120" y="4718114"/>
                  <a:ext cx="1157760" cy="13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D4BACB5B-FDCE-E947-A332-BB33DE0DC16A}"/>
                    </a:ext>
                  </a:extLst>
                </p14:cNvPr>
                <p14:cNvContentPartPr/>
                <p14:nvPr/>
              </p14:nvContentPartPr>
              <p14:xfrm>
                <a:off x="17294520" y="5017274"/>
                <a:ext cx="595080" cy="888480"/>
              </p14:xfrm>
            </p:contentPart>
          </mc:Choice>
          <mc:Fallback xmlns=""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D4BACB5B-FDCE-E947-A332-BB33DE0DC16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7276880" y="4999634"/>
                  <a:ext cx="63072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FEA2DD3D-833E-23A0-1343-4CAB89631896}"/>
                    </a:ext>
                  </a:extLst>
                </p14:cNvPr>
                <p14:cNvContentPartPr/>
                <p14:nvPr/>
              </p14:nvContentPartPr>
              <p14:xfrm>
                <a:off x="17577120" y="5275034"/>
                <a:ext cx="593640" cy="51624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FEA2DD3D-833E-23A0-1343-4CAB8963189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7559480" y="5257394"/>
                  <a:ext cx="6292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B5567402-8FA0-D5B2-9D31-5B28D7CE999C}"/>
                    </a:ext>
                  </a:extLst>
                </p14:cNvPr>
                <p14:cNvContentPartPr/>
                <p14:nvPr/>
              </p14:nvContentPartPr>
              <p14:xfrm>
                <a:off x="16375800" y="5368994"/>
                <a:ext cx="1420200" cy="90972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B5567402-8FA0-D5B2-9D31-5B28D7CE999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6357800" y="5350994"/>
                  <a:ext cx="145584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9509153B-BF0E-E54A-4C11-E0EF31E4E039}"/>
                    </a:ext>
                  </a:extLst>
                </p14:cNvPr>
                <p14:cNvContentPartPr/>
                <p14:nvPr/>
              </p14:nvContentPartPr>
              <p14:xfrm>
                <a:off x="17209200" y="2723714"/>
                <a:ext cx="4053960" cy="203580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9509153B-BF0E-E54A-4C11-E0EF31E4E03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7191560" y="2706074"/>
                  <a:ext cx="4089600" cy="20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DAE9C170-583D-40F0-A09C-3ECC6BEB0813}"/>
                    </a:ext>
                  </a:extLst>
                </p14:cNvPr>
                <p14:cNvContentPartPr/>
                <p14:nvPr/>
              </p14:nvContentPartPr>
              <p14:xfrm>
                <a:off x="20796600" y="2555594"/>
                <a:ext cx="608040" cy="51372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DAE9C170-583D-40F0-A09C-3ECC6BEB081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778600" y="2537594"/>
                  <a:ext cx="64368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599BA6B1-A916-BB49-3A8E-ED6726DD8761}"/>
                    </a:ext>
                  </a:extLst>
                </p14:cNvPr>
                <p14:cNvContentPartPr/>
                <p14:nvPr/>
              </p14:nvContentPartPr>
              <p14:xfrm>
                <a:off x="21979920" y="2438234"/>
                <a:ext cx="488520" cy="164160"/>
              </p14:xfrm>
            </p:contentPart>
          </mc:Choice>
          <mc:Fallback xmlns=""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599BA6B1-A916-BB49-3A8E-ED6726DD876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1961920" y="2420234"/>
                  <a:ext cx="524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E8FDE99F-16B0-8D31-D5D9-320E6CFBC9DC}"/>
                    </a:ext>
                  </a:extLst>
                </p14:cNvPr>
                <p14:cNvContentPartPr/>
                <p14:nvPr/>
              </p14:nvContentPartPr>
              <p14:xfrm>
                <a:off x="22508040" y="2578994"/>
                <a:ext cx="65880" cy="59760"/>
              </p14:xfrm>
            </p:contentPart>
          </mc:Choice>
          <mc:Fallback xmlns=""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E8FDE99F-16B0-8D31-D5D9-320E6CFBC9D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2490400" y="2560994"/>
                  <a:ext cx="101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292B0BC9-4FF8-D33B-069E-BAE4CF137FB1}"/>
                    </a:ext>
                  </a:extLst>
                </p14:cNvPr>
                <p14:cNvContentPartPr/>
                <p14:nvPr/>
              </p14:nvContentPartPr>
              <p14:xfrm>
                <a:off x="22414440" y="2438234"/>
                <a:ext cx="191520" cy="36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292B0BC9-4FF8-D33B-069E-BAE4CF137FB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396440" y="2420234"/>
                  <a:ext cx="227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F8A71460-509B-E321-FCFE-C8B1F3FA86E0}"/>
                    </a:ext>
                  </a:extLst>
                </p14:cNvPr>
                <p14:cNvContentPartPr/>
                <p14:nvPr/>
              </p14:nvContentPartPr>
              <p14:xfrm>
                <a:off x="22084320" y="2672594"/>
                <a:ext cx="551160" cy="14616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F8A71460-509B-E321-FCFE-C8B1F3FA86E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2066320" y="2654954"/>
                  <a:ext cx="586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91088A36-9DC2-E472-ABE5-78DDDEA29B3A}"/>
                    </a:ext>
                  </a:extLst>
                </p14:cNvPr>
                <p14:cNvContentPartPr/>
                <p14:nvPr/>
              </p14:nvContentPartPr>
              <p14:xfrm>
                <a:off x="22848960" y="2485034"/>
                <a:ext cx="171720" cy="267480"/>
              </p14:xfrm>
            </p:contentPart>
          </mc:Choice>
          <mc:Fallback xmlns=""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91088A36-9DC2-E472-ABE5-78DDDEA29B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2830960" y="2467394"/>
                  <a:ext cx="207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83EBE21A-255D-FE87-B2A6-94B803545790}"/>
                    </a:ext>
                  </a:extLst>
                </p14:cNvPr>
                <p14:cNvContentPartPr/>
                <p14:nvPr/>
              </p14:nvContentPartPr>
              <p14:xfrm>
                <a:off x="23328120" y="2297474"/>
                <a:ext cx="45720" cy="715680"/>
              </p14:xfrm>
            </p:contentPart>
          </mc:Choice>
          <mc:Fallback xmlns=""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83EBE21A-255D-FE87-B2A6-94B80354579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310480" y="2279834"/>
                  <a:ext cx="8136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036FC39C-93C4-6A48-3A5A-03A77B267B58}"/>
                    </a:ext>
                  </a:extLst>
                </p14:cNvPr>
                <p14:cNvContentPartPr/>
                <p14:nvPr/>
              </p14:nvContentPartPr>
              <p14:xfrm>
                <a:off x="23516400" y="2437514"/>
                <a:ext cx="137520" cy="24480"/>
              </p14:xfrm>
            </p:contentPart>
          </mc:Choice>
          <mc:Fallback xmlns=""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036FC39C-93C4-6A48-3A5A-03A77B267B5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498400" y="2419874"/>
                  <a:ext cx="173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EAB2F3ED-190F-78ED-6640-786DD92E0A07}"/>
                    </a:ext>
                  </a:extLst>
                </p14:cNvPr>
                <p14:cNvContentPartPr/>
                <p14:nvPr/>
              </p14:nvContentPartPr>
              <p14:xfrm>
                <a:off x="23397600" y="2555594"/>
                <a:ext cx="249840" cy="237600"/>
              </p14:xfrm>
            </p:contentPart>
          </mc:Choice>
          <mc:Fallback xmlns=""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EAB2F3ED-190F-78ED-6640-786DD92E0A0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3379600" y="2537594"/>
                  <a:ext cx="285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E592B02B-7CF1-2293-B832-CA44ABFBC1C6}"/>
                    </a:ext>
                  </a:extLst>
                </p14:cNvPr>
                <p14:cNvContentPartPr/>
                <p14:nvPr/>
              </p14:nvContentPartPr>
              <p14:xfrm>
                <a:off x="23657160" y="2344274"/>
                <a:ext cx="554040" cy="780840"/>
              </p14:xfrm>
            </p:contentPart>
          </mc:Choice>
          <mc:Fallback xmlns=""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E592B02B-7CF1-2293-B832-CA44ABFBC1C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3639520" y="2326634"/>
                  <a:ext cx="58968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7F5841DD-C862-D05A-EB4F-0AB97AA6EC88}"/>
                    </a:ext>
                  </a:extLst>
                </p14:cNvPr>
                <p14:cNvContentPartPr/>
                <p14:nvPr/>
              </p14:nvContentPartPr>
              <p14:xfrm>
                <a:off x="24327480" y="3000914"/>
                <a:ext cx="9720" cy="145800"/>
              </p14:xfrm>
            </p:contentPart>
          </mc:Choice>
          <mc:Fallback xmlns=""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7F5841DD-C862-D05A-EB4F-0AB97AA6EC8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4309840" y="2983274"/>
                  <a:ext cx="4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0C2D481C-AD45-DD10-11ED-3D4D9E78F752}"/>
                    </a:ext>
                  </a:extLst>
                </p14:cNvPr>
                <p14:cNvContentPartPr/>
                <p14:nvPr/>
              </p14:nvContentPartPr>
              <p14:xfrm>
                <a:off x="21875160" y="3098834"/>
                <a:ext cx="2106360" cy="211320"/>
              </p14:xfrm>
            </p:contentPart>
          </mc:Choice>
          <mc:Fallback xmlns=""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0C2D481C-AD45-DD10-11ED-3D4D9E78F75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1857160" y="3081194"/>
                  <a:ext cx="2142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D3C532BB-9A53-3E1D-1D15-CE8DB8F84C96}"/>
                    </a:ext>
                  </a:extLst>
                </p14:cNvPr>
                <p14:cNvContentPartPr/>
                <p14:nvPr/>
              </p14:nvContentPartPr>
              <p14:xfrm>
                <a:off x="22150560" y="2109914"/>
                <a:ext cx="1342800" cy="925560"/>
              </p14:xfrm>
            </p:contentPart>
          </mc:Choice>
          <mc:Fallback xmlns=""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D3C532BB-9A53-3E1D-1D15-CE8DB8F84C9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132920" y="2092274"/>
                  <a:ext cx="137844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FCB75DEF-AFFF-36AE-387F-E8BF08B239EF}"/>
                    </a:ext>
                  </a:extLst>
                </p14:cNvPr>
                <p14:cNvContentPartPr/>
                <p14:nvPr/>
              </p14:nvContentPartPr>
              <p14:xfrm>
                <a:off x="21898560" y="2180474"/>
                <a:ext cx="2148840" cy="1385280"/>
              </p14:xfrm>
            </p:contentPart>
          </mc:Choice>
          <mc:Fallback xmlns=""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FCB75DEF-AFFF-36AE-387F-E8BF08B239E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1880560" y="2162474"/>
                  <a:ext cx="2184480" cy="14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85A40A09-4B7E-1441-8FDB-EF690E35DABA}"/>
                    </a:ext>
                  </a:extLst>
                </p14:cNvPr>
                <p14:cNvContentPartPr/>
                <p14:nvPr/>
              </p14:nvContentPartPr>
              <p14:xfrm>
                <a:off x="22602360" y="2977514"/>
                <a:ext cx="398520" cy="392400"/>
              </p14:xfrm>
            </p:contentPart>
          </mc:Choice>
          <mc:Fallback xmlns=""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85A40A09-4B7E-1441-8FDB-EF690E35DAB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2584360" y="2959514"/>
                  <a:ext cx="4341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60C24196-7246-6FFA-9828-3B5C70386426}"/>
                    </a:ext>
                  </a:extLst>
                </p14:cNvPr>
                <p14:cNvContentPartPr/>
                <p14:nvPr/>
              </p14:nvContentPartPr>
              <p14:xfrm>
                <a:off x="22789560" y="3235274"/>
                <a:ext cx="1007280" cy="531720"/>
              </p14:xfrm>
            </p:contentPart>
          </mc:Choice>
          <mc:Fallback xmlns=""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60C24196-7246-6FFA-9828-3B5C7038642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2771560" y="3217634"/>
                  <a:ext cx="10429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03FDB1B7-114B-9517-0C35-94F9E6D5D41E}"/>
                    </a:ext>
                  </a:extLst>
                </p14:cNvPr>
                <p14:cNvContentPartPr/>
                <p14:nvPr/>
              </p14:nvContentPartPr>
              <p14:xfrm>
                <a:off x="22406520" y="2719754"/>
                <a:ext cx="828720" cy="252720"/>
              </p14:xfrm>
            </p:contentPart>
          </mc:Choice>
          <mc:Fallback xmlns=""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03FDB1B7-114B-9517-0C35-94F9E6D5D41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2388880" y="2701754"/>
                  <a:ext cx="8643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DA9131CD-5756-BC46-76AF-E9B29EF04FE5}"/>
                    </a:ext>
                  </a:extLst>
                </p14:cNvPr>
                <p14:cNvContentPartPr/>
                <p14:nvPr/>
              </p14:nvContentPartPr>
              <p14:xfrm>
                <a:off x="22128600" y="2602394"/>
                <a:ext cx="754920" cy="362160"/>
              </p14:xfrm>
            </p:contentPart>
          </mc:Choice>
          <mc:Fallback xmlns=""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DA9131CD-5756-BC46-76AF-E9B29EF04FE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2110960" y="2584394"/>
                  <a:ext cx="7905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4C907B2A-6C99-682A-6E45-5E027CFB1333}"/>
                    </a:ext>
                  </a:extLst>
                </p14:cNvPr>
                <p14:cNvContentPartPr/>
                <p14:nvPr/>
              </p14:nvContentPartPr>
              <p14:xfrm>
                <a:off x="22109520" y="2391434"/>
                <a:ext cx="2501640" cy="555840"/>
              </p14:xfrm>
            </p:contentPart>
          </mc:Choice>
          <mc:Fallback xmlns=""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4C907B2A-6C99-682A-6E45-5E027CFB133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2091880" y="2373434"/>
                  <a:ext cx="253728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2DBE289E-12E5-EE46-023D-906E0345127E}"/>
                    </a:ext>
                  </a:extLst>
                </p14:cNvPr>
                <p14:cNvContentPartPr/>
                <p14:nvPr/>
              </p14:nvContentPartPr>
              <p14:xfrm>
                <a:off x="22372320" y="2743154"/>
                <a:ext cx="1566360" cy="429840"/>
              </p14:xfrm>
            </p:contentPart>
          </mc:Choice>
          <mc:Fallback xmlns=""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2DBE289E-12E5-EE46-023D-906E0345127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2354320" y="2725154"/>
                  <a:ext cx="16020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529210DD-8754-87D6-BADE-C5AA1D4E025D}"/>
                    </a:ext>
                  </a:extLst>
                </p14:cNvPr>
                <p14:cNvContentPartPr/>
                <p14:nvPr/>
              </p14:nvContentPartPr>
              <p14:xfrm>
                <a:off x="22859760" y="2649194"/>
                <a:ext cx="1200960" cy="580680"/>
              </p14:xfrm>
            </p:contentPart>
          </mc:Choice>
          <mc:Fallback xmlns=""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529210DD-8754-87D6-BADE-C5AA1D4E025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2842120" y="2631554"/>
                  <a:ext cx="12366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2C1DCE73-3238-20F7-C4BC-34A5F72C0D9D}"/>
                    </a:ext>
                  </a:extLst>
                </p14:cNvPr>
                <p14:cNvContentPartPr/>
                <p14:nvPr/>
              </p14:nvContentPartPr>
              <p14:xfrm>
                <a:off x="22472040" y="2789954"/>
                <a:ext cx="1114920" cy="823320"/>
              </p14:xfrm>
            </p:contentPart>
          </mc:Choice>
          <mc:Fallback xmlns=""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2C1DCE73-3238-20F7-C4BC-34A5F72C0D9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2454040" y="2771954"/>
                  <a:ext cx="115056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6ADA1F8D-8366-D20E-DC28-664A2F6E32B7}"/>
                    </a:ext>
                  </a:extLst>
                </p14:cNvPr>
                <p14:cNvContentPartPr/>
                <p14:nvPr/>
              </p14:nvContentPartPr>
              <p14:xfrm>
                <a:off x="20888400" y="10386314"/>
                <a:ext cx="48960" cy="2055960"/>
              </p14:xfrm>
            </p:contentPart>
          </mc:Choice>
          <mc:Fallback xmlns=""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6ADA1F8D-8366-D20E-DC28-664A2F6E32B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0870760" y="10368674"/>
                  <a:ext cx="84600" cy="20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3C30A465-33BB-41F9-8113-B620ECCB7044}"/>
                    </a:ext>
                  </a:extLst>
                </p14:cNvPr>
                <p14:cNvContentPartPr/>
                <p14:nvPr/>
              </p14:nvContentPartPr>
              <p14:xfrm>
                <a:off x="20937360" y="10386314"/>
                <a:ext cx="794160" cy="656640"/>
              </p14:xfrm>
            </p:contentPart>
          </mc:Choice>
          <mc:Fallback xmlns=""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3C30A465-33BB-41F9-8113-B620ECCB704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919360" y="10368674"/>
                  <a:ext cx="82980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0EBB8FCD-25A1-270B-13DC-CD64963577A4}"/>
                    </a:ext>
                  </a:extLst>
                </p14:cNvPr>
                <p14:cNvContentPartPr/>
                <p14:nvPr/>
              </p14:nvContentPartPr>
              <p14:xfrm>
                <a:off x="21043200" y="11066354"/>
                <a:ext cx="692640" cy="1356840"/>
              </p14:xfrm>
            </p:contentPart>
          </mc:Choice>
          <mc:Fallback xmlns=""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0EBB8FCD-25A1-270B-13DC-CD64963577A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1025200" y="11048714"/>
                  <a:ext cx="728280" cy="13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757644A8-7BF7-51B2-4AA4-A78A622ED814}"/>
                    </a:ext>
                  </a:extLst>
                </p14:cNvPr>
                <p14:cNvContentPartPr/>
                <p14:nvPr/>
              </p14:nvContentPartPr>
              <p14:xfrm>
                <a:off x="21502920" y="15450794"/>
                <a:ext cx="256320" cy="1070640"/>
              </p14:xfrm>
            </p:contentPart>
          </mc:Choice>
          <mc:Fallback xmlns=""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757644A8-7BF7-51B2-4AA4-A78A622ED81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1484920" y="15433154"/>
                  <a:ext cx="291960" cy="11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D507213-AA6A-7F74-849E-E30789D999A8}"/>
                    </a:ext>
                  </a:extLst>
                </p14:cNvPr>
                <p14:cNvContentPartPr/>
                <p14:nvPr/>
              </p14:nvContentPartPr>
              <p14:xfrm>
                <a:off x="21311760" y="16177634"/>
                <a:ext cx="903240" cy="168480"/>
              </p14:xfrm>
            </p:contentPart>
          </mc:Choice>
          <mc:Fallback xmlns=""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D507213-AA6A-7F74-849E-E30789D999A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1294120" y="16159994"/>
                  <a:ext cx="938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25EC7C96-EF59-B337-7ED9-324BCFE118E3}"/>
                    </a:ext>
                  </a:extLst>
                </p14:cNvPr>
                <p14:cNvContentPartPr/>
                <p14:nvPr/>
              </p14:nvContentPartPr>
              <p14:xfrm>
                <a:off x="13973880" y="17023994"/>
                <a:ext cx="1315800" cy="306000"/>
              </p14:xfrm>
            </p:contentPart>
          </mc:Choice>
          <mc:Fallback xmlns=""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25EC7C96-EF59-B337-7ED9-324BCFE118E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3955880" y="17005994"/>
                  <a:ext cx="1351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228D2DA5-B799-48E1-F2AB-14AC4FDADB5E}"/>
                    </a:ext>
                  </a:extLst>
                </p14:cNvPr>
                <p14:cNvContentPartPr/>
                <p14:nvPr/>
              </p14:nvContentPartPr>
              <p14:xfrm>
                <a:off x="14841840" y="17138834"/>
                <a:ext cx="454320" cy="358560"/>
              </p14:xfrm>
            </p:contentPart>
          </mc:Choice>
          <mc:Fallback xmlns=""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228D2DA5-B799-48E1-F2AB-14AC4FDADB5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4824200" y="17121194"/>
                  <a:ext cx="4899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A296BA2C-071A-3DD2-E1BB-A2D7C71E3E5E}"/>
                    </a:ext>
                  </a:extLst>
                </p14:cNvPr>
                <p14:cNvContentPartPr/>
                <p14:nvPr/>
              </p14:nvContentPartPr>
              <p14:xfrm>
                <a:off x="15169440" y="15333434"/>
                <a:ext cx="360" cy="360"/>
              </p14:xfrm>
            </p:contentPart>
          </mc:Choice>
          <mc:Fallback xmlns=""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A296BA2C-071A-3DD2-E1BB-A2D7C71E3E5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5151800" y="153157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3FE3455A-104C-FA9B-1B35-B8792AFE0875}"/>
                    </a:ext>
                  </a:extLst>
                </p14:cNvPr>
                <p14:cNvContentPartPr/>
                <p14:nvPr/>
              </p14:nvContentPartPr>
              <p14:xfrm>
                <a:off x="14612520" y="15145874"/>
                <a:ext cx="351360" cy="500760"/>
              </p14:xfrm>
            </p:contentPart>
          </mc:Choice>
          <mc:Fallback xmlns=""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3FE3455A-104C-FA9B-1B35-B8792AFE087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594880" y="15128234"/>
                  <a:ext cx="38700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B16B8FF9-69D2-2001-6D06-91AF983633A5}"/>
                    </a:ext>
                  </a:extLst>
                </p14:cNvPr>
                <p14:cNvContentPartPr/>
                <p14:nvPr/>
              </p14:nvContentPartPr>
              <p14:xfrm>
                <a:off x="14510280" y="15145154"/>
                <a:ext cx="2315160" cy="450720"/>
              </p14:xfrm>
            </p:contentPart>
          </mc:Choice>
          <mc:Fallback xmlns=""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B16B8FF9-69D2-2001-6D06-91AF983633A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4492640" y="15127154"/>
                  <a:ext cx="23508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4739F409-9EFD-1A51-C759-DC37CD8F3D45}"/>
                    </a:ext>
                  </a:extLst>
                </p14:cNvPr>
                <p14:cNvContentPartPr/>
                <p14:nvPr/>
              </p14:nvContentPartPr>
              <p14:xfrm>
                <a:off x="14522880" y="15145874"/>
                <a:ext cx="1130040" cy="633600"/>
              </p14:xfrm>
            </p:contentPart>
          </mc:Choice>
          <mc:Fallback xmlns=""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4739F409-9EFD-1A51-C759-DC37CD8F3D4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4505240" y="15128234"/>
                  <a:ext cx="116568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9026F05C-812B-AE2F-0130-C588B5327282}"/>
                    </a:ext>
                  </a:extLst>
                </p14:cNvPr>
                <p14:cNvContentPartPr/>
                <p14:nvPr/>
              </p14:nvContentPartPr>
              <p14:xfrm>
                <a:off x="14846520" y="15261794"/>
                <a:ext cx="487440" cy="494280"/>
              </p14:xfrm>
            </p:contentPart>
          </mc:Choice>
          <mc:Fallback xmlns=""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9026F05C-812B-AE2F-0130-C588B532728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4828880" y="15244154"/>
                  <a:ext cx="523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E0AF185B-B845-A1B9-97BB-3D2634BAAB8B}"/>
                    </a:ext>
                  </a:extLst>
                </p14:cNvPr>
                <p14:cNvContentPartPr/>
                <p14:nvPr/>
              </p14:nvContentPartPr>
              <p14:xfrm>
                <a:off x="21230760" y="7123274"/>
                <a:ext cx="2311200" cy="11657160"/>
              </p14:xfrm>
            </p:contentPart>
          </mc:Choice>
          <mc:Fallback xmlns=""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E0AF185B-B845-A1B9-97BB-3D2634BAAB8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1212760" y="7105634"/>
                  <a:ext cx="2346840" cy="116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0FD0C068-11B0-46E4-570A-6BC2194F1FDE}"/>
                    </a:ext>
                  </a:extLst>
                </p14:cNvPr>
                <p14:cNvContentPartPr/>
                <p14:nvPr/>
              </p14:nvContentPartPr>
              <p14:xfrm>
                <a:off x="4326240" y="9649034"/>
                <a:ext cx="4690080" cy="2804040"/>
              </p14:xfrm>
            </p:contentPart>
          </mc:Choice>
          <mc:Fallback xmlns=""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0FD0C068-11B0-46E4-570A-6BC2194F1FD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308240" y="9631394"/>
                  <a:ext cx="4725720" cy="28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EBB0AF29-D8DB-06AC-0828-537591D73C34}"/>
                    </a:ext>
                  </a:extLst>
                </p14:cNvPr>
                <p14:cNvContentPartPr/>
                <p14:nvPr/>
              </p14:nvContentPartPr>
              <p14:xfrm>
                <a:off x="10554600" y="7253954"/>
                <a:ext cx="3563640" cy="3742560"/>
              </p14:xfrm>
            </p:contentPart>
          </mc:Choice>
          <mc:Fallback xmlns=""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EBB0AF29-D8DB-06AC-0828-537591D73C3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536600" y="7236314"/>
                  <a:ext cx="3599280" cy="37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E2E79CF4-C9AD-A0A4-99EC-2FFADC779C1E}"/>
                    </a:ext>
                  </a:extLst>
                </p14:cNvPr>
                <p14:cNvContentPartPr/>
                <p14:nvPr/>
              </p14:nvContentPartPr>
              <p14:xfrm>
                <a:off x="19224120" y="4753034"/>
                <a:ext cx="3819600" cy="5634000"/>
              </p14:xfrm>
            </p:contentPart>
          </mc:Choice>
          <mc:Fallback xmlns=""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E2E79CF4-C9AD-A0A4-99EC-2FFADC779C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9206480" y="4735394"/>
                  <a:ext cx="3855240" cy="56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3E1CE8CD-C906-48A7-EBC7-10CD1A9D1088}"/>
                    </a:ext>
                  </a:extLst>
                </p14:cNvPr>
                <p14:cNvContentPartPr/>
                <p14:nvPr/>
              </p14:nvContentPartPr>
              <p14:xfrm>
                <a:off x="13340640" y="9753434"/>
                <a:ext cx="1245600" cy="235800"/>
              </p14:xfrm>
            </p:contentPart>
          </mc:Choice>
          <mc:Fallback xmlns=""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3E1CE8CD-C906-48A7-EBC7-10CD1A9D108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3323000" y="9735434"/>
                  <a:ext cx="1281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03F1D536-C636-090D-AAE1-72363C78BC41}"/>
                    </a:ext>
                  </a:extLst>
                </p14:cNvPr>
                <p14:cNvContentPartPr/>
                <p14:nvPr/>
              </p14:nvContentPartPr>
              <p14:xfrm>
                <a:off x="14265840" y="9683234"/>
                <a:ext cx="348480" cy="564120"/>
              </p14:xfrm>
            </p:contentPart>
          </mc:Choice>
          <mc:Fallback xmlns=""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03F1D536-C636-090D-AAE1-72363C78BC4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4247840" y="9665234"/>
                  <a:ext cx="3841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9E1AFDDD-D1BA-89D7-07F6-1236894B59D8}"/>
                    </a:ext>
                  </a:extLst>
                </p14:cNvPr>
                <p14:cNvContentPartPr/>
                <p14:nvPr/>
              </p14:nvContentPartPr>
              <p14:xfrm>
                <a:off x="14935080" y="9589274"/>
                <a:ext cx="404280" cy="18720"/>
              </p14:xfrm>
            </p:contentPart>
          </mc:Choice>
          <mc:Fallback xmlns=""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9E1AFDDD-D1BA-89D7-07F6-1236894B59D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4917080" y="9571634"/>
                  <a:ext cx="43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271AB483-4716-6BB8-CC0F-3819CA34C964}"/>
                    </a:ext>
                  </a:extLst>
                </p14:cNvPr>
                <p14:cNvContentPartPr/>
                <p14:nvPr/>
              </p14:nvContentPartPr>
              <p14:xfrm>
                <a:off x="15191400" y="9260954"/>
                <a:ext cx="224280" cy="736920"/>
              </p14:xfrm>
            </p:contentPart>
          </mc:Choice>
          <mc:Fallback xmlns=""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271AB483-4716-6BB8-CC0F-3819CA34C96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5173760" y="9243314"/>
                  <a:ext cx="25992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AF11AA5D-0602-09F4-5549-1B3CE6DFDA58}"/>
                    </a:ext>
                  </a:extLst>
                </p14:cNvPr>
                <p14:cNvContentPartPr/>
                <p14:nvPr/>
              </p14:nvContentPartPr>
              <p14:xfrm>
                <a:off x="15294360" y="9167354"/>
                <a:ext cx="420480" cy="745920"/>
              </p14:xfrm>
            </p:contentPart>
          </mc:Choice>
          <mc:Fallback xmlns=""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AF11AA5D-0602-09F4-5549-1B3CE6DFDA5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5276360" y="9149354"/>
                  <a:ext cx="4561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0F134678-FA41-5209-5438-AB8EEFE0828E}"/>
                    </a:ext>
                  </a:extLst>
                </p14:cNvPr>
                <p14:cNvContentPartPr/>
                <p14:nvPr/>
              </p14:nvContentPartPr>
              <p14:xfrm>
                <a:off x="15896280" y="9565874"/>
                <a:ext cx="275400" cy="360"/>
              </p14:xfrm>
            </p:contentPart>
          </mc:Choice>
          <mc:Fallback xmlns=""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0F134678-FA41-5209-5438-AB8EEFE082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5878640" y="9547874"/>
                  <a:ext cx="31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A6407A76-3BF5-A2CC-1C5B-BC60D66C5138}"/>
                    </a:ext>
                  </a:extLst>
                </p14:cNvPr>
                <p14:cNvContentPartPr/>
                <p14:nvPr/>
              </p14:nvContentPartPr>
              <p14:xfrm>
                <a:off x="15943080" y="9354914"/>
                <a:ext cx="290520" cy="302760"/>
              </p14:xfrm>
            </p:contentPart>
          </mc:Choice>
          <mc:Fallback xmlns=""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A6407A76-3BF5-A2CC-1C5B-BC60D66C513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5925440" y="9336914"/>
                  <a:ext cx="326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5B24811D-8CCC-5975-E388-1CF0326DCEBB}"/>
                    </a:ext>
                  </a:extLst>
                </p14:cNvPr>
                <p14:cNvContentPartPr/>
                <p14:nvPr/>
              </p14:nvContentPartPr>
              <p14:xfrm>
                <a:off x="16669920" y="9354914"/>
                <a:ext cx="163440" cy="168840"/>
              </p14:xfrm>
            </p:contentPart>
          </mc:Choice>
          <mc:Fallback xmlns=""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5B24811D-8CCC-5975-E388-1CF0326DCEB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652280" y="9336914"/>
                  <a:ext cx="199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A215F9A0-D2D1-A685-DB86-4CA8E312F16F}"/>
                    </a:ext>
                  </a:extLst>
                </p14:cNvPr>
                <p14:cNvContentPartPr/>
                <p14:nvPr/>
              </p14:nvContentPartPr>
              <p14:xfrm>
                <a:off x="16529520" y="9284354"/>
                <a:ext cx="391680" cy="360"/>
              </p14:xfrm>
            </p:contentPart>
          </mc:Choice>
          <mc:Fallback xmlns=""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A215F9A0-D2D1-A685-DB86-4CA8E312F16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6511520" y="9266714"/>
                  <a:ext cx="42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8737ECD2-CEF1-CEB0-2100-DB2719A87A37}"/>
                    </a:ext>
                  </a:extLst>
                </p14:cNvPr>
                <p14:cNvContentPartPr/>
                <p14:nvPr/>
              </p14:nvContentPartPr>
              <p14:xfrm>
                <a:off x="16809240" y="9284354"/>
                <a:ext cx="48960" cy="421560"/>
              </p14:xfrm>
            </p:contentPart>
          </mc:Choice>
          <mc:Fallback xmlns=""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8737ECD2-CEF1-CEB0-2100-DB2719A87A3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6791240" y="9266714"/>
                  <a:ext cx="84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5CC97BA8-C1BC-2333-E24A-FDCD0B75C026}"/>
                    </a:ext>
                  </a:extLst>
                </p14:cNvPr>
                <p14:cNvContentPartPr/>
                <p14:nvPr/>
              </p14:nvContentPartPr>
              <p14:xfrm>
                <a:off x="17068800" y="9317114"/>
                <a:ext cx="33120" cy="14760"/>
              </p14:xfrm>
            </p:contentPart>
          </mc:Choice>
          <mc:Fallback xmlns=""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5CC97BA8-C1BC-2333-E24A-FDCD0B75C02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7050800" y="9299114"/>
                  <a:ext cx="68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E9CF58B1-F93E-88AA-5A3F-E9C9E0B6A49E}"/>
                    </a:ext>
                  </a:extLst>
                </p14:cNvPr>
                <p14:cNvContentPartPr/>
                <p14:nvPr/>
              </p14:nvContentPartPr>
              <p14:xfrm>
                <a:off x="16951440" y="9542474"/>
                <a:ext cx="360" cy="124200"/>
              </p14:xfrm>
            </p:contentPart>
          </mc:Choice>
          <mc:Fallback xmlns=""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E9CF58B1-F93E-88AA-5A3F-E9C9E0B6A49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6933440" y="9524474"/>
                  <a:ext cx="36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FD8663F7-6834-12FA-2EC2-84E8E6081677}"/>
                    </a:ext>
                  </a:extLst>
                </p14:cNvPr>
                <p14:cNvContentPartPr/>
                <p14:nvPr/>
              </p14:nvContentPartPr>
              <p14:xfrm>
                <a:off x="17232600" y="9495674"/>
                <a:ext cx="494280" cy="367560"/>
              </p14:xfrm>
            </p:contentPart>
          </mc:Choice>
          <mc:Fallback xmlns=""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FD8663F7-6834-12FA-2EC2-84E8E608167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7214960" y="9477674"/>
                  <a:ext cx="5299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DCA6968A-7CFC-2837-4E93-260FCD0DC44D}"/>
                    </a:ext>
                  </a:extLst>
                </p14:cNvPr>
                <p14:cNvContentPartPr/>
                <p14:nvPr/>
              </p14:nvContentPartPr>
              <p14:xfrm>
                <a:off x="17725080" y="9372914"/>
                <a:ext cx="9720" cy="5760"/>
              </p14:xfrm>
            </p:contentPart>
          </mc:Choice>
          <mc:Fallback xmlns=""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DCA6968A-7CFC-2837-4E93-260FCD0DC44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7707440" y="9355274"/>
                  <a:ext cx="4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D6B72320-B674-4F9F-6CCA-494674C3EE68}"/>
                    </a:ext>
                  </a:extLst>
                </p14:cNvPr>
                <p14:cNvContentPartPr/>
                <p14:nvPr/>
              </p14:nvContentPartPr>
              <p14:xfrm>
                <a:off x="17795280" y="9519074"/>
                <a:ext cx="360" cy="255960"/>
              </p14:xfrm>
            </p:contentPart>
          </mc:Choice>
          <mc:Fallback xmlns=""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D6B72320-B674-4F9F-6CCA-494674C3EE6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777640" y="9501074"/>
                  <a:ext cx="360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A8256177-D5C4-7FAC-E16C-58CB16DA539A}"/>
                    </a:ext>
                  </a:extLst>
                </p14:cNvPr>
                <p14:cNvContentPartPr/>
                <p14:nvPr/>
              </p14:nvContentPartPr>
              <p14:xfrm>
                <a:off x="17959440" y="9565874"/>
                <a:ext cx="388440" cy="292320"/>
              </p14:xfrm>
            </p:contentPart>
          </mc:Choice>
          <mc:Fallback xmlns=""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A8256177-D5C4-7FAC-E16C-58CB16DA539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7941800" y="9547874"/>
                  <a:ext cx="424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92154D9E-9124-9C1B-19B8-3BFBA33D8391}"/>
                    </a:ext>
                  </a:extLst>
                </p14:cNvPr>
                <p14:cNvContentPartPr/>
                <p14:nvPr/>
              </p14:nvContentPartPr>
              <p14:xfrm>
                <a:off x="18430680" y="9622034"/>
                <a:ext cx="588960" cy="959400"/>
              </p14:xfrm>
            </p:contentPart>
          </mc:Choice>
          <mc:Fallback xmlns=""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92154D9E-9124-9C1B-19B8-3BFBA33D839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8412680" y="9604394"/>
                  <a:ext cx="62460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C5233750-CBEC-A5C5-62ED-AF4517CDA58F}"/>
                    </a:ext>
                  </a:extLst>
                </p14:cNvPr>
                <p14:cNvContentPartPr/>
                <p14:nvPr/>
              </p14:nvContentPartPr>
              <p14:xfrm>
                <a:off x="16435560" y="10339514"/>
                <a:ext cx="2429640" cy="360"/>
              </p14:xfrm>
            </p:contentPart>
          </mc:Choice>
          <mc:Fallback xmlns=""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C5233750-CBEC-A5C5-62ED-AF4517CDA58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6417920" y="10321874"/>
                  <a:ext cx="2465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DB919FFE-456F-7DF9-436F-B6E6CDB8CD41}"/>
                    </a:ext>
                  </a:extLst>
                </p14:cNvPr>
                <p14:cNvContentPartPr/>
                <p14:nvPr/>
              </p14:nvContentPartPr>
              <p14:xfrm>
                <a:off x="18953760" y="10292714"/>
                <a:ext cx="131400" cy="232560"/>
              </p14:xfrm>
            </p:contentPart>
          </mc:Choice>
          <mc:Fallback xmlns=""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DB919FFE-456F-7DF9-436F-B6E6CDB8CD4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8936120" y="10274714"/>
                  <a:ext cx="167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68D13BE8-D012-906A-074E-78959B018747}"/>
                    </a:ext>
                  </a:extLst>
                </p14:cNvPr>
                <p14:cNvContentPartPr/>
                <p14:nvPr/>
              </p14:nvContentPartPr>
              <p14:xfrm>
                <a:off x="18822360" y="10386314"/>
                <a:ext cx="460800" cy="487080"/>
              </p14:xfrm>
            </p:contentPart>
          </mc:Choice>
          <mc:Fallback xmlns=""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68D13BE8-D012-906A-074E-78959B01874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8804720" y="10368674"/>
                  <a:ext cx="496440" cy="52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321" name="잉크 320">
                <a:extLst>
                  <a:ext uri="{FF2B5EF4-FFF2-40B4-BE49-F238E27FC236}">
                    <a16:creationId xmlns:a16="http://schemas.microsoft.com/office/drawing/2014/main" id="{093EAB87-6263-ADB0-5C3D-A482822ED537}"/>
                  </a:ext>
                </a:extLst>
              </p14:cNvPr>
              <p14:cNvContentPartPr/>
              <p14:nvPr/>
            </p14:nvContentPartPr>
            <p14:xfrm>
              <a:off x="-616920" y="19594440"/>
              <a:ext cx="7034400" cy="2080440"/>
            </p14:xfrm>
          </p:contentPart>
        </mc:Choice>
        <mc:Fallback xmlns="">
          <p:pic>
            <p:nvPicPr>
              <p:cNvPr id="321" name="잉크 320">
                <a:extLst>
                  <a:ext uri="{FF2B5EF4-FFF2-40B4-BE49-F238E27FC236}">
                    <a16:creationId xmlns:a16="http://schemas.microsoft.com/office/drawing/2014/main" id="{093EAB87-6263-ADB0-5C3D-A482822ED537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-634560" y="19576440"/>
                <a:ext cx="7070040" cy="21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338" name="잉크 337">
                <a:extLst>
                  <a:ext uri="{FF2B5EF4-FFF2-40B4-BE49-F238E27FC236}">
                    <a16:creationId xmlns:a16="http://schemas.microsoft.com/office/drawing/2014/main" id="{4892B137-D5E8-D1CD-75BF-729F2504D0B7}"/>
                  </a:ext>
                </a:extLst>
              </p14:cNvPr>
              <p14:cNvContentPartPr/>
              <p14:nvPr/>
            </p14:nvContentPartPr>
            <p14:xfrm>
              <a:off x="-3455160" y="15300720"/>
              <a:ext cx="163440" cy="948960"/>
            </p14:xfrm>
          </p:contentPart>
        </mc:Choice>
        <mc:Fallback xmlns="">
          <p:pic>
            <p:nvPicPr>
              <p:cNvPr id="338" name="잉크 337">
                <a:extLst>
                  <a:ext uri="{FF2B5EF4-FFF2-40B4-BE49-F238E27FC236}">
                    <a16:creationId xmlns:a16="http://schemas.microsoft.com/office/drawing/2014/main" id="{4892B137-D5E8-D1CD-75BF-729F2504D0B7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-3472800" y="15283080"/>
                <a:ext cx="199080" cy="9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36" name="잉크 335">
                <a:extLst>
                  <a:ext uri="{FF2B5EF4-FFF2-40B4-BE49-F238E27FC236}">
                    <a16:creationId xmlns:a16="http://schemas.microsoft.com/office/drawing/2014/main" id="{27949FC6-2A91-E81C-D3F9-F16DC5594D37}"/>
                  </a:ext>
                </a:extLst>
              </p14:cNvPr>
              <p14:cNvContentPartPr/>
              <p14:nvPr/>
            </p14:nvContentPartPr>
            <p14:xfrm>
              <a:off x="-3383520" y="18706680"/>
              <a:ext cx="3383280" cy="436680"/>
            </p14:xfrm>
          </p:contentPart>
        </mc:Choice>
        <mc:Fallback xmlns="">
          <p:pic>
            <p:nvPicPr>
              <p:cNvPr id="336" name="잉크 335">
                <a:extLst>
                  <a:ext uri="{FF2B5EF4-FFF2-40B4-BE49-F238E27FC236}">
                    <a16:creationId xmlns:a16="http://schemas.microsoft.com/office/drawing/2014/main" id="{27949FC6-2A91-E81C-D3F9-F16DC5594D37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-3401160" y="18688680"/>
                <a:ext cx="341892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35" name="잉크 334">
                <a:extLst>
                  <a:ext uri="{FF2B5EF4-FFF2-40B4-BE49-F238E27FC236}">
                    <a16:creationId xmlns:a16="http://schemas.microsoft.com/office/drawing/2014/main" id="{F145457E-4CB4-9580-F31A-D3389983A7D2}"/>
                  </a:ext>
                </a:extLst>
              </p14:cNvPr>
              <p14:cNvContentPartPr/>
              <p14:nvPr/>
            </p14:nvContentPartPr>
            <p14:xfrm>
              <a:off x="-487680" y="18409680"/>
              <a:ext cx="407880" cy="12600"/>
            </p14:xfrm>
          </p:contentPart>
        </mc:Choice>
        <mc:Fallback xmlns="">
          <p:pic>
            <p:nvPicPr>
              <p:cNvPr id="335" name="잉크 334">
                <a:extLst>
                  <a:ext uri="{FF2B5EF4-FFF2-40B4-BE49-F238E27FC236}">
                    <a16:creationId xmlns:a16="http://schemas.microsoft.com/office/drawing/2014/main" id="{F145457E-4CB4-9580-F31A-D3389983A7D2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-505680" y="18392040"/>
                <a:ext cx="4435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34" name="잉크 333">
                <a:extLst>
                  <a:ext uri="{FF2B5EF4-FFF2-40B4-BE49-F238E27FC236}">
                    <a16:creationId xmlns:a16="http://schemas.microsoft.com/office/drawing/2014/main" id="{0B478DAD-AE6D-8DB6-282C-54DD57E55A8C}"/>
                  </a:ext>
                </a:extLst>
              </p14:cNvPr>
              <p14:cNvContentPartPr/>
              <p14:nvPr/>
            </p14:nvContentPartPr>
            <p14:xfrm>
              <a:off x="-632040" y="18196560"/>
              <a:ext cx="448920" cy="232560"/>
            </p14:xfrm>
          </p:contentPart>
        </mc:Choice>
        <mc:Fallback xmlns="">
          <p:pic>
            <p:nvPicPr>
              <p:cNvPr id="334" name="잉크 333">
                <a:extLst>
                  <a:ext uri="{FF2B5EF4-FFF2-40B4-BE49-F238E27FC236}">
                    <a16:creationId xmlns:a16="http://schemas.microsoft.com/office/drawing/2014/main" id="{0B478DAD-AE6D-8DB6-282C-54DD57E55A8C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-649680" y="18178560"/>
                <a:ext cx="4845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33" name="잉크 332">
                <a:extLst>
                  <a:ext uri="{FF2B5EF4-FFF2-40B4-BE49-F238E27FC236}">
                    <a16:creationId xmlns:a16="http://schemas.microsoft.com/office/drawing/2014/main" id="{48CCE1E1-AC6B-A75A-20D4-06CEB3B8DB69}"/>
                  </a:ext>
                </a:extLst>
              </p14:cNvPr>
              <p14:cNvContentPartPr/>
              <p14:nvPr/>
            </p14:nvContentPartPr>
            <p14:xfrm>
              <a:off x="-304800" y="17129520"/>
              <a:ext cx="63360" cy="894240"/>
            </p14:xfrm>
          </p:contentPart>
        </mc:Choice>
        <mc:Fallback xmlns="">
          <p:pic>
            <p:nvPicPr>
              <p:cNvPr id="333" name="잉크 332">
                <a:extLst>
                  <a:ext uri="{FF2B5EF4-FFF2-40B4-BE49-F238E27FC236}">
                    <a16:creationId xmlns:a16="http://schemas.microsoft.com/office/drawing/2014/main" id="{48CCE1E1-AC6B-A75A-20D4-06CEB3B8DB69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-322800" y="17111880"/>
                <a:ext cx="99000" cy="9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332" name="잉크 331">
                <a:extLst>
                  <a:ext uri="{FF2B5EF4-FFF2-40B4-BE49-F238E27FC236}">
                    <a16:creationId xmlns:a16="http://schemas.microsoft.com/office/drawing/2014/main" id="{731ED128-6ECA-8B83-6647-4C60DA911D52}"/>
                  </a:ext>
                </a:extLst>
              </p14:cNvPr>
              <p14:cNvContentPartPr/>
              <p14:nvPr/>
            </p14:nvContentPartPr>
            <p14:xfrm>
              <a:off x="-1006800" y="17586720"/>
              <a:ext cx="654840" cy="282240"/>
            </p14:xfrm>
          </p:contentPart>
        </mc:Choice>
        <mc:Fallback xmlns="">
          <p:pic>
            <p:nvPicPr>
              <p:cNvPr id="332" name="잉크 331">
                <a:extLst>
                  <a:ext uri="{FF2B5EF4-FFF2-40B4-BE49-F238E27FC236}">
                    <a16:creationId xmlns:a16="http://schemas.microsoft.com/office/drawing/2014/main" id="{731ED128-6ECA-8B83-6647-4C60DA911D52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-1024440" y="17569080"/>
                <a:ext cx="6904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31" name="잉크 330">
                <a:extLst>
                  <a:ext uri="{FF2B5EF4-FFF2-40B4-BE49-F238E27FC236}">
                    <a16:creationId xmlns:a16="http://schemas.microsoft.com/office/drawing/2014/main" id="{CB2D0EC3-D4F7-AC8E-096B-21AEEBBEA568}"/>
                  </a:ext>
                </a:extLst>
              </p14:cNvPr>
              <p14:cNvContentPartPr/>
              <p14:nvPr/>
            </p14:nvContentPartPr>
            <p14:xfrm>
              <a:off x="-1584960" y="18257400"/>
              <a:ext cx="271800" cy="184680"/>
            </p14:xfrm>
          </p:contentPart>
        </mc:Choice>
        <mc:Fallback xmlns="">
          <p:pic>
            <p:nvPicPr>
              <p:cNvPr id="331" name="잉크 330">
                <a:extLst>
                  <a:ext uri="{FF2B5EF4-FFF2-40B4-BE49-F238E27FC236}">
                    <a16:creationId xmlns:a16="http://schemas.microsoft.com/office/drawing/2014/main" id="{CB2D0EC3-D4F7-AC8E-096B-21AEEBBEA568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-1602960" y="18239400"/>
                <a:ext cx="3074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30" name="잉크 329">
                <a:extLst>
                  <a:ext uri="{FF2B5EF4-FFF2-40B4-BE49-F238E27FC236}">
                    <a16:creationId xmlns:a16="http://schemas.microsoft.com/office/drawing/2014/main" id="{493FB0ED-21B1-C76A-5F36-60945E952CCE}"/>
                  </a:ext>
                </a:extLst>
              </p14:cNvPr>
              <p14:cNvContentPartPr/>
              <p14:nvPr/>
            </p14:nvContentPartPr>
            <p14:xfrm>
              <a:off x="-1311000" y="17373600"/>
              <a:ext cx="30960" cy="775080"/>
            </p14:xfrm>
          </p:contentPart>
        </mc:Choice>
        <mc:Fallback xmlns="">
          <p:pic>
            <p:nvPicPr>
              <p:cNvPr id="330" name="잉크 329">
                <a:extLst>
                  <a:ext uri="{FF2B5EF4-FFF2-40B4-BE49-F238E27FC236}">
                    <a16:creationId xmlns:a16="http://schemas.microsoft.com/office/drawing/2014/main" id="{493FB0ED-21B1-C76A-5F36-60945E952CCE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-1329000" y="17355600"/>
                <a:ext cx="66600" cy="8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29" name="잉크 328">
                <a:extLst>
                  <a:ext uri="{FF2B5EF4-FFF2-40B4-BE49-F238E27FC236}">
                    <a16:creationId xmlns:a16="http://schemas.microsoft.com/office/drawing/2014/main" id="{6F4766EE-5D3D-F300-CCED-43A31151EA11}"/>
                  </a:ext>
                </a:extLst>
              </p14:cNvPr>
              <p14:cNvContentPartPr/>
              <p14:nvPr/>
            </p14:nvContentPartPr>
            <p14:xfrm>
              <a:off x="-1432680" y="17747640"/>
              <a:ext cx="155160" cy="193320"/>
            </p14:xfrm>
          </p:contentPart>
        </mc:Choice>
        <mc:Fallback xmlns="">
          <p:pic>
            <p:nvPicPr>
              <p:cNvPr id="329" name="잉크 328">
                <a:extLst>
                  <a:ext uri="{FF2B5EF4-FFF2-40B4-BE49-F238E27FC236}">
                    <a16:creationId xmlns:a16="http://schemas.microsoft.com/office/drawing/2014/main" id="{6F4766EE-5D3D-F300-CCED-43A31151EA11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-1450680" y="17730000"/>
                <a:ext cx="1908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28" name="잉크 327">
                <a:extLst>
                  <a:ext uri="{FF2B5EF4-FFF2-40B4-BE49-F238E27FC236}">
                    <a16:creationId xmlns:a16="http://schemas.microsoft.com/office/drawing/2014/main" id="{0DF664B6-675A-2106-CA71-1C9F1D398245}"/>
                  </a:ext>
                </a:extLst>
              </p14:cNvPr>
              <p14:cNvContentPartPr/>
              <p14:nvPr/>
            </p14:nvContentPartPr>
            <p14:xfrm>
              <a:off x="-1767840" y="17769600"/>
              <a:ext cx="511200" cy="259200"/>
            </p14:xfrm>
          </p:contentPart>
        </mc:Choice>
        <mc:Fallback xmlns="">
          <p:pic>
            <p:nvPicPr>
              <p:cNvPr id="328" name="잉크 327">
                <a:extLst>
                  <a:ext uri="{FF2B5EF4-FFF2-40B4-BE49-F238E27FC236}">
                    <a16:creationId xmlns:a16="http://schemas.microsoft.com/office/drawing/2014/main" id="{0DF664B6-675A-2106-CA71-1C9F1D398245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-1785840" y="17751960"/>
                <a:ext cx="5468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27" name="잉크 326">
                <a:extLst>
                  <a:ext uri="{FF2B5EF4-FFF2-40B4-BE49-F238E27FC236}">
                    <a16:creationId xmlns:a16="http://schemas.microsoft.com/office/drawing/2014/main" id="{64457C7A-2EFC-98BE-C674-693BDE063EDB}"/>
                  </a:ext>
                </a:extLst>
              </p14:cNvPr>
              <p14:cNvContentPartPr/>
              <p14:nvPr/>
            </p14:nvContentPartPr>
            <p14:xfrm>
              <a:off x="-2194800" y="17678160"/>
              <a:ext cx="638640" cy="360"/>
            </p14:xfrm>
          </p:contentPart>
        </mc:Choice>
        <mc:Fallback xmlns="">
          <p:pic>
            <p:nvPicPr>
              <p:cNvPr id="327" name="잉크 326">
                <a:extLst>
                  <a:ext uri="{FF2B5EF4-FFF2-40B4-BE49-F238E27FC236}">
                    <a16:creationId xmlns:a16="http://schemas.microsoft.com/office/drawing/2014/main" id="{64457C7A-2EFC-98BE-C674-693BDE063EDB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-2212440" y="17660520"/>
                <a:ext cx="674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26" name="잉크 325">
                <a:extLst>
                  <a:ext uri="{FF2B5EF4-FFF2-40B4-BE49-F238E27FC236}">
                    <a16:creationId xmlns:a16="http://schemas.microsoft.com/office/drawing/2014/main" id="{F237637A-E0F8-0C0E-8BB2-A36F393A6465}"/>
                  </a:ext>
                </a:extLst>
              </p14:cNvPr>
              <p14:cNvContentPartPr/>
              <p14:nvPr/>
            </p14:nvContentPartPr>
            <p14:xfrm>
              <a:off x="-2653080" y="18283680"/>
              <a:ext cx="216360" cy="282600"/>
            </p14:xfrm>
          </p:contentPart>
        </mc:Choice>
        <mc:Fallback xmlns="">
          <p:pic>
            <p:nvPicPr>
              <p:cNvPr id="326" name="잉크 325">
                <a:extLst>
                  <a:ext uri="{FF2B5EF4-FFF2-40B4-BE49-F238E27FC236}">
                    <a16:creationId xmlns:a16="http://schemas.microsoft.com/office/drawing/2014/main" id="{F237637A-E0F8-0C0E-8BB2-A36F393A6465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-2670720" y="18266040"/>
                <a:ext cx="2520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25" name="잉크 324">
                <a:extLst>
                  <a:ext uri="{FF2B5EF4-FFF2-40B4-BE49-F238E27FC236}">
                    <a16:creationId xmlns:a16="http://schemas.microsoft.com/office/drawing/2014/main" id="{CC4D5096-A39B-5F4C-C6D3-5A13F7C4671A}"/>
                  </a:ext>
                </a:extLst>
              </p14:cNvPr>
              <p14:cNvContentPartPr/>
              <p14:nvPr/>
            </p14:nvContentPartPr>
            <p14:xfrm>
              <a:off x="-3322320" y="18105120"/>
              <a:ext cx="982440" cy="360"/>
            </p14:xfrm>
          </p:contentPart>
        </mc:Choice>
        <mc:Fallback xmlns="">
          <p:pic>
            <p:nvPicPr>
              <p:cNvPr id="325" name="잉크 324">
                <a:extLst>
                  <a:ext uri="{FF2B5EF4-FFF2-40B4-BE49-F238E27FC236}">
                    <a16:creationId xmlns:a16="http://schemas.microsoft.com/office/drawing/2014/main" id="{CC4D5096-A39B-5F4C-C6D3-5A13F7C4671A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-3340320" y="18087120"/>
                <a:ext cx="1018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24" name="잉크 323">
                <a:extLst>
                  <a:ext uri="{FF2B5EF4-FFF2-40B4-BE49-F238E27FC236}">
                    <a16:creationId xmlns:a16="http://schemas.microsoft.com/office/drawing/2014/main" id="{FF005AE8-1890-2579-A3FE-99C2F258AE55}"/>
                  </a:ext>
                </a:extLst>
              </p14:cNvPr>
              <p14:cNvContentPartPr/>
              <p14:nvPr/>
            </p14:nvContentPartPr>
            <p14:xfrm>
              <a:off x="-2712480" y="17647920"/>
              <a:ext cx="304920" cy="467640"/>
            </p14:xfrm>
          </p:contentPart>
        </mc:Choice>
        <mc:Fallback xmlns="">
          <p:pic>
            <p:nvPicPr>
              <p:cNvPr id="324" name="잉크 323">
                <a:extLst>
                  <a:ext uri="{FF2B5EF4-FFF2-40B4-BE49-F238E27FC236}">
                    <a16:creationId xmlns:a16="http://schemas.microsoft.com/office/drawing/2014/main" id="{FF005AE8-1890-2579-A3FE-99C2F258AE55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-2730480" y="17629920"/>
                <a:ext cx="3405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23" name="잉크 322">
                <a:extLst>
                  <a:ext uri="{FF2B5EF4-FFF2-40B4-BE49-F238E27FC236}">
                    <a16:creationId xmlns:a16="http://schemas.microsoft.com/office/drawing/2014/main" id="{1230A315-73BB-ED97-2CDC-506516E85961}"/>
                  </a:ext>
                </a:extLst>
              </p14:cNvPr>
              <p14:cNvContentPartPr/>
              <p14:nvPr/>
            </p14:nvContentPartPr>
            <p14:xfrm>
              <a:off x="-2712840" y="17556480"/>
              <a:ext cx="572040" cy="314640"/>
            </p14:xfrm>
          </p:contentPart>
        </mc:Choice>
        <mc:Fallback xmlns="">
          <p:pic>
            <p:nvPicPr>
              <p:cNvPr id="323" name="잉크 322">
                <a:extLst>
                  <a:ext uri="{FF2B5EF4-FFF2-40B4-BE49-F238E27FC236}">
                    <a16:creationId xmlns:a16="http://schemas.microsoft.com/office/drawing/2014/main" id="{1230A315-73BB-ED97-2CDC-506516E85961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-2730840" y="17538480"/>
                <a:ext cx="607680" cy="35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048DE04F-AC25-0CCF-BD6B-117C7BAE502B}"/>
              </a:ext>
            </a:extLst>
          </p:cNvPr>
          <p:cNvGrpSpPr/>
          <p:nvPr/>
        </p:nvGrpSpPr>
        <p:grpSpPr>
          <a:xfrm>
            <a:off x="-3814800" y="16486200"/>
            <a:ext cx="4094640" cy="2383920"/>
            <a:chOff x="-3814800" y="16486200"/>
            <a:chExt cx="4094640" cy="23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DD370779-CFFF-F16E-7217-210E9FA08CD1}"/>
                    </a:ext>
                  </a:extLst>
                </p14:cNvPr>
                <p14:cNvContentPartPr/>
                <p14:nvPr/>
              </p14:nvContentPartPr>
              <p14:xfrm>
                <a:off x="-3048000" y="17101080"/>
                <a:ext cx="662760" cy="68940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DD370779-CFFF-F16E-7217-210E9FA08CD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-3066000" y="17083440"/>
                  <a:ext cx="69840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2DBA8363-9A34-5D6E-C8E8-0BBEEA57B9F8}"/>
                    </a:ext>
                  </a:extLst>
                </p14:cNvPr>
                <p14:cNvContentPartPr/>
                <p14:nvPr/>
              </p14:nvContentPartPr>
              <p14:xfrm>
                <a:off x="-3814800" y="16486200"/>
                <a:ext cx="4094640" cy="2383920"/>
              </p14:xfrm>
            </p:contentPart>
          </mc:Choice>
          <mc:Fallback xmlns=""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2DBA8363-9A34-5D6E-C8E8-0BBEEA57B9F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-3832440" y="16468560"/>
                  <a:ext cx="4130280" cy="241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339" name="잉크 338">
                <a:extLst>
                  <a:ext uri="{FF2B5EF4-FFF2-40B4-BE49-F238E27FC236}">
                    <a16:creationId xmlns:a16="http://schemas.microsoft.com/office/drawing/2014/main" id="{815D8E06-B5C0-266D-7022-48F4B6FFEE6A}"/>
                  </a:ext>
                </a:extLst>
              </p14:cNvPr>
              <p14:cNvContentPartPr/>
              <p14:nvPr/>
            </p14:nvContentPartPr>
            <p14:xfrm>
              <a:off x="-3616800" y="15605640"/>
              <a:ext cx="844920" cy="697320"/>
            </p14:xfrm>
          </p:contentPart>
        </mc:Choice>
        <mc:Fallback xmlns="">
          <p:pic>
            <p:nvPicPr>
              <p:cNvPr id="339" name="잉크 338">
                <a:extLst>
                  <a:ext uri="{FF2B5EF4-FFF2-40B4-BE49-F238E27FC236}">
                    <a16:creationId xmlns:a16="http://schemas.microsoft.com/office/drawing/2014/main" id="{815D8E06-B5C0-266D-7022-48F4B6FFEE6A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-3634800" y="15587640"/>
                <a:ext cx="88056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40" name="잉크 339">
                <a:extLst>
                  <a:ext uri="{FF2B5EF4-FFF2-40B4-BE49-F238E27FC236}">
                    <a16:creationId xmlns:a16="http://schemas.microsoft.com/office/drawing/2014/main" id="{E3AB4C2A-DD4E-D0CD-5121-92A7C79E167E}"/>
                  </a:ext>
                </a:extLst>
              </p14:cNvPr>
              <p14:cNvContentPartPr/>
              <p14:nvPr/>
            </p14:nvContentPartPr>
            <p14:xfrm>
              <a:off x="-1707000" y="16002000"/>
              <a:ext cx="266040" cy="12600"/>
            </p14:xfrm>
          </p:contentPart>
        </mc:Choice>
        <mc:Fallback xmlns="">
          <p:pic>
            <p:nvPicPr>
              <p:cNvPr id="340" name="잉크 339">
                <a:extLst>
                  <a:ext uri="{FF2B5EF4-FFF2-40B4-BE49-F238E27FC236}">
                    <a16:creationId xmlns:a16="http://schemas.microsoft.com/office/drawing/2014/main" id="{E3AB4C2A-DD4E-D0CD-5121-92A7C79E167E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-1725000" y="15984000"/>
                <a:ext cx="3016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357" name="잉크 356">
                <a:extLst>
                  <a:ext uri="{FF2B5EF4-FFF2-40B4-BE49-F238E27FC236}">
                    <a16:creationId xmlns:a16="http://schemas.microsoft.com/office/drawing/2014/main" id="{43DDDB43-1075-2517-66FF-5AB54C75457A}"/>
                  </a:ext>
                </a:extLst>
              </p14:cNvPr>
              <p14:cNvContentPartPr/>
              <p14:nvPr/>
            </p14:nvContentPartPr>
            <p14:xfrm>
              <a:off x="19812000" y="4785120"/>
              <a:ext cx="1789920" cy="32040"/>
            </p14:xfrm>
          </p:contentPart>
        </mc:Choice>
        <mc:Fallback xmlns="">
          <p:pic>
            <p:nvPicPr>
              <p:cNvPr id="357" name="잉크 356">
                <a:extLst>
                  <a:ext uri="{FF2B5EF4-FFF2-40B4-BE49-F238E27FC236}">
                    <a16:creationId xmlns:a16="http://schemas.microsoft.com/office/drawing/2014/main" id="{43DDDB43-1075-2517-66FF-5AB54C75457A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9794000" y="4767480"/>
                <a:ext cx="18255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5138BF69-8C63-526A-C3C9-E436B66EF82D}"/>
              </a:ext>
            </a:extLst>
          </p:cNvPr>
          <p:cNvGrpSpPr/>
          <p:nvPr/>
        </p:nvGrpSpPr>
        <p:grpSpPr>
          <a:xfrm>
            <a:off x="9930360" y="23832360"/>
            <a:ext cx="6136200" cy="1407600"/>
            <a:chOff x="9930360" y="23832360"/>
            <a:chExt cx="6136200" cy="14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0C002B81-BBB9-0D14-17C9-D2BF4B56695D}"/>
                    </a:ext>
                  </a:extLst>
                </p14:cNvPr>
                <p14:cNvContentPartPr/>
                <p14:nvPr/>
              </p14:nvContentPartPr>
              <p14:xfrm>
                <a:off x="9930360" y="23832360"/>
                <a:ext cx="6136200" cy="1407600"/>
              </p14:xfrm>
            </p:contentPart>
          </mc:Choice>
          <mc:Fallback xmlns=""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0C002B81-BBB9-0D14-17C9-D2BF4B56695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912720" y="23814720"/>
                  <a:ext cx="6171840" cy="14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4567477F-E4AF-E1E5-90D9-FF9CA85DDF47}"/>
                    </a:ext>
                  </a:extLst>
                </p14:cNvPr>
                <p14:cNvContentPartPr/>
                <p14:nvPr/>
              </p14:nvContentPartPr>
              <p14:xfrm>
                <a:off x="10149600" y="25023600"/>
                <a:ext cx="5281920" cy="186840"/>
              </p14:xfrm>
            </p:contentPart>
          </mc:Choice>
          <mc:Fallback xmlns=""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4567477F-E4AF-E1E5-90D9-FF9CA85DDF4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131960" y="25005960"/>
                  <a:ext cx="53175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그룹 367">
            <a:extLst>
              <a:ext uri="{FF2B5EF4-FFF2-40B4-BE49-F238E27FC236}">
                <a16:creationId xmlns:a16="http://schemas.microsoft.com/office/drawing/2014/main" id="{F41748C5-051A-7197-EA72-6C4FEE8D2663}"/>
              </a:ext>
            </a:extLst>
          </p:cNvPr>
          <p:cNvGrpSpPr/>
          <p:nvPr/>
        </p:nvGrpSpPr>
        <p:grpSpPr>
          <a:xfrm>
            <a:off x="7437000" y="3341520"/>
            <a:ext cx="17238406" cy="18909268"/>
            <a:chOff x="7437000" y="3341520"/>
            <a:chExt cx="17238406" cy="1890926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80701D1B-94AA-5CC4-4E8B-EA1ECFF3C573}"/>
                    </a:ext>
                  </a:extLst>
                </p14:cNvPr>
                <p14:cNvContentPartPr/>
                <p14:nvPr/>
              </p14:nvContentPartPr>
              <p14:xfrm>
                <a:off x="21607126" y="7288468"/>
                <a:ext cx="2058120" cy="11187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80701D1B-94AA-5CC4-4E8B-EA1ECFF3C57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589126" y="7270468"/>
                  <a:ext cx="2093760" cy="112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8836F18F-B24A-823C-C0DF-8ED3733A4F63}"/>
                    </a:ext>
                  </a:extLst>
                </p14:cNvPr>
                <p14:cNvContentPartPr/>
                <p14:nvPr/>
              </p14:nvContentPartPr>
              <p14:xfrm>
                <a:off x="21851566" y="7408708"/>
                <a:ext cx="642960" cy="716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8836F18F-B24A-823C-C0DF-8ED3733A4F6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1833926" y="7391068"/>
                  <a:ext cx="678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CE1C2D36-E813-E9B3-4A77-D692866F41D8}"/>
                    </a:ext>
                  </a:extLst>
                </p14:cNvPr>
                <p14:cNvContentPartPr/>
                <p14:nvPr/>
              </p14:nvContentPartPr>
              <p14:xfrm>
                <a:off x="20779846" y="4853068"/>
                <a:ext cx="345240" cy="53964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CE1C2D36-E813-E9B3-4A77-D692866F41D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0761846" y="4835428"/>
                  <a:ext cx="3808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9ED80570-C90E-D6C4-CA68-45D63DC92653}"/>
                    </a:ext>
                  </a:extLst>
                </p14:cNvPr>
                <p14:cNvContentPartPr/>
                <p14:nvPr/>
              </p14:nvContentPartPr>
              <p14:xfrm>
                <a:off x="20724766" y="5204788"/>
                <a:ext cx="564480" cy="93132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9ED80570-C90E-D6C4-CA68-45D63DC9265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0706766" y="5187148"/>
                  <a:ext cx="60012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48D513AB-D51C-4836-11EE-6FC42BCE5DBD}"/>
                    </a:ext>
                  </a:extLst>
                </p14:cNvPr>
                <p14:cNvContentPartPr/>
                <p14:nvPr/>
              </p14:nvContentPartPr>
              <p14:xfrm>
                <a:off x="20977846" y="6025588"/>
                <a:ext cx="241200" cy="4251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48D513AB-D51C-4836-11EE-6FC42BCE5DB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0959846" y="6007588"/>
                  <a:ext cx="2768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D30A9904-5677-D966-9A9E-EBEF09419A87}"/>
                    </a:ext>
                  </a:extLst>
                </p14:cNvPr>
                <p14:cNvContentPartPr/>
                <p14:nvPr/>
              </p14:nvContentPartPr>
              <p14:xfrm>
                <a:off x="21039766" y="6541468"/>
                <a:ext cx="202680" cy="3110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D30A9904-5677-D966-9A9E-EBEF09419A8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1021766" y="6523468"/>
                  <a:ext cx="238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30858035-B1E0-6032-C06D-10A07414EFE9}"/>
                    </a:ext>
                  </a:extLst>
                </p14:cNvPr>
                <p14:cNvContentPartPr/>
                <p14:nvPr/>
              </p14:nvContentPartPr>
              <p14:xfrm>
                <a:off x="20658886" y="7010188"/>
                <a:ext cx="349200" cy="48276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30858035-B1E0-6032-C06D-10A07414EFE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0641246" y="6992548"/>
                  <a:ext cx="3848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7F0BBF96-97B1-F86B-53D2-1D898CCBF4D8}"/>
                    </a:ext>
                  </a:extLst>
                </p14:cNvPr>
                <p14:cNvContentPartPr/>
                <p14:nvPr/>
              </p14:nvContentPartPr>
              <p14:xfrm>
                <a:off x="21172246" y="7244548"/>
                <a:ext cx="117000" cy="15048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7F0BBF96-97B1-F86B-53D2-1D898CCBF4D8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1154606" y="7226908"/>
                  <a:ext cx="152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B34138E0-1F80-0A74-7661-4B69F8C05BDA}"/>
                    </a:ext>
                  </a:extLst>
                </p14:cNvPr>
                <p14:cNvContentPartPr/>
                <p14:nvPr/>
              </p14:nvContentPartPr>
              <p14:xfrm>
                <a:off x="23474806" y="21640588"/>
                <a:ext cx="229320" cy="29844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B34138E0-1F80-0A74-7661-4B69F8C05BD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3457166" y="21622948"/>
                  <a:ext cx="264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16AA5044-A25B-ABE8-CAE1-5ACB572C1990}"/>
                    </a:ext>
                  </a:extLst>
                </p14:cNvPr>
                <p14:cNvContentPartPr/>
                <p14:nvPr/>
              </p14:nvContentPartPr>
              <p14:xfrm>
                <a:off x="23944246" y="21710788"/>
                <a:ext cx="135000" cy="1724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16AA5044-A25B-ABE8-CAE1-5ACB572C199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3926606" y="21693148"/>
                  <a:ext cx="170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64669DD3-6C9B-1E15-DC99-D0A2E870457B}"/>
                    </a:ext>
                  </a:extLst>
                </p14:cNvPr>
                <p14:cNvContentPartPr/>
                <p14:nvPr/>
              </p14:nvContentPartPr>
              <p14:xfrm>
                <a:off x="24236566" y="21851548"/>
                <a:ext cx="194400" cy="20700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64669DD3-6C9B-1E15-DC99-D0A2E870457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4218566" y="21833908"/>
                  <a:ext cx="230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AFF50FDF-FC6A-7185-8F5D-8B04D17FBC23}"/>
                    </a:ext>
                  </a:extLst>
                </p14:cNvPr>
                <p14:cNvContentPartPr/>
                <p14:nvPr/>
              </p14:nvContentPartPr>
              <p14:xfrm>
                <a:off x="24436366" y="21874948"/>
                <a:ext cx="135360" cy="20448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AFF50FDF-FC6A-7185-8F5D-8B04D17FBC2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4418726" y="21857308"/>
                  <a:ext cx="171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F0CBE193-18EF-1CAB-E1CE-97DE3C9709FA}"/>
                    </a:ext>
                  </a:extLst>
                </p14:cNvPr>
                <p14:cNvContentPartPr/>
                <p14:nvPr/>
              </p14:nvContentPartPr>
              <p14:xfrm>
                <a:off x="23914726" y="22152868"/>
                <a:ext cx="760680" cy="9792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F0CBE193-18EF-1CAB-E1CE-97DE3C9709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3897086" y="22134868"/>
                  <a:ext cx="796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8" name="잉크 357">
                  <a:extLst>
                    <a:ext uri="{FF2B5EF4-FFF2-40B4-BE49-F238E27FC236}">
                      <a16:creationId xmlns:a16="http://schemas.microsoft.com/office/drawing/2014/main" id="{84383772-C66E-1B1C-0A76-32FCE865A01E}"/>
                    </a:ext>
                  </a:extLst>
                </p14:cNvPr>
                <p14:cNvContentPartPr/>
                <p14:nvPr/>
              </p14:nvContentPartPr>
              <p14:xfrm>
                <a:off x="20290800" y="3341520"/>
                <a:ext cx="2588760" cy="2210760"/>
              </p14:xfrm>
            </p:contentPart>
          </mc:Choice>
          <mc:Fallback xmlns="">
            <p:pic>
              <p:nvPicPr>
                <p:cNvPr id="358" name="잉크 357">
                  <a:extLst>
                    <a:ext uri="{FF2B5EF4-FFF2-40B4-BE49-F238E27FC236}">
                      <a16:creationId xmlns:a16="http://schemas.microsoft.com/office/drawing/2014/main" id="{84383772-C66E-1B1C-0A76-32FCE865A01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0272800" y="3323880"/>
                  <a:ext cx="2624400" cy="22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9" name="잉크 358">
                  <a:extLst>
                    <a:ext uri="{FF2B5EF4-FFF2-40B4-BE49-F238E27FC236}">
                      <a16:creationId xmlns:a16="http://schemas.microsoft.com/office/drawing/2014/main" id="{FA58880D-D70D-C6F7-E34B-A868B3F4982D}"/>
                    </a:ext>
                  </a:extLst>
                </p14:cNvPr>
                <p14:cNvContentPartPr/>
                <p14:nvPr/>
              </p14:nvContentPartPr>
              <p14:xfrm>
                <a:off x="7627080" y="5120640"/>
                <a:ext cx="12886200" cy="16936200"/>
              </p14:xfrm>
            </p:contentPart>
          </mc:Choice>
          <mc:Fallback xmlns="">
            <p:pic>
              <p:nvPicPr>
                <p:cNvPr id="359" name="잉크 358">
                  <a:extLst>
                    <a:ext uri="{FF2B5EF4-FFF2-40B4-BE49-F238E27FC236}">
                      <a16:creationId xmlns:a16="http://schemas.microsoft.com/office/drawing/2014/main" id="{FA58880D-D70D-C6F7-E34B-A868B3F4982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609080" y="5102640"/>
                  <a:ext cx="12921840" cy="169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2453ACCA-7D77-E35A-6F6B-3982273BC2AC}"/>
                    </a:ext>
                  </a:extLst>
                </p14:cNvPr>
                <p14:cNvContentPartPr/>
                <p14:nvPr/>
              </p14:nvContentPartPr>
              <p14:xfrm>
                <a:off x="7437000" y="21244320"/>
                <a:ext cx="1932480" cy="556560"/>
              </p14:xfrm>
            </p:contentPart>
          </mc:Choice>
          <mc:Fallback xmlns=""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2453ACCA-7D77-E35A-6F6B-3982273BC2A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419000" y="21226680"/>
                  <a:ext cx="19681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62" name="잉크 361">
                  <a:extLst>
                    <a:ext uri="{FF2B5EF4-FFF2-40B4-BE49-F238E27FC236}">
                      <a16:creationId xmlns:a16="http://schemas.microsoft.com/office/drawing/2014/main" id="{B674F35A-4387-8245-88DC-6D12C8022BB3}"/>
                    </a:ext>
                  </a:extLst>
                </p14:cNvPr>
                <p14:cNvContentPartPr/>
                <p14:nvPr/>
              </p14:nvContentPartPr>
              <p14:xfrm>
                <a:off x="19440120" y="5030280"/>
                <a:ext cx="1336680" cy="1338120"/>
              </p14:xfrm>
            </p:contentPart>
          </mc:Choice>
          <mc:Fallback xmlns="">
            <p:pic>
              <p:nvPicPr>
                <p:cNvPr id="362" name="잉크 361">
                  <a:extLst>
                    <a:ext uri="{FF2B5EF4-FFF2-40B4-BE49-F238E27FC236}">
                      <a16:creationId xmlns:a16="http://schemas.microsoft.com/office/drawing/2014/main" id="{B674F35A-4387-8245-88DC-6D12C8022BB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9422480" y="5012640"/>
                  <a:ext cx="1372320" cy="13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67" name="잉크 366">
                  <a:extLst>
                    <a:ext uri="{FF2B5EF4-FFF2-40B4-BE49-F238E27FC236}">
                      <a16:creationId xmlns:a16="http://schemas.microsoft.com/office/drawing/2014/main" id="{E9F2C6C8-71FA-03AC-6CD2-CF1675B37977}"/>
                    </a:ext>
                  </a:extLst>
                </p14:cNvPr>
                <p14:cNvContentPartPr/>
                <p14:nvPr/>
              </p14:nvContentPartPr>
              <p14:xfrm>
                <a:off x="19837560" y="3352680"/>
                <a:ext cx="2811960" cy="8296920"/>
              </p14:xfrm>
            </p:contentPart>
          </mc:Choice>
          <mc:Fallback xmlns="">
            <p:pic>
              <p:nvPicPr>
                <p:cNvPr id="367" name="잉크 366">
                  <a:extLst>
                    <a:ext uri="{FF2B5EF4-FFF2-40B4-BE49-F238E27FC236}">
                      <a16:creationId xmlns:a16="http://schemas.microsoft.com/office/drawing/2014/main" id="{E9F2C6C8-71FA-03AC-6CD2-CF1675B3797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9819560" y="3334680"/>
                  <a:ext cx="2847600" cy="8332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69" name="TextBox 368">
            <a:extLst>
              <a:ext uri="{FF2B5EF4-FFF2-40B4-BE49-F238E27FC236}">
                <a16:creationId xmlns:a16="http://schemas.microsoft.com/office/drawing/2014/main" id="{41E10673-9301-3F27-360E-BC5B6CA44AB3}"/>
              </a:ext>
            </a:extLst>
          </p:cNvPr>
          <p:cNvSpPr txBox="1"/>
          <p:nvPr/>
        </p:nvSpPr>
        <p:spPr>
          <a:xfrm>
            <a:off x="-7798658" y="-4265097"/>
            <a:ext cx="33859058" cy="1732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/>
              <a:t>금요일 </a:t>
            </a:r>
            <a:r>
              <a:rPr lang="en-US" altLang="ko-KR" sz="8000"/>
              <a:t>2</a:t>
            </a:r>
            <a:r>
              <a:rPr lang="ko-KR" altLang="en-US" sz="8000"/>
              <a:t>시까지 </a:t>
            </a:r>
            <a:r>
              <a:rPr lang="en-US" altLang="ko-KR" sz="8000"/>
              <a:t>– </a:t>
            </a:r>
            <a:r>
              <a:rPr lang="ko-KR" altLang="en-US" sz="8000"/>
              <a:t>설계 완성되고 검증까지 되어야 함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tick </a:t>
            </a:r>
            <a:r>
              <a:rPr lang="ko-KR" altLang="en-US" sz="8000"/>
              <a:t> </a:t>
            </a:r>
            <a:r>
              <a:rPr lang="en-US" altLang="ko-KR" sz="8000"/>
              <a:t>freq </a:t>
            </a:r>
            <a:r>
              <a:rPr lang="ko-KR" altLang="en-US" sz="8000"/>
              <a:t>올리지 말 것 </a:t>
            </a:r>
            <a:r>
              <a:rPr lang="en-US" altLang="ko-KR" sz="8000"/>
              <a:t>-&gt; </a:t>
            </a:r>
            <a:r>
              <a:rPr lang="ko-KR" altLang="en-US" sz="8000"/>
              <a:t>실제 </a:t>
            </a:r>
            <a:r>
              <a:rPr lang="en-US" altLang="ko-KR" sz="8000"/>
              <a:t>time </a:t>
            </a:r>
            <a:r>
              <a:rPr lang="ko-KR" altLang="en-US" sz="8000"/>
              <a:t>기준 시뮬레이션</a:t>
            </a:r>
            <a:r>
              <a:rPr lang="en-US" altLang="ko-KR" sz="8000"/>
              <a:t>(</a:t>
            </a:r>
            <a:r>
              <a:rPr lang="ko-KR" altLang="en-US" sz="8000"/>
              <a:t>기능 동작 맞는지</a:t>
            </a:r>
            <a:r>
              <a:rPr lang="en-US" altLang="ko-KR" sz="8000"/>
              <a:t>)</a:t>
            </a:r>
            <a:r>
              <a:rPr lang="ko-KR" altLang="en-US" sz="8000"/>
              <a:t>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2</a:t>
            </a:r>
            <a:r>
              <a:rPr lang="ko-KR" altLang="en-US" sz="8000"/>
              <a:t>시 보드 동작 확인 </a:t>
            </a:r>
            <a:r>
              <a:rPr lang="en-US" altLang="ko-KR" sz="8000"/>
              <a:t>( </a:t>
            </a:r>
            <a:r>
              <a:rPr lang="ko-KR" altLang="en-US" sz="8000"/>
              <a:t>안되면 교체</a:t>
            </a:r>
            <a:r>
              <a:rPr lang="en-US" altLang="ko-KR" sz="8000"/>
              <a:t>) – </a:t>
            </a:r>
            <a:r>
              <a:rPr lang="ko-KR" altLang="en-US" sz="8000"/>
              <a:t>트러블 슈팅</a:t>
            </a:r>
            <a:r>
              <a:rPr lang="en-US" altLang="ko-KR" sz="8000"/>
              <a:t>? </a:t>
            </a:r>
            <a:r>
              <a:rPr lang="ko-KR" altLang="en-US" sz="8000"/>
              <a:t>토의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ko-KR" altLang="en-US" sz="8000"/>
              <a:t>안되면 될때까지 </a:t>
            </a:r>
            <a:r>
              <a:rPr lang="en-US" altLang="ko-KR" sz="8000"/>
              <a:t>– </a:t>
            </a:r>
            <a:r>
              <a:rPr lang="ko-KR" altLang="en-US" sz="8000"/>
              <a:t>시뮬레이션 본다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 </a:t>
            </a:r>
            <a:r>
              <a:rPr lang="ko-KR" altLang="en-US" sz="8000"/>
              <a:t>구현 완료 </a:t>
            </a:r>
            <a:r>
              <a:rPr lang="en-US" altLang="ko-KR" sz="8000"/>
              <a:t>-&gt; top </a:t>
            </a:r>
            <a:r>
              <a:rPr lang="ko-KR" altLang="en-US" sz="8000"/>
              <a:t>검증 토의 </a:t>
            </a:r>
            <a:r>
              <a:rPr lang="en-US" altLang="ko-KR" sz="8000"/>
              <a:t>( with AI)   -&gt; </a:t>
            </a:r>
            <a:r>
              <a:rPr lang="ko-KR" altLang="en-US" sz="8000"/>
              <a:t>각 </a:t>
            </a:r>
            <a:r>
              <a:rPr lang="en-US" altLang="ko-KR" sz="8000"/>
              <a:t> </a:t>
            </a:r>
            <a:r>
              <a:rPr lang="ko-KR" altLang="en-US" sz="8000"/>
              <a:t>시나리오</a:t>
            </a:r>
            <a:r>
              <a:rPr lang="en-US" altLang="ko-KR" sz="8000"/>
              <a:t>(TB)</a:t>
            </a:r>
            <a:r>
              <a:rPr lang="ko-KR" altLang="en-US" sz="8000"/>
              <a:t> 역할 분담 </a:t>
            </a:r>
            <a:r>
              <a:rPr lang="en-US" altLang="ko-KR" sz="8000"/>
              <a:t>-&gt; </a:t>
            </a:r>
            <a:r>
              <a:rPr lang="ko-KR" altLang="en-US" sz="8000"/>
              <a:t>각자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(5</a:t>
            </a:r>
            <a:r>
              <a:rPr lang="ko-KR" altLang="en-US" sz="8000"/>
              <a:t>번 자료</a:t>
            </a:r>
            <a:r>
              <a:rPr lang="en-US" altLang="ko-KR" sz="8000"/>
              <a:t>) </a:t>
            </a:r>
            <a:r>
              <a:rPr lang="ko-KR" altLang="en-US" sz="8000"/>
              <a:t>파형 캡처 및</a:t>
            </a:r>
            <a:r>
              <a:rPr lang="en-US" altLang="ko-KR" sz="8000"/>
              <a:t>, </a:t>
            </a:r>
            <a:r>
              <a:rPr lang="ko-KR" altLang="en-US" sz="8000"/>
              <a:t>어떤 걸 보여주려고 했는지 박스 </a:t>
            </a:r>
            <a:r>
              <a:rPr lang="en-US" altLang="ko-KR" sz="8000"/>
              <a:t>, </a:t>
            </a:r>
            <a:r>
              <a:rPr lang="ko-KR" altLang="en-US" sz="8000"/>
              <a:t>화살표 사용해서 표현할 것</a:t>
            </a:r>
            <a:endParaRPr lang="en-US" altLang="ko-KR" sz="8000"/>
          </a:p>
          <a:p>
            <a:r>
              <a:rPr lang="en-US" altLang="ko-KR" sz="8000"/>
              <a:t>-</a:t>
            </a:r>
            <a:r>
              <a:rPr lang="ko-KR" altLang="en-US" sz="8000"/>
              <a:t> </a:t>
            </a:r>
            <a:r>
              <a:rPr lang="en-US" altLang="ko-KR" sz="8000"/>
              <a:t> </a:t>
            </a:r>
          </a:p>
          <a:p>
            <a:pPr marL="1143000" indent="-1143000">
              <a:buFontTx/>
              <a:buChar char="-"/>
            </a:pPr>
            <a:endParaRPr lang="en-US" altLang="ko-KR" sz="8000"/>
          </a:p>
          <a:p>
            <a:pPr marL="1143000" indent="-1143000">
              <a:buFontTx/>
              <a:buChar char="-"/>
            </a:pPr>
            <a:endParaRPr lang="en-US" altLang="ko-KR" sz="8000"/>
          </a:p>
          <a:p>
            <a:pPr marL="1143000" indent="-1143000">
              <a:buFontTx/>
              <a:buChar char="-"/>
            </a:pPr>
            <a:endParaRPr lang="en-US" altLang="ko-KR" sz="8000" b="1">
              <a:solidFill>
                <a:srgbClr val="FF0000"/>
              </a:solidFill>
            </a:endParaRPr>
          </a:p>
          <a:p>
            <a:endParaRPr lang="en-US" altLang="ko-KR" sz="8000"/>
          </a:p>
          <a:p>
            <a:endParaRPr lang="en-US" altLang="ko-KR" sz="8000"/>
          </a:p>
          <a:p>
            <a:endParaRPr lang="en-US" altLang="ko-KR" sz="80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70" name="잉크 369">
                <a:extLst>
                  <a:ext uri="{FF2B5EF4-FFF2-40B4-BE49-F238E27FC236}">
                    <a16:creationId xmlns:a16="http://schemas.microsoft.com/office/drawing/2014/main" id="{4824735A-3424-7B33-1779-3122892CBA11}"/>
                  </a:ext>
                </a:extLst>
              </p14:cNvPr>
              <p14:cNvContentPartPr/>
              <p14:nvPr/>
            </p14:nvContentPartPr>
            <p14:xfrm>
              <a:off x="651148" y="17654280"/>
              <a:ext cx="7184880" cy="1315080"/>
            </p14:xfrm>
          </p:contentPart>
        </mc:Choice>
        <mc:Fallback xmlns="">
          <p:pic>
            <p:nvPicPr>
              <p:cNvPr id="370" name="잉크 369">
                <a:extLst>
                  <a:ext uri="{FF2B5EF4-FFF2-40B4-BE49-F238E27FC236}">
                    <a16:creationId xmlns:a16="http://schemas.microsoft.com/office/drawing/2014/main" id="{4824735A-3424-7B33-1779-3122892CBA11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633508" y="17636280"/>
                <a:ext cx="7220520" cy="13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71" name="잉크 370">
                <a:extLst>
                  <a:ext uri="{FF2B5EF4-FFF2-40B4-BE49-F238E27FC236}">
                    <a16:creationId xmlns:a16="http://schemas.microsoft.com/office/drawing/2014/main" id="{8DCF7520-FEE9-9AF2-5C76-8C35EC0368ED}"/>
                  </a:ext>
                </a:extLst>
              </p14:cNvPr>
              <p14:cNvContentPartPr/>
              <p14:nvPr/>
            </p14:nvContentPartPr>
            <p14:xfrm>
              <a:off x="638040" y="15940800"/>
              <a:ext cx="270720" cy="1418760"/>
            </p14:xfrm>
          </p:contentPart>
        </mc:Choice>
        <mc:Fallback xmlns="">
          <p:pic>
            <p:nvPicPr>
              <p:cNvPr id="371" name="잉크 370">
                <a:extLst>
                  <a:ext uri="{FF2B5EF4-FFF2-40B4-BE49-F238E27FC236}">
                    <a16:creationId xmlns:a16="http://schemas.microsoft.com/office/drawing/2014/main" id="{8DCF7520-FEE9-9AF2-5C76-8C35EC0368ED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620400" y="15923160"/>
                <a:ext cx="306360" cy="14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72" name="잉크 371">
                <a:extLst>
                  <a:ext uri="{FF2B5EF4-FFF2-40B4-BE49-F238E27FC236}">
                    <a16:creationId xmlns:a16="http://schemas.microsoft.com/office/drawing/2014/main" id="{960AFC17-AAFB-611F-714B-3EB158ECF4FD}"/>
                  </a:ext>
                </a:extLst>
              </p14:cNvPr>
              <p14:cNvContentPartPr/>
              <p14:nvPr/>
            </p14:nvContentPartPr>
            <p14:xfrm>
              <a:off x="72120" y="16409520"/>
              <a:ext cx="534960" cy="326520"/>
            </p14:xfrm>
          </p:contentPart>
        </mc:Choice>
        <mc:Fallback xmlns="">
          <p:pic>
            <p:nvPicPr>
              <p:cNvPr id="372" name="잉크 371">
                <a:extLst>
                  <a:ext uri="{FF2B5EF4-FFF2-40B4-BE49-F238E27FC236}">
                    <a16:creationId xmlns:a16="http://schemas.microsoft.com/office/drawing/2014/main" id="{960AFC17-AAFB-611F-714B-3EB158ECF4FD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54480" y="16391880"/>
                <a:ext cx="5706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379" name="잉크 378">
                <a:extLst>
                  <a:ext uri="{FF2B5EF4-FFF2-40B4-BE49-F238E27FC236}">
                    <a16:creationId xmlns:a16="http://schemas.microsoft.com/office/drawing/2014/main" id="{CDC9AB21-2969-8332-15C2-A1F30127DFFC}"/>
                  </a:ext>
                </a:extLst>
              </p14:cNvPr>
              <p14:cNvContentPartPr/>
              <p14:nvPr/>
            </p14:nvContentPartPr>
            <p14:xfrm>
              <a:off x="-1341600" y="19751040"/>
              <a:ext cx="943920" cy="219960"/>
            </p14:xfrm>
          </p:contentPart>
        </mc:Choice>
        <mc:Fallback xmlns="">
          <p:pic>
            <p:nvPicPr>
              <p:cNvPr id="379" name="잉크 378">
                <a:extLst>
                  <a:ext uri="{FF2B5EF4-FFF2-40B4-BE49-F238E27FC236}">
                    <a16:creationId xmlns:a16="http://schemas.microsoft.com/office/drawing/2014/main" id="{CDC9AB21-2969-8332-15C2-A1F30127DFFC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-1359600" y="19733040"/>
                <a:ext cx="9795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381" name="잉크 380">
                <a:extLst>
                  <a:ext uri="{FF2B5EF4-FFF2-40B4-BE49-F238E27FC236}">
                    <a16:creationId xmlns:a16="http://schemas.microsoft.com/office/drawing/2014/main" id="{C0A39F65-0F23-FE24-40BE-878BDEDF4961}"/>
                  </a:ext>
                </a:extLst>
              </p14:cNvPr>
              <p14:cNvContentPartPr/>
              <p14:nvPr/>
            </p14:nvContentPartPr>
            <p14:xfrm>
              <a:off x="-1700160" y="20634840"/>
              <a:ext cx="207000" cy="299520"/>
            </p14:xfrm>
          </p:contentPart>
        </mc:Choice>
        <mc:Fallback xmlns="">
          <p:pic>
            <p:nvPicPr>
              <p:cNvPr id="381" name="잉크 380">
                <a:extLst>
                  <a:ext uri="{FF2B5EF4-FFF2-40B4-BE49-F238E27FC236}">
                    <a16:creationId xmlns:a16="http://schemas.microsoft.com/office/drawing/2014/main" id="{C0A39F65-0F23-FE24-40BE-878BDEDF4961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-1718160" y="20616840"/>
                <a:ext cx="2426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382" name="잉크 381">
                <a:extLst>
                  <a:ext uri="{FF2B5EF4-FFF2-40B4-BE49-F238E27FC236}">
                    <a16:creationId xmlns:a16="http://schemas.microsoft.com/office/drawing/2014/main" id="{B4449E94-B952-124E-D986-7AE955CB40AA}"/>
                  </a:ext>
                </a:extLst>
              </p14:cNvPr>
              <p14:cNvContentPartPr/>
              <p14:nvPr/>
            </p14:nvContentPartPr>
            <p14:xfrm>
              <a:off x="-1676400" y="20775240"/>
              <a:ext cx="12600" cy="12600"/>
            </p14:xfrm>
          </p:contentPart>
        </mc:Choice>
        <mc:Fallback xmlns="">
          <p:pic>
            <p:nvPicPr>
              <p:cNvPr id="382" name="잉크 381">
                <a:extLst>
                  <a:ext uri="{FF2B5EF4-FFF2-40B4-BE49-F238E27FC236}">
                    <a16:creationId xmlns:a16="http://schemas.microsoft.com/office/drawing/2014/main" id="{B4449E94-B952-124E-D986-7AE955CB40AA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-1694400" y="20757240"/>
                <a:ext cx="482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383" name="잉크 382">
                <a:extLst>
                  <a:ext uri="{FF2B5EF4-FFF2-40B4-BE49-F238E27FC236}">
                    <a16:creationId xmlns:a16="http://schemas.microsoft.com/office/drawing/2014/main" id="{88BF6CA2-D452-EB73-333F-EFCA5A0B64E0}"/>
                  </a:ext>
                </a:extLst>
              </p14:cNvPr>
              <p14:cNvContentPartPr/>
              <p14:nvPr/>
            </p14:nvContentPartPr>
            <p14:xfrm>
              <a:off x="-1679280" y="20604240"/>
              <a:ext cx="277200" cy="611280"/>
            </p14:xfrm>
          </p:contentPart>
        </mc:Choice>
        <mc:Fallback xmlns="">
          <p:pic>
            <p:nvPicPr>
              <p:cNvPr id="383" name="잉크 382">
                <a:extLst>
                  <a:ext uri="{FF2B5EF4-FFF2-40B4-BE49-F238E27FC236}">
                    <a16:creationId xmlns:a16="http://schemas.microsoft.com/office/drawing/2014/main" id="{88BF6CA2-D452-EB73-333F-EFCA5A0B64E0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-1696920" y="20586600"/>
                <a:ext cx="31284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384" name="잉크 383">
                <a:extLst>
                  <a:ext uri="{FF2B5EF4-FFF2-40B4-BE49-F238E27FC236}">
                    <a16:creationId xmlns:a16="http://schemas.microsoft.com/office/drawing/2014/main" id="{28460F13-E8F4-E855-5D3A-4FF986C12E5A}"/>
                  </a:ext>
                </a:extLst>
              </p14:cNvPr>
              <p14:cNvContentPartPr/>
              <p14:nvPr/>
            </p14:nvContentPartPr>
            <p14:xfrm>
              <a:off x="-1703400" y="21059640"/>
              <a:ext cx="301320" cy="122040"/>
            </p14:xfrm>
          </p:contentPart>
        </mc:Choice>
        <mc:Fallback xmlns="">
          <p:pic>
            <p:nvPicPr>
              <p:cNvPr id="384" name="잉크 383">
                <a:extLst>
                  <a:ext uri="{FF2B5EF4-FFF2-40B4-BE49-F238E27FC236}">
                    <a16:creationId xmlns:a16="http://schemas.microsoft.com/office/drawing/2014/main" id="{28460F13-E8F4-E855-5D3A-4FF986C12E5A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-1721040" y="21042000"/>
                <a:ext cx="3369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385" name="잉크 384">
                <a:extLst>
                  <a:ext uri="{FF2B5EF4-FFF2-40B4-BE49-F238E27FC236}">
                    <a16:creationId xmlns:a16="http://schemas.microsoft.com/office/drawing/2014/main" id="{AFFB0FDB-3258-F41C-EA1F-4EF6643E9261}"/>
                  </a:ext>
                </a:extLst>
              </p14:cNvPr>
              <p14:cNvContentPartPr/>
              <p14:nvPr/>
            </p14:nvContentPartPr>
            <p14:xfrm>
              <a:off x="-1249800" y="20970720"/>
              <a:ext cx="513000" cy="152280"/>
            </p14:xfrm>
          </p:contentPart>
        </mc:Choice>
        <mc:Fallback xmlns="">
          <p:pic>
            <p:nvPicPr>
              <p:cNvPr id="385" name="잉크 384">
                <a:extLst>
                  <a:ext uri="{FF2B5EF4-FFF2-40B4-BE49-F238E27FC236}">
                    <a16:creationId xmlns:a16="http://schemas.microsoft.com/office/drawing/2014/main" id="{AFFB0FDB-3258-F41C-EA1F-4EF6643E9261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-1267800" y="20952720"/>
                <a:ext cx="5486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386" name="잉크 385">
                <a:extLst>
                  <a:ext uri="{FF2B5EF4-FFF2-40B4-BE49-F238E27FC236}">
                    <a16:creationId xmlns:a16="http://schemas.microsoft.com/office/drawing/2014/main" id="{E82CFA92-A521-398E-7B0B-F709FF852950}"/>
                  </a:ext>
                </a:extLst>
              </p14:cNvPr>
              <p14:cNvContentPartPr/>
              <p14:nvPr/>
            </p14:nvContentPartPr>
            <p14:xfrm>
              <a:off x="-722040" y="20687760"/>
              <a:ext cx="515880" cy="590040"/>
            </p14:xfrm>
          </p:contentPart>
        </mc:Choice>
        <mc:Fallback xmlns="">
          <p:pic>
            <p:nvPicPr>
              <p:cNvPr id="386" name="잉크 385">
                <a:extLst>
                  <a:ext uri="{FF2B5EF4-FFF2-40B4-BE49-F238E27FC236}">
                    <a16:creationId xmlns:a16="http://schemas.microsoft.com/office/drawing/2014/main" id="{E82CFA92-A521-398E-7B0B-F709FF852950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-739680" y="20670120"/>
                <a:ext cx="55152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388" name="잉크 387">
                <a:extLst>
                  <a:ext uri="{FF2B5EF4-FFF2-40B4-BE49-F238E27FC236}">
                    <a16:creationId xmlns:a16="http://schemas.microsoft.com/office/drawing/2014/main" id="{1D317482-FC36-1FF6-5402-C07C8D4ABEBC}"/>
                  </a:ext>
                </a:extLst>
              </p14:cNvPr>
              <p14:cNvContentPartPr/>
              <p14:nvPr/>
            </p14:nvContentPartPr>
            <p14:xfrm>
              <a:off x="-4833600" y="19018800"/>
              <a:ext cx="263880" cy="412560"/>
            </p14:xfrm>
          </p:contentPart>
        </mc:Choice>
        <mc:Fallback xmlns="">
          <p:pic>
            <p:nvPicPr>
              <p:cNvPr id="388" name="잉크 387">
                <a:extLst>
                  <a:ext uri="{FF2B5EF4-FFF2-40B4-BE49-F238E27FC236}">
                    <a16:creationId xmlns:a16="http://schemas.microsoft.com/office/drawing/2014/main" id="{1D317482-FC36-1FF6-5402-C07C8D4ABEBC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-4851600" y="19001160"/>
                <a:ext cx="2995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2">
            <p14:nvContentPartPr>
              <p14:cNvPr id="389" name="잉크 388">
                <a:extLst>
                  <a:ext uri="{FF2B5EF4-FFF2-40B4-BE49-F238E27FC236}">
                    <a16:creationId xmlns:a16="http://schemas.microsoft.com/office/drawing/2014/main" id="{FD0D6AFD-B692-957B-7E70-6C44F37219DA}"/>
                  </a:ext>
                </a:extLst>
              </p14:cNvPr>
              <p14:cNvContentPartPr/>
              <p14:nvPr/>
            </p14:nvContentPartPr>
            <p14:xfrm>
              <a:off x="-4389720" y="19446120"/>
              <a:ext cx="61560" cy="58680"/>
            </p14:xfrm>
          </p:contentPart>
        </mc:Choice>
        <mc:Fallback xmlns="">
          <p:pic>
            <p:nvPicPr>
              <p:cNvPr id="389" name="잉크 388">
                <a:extLst>
                  <a:ext uri="{FF2B5EF4-FFF2-40B4-BE49-F238E27FC236}">
                    <a16:creationId xmlns:a16="http://schemas.microsoft.com/office/drawing/2014/main" id="{FD0D6AFD-B692-957B-7E70-6C44F37219DA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-4407360" y="19428120"/>
                <a:ext cx="972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4">
            <p14:nvContentPartPr>
              <p14:cNvPr id="390" name="잉크 389">
                <a:extLst>
                  <a:ext uri="{FF2B5EF4-FFF2-40B4-BE49-F238E27FC236}">
                    <a16:creationId xmlns:a16="http://schemas.microsoft.com/office/drawing/2014/main" id="{5086F61D-24D9-E32D-08F4-81069070974D}"/>
                  </a:ext>
                </a:extLst>
              </p14:cNvPr>
              <p14:cNvContentPartPr/>
              <p14:nvPr/>
            </p14:nvContentPartPr>
            <p14:xfrm>
              <a:off x="-3864480" y="18958320"/>
              <a:ext cx="497160" cy="189360"/>
            </p14:xfrm>
          </p:contentPart>
        </mc:Choice>
        <mc:Fallback xmlns="">
          <p:pic>
            <p:nvPicPr>
              <p:cNvPr id="390" name="잉크 389">
                <a:extLst>
                  <a:ext uri="{FF2B5EF4-FFF2-40B4-BE49-F238E27FC236}">
                    <a16:creationId xmlns:a16="http://schemas.microsoft.com/office/drawing/2014/main" id="{5086F61D-24D9-E32D-08F4-81069070974D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-3882120" y="18940680"/>
                <a:ext cx="5328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391" name="잉크 390">
                <a:extLst>
                  <a:ext uri="{FF2B5EF4-FFF2-40B4-BE49-F238E27FC236}">
                    <a16:creationId xmlns:a16="http://schemas.microsoft.com/office/drawing/2014/main" id="{908C7C14-0E6F-FBA0-3561-1727368DEFEA}"/>
                  </a:ext>
                </a:extLst>
              </p14:cNvPr>
              <p14:cNvContentPartPr/>
              <p14:nvPr/>
            </p14:nvContentPartPr>
            <p14:xfrm>
              <a:off x="-3447240" y="18866880"/>
              <a:ext cx="64080" cy="403560"/>
            </p14:xfrm>
          </p:contentPart>
        </mc:Choice>
        <mc:Fallback xmlns="">
          <p:pic>
            <p:nvPicPr>
              <p:cNvPr id="391" name="잉크 390">
                <a:extLst>
                  <a:ext uri="{FF2B5EF4-FFF2-40B4-BE49-F238E27FC236}">
                    <a16:creationId xmlns:a16="http://schemas.microsoft.com/office/drawing/2014/main" id="{908C7C14-0E6F-FBA0-3561-1727368DEFEA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-3464880" y="18849240"/>
                <a:ext cx="9972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8">
            <p14:nvContentPartPr>
              <p14:cNvPr id="392" name="잉크 391">
                <a:extLst>
                  <a:ext uri="{FF2B5EF4-FFF2-40B4-BE49-F238E27FC236}">
                    <a16:creationId xmlns:a16="http://schemas.microsoft.com/office/drawing/2014/main" id="{A7EE50E4-6EBC-6BCB-A6CB-63EA79DD628D}"/>
                  </a:ext>
                </a:extLst>
              </p14:cNvPr>
              <p14:cNvContentPartPr/>
              <p14:nvPr/>
            </p14:nvContentPartPr>
            <p14:xfrm>
              <a:off x="-4693920" y="19568880"/>
              <a:ext cx="1735920" cy="212760"/>
            </p14:xfrm>
          </p:contentPart>
        </mc:Choice>
        <mc:Fallback xmlns="">
          <p:pic>
            <p:nvPicPr>
              <p:cNvPr id="392" name="잉크 391">
                <a:extLst>
                  <a:ext uri="{FF2B5EF4-FFF2-40B4-BE49-F238E27FC236}">
                    <a16:creationId xmlns:a16="http://schemas.microsoft.com/office/drawing/2014/main" id="{A7EE50E4-6EBC-6BCB-A6CB-63EA79DD628D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-4711920" y="19551240"/>
                <a:ext cx="1771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394" name="잉크 393">
                <a:extLst>
                  <a:ext uri="{FF2B5EF4-FFF2-40B4-BE49-F238E27FC236}">
                    <a16:creationId xmlns:a16="http://schemas.microsoft.com/office/drawing/2014/main" id="{01731E98-537F-416C-83C6-E292DD446B57}"/>
                  </a:ext>
                </a:extLst>
              </p14:cNvPr>
              <p14:cNvContentPartPr/>
              <p14:nvPr/>
            </p14:nvContentPartPr>
            <p14:xfrm>
              <a:off x="-4922160" y="18621720"/>
              <a:ext cx="2146680" cy="981720"/>
            </p14:xfrm>
          </p:contentPart>
        </mc:Choice>
        <mc:Fallback xmlns="">
          <p:pic>
            <p:nvPicPr>
              <p:cNvPr id="394" name="잉크 393">
                <a:extLst>
                  <a:ext uri="{FF2B5EF4-FFF2-40B4-BE49-F238E27FC236}">
                    <a16:creationId xmlns:a16="http://schemas.microsoft.com/office/drawing/2014/main" id="{01731E98-537F-416C-83C6-E292DD446B57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-4939800" y="18604080"/>
                <a:ext cx="2182320" cy="10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387" name="잉크 386">
                <a:extLst>
                  <a:ext uri="{FF2B5EF4-FFF2-40B4-BE49-F238E27FC236}">
                    <a16:creationId xmlns:a16="http://schemas.microsoft.com/office/drawing/2014/main" id="{C2700BD4-E3FC-95A9-C626-34B6E29A80AD}"/>
                  </a:ext>
                </a:extLst>
              </p14:cNvPr>
              <p14:cNvContentPartPr/>
              <p14:nvPr/>
            </p14:nvContentPartPr>
            <p14:xfrm>
              <a:off x="-3242400" y="17372880"/>
              <a:ext cx="4065480" cy="2513520"/>
            </p14:xfrm>
          </p:contentPart>
        </mc:Choice>
        <mc:Fallback xmlns="">
          <p:pic>
            <p:nvPicPr>
              <p:cNvPr id="387" name="잉크 386">
                <a:extLst>
                  <a:ext uri="{FF2B5EF4-FFF2-40B4-BE49-F238E27FC236}">
                    <a16:creationId xmlns:a16="http://schemas.microsoft.com/office/drawing/2014/main" id="{C2700BD4-E3FC-95A9-C626-34B6E29A80AD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-3260040" y="17355240"/>
                <a:ext cx="4101120" cy="254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A3659232-58BF-0790-F70B-F9717508636E}"/>
              </a:ext>
            </a:extLst>
          </p:cNvPr>
          <p:cNvGrpSpPr/>
          <p:nvPr/>
        </p:nvGrpSpPr>
        <p:grpSpPr>
          <a:xfrm>
            <a:off x="7330800" y="14691240"/>
            <a:ext cx="2797920" cy="5572080"/>
            <a:chOff x="7330800" y="14691240"/>
            <a:chExt cx="2797920" cy="55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782DD1D5-66A1-2229-C5A4-13C743D39460}"/>
                    </a:ext>
                  </a:extLst>
                </p14:cNvPr>
                <p14:cNvContentPartPr/>
                <p14:nvPr/>
              </p14:nvContentPartPr>
              <p14:xfrm>
                <a:off x="7330800" y="15788520"/>
                <a:ext cx="1186200" cy="4474800"/>
              </p14:xfrm>
            </p:contentPart>
          </mc:Choice>
          <mc:Fallback xmlns=""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782DD1D5-66A1-2229-C5A4-13C743D3946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313160" y="15770520"/>
                  <a:ext cx="1221840" cy="45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2FCB1F4E-3A0B-F760-2312-EC8EF9BBE79A}"/>
                    </a:ext>
                  </a:extLst>
                </p14:cNvPr>
                <p14:cNvContentPartPr/>
                <p14:nvPr/>
              </p14:nvContentPartPr>
              <p14:xfrm>
                <a:off x="8451840" y="15148440"/>
                <a:ext cx="113040" cy="536760"/>
              </p14:xfrm>
            </p:contentPart>
          </mc:Choice>
          <mc:Fallback xmlns=""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2FCB1F4E-3A0B-F760-2312-EC8EF9BBE79A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434200" y="15130440"/>
                  <a:ext cx="1486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4BCE431B-2C9E-703C-6087-7178E8F1765A}"/>
                    </a:ext>
                  </a:extLst>
                </p14:cNvPr>
                <p14:cNvContentPartPr/>
                <p14:nvPr/>
              </p14:nvContentPartPr>
              <p14:xfrm>
                <a:off x="8595120" y="15153480"/>
                <a:ext cx="429840" cy="316440"/>
              </p14:xfrm>
            </p:contentPart>
          </mc:Choice>
          <mc:Fallback xmlns=""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4BCE431B-2C9E-703C-6087-7178E8F1765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577480" y="15135840"/>
                  <a:ext cx="465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B537FEC9-0ED5-CA98-0CD6-9B7EDE3CA5AA}"/>
                    </a:ext>
                  </a:extLst>
                </p14:cNvPr>
                <p14:cNvContentPartPr/>
                <p14:nvPr/>
              </p14:nvContentPartPr>
              <p14:xfrm>
                <a:off x="9451560" y="14874120"/>
                <a:ext cx="172800" cy="252360"/>
              </p14:xfrm>
            </p:contentPart>
          </mc:Choice>
          <mc:Fallback xmlns=""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B537FEC9-0ED5-CA98-0CD6-9B7EDE3CA5A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433560" y="14856120"/>
                  <a:ext cx="208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972CA6CD-6F0F-FB4E-1A47-FAFDA5541FC3}"/>
                    </a:ext>
                  </a:extLst>
                </p14:cNvPr>
                <p14:cNvContentPartPr/>
                <p14:nvPr/>
              </p14:nvContentPartPr>
              <p14:xfrm>
                <a:off x="9588360" y="14691240"/>
                <a:ext cx="135000" cy="342000"/>
              </p14:xfrm>
            </p:contentPart>
          </mc:Choice>
          <mc:Fallback xmlns=""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972CA6CD-6F0F-FB4E-1A47-FAFDA5541FC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70720" y="14673240"/>
                  <a:ext cx="1706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FF92E99C-E3E8-54DA-8A7B-A8BA9F6EB6E3}"/>
                    </a:ext>
                  </a:extLst>
                </p14:cNvPr>
                <p14:cNvContentPartPr/>
                <p14:nvPr/>
              </p14:nvContentPartPr>
              <p14:xfrm>
                <a:off x="9448680" y="14934960"/>
                <a:ext cx="239400" cy="360"/>
              </p14:xfrm>
            </p:contentPart>
          </mc:Choice>
          <mc:Fallback xmlns=""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FF92E99C-E3E8-54DA-8A7B-A8BA9F6EB6E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430680" y="14917320"/>
                  <a:ext cx="275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BC90C241-975B-FDBB-F9F6-16E6F554CFE6}"/>
                    </a:ext>
                  </a:extLst>
                </p14:cNvPr>
                <p14:cNvContentPartPr/>
                <p14:nvPr/>
              </p14:nvContentPartPr>
              <p14:xfrm>
                <a:off x="9052320" y="15179040"/>
                <a:ext cx="721440" cy="360"/>
              </p14:xfrm>
            </p:contentPart>
          </mc:Choice>
          <mc:Fallback xmlns=""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BC90C241-975B-FDBB-F9F6-16E6F554CFE6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034680" y="15161040"/>
                  <a:ext cx="75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8292B6A5-7BAF-17E9-F3DA-693EA2035A4B}"/>
                    </a:ext>
                  </a:extLst>
                </p14:cNvPr>
                <p14:cNvContentPartPr/>
                <p14:nvPr/>
              </p14:nvContentPartPr>
              <p14:xfrm>
                <a:off x="9438960" y="15270480"/>
                <a:ext cx="71280" cy="348840"/>
              </p14:xfrm>
            </p:contentPart>
          </mc:Choice>
          <mc:Fallback xmlns=""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8292B6A5-7BAF-17E9-F3DA-693EA2035A4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420960" y="15252480"/>
                  <a:ext cx="1069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71F1F4D5-4EA0-7706-EA65-B811296AFB1B}"/>
                    </a:ext>
                  </a:extLst>
                </p14:cNvPr>
                <p14:cNvContentPartPr/>
                <p14:nvPr/>
              </p14:nvContentPartPr>
              <p14:xfrm>
                <a:off x="9175080" y="15575040"/>
                <a:ext cx="953640" cy="158040"/>
              </p14:xfrm>
            </p:contentPart>
          </mc:Choice>
          <mc:Fallback xmlns=""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71F1F4D5-4EA0-7706-EA65-B811296AFB1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157440" y="15557040"/>
                  <a:ext cx="98928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2">
            <p14:nvContentPartPr>
              <p14:cNvPr id="406" name="잉크 405">
                <a:extLst>
                  <a:ext uri="{FF2B5EF4-FFF2-40B4-BE49-F238E27FC236}">
                    <a16:creationId xmlns:a16="http://schemas.microsoft.com/office/drawing/2014/main" id="{38D21A75-586F-F7BD-0140-6222BE1C023D}"/>
                  </a:ext>
                </a:extLst>
              </p14:cNvPr>
              <p14:cNvContentPartPr/>
              <p14:nvPr/>
            </p14:nvContentPartPr>
            <p14:xfrm>
              <a:off x="12374760" y="17739360"/>
              <a:ext cx="360" cy="360"/>
            </p14:xfrm>
          </p:contentPart>
        </mc:Choice>
        <mc:Fallback xmlns="">
          <p:pic>
            <p:nvPicPr>
              <p:cNvPr id="406" name="잉크 405">
                <a:extLst>
                  <a:ext uri="{FF2B5EF4-FFF2-40B4-BE49-F238E27FC236}">
                    <a16:creationId xmlns:a16="http://schemas.microsoft.com/office/drawing/2014/main" id="{38D21A75-586F-F7BD-0140-6222BE1C023D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12356760" y="177213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그룹 418">
            <a:extLst>
              <a:ext uri="{FF2B5EF4-FFF2-40B4-BE49-F238E27FC236}">
                <a16:creationId xmlns:a16="http://schemas.microsoft.com/office/drawing/2014/main" id="{2339BD41-49D9-7113-B9E9-DB82B49EF5AE}"/>
              </a:ext>
            </a:extLst>
          </p:cNvPr>
          <p:cNvGrpSpPr/>
          <p:nvPr/>
        </p:nvGrpSpPr>
        <p:grpSpPr>
          <a:xfrm>
            <a:off x="-1987080" y="16306200"/>
            <a:ext cx="10036800" cy="6946920"/>
            <a:chOff x="-1987080" y="16306200"/>
            <a:chExt cx="10036800" cy="69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A663B3ED-7006-6FAB-D3CB-3CD8DCA1844A}"/>
                    </a:ext>
                  </a:extLst>
                </p14:cNvPr>
                <p14:cNvContentPartPr/>
                <p14:nvPr/>
              </p14:nvContentPartPr>
              <p14:xfrm>
                <a:off x="483600" y="17434440"/>
                <a:ext cx="511560" cy="1394640"/>
              </p14:xfrm>
            </p:contentPart>
          </mc:Choice>
          <mc:Fallback xmlns=""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A663B3ED-7006-6FAB-D3CB-3CD8DCA1844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65600" y="17416440"/>
                  <a:ext cx="547200" cy="14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4" name="잉크 373">
                  <a:extLst>
                    <a:ext uri="{FF2B5EF4-FFF2-40B4-BE49-F238E27FC236}">
                      <a16:creationId xmlns:a16="http://schemas.microsoft.com/office/drawing/2014/main" id="{633FBF01-07F7-815B-27CB-A2EE807FF671}"/>
                    </a:ext>
                  </a:extLst>
                </p14:cNvPr>
                <p14:cNvContentPartPr/>
                <p14:nvPr/>
              </p14:nvContentPartPr>
              <p14:xfrm>
                <a:off x="728040" y="18897480"/>
                <a:ext cx="334440" cy="1143000"/>
              </p14:xfrm>
            </p:contentPart>
          </mc:Choice>
          <mc:Fallback xmlns="">
            <p:pic>
              <p:nvPicPr>
                <p:cNvPr id="374" name="잉크 373">
                  <a:extLst>
                    <a:ext uri="{FF2B5EF4-FFF2-40B4-BE49-F238E27FC236}">
                      <a16:creationId xmlns:a16="http://schemas.microsoft.com/office/drawing/2014/main" id="{633FBF01-07F7-815B-27CB-A2EE807FF671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10400" y="18879480"/>
                  <a:ext cx="370080" cy="11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5C0038D8-32F1-9CE8-9329-493DB23E407D}"/>
                    </a:ext>
                  </a:extLst>
                </p14:cNvPr>
                <p14:cNvContentPartPr/>
                <p14:nvPr/>
              </p14:nvContentPartPr>
              <p14:xfrm>
                <a:off x="541920" y="16974000"/>
                <a:ext cx="7507800" cy="2260440"/>
              </p14:xfrm>
            </p:contentPart>
          </mc:Choice>
          <mc:Fallback xmlns=""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5C0038D8-32F1-9CE8-9329-493DB23E407D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24280" y="16956000"/>
                  <a:ext cx="7543440" cy="22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7" name="잉크 376">
                  <a:extLst>
                    <a:ext uri="{FF2B5EF4-FFF2-40B4-BE49-F238E27FC236}">
                      <a16:creationId xmlns:a16="http://schemas.microsoft.com/office/drawing/2014/main" id="{81A420D6-B757-5F87-E0F4-DF1428671935}"/>
                    </a:ext>
                  </a:extLst>
                </p14:cNvPr>
                <p14:cNvContentPartPr/>
                <p14:nvPr/>
              </p14:nvContentPartPr>
              <p14:xfrm>
                <a:off x="-1057200" y="18379080"/>
                <a:ext cx="2032560" cy="1729440"/>
              </p14:xfrm>
            </p:contentPart>
          </mc:Choice>
          <mc:Fallback xmlns="">
            <p:pic>
              <p:nvPicPr>
                <p:cNvPr id="377" name="잉크 376">
                  <a:extLst>
                    <a:ext uri="{FF2B5EF4-FFF2-40B4-BE49-F238E27FC236}">
                      <a16:creationId xmlns:a16="http://schemas.microsoft.com/office/drawing/2014/main" id="{81A420D6-B757-5F87-E0F4-DF1428671935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-1074840" y="18361440"/>
                  <a:ext cx="2068200" cy="17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EB5192BE-34F5-EFBD-9F51-F6298913E56E}"/>
                    </a:ext>
                  </a:extLst>
                </p14:cNvPr>
                <p14:cNvContentPartPr/>
                <p14:nvPr/>
              </p14:nvContentPartPr>
              <p14:xfrm>
                <a:off x="-1987080" y="20390760"/>
                <a:ext cx="2755800" cy="1129320"/>
              </p14:xfrm>
            </p:contentPart>
          </mc:Choice>
          <mc:Fallback xmlns=""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EB5192BE-34F5-EFBD-9F51-F6298913E56E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-2004720" y="20372760"/>
                  <a:ext cx="279144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7C591FE8-3B49-5B51-B5EF-662820B3A4D3}"/>
                    </a:ext>
                  </a:extLst>
                </p14:cNvPr>
                <p14:cNvContentPartPr/>
                <p14:nvPr/>
              </p14:nvContentPartPr>
              <p14:xfrm>
                <a:off x="-763800" y="16306200"/>
                <a:ext cx="1535400" cy="553680"/>
              </p14:xfrm>
            </p:contentPart>
          </mc:Choice>
          <mc:Fallback xmlns=""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7C591FE8-3B49-5B51-B5EF-662820B3A4D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-781800" y="16288560"/>
                  <a:ext cx="15710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93E0FE9A-D5E9-2AA6-965B-A7522BA938DE}"/>
                    </a:ext>
                  </a:extLst>
                </p14:cNvPr>
                <p14:cNvContentPartPr/>
                <p14:nvPr/>
              </p14:nvContentPartPr>
              <p14:xfrm>
                <a:off x="634440" y="18744120"/>
                <a:ext cx="3426840" cy="704160"/>
              </p14:xfrm>
            </p:contentPart>
          </mc:Choice>
          <mc:Fallback xmlns=""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93E0FE9A-D5E9-2AA6-965B-A7522BA938D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16800" y="18726120"/>
                  <a:ext cx="34624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B87C3804-788D-8C35-B901-0E243875CFA1}"/>
                    </a:ext>
                  </a:extLst>
                </p14:cNvPr>
                <p14:cNvContentPartPr/>
                <p14:nvPr/>
              </p14:nvContentPartPr>
              <p14:xfrm>
                <a:off x="-873600" y="19171800"/>
                <a:ext cx="5209200" cy="3920040"/>
              </p14:xfrm>
            </p:contentPart>
          </mc:Choice>
          <mc:Fallback xmlns=""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B87C3804-788D-8C35-B901-0E243875CFA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-891600" y="19153800"/>
                  <a:ext cx="5244840" cy="39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B0DCADE5-D506-60FD-118B-172542EE631C}"/>
                    </a:ext>
                  </a:extLst>
                </p14:cNvPr>
                <p14:cNvContentPartPr/>
                <p14:nvPr/>
              </p14:nvContentPartPr>
              <p14:xfrm>
                <a:off x="-742920" y="22707360"/>
                <a:ext cx="1022040" cy="545760"/>
              </p14:xfrm>
            </p:contentPart>
          </mc:Choice>
          <mc:Fallback xmlns=""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B0DCADE5-D506-60FD-118B-172542EE631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-760560" y="22689720"/>
                  <a:ext cx="1057680" cy="58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2">
            <p14:nvContentPartPr>
              <p14:cNvPr id="411" name="잉크 410">
                <a:extLst>
                  <a:ext uri="{FF2B5EF4-FFF2-40B4-BE49-F238E27FC236}">
                    <a16:creationId xmlns:a16="http://schemas.microsoft.com/office/drawing/2014/main" id="{7F23CD81-B423-F89C-035C-E3D53DB0768B}"/>
                  </a:ext>
                </a:extLst>
              </p14:cNvPr>
              <p14:cNvContentPartPr/>
              <p14:nvPr/>
            </p14:nvContentPartPr>
            <p14:xfrm>
              <a:off x="-4084440" y="23347440"/>
              <a:ext cx="348840" cy="400680"/>
            </p14:xfrm>
          </p:contentPart>
        </mc:Choice>
        <mc:Fallback xmlns="">
          <p:pic>
            <p:nvPicPr>
              <p:cNvPr id="411" name="잉크 410">
                <a:extLst>
                  <a:ext uri="{FF2B5EF4-FFF2-40B4-BE49-F238E27FC236}">
                    <a16:creationId xmlns:a16="http://schemas.microsoft.com/office/drawing/2014/main" id="{7F23CD81-B423-F89C-035C-E3D53DB0768B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-4102440" y="23329800"/>
                <a:ext cx="3844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412" name="잉크 411">
                <a:extLst>
                  <a:ext uri="{FF2B5EF4-FFF2-40B4-BE49-F238E27FC236}">
                    <a16:creationId xmlns:a16="http://schemas.microsoft.com/office/drawing/2014/main" id="{68C439E7-C145-F19D-9A26-8D227621D318}"/>
                  </a:ext>
                </a:extLst>
              </p14:cNvPr>
              <p14:cNvContentPartPr/>
              <p14:nvPr/>
            </p14:nvContentPartPr>
            <p14:xfrm>
              <a:off x="-3817680" y="23012280"/>
              <a:ext cx="749880" cy="1502280"/>
            </p14:xfrm>
          </p:contentPart>
        </mc:Choice>
        <mc:Fallback xmlns="">
          <p:pic>
            <p:nvPicPr>
              <p:cNvPr id="412" name="잉크 411">
                <a:extLst>
                  <a:ext uri="{FF2B5EF4-FFF2-40B4-BE49-F238E27FC236}">
                    <a16:creationId xmlns:a16="http://schemas.microsoft.com/office/drawing/2014/main" id="{68C439E7-C145-F19D-9A26-8D227621D318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-3835320" y="22994280"/>
                <a:ext cx="785520" cy="15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413" name="잉크 412">
                <a:extLst>
                  <a:ext uri="{FF2B5EF4-FFF2-40B4-BE49-F238E27FC236}">
                    <a16:creationId xmlns:a16="http://schemas.microsoft.com/office/drawing/2014/main" id="{656E03D0-4A82-78E7-E34F-E50EF790C9C8}"/>
                  </a:ext>
                </a:extLst>
              </p14:cNvPr>
              <p14:cNvContentPartPr/>
              <p14:nvPr/>
            </p14:nvContentPartPr>
            <p14:xfrm>
              <a:off x="-2982840" y="23499720"/>
              <a:ext cx="250920" cy="250200"/>
            </p14:xfrm>
          </p:contentPart>
        </mc:Choice>
        <mc:Fallback xmlns="">
          <p:pic>
            <p:nvPicPr>
              <p:cNvPr id="413" name="잉크 412">
                <a:extLst>
                  <a:ext uri="{FF2B5EF4-FFF2-40B4-BE49-F238E27FC236}">
                    <a16:creationId xmlns:a16="http://schemas.microsoft.com/office/drawing/2014/main" id="{656E03D0-4A82-78E7-E34F-E50EF790C9C8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-3000840" y="23482080"/>
                <a:ext cx="2865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8">
            <p14:nvContentPartPr>
              <p14:cNvPr id="414" name="잉크 413">
                <a:extLst>
                  <a:ext uri="{FF2B5EF4-FFF2-40B4-BE49-F238E27FC236}">
                    <a16:creationId xmlns:a16="http://schemas.microsoft.com/office/drawing/2014/main" id="{61CFC3D6-22BE-3AA5-45CA-12EB984CFD75}"/>
                  </a:ext>
                </a:extLst>
              </p14:cNvPr>
              <p14:cNvContentPartPr/>
              <p14:nvPr/>
            </p14:nvContentPartPr>
            <p14:xfrm>
              <a:off x="-2926320" y="23743800"/>
              <a:ext cx="327960" cy="376560"/>
            </p14:xfrm>
          </p:contentPart>
        </mc:Choice>
        <mc:Fallback xmlns="">
          <p:pic>
            <p:nvPicPr>
              <p:cNvPr id="414" name="잉크 413">
                <a:extLst>
                  <a:ext uri="{FF2B5EF4-FFF2-40B4-BE49-F238E27FC236}">
                    <a16:creationId xmlns:a16="http://schemas.microsoft.com/office/drawing/2014/main" id="{61CFC3D6-22BE-3AA5-45CA-12EB984CFD75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-2943960" y="23725800"/>
                <a:ext cx="3636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0">
            <p14:nvContentPartPr>
              <p14:cNvPr id="415" name="잉크 414">
                <a:extLst>
                  <a:ext uri="{FF2B5EF4-FFF2-40B4-BE49-F238E27FC236}">
                    <a16:creationId xmlns:a16="http://schemas.microsoft.com/office/drawing/2014/main" id="{FFECBEA4-044E-36A4-0AF9-3883F4391832}"/>
                  </a:ext>
                </a:extLst>
              </p14:cNvPr>
              <p14:cNvContentPartPr/>
              <p14:nvPr/>
            </p14:nvContentPartPr>
            <p14:xfrm>
              <a:off x="-2377680" y="23560920"/>
              <a:ext cx="255960" cy="251280"/>
            </p14:xfrm>
          </p:contentPart>
        </mc:Choice>
        <mc:Fallback xmlns="">
          <p:pic>
            <p:nvPicPr>
              <p:cNvPr id="415" name="잉크 414">
                <a:extLst>
                  <a:ext uri="{FF2B5EF4-FFF2-40B4-BE49-F238E27FC236}">
                    <a16:creationId xmlns:a16="http://schemas.microsoft.com/office/drawing/2014/main" id="{FFECBEA4-044E-36A4-0AF9-3883F4391832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-2395320" y="23542920"/>
                <a:ext cx="2916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2">
            <p14:nvContentPartPr>
              <p14:cNvPr id="416" name="잉크 415">
                <a:extLst>
                  <a:ext uri="{FF2B5EF4-FFF2-40B4-BE49-F238E27FC236}">
                    <a16:creationId xmlns:a16="http://schemas.microsoft.com/office/drawing/2014/main" id="{2DBF8509-07E1-3D2B-9BC9-CCA35E07FD0D}"/>
                  </a:ext>
                </a:extLst>
              </p14:cNvPr>
              <p14:cNvContentPartPr/>
              <p14:nvPr/>
            </p14:nvContentPartPr>
            <p14:xfrm>
              <a:off x="-2255640" y="23560560"/>
              <a:ext cx="289440" cy="153000"/>
            </p14:xfrm>
          </p:contentPart>
        </mc:Choice>
        <mc:Fallback xmlns="">
          <p:pic>
            <p:nvPicPr>
              <p:cNvPr id="416" name="잉크 415">
                <a:extLst>
                  <a:ext uri="{FF2B5EF4-FFF2-40B4-BE49-F238E27FC236}">
                    <a16:creationId xmlns:a16="http://schemas.microsoft.com/office/drawing/2014/main" id="{2DBF8509-07E1-3D2B-9BC9-CCA35E07FD0D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-2273640" y="23542920"/>
                <a:ext cx="3250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4">
            <p14:nvContentPartPr>
              <p14:cNvPr id="417" name="잉크 416">
                <a:extLst>
                  <a:ext uri="{FF2B5EF4-FFF2-40B4-BE49-F238E27FC236}">
                    <a16:creationId xmlns:a16="http://schemas.microsoft.com/office/drawing/2014/main" id="{9951E0CA-59E9-E0FE-081F-58C3126847F8}"/>
                  </a:ext>
                </a:extLst>
              </p14:cNvPr>
              <p14:cNvContentPartPr/>
              <p14:nvPr/>
            </p14:nvContentPartPr>
            <p14:xfrm>
              <a:off x="-1829040" y="23286600"/>
              <a:ext cx="407880" cy="1382040"/>
            </p14:xfrm>
          </p:contentPart>
        </mc:Choice>
        <mc:Fallback xmlns="">
          <p:pic>
            <p:nvPicPr>
              <p:cNvPr id="417" name="잉크 416">
                <a:extLst>
                  <a:ext uri="{FF2B5EF4-FFF2-40B4-BE49-F238E27FC236}">
                    <a16:creationId xmlns:a16="http://schemas.microsoft.com/office/drawing/2014/main" id="{9951E0CA-59E9-E0FE-081F-58C3126847F8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-1846680" y="23268600"/>
                <a:ext cx="443520" cy="14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418" name="잉크 417">
                <a:extLst>
                  <a:ext uri="{FF2B5EF4-FFF2-40B4-BE49-F238E27FC236}">
                    <a16:creationId xmlns:a16="http://schemas.microsoft.com/office/drawing/2014/main" id="{C6563070-86C5-5A3A-5F3D-5211F917EB7C}"/>
                  </a:ext>
                </a:extLst>
              </p14:cNvPr>
              <p14:cNvContentPartPr/>
              <p14:nvPr/>
            </p14:nvContentPartPr>
            <p14:xfrm>
              <a:off x="-640320" y="24292440"/>
              <a:ext cx="360" cy="360"/>
            </p14:xfrm>
          </p:contentPart>
        </mc:Choice>
        <mc:Fallback xmlns="">
          <p:pic>
            <p:nvPicPr>
              <p:cNvPr id="418" name="잉크 417">
                <a:extLst>
                  <a:ext uri="{FF2B5EF4-FFF2-40B4-BE49-F238E27FC236}">
                    <a16:creationId xmlns:a16="http://schemas.microsoft.com/office/drawing/2014/main" id="{C6563070-86C5-5A3A-5F3D-5211F917EB7C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-657960" y="24274440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21" name="그림 420">
            <a:extLst>
              <a:ext uri="{FF2B5EF4-FFF2-40B4-BE49-F238E27FC236}">
                <a16:creationId xmlns:a16="http://schemas.microsoft.com/office/drawing/2014/main" id="{9135E77B-4624-01B3-DE31-63BBC90FCDD5}"/>
              </a:ext>
            </a:extLst>
          </p:cNvPr>
          <p:cNvPicPr>
            <a:picLocks noChangeAspect="1"/>
          </p:cNvPicPr>
          <p:nvPr/>
        </p:nvPicPr>
        <p:blipFill>
          <a:blip r:embed="rId657"/>
          <a:stretch>
            <a:fillRect/>
          </a:stretch>
        </p:blipFill>
        <p:spPr>
          <a:xfrm>
            <a:off x="-25098071" y="5658607"/>
            <a:ext cx="24113218" cy="1994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266D992-1D5D-6FBB-8894-E36DE154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" t="23205" r="-929" b="25077"/>
          <a:stretch>
            <a:fillRect/>
          </a:stretch>
        </p:blipFill>
        <p:spPr>
          <a:xfrm>
            <a:off x="10062851" y="1247220"/>
            <a:ext cx="13462978" cy="63176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2913537-21FE-251C-9B83-C3B8509666EC}"/>
                  </a:ext>
                </a:extLst>
              </p14:cNvPr>
              <p14:cNvContentPartPr/>
              <p14:nvPr/>
            </p14:nvContentPartPr>
            <p14:xfrm>
              <a:off x="1923480" y="6368160"/>
              <a:ext cx="110880" cy="511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2913537-21FE-251C-9B83-C3B8509666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4480" y="6359520"/>
                <a:ext cx="1285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36CB1118-6094-7184-2786-F711CE938EAB}"/>
                  </a:ext>
                </a:extLst>
              </p14:cNvPr>
              <p14:cNvContentPartPr/>
              <p14:nvPr/>
            </p14:nvContentPartPr>
            <p14:xfrm>
              <a:off x="23067240" y="7460400"/>
              <a:ext cx="360" cy="36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36CB1118-6094-7184-2786-F711CE938E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58240" y="74514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D0EEFE44-4046-3D8C-2D38-AF6EDFB72F71}"/>
                  </a:ext>
                </a:extLst>
              </p14:cNvPr>
              <p14:cNvContentPartPr/>
              <p14:nvPr/>
            </p14:nvContentPartPr>
            <p14:xfrm>
              <a:off x="4869960" y="10299000"/>
              <a:ext cx="169920" cy="720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D0EEFE44-4046-3D8C-2D38-AF6EDFB72F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61320" y="10290360"/>
                <a:ext cx="1875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그룹 81">
            <a:extLst>
              <a:ext uri="{FF2B5EF4-FFF2-40B4-BE49-F238E27FC236}">
                <a16:creationId xmlns:a16="http://schemas.microsoft.com/office/drawing/2014/main" id="{EDC9B10E-CF4F-50E7-EE25-BBA664D2ED0A}"/>
              </a:ext>
            </a:extLst>
          </p:cNvPr>
          <p:cNvGrpSpPr/>
          <p:nvPr/>
        </p:nvGrpSpPr>
        <p:grpSpPr>
          <a:xfrm>
            <a:off x="206520" y="9964200"/>
            <a:ext cx="367560" cy="1012320"/>
            <a:chOff x="206520" y="9964200"/>
            <a:chExt cx="367560" cy="10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70B7E71-7E61-1242-F844-4F2CD645E30B}"/>
                    </a:ext>
                  </a:extLst>
                </p14:cNvPr>
                <p14:cNvContentPartPr/>
                <p14:nvPr/>
              </p14:nvContentPartPr>
              <p14:xfrm>
                <a:off x="540240" y="10733160"/>
                <a:ext cx="33840" cy="4428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70B7E71-7E61-1242-F844-4F2CD645E3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1600" y="10724520"/>
                  <a:ext cx="51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D4FDE4C2-18D4-884F-74AA-1CA8FD8E24D8}"/>
                    </a:ext>
                  </a:extLst>
                </p14:cNvPr>
                <p14:cNvContentPartPr/>
                <p14:nvPr/>
              </p14:nvContentPartPr>
              <p14:xfrm>
                <a:off x="206520" y="9964200"/>
                <a:ext cx="115920" cy="101232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D4FDE4C2-18D4-884F-74AA-1CA8FD8E24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7880" y="9955200"/>
                  <a:ext cx="133560" cy="10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5" name="잉크 144">
                <a:extLst>
                  <a:ext uri="{FF2B5EF4-FFF2-40B4-BE49-F238E27FC236}">
                    <a16:creationId xmlns:a16="http://schemas.microsoft.com/office/drawing/2014/main" id="{CBF24EA2-351A-F502-F76C-82A22011F215}"/>
                  </a:ext>
                </a:extLst>
              </p14:cNvPr>
              <p14:cNvContentPartPr/>
              <p14:nvPr/>
            </p14:nvContentPartPr>
            <p14:xfrm>
              <a:off x="23925120" y="9619326"/>
              <a:ext cx="48960" cy="1069920"/>
            </p14:xfrm>
          </p:contentPart>
        </mc:Choice>
        <mc:Fallback xmlns="">
          <p:pic>
            <p:nvPicPr>
              <p:cNvPr id="145" name="잉크 144">
                <a:extLst>
                  <a:ext uri="{FF2B5EF4-FFF2-40B4-BE49-F238E27FC236}">
                    <a16:creationId xmlns:a16="http://schemas.microsoft.com/office/drawing/2014/main" id="{CBF24EA2-351A-F502-F76C-82A22011F2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16480" y="9610326"/>
                <a:ext cx="66600" cy="10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F8A7A4E4-0D3C-072D-5D6D-FC798C82247E}"/>
              </a:ext>
            </a:extLst>
          </p:cNvPr>
          <p:cNvGrpSpPr/>
          <p:nvPr/>
        </p:nvGrpSpPr>
        <p:grpSpPr>
          <a:xfrm>
            <a:off x="3530400" y="1625880"/>
            <a:ext cx="1321920" cy="579960"/>
            <a:chOff x="3530400" y="1625880"/>
            <a:chExt cx="1321920" cy="57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A0B6373C-EDD1-CB69-6383-8D1F5129DA77}"/>
                    </a:ext>
                  </a:extLst>
                </p14:cNvPr>
                <p14:cNvContentPartPr/>
                <p14:nvPr/>
              </p14:nvContentPartPr>
              <p14:xfrm>
                <a:off x="3530400" y="1856280"/>
                <a:ext cx="244800" cy="33372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A0B6373C-EDD1-CB69-6383-8D1F5129DA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1400" y="1847640"/>
                  <a:ext cx="262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4EAC0FE3-11BF-DAC9-D258-13B28ABCE2D3}"/>
                    </a:ext>
                  </a:extLst>
                </p14:cNvPr>
                <p14:cNvContentPartPr/>
                <p14:nvPr/>
              </p14:nvContentPartPr>
              <p14:xfrm>
                <a:off x="3633000" y="1898400"/>
                <a:ext cx="172440" cy="8568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4EAC0FE3-11BF-DAC9-D258-13B28ABCE2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24360" y="1889400"/>
                  <a:ext cx="190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7C63D2F0-83D2-E166-D5FD-CEE49E55DFA9}"/>
                    </a:ext>
                  </a:extLst>
                </p14:cNvPr>
                <p14:cNvContentPartPr/>
                <p14:nvPr/>
              </p14:nvContentPartPr>
              <p14:xfrm>
                <a:off x="3833160" y="1909920"/>
                <a:ext cx="254520" cy="5580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7C63D2F0-83D2-E166-D5FD-CEE49E55DF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24520" y="1900920"/>
                  <a:ext cx="272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5E5D41FF-59D5-A9BE-62A7-3B1775241A54}"/>
                    </a:ext>
                  </a:extLst>
                </p14:cNvPr>
                <p14:cNvContentPartPr/>
                <p14:nvPr/>
              </p14:nvContentPartPr>
              <p14:xfrm>
                <a:off x="3899760" y="1757280"/>
                <a:ext cx="144000" cy="41976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5E5D41FF-59D5-A9BE-62A7-3B1775241A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91120" y="1748640"/>
                  <a:ext cx="161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2992C6C-2F93-305E-2440-6D1CCCAE2C26}"/>
                    </a:ext>
                  </a:extLst>
                </p14:cNvPr>
                <p14:cNvContentPartPr/>
                <p14:nvPr/>
              </p14:nvContentPartPr>
              <p14:xfrm>
                <a:off x="4022520" y="1949160"/>
                <a:ext cx="224280" cy="25668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2992C6C-2F93-305E-2440-6D1CCCAE2C2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13520" y="1940160"/>
                  <a:ext cx="241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9CA60A07-14F8-3960-4C9A-5349D35BE30D}"/>
                    </a:ext>
                  </a:extLst>
                </p14:cNvPr>
                <p14:cNvContentPartPr/>
                <p14:nvPr/>
              </p14:nvContentPartPr>
              <p14:xfrm>
                <a:off x="4273800" y="1843680"/>
                <a:ext cx="321840" cy="6660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9CA60A07-14F8-3960-4C9A-5349D35BE3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65160" y="1834680"/>
                  <a:ext cx="339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0606E2B6-10C0-2F8D-6D19-0DC1861E3C14}"/>
                    </a:ext>
                  </a:extLst>
                </p14:cNvPr>
                <p14:cNvContentPartPr/>
                <p14:nvPr/>
              </p14:nvContentPartPr>
              <p14:xfrm>
                <a:off x="4331040" y="1625880"/>
                <a:ext cx="213480" cy="54828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0606E2B6-10C0-2F8D-6D19-0DC1861E3C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22400" y="1616880"/>
                  <a:ext cx="2311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8E8022E9-28F1-5685-C390-6D57A43B333E}"/>
                    </a:ext>
                  </a:extLst>
                </p14:cNvPr>
                <p14:cNvContentPartPr/>
                <p14:nvPr/>
              </p14:nvContentPartPr>
              <p14:xfrm>
                <a:off x="4590240" y="1897320"/>
                <a:ext cx="262080" cy="26244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8E8022E9-28F1-5685-C390-6D57A43B33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81600" y="1888680"/>
                  <a:ext cx="27972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11D1D18F-CD6D-A5E2-0258-A4A3D904C3A6}"/>
                  </a:ext>
                </a:extLst>
              </p14:cNvPr>
              <p14:cNvContentPartPr/>
              <p14:nvPr/>
            </p14:nvContentPartPr>
            <p14:xfrm>
              <a:off x="4011720" y="2995320"/>
              <a:ext cx="1169640" cy="110124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11D1D18F-CD6D-A5E2-0258-A4A3D904C3A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02720" y="2986320"/>
                <a:ext cx="1187280" cy="11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6" name="잉크 205">
                <a:extLst>
                  <a:ext uri="{FF2B5EF4-FFF2-40B4-BE49-F238E27FC236}">
                    <a16:creationId xmlns:a16="http://schemas.microsoft.com/office/drawing/2014/main" id="{57DF503C-3E7B-C36B-6407-2C6B0799FFB1}"/>
                  </a:ext>
                </a:extLst>
              </p14:cNvPr>
              <p14:cNvContentPartPr/>
              <p14:nvPr/>
            </p14:nvContentPartPr>
            <p14:xfrm>
              <a:off x="3994800" y="6020400"/>
              <a:ext cx="375120" cy="373320"/>
            </p14:xfrm>
          </p:contentPart>
        </mc:Choice>
        <mc:Fallback xmlns="">
          <p:pic>
            <p:nvPicPr>
              <p:cNvPr id="206" name="잉크 205">
                <a:extLst>
                  <a:ext uri="{FF2B5EF4-FFF2-40B4-BE49-F238E27FC236}">
                    <a16:creationId xmlns:a16="http://schemas.microsoft.com/office/drawing/2014/main" id="{57DF503C-3E7B-C36B-6407-2C6B0799FFB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986160" y="6011400"/>
                <a:ext cx="39276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1" name="잉크 240">
                <a:extLst>
                  <a:ext uri="{FF2B5EF4-FFF2-40B4-BE49-F238E27FC236}">
                    <a16:creationId xmlns:a16="http://schemas.microsoft.com/office/drawing/2014/main" id="{EE4BF201-8187-259D-BD18-0F11BA95602B}"/>
                  </a:ext>
                </a:extLst>
              </p14:cNvPr>
              <p14:cNvContentPartPr/>
              <p14:nvPr/>
            </p14:nvContentPartPr>
            <p14:xfrm>
              <a:off x="23313480" y="9517680"/>
              <a:ext cx="360" cy="360"/>
            </p14:xfrm>
          </p:contentPart>
        </mc:Choice>
        <mc:Fallback xmlns="">
          <p:pic>
            <p:nvPicPr>
              <p:cNvPr id="241" name="잉크 240">
                <a:extLst>
                  <a:ext uri="{FF2B5EF4-FFF2-40B4-BE49-F238E27FC236}">
                    <a16:creationId xmlns:a16="http://schemas.microsoft.com/office/drawing/2014/main" id="{EE4BF201-8187-259D-BD18-0F11BA9560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04480" y="950904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3ED0FD0E-A2EA-3BBD-1D83-212B45FBBB8D}"/>
              </a:ext>
            </a:extLst>
          </p:cNvPr>
          <p:cNvGrpSpPr/>
          <p:nvPr/>
        </p:nvGrpSpPr>
        <p:grpSpPr>
          <a:xfrm>
            <a:off x="5270640" y="959760"/>
            <a:ext cx="2469240" cy="1286040"/>
            <a:chOff x="5270640" y="959760"/>
            <a:chExt cx="2469240" cy="12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A147B4BB-BF7B-6896-E1DF-A709D0E65A1E}"/>
                    </a:ext>
                  </a:extLst>
                </p14:cNvPr>
                <p14:cNvContentPartPr/>
                <p14:nvPr/>
              </p14:nvContentPartPr>
              <p14:xfrm>
                <a:off x="5270640" y="1793280"/>
                <a:ext cx="386640" cy="45252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A147B4BB-BF7B-6896-E1DF-A709D0E65A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61640" y="1784640"/>
                  <a:ext cx="404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672D3B4E-F3A8-D17C-CFAA-771C441EEF54}"/>
                    </a:ext>
                  </a:extLst>
                </p14:cNvPr>
                <p14:cNvContentPartPr/>
                <p14:nvPr/>
              </p14:nvContentPartPr>
              <p14:xfrm>
                <a:off x="5711280" y="1847280"/>
                <a:ext cx="257400" cy="31032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672D3B4E-F3A8-D17C-CFAA-771C441EEF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2640" y="1838640"/>
                  <a:ext cx="275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DFCCA0F3-612D-F2F2-A4A8-2004F009437C}"/>
                    </a:ext>
                  </a:extLst>
                </p14:cNvPr>
                <p14:cNvContentPartPr/>
                <p14:nvPr/>
              </p14:nvContentPartPr>
              <p14:xfrm>
                <a:off x="6024840" y="1835760"/>
                <a:ext cx="121320" cy="30996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DFCCA0F3-612D-F2F2-A4A8-2004F00943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5840" y="1827120"/>
                  <a:ext cx="138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001FC9AB-4F49-1607-F202-5A65DA7DD477}"/>
                    </a:ext>
                  </a:extLst>
                </p14:cNvPr>
                <p14:cNvContentPartPr/>
                <p14:nvPr/>
              </p14:nvContentPartPr>
              <p14:xfrm>
                <a:off x="6168120" y="1584120"/>
                <a:ext cx="191160" cy="65304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001FC9AB-4F49-1607-F202-5A65DA7DD4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59120" y="1575480"/>
                  <a:ext cx="20880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7F7F80D3-C161-A3E0-2106-B736F6603714}"/>
                    </a:ext>
                  </a:extLst>
                </p14:cNvPr>
                <p14:cNvContentPartPr/>
                <p14:nvPr/>
              </p14:nvContentPartPr>
              <p14:xfrm>
                <a:off x="6507600" y="1676640"/>
                <a:ext cx="59400" cy="2808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7F7F80D3-C161-A3E0-2106-B736F66037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98600" y="1667640"/>
                  <a:ext cx="77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24D81C59-8979-CC36-BD36-7A81F56B1DA2}"/>
                    </a:ext>
                  </a:extLst>
                </p14:cNvPr>
                <p14:cNvContentPartPr/>
                <p14:nvPr/>
              </p14:nvContentPartPr>
              <p14:xfrm>
                <a:off x="6461520" y="1872840"/>
                <a:ext cx="43920" cy="26820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24D81C59-8979-CC36-BD36-7A81F56B1D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52520" y="1864200"/>
                  <a:ext cx="61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806AAC9B-9A32-8D14-3DBC-A06D4995B689}"/>
                    </a:ext>
                  </a:extLst>
                </p14:cNvPr>
                <p14:cNvContentPartPr/>
                <p14:nvPr/>
              </p14:nvContentPartPr>
              <p14:xfrm>
                <a:off x="6679320" y="1842960"/>
                <a:ext cx="160200" cy="33516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806AAC9B-9A32-8D14-3DBC-A06D4995B6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70320" y="1833960"/>
                  <a:ext cx="1778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858564B6-44E7-A5FF-8697-43D76BB5256C}"/>
                    </a:ext>
                  </a:extLst>
                </p14:cNvPr>
                <p14:cNvContentPartPr/>
                <p14:nvPr/>
              </p14:nvContentPartPr>
              <p14:xfrm>
                <a:off x="6850680" y="1902000"/>
                <a:ext cx="527400" cy="33876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858564B6-44E7-A5FF-8697-43D76BB525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41680" y="1893360"/>
                  <a:ext cx="545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909D06E6-CF8C-240E-FF6A-21A6ACC32A91}"/>
                    </a:ext>
                  </a:extLst>
                </p14:cNvPr>
                <p14:cNvContentPartPr/>
                <p14:nvPr/>
              </p14:nvContentPartPr>
              <p14:xfrm>
                <a:off x="7739520" y="2147880"/>
                <a:ext cx="360" cy="36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909D06E6-CF8C-240E-FF6A-21A6ACC32A9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0880" y="2138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20070236-6A3E-557B-EF68-B55C00D47FC3}"/>
                    </a:ext>
                  </a:extLst>
                </p14:cNvPr>
                <p14:cNvContentPartPr/>
                <p14:nvPr/>
              </p14:nvContentPartPr>
              <p14:xfrm>
                <a:off x="6271440" y="1068480"/>
                <a:ext cx="1363320" cy="649440"/>
              </p14:xfrm>
            </p:contentPart>
          </mc:Choice>
          <mc:Fallback xmlns=""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20070236-6A3E-557B-EF68-B55C00D47F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62440" y="1059840"/>
                  <a:ext cx="13809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EF7EE59B-5FDB-AF10-91DD-F92AB12CEA3F}"/>
                    </a:ext>
                  </a:extLst>
                </p14:cNvPr>
                <p14:cNvContentPartPr/>
                <p14:nvPr/>
              </p14:nvContentPartPr>
              <p14:xfrm>
                <a:off x="7359720" y="959760"/>
                <a:ext cx="219240" cy="372240"/>
              </p14:xfrm>
            </p:contentPart>
          </mc:Choice>
          <mc:Fallback xmlns=""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EF7EE59B-5FDB-AF10-91DD-F92AB12CEA3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50720" y="951120"/>
                  <a:ext cx="2368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FFCEFA2D-5B11-09AB-8BBE-C0DA972B1EEE}"/>
              </a:ext>
            </a:extLst>
          </p:cNvPr>
          <p:cNvGrpSpPr/>
          <p:nvPr/>
        </p:nvGrpSpPr>
        <p:grpSpPr>
          <a:xfrm>
            <a:off x="8055240" y="449640"/>
            <a:ext cx="1178640" cy="1118160"/>
            <a:chOff x="8055240" y="449640"/>
            <a:chExt cx="1178640" cy="11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73DD4008-F6AF-711C-38EF-0A10D1B78534}"/>
                    </a:ext>
                  </a:extLst>
                </p14:cNvPr>
                <p14:cNvContentPartPr/>
                <p14:nvPr/>
              </p14:nvContentPartPr>
              <p14:xfrm>
                <a:off x="8186280" y="1050120"/>
                <a:ext cx="218160" cy="173880"/>
              </p14:xfrm>
            </p:contentPart>
          </mc:Choice>
          <mc:Fallback xmlns=""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73DD4008-F6AF-711C-38EF-0A10D1B785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77280" y="1041120"/>
                  <a:ext cx="235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7353D77E-4CDF-171D-013D-36676374A9A4}"/>
                    </a:ext>
                  </a:extLst>
                </p14:cNvPr>
                <p14:cNvContentPartPr/>
                <p14:nvPr/>
              </p14:nvContentPartPr>
              <p14:xfrm>
                <a:off x="8186280" y="939240"/>
                <a:ext cx="131400" cy="111240"/>
              </p14:xfrm>
            </p:contentPart>
          </mc:Choice>
          <mc:Fallback xmlns=""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7353D77E-4CDF-171D-013D-36676374A9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77280" y="930240"/>
                  <a:ext cx="149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58018CB5-4C5B-15B9-B29F-87BEE5A465F9}"/>
                    </a:ext>
                  </a:extLst>
                </p14:cNvPr>
                <p14:cNvContentPartPr/>
                <p14:nvPr/>
              </p14:nvContentPartPr>
              <p14:xfrm>
                <a:off x="8055240" y="1142280"/>
                <a:ext cx="352080" cy="205560"/>
              </p14:xfrm>
            </p:contentPart>
          </mc:Choice>
          <mc:Fallback xmlns=""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58018CB5-4C5B-15B9-B29F-87BEE5A465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46240" y="1133640"/>
                  <a:ext cx="36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D2D852A6-AC1B-F5A3-8B53-273C306148B8}"/>
                    </a:ext>
                  </a:extLst>
                </p14:cNvPr>
                <p14:cNvContentPartPr/>
                <p14:nvPr/>
              </p14:nvContentPartPr>
              <p14:xfrm>
                <a:off x="8257920" y="1407960"/>
                <a:ext cx="123480" cy="66960"/>
              </p14:xfrm>
            </p:contentPart>
          </mc:Choice>
          <mc:Fallback xmlns=""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D2D852A6-AC1B-F5A3-8B53-273C306148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48920" y="1399320"/>
                  <a:ext cx="141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10FEE05B-6612-CCD3-5549-67D7D4979C01}"/>
                    </a:ext>
                  </a:extLst>
                </p14:cNvPr>
                <p14:cNvContentPartPr/>
                <p14:nvPr/>
              </p14:nvContentPartPr>
              <p14:xfrm>
                <a:off x="8463840" y="1006200"/>
                <a:ext cx="231120" cy="214560"/>
              </p14:xfrm>
            </p:contentPart>
          </mc:Choice>
          <mc:Fallback xmlns=""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10FEE05B-6612-CCD3-5549-67D7D4979C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54840" y="997200"/>
                  <a:ext cx="248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7DE53646-D847-F51D-C8AB-68DCBAFA050E}"/>
                    </a:ext>
                  </a:extLst>
                </p14:cNvPr>
                <p14:cNvContentPartPr/>
                <p14:nvPr/>
              </p14:nvContentPartPr>
              <p14:xfrm>
                <a:off x="8807280" y="449640"/>
                <a:ext cx="18360" cy="996120"/>
              </p14:xfrm>
            </p:contentPart>
          </mc:Choice>
          <mc:Fallback xmlns=""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7DE53646-D847-F51D-C8AB-68DCBAFA050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98280" y="440640"/>
                  <a:ext cx="3600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9600C525-F3E2-A2CC-04BB-ED7BF17AB091}"/>
                    </a:ext>
                  </a:extLst>
                </p14:cNvPr>
                <p14:cNvContentPartPr/>
                <p14:nvPr/>
              </p14:nvContentPartPr>
              <p14:xfrm>
                <a:off x="8917080" y="943920"/>
                <a:ext cx="201240" cy="277560"/>
              </p14:xfrm>
            </p:contentPart>
          </mc:Choice>
          <mc:Fallback xmlns=""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9600C525-F3E2-A2CC-04BB-ED7BF17AB09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08440" y="934920"/>
                  <a:ext cx="218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7" name="잉크 406">
                  <a:extLst>
                    <a:ext uri="{FF2B5EF4-FFF2-40B4-BE49-F238E27FC236}">
                      <a16:creationId xmlns:a16="http://schemas.microsoft.com/office/drawing/2014/main" id="{3F385C31-F4DE-1476-0E78-0A14C190C625}"/>
                    </a:ext>
                  </a:extLst>
                </p14:cNvPr>
                <p14:cNvContentPartPr/>
                <p14:nvPr/>
              </p14:nvContentPartPr>
              <p14:xfrm>
                <a:off x="9200040" y="583560"/>
                <a:ext cx="33840" cy="984240"/>
              </p14:xfrm>
            </p:contentPart>
          </mc:Choice>
          <mc:Fallback xmlns="">
            <p:pic>
              <p:nvPicPr>
                <p:cNvPr id="407" name="잉크 406">
                  <a:extLst>
                    <a:ext uri="{FF2B5EF4-FFF2-40B4-BE49-F238E27FC236}">
                      <a16:creationId xmlns:a16="http://schemas.microsoft.com/office/drawing/2014/main" id="{3F385C31-F4DE-1476-0E78-0A14C190C62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91040" y="574560"/>
                  <a:ext cx="51480" cy="10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그룹 447">
            <a:extLst>
              <a:ext uri="{FF2B5EF4-FFF2-40B4-BE49-F238E27FC236}">
                <a16:creationId xmlns:a16="http://schemas.microsoft.com/office/drawing/2014/main" id="{4655D3F3-B47C-D557-2372-7524A89199C4}"/>
              </a:ext>
            </a:extLst>
          </p:cNvPr>
          <p:cNvGrpSpPr/>
          <p:nvPr/>
        </p:nvGrpSpPr>
        <p:grpSpPr>
          <a:xfrm>
            <a:off x="9605400" y="639000"/>
            <a:ext cx="2205360" cy="830160"/>
            <a:chOff x="9605400" y="639000"/>
            <a:chExt cx="2205360" cy="83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5D2ABD6A-DDF8-6259-689D-795B66E9F031}"/>
                    </a:ext>
                  </a:extLst>
                </p14:cNvPr>
                <p14:cNvContentPartPr/>
                <p14:nvPr/>
              </p14:nvContentPartPr>
              <p14:xfrm>
                <a:off x="9731040" y="853560"/>
                <a:ext cx="42480" cy="122760"/>
              </p14:xfrm>
            </p:contentPart>
          </mc:Choice>
          <mc:Fallback xmlns=""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5D2ABD6A-DDF8-6259-689D-795B66E9F0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722400" y="844920"/>
                  <a:ext cx="6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423BE170-87C7-676D-71EA-137180411712}"/>
                    </a:ext>
                  </a:extLst>
                </p14:cNvPr>
                <p14:cNvContentPartPr/>
                <p14:nvPr/>
              </p14:nvContentPartPr>
              <p14:xfrm>
                <a:off x="9772080" y="687240"/>
                <a:ext cx="154440" cy="547920"/>
              </p14:xfrm>
            </p:contentPart>
          </mc:Choice>
          <mc:Fallback xmlns=""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423BE170-87C7-676D-71EA-1371804117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63440" y="678600"/>
                  <a:ext cx="1720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D8FC5E36-644F-F5C5-5BBD-66A0B5771A18}"/>
                    </a:ext>
                  </a:extLst>
                </p14:cNvPr>
                <p14:cNvContentPartPr/>
                <p14:nvPr/>
              </p14:nvContentPartPr>
              <p14:xfrm>
                <a:off x="9605400" y="1230120"/>
                <a:ext cx="126000" cy="185040"/>
              </p14:xfrm>
            </p:contentPart>
          </mc:Choice>
          <mc:Fallback xmlns=""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D8FC5E36-644F-F5C5-5BBD-66A0B5771A1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96760" y="1221480"/>
                  <a:ext cx="143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FD1B5ECD-1F6E-68B8-99C7-2D0573E07987}"/>
                    </a:ext>
                  </a:extLst>
                </p14:cNvPr>
                <p14:cNvContentPartPr/>
                <p14:nvPr/>
              </p14:nvContentPartPr>
              <p14:xfrm>
                <a:off x="9787560" y="1024560"/>
                <a:ext cx="54360" cy="342360"/>
              </p14:xfrm>
            </p:contentPart>
          </mc:Choice>
          <mc:Fallback xmlns=""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FD1B5ECD-1F6E-68B8-99C7-2D0573E0798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78920" y="1015920"/>
                  <a:ext cx="72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581611CC-FC58-BDC4-4B92-88DE2BD80D2B}"/>
                    </a:ext>
                  </a:extLst>
                </p14:cNvPr>
                <p14:cNvContentPartPr/>
                <p14:nvPr/>
              </p14:nvContentPartPr>
              <p14:xfrm>
                <a:off x="9654360" y="1246320"/>
                <a:ext cx="167040" cy="55800"/>
              </p14:xfrm>
            </p:contentPart>
          </mc:Choice>
          <mc:Fallback xmlns=""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581611CC-FC58-BDC4-4B92-88DE2BD80D2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45360" y="1237680"/>
                  <a:ext cx="184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151FE662-232C-2F0D-D533-52761A76E627}"/>
                    </a:ext>
                  </a:extLst>
                </p14:cNvPr>
                <p14:cNvContentPartPr/>
                <p14:nvPr/>
              </p14:nvContentPartPr>
              <p14:xfrm>
                <a:off x="10079880" y="812160"/>
                <a:ext cx="146880" cy="390960"/>
              </p14:xfrm>
            </p:contentPart>
          </mc:Choice>
          <mc:Fallback xmlns=""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151FE662-232C-2F0D-D533-52761A76E62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71240" y="803160"/>
                  <a:ext cx="1645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14" name="잉크 413">
                  <a:extLst>
                    <a:ext uri="{FF2B5EF4-FFF2-40B4-BE49-F238E27FC236}">
                      <a16:creationId xmlns:a16="http://schemas.microsoft.com/office/drawing/2014/main" id="{356C61C1-B638-DD9F-DAAE-6A02B2DDECD5}"/>
                    </a:ext>
                  </a:extLst>
                </p14:cNvPr>
                <p14:cNvContentPartPr/>
                <p14:nvPr/>
              </p14:nvContentPartPr>
              <p14:xfrm>
                <a:off x="10193280" y="936720"/>
                <a:ext cx="164520" cy="16560"/>
              </p14:xfrm>
            </p:contentPart>
          </mc:Choice>
          <mc:Fallback xmlns="">
            <p:pic>
              <p:nvPicPr>
                <p:cNvPr id="414" name="잉크 413">
                  <a:extLst>
                    <a:ext uri="{FF2B5EF4-FFF2-40B4-BE49-F238E27FC236}">
                      <a16:creationId xmlns:a16="http://schemas.microsoft.com/office/drawing/2014/main" id="{356C61C1-B638-DD9F-DAAE-6A02B2DDEC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84280" y="928080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15" name="잉크 414">
                  <a:extLst>
                    <a:ext uri="{FF2B5EF4-FFF2-40B4-BE49-F238E27FC236}">
                      <a16:creationId xmlns:a16="http://schemas.microsoft.com/office/drawing/2014/main" id="{66D3206D-C956-00BC-280C-C91298C84CEB}"/>
                    </a:ext>
                  </a:extLst>
                </p14:cNvPr>
                <p14:cNvContentPartPr/>
                <p14:nvPr/>
              </p14:nvContentPartPr>
              <p14:xfrm>
                <a:off x="10185360" y="952920"/>
                <a:ext cx="198000" cy="127440"/>
              </p14:xfrm>
            </p:contentPart>
          </mc:Choice>
          <mc:Fallback xmlns="">
            <p:pic>
              <p:nvPicPr>
                <p:cNvPr id="415" name="잉크 414">
                  <a:extLst>
                    <a:ext uri="{FF2B5EF4-FFF2-40B4-BE49-F238E27FC236}">
                      <a16:creationId xmlns:a16="http://schemas.microsoft.com/office/drawing/2014/main" id="{66D3206D-C956-00BC-280C-C91298C84CE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76720" y="944280"/>
                  <a:ext cx="215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16" name="잉크 415">
                  <a:extLst>
                    <a:ext uri="{FF2B5EF4-FFF2-40B4-BE49-F238E27FC236}">
                      <a16:creationId xmlns:a16="http://schemas.microsoft.com/office/drawing/2014/main" id="{B5E3262F-FE5B-C015-BFF3-1BBD620D9D6E}"/>
                    </a:ext>
                  </a:extLst>
                </p14:cNvPr>
                <p14:cNvContentPartPr/>
                <p14:nvPr/>
              </p14:nvContentPartPr>
              <p14:xfrm>
                <a:off x="10383000" y="639000"/>
                <a:ext cx="69480" cy="478440"/>
              </p14:xfrm>
            </p:contentPart>
          </mc:Choice>
          <mc:Fallback xmlns="">
            <p:pic>
              <p:nvPicPr>
                <p:cNvPr id="416" name="잉크 415">
                  <a:extLst>
                    <a:ext uri="{FF2B5EF4-FFF2-40B4-BE49-F238E27FC236}">
                      <a16:creationId xmlns:a16="http://schemas.microsoft.com/office/drawing/2014/main" id="{B5E3262F-FE5B-C015-BFF3-1BBD620D9D6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74360" y="630000"/>
                  <a:ext cx="871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17" name="잉크 416">
                  <a:extLst>
                    <a:ext uri="{FF2B5EF4-FFF2-40B4-BE49-F238E27FC236}">
                      <a16:creationId xmlns:a16="http://schemas.microsoft.com/office/drawing/2014/main" id="{161D32E6-2F2B-17CA-879A-62E5125A6B8F}"/>
                    </a:ext>
                  </a:extLst>
                </p14:cNvPr>
                <p14:cNvContentPartPr/>
                <p14:nvPr/>
              </p14:nvContentPartPr>
              <p14:xfrm>
                <a:off x="10085280" y="1280880"/>
                <a:ext cx="303120" cy="120600"/>
              </p14:xfrm>
            </p:contentPart>
          </mc:Choice>
          <mc:Fallback xmlns="">
            <p:pic>
              <p:nvPicPr>
                <p:cNvPr id="417" name="잉크 416">
                  <a:extLst>
                    <a:ext uri="{FF2B5EF4-FFF2-40B4-BE49-F238E27FC236}">
                      <a16:creationId xmlns:a16="http://schemas.microsoft.com/office/drawing/2014/main" id="{161D32E6-2F2B-17CA-879A-62E5125A6B8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76640" y="1271880"/>
                  <a:ext cx="320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18" name="잉크 417">
                  <a:extLst>
                    <a:ext uri="{FF2B5EF4-FFF2-40B4-BE49-F238E27FC236}">
                      <a16:creationId xmlns:a16="http://schemas.microsoft.com/office/drawing/2014/main" id="{E34D9545-FE69-3EC8-0AC3-8047459F4726}"/>
                    </a:ext>
                  </a:extLst>
                </p14:cNvPr>
                <p14:cNvContentPartPr/>
                <p14:nvPr/>
              </p14:nvContentPartPr>
              <p14:xfrm>
                <a:off x="10591080" y="814320"/>
                <a:ext cx="82800" cy="252360"/>
              </p14:xfrm>
            </p:contentPart>
          </mc:Choice>
          <mc:Fallback xmlns="">
            <p:pic>
              <p:nvPicPr>
                <p:cNvPr id="418" name="잉크 417">
                  <a:extLst>
                    <a:ext uri="{FF2B5EF4-FFF2-40B4-BE49-F238E27FC236}">
                      <a16:creationId xmlns:a16="http://schemas.microsoft.com/office/drawing/2014/main" id="{E34D9545-FE69-3EC8-0AC3-8047459F472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82080" y="805680"/>
                  <a:ext cx="100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19" name="잉크 418">
                  <a:extLst>
                    <a:ext uri="{FF2B5EF4-FFF2-40B4-BE49-F238E27FC236}">
                      <a16:creationId xmlns:a16="http://schemas.microsoft.com/office/drawing/2014/main" id="{8EAFD1E1-FFE3-30B0-D8A0-3169280A6D7F}"/>
                    </a:ext>
                  </a:extLst>
                </p14:cNvPr>
                <p14:cNvContentPartPr/>
                <p14:nvPr/>
              </p14:nvContentPartPr>
              <p14:xfrm>
                <a:off x="10686120" y="687240"/>
                <a:ext cx="97920" cy="510840"/>
              </p14:xfrm>
            </p:contentPart>
          </mc:Choice>
          <mc:Fallback xmlns="">
            <p:pic>
              <p:nvPicPr>
                <p:cNvPr id="419" name="잉크 418">
                  <a:extLst>
                    <a:ext uri="{FF2B5EF4-FFF2-40B4-BE49-F238E27FC236}">
                      <a16:creationId xmlns:a16="http://schemas.microsoft.com/office/drawing/2014/main" id="{8EAFD1E1-FFE3-30B0-D8A0-3169280A6D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77120" y="678600"/>
                  <a:ext cx="1155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20" name="잉크 419">
                  <a:extLst>
                    <a:ext uri="{FF2B5EF4-FFF2-40B4-BE49-F238E27FC236}">
                      <a16:creationId xmlns:a16="http://schemas.microsoft.com/office/drawing/2014/main" id="{1D069326-8A06-A650-546D-C012616821FD}"/>
                    </a:ext>
                  </a:extLst>
                </p14:cNvPr>
                <p14:cNvContentPartPr/>
                <p14:nvPr/>
              </p14:nvContentPartPr>
              <p14:xfrm>
                <a:off x="10462560" y="1288080"/>
                <a:ext cx="295560" cy="111240"/>
              </p14:xfrm>
            </p:contentPart>
          </mc:Choice>
          <mc:Fallback xmlns="">
            <p:pic>
              <p:nvPicPr>
                <p:cNvPr id="420" name="잉크 419">
                  <a:extLst>
                    <a:ext uri="{FF2B5EF4-FFF2-40B4-BE49-F238E27FC236}">
                      <a16:creationId xmlns:a16="http://schemas.microsoft.com/office/drawing/2014/main" id="{1D069326-8A06-A650-546D-C012616821F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53920" y="1279080"/>
                  <a:ext cx="313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21" name="잉크 420">
                  <a:extLst>
                    <a:ext uri="{FF2B5EF4-FFF2-40B4-BE49-F238E27FC236}">
                      <a16:creationId xmlns:a16="http://schemas.microsoft.com/office/drawing/2014/main" id="{F47EE58C-1F78-0D46-F04D-350222CA6464}"/>
                    </a:ext>
                  </a:extLst>
                </p14:cNvPr>
                <p14:cNvContentPartPr/>
                <p14:nvPr/>
              </p14:nvContentPartPr>
              <p14:xfrm>
                <a:off x="10916880" y="959760"/>
                <a:ext cx="234720" cy="145800"/>
              </p14:xfrm>
            </p:contentPart>
          </mc:Choice>
          <mc:Fallback xmlns="">
            <p:pic>
              <p:nvPicPr>
                <p:cNvPr id="421" name="잉크 420">
                  <a:extLst>
                    <a:ext uri="{FF2B5EF4-FFF2-40B4-BE49-F238E27FC236}">
                      <a16:creationId xmlns:a16="http://schemas.microsoft.com/office/drawing/2014/main" id="{F47EE58C-1F78-0D46-F04D-350222CA64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08240" y="951120"/>
                  <a:ext cx="252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22" name="잉크 421">
                  <a:extLst>
                    <a:ext uri="{FF2B5EF4-FFF2-40B4-BE49-F238E27FC236}">
                      <a16:creationId xmlns:a16="http://schemas.microsoft.com/office/drawing/2014/main" id="{3D8403EC-AF4A-825C-41E1-29257AE9B614}"/>
                    </a:ext>
                  </a:extLst>
                </p14:cNvPr>
                <p14:cNvContentPartPr/>
                <p14:nvPr/>
              </p14:nvContentPartPr>
              <p14:xfrm>
                <a:off x="10916880" y="1050120"/>
                <a:ext cx="277560" cy="99720"/>
              </p14:xfrm>
            </p:contentPart>
          </mc:Choice>
          <mc:Fallback xmlns="">
            <p:pic>
              <p:nvPicPr>
                <p:cNvPr id="422" name="잉크 421">
                  <a:extLst>
                    <a:ext uri="{FF2B5EF4-FFF2-40B4-BE49-F238E27FC236}">
                      <a16:creationId xmlns:a16="http://schemas.microsoft.com/office/drawing/2014/main" id="{3D8403EC-AF4A-825C-41E1-29257AE9B6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908240" y="1041120"/>
                  <a:ext cx="295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23" name="잉크 422">
                  <a:extLst>
                    <a:ext uri="{FF2B5EF4-FFF2-40B4-BE49-F238E27FC236}">
                      <a16:creationId xmlns:a16="http://schemas.microsoft.com/office/drawing/2014/main" id="{CDD66876-F24C-AA1E-C58F-155AF440E895}"/>
                    </a:ext>
                  </a:extLst>
                </p14:cNvPr>
                <p14:cNvContentPartPr/>
                <p14:nvPr/>
              </p14:nvContentPartPr>
              <p14:xfrm>
                <a:off x="11176080" y="675720"/>
                <a:ext cx="36360" cy="573120"/>
              </p14:xfrm>
            </p:contentPart>
          </mc:Choice>
          <mc:Fallback xmlns="">
            <p:pic>
              <p:nvPicPr>
                <p:cNvPr id="423" name="잉크 422">
                  <a:extLst>
                    <a:ext uri="{FF2B5EF4-FFF2-40B4-BE49-F238E27FC236}">
                      <a16:creationId xmlns:a16="http://schemas.microsoft.com/office/drawing/2014/main" id="{CDD66876-F24C-AA1E-C58F-155AF440E89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167440" y="667080"/>
                  <a:ext cx="5400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24" name="잉크 423">
                  <a:extLst>
                    <a:ext uri="{FF2B5EF4-FFF2-40B4-BE49-F238E27FC236}">
                      <a16:creationId xmlns:a16="http://schemas.microsoft.com/office/drawing/2014/main" id="{A243C66F-89F2-8C8A-C797-43C05B5F624F}"/>
                    </a:ext>
                  </a:extLst>
                </p14:cNvPr>
                <p14:cNvContentPartPr/>
                <p14:nvPr/>
              </p14:nvContentPartPr>
              <p14:xfrm>
                <a:off x="10957920" y="1234440"/>
                <a:ext cx="226440" cy="234720"/>
              </p14:xfrm>
            </p:contentPart>
          </mc:Choice>
          <mc:Fallback xmlns="">
            <p:pic>
              <p:nvPicPr>
                <p:cNvPr id="424" name="잉크 423">
                  <a:extLst>
                    <a:ext uri="{FF2B5EF4-FFF2-40B4-BE49-F238E27FC236}">
                      <a16:creationId xmlns:a16="http://schemas.microsoft.com/office/drawing/2014/main" id="{A243C66F-89F2-8C8A-C797-43C05B5F624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49280" y="1225800"/>
                  <a:ext cx="244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25" name="잉크 424">
                  <a:extLst>
                    <a:ext uri="{FF2B5EF4-FFF2-40B4-BE49-F238E27FC236}">
                      <a16:creationId xmlns:a16="http://schemas.microsoft.com/office/drawing/2014/main" id="{EEFCC22C-6A12-3C6C-4D13-2D34F7661A2E}"/>
                    </a:ext>
                  </a:extLst>
                </p14:cNvPr>
                <p14:cNvContentPartPr/>
                <p14:nvPr/>
              </p14:nvContentPartPr>
              <p14:xfrm>
                <a:off x="11622480" y="846720"/>
                <a:ext cx="106200" cy="210960"/>
              </p14:xfrm>
            </p:contentPart>
          </mc:Choice>
          <mc:Fallback xmlns="">
            <p:pic>
              <p:nvPicPr>
                <p:cNvPr id="425" name="잉크 424">
                  <a:extLst>
                    <a:ext uri="{FF2B5EF4-FFF2-40B4-BE49-F238E27FC236}">
                      <a16:creationId xmlns:a16="http://schemas.microsoft.com/office/drawing/2014/main" id="{EEFCC22C-6A12-3C6C-4D13-2D34F7661A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13840" y="838080"/>
                  <a:ext cx="123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26" name="잉크 425">
                  <a:extLst>
                    <a:ext uri="{FF2B5EF4-FFF2-40B4-BE49-F238E27FC236}">
                      <a16:creationId xmlns:a16="http://schemas.microsoft.com/office/drawing/2014/main" id="{F85BE8C1-9737-5D69-3514-32303579E103}"/>
                    </a:ext>
                  </a:extLst>
                </p14:cNvPr>
                <p14:cNvContentPartPr/>
                <p14:nvPr/>
              </p14:nvContentPartPr>
              <p14:xfrm>
                <a:off x="11263560" y="1066320"/>
                <a:ext cx="547200" cy="57960"/>
              </p14:xfrm>
            </p:contentPart>
          </mc:Choice>
          <mc:Fallback xmlns="">
            <p:pic>
              <p:nvPicPr>
                <p:cNvPr id="426" name="잉크 425">
                  <a:extLst>
                    <a:ext uri="{FF2B5EF4-FFF2-40B4-BE49-F238E27FC236}">
                      <a16:creationId xmlns:a16="http://schemas.microsoft.com/office/drawing/2014/main" id="{F85BE8C1-9737-5D69-3514-32303579E10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254560" y="1057320"/>
                  <a:ext cx="564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98EFDB87-6E37-31FE-EA98-A8145F9AD810}"/>
                    </a:ext>
                  </a:extLst>
                </p14:cNvPr>
                <p14:cNvContentPartPr/>
                <p14:nvPr/>
              </p14:nvContentPartPr>
              <p14:xfrm>
                <a:off x="11648400" y="1040760"/>
                <a:ext cx="10800" cy="362880"/>
              </p14:xfrm>
            </p:contentPart>
          </mc:Choice>
          <mc:Fallback xmlns=""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98EFDB87-6E37-31FE-EA98-A8145F9AD81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639760" y="1032120"/>
                  <a:ext cx="2844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28" name="잉크 427">
                <a:extLst>
                  <a:ext uri="{FF2B5EF4-FFF2-40B4-BE49-F238E27FC236}">
                    <a16:creationId xmlns:a16="http://schemas.microsoft.com/office/drawing/2014/main" id="{5D9E8F71-089E-B244-C4F2-008C408346DA}"/>
                  </a:ext>
                </a:extLst>
              </p14:cNvPr>
              <p14:cNvContentPartPr/>
              <p14:nvPr/>
            </p14:nvContentPartPr>
            <p14:xfrm>
              <a:off x="12130800" y="1482120"/>
              <a:ext cx="110880" cy="122760"/>
            </p14:xfrm>
          </p:contentPart>
        </mc:Choice>
        <mc:Fallback xmlns="">
          <p:pic>
            <p:nvPicPr>
              <p:cNvPr id="428" name="잉크 427">
                <a:extLst>
                  <a:ext uri="{FF2B5EF4-FFF2-40B4-BE49-F238E27FC236}">
                    <a16:creationId xmlns:a16="http://schemas.microsoft.com/office/drawing/2014/main" id="{5D9E8F71-089E-B244-C4F2-008C408346D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2122160" y="1473120"/>
                <a:ext cx="12852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7" name="그룹 446">
            <a:extLst>
              <a:ext uri="{FF2B5EF4-FFF2-40B4-BE49-F238E27FC236}">
                <a16:creationId xmlns:a16="http://schemas.microsoft.com/office/drawing/2014/main" id="{C4CA27F0-1EEE-0A7D-DEC1-1CEE7C05FE46}"/>
              </a:ext>
            </a:extLst>
          </p:cNvPr>
          <p:cNvGrpSpPr/>
          <p:nvPr/>
        </p:nvGrpSpPr>
        <p:grpSpPr>
          <a:xfrm>
            <a:off x="12621120" y="412560"/>
            <a:ext cx="3113640" cy="1108800"/>
            <a:chOff x="12621120" y="412560"/>
            <a:chExt cx="3113640" cy="11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29" name="잉크 428">
                  <a:extLst>
                    <a:ext uri="{FF2B5EF4-FFF2-40B4-BE49-F238E27FC236}">
                      <a16:creationId xmlns:a16="http://schemas.microsoft.com/office/drawing/2014/main" id="{82FFB664-A7D2-CC62-1CF4-E6ABFF6FDB6C}"/>
                    </a:ext>
                  </a:extLst>
                </p14:cNvPr>
                <p14:cNvContentPartPr/>
                <p14:nvPr/>
              </p14:nvContentPartPr>
              <p14:xfrm>
                <a:off x="12621120" y="1076760"/>
                <a:ext cx="190440" cy="185040"/>
              </p14:xfrm>
            </p:contentPart>
          </mc:Choice>
          <mc:Fallback xmlns="">
            <p:pic>
              <p:nvPicPr>
                <p:cNvPr id="429" name="잉크 428">
                  <a:extLst>
                    <a:ext uri="{FF2B5EF4-FFF2-40B4-BE49-F238E27FC236}">
                      <a16:creationId xmlns:a16="http://schemas.microsoft.com/office/drawing/2014/main" id="{82FFB664-A7D2-CC62-1CF4-E6ABFF6FDB6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612120" y="1068120"/>
                  <a:ext cx="208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532683EE-1D92-6452-7755-916D388EB0A5}"/>
                    </a:ext>
                  </a:extLst>
                </p14:cNvPr>
                <p14:cNvContentPartPr/>
                <p14:nvPr/>
              </p14:nvContentPartPr>
              <p14:xfrm>
                <a:off x="12749640" y="532440"/>
                <a:ext cx="51840" cy="684000"/>
              </p14:xfrm>
            </p:contentPart>
          </mc:Choice>
          <mc:Fallback xmlns=""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532683EE-1D92-6452-7755-916D388EB0A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740640" y="523800"/>
                  <a:ext cx="694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20B029D3-6ACB-0DA8-A64E-6F6BA5B27201}"/>
                    </a:ext>
                  </a:extLst>
                </p14:cNvPr>
                <p14:cNvContentPartPr/>
                <p14:nvPr/>
              </p14:nvContentPartPr>
              <p14:xfrm>
                <a:off x="12839280" y="945360"/>
                <a:ext cx="226440" cy="345600"/>
              </p14:xfrm>
            </p:contentPart>
          </mc:Choice>
          <mc:Fallback xmlns=""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20B029D3-6ACB-0DA8-A64E-6F6BA5B272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2830640" y="936360"/>
                  <a:ext cx="2440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432" name="잉크 431">
                  <a:extLst>
                    <a:ext uri="{FF2B5EF4-FFF2-40B4-BE49-F238E27FC236}">
                      <a16:creationId xmlns:a16="http://schemas.microsoft.com/office/drawing/2014/main" id="{59858BB5-1E86-12FA-66DA-D99F5DF9FCD2}"/>
                    </a:ext>
                  </a:extLst>
                </p14:cNvPr>
                <p14:cNvContentPartPr/>
                <p14:nvPr/>
              </p14:nvContentPartPr>
              <p14:xfrm>
                <a:off x="13041960" y="939240"/>
                <a:ext cx="300600" cy="28080"/>
              </p14:xfrm>
            </p:contentPart>
          </mc:Choice>
          <mc:Fallback xmlns="">
            <p:pic>
              <p:nvPicPr>
                <p:cNvPr id="432" name="잉크 431">
                  <a:extLst>
                    <a:ext uri="{FF2B5EF4-FFF2-40B4-BE49-F238E27FC236}">
                      <a16:creationId xmlns:a16="http://schemas.microsoft.com/office/drawing/2014/main" id="{59858BB5-1E86-12FA-66DA-D99F5DF9FC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033320" y="930240"/>
                  <a:ext cx="318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433" name="잉크 432">
                  <a:extLst>
                    <a:ext uri="{FF2B5EF4-FFF2-40B4-BE49-F238E27FC236}">
                      <a16:creationId xmlns:a16="http://schemas.microsoft.com/office/drawing/2014/main" id="{660BA68C-DF0B-2E39-F808-AA63926CA14E}"/>
                    </a:ext>
                  </a:extLst>
                </p14:cNvPr>
                <p14:cNvContentPartPr/>
                <p14:nvPr/>
              </p14:nvContentPartPr>
              <p14:xfrm>
                <a:off x="13226640" y="601920"/>
                <a:ext cx="23400" cy="700200"/>
              </p14:xfrm>
            </p:contentPart>
          </mc:Choice>
          <mc:Fallback xmlns="">
            <p:pic>
              <p:nvPicPr>
                <p:cNvPr id="433" name="잉크 432">
                  <a:extLst>
                    <a:ext uri="{FF2B5EF4-FFF2-40B4-BE49-F238E27FC236}">
                      <a16:creationId xmlns:a16="http://schemas.microsoft.com/office/drawing/2014/main" id="{660BA68C-DF0B-2E39-F808-AA63926CA14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218000" y="592920"/>
                  <a:ext cx="410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34" name="잉크 433">
                  <a:extLst>
                    <a:ext uri="{FF2B5EF4-FFF2-40B4-BE49-F238E27FC236}">
                      <a16:creationId xmlns:a16="http://schemas.microsoft.com/office/drawing/2014/main" id="{D8AC07C2-528E-2744-BF64-FFD79693F187}"/>
                    </a:ext>
                  </a:extLst>
                </p14:cNvPr>
                <p14:cNvContentPartPr/>
                <p14:nvPr/>
              </p14:nvContentPartPr>
              <p14:xfrm>
                <a:off x="13398720" y="858960"/>
                <a:ext cx="216000" cy="440640"/>
              </p14:xfrm>
            </p:contentPart>
          </mc:Choice>
          <mc:Fallback xmlns="">
            <p:pic>
              <p:nvPicPr>
                <p:cNvPr id="434" name="잉크 433">
                  <a:extLst>
                    <a:ext uri="{FF2B5EF4-FFF2-40B4-BE49-F238E27FC236}">
                      <a16:creationId xmlns:a16="http://schemas.microsoft.com/office/drawing/2014/main" id="{D8AC07C2-528E-2744-BF64-FFD79693F18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390080" y="850320"/>
                  <a:ext cx="2336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35" name="잉크 434">
                  <a:extLst>
                    <a:ext uri="{FF2B5EF4-FFF2-40B4-BE49-F238E27FC236}">
                      <a16:creationId xmlns:a16="http://schemas.microsoft.com/office/drawing/2014/main" id="{258EFDD6-92E5-E1C7-74C0-35EDC486908D}"/>
                    </a:ext>
                  </a:extLst>
                </p14:cNvPr>
                <p14:cNvContentPartPr/>
                <p14:nvPr/>
              </p14:nvContentPartPr>
              <p14:xfrm>
                <a:off x="13722360" y="911520"/>
                <a:ext cx="218520" cy="324360"/>
              </p14:xfrm>
            </p:contentPart>
          </mc:Choice>
          <mc:Fallback xmlns="">
            <p:pic>
              <p:nvPicPr>
                <p:cNvPr id="435" name="잉크 434">
                  <a:extLst>
                    <a:ext uri="{FF2B5EF4-FFF2-40B4-BE49-F238E27FC236}">
                      <a16:creationId xmlns:a16="http://schemas.microsoft.com/office/drawing/2014/main" id="{258EFDD6-92E5-E1C7-74C0-35EDC486908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713360" y="902520"/>
                  <a:ext cx="236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36" name="잉크 435">
                  <a:extLst>
                    <a:ext uri="{FF2B5EF4-FFF2-40B4-BE49-F238E27FC236}">
                      <a16:creationId xmlns:a16="http://schemas.microsoft.com/office/drawing/2014/main" id="{A57F16C1-FF0C-2BE2-5649-27EAD787DCFE}"/>
                    </a:ext>
                  </a:extLst>
                </p14:cNvPr>
                <p14:cNvContentPartPr/>
                <p14:nvPr/>
              </p14:nvContentPartPr>
              <p14:xfrm>
                <a:off x="14055720" y="682920"/>
                <a:ext cx="10800" cy="600840"/>
              </p14:xfrm>
            </p:contentPart>
          </mc:Choice>
          <mc:Fallback xmlns="">
            <p:pic>
              <p:nvPicPr>
                <p:cNvPr id="436" name="잉크 435">
                  <a:extLst>
                    <a:ext uri="{FF2B5EF4-FFF2-40B4-BE49-F238E27FC236}">
                      <a16:creationId xmlns:a16="http://schemas.microsoft.com/office/drawing/2014/main" id="{A57F16C1-FF0C-2BE2-5649-27EAD787DC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4047080" y="673920"/>
                  <a:ext cx="284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37" name="잉크 436">
                  <a:extLst>
                    <a:ext uri="{FF2B5EF4-FFF2-40B4-BE49-F238E27FC236}">
                      <a16:creationId xmlns:a16="http://schemas.microsoft.com/office/drawing/2014/main" id="{B66D0F8A-44E1-1634-D4B7-741C61A829CE}"/>
                    </a:ext>
                  </a:extLst>
                </p14:cNvPr>
                <p14:cNvContentPartPr/>
                <p14:nvPr/>
              </p14:nvContentPartPr>
              <p14:xfrm>
                <a:off x="14212320" y="966960"/>
                <a:ext cx="372600" cy="32760"/>
              </p14:xfrm>
            </p:contentPart>
          </mc:Choice>
          <mc:Fallback xmlns="">
            <p:pic>
              <p:nvPicPr>
                <p:cNvPr id="437" name="잉크 436">
                  <a:extLst>
                    <a:ext uri="{FF2B5EF4-FFF2-40B4-BE49-F238E27FC236}">
                      <a16:creationId xmlns:a16="http://schemas.microsoft.com/office/drawing/2014/main" id="{B66D0F8A-44E1-1634-D4B7-741C61A829C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4203680" y="957960"/>
                  <a:ext cx="390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38" name="잉크 437">
                  <a:extLst>
                    <a:ext uri="{FF2B5EF4-FFF2-40B4-BE49-F238E27FC236}">
                      <a16:creationId xmlns:a16="http://schemas.microsoft.com/office/drawing/2014/main" id="{86648A72-EC2B-0145-D0C6-C9083F595FCB}"/>
                    </a:ext>
                  </a:extLst>
                </p14:cNvPr>
                <p14:cNvContentPartPr/>
                <p14:nvPr/>
              </p14:nvContentPartPr>
              <p14:xfrm>
                <a:off x="14343360" y="675720"/>
                <a:ext cx="285120" cy="640800"/>
              </p14:xfrm>
            </p:contentPart>
          </mc:Choice>
          <mc:Fallback xmlns="">
            <p:pic>
              <p:nvPicPr>
                <p:cNvPr id="438" name="잉크 437">
                  <a:extLst>
                    <a:ext uri="{FF2B5EF4-FFF2-40B4-BE49-F238E27FC236}">
                      <a16:creationId xmlns:a16="http://schemas.microsoft.com/office/drawing/2014/main" id="{86648A72-EC2B-0145-D0C6-C9083F595F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334360" y="667080"/>
                  <a:ext cx="30276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39" name="잉크 438">
                  <a:extLst>
                    <a:ext uri="{FF2B5EF4-FFF2-40B4-BE49-F238E27FC236}">
                      <a16:creationId xmlns:a16="http://schemas.microsoft.com/office/drawing/2014/main" id="{0267262B-6759-5B4A-BD16-63EC06D31D8E}"/>
                    </a:ext>
                  </a:extLst>
                </p14:cNvPr>
                <p14:cNvContentPartPr/>
                <p14:nvPr/>
              </p14:nvContentPartPr>
              <p14:xfrm>
                <a:off x="14773920" y="844560"/>
                <a:ext cx="347400" cy="277200"/>
              </p14:xfrm>
            </p:contentPart>
          </mc:Choice>
          <mc:Fallback xmlns="">
            <p:pic>
              <p:nvPicPr>
                <p:cNvPr id="439" name="잉크 438">
                  <a:extLst>
                    <a:ext uri="{FF2B5EF4-FFF2-40B4-BE49-F238E27FC236}">
                      <a16:creationId xmlns:a16="http://schemas.microsoft.com/office/drawing/2014/main" id="{0267262B-6759-5B4A-BD16-63EC06D31D8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764920" y="835560"/>
                  <a:ext cx="365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40" name="잉크 439">
                  <a:extLst>
                    <a:ext uri="{FF2B5EF4-FFF2-40B4-BE49-F238E27FC236}">
                      <a16:creationId xmlns:a16="http://schemas.microsoft.com/office/drawing/2014/main" id="{98920900-7999-F7F4-820B-EC428762770B}"/>
                    </a:ext>
                  </a:extLst>
                </p14:cNvPr>
                <p14:cNvContentPartPr/>
                <p14:nvPr/>
              </p14:nvContentPartPr>
              <p14:xfrm>
                <a:off x="14933760" y="844560"/>
                <a:ext cx="360" cy="360"/>
              </p14:xfrm>
            </p:contentPart>
          </mc:Choice>
          <mc:Fallback xmlns="">
            <p:pic>
              <p:nvPicPr>
                <p:cNvPr id="440" name="잉크 439">
                  <a:extLst>
                    <a:ext uri="{FF2B5EF4-FFF2-40B4-BE49-F238E27FC236}">
                      <a16:creationId xmlns:a16="http://schemas.microsoft.com/office/drawing/2014/main" id="{98920900-7999-F7F4-820B-EC42876277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924760" y="835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41" name="잉크 440">
                  <a:extLst>
                    <a:ext uri="{FF2B5EF4-FFF2-40B4-BE49-F238E27FC236}">
                      <a16:creationId xmlns:a16="http://schemas.microsoft.com/office/drawing/2014/main" id="{E8D03857-8686-D3C8-444B-CFF941A1C708}"/>
                    </a:ext>
                  </a:extLst>
                </p14:cNvPr>
                <p14:cNvContentPartPr/>
                <p14:nvPr/>
              </p14:nvContentPartPr>
              <p14:xfrm>
                <a:off x="14933760" y="708120"/>
                <a:ext cx="154440" cy="136800"/>
              </p14:xfrm>
            </p:contentPart>
          </mc:Choice>
          <mc:Fallback xmlns="">
            <p:pic>
              <p:nvPicPr>
                <p:cNvPr id="441" name="잉크 440">
                  <a:extLst>
                    <a:ext uri="{FF2B5EF4-FFF2-40B4-BE49-F238E27FC236}">
                      <a16:creationId xmlns:a16="http://schemas.microsoft.com/office/drawing/2014/main" id="{E8D03857-8686-D3C8-444B-CFF941A1C7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924760" y="699480"/>
                  <a:ext cx="172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42" name="잉크 441">
                  <a:extLst>
                    <a:ext uri="{FF2B5EF4-FFF2-40B4-BE49-F238E27FC236}">
                      <a16:creationId xmlns:a16="http://schemas.microsoft.com/office/drawing/2014/main" id="{4A49E238-9A7B-9B7C-B6D1-229FE43457EF}"/>
                    </a:ext>
                  </a:extLst>
                </p14:cNvPr>
                <p14:cNvContentPartPr/>
                <p14:nvPr/>
              </p14:nvContentPartPr>
              <p14:xfrm>
                <a:off x="15056880" y="890640"/>
                <a:ext cx="177480" cy="39600"/>
              </p14:xfrm>
            </p:contentPart>
          </mc:Choice>
          <mc:Fallback xmlns="">
            <p:pic>
              <p:nvPicPr>
                <p:cNvPr id="442" name="잉크 441">
                  <a:extLst>
                    <a:ext uri="{FF2B5EF4-FFF2-40B4-BE49-F238E27FC236}">
                      <a16:creationId xmlns:a16="http://schemas.microsoft.com/office/drawing/2014/main" id="{4A49E238-9A7B-9B7C-B6D1-229FE43457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047880" y="881640"/>
                  <a:ext cx="195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43" name="잉크 442">
                  <a:extLst>
                    <a:ext uri="{FF2B5EF4-FFF2-40B4-BE49-F238E27FC236}">
                      <a16:creationId xmlns:a16="http://schemas.microsoft.com/office/drawing/2014/main" id="{BB7EFB13-4914-4F6E-32DB-F908D72D0C5D}"/>
                    </a:ext>
                  </a:extLst>
                </p14:cNvPr>
                <p14:cNvContentPartPr/>
                <p14:nvPr/>
              </p14:nvContentPartPr>
              <p14:xfrm>
                <a:off x="15162000" y="620280"/>
                <a:ext cx="59400" cy="901080"/>
              </p14:xfrm>
            </p:contentPart>
          </mc:Choice>
          <mc:Fallback xmlns="">
            <p:pic>
              <p:nvPicPr>
                <p:cNvPr id="443" name="잉크 442">
                  <a:extLst>
                    <a:ext uri="{FF2B5EF4-FFF2-40B4-BE49-F238E27FC236}">
                      <a16:creationId xmlns:a16="http://schemas.microsoft.com/office/drawing/2014/main" id="{BB7EFB13-4914-4F6E-32DB-F908D72D0C5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153360" y="611640"/>
                  <a:ext cx="7704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44" name="잉크 443">
                  <a:extLst>
                    <a:ext uri="{FF2B5EF4-FFF2-40B4-BE49-F238E27FC236}">
                      <a16:creationId xmlns:a16="http://schemas.microsoft.com/office/drawing/2014/main" id="{B6496A50-FFFB-A786-47D6-BB9EA860D702}"/>
                    </a:ext>
                  </a:extLst>
                </p14:cNvPr>
                <p14:cNvContentPartPr/>
                <p14:nvPr/>
              </p14:nvContentPartPr>
              <p14:xfrm>
                <a:off x="15376920" y="839880"/>
                <a:ext cx="247680" cy="247680"/>
              </p14:xfrm>
            </p:contentPart>
          </mc:Choice>
          <mc:Fallback xmlns="">
            <p:pic>
              <p:nvPicPr>
                <p:cNvPr id="444" name="잉크 443">
                  <a:extLst>
                    <a:ext uri="{FF2B5EF4-FFF2-40B4-BE49-F238E27FC236}">
                      <a16:creationId xmlns:a16="http://schemas.microsoft.com/office/drawing/2014/main" id="{B6496A50-FFFB-A786-47D6-BB9EA860D7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367920" y="830880"/>
                  <a:ext cx="26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45" name="잉크 444">
                  <a:extLst>
                    <a:ext uri="{FF2B5EF4-FFF2-40B4-BE49-F238E27FC236}">
                      <a16:creationId xmlns:a16="http://schemas.microsoft.com/office/drawing/2014/main" id="{CEDEA46E-62F8-A416-071B-1BCCA801E9D0}"/>
                    </a:ext>
                  </a:extLst>
                </p14:cNvPr>
                <p14:cNvContentPartPr/>
                <p14:nvPr/>
              </p14:nvContentPartPr>
              <p14:xfrm>
                <a:off x="15670320" y="412560"/>
                <a:ext cx="64440" cy="905760"/>
              </p14:xfrm>
            </p:contentPart>
          </mc:Choice>
          <mc:Fallback xmlns="">
            <p:pic>
              <p:nvPicPr>
                <p:cNvPr id="445" name="잉크 444">
                  <a:extLst>
                    <a:ext uri="{FF2B5EF4-FFF2-40B4-BE49-F238E27FC236}">
                      <a16:creationId xmlns:a16="http://schemas.microsoft.com/office/drawing/2014/main" id="{CEDEA46E-62F8-A416-071B-1BCCA801E9D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661320" y="403560"/>
                  <a:ext cx="82080" cy="9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46" name="잉크 445">
                <a:extLst>
                  <a:ext uri="{FF2B5EF4-FFF2-40B4-BE49-F238E27FC236}">
                    <a16:creationId xmlns:a16="http://schemas.microsoft.com/office/drawing/2014/main" id="{21146A9D-82EC-CF5B-012F-4D4C7362A532}"/>
                  </a:ext>
                </a:extLst>
              </p14:cNvPr>
              <p14:cNvContentPartPr/>
              <p14:nvPr/>
            </p14:nvContentPartPr>
            <p14:xfrm>
              <a:off x="16155240" y="1384920"/>
              <a:ext cx="360" cy="360"/>
            </p14:xfrm>
          </p:contentPart>
        </mc:Choice>
        <mc:Fallback xmlns="">
          <p:pic>
            <p:nvPicPr>
              <p:cNvPr id="446" name="잉크 445">
                <a:extLst>
                  <a:ext uri="{FF2B5EF4-FFF2-40B4-BE49-F238E27FC236}">
                    <a16:creationId xmlns:a16="http://schemas.microsoft.com/office/drawing/2014/main" id="{21146A9D-82EC-CF5B-012F-4D4C7362A5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46600" y="13762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C8B8E823-30BC-58C7-22EB-DE6167B5D228}"/>
              </a:ext>
            </a:extLst>
          </p:cNvPr>
          <p:cNvGrpSpPr/>
          <p:nvPr/>
        </p:nvGrpSpPr>
        <p:grpSpPr>
          <a:xfrm>
            <a:off x="16101240" y="373320"/>
            <a:ext cx="3090600" cy="993600"/>
            <a:chOff x="16101240" y="373320"/>
            <a:chExt cx="3090600" cy="9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8F0EE1D9-40FD-254A-32AB-CF516FFEF68D}"/>
                    </a:ext>
                  </a:extLst>
                </p14:cNvPr>
                <p14:cNvContentPartPr/>
                <p14:nvPr/>
              </p14:nvContentPartPr>
              <p14:xfrm>
                <a:off x="16293840" y="1216440"/>
                <a:ext cx="360" cy="360"/>
              </p14:xfrm>
            </p:contentPart>
          </mc:Choice>
          <mc:Fallback xmlns=""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8F0EE1D9-40FD-254A-32AB-CF516FFEF6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85200" y="1207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2FC0DE87-C1FB-8CAA-667A-F3DCA174C8B8}"/>
                    </a:ext>
                  </a:extLst>
                </p14:cNvPr>
                <p14:cNvContentPartPr/>
                <p14:nvPr/>
              </p14:nvContentPartPr>
              <p14:xfrm>
                <a:off x="16101240" y="791280"/>
                <a:ext cx="279360" cy="19080"/>
              </p14:xfrm>
            </p:contentPart>
          </mc:Choice>
          <mc:Fallback xmlns=""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2FC0DE87-C1FB-8CAA-667A-F3DCA174C8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092600" y="782640"/>
                  <a:ext cx="297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62BA49C8-89C9-6393-1903-05084D9CCA24}"/>
                    </a:ext>
                  </a:extLst>
                </p14:cNvPr>
                <p14:cNvContentPartPr/>
                <p14:nvPr/>
              </p14:nvContentPartPr>
              <p14:xfrm>
                <a:off x="16165680" y="927720"/>
                <a:ext cx="277560" cy="5040"/>
              </p14:xfrm>
            </p:contentPart>
          </mc:Choice>
          <mc:Fallback xmlns=""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62BA49C8-89C9-6393-1903-05084D9CCA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156680" y="918720"/>
                  <a:ext cx="29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52394FCC-0699-3674-5FDA-017C2A1E1E2A}"/>
                    </a:ext>
                  </a:extLst>
                </p14:cNvPr>
                <p14:cNvContentPartPr/>
                <p14:nvPr/>
              </p14:nvContentPartPr>
              <p14:xfrm>
                <a:off x="16273320" y="645840"/>
                <a:ext cx="239760" cy="466920"/>
              </p14:xfrm>
            </p:contentPart>
          </mc:Choice>
          <mc:Fallback xmlns=""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52394FCC-0699-3674-5FDA-017C2A1E1E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264680" y="636840"/>
                  <a:ext cx="2574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55" name="잉크 454">
                  <a:extLst>
                    <a:ext uri="{FF2B5EF4-FFF2-40B4-BE49-F238E27FC236}">
                      <a16:creationId xmlns:a16="http://schemas.microsoft.com/office/drawing/2014/main" id="{77DD6248-E166-E16C-F21D-A91D0322C53B}"/>
                    </a:ext>
                  </a:extLst>
                </p14:cNvPr>
                <p14:cNvContentPartPr/>
                <p14:nvPr/>
              </p14:nvContentPartPr>
              <p14:xfrm>
                <a:off x="16666080" y="597240"/>
                <a:ext cx="547200" cy="326160"/>
              </p14:xfrm>
            </p:contentPart>
          </mc:Choice>
          <mc:Fallback xmlns="">
            <p:pic>
              <p:nvPicPr>
                <p:cNvPr id="455" name="잉크 454">
                  <a:extLst>
                    <a:ext uri="{FF2B5EF4-FFF2-40B4-BE49-F238E27FC236}">
                      <a16:creationId xmlns:a16="http://schemas.microsoft.com/office/drawing/2014/main" id="{77DD6248-E166-E16C-F21D-A91D0322C5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657080" y="588600"/>
                  <a:ext cx="564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56" name="잉크 455">
                  <a:extLst>
                    <a:ext uri="{FF2B5EF4-FFF2-40B4-BE49-F238E27FC236}">
                      <a16:creationId xmlns:a16="http://schemas.microsoft.com/office/drawing/2014/main" id="{E24A9EC4-3749-67C5-C0E8-5CE7CCA54CD1}"/>
                    </a:ext>
                  </a:extLst>
                </p14:cNvPr>
                <p14:cNvContentPartPr/>
                <p14:nvPr/>
              </p14:nvContentPartPr>
              <p14:xfrm>
                <a:off x="17058840" y="781920"/>
                <a:ext cx="115920" cy="51120"/>
              </p14:xfrm>
            </p:contentPart>
          </mc:Choice>
          <mc:Fallback xmlns="">
            <p:pic>
              <p:nvPicPr>
                <p:cNvPr id="456" name="잉크 455">
                  <a:extLst>
                    <a:ext uri="{FF2B5EF4-FFF2-40B4-BE49-F238E27FC236}">
                      <a16:creationId xmlns:a16="http://schemas.microsoft.com/office/drawing/2014/main" id="{E24A9EC4-3749-67C5-C0E8-5CE7CCA54CD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049840" y="773280"/>
                  <a:ext cx="133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4ACE65B1-8CA3-F6D4-DF80-DE7DB554669E}"/>
                    </a:ext>
                  </a:extLst>
                </p14:cNvPr>
                <p14:cNvContentPartPr/>
                <p14:nvPr/>
              </p14:nvContentPartPr>
              <p14:xfrm>
                <a:off x="16779120" y="1054800"/>
                <a:ext cx="359640" cy="2520"/>
              </p14:xfrm>
            </p:contentPart>
          </mc:Choice>
          <mc:Fallback xmlns=""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4ACE65B1-8CA3-F6D4-DF80-DE7DB55466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770120" y="1045800"/>
                  <a:ext cx="377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9BBE79D7-3C6B-B14C-0515-B8D38541CBDF}"/>
                    </a:ext>
                  </a:extLst>
                </p14:cNvPr>
                <p14:cNvContentPartPr/>
                <p14:nvPr/>
              </p14:nvContentPartPr>
              <p14:xfrm>
                <a:off x="17166480" y="712800"/>
                <a:ext cx="187560" cy="352440"/>
              </p14:xfrm>
            </p:contentPart>
          </mc:Choice>
          <mc:Fallback xmlns=""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9BBE79D7-3C6B-B14C-0515-B8D38541CBD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157840" y="703800"/>
                  <a:ext cx="205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ECC28089-8615-EDFA-36C9-803BACED8AB0}"/>
                    </a:ext>
                  </a:extLst>
                </p14:cNvPr>
                <p14:cNvContentPartPr/>
                <p14:nvPr/>
              </p14:nvContentPartPr>
              <p14:xfrm>
                <a:off x="17197440" y="650520"/>
                <a:ext cx="195480" cy="37440"/>
              </p14:xfrm>
            </p:contentPart>
          </mc:Choice>
          <mc:Fallback xmlns=""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ECC28089-8615-EDFA-36C9-803BACED8A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188440" y="641520"/>
                  <a:ext cx="213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AA8C092F-4CFD-D00D-74DC-AEBD94832EFB}"/>
                    </a:ext>
                  </a:extLst>
                </p14:cNvPr>
                <p14:cNvContentPartPr/>
                <p14:nvPr/>
              </p14:nvContentPartPr>
              <p14:xfrm>
                <a:off x="17243520" y="790920"/>
                <a:ext cx="239400" cy="203760"/>
              </p14:xfrm>
            </p:contentPart>
          </mc:Choice>
          <mc:Fallback xmlns=""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AA8C092F-4CFD-D00D-74DC-AEBD94832E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234880" y="781920"/>
                  <a:ext cx="257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359E743E-5014-FC8E-CDA1-33C4A0417A18}"/>
                    </a:ext>
                  </a:extLst>
                </p14:cNvPr>
                <p14:cNvContentPartPr/>
                <p14:nvPr/>
              </p14:nvContentPartPr>
              <p14:xfrm>
                <a:off x="17525760" y="442440"/>
                <a:ext cx="102960" cy="871200"/>
              </p14:xfrm>
            </p:contentPart>
          </mc:Choice>
          <mc:Fallback xmlns=""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359E743E-5014-FC8E-CDA1-33C4A0417A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517120" y="433800"/>
                  <a:ext cx="12060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7409D863-C3C6-378B-7520-75FBCA6150C9}"/>
                    </a:ext>
                  </a:extLst>
                </p14:cNvPr>
                <p14:cNvContentPartPr/>
                <p14:nvPr/>
              </p14:nvContentPartPr>
              <p14:xfrm>
                <a:off x="17706840" y="770400"/>
                <a:ext cx="109800" cy="167040"/>
              </p14:xfrm>
            </p:contentPart>
          </mc:Choice>
          <mc:Fallback xmlns=""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7409D863-C3C6-378B-7520-75FBCA6150C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698200" y="761760"/>
                  <a:ext cx="127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AE2E84DA-E3BA-5664-4E3D-542E4E3429FF}"/>
                    </a:ext>
                  </a:extLst>
                </p14:cNvPr>
                <p14:cNvContentPartPr/>
                <p14:nvPr/>
              </p14:nvContentPartPr>
              <p14:xfrm>
                <a:off x="17805480" y="546480"/>
                <a:ext cx="43920" cy="707040"/>
              </p14:xfrm>
            </p:contentPart>
          </mc:Choice>
          <mc:Fallback xmlns=""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AE2E84DA-E3BA-5664-4E3D-542E4E3429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796840" y="537480"/>
                  <a:ext cx="615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39DC9185-E984-2B0D-73C6-B1EFC2352419}"/>
                    </a:ext>
                  </a:extLst>
                </p14:cNvPr>
                <p14:cNvContentPartPr/>
                <p14:nvPr/>
              </p14:nvContentPartPr>
              <p14:xfrm>
                <a:off x="17918520" y="761400"/>
                <a:ext cx="167040" cy="305280"/>
              </p14:xfrm>
            </p:contentPart>
          </mc:Choice>
          <mc:Fallback xmlns=""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39DC9185-E984-2B0D-73C6-B1EFC23524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909880" y="752400"/>
                  <a:ext cx="184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2C64891D-43D3-607E-E24A-71FEDC18FF5B}"/>
                    </a:ext>
                  </a:extLst>
                </p14:cNvPr>
                <p14:cNvContentPartPr/>
                <p14:nvPr/>
              </p14:nvContentPartPr>
              <p14:xfrm>
                <a:off x="17921040" y="738360"/>
                <a:ext cx="241560" cy="21240"/>
              </p14:xfrm>
            </p:contentPart>
          </mc:Choice>
          <mc:Fallback xmlns=""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2C64891D-43D3-607E-E24A-71FEDC18FF5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912400" y="729360"/>
                  <a:ext cx="259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B3224248-39CD-B03F-5335-329A16935D5E}"/>
                    </a:ext>
                  </a:extLst>
                </p14:cNvPr>
                <p14:cNvContentPartPr/>
                <p14:nvPr/>
              </p14:nvContentPartPr>
              <p14:xfrm>
                <a:off x="17939040" y="883800"/>
                <a:ext cx="239040" cy="5040"/>
              </p14:xfrm>
            </p:contentPart>
          </mc:Choice>
          <mc:Fallback xmlns=""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B3224248-39CD-B03F-5335-329A16935D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930400" y="874800"/>
                  <a:ext cx="256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D0AA182A-41E1-2E6E-FB05-D176163D0FB6}"/>
                    </a:ext>
                  </a:extLst>
                </p14:cNvPr>
                <p14:cNvContentPartPr/>
                <p14:nvPr/>
              </p14:nvContentPartPr>
              <p14:xfrm>
                <a:off x="17838960" y="1216440"/>
                <a:ext cx="334080" cy="5040"/>
              </p14:xfrm>
            </p:contentPart>
          </mc:Choice>
          <mc:Fallback xmlns=""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D0AA182A-41E1-2E6E-FB05-D176163D0F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830320" y="1207440"/>
                  <a:ext cx="351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F268DE64-6A52-2789-B91B-958BCFA6B143}"/>
                    </a:ext>
                  </a:extLst>
                </p14:cNvPr>
                <p14:cNvContentPartPr/>
                <p14:nvPr/>
              </p14:nvContentPartPr>
              <p14:xfrm>
                <a:off x="18351960" y="722160"/>
                <a:ext cx="180360" cy="261360"/>
              </p14:xfrm>
            </p:contentPart>
          </mc:Choice>
          <mc:Fallback xmlns=""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F268DE64-6A52-2789-B91B-958BCFA6B14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342960" y="713160"/>
                  <a:ext cx="198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0B54B758-2089-92FB-73BC-B1C28E1533E7}"/>
                    </a:ext>
                  </a:extLst>
                </p14:cNvPr>
                <p14:cNvContentPartPr/>
                <p14:nvPr/>
              </p14:nvContentPartPr>
              <p14:xfrm>
                <a:off x="18365280" y="722160"/>
                <a:ext cx="360" cy="360"/>
              </p14:xfrm>
            </p:contentPart>
          </mc:Choice>
          <mc:Fallback xmlns=""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0B54B758-2089-92FB-73BC-B1C28E1533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356280" y="713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5701F8AF-CE33-8519-ED9B-63911BFE0B42}"/>
                    </a:ext>
                  </a:extLst>
                </p14:cNvPr>
                <p14:cNvContentPartPr/>
                <p14:nvPr/>
              </p14:nvContentPartPr>
              <p14:xfrm>
                <a:off x="18365280" y="680400"/>
                <a:ext cx="359640" cy="166680"/>
              </p14:xfrm>
            </p:contentPart>
          </mc:Choice>
          <mc:Fallback xmlns=""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5701F8AF-CE33-8519-ED9B-63911BFE0B4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8356280" y="671760"/>
                  <a:ext cx="377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500A6B2A-6312-7E6F-20E2-D002ADD5418F}"/>
                    </a:ext>
                  </a:extLst>
                </p14:cNvPr>
                <p14:cNvContentPartPr/>
                <p14:nvPr/>
              </p14:nvContentPartPr>
              <p14:xfrm>
                <a:off x="18616560" y="488880"/>
                <a:ext cx="69480" cy="864360"/>
              </p14:xfrm>
            </p:contentPart>
          </mc:Choice>
          <mc:Fallback xmlns=""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500A6B2A-6312-7E6F-20E2-D002ADD5418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8607920" y="479880"/>
                  <a:ext cx="8712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DD299348-D369-B470-199C-17FFCA358D25}"/>
                    </a:ext>
                  </a:extLst>
                </p14:cNvPr>
                <p14:cNvContentPartPr/>
                <p14:nvPr/>
              </p14:nvContentPartPr>
              <p14:xfrm>
                <a:off x="18750120" y="595080"/>
                <a:ext cx="359640" cy="342360"/>
              </p14:xfrm>
            </p:contentPart>
          </mc:Choice>
          <mc:Fallback xmlns=""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DD299348-D369-B470-199C-17FFCA358D2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741120" y="586080"/>
                  <a:ext cx="3772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946867F7-7512-0D35-5A2E-D816381A0E6C}"/>
                    </a:ext>
                  </a:extLst>
                </p14:cNvPr>
                <p14:cNvContentPartPr/>
                <p14:nvPr/>
              </p14:nvContentPartPr>
              <p14:xfrm>
                <a:off x="19011840" y="373320"/>
                <a:ext cx="123480" cy="765000"/>
              </p14:xfrm>
            </p:contentPart>
          </mc:Choice>
          <mc:Fallback xmlns=""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946867F7-7512-0D35-5A2E-D816381A0E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003200" y="364320"/>
                  <a:ext cx="14112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474" name="잉크 473">
                  <a:extLst>
                    <a:ext uri="{FF2B5EF4-FFF2-40B4-BE49-F238E27FC236}">
                      <a16:creationId xmlns:a16="http://schemas.microsoft.com/office/drawing/2014/main" id="{D1374A04-33C8-A692-16F2-9B0751CBB67D}"/>
                    </a:ext>
                  </a:extLst>
                </p14:cNvPr>
                <p14:cNvContentPartPr/>
                <p14:nvPr/>
              </p14:nvContentPartPr>
              <p14:xfrm>
                <a:off x="18732120" y="1135440"/>
                <a:ext cx="459720" cy="231480"/>
              </p14:xfrm>
            </p:contentPart>
          </mc:Choice>
          <mc:Fallback xmlns="">
            <p:pic>
              <p:nvPicPr>
                <p:cNvPr id="474" name="잉크 473">
                  <a:extLst>
                    <a:ext uri="{FF2B5EF4-FFF2-40B4-BE49-F238E27FC236}">
                      <a16:creationId xmlns:a16="http://schemas.microsoft.com/office/drawing/2014/main" id="{D1374A04-33C8-A692-16F2-9B0751CBB6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723480" y="1126800"/>
                  <a:ext cx="4773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90129D83-EAEC-9728-F0FF-8DD172AF6C9B}"/>
              </a:ext>
            </a:extLst>
          </p:cNvPr>
          <p:cNvGrpSpPr/>
          <p:nvPr/>
        </p:nvGrpSpPr>
        <p:grpSpPr>
          <a:xfrm>
            <a:off x="19427640" y="735840"/>
            <a:ext cx="403560" cy="376920"/>
            <a:chOff x="19427640" y="735840"/>
            <a:chExt cx="40356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476" name="잉크 475">
                  <a:extLst>
                    <a:ext uri="{FF2B5EF4-FFF2-40B4-BE49-F238E27FC236}">
                      <a16:creationId xmlns:a16="http://schemas.microsoft.com/office/drawing/2014/main" id="{20A416B5-800E-A528-868C-707F32D395B3}"/>
                    </a:ext>
                  </a:extLst>
                </p14:cNvPr>
                <p14:cNvContentPartPr/>
                <p14:nvPr/>
              </p14:nvContentPartPr>
              <p14:xfrm>
                <a:off x="19427640" y="885600"/>
                <a:ext cx="280080" cy="51480"/>
              </p14:xfrm>
            </p:contentPart>
          </mc:Choice>
          <mc:Fallback xmlns="">
            <p:pic>
              <p:nvPicPr>
                <p:cNvPr id="476" name="잉크 475">
                  <a:extLst>
                    <a:ext uri="{FF2B5EF4-FFF2-40B4-BE49-F238E27FC236}">
                      <a16:creationId xmlns:a16="http://schemas.microsoft.com/office/drawing/2014/main" id="{20A416B5-800E-A528-868C-707F32D395B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419000" y="876600"/>
                  <a:ext cx="29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477" name="잉크 476">
                  <a:extLst>
                    <a:ext uri="{FF2B5EF4-FFF2-40B4-BE49-F238E27FC236}">
                      <a16:creationId xmlns:a16="http://schemas.microsoft.com/office/drawing/2014/main" id="{2A9F772E-4F53-6C6B-C34E-23814F8C2569}"/>
                    </a:ext>
                  </a:extLst>
                </p14:cNvPr>
                <p14:cNvContentPartPr/>
                <p14:nvPr/>
              </p14:nvContentPartPr>
              <p14:xfrm>
                <a:off x="19650840" y="735840"/>
                <a:ext cx="180360" cy="376920"/>
              </p14:xfrm>
            </p:contentPart>
          </mc:Choice>
          <mc:Fallback xmlns="">
            <p:pic>
              <p:nvPicPr>
                <p:cNvPr id="477" name="잉크 476">
                  <a:extLst>
                    <a:ext uri="{FF2B5EF4-FFF2-40B4-BE49-F238E27FC236}">
                      <a16:creationId xmlns:a16="http://schemas.microsoft.com/office/drawing/2014/main" id="{2A9F772E-4F53-6C6B-C34E-23814F8C25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642200" y="727200"/>
                  <a:ext cx="19800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CE66555D-3926-A510-A716-CC2E5BCC3CEE}"/>
              </a:ext>
            </a:extLst>
          </p:cNvPr>
          <p:cNvGrpSpPr/>
          <p:nvPr/>
        </p:nvGrpSpPr>
        <p:grpSpPr>
          <a:xfrm>
            <a:off x="20113080" y="403200"/>
            <a:ext cx="2305080" cy="938160"/>
            <a:chOff x="20113080" y="403200"/>
            <a:chExt cx="2305080" cy="9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C79B5C08-4F18-39D9-9B1D-32BDC65F9EA4}"/>
                    </a:ext>
                  </a:extLst>
                </p14:cNvPr>
                <p14:cNvContentPartPr/>
                <p14:nvPr/>
              </p14:nvContentPartPr>
              <p14:xfrm>
                <a:off x="20113080" y="645840"/>
                <a:ext cx="59400" cy="330840"/>
              </p14:xfrm>
            </p:contentPart>
          </mc:Choice>
          <mc:Fallback xmlns=""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C79B5C08-4F18-39D9-9B1D-32BDC65F9EA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0104080" y="636840"/>
                  <a:ext cx="77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8220EAC9-E3AD-C0AC-CFD1-770535871AD9}"/>
                    </a:ext>
                  </a:extLst>
                </p14:cNvPr>
                <p14:cNvContentPartPr/>
                <p14:nvPr/>
              </p14:nvContentPartPr>
              <p14:xfrm>
                <a:off x="20236200" y="652680"/>
                <a:ext cx="36360" cy="275400"/>
              </p14:xfrm>
            </p:contentPart>
          </mc:Choice>
          <mc:Fallback xmlns=""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8220EAC9-E3AD-C0AC-CFD1-770535871AD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227200" y="644040"/>
                  <a:ext cx="54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480" name="잉크 479">
                  <a:extLst>
                    <a:ext uri="{FF2B5EF4-FFF2-40B4-BE49-F238E27FC236}">
                      <a16:creationId xmlns:a16="http://schemas.microsoft.com/office/drawing/2014/main" id="{08D62A8B-0F9A-F472-1C1E-F6B4DD24799B}"/>
                    </a:ext>
                  </a:extLst>
                </p14:cNvPr>
                <p14:cNvContentPartPr/>
                <p14:nvPr/>
              </p14:nvContentPartPr>
              <p14:xfrm>
                <a:off x="20184720" y="805320"/>
                <a:ext cx="90360" cy="9720"/>
              </p14:xfrm>
            </p:contentPart>
          </mc:Choice>
          <mc:Fallback xmlns="">
            <p:pic>
              <p:nvPicPr>
                <p:cNvPr id="480" name="잉크 479">
                  <a:extLst>
                    <a:ext uri="{FF2B5EF4-FFF2-40B4-BE49-F238E27FC236}">
                      <a16:creationId xmlns:a16="http://schemas.microsoft.com/office/drawing/2014/main" id="{08D62A8B-0F9A-F472-1C1E-F6B4DD24799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0176080" y="796320"/>
                  <a:ext cx="10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481" name="잉크 480">
                  <a:extLst>
                    <a:ext uri="{FF2B5EF4-FFF2-40B4-BE49-F238E27FC236}">
                      <a16:creationId xmlns:a16="http://schemas.microsoft.com/office/drawing/2014/main" id="{8CB89AF3-24A2-13E9-21DD-64B868A23FAF}"/>
                    </a:ext>
                  </a:extLst>
                </p14:cNvPr>
                <p14:cNvContentPartPr/>
                <p14:nvPr/>
              </p14:nvContentPartPr>
              <p14:xfrm>
                <a:off x="20184720" y="814320"/>
                <a:ext cx="218520" cy="44280"/>
              </p14:xfrm>
            </p:contentPart>
          </mc:Choice>
          <mc:Fallback xmlns="">
            <p:pic>
              <p:nvPicPr>
                <p:cNvPr id="481" name="잉크 480">
                  <a:extLst>
                    <a:ext uri="{FF2B5EF4-FFF2-40B4-BE49-F238E27FC236}">
                      <a16:creationId xmlns:a16="http://schemas.microsoft.com/office/drawing/2014/main" id="{8CB89AF3-24A2-13E9-21DD-64B868A23FA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176080" y="805680"/>
                  <a:ext cx="236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82" name="잉크 481">
                  <a:extLst>
                    <a:ext uri="{FF2B5EF4-FFF2-40B4-BE49-F238E27FC236}">
                      <a16:creationId xmlns:a16="http://schemas.microsoft.com/office/drawing/2014/main" id="{2A78F671-0206-CEA8-AEEE-EFA61F9A4196}"/>
                    </a:ext>
                  </a:extLst>
                </p14:cNvPr>
                <p14:cNvContentPartPr/>
                <p14:nvPr/>
              </p14:nvContentPartPr>
              <p14:xfrm>
                <a:off x="20320800" y="403200"/>
                <a:ext cx="69480" cy="892080"/>
              </p14:xfrm>
            </p:contentPart>
          </mc:Choice>
          <mc:Fallback xmlns="">
            <p:pic>
              <p:nvPicPr>
                <p:cNvPr id="482" name="잉크 481">
                  <a:extLst>
                    <a:ext uri="{FF2B5EF4-FFF2-40B4-BE49-F238E27FC236}">
                      <a16:creationId xmlns:a16="http://schemas.microsoft.com/office/drawing/2014/main" id="{2A78F671-0206-CEA8-AEEE-EFA61F9A419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0312160" y="394560"/>
                  <a:ext cx="871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483" name="잉크 482">
                  <a:extLst>
                    <a:ext uri="{FF2B5EF4-FFF2-40B4-BE49-F238E27FC236}">
                      <a16:creationId xmlns:a16="http://schemas.microsoft.com/office/drawing/2014/main" id="{C1B23C71-B844-3983-62CC-BE693623F479}"/>
                    </a:ext>
                  </a:extLst>
                </p14:cNvPr>
                <p14:cNvContentPartPr/>
                <p14:nvPr/>
              </p14:nvContentPartPr>
              <p14:xfrm>
                <a:off x="20469840" y="754200"/>
                <a:ext cx="105840" cy="233640"/>
              </p14:xfrm>
            </p:contentPart>
          </mc:Choice>
          <mc:Fallback xmlns="">
            <p:pic>
              <p:nvPicPr>
                <p:cNvPr id="483" name="잉크 482">
                  <a:extLst>
                    <a:ext uri="{FF2B5EF4-FFF2-40B4-BE49-F238E27FC236}">
                      <a16:creationId xmlns:a16="http://schemas.microsoft.com/office/drawing/2014/main" id="{C1B23C71-B844-3983-62CC-BE693623F47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0460840" y="745560"/>
                  <a:ext cx="123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484" name="잉크 483">
                  <a:extLst>
                    <a:ext uri="{FF2B5EF4-FFF2-40B4-BE49-F238E27FC236}">
                      <a16:creationId xmlns:a16="http://schemas.microsoft.com/office/drawing/2014/main" id="{C6215649-7CF5-B972-2F84-F7A5D3CD6FC9}"/>
                    </a:ext>
                  </a:extLst>
                </p14:cNvPr>
                <p14:cNvContentPartPr/>
                <p14:nvPr/>
              </p14:nvContentPartPr>
              <p14:xfrm>
                <a:off x="20484960" y="698760"/>
                <a:ext cx="149400" cy="44280"/>
              </p14:xfrm>
            </p:contentPart>
          </mc:Choice>
          <mc:Fallback xmlns="">
            <p:pic>
              <p:nvPicPr>
                <p:cNvPr id="484" name="잉크 483">
                  <a:extLst>
                    <a:ext uri="{FF2B5EF4-FFF2-40B4-BE49-F238E27FC236}">
                      <a16:creationId xmlns:a16="http://schemas.microsoft.com/office/drawing/2014/main" id="{C6215649-7CF5-B972-2F84-F7A5D3CD6FC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0476320" y="690120"/>
                  <a:ext cx="167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485" name="잉크 484">
                  <a:extLst>
                    <a:ext uri="{FF2B5EF4-FFF2-40B4-BE49-F238E27FC236}">
                      <a16:creationId xmlns:a16="http://schemas.microsoft.com/office/drawing/2014/main" id="{02B00D84-AB38-61DC-E49E-FB266C0C2B90}"/>
                    </a:ext>
                  </a:extLst>
                </p14:cNvPr>
                <p14:cNvContentPartPr/>
                <p14:nvPr/>
              </p14:nvContentPartPr>
              <p14:xfrm>
                <a:off x="20484960" y="717480"/>
                <a:ext cx="167040" cy="157320"/>
              </p14:xfrm>
            </p:contentPart>
          </mc:Choice>
          <mc:Fallback xmlns="">
            <p:pic>
              <p:nvPicPr>
                <p:cNvPr id="485" name="잉크 484">
                  <a:extLst>
                    <a:ext uri="{FF2B5EF4-FFF2-40B4-BE49-F238E27FC236}">
                      <a16:creationId xmlns:a16="http://schemas.microsoft.com/office/drawing/2014/main" id="{02B00D84-AB38-61DC-E49E-FB266C0C2B9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476320" y="708480"/>
                  <a:ext cx="184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486" name="잉크 485">
                  <a:extLst>
                    <a:ext uri="{FF2B5EF4-FFF2-40B4-BE49-F238E27FC236}">
                      <a16:creationId xmlns:a16="http://schemas.microsoft.com/office/drawing/2014/main" id="{8FC85578-49B4-88D0-8E5F-DB72C540B695}"/>
                    </a:ext>
                  </a:extLst>
                </p14:cNvPr>
                <p14:cNvContentPartPr/>
                <p14:nvPr/>
              </p14:nvContentPartPr>
              <p14:xfrm>
                <a:off x="20261760" y="985320"/>
                <a:ext cx="408600" cy="69480"/>
              </p14:xfrm>
            </p:contentPart>
          </mc:Choice>
          <mc:Fallback xmlns="">
            <p:pic>
              <p:nvPicPr>
                <p:cNvPr id="486" name="잉크 485">
                  <a:extLst>
                    <a:ext uri="{FF2B5EF4-FFF2-40B4-BE49-F238E27FC236}">
                      <a16:creationId xmlns:a16="http://schemas.microsoft.com/office/drawing/2014/main" id="{8FC85578-49B4-88D0-8E5F-DB72C540B69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253120" y="976680"/>
                  <a:ext cx="426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487" name="잉크 486">
                  <a:extLst>
                    <a:ext uri="{FF2B5EF4-FFF2-40B4-BE49-F238E27FC236}">
                      <a16:creationId xmlns:a16="http://schemas.microsoft.com/office/drawing/2014/main" id="{C117B8FB-B17E-9ACA-0671-763397107960}"/>
                    </a:ext>
                  </a:extLst>
                </p14:cNvPr>
                <p14:cNvContentPartPr/>
                <p14:nvPr/>
              </p14:nvContentPartPr>
              <p14:xfrm>
                <a:off x="20449320" y="1105560"/>
                <a:ext cx="133920" cy="141120"/>
              </p14:xfrm>
            </p:contentPart>
          </mc:Choice>
          <mc:Fallback xmlns="">
            <p:pic>
              <p:nvPicPr>
                <p:cNvPr id="487" name="잉크 486">
                  <a:extLst>
                    <a:ext uri="{FF2B5EF4-FFF2-40B4-BE49-F238E27FC236}">
                      <a16:creationId xmlns:a16="http://schemas.microsoft.com/office/drawing/2014/main" id="{C117B8FB-B17E-9ACA-0671-76339710796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0440320" y="1096560"/>
                  <a:ext cx="151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488" name="잉크 487">
                  <a:extLst>
                    <a:ext uri="{FF2B5EF4-FFF2-40B4-BE49-F238E27FC236}">
                      <a16:creationId xmlns:a16="http://schemas.microsoft.com/office/drawing/2014/main" id="{AC0B057B-4D91-57BF-0AB3-492588B0FC8B}"/>
                    </a:ext>
                  </a:extLst>
                </p14:cNvPr>
                <p14:cNvContentPartPr/>
                <p14:nvPr/>
              </p14:nvContentPartPr>
              <p14:xfrm>
                <a:off x="20772240" y="717480"/>
                <a:ext cx="90360" cy="190440"/>
              </p14:xfrm>
            </p:contentPart>
          </mc:Choice>
          <mc:Fallback xmlns="">
            <p:pic>
              <p:nvPicPr>
                <p:cNvPr id="488" name="잉크 487">
                  <a:extLst>
                    <a:ext uri="{FF2B5EF4-FFF2-40B4-BE49-F238E27FC236}">
                      <a16:creationId xmlns:a16="http://schemas.microsoft.com/office/drawing/2014/main" id="{AC0B057B-4D91-57BF-0AB3-492588B0FC8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0763600" y="708480"/>
                  <a:ext cx="108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489" name="잉크 488">
                  <a:extLst>
                    <a:ext uri="{FF2B5EF4-FFF2-40B4-BE49-F238E27FC236}">
                      <a16:creationId xmlns:a16="http://schemas.microsoft.com/office/drawing/2014/main" id="{5DF7D4A1-24A3-5309-72F1-C26EDDB1FD0C}"/>
                    </a:ext>
                  </a:extLst>
                </p14:cNvPr>
                <p14:cNvContentPartPr/>
                <p14:nvPr/>
              </p14:nvContentPartPr>
              <p14:xfrm>
                <a:off x="20803200" y="601920"/>
                <a:ext cx="174960" cy="429840"/>
              </p14:xfrm>
            </p:contentPart>
          </mc:Choice>
          <mc:Fallback xmlns="">
            <p:pic>
              <p:nvPicPr>
                <p:cNvPr id="489" name="잉크 488">
                  <a:extLst>
                    <a:ext uri="{FF2B5EF4-FFF2-40B4-BE49-F238E27FC236}">
                      <a16:creationId xmlns:a16="http://schemas.microsoft.com/office/drawing/2014/main" id="{5DF7D4A1-24A3-5309-72F1-C26EDDB1FD0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0794560" y="592920"/>
                  <a:ext cx="1926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490" name="잉크 489">
                  <a:extLst>
                    <a:ext uri="{FF2B5EF4-FFF2-40B4-BE49-F238E27FC236}">
                      <a16:creationId xmlns:a16="http://schemas.microsoft.com/office/drawing/2014/main" id="{E0D4ADD0-7888-C35C-1202-03053395B5F9}"/>
                    </a:ext>
                  </a:extLst>
                </p14:cNvPr>
                <p14:cNvContentPartPr/>
                <p14:nvPr/>
              </p14:nvContentPartPr>
              <p14:xfrm>
                <a:off x="20688000" y="992160"/>
                <a:ext cx="92880" cy="263520"/>
              </p14:xfrm>
            </p:contentPart>
          </mc:Choice>
          <mc:Fallback xmlns="">
            <p:pic>
              <p:nvPicPr>
                <p:cNvPr id="490" name="잉크 489">
                  <a:extLst>
                    <a:ext uri="{FF2B5EF4-FFF2-40B4-BE49-F238E27FC236}">
                      <a16:creationId xmlns:a16="http://schemas.microsoft.com/office/drawing/2014/main" id="{E0D4ADD0-7888-C35C-1202-03053395B5F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0679000" y="983520"/>
                  <a:ext cx="110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491" name="잉크 490">
                  <a:extLst>
                    <a:ext uri="{FF2B5EF4-FFF2-40B4-BE49-F238E27FC236}">
                      <a16:creationId xmlns:a16="http://schemas.microsoft.com/office/drawing/2014/main" id="{F7E528B1-4A36-C999-8F83-87E89A584525}"/>
                    </a:ext>
                  </a:extLst>
                </p14:cNvPr>
                <p14:cNvContentPartPr/>
                <p14:nvPr/>
              </p14:nvContentPartPr>
              <p14:xfrm>
                <a:off x="20693040" y="946080"/>
                <a:ext cx="182520" cy="395280"/>
              </p14:xfrm>
            </p:contentPart>
          </mc:Choice>
          <mc:Fallback xmlns="">
            <p:pic>
              <p:nvPicPr>
                <p:cNvPr id="491" name="잉크 490">
                  <a:extLst>
                    <a:ext uri="{FF2B5EF4-FFF2-40B4-BE49-F238E27FC236}">
                      <a16:creationId xmlns:a16="http://schemas.microsoft.com/office/drawing/2014/main" id="{F7E528B1-4A36-C999-8F83-87E89A58452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0684040" y="937080"/>
                  <a:ext cx="2001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492" name="잉크 491">
                  <a:extLst>
                    <a:ext uri="{FF2B5EF4-FFF2-40B4-BE49-F238E27FC236}">
                      <a16:creationId xmlns:a16="http://schemas.microsoft.com/office/drawing/2014/main" id="{78F63BFC-C417-A890-75B7-90936C43F2A1}"/>
                    </a:ext>
                  </a:extLst>
                </p14:cNvPr>
                <p14:cNvContentPartPr/>
                <p14:nvPr/>
              </p14:nvContentPartPr>
              <p14:xfrm>
                <a:off x="20703120" y="1156320"/>
                <a:ext cx="216000" cy="16560"/>
              </p14:xfrm>
            </p:contentPart>
          </mc:Choice>
          <mc:Fallback xmlns="">
            <p:pic>
              <p:nvPicPr>
                <p:cNvPr id="492" name="잉크 491">
                  <a:extLst>
                    <a:ext uri="{FF2B5EF4-FFF2-40B4-BE49-F238E27FC236}">
                      <a16:creationId xmlns:a16="http://schemas.microsoft.com/office/drawing/2014/main" id="{78F63BFC-C417-A890-75B7-90936C43F2A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0694480" y="1147320"/>
                  <a:ext cx="233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493" name="잉크 492">
                  <a:extLst>
                    <a:ext uri="{FF2B5EF4-FFF2-40B4-BE49-F238E27FC236}">
                      <a16:creationId xmlns:a16="http://schemas.microsoft.com/office/drawing/2014/main" id="{7B0185EC-EBC7-91CD-A170-2D661A8A7498}"/>
                    </a:ext>
                  </a:extLst>
                </p14:cNvPr>
                <p14:cNvContentPartPr/>
                <p14:nvPr/>
              </p14:nvContentPartPr>
              <p14:xfrm>
                <a:off x="20934240" y="740520"/>
                <a:ext cx="264960" cy="254880"/>
              </p14:xfrm>
            </p:contentPart>
          </mc:Choice>
          <mc:Fallback xmlns="">
            <p:pic>
              <p:nvPicPr>
                <p:cNvPr id="493" name="잉크 492">
                  <a:extLst>
                    <a:ext uri="{FF2B5EF4-FFF2-40B4-BE49-F238E27FC236}">
                      <a16:creationId xmlns:a16="http://schemas.microsoft.com/office/drawing/2014/main" id="{7B0185EC-EBC7-91CD-A170-2D661A8A74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925240" y="731520"/>
                  <a:ext cx="2826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494" name="잉크 493">
                  <a:extLst>
                    <a:ext uri="{FF2B5EF4-FFF2-40B4-BE49-F238E27FC236}">
                      <a16:creationId xmlns:a16="http://schemas.microsoft.com/office/drawing/2014/main" id="{3C29D751-30B9-D5E0-644F-5229B7DAF413}"/>
                    </a:ext>
                  </a:extLst>
                </p14:cNvPr>
                <p14:cNvContentPartPr/>
                <p14:nvPr/>
              </p14:nvContentPartPr>
              <p14:xfrm>
                <a:off x="21124320" y="807480"/>
                <a:ext cx="198000" cy="37440"/>
              </p14:xfrm>
            </p:contentPart>
          </mc:Choice>
          <mc:Fallback xmlns="">
            <p:pic>
              <p:nvPicPr>
                <p:cNvPr id="494" name="잉크 493">
                  <a:extLst>
                    <a:ext uri="{FF2B5EF4-FFF2-40B4-BE49-F238E27FC236}">
                      <a16:creationId xmlns:a16="http://schemas.microsoft.com/office/drawing/2014/main" id="{3C29D751-30B9-D5E0-644F-5229B7DAF41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115320" y="798840"/>
                  <a:ext cx="215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495" name="잉크 494">
                  <a:extLst>
                    <a:ext uri="{FF2B5EF4-FFF2-40B4-BE49-F238E27FC236}">
                      <a16:creationId xmlns:a16="http://schemas.microsoft.com/office/drawing/2014/main" id="{B8A98D0A-A313-8A31-3A71-8775C45A3EAF}"/>
                    </a:ext>
                  </a:extLst>
                </p14:cNvPr>
                <p14:cNvContentPartPr/>
                <p14:nvPr/>
              </p14:nvContentPartPr>
              <p14:xfrm>
                <a:off x="21124320" y="835200"/>
                <a:ext cx="177480" cy="104400"/>
              </p14:xfrm>
            </p:contentPart>
          </mc:Choice>
          <mc:Fallback xmlns="">
            <p:pic>
              <p:nvPicPr>
                <p:cNvPr id="495" name="잉크 494">
                  <a:extLst>
                    <a:ext uri="{FF2B5EF4-FFF2-40B4-BE49-F238E27FC236}">
                      <a16:creationId xmlns:a16="http://schemas.microsoft.com/office/drawing/2014/main" id="{B8A98D0A-A313-8A31-3A71-8775C45A3EA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1115320" y="826560"/>
                  <a:ext cx="195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496" name="잉크 495">
                  <a:extLst>
                    <a:ext uri="{FF2B5EF4-FFF2-40B4-BE49-F238E27FC236}">
                      <a16:creationId xmlns:a16="http://schemas.microsoft.com/office/drawing/2014/main" id="{AD5F6B9D-FC79-C6C5-F402-1802144979B9}"/>
                    </a:ext>
                  </a:extLst>
                </p14:cNvPr>
                <p14:cNvContentPartPr/>
                <p14:nvPr/>
              </p14:nvContentPartPr>
              <p14:xfrm>
                <a:off x="21257520" y="583560"/>
                <a:ext cx="64440" cy="420840"/>
              </p14:xfrm>
            </p:contentPart>
          </mc:Choice>
          <mc:Fallback xmlns="">
            <p:pic>
              <p:nvPicPr>
                <p:cNvPr id="496" name="잉크 495">
                  <a:extLst>
                    <a:ext uri="{FF2B5EF4-FFF2-40B4-BE49-F238E27FC236}">
                      <a16:creationId xmlns:a16="http://schemas.microsoft.com/office/drawing/2014/main" id="{AD5F6B9D-FC79-C6C5-F402-1802144979B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1248880" y="574560"/>
                  <a:ext cx="820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497" name="잉크 496">
                  <a:extLst>
                    <a:ext uri="{FF2B5EF4-FFF2-40B4-BE49-F238E27FC236}">
                      <a16:creationId xmlns:a16="http://schemas.microsoft.com/office/drawing/2014/main" id="{8ADFC09C-D132-F49F-6A72-06B8D25D04A1}"/>
                    </a:ext>
                  </a:extLst>
                </p14:cNvPr>
                <p14:cNvContentPartPr/>
                <p14:nvPr/>
              </p14:nvContentPartPr>
              <p14:xfrm>
                <a:off x="20895720" y="1128600"/>
                <a:ext cx="344160" cy="182880"/>
              </p14:xfrm>
            </p:contentPart>
          </mc:Choice>
          <mc:Fallback xmlns="">
            <p:pic>
              <p:nvPicPr>
                <p:cNvPr id="497" name="잉크 496">
                  <a:extLst>
                    <a:ext uri="{FF2B5EF4-FFF2-40B4-BE49-F238E27FC236}">
                      <a16:creationId xmlns:a16="http://schemas.microsoft.com/office/drawing/2014/main" id="{8ADFC09C-D132-F49F-6A72-06B8D25D04A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887080" y="1119600"/>
                  <a:ext cx="361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498" name="잉크 497">
                  <a:extLst>
                    <a:ext uri="{FF2B5EF4-FFF2-40B4-BE49-F238E27FC236}">
                      <a16:creationId xmlns:a16="http://schemas.microsoft.com/office/drawing/2014/main" id="{2989D46E-7481-D20D-9135-9F3964A3AE3A}"/>
                    </a:ext>
                  </a:extLst>
                </p14:cNvPr>
                <p14:cNvContentPartPr/>
                <p14:nvPr/>
              </p14:nvContentPartPr>
              <p14:xfrm>
                <a:off x="21378840" y="705960"/>
                <a:ext cx="355320" cy="208080"/>
              </p14:xfrm>
            </p:contentPart>
          </mc:Choice>
          <mc:Fallback xmlns="">
            <p:pic>
              <p:nvPicPr>
                <p:cNvPr id="498" name="잉크 497">
                  <a:extLst>
                    <a:ext uri="{FF2B5EF4-FFF2-40B4-BE49-F238E27FC236}">
                      <a16:creationId xmlns:a16="http://schemas.microsoft.com/office/drawing/2014/main" id="{2989D46E-7481-D20D-9135-9F3964A3AE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1369840" y="696960"/>
                  <a:ext cx="372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499" name="잉크 498">
                  <a:extLst>
                    <a:ext uri="{FF2B5EF4-FFF2-40B4-BE49-F238E27FC236}">
                      <a16:creationId xmlns:a16="http://schemas.microsoft.com/office/drawing/2014/main" id="{BDBD23EE-391A-39CD-2993-778FF6B6CEC6}"/>
                    </a:ext>
                  </a:extLst>
                </p14:cNvPr>
                <p14:cNvContentPartPr/>
                <p14:nvPr/>
              </p14:nvContentPartPr>
              <p14:xfrm>
                <a:off x="21255000" y="1002960"/>
                <a:ext cx="421560" cy="218160"/>
              </p14:xfrm>
            </p:contentPart>
          </mc:Choice>
          <mc:Fallback xmlns="">
            <p:pic>
              <p:nvPicPr>
                <p:cNvPr id="499" name="잉크 498">
                  <a:extLst>
                    <a:ext uri="{FF2B5EF4-FFF2-40B4-BE49-F238E27FC236}">
                      <a16:creationId xmlns:a16="http://schemas.microsoft.com/office/drawing/2014/main" id="{BDBD23EE-391A-39CD-2993-778FF6B6CEC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246360" y="994320"/>
                  <a:ext cx="439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500" name="잉크 499">
                  <a:extLst>
                    <a:ext uri="{FF2B5EF4-FFF2-40B4-BE49-F238E27FC236}">
                      <a16:creationId xmlns:a16="http://schemas.microsoft.com/office/drawing/2014/main" id="{C851A89D-C6B9-72C5-8BAC-EE78569B324F}"/>
                    </a:ext>
                  </a:extLst>
                </p14:cNvPr>
                <p14:cNvContentPartPr/>
                <p14:nvPr/>
              </p14:nvContentPartPr>
              <p14:xfrm>
                <a:off x="21665760" y="842400"/>
                <a:ext cx="300960" cy="256680"/>
              </p14:xfrm>
            </p:contentPart>
          </mc:Choice>
          <mc:Fallback xmlns="">
            <p:pic>
              <p:nvPicPr>
                <p:cNvPr id="500" name="잉크 499">
                  <a:extLst>
                    <a:ext uri="{FF2B5EF4-FFF2-40B4-BE49-F238E27FC236}">
                      <a16:creationId xmlns:a16="http://schemas.microsoft.com/office/drawing/2014/main" id="{C851A89D-C6B9-72C5-8BAC-EE78569B324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1656760" y="833400"/>
                  <a:ext cx="318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501" name="잉크 500">
                  <a:extLst>
                    <a:ext uri="{FF2B5EF4-FFF2-40B4-BE49-F238E27FC236}">
                      <a16:creationId xmlns:a16="http://schemas.microsoft.com/office/drawing/2014/main" id="{6F9B6793-C1B6-EEF3-1E7D-1CA9A2313462}"/>
                    </a:ext>
                  </a:extLst>
                </p14:cNvPr>
                <p14:cNvContentPartPr/>
                <p14:nvPr/>
              </p14:nvContentPartPr>
              <p14:xfrm>
                <a:off x="22040520" y="558000"/>
                <a:ext cx="48960" cy="760320"/>
              </p14:xfrm>
            </p:contentPart>
          </mc:Choice>
          <mc:Fallback xmlns="">
            <p:pic>
              <p:nvPicPr>
                <p:cNvPr id="501" name="잉크 500">
                  <a:extLst>
                    <a:ext uri="{FF2B5EF4-FFF2-40B4-BE49-F238E27FC236}">
                      <a16:creationId xmlns:a16="http://schemas.microsoft.com/office/drawing/2014/main" id="{6F9B6793-C1B6-EEF3-1E7D-1CA9A231346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2031520" y="549360"/>
                  <a:ext cx="6660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502" name="잉크 501">
                  <a:extLst>
                    <a:ext uri="{FF2B5EF4-FFF2-40B4-BE49-F238E27FC236}">
                      <a16:creationId xmlns:a16="http://schemas.microsoft.com/office/drawing/2014/main" id="{C6F8A725-17A7-2DAB-874E-E5A2CB752F77}"/>
                    </a:ext>
                  </a:extLst>
                </p14:cNvPr>
                <p14:cNvContentPartPr/>
                <p14:nvPr/>
              </p14:nvContentPartPr>
              <p14:xfrm>
                <a:off x="22163640" y="848880"/>
                <a:ext cx="64440" cy="132120"/>
              </p14:xfrm>
            </p:contentPart>
          </mc:Choice>
          <mc:Fallback xmlns="">
            <p:pic>
              <p:nvPicPr>
                <p:cNvPr id="502" name="잉크 501">
                  <a:extLst>
                    <a:ext uri="{FF2B5EF4-FFF2-40B4-BE49-F238E27FC236}">
                      <a16:creationId xmlns:a16="http://schemas.microsoft.com/office/drawing/2014/main" id="{C6F8A725-17A7-2DAB-874E-E5A2CB752F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2155000" y="840240"/>
                  <a:ext cx="82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503" name="잉크 502">
                  <a:extLst>
                    <a:ext uri="{FF2B5EF4-FFF2-40B4-BE49-F238E27FC236}">
                      <a16:creationId xmlns:a16="http://schemas.microsoft.com/office/drawing/2014/main" id="{6BF478C6-214E-0BAF-A0EF-8F85D346EB3F}"/>
                    </a:ext>
                  </a:extLst>
                </p14:cNvPr>
                <p14:cNvContentPartPr/>
                <p14:nvPr/>
              </p14:nvContentPartPr>
              <p14:xfrm>
                <a:off x="22307280" y="601920"/>
                <a:ext cx="69480" cy="515520"/>
              </p14:xfrm>
            </p:contentPart>
          </mc:Choice>
          <mc:Fallback xmlns="">
            <p:pic>
              <p:nvPicPr>
                <p:cNvPr id="503" name="잉크 502">
                  <a:extLst>
                    <a:ext uri="{FF2B5EF4-FFF2-40B4-BE49-F238E27FC236}">
                      <a16:creationId xmlns:a16="http://schemas.microsoft.com/office/drawing/2014/main" id="{6BF478C6-214E-0BAF-A0EF-8F85D346EB3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2298640" y="592920"/>
                  <a:ext cx="871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504" name="잉크 503">
                  <a:extLst>
                    <a:ext uri="{FF2B5EF4-FFF2-40B4-BE49-F238E27FC236}">
                      <a16:creationId xmlns:a16="http://schemas.microsoft.com/office/drawing/2014/main" id="{CE4171BF-1C15-1916-2341-6BACE6EE3DDA}"/>
                    </a:ext>
                  </a:extLst>
                </p14:cNvPr>
                <p14:cNvContentPartPr/>
                <p14:nvPr/>
              </p14:nvContentPartPr>
              <p14:xfrm>
                <a:off x="22094520" y="1135440"/>
                <a:ext cx="323640" cy="178200"/>
              </p14:xfrm>
            </p:contentPart>
          </mc:Choice>
          <mc:Fallback xmlns="">
            <p:pic>
              <p:nvPicPr>
                <p:cNvPr id="504" name="잉크 503">
                  <a:extLst>
                    <a:ext uri="{FF2B5EF4-FFF2-40B4-BE49-F238E27FC236}">
                      <a16:creationId xmlns:a16="http://schemas.microsoft.com/office/drawing/2014/main" id="{CE4171BF-1C15-1916-2341-6BACE6EE3DD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2085520" y="1126800"/>
                  <a:ext cx="3412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7FFEB001-CA96-45A7-24F5-AC7E7CFF10F2}"/>
              </a:ext>
            </a:extLst>
          </p:cNvPr>
          <p:cNvGrpSpPr/>
          <p:nvPr/>
        </p:nvGrpSpPr>
        <p:grpSpPr>
          <a:xfrm>
            <a:off x="22743600" y="470160"/>
            <a:ext cx="1168200" cy="1065240"/>
            <a:chOff x="22743600" y="470160"/>
            <a:chExt cx="1168200" cy="10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507" name="잉크 506">
                  <a:extLst>
                    <a:ext uri="{FF2B5EF4-FFF2-40B4-BE49-F238E27FC236}">
                      <a16:creationId xmlns:a16="http://schemas.microsoft.com/office/drawing/2014/main" id="{7AA3474E-1AE6-8E7D-5C49-34E9FABDAE7E}"/>
                    </a:ext>
                  </a:extLst>
                </p14:cNvPr>
                <p14:cNvContentPartPr/>
                <p14:nvPr/>
              </p14:nvContentPartPr>
              <p14:xfrm>
                <a:off x="22759080" y="601920"/>
                <a:ext cx="25920" cy="547920"/>
              </p14:xfrm>
            </p:contentPart>
          </mc:Choice>
          <mc:Fallback xmlns="">
            <p:pic>
              <p:nvPicPr>
                <p:cNvPr id="507" name="잉크 506">
                  <a:extLst>
                    <a:ext uri="{FF2B5EF4-FFF2-40B4-BE49-F238E27FC236}">
                      <a16:creationId xmlns:a16="http://schemas.microsoft.com/office/drawing/2014/main" id="{7AA3474E-1AE6-8E7D-5C49-34E9FABDAE7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750440" y="592920"/>
                  <a:ext cx="435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508" name="잉크 507">
                  <a:extLst>
                    <a:ext uri="{FF2B5EF4-FFF2-40B4-BE49-F238E27FC236}">
                      <a16:creationId xmlns:a16="http://schemas.microsoft.com/office/drawing/2014/main" id="{C6799128-6B74-5DB6-E9D2-61497423E403}"/>
                    </a:ext>
                  </a:extLst>
                </p14:cNvPr>
                <p14:cNvContentPartPr/>
                <p14:nvPr/>
              </p14:nvContentPartPr>
              <p14:xfrm>
                <a:off x="22859160" y="740520"/>
                <a:ext cx="162000" cy="231480"/>
              </p14:xfrm>
            </p:contentPart>
          </mc:Choice>
          <mc:Fallback xmlns="">
            <p:pic>
              <p:nvPicPr>
                <p:cNvPr id="508" name="잉크 507">
                  <a:extLst>
                    <a:ext uri="{FF2B5EF4-FFF2-40B4-BE49-F238E27FC236}">
                      <a16:creationId xmlns:a16="http://schemas.microsoft.com/office/drawing/2014/main" id="{C6799128-6B74-5DB6-E9D2-61497423E40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2850520" y="731520"/>
                  <a:ext cx="179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509" name="잉크 508">
                  <a:extLst>
                    <a:ext uri="{FF2B5EF4-FFF2-40B4-BE49-F238E27FC236}">
                      <a16:creationId xmlns:a16="http://schemas.microsoft.com/office/drawing/2014/main" id="{A6D6733D-E1A0-E0F1-D1E8-AB8FD923E4C2}"/>
                    </a:ext>
                  </a:extLst>
                </p14:cNvPr>
                <p14:cNvContentPartPr/>
                <p14:nvPr/>
              </p14:nvContentPartPr>
              <p14:xfrm>
                <a:off x="22956720" y="856080"/>
                <a:ext cx="97920" cy="85680"/>
              </p14:xfrm>
            </p:contentPart>
          </mc:Choice>
          <mc:Fallback xmlns="">
            <p:pic>
              <p:nvPicPr>
                <p:cNvPr id="509" name="잉크 508">
                  <a:extLst>
                    <a:ext uri="{FF2B5EF4-FFF2-40B4-BE49-F238E27FC236}">
                      <a16:creationId xmlns:a16="http://schemas.microsoft.com/office/drawing/2014/main" id="{A6D6733D-E1A0-E0F1-D1E8-AB8FD923E4C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2947720" y="847080"/>
                  <a:ext cx="115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510" name="잉크 509">
                  <a:extLst>
                    <a:ext uri="{FF2B5EF4-FFF2-40B4-BE49-F238E27FC236}">
                      <a16:creationId xmlns:a16="http://schemas.microsoft.com/office/drawing/2014/main" id="{F567873D-2037-82C7-F81C-9ED637171DB5}"/>
                    </a:ext>
                  </a:extLst>
                </p14:cNvPr>
                <p14:cNvContentPartPr/>
                <p14:nvPr/>
              </p14:nvContentPartPr>
              <p14:xfrm>
                <a:off x="23002800" y="848880"/>
                <a:ext cx="149040" cy="145800"/>
              </p14:xfrm>
            </p:contentPart>
          </mc:Choice>
          <mc:Fallback xmlns="">
            <p:pic>
              <p:nvPicPr>
                <p:cNvPr id="510" name="잉크 509">
                  <a:extLst>
                    <a:ext uri="{FF2B5EF4-FFF2-40B4-BE49-F238E27FC236}">
                      <a16:creationId xmlns:a16="http://schemas.microsoft.com/office/drawing/2014/main" id="{F567873D-2037-82C7-F81C-9ED637171DB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2994160" y="840240"/>
                  <a:ext cx="166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511" name="잉크 510">
                  <a:extLst>
                    <a:ext uri="{FF2B5EF4-FFF2-40B4-BE49-F238E27FC236}">
                      <a16:creationId xmlns:a16="http://schemas.microsoft.com/office/drawing/2014/main" id="{B7BADA1D-7569-35BD-B18F-D146FDC5485E}"/>
                    </a:ext>
                  </a:extLst>
                </p14:cNvPr>
                <p14:cNvContentPartPr/>
                <p14:nvPr/>
              </p14:nvContentPartPr>
              <p14:xfrm>
                <a:off x="23136360" y="848880"/>
                <a:ext cx="15840" cy="205920"/>
              </p14:xfrm>
            </p:contentPart>
          </mc:Choice>
          <mc:Fallback xmlns="">
            <p:pic>
              <p:nvPicPr>
                <p:cNvPr id="511" name="잉크 510">
                  <a:extLst>
                    <a:ext uri="{FF2B5EF4-FFF2-40B4-BE49-F238E27FC236}">
                      <a16:creationId xmlns:a16="http://schemas.microsoft.com/office/drawing/2014/main" id="{B7BADA1D-7569-35BD-B18F-D146FDC5485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127720" y="840240"/>
                  <a:ext cx="33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512" name="잉크 511">
                  <a:extLst>
                    <a:ext uri="{FF2B5EF4-FFF2-40B4-BE49-F238E27FC236}">
                      <a16:creationId xmlns:a16="http://schemas.microsoft.com/office/drawing/2014/main" id="{CEA69165-4758-B262-1001-E3B80CDB1CC6}"/>
                    </a:ext>
                  </a:extLst>
                </p14:cNvPr>
                <p14:cNvContentPartPr/>
                <p14:nvPr/>
              </p14:nvContentPartPr>
              <p14:xfrm>
                <a:off x="23233560" y="539640"/>
                <a:ext cx="133920" cy="554760"/>
              </p14:xfrm>
            </p:contentPart>
          </mc:Choice>
          <mc:Fallback xmlns="">
            <p:pic>
              <p:nvPicPr>
                <p:cNvPr id="512" name="잉크 511">
                  <a:extLst>
                    <a:ext uri="{FF2B5EF4-FFF2-40B4-BE49-F238E27FC236}">
                      <a16:creationId xmlns:a16="http://schemas.microsoft.com/office/drawing/2014/main" id="{CEA69165-4758-B262-1001-E3B80CDB1CC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3224920" y="530640"/>
                  <a:ext cx="1515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86A7A841-71EE-D3CF-7D11-91DE74B8C7A5}"/>
                    </a:ext>
                  </a:extLst>
                </p14:cNvPr>
                <p14:cNvContentPartPr/>
                <p14:nvPr/>
              </p14:nvContentPartPr>
              <p14:xfrm>
                <a:off x="23349480" y="470160"/>
                <a:ext cx="43920" cy="852840"/>
              </p14:xfrm>
            </p:contentPart>
          </mc:Choice>
          <mc:Fallback xmlns=""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86A7A841-71EE-D3CF-7D11-91DE74B8C7A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3340480" y="461520"/>
                  <a:ext cx="6156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99139F40-7BDB-F44A-2CB8-17F5D5F6E483}"/>
                    </a:ext>
                  </a:extLst>
                </p14:cNvPr>
                <p14:cNvContentPartPr/>
                <p14:nvPr/>
              </p14:nvContentPartPr>
              <p14:xfrm>
                <a:off x="23607960" y="812160"/>
                <a:ext cx="239760" cy="330840"/>
              </p14:xfrm>
            </p:contentPart>
          </mc:Choice>
          <mc:Fallback xmlns=""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99139F40-7BDB-F44A-2CB8-17F5D5F6E4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3599320" y="803160"/>
                  <a:ext cx="257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73D6D8DB-1543-F4BB-A839-A3E64F521347}"/>
                    </a:ext>
                  </a:extLst>
                </p14:cNvPr>
                <p14:cNvContentPartPr/>
                <p14:nvPr/>
              </p14:nvContentPartPr>
              <p14:xfrm>
                <a:off x="23608680" y="952920"/>
                <a:ext cx="303120" cy="51120"/>
              </p14:xfrm>
            </p:contentPart>
          </mc:Choice>
          <mc:Fallback xmlns=""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73D6D8DB-1543-F4BB-A839-A3E64F52134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3599680" y="944280"/>
                  <a:ext cx="320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516" name="잉크 515">
                  <a:extLst>
                    <a:ext uri="{FF2B5EF4-FFF2-40B4-BE49-F238E27FC236}">
                      <a16:creationId xmlns:a16="http://schemas.microsoft.com/office/drawing/2014/main" id="{AF77F478-1299-DD73-BEF4-7460320509AD}"/>
                    </a:ext>
                  </a:extLst>
                </p14:cNvPr>
                <p14:cNvContentPartPr/>
                <p14:nvPr/>
              </p14:nvContentPartPr>
              <p14:xfrm>
                <a:off x="22743600" y="1276200"/>
                <a:ext cx="1032120" cy="259200"/>
              </p14:xfrm>
            </p:contentPart>
          </mc:Choice>
          <mc:Fallback xmlns="">
            <p:pic>
              <p:nvPicPr>
                <p:cNvPr id="516" name="잉크 515">
                  <a:extLst>
                    <a:ext uri="{FF2B5EF4-FFF2-40B4-BE49-F238E27FC236}">
                      <a16:creationId xmlns:a16="http://schemas.microsoft.com/office/drawing/2014/main" id="{AF77F478-1299-DD73-BEF4-7460320509A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734960" y="1267560"/>
                  <a:ext cx="10497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517" name="잉크 516">
                <a:extLst>
                  <a:ext uri="{FF2B5EF4-FFF2-40B4-BE49-F238E27FC236}">
                    <a16:creationId xmlns:a16="http://schemas.microsoft.com/office/drawing/2014/main" id="{19D3E83F-3E5B-FC4E-9DC3-1F463F805EBB}"/>
                  </a:ext>
                </a:extLst>
              </p14:cNvPr>
              <p14:cNvContentPartPr/>
              <p14:nvPr/>
            </p14:nvContentPartPr>
            <p14:xfrm>
              <a:off x="24322200" y="1544400"/>
              <a:ext cx="360" cy="360"/>
            </p14:xfrm>
          </p:contentPart>
        </mc:Choice>
        <mc:Fallback xmlns="">
          <p:pic>
            <p:nvPicPr>
              <p:cNvPr id="517" name="잉크 516">
                <a:extLst>
                  <a:ext uri="{FF2B5EF4-FFF2-40B4-BE49-F238E27FC236}">
                    <a16:creationId xmlns:a16="http://schemas.microsoft.com/office/drawing/2014/main" id="{19D3E83F-3E5B-FC4E-9DC3-1F463F805E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13200" y="15354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9" name="그룹 608">
            <a:extLst>
              <a:ext uri="{FF2B5EF4-FFF2-40B4-BE49-F238E27FC236}">
                <a16:creationId xmlns:a16="http://schemas.microsoft.com/office/drawing/2014/main" id="{9193BCEF-057E-4D6A-CEFB-38857D4949CF}"/>
              </a:ext>
            </a:extLst>
          </p:cNvPr>
          <p:cNvGrpSpPr/>
          <p:nvPr/>
        </p:nvGrpSpPr>
        <p:grpSpPr>
          <a:xfrm>
            <a:off x="835440" y="128520"/>
            <a:ext cx="998280" cy="884880"/>
            <a:chOff x="835440" y="128520"/>
            <a:chExt cx="998280" cy="88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05" name="잉크 604">
                  <a:extLst>
                    <a:ext uri="{FF2B5EF4-FFF2-40B4-BE49-F238E27FC236}">
                      <a16:creationId xmlns:a16="http://schemas.microsoft.com/office/drawing/2014/main" id="{C79FB004-58ED-C22F-5C41-F714E9C3A35F}"/>
                    </a:ext>
                  </a:extLst>
                </p14:cNvPr>
                <p14:cNvContentPartPr/>
                <p14:nvPr/>
              </p14:nvContentPartPr>
              <p14:xfrm>
                <a:off x="835440" y="424080"/>
                <a:ext cx="82800" cy="589320"/>
              </p14:xfrm>
            </p:contentPart>
          </mc:Choice>
          <mc:Fallback xmlns="">
            <p:pic>
              <p:nvPicPr>
                <p:cNvPr id="605" name="잉크 604">
                  <a:extLst>
                    <a:ext uri="{FF2B5EF4-FFF2-40B4-BE49-F238E27FC236}">
                      <a16:creationId xmlns:a16="http://schemas.microsoft.com/office/drawing/2014/main" id="{C79FB004-58ED-C22F-5C41-F714E9C3A35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6800" y="415080"/>
                  <a:ext cx="1004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06" name="잉크 605">
                  <a:extLst>
                    <a:ext uri="{FF2B5EF4-FFF2-40B4-BE49-F238E27FC236}">
                      <a16:creationId xmlns:a16="http://schemas.microsoft.com/office/drawing/2014/main" id="{9D4538E5-2897-1B50-9B79-A2251739F430}"/>
                    </a:ext>
                  </a:extLst>
                </p14:cNvPr>
                <p14:cNvContentPartPr/>
                <p14:nvPr/>
              </p14:nvContentPartPr>
              <p14:xfrm>
                <a:off x="1015080" y="642600"/>
                <a:ext cx="309600" cy="267840"/>
              </p14:xfrm>
            </p:contentPart>
          </mc:Choice>
          <mc:Fallback xmlns="">
            <p:pic>
              <p:nvPicPr>
                <p:cNvPr id="606" name="잉크 605">
                  <a:extLst>
                    <a:ext uri="{FF2B5EF4-FFF2-40B4-BE49-F238E27FC236}">
                      <a16:creationId xmlns:a16="http://schemas.microsoft.com/office/drawing/2014/main" id="{9D4538E5-2897-1B50-9B79-A2251739F43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6440" y="633600"/>
                  <a:ext cx="327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07" name="잉크 606">
                  <a:extLst>
                    <a:ext uri="{FF2B5EF4-FFF2-40B4-BE49-F238E27FC236}">
                      <a16:creationId xmlns:a16="http://schemas.microsoft.com/office/drawing/2014/main" id="{87BD11A8-6346-5451-F8AC-9EC2AC37FDB9}"/>
                    </a:ext>
                  </a:extLst>
                </p14:cNvPr>
                <p14:cNvContentPartPr/>
                <p14:nvPr/>
              </p14:nvContentPartPr>
              <p14:xfrm>
                <a:off x="1466880" y="504720"/>
                <a:ext cx="241560" cy="237600"/>
              </p14:xfrm>
            </p:contentPart>
          </mc:Choice>
          <mc:Fallback xmlns="">
            <p:pic>
              <p:nvPicPr>
                <p:cNvPr id="607" name="잉크 606">
                  <a:extLst>
                    <a:ext uri="{FF2B5EF4-FFF2-40B4-BE49-F238E27FC236}">
                      <a16:creationId xmlns:a16="http://schemas.microsoft.com/office/drawing/2014/main" id="{87BD11A8-6346-5451-F8AC-9EC2AC37FDB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57880" y="496080"/>
                  <a:ext cx="259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08" name="잉크 607">
                  <a:extLst>
                    <a:ext uri="{FF2B5EF4-FFF2-40B4-BE49-F238E27FC236}">
                      <a16:creationId xmlns:a16="http://schemas.microsoft.com/office/drawing/2014/main" id="{69B225EC-518C-04CA-AFCB-A955098FDDAD}"/>
                    </a:ext>
                  </a:extLst>
                </p14:cNvPr>
                <p14:cNvContentPartPr/>
                <p14:nvPr/>
              </p14:nvContentPartPr>
              <p14:xfrm>
                <a:off x="1808160" y="128520"/>
                <a:ext cx="25560" cy="820080"/>
              </p14:xfrm>
            </p:contentPart>
          </mc:Choice>
          <mc:Fallback xmlns="">
            <p:pic>
              <p:nvPicPr>
                <p:cNvPr id="608" name="잉크 607">
                  <a:extLst>
                    <a:ext uri="{FF2B5EF4-FFF2-40B4-BE49-F238E27FC236}">
                      <a16:creationId xmlns:a16="http://schemas.microsoft.com/office/drawing/2014/main" id="{69B225EC-518C-04CA-AFCB-A955098FDDA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99520" y="119520"/>
                  <a:ext cx="43200" cy="83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그룹 628">
            <a:extLst>
              <a:ext uri="{FF2B5EF4-FFF2-40B4-BE49-F238E27FC236}">
                <a16:creationId xmlns:a16="http://schemas.microsoft.com/office/drawing/2014/main" id="{75397DE3-29DA-A2DE-C5E7-CF39E0731B38}"/>
              </a:ext>
            </a:extLst>
          </p:cNvPr>
          <p:cNvGrpSpPr/>
          <p:nvPr/>
        </p:nvGrpSpPr>
        <p:grpSpPr>
          <a:xfrm>
            <a:off x="2200920" y="285480"/>
            <a:ext cx="1080000" cy="707040"/>
            <a:chOff x="2200920" y="285480"/>
            <a:chExt cx="1080000" cy="70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10" name="잉크 609">
                  <a:extLst>
                    <a:ext uri="{FF2B5EF4-FFF2-40B4-BE49-F238E27FC236}">
                      <a16:creationId xmlns:a16="http://schemas.microsoft.com/office/drawing/2014/main" id="{5C1A3870-8377-AB57-FFAE-4BEFD36EA812}"/>
                    </a:ext>
                  </a:extLst>
                </p14:cNvPr>
                <p14:cNvContentPartPr/>
                <p14:nvPr/>
              </p14:nvContentPartPr>
              <p14:xfrm>
                <a:off x="2200920" y="595080"/>
                <a:ext cx="122040" cy="206280"/>
              </p14:xfrm>
            </p:contentPart>
          </mc:Choice>
          <mc:Fallback xmlns="">
            <p:pic>
              <p:nvPicPr>
                <p:cNvPr id="610" name="잉크 609">
                  <a:extLst>
                    <a:ext uri="{FF2B5EF4-FFF2-40B4-BE49-F238E27FC236}">
                      <a16:creationId xmlns:a16="http://schemas.microsoft.com/office/drawing/2014/main" id="{5C1A3870-8377-AB57-FFAE-4BEFD36EA8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91920" y="586080"/>
                  <a:ext cx="13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11" name="잉크 610">
                  <a:extLst>
                    <a:ext uri="{FF2B5EF4-FFF2-40B4-BE49-F238E27FC236}">
                      <a16:creationId xmlns:a16="http://schemas.microsoft.com/office/drawing/2014/main" id="{16BEF105-FF05-2D3C-06F6-6E4D8D157E4E}"/>
                    </a:ext>
                  </a:extLst>
                </p14:cNvPr>
                <p14:cNvContentPartPr/>
                <p14:nvPr/>
              </p14:nvContentPartPr>
              <p14:xfrm>
                <a:off x="2503680" y="594000"/>
                <a:ext cx="117360" cy="209160"/>
              </p14:xfrm>
            </p:contentPart>
          </mc:Choice>
          <mc:Fallback xmlns="">
            <p:pic>
              <p:nvPicPr>
                <p:cNvPr id="611" name="잉크 610">
                  <a:extLst>
                    <a:ext uri="{FF2B5EF4-FFF2-40B4-BE49-F238E27FC236}">
                      <a16:creationId xmlns:a16="http://schemas.microsoft.com/office/drawing/2014/main" id="{16BEF105-FF05-2D3C-06F6-6E4D8D157E4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95040" y="585000"/>
                  <a:ext cx="135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3D360769-5D12-AEEB-9028-6E87E8E58B31}"/>
                    </a:ext>
                  </a:extLst>
                </p14:cNvPr>
                <p14:cNvContentPartPr/>
                <p14:nvPr/>
              </p14:nvContentPartPr>
              <p14:xfrm>
                <a:off x="3006960" y="347760"/>
                <a:ext cx="105480" cy="277560"/>
              </p14:xfrm>
            </p:contentPart>
          </mc:Choice>
          <mc:Fallback xmlns=""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3D360769-5D12-AEEB-9028-6E87E8E58B3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997960" y="339120"/>
                  <a:ext cx="123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AEA62C2C-9DAD-20BE-5DCA-218F71C555E5}"/>
                    </a:ext>
                  </a:extLst>
                </p14:cNvPr>
                <p14:cNvContentPartPr/>
                <p14:nvPr/>
              </p14:nvContentPartPr>
              <p14:xfrm>
                <a:off x="3006960" y="285480"/>
                <a:ext cx="180000" cy="176040"/>
              </p14:xfrm>
            </p:contentPart>
          </mc:Choice>
          <mc:Fallback xmlns=""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AEA62C2C-9DAD-20BE-5DCA-218F71C555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97960" y="276480"/>
                  <a:ext cx="197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614" name="잉크 613">
                  <a:extLst>
                    <a:ext uri="{FF2B5EF4-FFF2-40B4-BE49-F238E27FC236}">
                      <a16:creationId xmlns:a16="http://schemas.microsoft.com/office/drawing/2014/main" id="{2AE2BE05-94B2-597E-17D7-CBA0CA5A5737}"/>
                    </a:ext>
                  </a:extLst>
                </p14:cNvPr>
                <p14:cNvContentPartPr/>
                <p14:nvPr/>
              </p14:nvContentPartPr>
              <p14:xfrm>
                <a:off x="3040080" y="407880"/>
                <a:ext cx="126000" cy="9720"/>
              </p14:xfrm>
            </p:contentPart>
          </mc:Choice>
          <mc:Fallback xmlns="">
            <p:pic>
              <p:nvPicPr>
                <p:cNvPr id="614" name="잉크 613">
                  <a:extLst>
                    <a:ext uri="{FF2B5EF4-FFF2-40B4-BE49-F238E27FC236}">
                      <a16:creationId xmlns:a16="http://schemas.microsoft.com/office/drawing/2014/main" id="{2AE2BE05-94B2-597E-17D7-CBA0CA5A573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031440" y="399240"/>
                  <a:ext cx="143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615" name="잉크 614">
                  <a:extLst>
                    <a:ext uri="{FF2B5EF4-FFF2-40B4-BE49-F238E27FC236}">
                      <a16:creationId xmlns:a16="http://schemas.microsoft.com/office/drawing/2014/main" id="{645A5D70-EC7E-B90A-FFEB-C95F0187F11F}"/>
                    </a:ext>
                  </a:extLst>
                </p14:cNvPr>
                <p14:cNvContentPartPr/>
                <p14:nvPr/>
              </p14:nvContentPartPr>
              <p14:xfrm>
                <a:off x="2701320" y="597240"/>
                <a:ext cx="509400" cy="37440"/>
              </p14:xfrm>
            </p:contentPart>
          </mc:Choice>
          <mc:Fallback xmlns="">
            <p:pic>
              <p:nvPicPr>
                <p:cNvPr id="615" name="잉크 614">
                  <a:extLst>
                    <a:ext uri="{FF2B5EF4-FFF2-40B4-BE49-F238E27FC236}">
                      <a16:creationId xmlns:a16="http://schemas.microsoft.com/office/drawing/2014/main" id="{645A5D70-EC7E-B90A-FFEB-C95F0187F11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692680" y="588600"/>
                  <a:ext cx="527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616" name="잉크 615">
                  <a:extLst>
                    <a:ext uri="{FF2B5EF4-FFF2-40B4-BE49-F238E27FC236}">
                      <a16:creationId xmlns:a16="http://schemas.microsoft.com/office/drawing/2014/main" id="{37C0585E-D7C7-5B54-4765-FB1E252B61C1}"/>
                    </a:ext>
                  </a:extLst>
                </p14:cNvPr>
                <p14:cNvContentPartPr/>
                <p14:nvPr/>
              </p14:nvContentPartPr>
              <p14:xfrm>
                <a:off x="3076080" y="657360"/>
                <a:ext cx="18360" cy="113400"/>
              </p14:xfrm>
            </p:contentPart>
          </mc:Choice>
          <mc:Fallback xmlns="">
            <p:pic>
              <p:nvPicPr>
                <p:cNvPr id="616" name="잉크 615">
                  <a:extLst>
                    <a:ext uri="{FF2B5EF4-FFF2-40B4-BE49-F238E27FC236}">
                      <a16:creationId xmlns:a16="http://schemas.microsoft.com/office/drawing/2014/main" id="{37C0585E-D7C7-5B54-4765-FB1E252B61C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67080" y="648360"/>
                  <a:ext cx="36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617" name="잉크 616">
                  <a:extLst>
                    <a:ext uri="{FF2B5EF4-FFF2-40B4-BE49-F238E27FC236}">
                      <a16:creationId xmlns:a16="http://schemas.microsoft.com/office/drawing/2014/main" id="{D3C32DF5-8E9D-B4B0-BB3C-4E9FC6159D35}"/>
                    </a:ext>
                  </a:extLst>
                </p14:cNvPr>
                <p14:cNvContentPartPr/>
                <p14:nvPr/>
              </p14:nvContentPartPr>
              <p14:xfrm>
                <a:off x="2937480" y="657360"/>
                <a:ext cx="343440" cy="335160"/>
              </p14:xfrm>
            </p:contentPart>
          </mc:Choice>
          <mc:Fallback xmlns="">
            <p:pic>
              <p:nvPicPr>
                <p:cNvPr id="617" name="잉크 616">
                  <a:extLst>
                    <a:ext uri="{FF2B5EF4-FFF2-40B4-BE49-F238E27FC236}">
                      <a16:creationId xmlns:a16="http://schemas.microsoft.com/office/drawing/2014/main" id="{D3C32DF5-8E9D-B4B0-BB3C-4E9FC6159D3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28840" y="648360"/>
                  <a:ext cx="36108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618" name="잉크 617">
                <a:extLst>
                  <a:ext uri="{FF2B5EF4-FFF2-40B4-BE49-F238E27FC236}">
                    <a16:creationId xmlns:a16="http://schemas.microsoft.com/office/drawing/2014/main" id="{CEC352ED-C400-F27E-8956-B7CCC363B66F}"/>
                  </a:ext>
                </a:extLst>
              </p14:cNvPr>
              <p14:cNvContentPartPr/>
              <p14:nvPr/>
            </p14:nvContentPartPr>
            <p14:xfrm>
              <a:off x="768840" y="1178280"/>
              <a:ext cx="2058840" cy="137880"/>
            </p14:xfrm>
          </p:contentPart>
        </mc:Choice>
        <mc:Fallback xmlns="">
          <p:pic>
            <p:nvPicPr>
              <p:cNvPr id="618" name="잉크 617">
                <a:extLst>
                  <a:ext uri="{FF2B5EF4-FFF2-40B4-BE49-F238E27FC236}">
                    <a16:creationId xmlns:a16="http://schemas.microsoft.com/office/drawing/2014/main" id="{CEC352ED-C400-F27E-8956-B7CCC363B66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59840" y="1169280"/>
                <a:ext cx="207648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" name="그룹 627">
            <a:extLst>
              <a:ext uri="{FF2B5EF4-FFF2-40B4-BE49-F238E27FC236}">
                <a16:creationId xmlns:a16="http://schemas.microsoft.com/office/drawing/2014/main" id="{60E24AD7-BAD8-6FE4-BC2B-BA174587483A}"/>
              </a:ext>
            </a:extLst>
          </p:cNvPr>
          <p:cNvGrpSpPr/>
          <p:nvPr/>
        </p:nvGrpSpPr>
        <p:grpSpPr>
          <a:xfrm>
            <a:off x="3845760" y="174600"/>
            <a:ext cx="990000" cy="886320"/>
            <a:chOff x="3845760" y="174600"/>
            <a:chExt cx="990000" cy="88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55A97E14-C4DA-A3A8-322A-544490FD7513}"/>
                    </a:ext>
                  </a:extLst>
                </p14:cNvPr>
                <p14:cNvContentPartPr/>
                <p14:nvPr/>
              </p14:nvContentPartPr>
              <p14:xfrm>
                <a:off x="3845760" y="273960"/>
                <a:ext cx="200880" cy="492480"/>
              </p14:xfrm>
            </p:contentPart>
          </mc:Choice>
          <mc:Fallback xmlns=""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55A97E14-C4DA-A3A8-322A-544490FD75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837120" y="264960"/>
                  <a:ext cx="2185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20" name="잉크 619">
                  <a:extLst>
                    <a:ext uri="{FF2B5EF4-FFF2-40B4-BE49-F238E27FC236}">
                      <a16:creationId xmlns:a16="http://schemas.microsoft.com/office/drawing/2014/main" id="{0D493387-EAFF-9FA9-AC0B-89C88265FC32}"/>
                    </a:ext>
                  </a:extLst>
                </p14:cNvPr>
                <p14:cNvContentPartPr/>
                <p14:nvPr/>
              </p14:nvContentPartPr>
              <p14:xfrm>
                <a:off x="4046280" y="394200"/>
                <a:ext cx="185040" cy="288720"/>
              </p14:xfrm>
            </p:contentPart>
          </mc:Choice>
          <mc:Fallback xmlns="">
            <p:pic>
              <p:nvPicPr>
                <p:cNvPr id="620" name="잉크 619">
                  <a:extLst>
                    <a:ext uri="{FF2B5EF4-FFF2-40B4-BE49-F238E27FC236}">
                      <a16:creationId xmlns:a16="http://schemas.microsoft.com/office/drawing/2014/main" id="{0D493387-EAFF-9FA9-AC0B-89C88265FC3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037280" y="385200"/>
                  <a:ext cx="202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BF5D69F9-CC30-6A07-827B-1A3CE3D801C9}"/>
                    </a:ext>
                  </a:extLst>
                </p14:cNvPr>
                <p14:cNvContentPartPr/>
                <p14:nvPr/>
              </p14:nvContentPartPr>
              <p14:xfrm>
                <a:off x="4284960" y="174600"/>
                <a:ext cx="13320" cy="711720"/>
              </p14:xfrm>
            </p:contentPart>
          </mc:Choice>
          <mc:Fallback xmlns=""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BF5D69F9-CC30-6A07-827B-1A3CE3D801C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75960" y="165600"/>
                  <a:ext cx="3096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B674F35C-6EC4-EFEA-CEBB-723457D9F41A}"/>
                    </a:ext>
                  </a:extLst>
                </p14:cNvPr>
                <p14:cNvContentPartPr/>
                <p14:nvPr/>
              </p14:nvContentPartPr>
              <p14:xfrm>
                <a:off x="4346520" y="491040"/>
                <a:ext cx="308520" cy="208080"/>
              </p14:xfrm>
            </p:contentPart>
          </mc:Choice>
          <mc:Fallback xmlns=""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B674F35C-6EC4-EFEA-CEBB-723457D9F4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337880" y="482040"/>
                  <a:ext cx="326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23" name="잉크 622">
                  <a:extLst>
                    <a:ext uri="{FF2B5EF4-FFF2-40B4-BE49-F238E27FC236}">
                      <a16:creationId xmlns:a16="http://schemas.microsoft.com/office/drawing/2014/main" id="{87B5D117-4BC3-AEE4-7DA9-9E3DA500A0CD}"/>
                    </a:ext>
                  </a:extLst>
                </p14:cNvPr>
                <p14:cNvContentPartPr/>
                <p14:nvPr/>
              </p14:nvContentPartPr>
              <p14:xfrm>
                <a:off x="4418520" y="645840"/>
                <a:ext cx="249480" cy="83520"/>
              </p14:xfrm>
            </p:contentPart>
          </mc:Choice>
          <mc:Fallback xmlns="">
            <p:pic>
              <p:nvPicPr>
                <p:cNvPr id="623" name="잉크 622">
                  <a:extLst>
                    <a:ext uri="{FF2B5EF4-FFF2-40B4-BE49-F238E27FC236}">
                      <a16:creationId xmlns:a16="http://schemas.microsoft.com/office/drawing/2014/main" id="{87B5D117-4BC3-AEE4-7DA9-9E3DA500A0C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09520" y="636840"/>
                  <a:ext cx="267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24" name="잉크 623">
                  <a:extLst>
                    <a:ext uri="{FF2B5EF4-FFF2-40B4-BE49-F238E27FC236}">
                      <a16:creationId xmlns:a16="http://schemas.microsoft.com/office/drawing/2014/main" id="{C807BFB6-B7E4-B4B2-9913-4E51123C639C}"/>
                    </a:ext>
                  </a:extLst>
                </p14:cNvPr>
                <p14:cNvContentPartPr/>
                <p14:nvPr/>
              </p14:nvContentPartPr>
              <p14:xfrm>
                <a:off x="4662240" y="520920"/>
                <a:ext cx="25920" cy="335160"/>
              </p14:xfrm>
            </p:contentPart>
          </mc:Choice>
          <mc:Fallback xmlns="">
            <p:pic>
              <p:nvPicPr>
                <p:cNvPr id="624" name="잉크 623">
                  <a:extLst>
                    <a:ext uri="{FF2B5EF4-FFF2-40B4-BE49-F238E27FC236}">
                      <a16:creationId xmlns:a16="http://schemas.microsoft.com/office/drawing/2014/main" id="{C807BFB6-B7E4-B4B2-9913-4E51123C639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653240" y="512280"/>
                  <a:ext cx="43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25" name="잉크 624">
                  <a:extLst>
                    <a:ext uri="{FF2B5EF4-FFF2-40B4-BE49-F238E27FC236}">
                      <a16:creationId xmlns:a16="http://schemas.microsoft.com/office/drawing/2014/main" id="{406DCE17-FC37-FD0A-66E1-EED633A59F1F}"/>
                    </a:ext>
                  </a:extLst>
                </p14:cNvPr>
                <p14:cNvContentPartPr/>
                <p14:nvPr/>
              </p14:nvContentPartPr>
              <p14:xfrm>
                <a:off x="4728840" y="255600"/>
                <a:ext cx="106920" cy="805320"/>
              </p14:xfrm>
            </p:contentPart>
          </mc:Choice>
          <mc:Fallback xmlns="">
            <p:pic>
              <p:nvPicPr>
                <p:cNvPr id="625" name="잉크 624">
                  <a:extLst>
                    <a:ext uri="{FF2B5EF4-FFF2-40B4-BE49-F238E27FC236}">
                      <a16:creationId xmlns:a16="http://schemas.microsoft.com/office/drawing/2014/main" id="{406DCE17-FC37-FD0A-66E1-EED633A59F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20200" y="246600"/>
                  <a:ext cx="124560" cy="82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626" name="잉크 625">
                <a:extLst>
                  <a:ext uri="{FF2B5EF4-FFF2-40B4-BE49-F238E27FC236}">
                    <a16:creationId xmlns:a16="http://schemas.microsoft.com/office/drawing/2014/main" id="{AAD2EB2F-FA84-60D3-6ABD-AC76644AA4BB}"/>
                  </a:ext>
                </a:extLst>
              </p14:cNvPr>
              <p14:cNvContentPartPr/>
              <p14:nvPr/>
            </p14:nvContentPartPr>
            <p14:xfrm>
              <a:off x="5270640" y="941400"/>
              <a:ext cx="360" cy="360"/>
            </p14:xfrm>
          </p:contentPart>
        </mc:Choice>
        <mc:Fallback xmlns="">
          <p:pic>
            <p:nvPicPr>
              <p:cNvPr id="626" name="잉크 625">
                <a:extLst>
                  <a:ext uri="{FF2B5EF4-FFF2-40B4-BE49-F238E27FC236}">
                    <a16:creationId xmlns:a16="http://schemas.microsoft.com/office/drawing/2014/main" id="{AAD2EB2F-FA84-60D3-6ABD-AC76644AA4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61640" y="9327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630" name="잉크 629">
                <a:extLst>
                  <a:ext uri="{FF2B5EF4-FFF2-40B4-BE49-F238E27FC236}">
                    <a16:creationId xmlns:a16="http://schemas.microsoft.com/office/drawing/2014/main" id="{829FF0D8-9958-C6B5-CCCA-FEE83D7F2ADB}"/>
                  </a:ext>
                </a:extLst>
              </p14:cNvPr>
              <p14:cNvContentPartPr/>
              <p14:nvPr/>
            </p14:nvContentPartPr>
            <p14:xfrm>
              <a:off x="16524851" y="12899362"/>
              <a:ext cx="24840" cy="25200"/>
            </p14:xfrm>
          </p:contentPart>
        </mc:Choice>
        <mc:Fallback xmlns="">
          <p:pic>
            <p:nvPicPr>
              <p:cNvPr id="630" name="잉크 629">
                <a:extLst>
                  <a:ext uri="{FF2B5EF4-FFF2-40B4-BE49-F238E27FC236}">
                    <a16:creationId xmlns:a16="http://schemas.microsoft.com/office/drawing/2014/main" id="{829FF0D8-9958-C6B5-CCCA-FEE83D7F2ADB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6516211" y="12890722"/>
                <a:ext cx="424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647" name="잉크 646">
                <a:extLst>
                  <a:ext uri="{FF2B5EF4-FFF2-40B4-BE49-F238E27FC236}">
                    <a16:creationId xmlns:a16="http://schemas.microsoft.com/office/drawing/2014/main" id="{BF4AD635-DCCD-10F2-21B0-CC2CBE9FE32F}"/>
                  </a:ext>
                </a:extLst>
              </p14:cNvPr>
              <p14:cNvContentPartPr/>
              <p14:nvPr/>
            </p14:nvContentPartPr>
            <p14:xfrm>
              <a:off x="21925211" y="8124322"/>
              <a:ext cx="59760" cy="504360"/>
            </p14:xfrm>
          </p:contentPart>
        </mc:Choice>
        <mc:Fallback xmlns="">
          <p:pic>
            <p:nvPicPr>
              <p:cNvPr id="647" name="잉크 646">
                <a:extLst>
                  <a:ext uri="{FF2B5EF4-FFF2-40B4-BE49-F238E27FC236}">
                    <a16:creationId xmlns:a16="http://schemas.microsoft.com/office/drawing/2014/main" id="{BF4AD635-DCCD-10F2-21B0-CC2CBE9FE32F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1916571" y="8115682"/>
                <a:ext cx="77400" cy="52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7" name="그룹 666">
            <a:extLst>
              <a:ext uri="{FF2B5EF4-FFF2-40B4-BE49-F238E27FC236}">
                <a16:creationId xmlns:a16="http://schemas.microsoft.com/office/drawing/2014/main" id="{4D64FA74-22CF-A17E-328A-F116DF0562B5}"/>
              </a:ext>
            </a:extLst>
          </p:cNvPr>
          <p:cNvGrpSpPr/>
          <p:nvPr/>
        </p:nvGrpSpPr>
        <p:grpSpPr>
          <a:xfrm>
            <a:off x="22677611" y="9176242"/>
            <a:ext cx="665280" cy="674640"/>
            <a:chOff x="15189971" y="8966716"/>
            <a:chExt cx="665280" cy="67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665" name="잉크 664">
                  <a:extLst>
                    <a:ext uri="{FF2B5EF4-FFF2-40B4-BE49-F238E27FC236}">
                      <a16:creationId xmlns:a16="http://schemas.microsoft.com/office/drawing/2014/main" id="{70317283-C330-E67D-FBFE-22D5187F148A}"/>
                    </a:ext>
                  </a:extLst>
                </p14:cNvPr>
                <p14:cNvContentPartPr/>
                <p14:nvPr/>
              </p14:nvContentPartPr>
              <p14:xfrm>
                <a:off x="15189971" y="8966716"/>
                <a:ext cx="374760" cy="324720"/>
              </p14:xfrm>
            </p:contentPart>
          </mc:Choice>
          <mc:Fallback xmlns="">
            <p:pic>
              <p:nvPicPr>
                <p:cNvPr id="665" name="잉크 664">
                  <a:extLst>
                    <a:ext uri="{FF2B5EF4-FFF2-40B4-BE49-F238E27FC236}">
                      <a16:creationId xmlns:a16="http://schemas.microsoft.com/office/drawing/2014/main" id="{70317283-C330-E67D-FBFE-22D5187F148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181331" y="8958076"/>
                  <a:ext cx="392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666" name="잉크 665">
                  <a:extLst>
                    <a:ext uri="{FF2B5EF4-FFF2-40B4-BE49-F238E27FC236}">
                      <a16:creationId xmlns:a16="http://schemas.microsoft.com/office/drawing/2014/main" id="{9035F129-95A7-7D70-E15F-3C514295A549}"/>
                    </a:ext>
                  </a:extLst>
                </p14:cNvPr>
                <p14:cNvContentPartPr/>
                <p14:nvPr/>
              </p14:nvContentPartPr>
              <p14:xfrm>
                <a:off x="15260171" y="9023596"/>
                <a:ext cx="595080" cy="617760"/>
              </p14:xfrm>
            </p:contentPart>
          </mc:Choice>
          <mc:Fallback xmlns="">
            <p:pic>
              <p:nvPicPr>
                <p:cNvPr id="666" name="잉크 665">
                  <a:extLst>
                    <a:ext uri="{FF2B5EF4-FFF2-40B4-BE49-F238E27FC236}">
                      <a16:creationId xmlns:a16="http://schemas.microsoft.com/office/drawing/2014/main" id="{9035F129-95A7-7D70-E15F-3C514295A54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251171" y="9014596"/>
                  <a:ext cx="612720" cy="63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2319344A-C4F3-76EA-EB0B-B0465A1D5A68}"/>
              </a:ext>
            </a:extLst>
          </p:cNvPr>
          <p:cNvGrpSpPr/>
          <p:nvPr/>
        </p:nvGrpSpPr>
        <p:grpSpPr>
          <a:xfrm>
            <a:off x="452400" y="2571480"/>
            <a:ext cx="9014760" cy="13258996"/>
            <a:chOff x="452400" y="2571480"/>
            <a:chExt cx="9014760" cy="1325899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2197EF6B-B88B-9304-1197-5D9858934117}"/>
                    </a:ext>
                  </a:extLst>
                </p14:cNvPr>
                <p14:cNvContentPartPr/>
                <p14:nvPr/>
              </p14:nvContentPartPr>
              <p14:xfrm>
                <a:off x="452400" y="8781240"/>
                <a:ext cx="418320" cy="42804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2197EF6B-B88B-9304-1197-5D985893411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43400" y="8772240"/>
                  <a:ext cx="4359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4F0DFEC2-45FB-0F5A-BB71-42AA875CC70F}"/>
                    </a:ext>
                  </a:extLst>
                </p14:cNvPr>
                <p14:cNvContentPartPr/>
                <p14:nvPr/>
              </p14:nvContentPartPr>
              <p14:xfrm>
                <a:off x="725280" y="8811480"/>
                <a:ext cx="195480" cy="10440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4F0DFEC2-45FB-0F5A-BB71-42AA875CC70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16280" y="8802840"/>
                  <a:ext cx="213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A0389DB9-540E-AF63-0F27-44002F5325B0}"/>
                    </a:ext>
                  </a:extLst>
                </p14:cNvPr>
                <p14:cNvContentPartPr/>
                <p14:nvPr/>
              </p14:nvContentPartPr>
              <p14:xfrm>
                <a:off x="1043520" y="8739840"/>
                <a:ext cx="333720" cy="51552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A0389DB9-540E-AF63-0F27-44002F5325B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34520" y="8731200"/>
                  <a:ext cx="3513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187BDA4C-BB94-E469-91EE-E307E4032A3B}"/>
                    </a:ext>
                  </a:extLst>
                </p14:cNvPr>
                <p14:cNvContentPartPr/>
                <p14:nvPr/>
              </p14:nvContentPartPr>
              <p14:xfrm>
                <a:off x="1584960" y="8840640"/>
                <a:ext cx="462240" cy="38340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187BDA4C-BB94-E469-91EE-E307E4032A3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575960" y="8831640"/>
                  <a:ext cx="4798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1931A7C3-CF03-32D0-F282-F66D61483B51}"/>
                    </a:ext>
                  </a:extLst>
                </p14:cNvPr>
                <p14:cNvContentPartPr/>
                <p14:nvPr/>
              </p14:nvContentPartPr>
              <p14:xfrm>
                <a:off x="2437080" y="8508720"/>
                <a:ext cx="344160" cy="83916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1931A7C3-CF03-32D0-F282-F66D61483B5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428080" y="8499720"/>
                  <a:ext cx="3618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1378C30C-E6C6-AD41-75DC-FD5AB56F2931}"/>
                    </a:ext>
                  </a:extLst>
                </p14:cNvPr>
                <p14:cNvContentPartPr/>
                <p14:nvPr/>
              </p14:nvContentPartPr>
              <p14:xfrm>
                <a:off x="2960880" y="8933520"/>
                <a:ext cx="277200" cy="22788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1378C30C-E6C6-AD41-75DC-FD5AB56F293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952240" y="8924880"/>
                  <a:ext cx="294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68BA81B0-8AB6-C1F8-12D8-7A68E12BAC02}"/>
                    </a:ext>
                  </a:extLst>
                </p14:cNvPr>
                <p14:cNvContentPartPr/>
                <p14:nvPr/>
              </p14:nvContentPartPr>
              <p14:xfrm>
                <a:off x="3171120" y="8843880"/>
                <a:ext cx="204480" cy="30096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68BA81B0-8AB6-C1F8-12D8-7A68E12BAC0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162120" y="8835240"/>
                  <a:ext cx="222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D66A2B79-25BF-A0B8-6D13-C6851C5D02D3}"/>
                    </a:ext>
                  </a:extLst>
                </p14:cNvPr>
                <p14:cNvContentPartPr/>
                <p14:nvPr/>
              </p14:nvContentPartPr>
              <p14:xfrm>
                <a:off x="3276240" y="8843880"/>
                <a:ext cx="131400" cy="9972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D66A2B79-25BF-A0B8-6D13-C6851C5D02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267600" y="8835240"/>
                  <a:ext cx="149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889B34DE-BED7-3126-A4C4-8CC47BC04DF9}"/>
                    </a:ext>
                  </a:extLst>
                </p14:cNvPr>
                <p14:cNvContentPartPr/>
                <p14:nvPr/>
              </p14:nvContentPartPr>
              <p14:xfrm>
                <a:off x="3365880" y="8869440"/>
                <a:ext cx="182880" cy="34128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889B34DE-BED7-3126-A4C4-8CC47BC04DF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357240" y="8860440"/>
                  <a:ext cx="200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B90E09BC-5076-39DD-6B11-2502DB0E5359}"/>
                    </a:ext>
                  </a:extLst>
                </p14:cNvPr>
                <p14:cNvContentPartPr/>
                <p14:nvPr/>
              </p14:nvContentPartPr>
              <p14:xfrm>
                <a:off x="3548400" y="8869440"/>
                <a:ext cx="360" cy="36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B90E09BC-5076-39DD-6B11-2502DB0E535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39400" y="8860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8695977A-D1C6-BE46-BE7E-C5BE6B23153A}"/>
                    </a:ext>
                  </a:extLst>
                </p14:cNvPr>
                <p14:cNvContentPartPr/>
                <p14:nvPr/>
              </p14:nvContentPartPr>
              <p14:xfrm>
                <a:off x="3476400" y="8862240"/>
                <a:ext cx="118440" cy="124920"/>
              </p14:xfrm>
            </p:contentPart>
          </mc:Choice>
          <mc:Fallback xmlns=""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8695977A-D1C6-BE46-BE7E-C5BE6B23153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467760" y="8853600"/>
                  <a:ext cx="136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427A9903-11BF-D713-0467-A67C327716A0}"/>
                    </a:ext>
                  </a:extLst>
                </p14:cNvPr>
                <p14:cNvContentPartPr/>
                <p14:nvPr/>
              </p14:nvContentPartPr>
              <p14:xfrm>
                <a:off x="3580800" y="8875920"/>
                <a:ext cx="196200" cy="3333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427A9903-11BF-D713-0467-A67C327716A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571800" y="8866920"/>
                  <a:ext cx="213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A6DFCC13-F318-016C-DCEE-BC139AF57B3A}"/>
                    </a:ext>
                  </a:extLst>
                </p14:cNvPr>
                <p14:cNvContentPartPr/>
                <p14:nvPr/>
              </p14:nvContentPartPr>
              <p14:xfrm>
                <a:off x="3820200" y="8882760"/>
                <a:ext cx="154440" cy="36504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A6DFCC13-F318-016C-DCEE-BC139AF57B3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811560" y="8874120"/>
                  <a:ext cx="172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1F723E74-6A28-1F04-8583-7F3F313B9B6D}"/>
                    </a:ext>
                  </a:extLst>
                </p14:cNvPr>
                <p14:cNvContentPartPr/>
                <p14:nvPr/>
              </p14:nvContentPartPr>
              <p14:xfrm>
                <a:off x="3994800" y="8811480"/>
                <a:ext cx="262080" cy="4428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1F723E74-6A28-1F04-8583-7F3F313B9B6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986160" y="8802840"/>
                  <a:ext cx="279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B0889687-CBF8-6620-7F2D-65F6CF89692A}"/>
                    </a:ext>
                  </a:extLst>
                </p14:cNvPr>
                <p14:cNvContentPartPr/>
                <p14:nvPr/>
              </p14:nvContentPartPr>
              <p14:xfrm>
                <a:off x="4070040" y="8603760"/>
                <a:ext cx="289440" cy="60552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B0889687-CBF8-6620-7F2D-65F6CF89692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061400" y="8594760"/>
                  <a:ext cx="307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97539EB9-59FF-1AF5-1C39-31CC3D383CA5}"/>
                    </a:ext>
                  </a:extLst>
                </p14:cNvPr>
                <p14:cNvContentPartPr/>
                <p14:nvPr/>
              </p14:nvContentPartPr>
              <p14:xfrm>
                <a:off x="4659720" y="9292080"/>
                <a:ext cx="360" cy="36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97539EB9-59FF-1AF5-1C39-31CC3D383C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50720" y="92830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EC41B148-0E45-B943-AE45-183C5ACE4E53}"/>
                    </a:ext>
                  </a:extLst>
                </p14:cNvPr>
                <p14:cNvContentPartPr/>
                <p14:nvPr/>
              </p14:nvContentPartPr>
              <p14:xfrm>
                <a:off x="7172160" y="4965120"/>
                <a:ext cx="355320" cy="765000"/>
              </p14:xfrm>
            </p:contentPart>
          </mc:Choice>
          <mc:Fallback xmlns=""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EC41B148-0E45-B943-AE45-183C5ACE4E5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163520" y="4956480"/>
                  <a:ext cx="37296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E9303EB4-C4D1-B992-0A97-93C0C2F1603F}"/>
                    </a:ext>
                  </a:extLst>
                </p14:cNvPr>
                <p14:cNvContentPartPr/>
                <p14:nvPr/>
              </p14:nvContentPartPr>
              <p14:xfrm>
                <a:off x="7244160" y="5401800"/>
                <a:ext cx="128880" cy="69480"/>
              </p14:xfrm>
            </p:contentPart>
          </mc:Choice>
          <mc:Fallback xmlns=""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E9303EB4-C4D1-B992-0A97-93C0C2F1603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235520" y="5392800"/>
                  <a:ext cx="146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F1C1A422-A302-48C8-71DB-978A97809EA3}"/>
                    </a:ext>
                  </a:extLst>
                </p14:cNvPr>
                <p14:cNvContentPartPr/>
                <p14:nvPr/>
              </p14:nvContentPartPr>
              <p14:xfrm>
                <a:off x="7837440" y="4805640"/>
                <a:ext cx="105120" cy="361080"/>
              </p14:xfrm>
            </p:contentPart>
          </mc:Choice>
          <mc:Fallback xmlns=""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F1C1A422-A302-48C8-71DB-978A97809EA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828800" y="4797000"/>
                  <a:ext cx="122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3B73E1F7-E34C-7426-A2AD-11B693A5DE26}"/>
                    </a:ext>
                  </a:extLst>
                </p14:cNvPr>
                <p14:cNvContentPartPr/>
                <p14:nvPr/>
              </p14:nvContentPartPr>
              <p14:xfrm>
                <a:off x="8036160" y="4810320"/>
                <a:ext cx="193680" cy="399240"/>
              </p14:xfrm>
            </p:contentPart>
          </mc:Choice>
          <mc:Fallback xmlns=""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3B73E1F7-E34C-7426-A2AD-11B693A5DE2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27520" y="4801680"/>
                  <a:ext cx="2113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0BDCE750-D09E-BBFD-0B0E-F7E05A409F91}"/>
                    </a:ext>
                  </a:extLst>
                </p14:cNvPr>
                <p14:cNvContentPartPr/>
                <p14:nvPr/>
              </p14:nvContentPartPr>
              <p14:xfrm>
                <a:off x="8342520" y="4907520"/>
                <a:ext cx="130320" cy="7200"/>
              </p14:xfrm>
            </p:contentPart>
          </mc:Choice>
          <mc:Fallback xmlns=""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0BDCE750-D09E-BBFD-0B0E-F7E05A409F9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333880" y="4898520"/>
                  <a:ext cx="147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ED258A86-39C2-34B6-1478-0E04D5370248}"/>
                    </a:ext>
                  </a:extLst>
                </p14:cNvPr>
                <p14:cNvContentPartPr/>
                <p14:nvPr/>
              </p14:nvContentPartPr>
              <p14:xfrm>
                <a:off x="8342520" y="4914360"/>
                <a:ext cx="360" cy="360"/>
              </p14:xfrm>
            </p:contentPart>
          </mc:Choice>
          <mc:Fallback xmlns=""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ED258A86-39C2-34B6-1478-0E04D53702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33880" y="4905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A7DC94F3-E56C-00C8-172C-C75B2E66C63D}"/>
                    </a:ext>
                  </a:extLst>
                </p14:cNvPr>
                <p14:cNvContentPartPr/>
                <p14:nvPr/>
              </p14:nvContentPartPr>
              <p14:xfrm>
                <a:off x="8301480" y="4914360"/>
                <a:ext cx="177480" cy="90360"/>
              </p14:xfrm>
            </p:contentPart>
          </mc:Choice>
          <mc:Fallback xmlns=""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A7DC94F3-E56C-00C8-172C-C75B2E66C63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92840" y="4905360"/>
                  <a:ext cx="195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0F5EAA0F-F0EE-1901-DF54-D54469F9FBFE}"/>
                    </a:ext>
                  </a:extLst>
                </p14:cNvPr>
                <p14:cNvContentPartPr/>
                <p14:nvPr/>
              </p14:nvContentPartPr>
              <p14:xfrm>
                <a:off x="7941120" y="4772520"/>
                <a:ext cx="523080" cy="397440"/>
              </p14:xfrm>
            </p:contentPart>
          </mc:Choice>
          <mc:Fallback xmlns=""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0F5EAA0F-F0EE-1901-DF54-D54469F9FBF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932480" y="4763520"/>
                  <a:ext cx="5407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15778D1E-B3C2-30F2-C43A-5BA083AE7F6F}"/>
                    </a:ext>
                  </a:extLst>
                </p14:cNvPr>
                <p14:cNvContentPartPr/>
                <p14:nvPr/>
              </p14:nvContentPartPr>
              <p14:xfrm>
                <a:off x="7807920" y="5413320"/>
                <a:ext cx="146520" cy="169920"/>
              </p14:xfrm>
            </p:contentPart>
          </mc:Choice>
          <mc:Fallback xmlns=""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15778D1E-B3C2-30F2-C43A-5BA083AE7F6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799280" y="5404320"/>
                  <a:ext cx="164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DD28C070-A760-4B3C-3616-514A6A476B36}"/>
                    </a:ext>
                  </a:extLst>
                </p14:cNvPr>
                <p14:cNvContentPartPr/>
                <p14:nvPr/>
              </p14:nvContentPartPr>
              <p14:xfrm>
                <a:off x="7909080" y="5166000"/>
                <a:ext cx="32040" cy="379080"/>
              </p14:xfrm>
            </p:contentPart>
          </mc:Choice>
          <mc:Fallback xmlns=""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DD28C070-A760-4B3C-3616-514A6A476B3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900080" y="5157360"/>
                  <a:ext cx="49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D84C0135-3796-F757-8E3C-C5F8AB3218B1}"/>
                    </a:ext>
                  </a:extLst>
                </p14:cNvPr>
                <p14:cNvContentPartPr/>
                <p14:nvPr/>
              </p14:nvContentPartPr>
              <p14:xfrm>
                <a:off x="7988640" y="5389920"/>
                <a:ext cx="177480" cy="227160"/>
              </p14:xfrm>
            </p:contentPart>
          </mc:Choice>
          <mc:Fallback xmlns=""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D84C0135-3796-F757-8E3C-C5F8AB3218B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979640" y="5380920"/>
                  <a:ext cx="195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1C724B5A-95E3-AC9F-31F5-6C14DA0131FD}"/>
                    </a:ext>
                  </a:extLst>
                </p14:cNvPr>
                <p14:cNvContentPartPr/>
                <p14:nvPr/>
              </p14:nvContentPartPr>
              <p14:xfrm>
                <a:off x="8165760" y="5470920"/>
                <a:ext cx="257040" cy="7200"/>
              </p14:xfrm>
            </p:contentPart>
          </mc:Choice>
          <mc:Fallback xmlns=""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1C724B5A-95E3-AC9F-31F5-6C14DA0131F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156760" y="5462280"/>
                  <a:ext cx="274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0EE9EC7A-00C8-A4BB-4510-85DDC9FAA83C}"/>
                    </a:ext>
                  </a:extLst>
                </p14:cNvPr>
                <p14:cNvContentPartPr/>
                <p14:nvPr/>
              </p14:nvContentPartPr>
              <p14:xfrm>
                <a:off x="8309400" y="5232960"/>
                <a:ext cx="51840" cy="402120"/>
              </p14:xfrm>
            </p:contentPart>
          </mc:Choice>
          <mc:Fallback xmlns=""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0EE9EC7A-00C8-A4BB-4510-85DDC9FAA83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00400" y="5224320"/>
                  <a:ext cx="694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F2EA7CB4-D495-BDDA-7059-A6ACD0CCF0B6}"/>
                    </a:ext>
                  </a:extLst>
                </p14:cNvPr>
                <p14:cNvContentPartPr/>
                <p14:nvPr/>
              </p14:nvContentPartPr>
              <p14:xfrm>
                <a:off x="8450520" y="5444280"/>
                <a:ext cx="174960" cy="202320"/>
              </p14:xfrm>
            </p:contentPart>
          </mc:Choice>
          <mc:Fallback xmlns=""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F2EA7CB4-D495-BDDA-7059-A6ACD0CCF0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41520" y="5435640"/>
                  <a:ext cx="19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33FB7286-9FF6-E224-5F9E-A8B6D4145C1D}"/>
                    </a:ext>
                  </a:extLst>
                </p14:cNvPr>
                <p14:cNvContentPartPr/>
                <p14:nvPr/>
              </p14:nvContentPartPr>
              <p14:xfrm>
                <a:off x="8635200" y="5420160"/>
                <a:ext cx="172440" cy="22932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33FB7286-9FF6-E224-5F9E-A8B6D4145C1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626560" y="5411520"/>
                  <a:ext cx="190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A072295C-0B13-F08A-BFB0-F64FAB77F844}"/>
                    </a:ext>
                  </a:extLst>
                </p14:cNvPr>
                <p14:cNvContentPartPr/>
                <p14:nvPr/>
              </p14:nvContentPartPr>
              <p14:xfrm>
                <a:off x="8850840" y="5133600"/>
                <a:ext cx="20880" cy="460080"/>
              </p14:xfrm>
            </p:contentPart>
          </mc:Choice>
          <mc:Fallback xmlns=""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A072295C-0B13-F08A-BFB0-F64FAB77F84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42200" y="5124960"/>
                  <a:ext cx="3852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5CDDB8E2-9477-A0FB-87D7-AA1BE3A2F897}"/>
                    </a:ext>
                  </a:extLst>
                </p14:cNvPr>
                <p14:cNvContentPartPr/>
                <p14:nvPr/>
              </p14:nvContentPartPr>
              <p14:xfrm>
                <a:off x="8973960" y="5397120"/>
                <a:ext cx="176760" cy="41760"/>
              </p14:xfrm>
            </p:contentPart>
          </mc:Choice>
          <mc:Fallback xmlns=""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5CDDB8E2-9477-A0FB-87D7-AA1BE3A2F89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65320" y="5388120"/>
                  <a:ext cx="194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1864C50C-ECE8-935D-83D7-D1AC5335D9AB}"/>
                    </a:ext>
                  </a:extLst>
                </p14:cNvPr>
                <p14:cNvContentPartPr/>
                <p14:nvPr/>
              </p14:nvContentPartPr>
              <p14:xfrm>
                <a:off x="8973960" y="5397120"/>
                <a:ext cx="360" cy="360"/>
              </p14:xfrm>
            </p:contentPart>
          </mc:Choice>
          <mc:Fallback xmlns=""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1864C50C-ECE8-935D-83D7-D1AC5335D9A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65320" y="5388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B8A2FF85-1CCD-66E5-55AD-6CADC14B21CF}"/>
                    </a:ext>
                  </a:extLst>
                </p14:cNvPr>
                <p14:cNvContentPartPr/>
                <p14:nvPr/>
              </p14:nvContentPartPr>
              <p14:xfrm>
                <a:off x="8973960" y="5261760"/>
                <a:ext cx="258480" cy="357480"/>
              </p14:xfrm>
            </p:contentPart>
          </mc:Choice>
          <mc:Fallback xmlns=""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B8A2FF85-1CCD-66E5-55AD-6CADC14B21C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965320" y="5252760"/>
                  <a:ext cx="276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EE097498-4C79-48E2-E48A-FCFF6AEF9B68}"/>
                    </a:ext>
                  </a:extLst>
                </p14:cNvPr>
                <p14:cNvContentPartPr/>
                <p14:nvPr/>
              </p14:nvContentPartPr>
              <p14:xfrm>
                <a:off x="9446280" y="5660280"/>
                <a:ext cx="20880" cy="2520"/>
              </p14:xfrm>
            </p:contentPart>
          </mc:Choice>
          <mc:Fallback xmlns=""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EE097498-4C79-48E2-E48A-FCFF6AEF9B6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437640" y="5651640"/>
                  <a:ext cx="38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91EDDFE5-CC62-A690-BF27-F319A984ACA4}"/>
                    </a:ext>
                  </a:extLst>
                </p14:cNvPr>
                <p14:cNvContentPartPr/>
                <p14:nvPr/>
              </p14:nvContentPartPr>
              <p14:xfrm>
                <a:off x="1087080" y="7679640"/>
                <a:ext cx="286200" cy="25884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91EDDFE5-CC62-A690-BF27-F319A984ACA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78080" y="7671000"/>
                  <a:ext cx="303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AAEF432C-B82A-B56F-3F65-28E42E19C0E8}"/>
                    </a:ext>
                  </a:extLst>
                </p14:cNvPr>
                <p14:cNvContentPartPr/>
                <p14:nvPr/>
              </p14:nvContentPartPr>
              <p14:xfrm>
                <a:off x="1423320" y="7287240"/>
                <a:ext cx="29160" cy="9666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AAEF432C-B82A-B56F-3F65-28E42E19C0E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414320" y="7278240"/>
                  <a:ext cx="4680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08BCCE49-50BC-FEDF-6378-AB3EDD915DEA}"/>
                    </a:ext>
                  </a:extLst>
                </p14:cNvPr>
                <p14:cNvContentPartPr/>
                <p14:nvPr/>
              </p14:nvContentPartPr>
              <p14:xfrm>
                <a:off x="1631040" y="7591800"/>
                <a:ext cx="140040" cy="1803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08BCCE49-50BC-FEDF-6378-AB3EDD915DE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622040" y="7583160"/>
                  <a:ext cx="157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5780D3D6-27D0-3682-AF76-19512C0C07E3}"/>
                    </a:ext>
                  </a:extLst>
                </p14:cNvPr>
                <p14:cNvContentPartPr/>
                <p14:nvPr/>
              </p14:nvContentPartPr>
              <p14:xfrm>
                <a:off x="1428360" y="7956840"/>
                <a:ext cx="380160" cy="2124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5780D3D6-27D0-3682-AF76-19512C0C07E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419360" y="7948200"/>
                  <a:ext cx="39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8182B380-9B09-EA44-D08B-20C3FA9DF01A}"/>
                    </a:ext>
                  </a:extLst>
                </p14:cNvPr>
                <p14:cNvContentPartPr/>
                <p14:nvPr/>
              </p14:nvContentPartPr>
              <p14:xfrm>
                <a:off x="1608000" y="7995360"/>
                <a:ext cx="160200" cy="13860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8182B380-9B09-EA44-D08B-20C3FA9DF01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599360" y="7986720"/>
                  <a:ext cx="177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2A287A9F-9B05-5F4D-2060-6CD8B8CF5FBE}"/>
                    </a:ext>
                  </a:extLst>
                </p14:cNvPr>
                <p14:cNvContentPartPr/>
                <p14:nvPr/>
              </p14:nvContentPartPr>
              <p14:xfrm>
                <a:off x="1841640" y="7694400"/>
                <a:ext cx="247320" cy="25380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2A287A9F-9B05-5F4D-2060-6CD8B8CF5FB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832640" y="7685400"/>
                  <a:ext cx="264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1504F467-78FA-F6A4-EF43-D2467753B993}"/>
                    </a:ext>
                  </a:extLst>
                </p14:cNvPr>
                <p14:cNvContentPartPr/>
                <p14:nvPr/>
              </p14:nvContentPartPr>
              <p14:xfrm>
                <a:off x="2021280" y="7656600"/>
                <a:ext cx="203040" cy="10908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1504F467-78FA-F6A4-EF43-D2467753B99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012280" y="7647960"/>
                  <a:ext cx="220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F63740EB-38F7-1AC9-F0B0-6019A5DC295B}"/>
                    </a:ext>
                  </a:extLst>
                </p14:cNvPr>
                <p14:cNvContentPartPr/>
                <p14:nvPr/>
              </p14:nvContentPartPr>
              <p14:xfrm>
                <a:off x="2167440" y="7365720"/>
                <a:ext cx="59400" cy="58464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F63740EB-38F7-1AC9-F0B0-6019A5DC295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158800" y="7356720"/>
                  <a:ext cx="770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527EC0C2-2ACD-BAB2-14DA-5690CB1428BC}"/>
                    </a:ext>
                  </a:extLst>
                </p14:cNvPr>
                <p14:cNvContentPartPr/>
                <p14:nvPr/>
              </p14:nvContentPartPr>
              <p14:xfrm>
                <a:off x="1985280" y="7905720"/>
                <a:ext cx="203040" cy="17532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527EC0C2-2ACD-BAB2-14DA-5690CB1428B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976640" y="7897080"/>
                  <a:ext cx="220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1B34523E-C163-D15E-162D-AEB1E47DEC9C}"/>
                    </a:ext>
                  </a:extLst>
                </p14:cNvPr>
                <p14:cNvContentPartPr/>
                <p14:nvPr/>
              </p14:nvContentPartPr>
              <p14:xfrm>
                <a:off x="2342040" y="7677840"/>
                <a:ext cx="131400" cy="18252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1B34523E-C163-D15E-162D-AEB1E47DEC9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333400" y="7668840"/>
                  <a:ext cx="149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3FC0E814-DEA4-A6D3-15F6-20AEFC5189CC}"/>
                    </a:ext>
                  </a:extLst>
                </p14:cNvPr>
                <p14:cNvContentPartPr/>
                <p14:nvPr/>
              </p14:nvContentPartPr>
              <p14:xfrm>
                <a:off x="2154840" y="7878360"/>
                <a:ext cx="531720" cy="12060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3FC0E814-DEA4-A6D3-15F6-20AEFC5189C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145840" y="7869720"/>
                  <a:ext cx="549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447899ED-E27D-EBC7-CB44-D2FA0EDBC895}"/>
                    </a:ext>
                  </a:extLst>
                </p14:cNvPr>
                <p14:cNvContentPartPr/>
                <p14:nvPr/>
              </p14:nvContentPartPr>
              <p14:xfrm>
                <a:off x="2657760" y="7312440"/>
                <a:ext cx="10800" cy="90360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447899ED-E27D-EBC7-CB44-D2FA0EDBC89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648760" y="7303800"/>
                  <a:ext cx="2844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DF67D13D-8B03-D8C8-8E8E-071A32E3492C}"/>
                    </a:ext>
                  </a:extLst>
                </p14:cNvPr>
                <p14:cNvContentPartPr/>
                <p14:nvPr/>
              </p14:nvContentPartPr>
              <p14:xfrm>
                <a:off x="3166080" y="8275800"/>
                <a:ext cx="360" cy="360"/>
              </p14:xfrm>
            </p:contentPart>
          </mc:Choice>
          <mc:Fallback xmlns=""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DF67D13D-8B03-D8C8-8E8E-071A32E3492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57080" y="8266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D58EACA2-F68C-7EBE-AFD1-9C15BB55BBD1}"/>
                    </a:ext>
                  </a:extLst>
                </p14:cNvPr>
                <p14:cNvContentPartPr/>
                <p14:nvPr/>
              </p14:nvContentPartPr>
              <p14:xfrm>
                <a:off x="4246440" y="3469080"/>
                <a:ext cx="13320" cy="36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D58EACA2-F68C-7EBE-AFD1-9C15BB55BBD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37440" y="3460080"/>
                  <a:ext cx="30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AF3D1D83-9C0B-95AE-580D-2FF26A8BE909}"/>
                    </a:ext>
                  </a:extLst>
                </p14:cNvPr>
                <p14:cNvContentPartPr/>
                <p14:nvPr/>
              </p14:nvContentPartPr>
              <p14:xfrm>
                <a:off x="4194960" y="3419040"/>
                <a:ext cx="136440" cy="341280"/>
              </p14:xfrm>
            </p:contentPart>
          </mc:Choice>
          <mc:Fallback xmlns=""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AF3D1D83-9C0B-95AE-580D-2FF26A8BE90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186320" y="3410040"/>
                  <a:ext cx="154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4020B25E-6FD3-E66C-DC06-C60CE9C65D03}"/>
                    </a:ext>
                  </a:extLst>
                </p14:cNvPr>
                <p14:cNvContentPartPr/>
                <p14:nvPr/>
              </p14:nvContentPartPr>
              <p14:xfrm>
                <a:off x="4344000" y="3365040"/>
                <a:ext cx="100440" cy="34488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4020B25E-6FD3-E66C-DC06-C60CE9C65D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335000" y="3356040"/>
                  <a:ext cx="1180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5D346DBD-9E76-050D-10C8-78AF0237CFC8}"/>
                    </a:ext>
                  </a:extLst>
                </p14:cNvPr>
                <p14:cNvContentPartPr/>
                <p14:nvPr/>
              </p14:nvContentPartPr>
              <p14:xfrm>
                <a:off x="4256880" y="3533520"/>
                <a:ext cx="164520" cy="720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5D346DBD-9E76-050D-10C8-78AF0237CFC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47880" y="3524880"/>
                  <a:ext cx="182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B2903D68-777C-54F6-3E6E-2A42BA4FD557}"/>
                    </a:ext>
                  </a:extLst>
                </p14:cNvPr>
                <p14:cNvContentPartPr/>
                <p14:nvPr/>
              </p14:nvContentPartPr>
              <p14:xfrm>
                <a:off x="4445520" y="3378720"/>
                <a:ext cx="57960" cy="38592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B2903D68-777C-54F6-3E6E-2A42BA4FD55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36520" y="3370080"/>
                  <a:ext cx="756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1BF9CB65-35C7-9F84-522E-85FBFDF12743}"/>
                    </a:ext>
                  </a:extLst>
                </p14:cNvPr>
                <p14:cNvContentPartPr/>
                <p14:nvPr/>
              </p14:nvContentPartPr>
              <p14:xfrm>
                <a:off x="4492680" y="3358200"/>
                <a:ext cx="180000" cy="371160"/>
              </p14:xfrm>
            </p:contentPart>
          </mc:Choice>
          <mc:Fallback xmlns=""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1BF9CB65-35C7-9F84-522E-85FBFDF1274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484040" y="3349200"/>
                  <a:ext cx="1976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4AF443D5-1A95-5BB7-4C3F-0F64460FD0DA}"/>
                    </a:ext>
                  </a:extLst>
                </p14:cNvPr>
                <p14:cNvContentPartPr/>
                <p14:nvPr/>
              </p14:nvContentPartPr>
              <p14:xfrm>
                <a:off x="4718760" y="3447120"/>
                <a:ext cx="180360" cy="288720"/>
              </p14:xfrm>
            </p:contentPart>
          </mc:Choice>
          <mc:Fallback xmlns=""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4AF443D5-1A95-5BB7-4C3F-0F64460FD0D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709760" y="3438480"/>
                  <a:ext cx="1980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48A42EFF-1B88-A1D5-7AB0-18D9D11B2CC1}"/>
                    </a:ext>
                  </a:extLst>
                </p14:cNvPr>
                <p14:cNvContentPartPr/>
                <p14:nvPr/>
              </p14:nvContentPartPr>
              <p14:xfrm>
                <a:off x="5978400" y="4614240"/>
                <a:ext cx="911160" cy="104796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48A42EFF-1B88-A1D5-7AB0-18D9D11B2CC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69400" y="4605240"/>
                  <a:ext cx="928800" cy="10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C36F503F-C690-26D1-39A1-BB9B21F2C943}"/>
                    </a:ext>
                  </a:extLst>
                </p14:cNvPr>
                <p14:cNvContentPartPr/>
                <p14:nvPr/>
              </p14:nvContentPartPr>
              <p14:xfrm>
                <a:off x="6132840" y="4887120"/>
                <a:ext cx="182520" cy="383760"/>
              </p14:xfrm>
            </p:contentPart>
          </mc:Choice>
          <mc:Fallback xmlns=""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C36F503F-C690-26D1-39A1-BB9B21F2C94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124200" y="4878480"/>
                  <a:ext cx="200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7A421163-A343-B43D-C180-8DBB7F4C68CB}"/>
                    </a:ext>
                  </a:extLst>
                </p14:cNvPr>
                <p14:cNvContentPartPr/>
                <p14:nvPr/>
              </p14:nvContentPartPr>
              <p14:xfrm>
                <a:off x="6271440" y="4868760"/>
                <a:ext cx="41400" cy="385920"/>
              </p14:xfrm>
            </p:contentPart>
          </mc:Choice>
          <mc:Fallback xmlns=""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7A421163-A343-B43D-C180-8DBB7F4C68C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262800" y="4859760"/>
                  <a:ext cx="590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1954CC4B-F3A7-1E24-B978-2BD32DB89E39}"/>
                    </a:ext>
                  </a:extLst>
                </p14:cNvPr>
                <p14:cNvContentPartPr/>
                <p14:nvPr/>
              </p14:nvContentPartPr>
              <p14:xfrm>
                <a:off x="6158400" y="5108880"/>
                <a:ext cx="120960" cy="1656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1954CC4B-F3A7-1E24-B978-2BD32DB89E3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149760" y="5100240"/>
                  <a:ext cx="138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41A555BB-E58A-5CEC-037B-7BEE82FD6264}"/>
                    </a:ext>
                  </a:extLst>
                </p14:cNvPr>
                <p14:cNvContentPartPr/>
                <p14:nvPr/>
              </p14:nvContentPartPr>
              <p14:xfrm>
                <a:off x="6325440" y="4884960"/>
                <a:ext cx="120960" cy="37908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41A555BB-E58A-5CEC-037B-7BEE82FD626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316440" y="4875960"/>
                  <a:ext cx="1386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6C4923BA-8E4B-564A-0C53-A1FF8552303D}"/>
                    </a:ext>
                  </a:extLst>
                </p14:cNvPr>
                <p14:cNvContentPartPr/>
                <p14:nvPr/>
              </p14:nvContentPartPr>
              <p14:xfrm>
                <a:off x="6374040" y="4889640"/>
                <a:ext cx="210960" cy="41904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6C4923BA-8E4B-564A-0C53-A1FF8552303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365400" y="4880640"/>
                  <a:ext cx="2286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A4F2E9A4-C5DA-A29B-D25D-88205C32C67E}"/>
                    </a:ext>
                  </a:extLst>
                </p14:cNvPr>
                <p14:cNvContentPartPr/>
                <p14:nvPr/>
              </p14:nvContentPartPr>
              <p14:xfrm>
                <a:off x="6641160" y="4972800"/>
                <a:ext cx="56880" cy="29340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A4F2E9A4-C5DA-A29B-D25D-88205C32C67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632160" y="4963800"/>
                  <a:ext cx="74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4F46F73F-D9E1-1B90-CA98-EDE611DC6AC5}"/>
                    </a:ext>
                  </a:extLst>
                </p14:cNvPr>
                <p14:cNvContentPartPr/>
                <p14:nvPr/>
              </p14:nvContentPartPr>
              <p14:xfrm>
                <a:off x="4749360" y="5774520"/>
                <a:ext cx="1412280" cy="109440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4F46F73F-D9E1-1B90-CA98-EDE611DC6AC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740720" y="5765520"/>
                  <a:ext cx="1429920" cy="11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DFEFA5BF-200C-561C-0578-8CB6512B065A}"/>
                    </a:ext>
                  </a:extLst>
                </p14:cNvPr>
                <p14:cNvContentPartPr/>
                <p14:nvPr/>
              </p14:nvContentPartPr>
              <p14:xfrm>
                <a:off x="4759800" y="6420720"/>
                <a:ext cx="262080" cy="26604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DFEFA5BF-200C-561C-0578-8CB6512B065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750800" y="6412080"/>
                  <a:ext cx="279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4C4F8BFB-2D26-0603-3004-9F762E6E1C52}"/>
                    </a:ext>
                  </a:extLst>
                </p14:cNvPr>
                <p14:cNvContentPartPr/>
                <p14:nvPr/>
              </p14:nvContentPartPr>
              <p14:xfrm>
                <a:off x="3476040" y="5695320"/>
                <a:ext cx="1089360" cy="102204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4C4F8BFB-2D26-0603-3004-9F762E6E1C5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467400" y="5686320"/>
                  <a:ext cx="1107000" cy="10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C01FEBD0-5348-CFD8-B218-44ED202203E2}"/>
                    </a:ext>
                  </a:extLst>
                </p14:cNvPr>
                <p14:cNvContentPartPr/>
                <p14:nvPr/>
              </p14:nvContentPartPr>
              <p14:xfrm>
                <a:off x="3633000" y="5972880"/>
                <a:ext cx="156960" cy="35748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C01FEBD0-5348-CFD8-B218-44ED202203E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624360" y="5963880"/>
                  <a:ext cx="174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BFA56FBB-5FFC-7803-A1C1-965148CA572D}"/>
                    </a:ext>
                  </a:extLst>
                </p14:cNvPr>
                <p14:cNvContentPartPr/>
                <p14:nvPr/>
              </p14:nvContentPartPr>
              <p14:xfrm>
                <a:off x="3799680" y="5882880"/>
                <a:ext cx="18360" cy="42084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BFA56FBB-5FFC-7803-A1C1-965148CA572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791040" y="5873880"/>
                  <a:ext cx="36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FFC9540E-DBF0-5BF3-5CAF-8457720F3AB0}"/>
                    </a:ext>
                  </a:extLst>
                </p14:cNvPr>
                <p14:cNvContentPartPr/>
                <p14:nvPr/>
              </p14:nvContentPartPr>
              <p14:xfrm>
                <a:off x="3720120" y="6102120"/>
                <a:ext cx="110880" cy="72000"/>
              </p14:xfrm>
            </p:contentPart>
          </mc:Choice>
          <mc:Fallback xmlns=""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FFC9540E-DBF0-5BF3-5CAF-8457720F3AB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711480" y="6093480"/>
                  <a:ext cx="128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78FCCED3-65B5-35F0-AC53-CC3F80BB8884}"/>
                    </a:ext>
                  </a:extLst>
                </p14:cNvPr>
                <p14:cNvContentPartPr/>
                <p14:nvPr/>
              </p14:nvContentPartPr>
              <p14:xfrm>
                <a:off x="3838200" y="5977560"/>
                <a:ext cx="51840" cy="386280"/>
              </p14:xfrm>
            </p:contentPart>
          </mc:Choice>
          <mc:Fallback xmlns=""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78FCCED3-65B5-35F0-AC53-CC3F80BB888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829560" y="5968560"/>
                  <a:ext cx="694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6A523839-DFC1-00D5-EB8C-03B063E68701}"/>
                    </a:ext>
                  </a:extLst>
                </p14:cNvPr>
                <p14:cNvContentPartPr/>
                <p14:nvPr/>
              </p14:nvContentPartPr>
              <p14:xfrm>
                <a:off x="3897240" y="5990880"/>
                <a:ext cx="123480" cy="391320"/>
              </p14:xfrm>
            </p:contentPart>
          </mc:Choice>
          <mc:Fallback xmlns=""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6A523839-DFC1-00D5-EB8C-03B063E6870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888600" y="5982240"/>
                  <a:ext cx="1411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78F19B28-9614-41F7-F9D8-5C1BC589C2CD}"/>
                    </a:ext>
                  </a:extLst>
                </p14:cNvPr>
                <p14:cNvContentPartPr/>
                <p14:nvPr/>
              </p14:nvContentPartPr>
              <p14:xfrm>
                <a:off x="4079400" y="6056040"/>
                <a:ext cx="267480" cy="332640"/>
              </p14:xfrm>
            </p:contentPart>
          </mc:Choice>
          <mc:Fallback xmlns=""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78F19B28-9614-41F7-F9D8-5C1BC589C2C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070760" y="6047040"/>
                  <a:ext cx="285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61FE40B6-AD08-E516-60A6-9268BFE032F9}"/>
                    </a:ext>
                  </a:extLst>
                </p14:cNvPr>
                <p14:cNvContentPartPr/>
                <p14:nvPr/>
              </p14:nvContentPartPr>
              <p14:xfrm>
                <a:off x="2868000" y="4808640"/>
                <a:ext cx="508680" cy="1145880"/>
              </p14:xfrm>
            </p:contentPart>
          </mc:Choice>
          <mc:Fallback xmlns=""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61FE40B6-AD08-E516-60A6-9268BFE032F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859000" y="4799640"/>
                  <a:ext cx="52632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4853BCBB-2A84-F30A-B744-20F15350DB25}"/>
                    </a:ext>
                  </a:extLst>
                </p14:cNvPr>
                <p14:cNvContentPartPr/>
                <p14:nvPr/>
              </p14:nvContentPartPr>
              <p14:xfrm>
                <a:off x="2706360" y="4817640"/>
                <a:ext cx="449640" cy="204120"/>
              </p14:xfrm>
            </p:contentPart>
          </mc:Choice>
          <mc:Fallback xmlns=""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4853BCBB-2A84-F30A-B744-20F15350DB2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697720" y="4809000"/>
                  <a:ext cx="467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70AB0BE4-1B5B-0147-BA72-3172EBA3C2EA}"/>
                    </a:ext>
                  </a:extLst>
                </p14:cNvPr>
                <p14:cNvContentPartPr/>
                <p14:nvPr/>
              </p14:nvContentPartPr>
              <p14:xfrm>
                <a:off x="2572440" y="3676800"/>
                <a:ext cx="812520" cy="1103760"/>
              </p14:xfrm>
            </p:contentPart>
          </mc:Choice>
          <mc:Fallback xmlns=""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70AB0BE4-1B5B-0147-BA72-3172EBA3C2E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563800" y="3668160"/>
                  <a:ext cx="83016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2C4D50DD-8582-B56D-CC5A-85C9D86343EB}"/>
                    </a:ext>
                  </a:extLst>
                </p14:cNvPr>
                <p14:cNvContentPartPr/>
                <p14:nvPr/>
              </p14:nvContentPartPr>
              <p14:xfrm>
                <a:off x="2675760" y="4071720"/>
                <a:ext cx="167040" cy="369000"/>
              </p14:xfrm>
            </p:contentPart>
          </mc:Choice>
          <mc:Fallback xmlns=""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2C4D50DD-8582-B56D-CC5A-85C9D86343E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66760" y="4063080"/>
                  <a:ext cx="1846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3DE18539-97A6-F2CD-8701-D5B10F736786}"/>
                    </a:ext>
                  </a:extLst>
                </p14:cNvPr>
                <p14:cNvContentPartPr/>
                <p14:nvPr/>
              </p14:nvContentPartPr>
              <p14:xfrm>
                <a:off x="2842440" y="4035000"/>
                <a:ext cx="36360" cy="423000"/>
              </p14:xfrm>
            </p:contentPart>
          </mc:Choice>
          <mc:Fallback xmlns=""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3DE18539-97A6-F2CD-8701-D5B10F73678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833800" y="4026000"/>
                  <a:ext cx="540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877E7C50-4588-DDC6-D956-A2F1FC87A285}"/>
                    </a:ext>
                  </a:extLst>
                </p14:cNvPr>
                <p14:cNvContentPartPr/>
                <p14:nvPr/>
              </p14:nvContentPartPr>
              <p14:xfrm>
                <a:off x="2732280" y="4233360"/>
                <a:ext cx="192960" cy="2808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877E7C50-4588-DDC6-D956-A2F1FC87A28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723280" y="4224720"/>
                  <a:ext cx="210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90EF45AF-2B13-397E-B96E-72CD16D14F8D}"/>
                    </a:ext>
                  </a:extLst>
                </p14:cNvPr>
                <p14:cNvContentPartPr/>
                <p14:nvPr/>
              </p14:nvContentPartPr>
              <p14:xfrm>
                <a:off x="2891400" y="4050840"/>
                <a:ext cx="69480" cy="355320"/>
              </p14:xfrm>
            </p:contentPart>
          </mc:Choice>
          <mc:Fallback xmlns=""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90EF45AF-2B13-397E-B96E-72CD16D14F8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882400" y="4042200"/>
                  <a:ext cx="871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4C4FCE62-525C-A9B5-0E22-1C58898C5842}"/>
                    </a:ext>
                  </a:extLst>
                </p14:cNvPr>
                <p14:cNvContentPartPr/>
                <p14:nvPr/>
              </p14:nvContentPartPr>
              <p14:xfrm>
                <a:off x="2958000" y="4150200"/>
                <a:ext cx="151920" cy="29448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4C4FCE62-525C-A9B5-0E22-1C58898C584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949360" y="4141560"/>
                  <a:ext cx="169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DEC48428-0D3D-9DBB-9A18-855F9DC37A20}"/>
                    </a:ext>
                  </a:extLst>
                </p14:cNvPr>
                <p14:cNvContentPartPr/>
                <p14:nvPr/>
              </p14:nvContentPartPr>
              <p14:xfrm>
                <a:off x="3032520" y="4142640"/>
                <a:ext cx="196560" cy="324000"/>
              </p14:xfrm>
            </p:contentPart>
          </mc:Choice>
          <mc:Fallback xmlns=""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DEC48428-0D3D-9DBB-9A18-855F9DC37A2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23520" y="4134000"/>
                  <a:ext cx="214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81B55649-9B03-2D3B-55EC-29E25DCE6CC2}"/>
                    </a:ext>
                  </a:extLst>
                </p14:cNvPr>
                <p14:cNvContentPartPr/>
                <p14:nvPr/>
              </p14:nvContentPartPr>
              <p14:xfrm>
                <a:off x="3227640" y="3348120"/>
                <a:ext cx="659520" cy="34992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81B55649-9B03-2D3B-55EC-29E25DCE6CC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218640" y="3339120"/>
                  <a:ext cx="6771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913A2221-79DA-4BF4-4B92-D53A6F42E38A}"/>
                    </a:ext>
                  </a:extLst>
                </p14:cNvPr>
                <p14:cNvContentPartPr/>
                <p14:nvPr/>
              </p14:nvContentPartPr>
              <p14:xfrm>
                <a:off x="3632640" y="3232560"/>
                <a:ext cx="144360" cy="372960"/>
              </p14:xfrm>
            </p:contentPart>
          </mc:Choice>
          <mc:Fallback xmlns=""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913A2221-79DA-4BF4-4B92-D53A6F42E38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624000" y="3223920"/>
                  <a:ext cx="1620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4C4CB0F2-5D1B-CE35-1659-422A84313A37}"/>
                    </a:ext>
                  </a:extLst>
                </p14:cNvPr>
                <p14:cNvContentPartPr/>
                <p14:nvPr/>
              </p14:nvContentPartPr>
              <p14:xfrm>
                <a:off x="4926480" y="5722200"/>
                <a:ext cx="744120" cy="271080"/>
              </p14:xfrm>
            </p:contentPart>
          </mc:Choice>
          <mc:Fallback xmlns=""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4C4CB0F2-5D1B-CE35-1659-422A84313A3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917840" y="5713560"/>
                  <a:ext cx="761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30" name="잉크 329">
                  <a:extLst>
                    <a:ext uri="{FF2B5EF4-FFF2-40B4-BE49-F238E27FC236}">
                      <a16:creationId xmlns:a16="http://schemas.microsoft.com/office/drawing/2014/main" id="{43C5CF5B-A0E2-F34D-EFE9-FBAFFFFE7B77}"/>
                    </a:ext>
                  </a:extLst>
                </p14:cNvPr>
                <p14:cNvContentPartPr/>
                <p14:nvPr/>
              </p14:nvContentPartPr>
              <p14:xfrm>
                <a:off x="5560440" y="5593320"/>
                <a:ext cx="160560" cy="335160"/>
              </p14:xfrm>
            </p:contentPart>
          </mc:Choice>
          <mc:Fallback xmlns="">
            <p:pic>
              <p:nvPicPr>
                <p:cNvPr id="330" name="잉크 329">
                  <a:extLst>
                    <a:ext uri="{FF2B5EF4-FFF2-40B4-BE49-F238E27FC236}">
                      <a16:creationId xmlns:a16="http://schemas.microsoft.com/office/drawing/2014/main" id="{43C5CF5B-A0E2-F34D-EFE9-FBAFFFFE7B7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551800" y="5584680"/>
                  <a:ext cx="178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FF8A3B58-DE5E-6DC7-57FB-1D945556CB6B}"/>
                    </a:ext>
                  </a:extLst>
                </p14:cNvPr>
                <p14:cNvContentPartPr/>
                <p14:nvPr/>
              </p14:nvContentPartPr>
              <p14:xfrm>
                <a:off x="3484320" y="4840200"/>
                <a:ext cx="224280" cy="691200"/>
              </p14:xfrm>
            </p:contentPart>
          </mc:Choice>
          <mc:Fallback xmlns=""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FF8A3B58-DE5E-6DC7-57FB-1D945556CB6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475320" y="4831560"/>
                  <a:ext cx="2419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D6388E93-5166-D618-D2EF-FBAED79E914C}"/>
                    </a:ext>
                  </a:extLst>
                </p14:cNvPr>
                <p14:cNvContentPartPr/>
                <p14:nvPr/>
              </p14:nvContentPartPr>
              <p14:xfrm>
                <a:off x="3622920" y="5387760"/>
                <a:ext cx="246960" cy="188640"/>
              </p14:xfrm>
            </p:contentPart>
          </mc:Choice>
          <mc:Fallback xmlns=""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D6388E93-5166-D618-D2EF-FBAED79E914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613920" y="5379120"/>
                  <a:ext cx="26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9233BC0D-E7FF-3695-EE22-0E51E9B281BE}"/>
                    </a:ext>
                  </a:extLst>
                </p14:cNvPr>
                <p14:cNvContentPartPr/>
                <p14:nvPr/>
              </p14:nvContentPartPr>
              <p14:xfrm>
                <a:off x="3778800" y="4595760"/>
                <a:ext cx="159840" cy="453240"/>
              </p14:xfrm>
            </p:contentPart>
          </mc:Choice>
          <mc:Fallback xmlns=""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9233BC0D-E7FF-3695-EE22-0E51E9B281B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770160" y="4586760"/>
                  <a:ext cx="1774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8D84843D-743D-1D65-B5C5-81EEC6BCA0FA}"/>
                    </a:ext>
                  </a:extLst>
                </p14:cNvPr>
                <p14:cNvContentPartPr/>
                <p14:nvPr/>
              </p14:nvContentPartPr>
              <p14:xfrm>
                <a:off x="4000200" y="4817160"/>
                <a:ext cx="98280" cy="83520"/>
              </p14:xfrm>
            </p:contentPart>
          </mc:Choice>
          <mc:Fallback xmlns=""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8D84843D-743D-1D65-B5C5-81EEC6BCA0F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991200" y="4808520"/>
                  <a:ext cx="115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47" name="잉크 346">
                  <a:extLst>
                    <a:ext uri="{FF2B5EF4-FFF2-40B4-BE49-F238E27FC236}">
                      <a16:creationId xmlns:a16="http://schemas.microsoft.com/office/drawing/2014/main" id="{0B58BE74-4EAF-3939-73EC-8EFBEA9B367F}"/>
                    </a:ext>
                  </a:extLst>
                </p14:cNvPr>
                <p14:cNvContentPartPr/>
                <p14:nvPr/>
              </p14:nvContentPartPr>
              <p14:xfrm>
                <a:off x="4000200" y="4817160"/>
                <a:ext cx="360" cy="360"/>
              </p14:xfrm>
            </p:contentPart>
          </mc:Choice>
          <mc:Fallback xmlns="">
            <p:pic>
              <p:nvPicPr>
                <p:cNvPr id="347" name="잉크 346">
                  <a:extLst>
                    <a:ext uri="{FF2B5EF4-FFF2-40B4-BE49-F238E27FC236}">
                      <a16:creationId xmlns:a16="http://schemas.microsoft.com/office/drawing/2014/main" id="{0B58BE74-4EAF-3939-73EC-8EFBEA9B36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91200" y="48085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48" name="잉크 347">
                  <a:extLst>
                    <a:ext uri="{FF2B5EF4-FFF2-40B4-BE49-F238E27FC236}">
                      <a16:creationId xmlns:a16="http://schemas.microsoft.com/office/drawing/2014/main" id="{7FC335DB-DE7D-0BA1-0F70-6315D062838B}"/>
                    </a:ext>
                  </a:extLst>
                </p14:cNvPr>
                <p14:cNvContentPartPr/>
                <p14:nvPr/>
              </p14:nvContentPartPr>
              <p14:xfrm>
                <a:off x="3966720" y="4817160"/>
                <a:ext cx="177480" cy="152640"/>
              </p14:xfrm>
            </p:contentPart>
          </mc:Choice>
          <mc:Fallback xmlns="">
            <p:pic>
              <p:nvPicPr>
                <p:cNvPr id="348" name="잉크 347">
                  <a:extLst>
                    <a:ext uri="{FF2B5EF4-FFF2-40B4-BE49-F238E27FC236}">
                      <a16:creationId xmlns:a16="http://schemas.microsoft.com/office/drawing/2014/main" id="{7FC335DB-DE7D-0BA1-0F70-6315D062838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957720" y="4808520"/>
                  <a:ext cx="195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35DFB73B-FF33-A9F4-23C8-397385F57254}"/>
                    </a:ext>
                  </a:extLst>
                </p14:cNvPr>
                <p14:cNvContentPartPr/>
                <p14:nvPr/>
              </p14:nvContentPartPr>
              <p14:xfrm>
                <a:off x="4133400" y="4743360"/>
                <a:ext cx="97920" cy="448560"/>
              </p14:xfrm>
            </p:contentPart>
          </mc:Choice>
          <mc:Fallback xmlns=""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35DFB73B-FF33-A9F4-23C8-397385F5725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124760" y="4734720"/>
                  <a:ext cx="1155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5311CD99-E282-8AD2-92C0-7C7297D62FEC}"/>
                    </a:ext>
                  </a:extLst>
                </p14:cNvPr>
                <p14:cNvContentPartPr/>
                <p14:nvPr/>
              </p14:nvContentPartPr>
              <p14:xfrm>
                <a:off x="4803360" y="5311440"/>
                <a:ext cx="231480" cy="379440"/>
              </p14:xfrm>
            </p:contentPart>
          </mc:Choice>
          <mc:Fallback xmlns=""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5311CD99-E282-8AD2-92C0-7C7297D62FE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794720" y="5302440"/>
                  <a:ext cx="24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7F362CC5-0F2E-3887-AB63-EB46B6110E30}"/>
                    </a:ext>
                  </a:extLst>
                </p14:cNvPr>
                <p14:cNvContentPartPr/>
                <p14:nvPr/>
              </p14:nvContentPartPr>
              <p14:xfrm>
                <a:off x="5085600" y="5408640"/>
                <a:ext cx="128160" cy="360"/>
              </p14:xfrm>
            </p:contentPart>
          </mc:Choice>
          <mc:Fallback xmlns=""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7F362CC5-0F2E-3887-AB63-EB46B6110E3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076960" y="5400000"/>
                  <a:ext cx="145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53" name="잉크 352">
                  <a:extLst>
                    <a:ext uri="{FF2B5EF4-FFF2-40B4-BE49-F238E27FC236}">
                      <a16:creationId xmlns:a16="http://schemas.microsoft.com/office/drawing/2014/main" id="{D0AA5B74-C47E-2710-4BA8-B724DCD1610E}"/>
                    </a:ext>
                  </a:extLst>
                </p14:cNvPr>
                <p14:cNvContentPartPr/>
                <p14:nvPr/>
              </p14:nvContentPartPr>
              <p14:xfrm>
                <a:off x="5085600" y="5408640"/>
                <a:ext cx="360" cy="360"/>
              </p14:xfrm>
            </p:contentPart>
          </mc:Choice>
          <mc:Fallback xmlns="">
            <p:pic>
              <p:nvPicPr>
                <p:cNvPr id="353" name="잉크 352">
                  <a:extLst>
                    <a:ext uri="{FF2B5EF4-FFF2-40B4-BE49-F238E27FC236}">
                      <a16:creationId xmlns:a16="http://schemas.microsoft.com/office/drawing/2014/main" id="{D0AA5B74-C47E-2710-4BA8-B724DCD161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76960" y="54000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54" name="잉크 353">
                  <a:extLst>
                    <a:ext uri="{FF2B5EF4-FFF2-40B4-BE49-F238E27FC236}">
                      <a16:creationId xmlns:a16="http://schemas.microsoft.com/office/drawing/2014/main" id="{806F1942-1565-AE42-6138-BCF828AC1DAE}"/>
                    </a:ext>
                  </a:extLst>
                </p14:cNvPr>
                <p14:cNvContentPartPr/>
                <p14:nvPr/>
              </p14:nvContentPartPr>
              <p14:xfrm>
                <a:off x="5057520" y="5408640"/>
                <a:ext cx="226080" cy="141120"/>
              </p14:xfrm>
            </p:contentPart>
          </mc:Choice>
          <mc:Fallback xmlns="">
            <p:pic>
              <p:nvPicPr>
                <p:cNvPr id="354" name="잉크 353">
                  <a:extLst>
                    <a:ext uri="{FF2B5EF4-FFF2-40B4-BE49-F238E27FC236}">
                      <a16:creationId xmlns:a16="http://schemas.microsoft.com/office/drawing/2014/main" id="{806F1942-1565-AE42-6138-BCF828AC1DA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048520" y="5400000"/>
                  <a:ext cx="243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55" name="잉크 354">
                  <a:extLst>
                    <a:ext uri="{FF2B5EF4-FFF2-40B4-BE49-F238E27FC236}">
                      <a16:creationId xmlns:a16="http://schemas.microsoft.com/office/drawing/2014/main" id="{AC7C5C2B-89D9-FD55-D95D-B6DEFD537C8C}"/>
                    </a:ext>
                  </a:extLst>
                </p14:cNvPr>
                <p14:cNvContentPartPr/>
                <p14:nvPr/>
              </p14:nvContentPartPr>
              <p14:xfrm>
                <a:off x="5460360" y="5214600"/>
                <a:ext cx="43920" cy="379080"/>
              </p14:xfrm>
            </p:contentPart>
          </mc:Choice>
          <mc:Fallback xmlns="">
            <p:pic>
              <p:nvPicPr>
                <p:cNvPr id="355" name="잉크 354">
                  <a:extLst>
                    <a:ext uri="{FF2B5EF4-FFF2-40B4-BE49-F238E27FC236}">
                      <a16:creationId xmlns:a16="http://schemas.microsoft.com/office/drawing/2014/main" id="{AC7C5C2B-89D9-FD55-D95D-B6DEFD537C8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451720" y="5205960"/>
                  <a:ext cx="615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35D2BF08-4D23-CA82-64EB-9997F814FBFA}"/>
                    </a:ext>
                  </a:extLst>
                </p14:cNvPr>
                <p14:cNvContentPartPr/>
                <p14:nvPr/>
              </p14:nvContentPartPr>
              <p14:xfrm>
                <a:off x="4995960" y="4131360"/>
                <a:ext cx="825840" cy="693360"/>
              </p14:xfrm>
            </p:contentPart>
          </mc:Choice>
          <mc:Fallback xmlns=""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35D2BF08-4D23-CA82-64EB-9997F814FBF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986960" y="4122360"/>
                  <a:ext cx="84348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61" name="잉크 360">
                  <a:extLst>
                    <a:ext uri="{FF2B5EF4-FFF2-40B4-BE49-F238E27FC236}">
                      <a16:creationId xmlns:a16="http://schemas.microsoft.com/office/drawing/2014/main" id="{95778B3B-E6F6-C28F-9351-BC32DAFFC6BF}"/>
                    </a:ext>
                  </a:extLst>
                </p14:cNvPr>
                <p14:cNvContentPartPr/>
                <p14:nvPr/>
              </p14:nvContentPartPr>
              <p14:xfrm>
                <a:off x="5539920" y="5653440"/>
                <a:ext cx="79920" cy="326160"/>
              </p14:xfrm>
            </p:contentPart>
          </mc:Choice>
          <mc:Fallback xmlns="">
            <p:pic>
              <p:nvPicPr>
                <p:cNvPr id="361" name="잉크 360">
                  <a:extLst>
                    <a:ext uri="{FF2B5EF4-FFF2-40B4-BE49-F238E27FC236}">
                      <a16:creationId xmlns:a16="http://schemas.microsoft.com/office/drawing/2014/main" id="{95778B3B-E6F6-C28F-9351-BC32DAFFC6B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531280" y="5644800"/>
                  <a:ext cx="97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63" name="잉크 362">
                  <a:extLst>
                    <a:ext uri="{FF2B5EF4-FFF2-40B4-BE49-F238E27FC236}">
                      <a16:creationId xmlns:a16="http://schemas.microsoft.com/office/drawing/2014/main" id="{1532096C-03F0-2DE5-5A1A-CE6B0B5E570F}"/>
                    </a:ext>
                  </a:extLst>
                </p14:cNvPr>
                <p14:cNvContentPartPr/>
                <p14:nvPr/>
              </p14:nvContentPartPr>
              <p14:xfrm>
                <a:off x="4869960" y="4424760"/>
                <a:ext cx="148680" cy="476280"/>
              </p14:xfrm>
            </p:contentPart>
          </mc:Choice>
          <mc:Fallback xmlns="">
            <p:pic>
              <p:nvPicPr>
                <p:cNvPr id="363" name="잉크 362">
                  <a:extLst>
                    <a:ext uri="{FF2B5EF4-FFF2-40B4-BE49-F238E27FC236}">
                      <a16:creationId xmlns:a16="http://schemas.microsoft.com/office/drawing/2014/main" id="{1532096C-03F0-2DE5-5A1A-CE6B0B5E570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861320" y="4415760"/>
                  <a:ext cx="1663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E15C099F-4561-1655-9F27-762FB778D80B}"/>
                    </a:ext>
                  </a:extLst>
                </p14:cNvPr>
                <p14:cNvContentPartPr/>
                <p14:nvPr/>
              </p14:nvContentPartPr>
              <p14:xfrm>
                <a:off x="5016480" y="4685760"/>
                <a:ext cx="172440" cy="2520"/>
              </p14:xfrm>
            </p:contentPart>
          </mc:Choice>
          <mc:Fallback xmlns=""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E15C099F-4561-1655-9F27-762FB778D80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007480" y="4676760"/>
                  <a:ext cx="190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FCDC5FE5-EC5B-B89F-4204-439E5F37FA94}"/>
                    </a:ext>
                  </a:extLst>
                </p14:cNvPr>
                <p14:cNvContentPartPr/>
                <p14:nvPr/>
              </p14:nvContentPartPr>
              <p14:xfrm>
                <a:off x="5016480" y="4687920"/>
                <a:ext cx="231480" cy="132120"/>
              </p14:xfrm>
            </p:contentPart>
          </mc:Choice>
          <mc:Fallback xmlns=""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FCDC5FE5-EC5B-B89F-4204-439E5F37FA9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007480" y="4679280"/>
                  <a:ext cx="249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66" name="잉크 365">
                  <a:extLst>
                    <a:ext uri="{FF2B5EF4-FFF2-40B4-BE49-F238E27FC236}">
                      <a16:creationId xmlns:a16="http://schemas.microsoft.com/office/drawing/2014/main" id="{4359B265-069E-016A-68ED-4B1CDAE9E54D}"/>
                    </a:ext>
                  </a:extLst>
                </p14:cNvPr>
                <p14:cNvContentPartPr/>
                <p14:nvPr/>
              </p14:nvContentPartPr>
              <p14:xfrm>
                <a:off x="5237160" y="4547160"/>
                <a:ext cx="48960" cy="501480"/>
              </p14:xfrm>
            </p:contentPart>
          </mc:Choice>
          <mc:Fallback xmlns="">
            <p:pic>
              <p:nvPicPr>
                <p:cNvPr id="366" name="잉크 365">
                  <a:extLst>
                    <a:ext uri="{FF2B5EF4-FFF2-40B4-BE49-F238E27FC236}">
                      <a16:creationId xmlns:a16="http://schemas.microsoft.com/office/drawing/2014/main" id="{4359B265-069E-016A-68ED-4B1CDAE9E54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228160" y="4538160"/>
                  <a:ext cx="666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67" name="잉크 366">
                  <a:extLst>
                    <a:ext uri="{FF2B5EF4-FFF2-40B4-BE49-F238E27FC236}">
                      <a16:creationId xmlns:a16="http://schemas.microsoft.com/office/drawing/2014/main" id="{C7BDAC54-7076-CFDC-444C-CFF6E6EE9F0E}"/>
                    </a:ext>
                  </a:extLst>
                </p14:cNvPr>
                <p14:cNvContentPartPr/>
                <p14:nvPr/>
              </p14:nvContentPartPr>
              <p14:xfrm>
                <a:off x="5688960" y="3861000"/>
                <a:ext cx="439560" cy="441720"/>
              </p14:xfrm>
            </p:contentPart>
          </mc:Choice>
          <mc:Fallback xmlns="">
            <p:pic>
              <p:nvPicPr>
                <p:cNvPr id="367" name="잉크 366">
                  <a:extLst>
                    <a:ext uri="{FF2B5EF4-FFF2-40B4-BE49-F238E27FC236}">
                      <a16:creationId xmlns:a16="http://schemas.microsoft.com/office/drawing/2014/main" id="{C7BDAC54-7076-CFDC-444C-CFF6E6EE9F0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679960" y="3852000"/>
                  <a:ext cx="4572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68" name="잉크 367">
                  <a:extLst>
                    <a:ext uri="{FF2B5EF4-FFF2-40B4-BE49-F238E27FC236}">
                      <a16:creationId xmlns:a16="http://schemas.microsoft.com/office/drawing/2014/main" id="{E8D143C3-C6F2-BB79-CFA9-02EE24CE19A1}"/>
                    </a:ext>
                  </a:extLst>
                </p14:cNvPr>
                <p14:cNvContentPartPr/>
                <p14:nvPr/>
              </p14:nvContentPartPr>
              <p14:xfrm>
                <a:off x="5984160" y="3965040"/>
                <a:ext cx="277560" cy="396360"/>
              </p14:xfrm>
            </p:contentPart>
          </mc:Choice>
          <mc:Fallback xmlns="">
            <p:pic>
              <p:nvPicPr>
                <p:cNvPr id="368" name="잉크 367">
                  <a:extLst>
                    <a:ext uri="{FF2B5EF4-FFF2-40B4-BE49-F238E27FC236}">
                      <a16:creationId xmlns:a16="http://schemas.microsoft.com/office/drawing/2014/main" id="{E8D143C3-C6F2-BB79-CFA9-02EE24CE19A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975160" y="3956040"/>
                  <a:ext cx="2952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71" name="잉크 370">
                  <a:extLst>
                    <a:ext uri="{FF2B5EF4-FFF2-40B4-BE49-F238E27FC236}">
                      <a16:creationId xmlns:a16="http://schemas.microsoft.com/office/drawing/2014/main" id="{81EC69F1-504D-C7D0-86FF-7809AC508B16}"/>
                    </a:ext>
                  </a:extLst>
                </p14:cNvPr>
                <p14:cNvContentPartPr/>
                <p14:nvPr/>
              </p14:nvContentPartPr>
              <p14:xfrm>
                <a:off x="6196920" y="3433680"/>
                <a:ext cx="128160" cy="293760"/>
              </p14:xfrm>
            </p:contentPart>
          </mc:Choice>
          <mc:Fallback xmlns="">
            <p:pic>
              <p:nvPicPr>
                <p:cNvPr id="371" name="잉크 370">
                  <a:extLst>
                    <a:ext uri="{FF2B5EF4-FFF2-40B4-BE49-F238E27FC236}">
                      <a16:creationId xmlns:a16="http://schemas.microsoft.com/office/drawing/2014/main" id="{81EC69F1-504D-C7D0-86FF-7809AC508B1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188280" y="3425040"/>
                  <a:ext cx="145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72" name="잉크 371">
                  <a:extLst>
                    <a:ext uri="{FF2B5EF4-FFF2-40B4-BE49-F238E27FC236}">
                      <a16:creationId xmlns:a16="http://schemas.microsoft.com/office/drawing/2014/main" id="{1D0CF415-E363-0288-6840-EE9C21624340}"/>
                    </a:ext>
                  </a:extLst>
                </p14:cNvPr>
                <p14:cNvContentPartPr/>
                <p14:nvPr/>
              </p14:nvContentPartPr>
              <p14:xfrm>
                <a:off x="6405000" y="3476520"/>
                <a:ext cx="182880" cy="12960"/>
              </p14:xfrm>
            </p:contentPart>
          </mc:Choice>
          <mc:Fallback xmlns="">
            <p:pic>
              <p:nvPicPr>
                <p:cNvPr id="372" name="잉크 371">
                  <a:extLst>
                    <a:ext uri="{FF2B5EF4-FFF2-40B4-BE49-F238E27FC236}">
                      <a16:creationId xmlns:a16="http://schemas.microsoft.com/office/drawing/2014/main" id="{1D0CF415-E363-0288-6840-EE9C2162434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396000" y="3467880"/>
                  <a:ext cx="200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97748B06-2DDF-A6D4-4BD4-2F94645AB9BA}"/>
                    </a:ext>
                  </a:extLst>
                </p14:cNvPr>
                <p14:cNvContentPartPr/>
                <p14:nvPr/>
              </p14:nvContentPartPr>
              <p14:xfrm>
                <a:off x="6358560" y="3477600"/>
                <a:ext cx="264600" cy="159840"/>
              </p14:xfrm>
            </p:contentPart>
          </mc:Choice>
          <mc:Fallback xmlns=""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97748B06-2DDF-A6D4-4BD4-2F94645AB9B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349920" y="3468960"/>
                  <a:ext cx="282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74" name="잉크 373">
                  <a:extLst>
                    <a:ext uri="{FF2B5EF4-FFF2-40B4-BE49-F238E27FC236}">
                      <a16:creationId xmlns:a16="http://schemas.microsoft.com/office/drawing/2014/main" id="{E04BF994-6DE4-FBC5-0E88-0FB4316A5874}"/>
                    </a:ext>
                  </a:extLst>
                </p14:cNvPr>
                <p14:cNvContentPartPr/>
                <p14:nvPr/>
              </p14:nvContentPartPr>
              <p14:xfrm>
                <a:off x="6818280" y="3353040"/>
                <a:ext cx="31320" cy="704880"/>
              </p14:xfrm>
            </p:contentPart>
          </mc:Choice>
          <mc:Fallback xmlns="">
            <p:pic>
              <p:nvPicPr>
                <p:cNvPr id="374" name="잉크 373">
                  <a:extLst>
                    <a:ext uri="{FF2B5EF4-FFF2-40B4-BE49-F238E27FC236}">
                      <a16:creationId xmlns:a16="http://schemas.microsoft.com/office/drawing/2014/main" id="{E04BF994-6DE4-FBC5-0E88-0FB4316A587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809280" y="3344040"/>
                  <a:ext cx="4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119D3954-97FB-EAA2-0CD8-9EDC48FB244F}"/>
                    </a:ext>
                  </a:extLst>
                </p14:cNvPr>
                <p14:cNvContentPartPr/>
                <p14:nvPr/>
              </p14:nvContentPartPr>
              <p14:xfrm>
                <a:off x="5534880" y="6849000"/>
                <a:ext cx="219240" cy="412920"/>
              </p14:xfrm>
            </p:contentPart>
          </mc:Choice>
          <mc:Fallback xmlns=""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119D3954-97FB-EAA2-0CD8-9EDC48FB244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525880" y="6840000"/>
                  <a:ext cx="2368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77" name="잉크 376">
                  <a:extLst>
                    <a:ext uri="{FF2B5EF4-FFF2-40B4-BE49-F238E27FC236}">
                      <a16:creationId xmlns:a16="http://schemas.microsoft.com/office/drawing/2014/main" id="{5D40E4EC-A0A2-ED9B-B502-4D984FDA566A}"/>
                    </a:ext>
                  </a:extLst>
                </p14:cNvPr>
                <p14:cNvContentPartPr/>
                <p14:nvPr/>
              </p14:nvContentPartPr>
              <p14:xfrm>
                <a:off x="5794080" y="6900840"/>
                <a:ext cx="169920" cy="5040"/>
              </p14:xfrm>
            </p:contentPart>
          </mc:Choice>
          <mc:Fallback xmlns="">
            <p:pic>
              <p:nvPicPr>
                <p:cNvPr id="377" name="잉크 376">
                  <a:extLst>
                    <a:ext uri="{FF2B5EF4-FFF2-40B4-BE49-F238E27FC236}">
                      <a16:creationId xmlns:a16="http://schemas.microsoft.com/office/drawing/2014/main" id="{5D40E4EC-A0A2-ED9B-B502-4D984FDA566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785080" y="6891840"/>
                  <a:ext cx="18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78" name="잉크 377">
                  <a:extLst>
                    <a:ext uri="{FF2B5EF4-FFF2-40B4-BE49-F238E27FC236}">
                      <a16:creationId xmlns:a16="http://schemas.microsoft.com/office/drawing/2014/main" id="{F15DAD89-47C8-8C83-DFE3-BFDCF8017527}"/>
                    </a:ext>
                  </a:extLst>
                </p14:cNvPr>
                <p14:cNvContentPartPr/>
                <p14:nvPr/>
              </p14:nvContentPartPr>
              <p14:xfrm>
                <a:off x="5768520" y="7036920"/>
                <a:ext cx="264600" cy="30240"/>
              </p14:xfrm>
            </p:contentPart>
          </mc:Choice>
          <mc:Fallback xmlns="">
            <p:pic>
              <p:nvPicPr>
                <p:cNvPr id="378" name="잉크 377">
                  <a:extLst>
                    <a:ext uri="{FF2B5EF4-FFF2-40B4-BE49-F238E27FC236}">
                      <a16:creationId xmlns:a16="http://schemas.microsoft.com/office/drawing/2014/main" id="{F15DAD89-47C8-8C83-DFE3-BFDCF801752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759520" y="7028280"/>
                  <a:ext cx="282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79" name="잉크 378">
                  <a:extLst>
                    <a:ext uri="{FF2B5EF4-FFF2-40B4-BE49-F238E27FC236}">
                      <a16:creationId xmlns:a16="http://schemas.microsoft.com/office/drawing/2014/main" id="{CE21FC4E-0A07-7C20-7262-0CAD57B2DDB4}"/>
                    </a:ext>
                  </a:extLst>
                </p14:cNvPr>
                <p14:cNvContentPartPr/>
                <p14:nvPr/>
              </p14:nvContentPartPr>
              <p14:xfrm>
                <a:off x="6171360" y="6720480"/>
                <a:ext cx="31320" cy="617040"/>
              </p14:xfrm>
            </p:contentPart>
          </mc:Choice>
          <mc:Fallback xmlns="">
            <p:pic>
              <p:nvPicPr>
                <p:cNvPr id="379" name="잉크 378">
                  <a:extLst>
                    <a:ext uri="{FF2B5EF4-FFF2-40B4-BE49-F238E27FC236}">
                      <a16:creationId xmlns:a16="http://schemas.microsoft.com/office/drawing/2014/main" id="{CE21FC4E-0A07-7C20-7262-0CAD57B2DDB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162720" y="6711840"/>
                  <a:ext cx="489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81" name="잉크 380">
                  <a:extLst>
                    <a:ext uri="{FF2B5EF4-FFF2-40B4-BE49-F238E27FC236}">
                      <a16:creationId xmlns:a16="http://schemas.microsoft.com/office/drawing/2014/main" id="{0B727680-1DFC-D996-6F3E-EEB6B39682F9}"/>
                    </a:ext>
                  </a:extLst>
                </p14:cNvPr>
                <p14:cNvContentPartPr/>
                <p14:nvPr/>
              </p14:nvContentPartPr>
              <p14:xfrm>
                <a:off x="2015880" y="5431680"/>
                <a:ext cx="197640" cy="400320"/>
              </p14:xfrm>
            </p:contentPart>
          </mc:Choice>
          <mc:Fallback xmlns="">
            <p:pic>
              <p:nvPicPr>
                <p:cNvPr id="381" name="잉크 380">
                  <a:extLst>
                    <a:ext uri="{FF2B5EF4-FFF2-40B4-BE49-F238E27FC236}">
                      <a16:creationId xmlns:a16="http://schemas.microsoft.com/office/drawing/2014/main" id="{0B727680-1DFC-D996-6F3E-EEB6B39682F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007240" y="5423040"/>
                  <a:ext cx="2152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82" name="잉크 381">
                  <a:extLst>
                    <a:ext uri="{FF2B5EF4-FFF2-40B4-BE49-F238E27FC236}">
                      <a16:creationId xmlns:a16="http://schemas.microsoft.com/office/drawing/2014/main" id="{79E0BA9B-EAFA-3B2B-6AE2-F5DCE64672DB}"/>
                    </a:ext>
                  </a:extLst>
                </p14:cNvPr>
                <p14:cNvContentPartPr/>
                <p14:nvPr/>
              </p14:nvContentPartPr>
              <p14:xfrm>
                <a:off x="2290560" y="5524200"/>
                <a:ext cx="123480" cy="11880"/>
              </p14:xfrm>
            </p:contentPart>
          </mc:Choice>
          <mc:Fallback xmlns="">
            <p:pic>
              <p:nvPicPr>
                <p:cNvPr id="382" name="잉크 381">
                  <a:extLst>
                    <a:ext uri="{FF2B5EF4-FFF2-40B4-BE49-F238E27FC236}">
                      <a16:creationId xmlns:a16="http://schemas.microsoft.com/office/drawing/2014/main" id="{79E0BA9B-EAFA-3B2B-6AE2-F5DCE64672D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281920" y="5515200"/>
                  <a:ext cx="141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83" name="잉크 382">
                  <a:extLst>
                    <a:ext uri="{FF2B5EF4-FFF2-40B4-BE49-F238E27FC236}">
                      <a16:creationId xmlns:a16="http://schemas.microsoft.com/office/drawing/2014/main" id="{FBE084C6-239F-F417-E7F3-A71555C0455A}"/>
                    </a:ext>
                  </a:extLst>
                </p14:cNvPr>
                <p14:cNvContentPartPr/>
                <p14:nvPr/>
              </p14:nvContentPartPr>
              <p14:xfrm>
                <a:off x="2280480" y="5524200"/>
                <a:ext cx="216000" cy="152640"/>
              </p14:xfrm>
            </p:contentPart>
          </mc:Choice>
          <mc:Fallback xmlns="">
            <p:pic>
              <p:nvPicPr>
                <p:cNvPr id="383" name="잉크 382">
                  <a:extLst>
                    <a:ext uri="{FF2B5EF4-FFF2-40B4-BE49-F238E27FC236}">
                      <a16:creationId xmlns:a16="http://schemas.microsoft.com/office/drawing/2014/main" id="{FBE084C6-239F-F417-E7F3-A71555C0455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271480" y="5515200"/>
                  <a:ext cx="233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A5FB6E09-9C4D-D887-C44B-871F124BF396}"/>
                    </a:ext>
                  </a:extLst>
                </p14:cNvPr>
                <p14:cNvContentPartPr/>
                <p14:nvPr/>
              </p14:nvContentPartPr>
              <p14:xfrm>
                <a:off x="2608800" y="5353200"/>
                <a:ext cx="31320" cy="679320"/>
              </p14:xfrm>
            </p:contentPart>
          </mc:Choice>
          <mc:Fallback xmlns=""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A5FB6E09-9C4D-D887-C44B-871F124BF396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600160" y="5344560"/>
                  <a:ext cx="489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86" name="잉크 385">
                  <a:extLst>
                    <a:ext uri="{FF2B5EF4-FFF2-40B4-BE49-F238E27FC236}">
                      <a16:creationId xmlns:a16="http://schemas.microsoft.com/office/drawing/2014/main" id="{16D5F2A8-DF3E-DB68-67FA-ABB5EC4121DA}"/>
                    </a:ext>
                  </a:extLst>
                </p14:cNvPr>
                <p14:cNvContentPartPr/>
                <p14:nvPr/>
              </p14:nvContentPartPr>
              <p14:xfrm>
                <a:off x="3124680" y="2798640"/>
                <a:ext cx="216000" cy="370080"/>
              </p14:xfrm>
            </p:contentPart>
          </mc:Choice>
          <mc:Fallback xmlns="">
            <p:pic>
              <p:nvPicPr>
                <p:cNvPr id="386" name="잉크 385">
                  <a:extLst>
                    <a:ext uri="{FF2B5EF4-FFF2-40B4-BE49-F238E27FC236}">
                      <a16:creationId xmlns:a16="http://schemas.microsoft.com/office/drawing/2014/main" id="{16D5F2A8-DF3E-DB68-67FA-ABB5EC4121D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116040" y="2789640"/>
                  <a:ext cx="2336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D490ECC6-A9C8-4938-2B59-3E5CA21A972B}"/>
                    </a:ext>
                  </a:extLst>
                </p14:cNvPr>
                <p14:cNvContentPartPr/>
                <p14:nvPr/>
              </p14:nvContentPartPr>
              <p14:xfrm>
                <a:off x="3363360" y="2840040"/>
                <a:ext cx="223560" cy="18720"/>
              </p14:xfrm>
            </p:contentPart>
          </mc:Choice>
          <mc:Fallback xmlns=""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D490ECC6-A9C8-4938-2B59-3E5CA21A972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354720" y="2831400"/>
                  <a:ext cx="24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082D1458-27FB-7C0B-2788-22A48F6A3A43}"/>
                    </a:ext>
                  </a:extLst>
                </p14:cNvPr>
                <p14:cNvContentPartPr/>
                <p14:nvPr/>
              </p14:nvContentPartPr>
              <p14:xfrm>
                <a:off x="3363360" y="2858760"/>
                <a:ext cx="305640" cy="159840"/>
              </p14:xfrm>
            </p:contentPart>
          </mc:Choice>
          <mc:Fallback xmlns=""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082D1458-27FB-7C0B-2788-22A48F6A3A4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354720" y="2849760"/>
                  <a:ext cx="323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F85492C6-EABE-AD65-DF3C-F49428F5FBD2}"/>
                    </a:ext>
                  </a:extLst>
                </p14:cNvPr>
                <p14:cNvContentPartPr/>
                <p14:nvPr/>
              </p14:nvContentPartPr>
              <p14:xfrm>
                <a:off x="3810120" y="2669040"/>
                <a:ext cx="20880" cy="374400"/>
              </p14:xfrm>
            </p:contentPart>
          </mc:Choice>
          <mc:Fallback xmlns=""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F85492C6-EABE-AD65-DF3C-F49428F5FBD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801120" y="2660400"/>
                  <a:ext cx="38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D00A1CD3-EA3E-9C6E-C731-5AD94F2800F8}"/>
                    </a:ext>
                  </a:extLst>
                </p14:cNvPr>
                <p14:cNvContentPartPr/>
                <p14:nvPr/>
              </p14:nvContentPartPr>
              <p14:xfrm>
                <a:off x="1672080" y="3570120"/>
                <a:ext cx="758160" cy="955080"/>
              </p14:xfrm>
            </p:contentPart>
          </mc:Choice>
          <mc:Fallback xmlns=""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D00A1CD3-EA3E-9C6E-C731-5AD94F2800F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663080" y="3561120"/>
                  <a:ext cx="77580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91" name="잉크 390">
                  <a:extLst>
                    <a:ext uri="{FF2B5EF4-FFF2-40B4-BE49-F238E27FC236}">
                      <a16:creationId xmlns:a16="http://schemas.microsoft.com/office/drawing/2014/main" id="{9ACCC744-5827-3A18-9908-2F37125410C0}"/>
                    </a:ext>
                  </a:extLst>
                </p14:cNvPr>
                <p14:cNvContentPartPr/>
                <p14:nvPr/>
              </p14:nvContentPartPr>
              <p14:xfrm>
                <a:off x="2308560" y="3396960"/>
                <a:ext cx="187560" cy="388440"/>
              </p14:xfrm>
            </p:contentPart>
          </mc:Choice>
          <mc:Fallback xmlns="">
            <p:pic>
              <p:nvPicPr>
                <p:cNvPr id="391" name="잉크 390">
                  <a:extLst>
                    <a:ext uri="{FF2B5EF4-FFF2-40B4-BE49-F238E27FC236}">
                      <a16:creationId xmlns:a16="http://schemas.microsoft.com/office/drawing/2014/main" id="{9ACCC744-5827-3A18-9908-2F37125410C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99920" y="3387960"/>
                  <a:ext cx="205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CE06C2E6-30CB-9767-331D-365848C5AA9F}"/>
                    </a:ext>
                  </a:extLst>
                </p14:cNvPr>
                <p14:cNvContentPartPr/>
                <p14:nvPr/>
              </p14:nvContentPartPr>
              <p14:xfrm>
                <a:off x="4731360" y="2571480"/>
                <a:ext cx="714240" cy="654840"/>
              </p14:xfrm>
            </p:contentPart>
          </mc:Choice>
          <mc:Fallback xmlns=""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CE06C2E6-30CB-9767-331D-365848C5AA9F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722720" y="2562840"/>
                  <a:ext cx="7318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C9930530-E13E-1C7B-6F3A-E94FE4FB3021}"/>
                    </a:ext>
                  </a:extLst>
                </p14:cNvPr>
                <p14:cNvContentPartPr/>
                <p14:nvPr/>
              </p14:nvContentPartPr>
              <p14:xfrm>
                <a:off x="5239680" y="3061800"/>
                <a:ext cx="151560" cy="222120"/>
              </p14:xfrm>
            </p:contentPart>
          </mc:Choice>
          <mc:Fallback xmlns=""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C9930530-E13E-1C7B-6F3A-E94FE4FB302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231040" y="3053160"/>
                  <a:ext cx="169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921421C6-BE6C-F7F0-A7FC-B7E07C0F6546}"/>
                    </a:ext>
                  </a:extLst>
                </p14:cNvPr>
                <p14:cNvContentPartPr/>
                <p14:nvPr/>
              </p14:nvContentPartPr>
              <p14:xfrm>
                <a:off x="3306840" y="6404040"/>
                <a:ext cx="752400" cy="859680"/>
              </p14:xfrm>
            </p:contentPart>
          </mc:Choice>
          <mc:Fallback xmlns=""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921421C6-BE6C-F7F0-A7FC-B7E07C0F654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298200" y="6395400"/>
                  <a:ext cx="77004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A62E275A-016F-75C0-2500-11E3F0AAB968}"/>
                    </a:ext>
                  </a:extLst>
                </p14:cNvPr>
                <p14:cNvContentPartPr/>
                <p14:nvPr/>
              </p14:nvContentPartPr>
              <p14:xfrm>
                <a:off x="3874200" y="6944760"/>
                <a:ext cx="177480" cy="323640"/>
              </p14:xfrm>
            </p:contentPart>
          </mc:Choice>
          <mc:Fallback xmlns=""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A62E275A-016F-75C0-2500-11E3F0AAB96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865560" y="6935760"/>
                  <a:ext cx="195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591" name="잉크 590">
                  <a:extLst>
                    <a:ext uri="{FF2B5EF4-FFF2-40B4-BE49-F238E27FC236}">
                      <a16:creationId xmlns:a16="http://schemas.microsoft.com/office/drawing/2014/main" id="{CFEA00D0-7E4D-E0B1-9ECA-9A9994149E11}"/>
                    </a:ext>
                  </a:extLst>
                </p14:cNvPr>
                <p14:cNvContentPartPr/>
                <p14:nvPr/>
              </p14:nvContentPartPr>
              <p14:xfrm>
                <a:off x="7364760" y="13920480"/>
                <a:ext cx="200520" cy="494640"/>
              </p14:xfrm>
            </p:contentPart>
          </mc:Choice>
          <mc:Fallback xmlns="">
            <p:pic>
              <p:nvPicPr>
                <p:cNvPr id="591" name="잉크 590">
                  <a:extLst>
                    <a:ext uri="{FF2B5EF4-FFF2-40B4-BE49-F238E27FC236}">
                      <a16:creationId xmlns:a16="http://schemas.microsoft.com/office/drawing/2014/main" id="{CFEA00D0-7E4D-E0B1-9ECA-9A9994149E1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56120" y="13911480"/>
                  <a:ext cx="2181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746B0AA3-CF7D-A3E9-D306-4FBF61B2FF54}"/>
                    </a:ext>
                  </a:extLst>
                </p14:cNvPr>
                <p14:cNvContentPartPr/>
                <p14:nvPr/>
              </p14:nvContentPartPr>
              <p14:xfrm>
                <a:off x="7595880" y="14054400"/>
                <a:ext cx="108000" cy="483120"/>
              </p14:xfrm>
            </p:contentPart>
          </mc:Choice>
          <mc:Fallback xmlns=""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746B0AA3-CF7D-A3E9-D306-4FBF61B2FF5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586880" y="14045400"/>
                  <a:ext cx="1256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593" name="잉크 592">
                  <a:extLst>
                    <a:ext uri="{FF2B5EF4-FFF2-40B4-BE49-F238E27FC236}">
                      <a16:creationId xmlns:a16="http://schemas.microsoft.com/office/drawing/2014/main" id="{85A95EE9-1F30-88A9-F968-F8307E373A66}"/>
                    </a:ext>
                  </a:extLst>
                </p14:cNvPr>
                <p14:cNvContentPartPr/>
                <p14:nvPr/>
              </p14:nvContentPartPr>
              <p14:xfrm>
                <a:off x="7503360" y="14227560"/>
                <a:ext cx="252000" cy="48960"/>
              </p14:xfrm>
            </p:contentPart>
          </mc:Choice>
          <mc:Fallback xmlns="">
            <p:pic>
              <p:nvPicPr>
                <p:cNvPr id="593" name="잉크 592">
                  <a:extLst>
                    <a:ext uri="{FF2B5EF4-FFF2-40B4-BE49-F238E27FC236}">
                      <a16:creationId xmlns:a16="http://schemas.microsoft.com/office/drawing/2014/main" id="{85A95EE9-1F30-88A9-F968-F8307E373A6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494720" y="14218560"/>
                  <a:ext cx="269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594" name="잉크 593">
                  <a:extLst>
                    <a:ext uri="{FF2B5EF4-FFF2-40B4-BE49-F238E27FC236}">
                      <a16:creationId xmlns:a16="http://schemas.microsoft.com/office/drawing/2014/main" id="{00DECD36-BF48-4D35-483E-6B224AE4F9E1}"/>
                    </a:ext>
                  </a:extLst>
                </p14:cNvPr>
                <p14:cNvContentPartPr/>
                <p14:nvPr/>
              </p14:nvContentPartPr>
              <p14:xfrm>
                <a:off x="7780560" y="13966560"/>
                <a:ext cx="74880" cy="469080"/>
              </p14:xfrm>
            </p:contentPart>
          </mc:Choice>
          <mc:Fallback xmlns="">
            <p:pic>
              <p:nvPicPr>
                <p:cNvPr id="594" name="잉크 593">
                  <a:extLst>
                    <a:ext uri="{FF2B5EF4-FFF2-40B4-BE49-F238E27FC236}">
                      <a16:creationId xmlns:a16="http://schemas.microsoft.com/office/drawing/2014/main" id="{00DECD36-BF48-4D35-483E-6B224AE4F9E1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771920" y="13957560"/>
                  <a:ext cx="925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595" name="잉크 594">
                  <a:extLst>
                    <a:ext uri="{FF2B5EF4-FFF2-40B4-BE49-F238E27FC236}">
                      <a16:creationId xmlns:a16="http://schemas.microsoft.com/office/drawing/2014/main" id="{6AF6B2B0-F603-6A2B-7F5A-187C63B84E3E}"/>
                    </a:ext>
                  </a:extLst>
                </p14:cNvPr>
                <p14:cNvContentPartPr/>
                <p14:nvPr/>
              </p14:nvContentPartPr>
              <p14:xfrm>
                <a:off x="7809000" y="13951440"/>
                <a:ext cx="252000" cy="528480"/>
              </p14:xfrm>
            </p:contentPart>
          </mc:Choice>
          <mc:Fallback xmlns="">
            <p:pic>
              <p:nvPicPr>
                <p:cNvPr id="595" name="잉크 594">
                  <a:extLst>
                    <a:ext uri="{FF2B5EF4-FFF2-40B4-BE49-F238E27FC236}">
                      <a16:creationId xmlns:a16="http://schemas.microsoft.com/office/drawing/2014/main" id="{6AF6B2B0-F603-6A2B-7F5A-187C63B84E3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800000" y="13942800"/>
                  <a:ext cx="2696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596" name="잉크 595">
                  <a:extLst>
                    <a:ext uri="{FF2B5EF4-FFF2-40B4-BE49-F238E27FC236}">
                      <a16:creationId xmlns:a16="http://schemas.microsoft.com/office/drawing/2014/main" id="{034C9208-1B14-0C93-E99A-FBE493E7BD54}"/>
                    </a:ext>
                  </a:extLst>
                </p14:cNvPr>
                <p14:cNvContentPartPr/>
                <p14:nvPr/>
              </p14:nvContentPartPr>
              <p14:xfrm>
                <a:off x="8273400" y="13957200"/>
                <a:ext cx="349920" cy="446760"/>
              </p14:xfrm>
            </p:contentPart>
          </mc:Choice>
          <mc:Fallback xmlns="">
            <p:pic>
              <p:nvPicPr>
                <p:cNvPr id="596" name="잉크 595">
                  <a:extLst>
                    <a:ext uri="{FF2B5EF4-FFF2-40B4-BE49-F238E27FC236}">
                      <a16:creationId xmlns:a16="http://schemas.microsoft.com/office/drawing/2014/main" id="{034C9208-1B14-0C93-E99A-FBE493E7BD54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264400" y="13948560"/>
                  <a:ext cx="367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85" name="잉크 584">
                  <a:extLst>
                    <a:ext uri="{FF2B5EF4-FFF2-40B4-BE49-F238E27FC236}">
                      <a16:creationId xmlns:a16="http://schemas.microsoft.com/office/drawing/2014/main" id="{A0127370-BC69-E349-8E83-35118462AB4C}"/>
                    </a:ext>
                  </a:extLst>
                </p14:cNvPr>
                <p14:cNvContentPartPr/>
                <p14:nvPr/>
              </p14:nvContentPartPr>
              <p14:xfrm>
                <a:off x="7126080" y="13035600"/>
                <a:ext cx="341640" cy="575640"/>
              </p14:xfrm>
            </p:contentPart>
          </mc:Choice>
          <mc:Fallback xmlns="">
            <p:pic>
              <p:nvPicPr>
                <p:cNvPr id="585" name="잉크 584">
                  <a:extLst>
                    <a:ext uri="{FF2B5EF4-FFF2-40B4-BE49-F238E27FC236}">
                      <a16:creationId xmlns:a16="http://schemas.microsoft.com/office/drawing/2014/main" id="{A0127370-BC69-E349-8E83-35118462AB4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17440" y="13026960"/>
                  <a:ext cx="35928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86" name="잉크 585">
                  <a:extLst>
                    <a:ext uri="{FF2B5EF4-FFF2-40B4-BE49-F238E27FC236}">
                      <a16:creationId xmlns:a16="http://schemas.microsoft.com/office/drawing/2014/main" id="{18E14C4A-520F-1D52-652A-95E950A3E494}"/>
                    </a:ext>
                  </a:extLst>
                </p14:cNvPr>
                <p14:cNvContentPartPr/>
                <p14:nvPr/>
              </p14:nvContentPartPr>
              <p14:xfrm>
                <a:off x="7408320" y="13093560"/>
                <a:ext cx="56880" cy="513000"/>
              </p14:xfrm>
            </p:contentPart>
          </mc:Choice>
          <mc:Fallback xmlns="">
            <p:pic>
              <p:nvPicPr>
                <p:cNvPr id="586" name="잉크 585">
                  <a:extLst>
                    <a:ext uri="{FF2B5EF4-FFF2-40B4-BE49-F238E27FC236}">
                      <a16:creationId xmlns:a16="http://schemas.microsoft.com/office/drawing/2014/main" id="{18E14C4A-520F-1D52-652A-95E950A3E49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399680" y="13084560"/>
                  <a:ext cx="7452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87" name="잉크 586">
                  <a:extLst>
                    <a:ext uri="{FF2B5EF4-FFF2-40B4-BE49-F238E27FC236}">
                      <a16:creationId xmlns:a16="http://schemas.microsoft.com/office/drawing/2014/main" id="{8A5B4BE2-0016-90EC-829C-E6BD126BA3C1}"/>
                    </a:ext>
                  </a:extLst>
                </p14:cNvPr>
                <p14:cNvContentPartPr/>
                <p14:nvPr/>
              </p14:nvContentPartPr>
              <p14:xfrm>
                <a:off x="7318680" y="13338360"/>
                <a:ext cx="223560" cy="18720"/>
              </p14:xfrm>
            </p:contentPart>
          </mc:Choice>
          <mc:Fallback xmlns="">
            <p:pic>
              <p:nvPicPr>
                <p:cNvPr id="587" name="잉크 586">
                  <a:extLst>
                    <a:ext uri="{FF2B5EF4-FFF2-40B4-BE49-F238E27FC236}">
                      <a16:creationId xmlns:a16="http://schemas.microsoft.com/office/drawing/2014/main" id="{8A5B4BE2-0016-90EC-829C-E6BD126BA3C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309680" y="13329360"/>
                  <a:ext cx="24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88" name="잉크 587">
                  <a:extLst>
                    <a:ext uri="{FF2B5EF4-FFF2-40B4-BE49-F238E27FC236}">
                      <a16:creationId xmlns:a16="http://schemas.microsoft.com/office/drawing/2014/main" id="{D3B3B2C9-F19B-68C4-6B5C-83F281C92AF6}"/>
                    </a:ext>
                  </a:extLst>
                </p14:cNvPr>
                <p14:cNvContentPartPr/>
                <p14:nvPr/>
              </p14:nvContentPartPr>
              <p14:xfrm>
                <a:off x="7570320" y="13049640"/>
                <a:ext cx="72360" cy="411480"/>
              </p14:xfrm>
            </p:contentPart>
          </mc:Choice>
          <mc:Fallback xmlns="">
            <p:pic>
              <p:nvPicPr>
                <p:cNvPr id="588" name="잉크 587">
                  <a:extLst>
                    <a:ext uri="{FF2B5EF4-FFF2-40B4-BE49-F238E27FC236}">
                      <a16:creationId xmlns:a16="http://schemas.microsoft.com/office/drawing/2014/main" id="{D3B3B2C9-F19B-68C4-6B5C-83F281C92AF6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561320" y="13040640"/>
                  <a:ext cx="900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89" name="잉크 588">
                  <a:extLst>
                    <a:ext uri="{FF2B5EF4-FFF2-40B4-BE49-F238E27FC236}">
                      <a16:creationId xmlns:a16="http://schemas.microsoft.com/office/drawing/2014/main" id="{3F23CCD0-66C5-D6FB-0126-7C335EC07D4D}"/>
                    </a:ext>
                  </a:extLst>
                </p14:cNvPr>
                <p14:cNvContentPartPr/>
                <p14:nvPr/>
              </p14:nvContentPartPr>
              <p14:xfrm>
                <a:off x="7693440" y="13070160"/>
                <a:ext cx="228960" cy="432360"/>
              </p14:xfrm>
            </p:contentPart>
          </mc:Choice>
          <mc:Fallback xmlns="">
            <p:pic>
              <p:nvPicPr>
                <p:cNvPr id="589" name="잉크 588">
                  <a:extLst>
                    <a:ext uri="{FF2B5EF4-FFF2-40B4-BE49-F238E27FC236}">
                      <a16:creationId xmlns:a16="http://schemas.microsoft.com/office/drawing/2014/main" id="{3F23CCD0-66C5-D6FB-0126-7C335EC07D4D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684440" y="13061520"/>
                  <a:ext cx="2466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7020E407-C708-9B15-F02B-74D93E59C63E}"/>
                    </a:ext>
                  </a:extLst>
                </p14:cNvPr>
                <p14:cNvContentPartPr/>
                <p14:nvPr/>
              </p14:nvContentPartPr>
              <p14:xfrm>
                <a:off x="8234880" y="13093560"/>
                <a:ext cx="277560" cy="420840"/>
              </p14:xfrm>
            </p:contentPart>
          </mc:Choice>
          <mc:Fallback xmlns=""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7020E407-C708-9B15-F02B-74D93E59C63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225880" y="13084560"/>
                  <a:ext cx="2952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670" name="잉크 669">
                  <a:extLst>
                    <a:ext uri="{FF2B5EF4-FFF2-40B4-BE49-F238E27FC236}">
                      <a16:creationId xmlns:a16="http://schemas.microsoft.com/office/drawing/2014/main" id="{74CEE7A0-FA3B-E43F-815F-262A64D2F152}"/>
                    </a:ext>
                  </a:extLst>
                </p14:cNvPr>
                <p14:cNvContentPartPr/>
                <p14:nvPr/>
              </p14:nvContentPartPr>
              <p14:xfrm>
                <a:off x="8481011" y="9395116"/>
                <a:ext cx="32040" cy="1417320"/>
              </p14:xfrm>
            </p:contentPart>
          </mc:Choice>
          <mc:Fallback xmlns="">
            <p:pic>
              <p:nvPicPr>
                <p:cNvPr id="670" name="잉크 669">
                  <a:extLst>
                    <a:ext uri="{FF2B5EF4-FFF2-40B4-BE49-F238E27FC236}">
                      <a16:creationId xmlns:a16="http://schemas.microsoft.com/office/drawing/2014/main" id="{74CEE7A0-FA3B-E43F-815F-262A64D2F15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472011" y="9386476"/>
                  <a:ext cx="49680" cy="14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671" name="잉크 670">
                  <a:extLst>
                    <a:ext uri="{FF2B5EF4-FFF2-40B4-BE49-F238E27FC236}">
                      <a16:creationId xmlns:a16="http://schemas.microsoft.com/office/drawing/2014/main" id="{7C7D5593-47AC-EDAC-78CF-E88F9B3BBC0C}"/>
                    </a:ext>
                  </a:extLst>
                </p14:cNvPr>
                <p14:cNvContentPartPr/>
                <p14:nvPr/>
              </p14:nvContentPartPr>
              <p14:xfrm>
                <a:off x="1390091" y="9398356"/>
                <a:ext cx="49320" cy="734400"/>
              </p14:xfrm>
            </p:contentPart>
          </mc:Choice>
          <mc:Fallback xmlns="">
            <p:pic>
              <p:nvPicPr>
                <p:cNvPr id="671" name="잉크 670">
                  <a:extLst>
                    <a:ext uri="{FF2B5EF4-FFF2-40B4-BE49-F238E27FC236}">
                      <a16:creationId xmlns:a16="http://schemas.microsoft.com/office/drawing/2014/main" id="{7C7D5593-47AC-EDAC-78CF-E88F9B3BBC0C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381451" y="9389356"/>
                  <a:ext cx="669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672" name="잉크 671">
                  <a:extLst>
                    <a:ext uri="{FF2B5EF4-FFF2-40B4-BE49-F238E27FC236}">
                      <a16:creationId xmlns:a16="http://schemas.microsoft.com/office/drawing/2014/main" id="{8C7E440C-34C5-6C39-F051-80BB5764A5EE}"/>
                    </a:ext>
                  </a:extLst>
                </p14:cNvPr>
                <p14:cNvContentPartPr/>
                <p14:nvPr/>
              </p14:nvContentPartPr>
              <p14:xfrm>
                <a:off x="2890571" y="9335356"/>
                <a:ext cx="627120" cy="475920"/>
              </p14:xfrm>
            </p:contentPart>
          </mc:Choice>
          <mc:Fallback xmlns="">
            <p:pic>
              <p:nvPicPr>
                <p:cNvPr id="672" name="잉크 671">
                  <a:extLst>
                    <a:ext uri="{FF2B5EF4-FFF2-40B4-BE49-F238E27FC236}">
                      <a16:creationId xmlns:a16="http://schemas.microsoft.com/office/drawing/2014/main" id="{8C7E440C-34C5-6C39-F051-80BB5764A5E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881931" y="9326356"/>
                  <a:ext cx="6447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673" name="잉크 672">
                  <a:extLst>
                    <a:ext uri="{FF2B5EF4-FFF2-40B4-BE49-F238E27FC236}">
                      <a16:creationId xmlns:a16="http://schemas.microsoft.com/office/drawing/2014/main" id="{5AF66D17-7827-1514-0A4A-C49B99DF1C7F}"/>
                    </a:ext>
                  </a:extLst>
                </p14:cNvPr>
                <p14:cNvContentPartPr/>
                <p14:nvPr/>
              </p14:nvContentPartPr>
              <p14:xfrm>
                <a:off x="2216291" y="9102436"/>
                <a:ext cx="343440" cy="5947200"/>
              </p14:xfrm>
            </p:contentPart>
          </mc:Choice>
          <mc:Fallback xmlns="">
            <p:pic>
              <p:nvPicPr>
                <p:cNvPr id="673" name="잉크 672">
                  <a:extLst>
                    <a:ext uri="{FF2B5EF4-FFF2-40B4-BE49-F238E27FC236}">
                      <a16:creationId xmlns:a16="http://schemas.microsoft.com/office/drawing/2014/main" id="{5AF66D17-7827-1514-0A4A-C49B99DF1C7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207291" y="9093436"/>
                  <a:ext cx="361080" cy="59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674" name="잉크 673">
                  <a:extLst>
                    <a:ext uri="{FF2B5EF4-FFF2-40B4-BE49-F238E27FC236}">
                      <a16:creationId xmlns:a16="http://schemas.microsoft.com/office/drawing/2014/main" id="{92287D7C-215C-7268-2DF3-A77064890CBF}"/>
                    </a:ext>
                  </a:extLst>
                </p14:cNvPr>
                <p14:cNvContentPartPr/>
                <p14:nvPr/>
              </p14:nvContentPartPr>
              <p14:xfrm>
                <a:off x="4207451" y="8620396"/>
                <a:ext cx="102240" cy="6133320"/>
              </p14:xfrm>
            </p:contentPart>
          </mc:Choice>
          <mc:Fallback xmlns="">
            <p:pic>
              <p:nvPicPr>
                <p:cNvPr id="674" name="잉크 673">
                  <a:extLst>
                    <a:ext uri="{FF2B5EF4-FFF2-40B4-BE49-F238E27FC236}">
                      <a16:creationId xmlns:a16="http://schemas.microsoft.com/office/drawing/2014/main" id="{92287D7C-215C-7268-2DF3-A77064890CBF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198811" y="8611396"/>
                  <a:ext cx="119880" cy="61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678" name="잉크 677">
                  <a:extLst>
                    <a:ext uri="{FF2B5EF4-FFF2-40B4-BE49-F238E27FC236}">
                      <a16:creationId xmlns:a16="http://schemas.microsoft.com/office/drawing/2014/main" id="{DCEAFBFE-3788-9150-5F79-8C40C7A850B6}"/>
                    </a:ext>
                  </a:extLst>
                </p14:cNvPr>
                <p14:cNvContentPartPr/>
                <p14:nvPr/>
              </p14:nvContentPartPr>
              <p14:xfrm>
                <a:off x="5995931" y="8365156"/>
                <a:ext cx="10800" cy="535680"/>
              </p14:xfrm>
            </p:contentPart>
          </mc:Choice>
          <mc:Fallback xmlns="">
            <p:pic>
              <p:nvPicPr>
                <p:cNvPr id="678" name="잉크 677">
                  <a:extLst>
                    <a:ext uri="{FF2B5EF4-FFF2-40B4-BE49-F238E27FC236}">
                      <a16:creationId xmlns:a16="http://schemas.microsoft.com/office/drawing/2014/main" id="{DCEAFBFE-3788-9150-5F79-8C40C7A850B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987291" y="8356516"/>
                  <a:ext cx="2844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D3911326-14CA-2512-576E-E83AEA267411}"/>
                    </a:ext>
                  </a:extLst>
                </p14:cNvPr>
                <p14:cNvContentPartPr/>
                <p14:nvPr/>
              </p14:nvContentPartPr>
              <p14:xfrm>
                <a:off x="5462880" y="11396880"/>
                <a:ext cx="457200" cy="496080"/>
              </p14:xfrm>
            </p:contentPart>
          </mc:Choice>
          <mc:Fallback xmlns=""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D3911326-14CA-2512-576E-E83AEA26741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454240" y="11387880"/>
                  <a:ext cx="4748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313B27C0-4762-3623-0DD5-B8F34F3D8A73}"/>
                    </a:ext>
                  </a:extLst>
                </p14:cNvPr>
                <p14:cNvContentPartPr/>
                <p14:nvPr/>
              </p14:nvContentPartPr>
              <p14:xfrm>
                <a:off x="5665920" y="11421000"/>
                <a:ext cx="185040" cy="155160"/>
              </p14:xfrm>
            </p:contentPart>
          </mc:Choice>
          <mc:Fallback xmlns=""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313B27C0-4762-3623-0DD5-B8F34F3D8A7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656920" y="11412360"/>
                  <a:ext cx="202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91D170F0-4D5D-014A-692F-B13F5A305B43}"/>
                    </a:ext>
                  </a:extLst>
                </p14:cNvPr>
                <p14:cNvContentPartPr/>
                <p14:nvPr/>
              </p14:nvContentPartPr>
              <p14:xfrm>
                <a:off x="5948160" y="11485800"/>
                <a:ext cx="262080" cy="28080"/>
              </p14:xfrm>
            </p:contentPart>
          </mc:Choice>
          <mc:Fallback xmlns=""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91D170F0-4D5D-014A-692F-B13F5A305B4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939160" y="11476800"/>
                  <a:ext cx="279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561" name="잉크 560">
                  <a:extLst>
                    <a:ext uri="{FF2B5EF4-FFF2-40B4-BE49-F238E27FC236}">
                      <a16:creationId xmlns:a16="http://schemas.microsoft.com/office/drawing/2014/main" id="{946A1B84-E6E5-2A0B-DC92-C52CD2FEBE62}"/>
                    </a:ext>
                  </a:extLst>
                </p14:cNvPr>
                <p14:cNvContentPartPr/>
                <p14:nvPr/>
              </p14:nvContentPartPr>
              <p14:xfrm>
                <a:off x="5998920" y="11210760"/>
                <a:ext cx="116280" cy="604440"/>
              </p14:xfrm>
            </p:contentPart>
          </mc:Choice>
          <mc:Fallback xmlns="">
            <p:pic>
              <p:nvPicPr>
                <p:cNvPr id="561" name="잉크 560">
                  <a:extLst>
                    <a:ext uri="{FF2B5EF4-FFF2-40B4-BE49-F238E27FC236}">
                      <a16:creationId xmlns:a16="http://schemas.microsoft.com/office/drawing/2014/main" id="{946A1B84-E6E5-2A0B-DC92-C52CD2FEBE6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990280" y="11202120"/>
                  <a:ext cx="1339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2532D9B1-E02A-2A1B-974D-E6D66CD1082F}"/>
                    </a:ext>
                  </a:extLst>
                </p14:cNvPr>
                <p14:cNvContentPartPr/>
                <p14:nvPr/>
              </p14:nvContentPartPr>
              <p14:xfrm>
                <a:off x="6132480" y="11557440"/>
                <a:ext cx="213480" cy="213120"/>
              </p14:xfrm>
            </p:contentPart>
          </mc:Choice>
          <mc:Fallback xmlns=""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2532D9B1-E02A-2A1B-974D-E6D66CD1082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123840" y="11548440"/>
                  <a:ext cx="231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01B8C1E4-B18D-93E3-4B14-F31E84A55976}"/>
                    </a:ext>
                  </a:extLst>
                </p14:cNvPr>
                <p14:cNvContentPartPr/>
                <p14:nvPr/>
              </p14:nvContentPartPr>
              <p14:xfrm>
                <a:off x="6276480" y="11559600"/>
                <a:ext cx="360" cy="360"/>
              </p14:xfrm>
            </p:contentPart>
          </mc:Choice>
          <mc:Fallback xmlns=""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01B8C1E4-B18D-93E3-4B14-F31E84A5597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67840" y="11550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564" name="잉크 563">
                  <a:extLst>
                    <a:ext uri="{FF2B5EF4-FFF2-40B4-BE49-F238E27FC236}">
                      <a16:creationId xmlns:a16="http://schemas.microsoft.com/office/drawing/2014/main" id="{CAF8D897-27A5-12B2-8387-F02BA99D6E59}"/>
                    </a:ext>
                  </a:extLst>
                </p14:cNvPr>
                <p14:cNvContentPartPr/>
                <p14:nvPr/>
              </p14:nvContentPartPr>
              <p14:xfrm>
                <a:off x="6276480" y="11476440"/>
                <a:ext cx="329040" cy="83520"/>
              </p14:xfrm>
            </p:contentPart>
          </mc:Choice>
          <mc:Fallback xmlns="">
            <p:pic>
              <p:nvPicPr>
                <p:cNvPr id="564" name="잉크 563">
                  <a:extLst>
                    <a:ext uri="{FF2B5EF4-FFF2-40B4-BE49-F238E27FC236}">
                      <a16:creationId xmlns:a16="http://schemas.microsoft.com/office/drawing/2014/main" id="{CAF8D897-27A5-12B2-8387-F02BA99D6E59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267840" y="11467800"/>
                  <a:ext cx="346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565" name="잉크 564">
                  <a:extLst>
                    <a:ext uri="{FF2B5EF4-FFF2-40B4-BE49-F238E27FC236}">
                      <a16:creationId xmlns:a16="http://schemas.microsoft.com/office/drawing/2014/main" id="{5A2103FF-9627-A7B9-E638-EBD3A6BA78BA}"/>
                    </a:ext>
                  </a:extLst>
                </p14:cNvPr>
                <p14:cNvContentPartPr/>
                <p14:nvPr/>
              </p14:nvContentPartPr>
              <p14:xfrm>
                <a:off x="6421200" y="11264040"/>
                <a:ext cx="197280" cy="580320"/>
              </p14:xfrm>
            </p:contentPart>
          </mc:Choice>
          <mc:Fallback xmlns="">
            <p:pic>
              <p:nvPicPr>
                <p:cNvPr id="565" name="잉크 564">
                  <a:extLst>
                    <a:ext uri="{FF2B5EF4-FFF2-40B4-BE49-F238E27FC236}">
                      <a16:creationId xmlns:a16="http://schemas.microsoft.com/office/drawing/2014/main" id="{5A2103FF-9627-A7B9-E638-EBD3A6BA78BA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412200" y="11255040"/>
                  <a:ext cx="2149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566" name="잉크 565">
                  <a:extLst>
                    <a:ext uri="{FF2B5EF4-FFF2-40B4-BE49-F238E27FC236}">
                      <a16:creationId xmlns:a16="http://schemas.microsoft.com/office/drawing/2014/main" id="{2C11FE8F-53D7-D598-1E26-B49B3543A65B}"/>
                    </a:ext>
                  </a:extLst>
                </p14:cNvPr>
                <p14:cNvContentPartPr/>
                <p14:nvPr/>
              </p14:nvContentPartPr>
              <p14:xfrm>
                <a:off x="6702720" y="11502000"/>
                <a:ext cx="228960" cy="307800"/>
              </p14:xfrm>
            </p:contentPart>
          </mc:Choice>
          <mc:Fallback xmlns="">
            <p:pic>
              <p:nvPicPr>
                <p:cNvPr id="566" name="잉크 565">
                  <a:extLst>
                    <a:ext uri="{FF2B5EF4-FFF2-40B4-BE49-F238E27FC236}">
                      <a16:creationId xmlns:a16="http://schemas.microsoft.com/office/drawing/2014/main" id="{2C11FE8F-53D7-D598-1E26-B49B3543A65B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693720" y="11493360"/>
                  <a:ext cx="246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D9A911FB-0AF8-1002-8A14-AFF9979FFA9C}"/>
                    </a:ext>
                  </a:extLst>
                </p14:cNvPr>
                <p14:cNvContentPartPr/>
                <p14:nvPr/>
              </p14:nvContentPartPr>
              <p14:xfrm>
                <a:off x="7331280" y="11206440"/>
                <a:ext cx="172440" cy="542880"/>
              </p14:xfrm>
            </p:contentPart>
          </mc:Choice>
          <mc:Fallback xmlns=""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D9A911FB-0AF8-1002-8A14-AFF9979FFA9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322640" y="11197440"/>
                  <a:ext cx="1900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706A26F6-F2D7-11EE-F510-5B0F726AC166}"/>
                    </a:ext>
                  </a:extLst>
                </p14:cNvPr>
                <p14:cNvContentPartPr/>
                <p14:nvPr/>
              </p14:nvContentPartPr>
              <p14:xfrm>
                <a:off x="7493280" y="11208600"/>
                <a:ext cx="54360" cy="628560"/>
              </p14:xfrm>
            </p:contentPart>
          </mc:Choice>
          <mc:Fallback xmlns=""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706A26F6-F2D7-11EE-F510-5B0F726AC166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484280" y="11199960"/>
                  <a:ext cx="720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09CBA5F9-5C5C-C3D7-27E0-DC79D721719A}"/>
                    </a:ext>
                  </a:extLst>
                </p14:cNvPr>
                <p14:cNvContentPartPr/>
                <p14:nvPr/>
              </p14:nvContentPartPr>
              <p14:xfrm>
                <a:off x="7380240" y="11557440"/>
                <a:ext cx="208080" cy="21240"/>
              </p14:xfrm>
            </p:contentPart>
          </mc:Choice>
          <mc:Fallback xmlns=""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09CBA5F9-5C5C-C3D7-27E0-DC79D721719A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371240" y="11548440"/>
                  <a:ext cx="225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32216945-6837-CB1E-D47F-EDC607F8B122}"/>
                    </a:ext>
                  </a:extLst>
                </p14:cNvPr>
                <p14:cNvContentPartPr/>
                <p14:nvPr/>
              </p14:nvContentPartPr>
              <p14:xfrm>
                <a:off x="7595880" y="11266200"/>
                <a:ext cx="177480" cy="487800"/>
              </p14:xfrm>
            </p:contentPart>
          </mc:Choice>
          <mc:Fallback xmlns=""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32216945-6837-CB1E-D47F-EDC607F8B122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586880" y="11257560"/>
                  <a:ext cx="1951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48948AB5-2E18-FBEB-E1C1-2D2ECFA83C52}"/>
                    </a:ext>
                  </a:extLst>
                </p14:cNvPr>
                <p14:cNvContentPartPr/>
                <p14:nvPr/>
              </p14:nvContentPartPr>
              <p14:xfrm>
                <a:off x="7703520" y="11306160"/>
                <a:ext cx="254520" cy="520200"/>
              </p14:xfrm>
            </p:contentPart>
          </mc:Choice>
          <mc:Fallback xmlns=""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48948AB5-2E18-FBEB-E1C1-2D2ECFA83C52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694880" y="11297160"/>
                  <a:ext cx="272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572" name="잉크 571">
                  <a:extLst>
                    <a:ext uri="{FF2B5EF4-FFF2-40B4-BE49-F238E27FC236}">
                      <a16:creationId xmlns:a16="http://schemas.microsoft.com/office/drawing/2014/main" id="{A847EAD9-EC29-82A5-EC65-2594CF9A3DBF}"/>
                    </a:ext>
                  </a:extLst>
                </p14:cNvPr>
                <p14:cNvContentPartPr/>
                <p14:nvPr/>
              </p14:nvContentPartPr>
              <p14:xfrm>
                <a:off x="8057760" y="11430000"/>
                <a:ext cx="208800" cy="355320"/>
              </p14:xfrm>
            </p:contentPart>
          </mc:Choice>
          <mc:Fallback xmlns="">
            <p:pic>
              <p:nvPicPr>
                <p:cNvPr id="572" name="잉크 571">
                  <a:extLst>
                    <a:ext uri="{FF2B5EF4-FFF2-40B4-BE49-F238E27FC236}">
                      <a16:creationId xmlns:a16="http://schemas.microsoft.com/office/drawing/2014/main" id="{A847EAD9-EC29-82A5-EC65-2594CF9A3DB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049120" y="11421000"/>
                  <a:ext cx="226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73" name="잉크 572">
                  <a:extLst>
                    <a:ext uri="{FF2B5EF4-FFF2-40B4-BE49-F238E27FC236}">
                      <a16:creationId xmlns:a16="http://schemas.microsoft.com/office/drawing/2014/main" id="{A093A909-0343-20D1-D8DE-F1DD28FBBD7C}"/>
                    </a:ext>
                  </a:extLst>
                </p14:cNvPr>
                <p14:cNvContentPartPr/>
                <p14:nvPr/>
              </p14:nvContentPartPr>
              <p14:xfrm>
                <a:off x="6083880" y="12430440"/>
                <a:ext cx="205920" cy="321480"/>
              </p14:xfrm>
            </p:contentPart>
          </mc:Choice>
          <mc:Fallback xmlns="">
            <p:pic>
              <p:nvPicPr>
                <p:cNvPr id="573" name="잉크 572">
                  <a:extLst>
                    <a:ext uri="{FF2B5EF4-FFF2-40B4-BE49-F238E27FC236}">
                      <a16:creationId xmlns:a16="http://schemas.microsoft.com/office/drawing/2014/main" id="{A093A909-0343-20D1-D8DE-F1DD28FBBD7C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6075240" y="12421800"/>
                  <a:ext cx="223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74" name="잉크 573">
                  <a:extLst>
                    <a:ext uri="{FF2B5EF4-FFF2-40B4-BE49-F238E27FC236}">
                      <a16:creationId xmlns:a16="http://schemas.microsoft.com/office/drawing/2014/main" id="{2EB4FECF-8467-1FB4-F587-9C7F7F80D346}"/>
                    </a:ext>
                  </a:extLst>
                </p14:cNvPr>
                <p14:cNvContentPartPr/>
                <p14:nvPr/>
              </p14:nvContentPartPr>
              <p14:xfrm>
                <a:off x="6327960" y="12573720"/>
                <a:ext cx="133920" cy="157320"/>
              </p14:xfrm>
            </p:contentPart>
          </mc:Choice>
          <mc:Fallback xmlns="">
            <p:pic>
              <p:nvPicPr>
                <p:cNvPr id="574" name="잉크 573">
                  <a:extLst>
                    <a:ext uri="{FF2B5EF4-FFF2-40B4-BE49-F238E27FC236}">
                      <a16:creationId xmlns:a16="http://schemas.microsoft.com/office/drawing/2014/main" id="{2EB4FECF-8467-1FB4-F587-9C7F7F80D346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6318960" y="12564720"/>
                  <a:ext cx="15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79" name="잉크 578">
                  <a:extLst>
                    <a:ext uri="{FF2B5EF4-FFF2-40B4-BE49-F238E27FC236}">
                      <a16:creationId xmlns:a16="http://schemas.microsoft.com/office/drawing/2014/main" id="{99D7DB91-9F37-90D2-9F60-5FFC111D8681}"/>
                    </a:ext>
                  </a:extLst>
                </p14:cNvPr>
                <p14:cNvContentPartPr/>
                <p14:nvPr/>
              </p14:nvContentPartPr>
              <p14:xfrm>
                <a:off x="7208160" y="12120840"/>
                <a:ext cx="318600" cy="549000"/>
              </p14:xfrm>
            </p:contentPart>
          </mc:Choice>
          <mc:Fallback xmlns="">
            <p:pic>
              <p:nvPicPr>
                <p:cNvPr id="579" name="잉크 578">
                  <a:extLst>
                    <a:ext uri="{FF2B5EF4-FFF2-40B4-BE49-F238E27FC236}">
                      <a16:creationId xmlns:a16="http://schemas.microsoft.com/office/drawing/2014/main" id="{99D7DB91-9F37-90D2-9F60-5FFC111D868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199520" y="12112200"/>
                  <a:ext cx="3362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80" name="잉크 579">
                  <a:extLst>
                    <a:ext uri="{FF2B5EF4-FFF2-40B4-BE49-F238E27FC236}">
                      <a16:creationId xmlns:a16="http://schemas.microsoft.com/office/drawing/2014/main" id="{CA2E2460-32CB-0D62-45F0-25CC9EF2A68D}"/>
                    </a:ext>
                  </a:extLst>
                </p14:cNvPr>
                <p14:cNvContentPartPr/>
                <p14:nvPr/>
              </p14:nvContentPartPr>
              <p14:xfrm>
                <a:off x="7557360" y="12107160"/>
                <a:ext cx="61920" cy="564120"/>
              </p14:xfrm>
            </p:contentPart>
          </mc:Choice>
          <mc:Fallback xmlns="">
            <p:pic>
              <p:nvPicPr>
                <p:cNvPr id="580" name="잉크 579">
                  <a:extLst>
                    <a:ext uri="{FF2B5EF4-FFF2-40B4-BE49-F238E27FC236}">
                      <a16:creationId xmlns:a16="http://schemas.microsoft.com/office/drawing/2014/main" id="{CA2E2460-32CB-0D62-45F0-25CC9EF2A68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548360" y="12098160"/>
                  <a:ext cx="795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81" name="잉크 580">
                  <a:extLst>
                    <a:ext uri="{FF2B5EF4-FFF2-40B4-BE49-F238E27FC236}">
                      <a16:creationId xmlns:a16="http://schemas.microsoft.com/office/drawing/2014/main" id="{4ABFEC39-0EA9-93CC-E0BD-8F3FCC9F3302}"/>
                    </a:ext>
                  </a:extLst>
                </p14:cNvPr>
                <p14:cNvContentPartPr/>
                <p14:nvPr/>
              </p14:nvContentPartPr>
              <p14:xfrm>
                <a:off x="7403280" y="12435120"/>
                <a:ext cx="185040" cy="9720"/>
              </p14:xfrm>
            </p:contentPart>
          </mc:Choice>
          <mc:Fallback xmlns="">
            <p:pic>
              <p:nvPicPr>
                <p:cNvPr id="581" name="잉크 580">
                  <a:extLst>
                    <a:ext uri="{FF2B5EF4-FFF2-40B4-BE49-F238E27FC236}">
                      <a16:creationId xmlns:a16="http://schemas.microsoft.com/office/drawing/2014/main" id="{4ABFEC39-0EA9-93CC-E0BD-8F3FCC9F3302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7394640" y="12426120"/>
                  <a:ext cx="20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20C6A496-E2D2-651F-B1DB-0042062AD955}"/>
                    </a:ext>
                  </a:extLst>
                </p14:cNvPr>
                <p14:cNvContentPartPr/>
                <p14:nvPr/>
              </p14:nvContentPartPr>
              <p14:xfrm>
                <a:off x="7680480" y="12107160"/>
                <a:ext cx="43920" cy="485280"/>
              </p14:xfrm>
            </p:contentPart>
          </mc:Choice>
          <mc:Fallback xmlns=""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20C6A496-E2D2-651F-B1DB-0042062AD955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7671840" y="12098160"/>
                  <a:ext cx="615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83" name="잉크 582">
                  <a:extLst>
                    <a:ext uri="{FF2B5EF4-FFF2-40B4-BE49-F238E27FC236}">
                      <a16:creationId xmlns:a16="http://schemas.microsoft.com/office/drawing/2014/main" id="{DDFA471C-423E-AF17-E69A-7C27CDCB2618}"/>
                    </a:ext>
                  </a:extLst>
                </p14:cNvPr>
                <p14:cNvContentPartPr/>
                <p14:nvPr/>
              </p14:nvContentPartPr>
              <p14:xfrm>
                <a:off x="7742040" y="12120840"/>
                <a:ext cx="270000" cy="442440"/>
              </p14:xfrm>
            </p:contentPart>
          </mc:Choice>
          <mc:Fallback xmlns="">
            <p:pic>
              <p:nvPicPr>
                <p:cNvPr id="583" name="잉크 582">
                  <a:extLst>
                    <a:ext uri="{FF2B5EF4-FFF2-40B4-BE49-F238E27FC236}">
                      <a16:creationId xmlns:a16="http://schemas.microsoft.com/office/drawing/2014/main" id="{DDFA471C-423E-AF17-E69A-7C27CDCB2618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733400" y="12112200"/>
                  <a:ext cx="2876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84" name="잉크 583">
                  <a:extLst>
                    <a:ext uri="{FF2B5EF4-FFF2-40B4-BE49-F238E27FC236}">
                      <a16:creationId xmlns:a16="http://schemas.microsoft.com/office/drawing/2014/main" id="{A50DA44D-BC42-4566-47B0-9157791DA3DC}"/>
                    </a:ext>
                  </a:extLst>
                </p14:cNvPr>
                <p14:cNvContentPartPr/>
                <p14:nvPr/>
              </p14:nvContentPartPr>
              <p14:xfrm>
                <a:off x="8314440" y="12151080"/>
                <a:ext cx="46440" cy="515520"/>
              </p14:xfrm>
            </p:contentPart>
          </mc:Choice>
          <mc:Fallback xmlns="">
            <p:pic>
              <p:nvPicPr>
                <p:cNvPr id="584" name="잉크 583">
                  <a:extLst>
                    <a:ext uri="{FF2B5EF4-FFF2-40B4-BE49-F238E27FC236}">
                      <a16:creationId xmlns:a16="http://schemas.microsoft.com/office/drawing/2014/main" id="{A50DA44D-BC42-4566-47B0-9157791DA3DC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305800" y="12142080"/>
                  <a:ext cx="6408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675" name="잉크 674">
                  <a:extLst>
                    <a:ext uri="{FF2B5EF4-FFF2-40B4-BE49-F238E27FC236}">
                      <a16:creationId xmlns:a16="http://schemas.microsoft.com/office/drawing/2014/main" id="{9D4DA1E7-AB34-F724-4939-432BFD036799}"/>
                    </a:ext>
                  </a:extLst>
                </p14:cNvPr>
                <p14:cNvContentPartPr/>
                <p14:nvPr/>
              </p14:nvContentPartPr>
              <p14:xfrm>
                <a:off x="5079011" y="9388996"/>
                <a:ext cx="476640" cy="817200"/>
              </p14:xfrm>
            </p:contentPart>
          </mc:Choice>
          <mc:Fallback xmlns="">
            <p:pic>
              <p:nvPicPr>
                <p:cNvPr id="675" name="잉크 674">
                  <a:extLst>
                    <a:ext uri="{FF2B5EF4-FFF2-40B4-BE49-F238E27FC236}">
                      <a16:creationId xmlns:a16="http://schemas.microsoft.com/office/drawing/2014/main" id="{9D4DA1E7-AB34-F724-4939-432BFD036799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070011" y="9379996"/>
                  <a:ext cx="49428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676" name="잉크 675">
                  <a:extLst>
                    <a:ext uri="{FF2B5EF4-FFF2-40B4-BE49-F238E27FC236}">
                      <a16:creationId xmlns:a16="http://schemas.microsoft.com/office/drawing/2014/main" id="{8A674232-630D-9550-C13B-8B7028EBA50E}"/>
                    </a:ext>
                  </a:extLst>
                </p14:cNvPr>
                <p14:cNvContentPartPr/>
                <p14:nvPr/>
              </p14:nvContentPartPr>
              <p14:xfrm>
                <a:off x="6418571" y="9231316"/>
                <a:ext cx="694080" cy="363600"/>
              </p14:xfrm>
            </p:contentPart>
          </mc:Choice>
          <mc:Fallback xmlns="">
            <p:pic>
              <p:nvPicPr>
                <p:cNvPr id="676" name="잉크 675">
                  <a:extLst>
                    <a:ext uri="{FF2B5EF4-FFF2-40B4-BE49-F238E27FC236}">
                      <a16:creationId xmlns:a16="http://schemas.microsoft.com/office/drawing/2014/main" id="{8A674232-630D-9550-C13B-8B7028EBA50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409931" y="9222676"/>
                  <a:ext cx="711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9EA8FE71-86FC-7358-6072-2DA493FEBB1C}"/>
                    </a:ext>
                  </a:extLst>
                </p14:cNvPr>
                <p14:cNvContentPartPr/>
                <p14:nvPr/>
              </p14:nvContentPartPr>
              <p14:xfrm>
                <a:off x="6808091" y="9190636"/>
                <a:ext cx="31680" cy="671400"/>
              </p14:xfrm>
            </p:contentPart>
          </mc:Choice>
          <mc:Fallback xmlns=""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9EA8FE71-86FC-7358-6072-2DA493FEBB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799091" y="9181636"/>
                  <a:ext cx="4932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679" name="잉크 678">
                  <a:extLst>
                    <a:ext uri="{FF2B5EF4-FFF2-40B4-BE49-F238E27FC236}">
                      <a16:creationId xmlns:a16="http://schemas.microsoft.com/office/drawing/2014/main" id="{D31B48F5-7FC6-C91D-2BFF-E6AA216221DD}"/>
                    </a:ext>
                  </a:extLst>
                </p14:cNvPr>
                <p14:cNvContentPartPr/>
                <p14:nvPr/>
              </p14:nvContentPartPr>
              <p14:xfrm>
                <a:off x="5964611" y="9669076"/>
                <a:ext cx="21240" cy="283680"/>
              </p14:xfrm>
            </p:contentPart>
          </mc:Choice>
          <mc:Fallback xmlns="">
            <p:pic>
              <p:nvPicPr>
                <p:cNvPr id="679" name="잉크 678">
                  <a:extLst>
                    <a:ext uri="{FF2B5EF4-FFF2-40B4-BE49-F238E27FC236}">
                      <a16:creationId xmlns:a16="http://schemas.microsoft.com/office/drawing/2014/main" id="{D31B48F5-7FC6-C91D-2BFF-E6AA216221DD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955611" y="9660436"/>
                  <a:ext cx="388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680" name="잉크 679">
                  <a:extLst>
                    <a:ext uri="{FF2B5EF4-FFF2-40B4-BE49-F238E27FC236}">
                      <a16:creationId xmlns:a16="http://schemas.microsoft.com/office/drawing/2014/main" id="{5822F9B5-7AA5-FEB8-35F6-DF73EA044690}"/>
                    </a:ext>
                  </a:extLst>
                </p14:cNvPr>
                <p14:cNvContentPartPr/>
                <p14:nvPr/>
              </p14:nvContentPartPr>
              <p14:xfrm>
                <a:off x="5943371" y="10264516"/>
                <a:ext cx="38880" cy="343800"/>
              </p14:xfrm>
            </p:contentPart>
          </mc:Choice>
          <mc:Fallback xmlns="">
            <p:pic>
              <p:nvPicPr>
                <p:cNvPr id="680" name="잉크 679">
                  <a:extLst>
                    <a:ext uri="{FF2B5EF4-FFF2-40B4-BE49-F238E27FC236}">
                      <a16:creationId xmlns:a16="http://schemas.microsoft.com/office/drawing/2014/main" id="{5822F9B5-7AA5-FEB8-35F6-DF73EA04469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5934731" y="10255876"/>
                  <a:ext cx="565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681" name="잉크 680">
                  <a:extLst>
                    <a:ext uri="{FF2B5EF4-FFF2-40B4-BE49-F238E27FC236}">
                      <a16:creationId xmlns:a16="http://schemas.microsoft.com/office/drawing/2014/main" id="{24D801B4-1A70-8DA6-0252-972543F09A02}"/>
                    </a:ext>
                  </a:extLst>
                </p14:cNvPr>
                <p14:cNvContentPartPr/>
                <p14:nvPr/>
              </p14:nvContentPartPr>
              <p14:xfrm>
                <a:off x="5901611" y="10834756"/>
                <a:ext cx="74520" cy="1087200"/>
              </p14:xfrm>
            </p:contentPart>
          </mc:Choice>
          <mc:Fallback xmlns="">
            <p:pic>
              <p:nvPicPr>
                <p:cNvPr id="681" name="잉크 680">
                  <a:extLst>
                    <a:ext uri="{FF2B5EF4-FFF2-40B4-BE49-F238E27FC236}">
                      <a16:creationId xmlns:a16="http://schemas.microsoft.com/office/drawing/2014/main" id="{24D801B4-1A70-8DA6-0252-972543F09A0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5892611" y="10825756"/>
                  <a:ext cx="92160" cy="11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77" name="잉크 576">
                  <a:extLst>
                    <a:ext uri="{FF2B5EF4-FFF2-40B4-BE49-F238E27FC236}">
                      <a16:creationId xmlns:a16="http://schemas.microsoft.com/office/drawing/2014/main" id="{81CF7430-642B-121B-E381-7E9744D84899}"/>
                    </a:ext>
                  </a:extLst>
                </p14:cNvPr>
                <p14:cNvContentPartPr/>
                <p14:nvPr/>
              </p14:nvContentPartPr>
              <p14:xfrm>
                <a:off x="5925120" y="14047200"/>
                <a:ext cx="159480" cy="335160"/>
              </p14:xfrm>
            </p:contentPart>
          </mc:Choice>
          <mc:Fallback xmlns="">
            <p:pic>
              <p:nvPicPr>
                <p:cNvPr id="577" name="잉크 576">
                  <a:extLst>
                    <a:ext uri="{FF2B5EF4-FFF2-40B4-BE49-F238E27FC236}">
                      <a16:creationId xmlns:a16="http://schemas.microsoft.com/office/drawing/2014/main" id="{81CF7430-642B-121B-E381-7E9744D84899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5916120" y="14038560"/>
                  <a:ext cx="177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78" name="잉크 577">
                  <a:extLst>
                    <a:ext uri="{FF2B5EF4-FFF2-40B4-BE49-F238E27FC236}">
                      <a16:creationId xmlns:a16="http://schemas.microsoft.com/office/drawing/2014/main" id="{86D5353A-FB24-CAEE-1986-9804682D6595}"/>
                    </a:ext>
                  </a:extLst>
                </p14:cNvPr>
                <p14:cNvContentPartPr/>
                <p14:nvPr/>
              </p14:nvContentPartPr>
              <p14:xfrm>
                <a:off x="6012240" y="14243760"/>
                <a:ext cx="200520" cy="349200"/>
              </p14:xfrm>
            </p:contentPart>
          </mc:Choice>
          <mc:Fallback xmlns="">
            <p:pic>
              <p:nvPicPr>
                <p:cNvPr id="578" name="잉크 577">
                  <a:extLst>
                    <a:ext uri="{FF2B5EF4-FFF2-40B4-BE49-F238E27FC236}">
                      <a16:creationId xmlns:a16="http://schemas.microsoft.com/office/drawing/2014/main" id="{86D5353A-FB24-CAEE-1986-9804682D6595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003240" y="14234760"/>
                  <a:ext cx="2181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75" name="잉크 574">
                  <a:extLst>
                    <a:ext uri="{FF2B5EF4-FFF2-40B4-BE49-F238E27FC236}">
                      <a16:creationId xmlns:a16="http://schemas.microsoft.com/office/drawing/2014/main" id="{73AE9537-15FB-5D73-74D9-DC9FDDBA8508}"/>
                    </a:ext>
                  </a:extLst>
                </p14:cNvPr>
                <p14:cNvContentPartPr/>
                <p14:nvPr/>
              </p14:nvContentPartPr>
              <p14:xfrm>
                <a:off x="5999280" y="13312800"/>
                <a:ext cx="136440" cy="231480"/>
              </p14:xfrm>
            </p:contentPart>
          </mc:Choice>
          <mc:Fallback xmlns="">
            <p:pic>
              <p:nvPicPr>
                <p:cNvPr id="575" name="잉크 574">
                  <a:extLst>
                    <a:ext uri="{FF2B5EF4-FFF2-40B4-BE49-F238E27FC236}">
                      <a16:creationId xmlns:a16="http://schemas.microsoft.com/office/drawing/2014/main" id="{73AE9537-15FB-5D73-74D9-DC9FDDBA850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990640" y="13304160"/>
                  <a:ext cx="154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76" name="잉크 575">
                  <a:extLst>
                    <a:ext uri="{FF2B5EF4-FFF2-40B4-BE49-F238E27FC236}">
                      <a16:creationId xmlns:a16="http://schemas.microsoft.com/office/drawing/2014/main" id="{2E5EC258-305D-0A83-58F3-E50581746060}"/>
                    </a:ext>
                  </a:extLst>
                </p14:cNvPr>
                <p14:cNvContentPartPr/>
                <p14:nvPr/>
              </p14:nvContentPartPr>
              <p14:xfrm>
                <a:off x="6207360" y="13329000"/>
                <a:ext cx="180000" cy="194400"/>
              </p14:xfrm>
            </p:contentPart>
          </mc:Choice>
          <mc:Fallback xmlns="">
            <p:pic>
              <p:nvPicPr>
                <p:cNvPr id="576" name="잉크 575">
                  <a:extLst>
                    <a:ext uri="{FF2B5EF4-FFF2-40B4-BE49-F238E27FC236}">
                      <a16:creationId xmlns:a16="http://schemas.microsoft.com/office/drawing/2014/main" id="{2E5EC258-305D-0A83-58F3-E50581746060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198360" y="13320360"/>
                  <a:ext cx="197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682" name="잉크 681">
                  <a:extLst>
                    <a:ext uri="{FF2B5EF4-FFF2-40B4-BE49-F238E27FC236}">
                      <a16:creationId xmlns:a16="http://schemas.microsoft.com/office/drawing/2014/main" id="{CE588E7D-A6E6-2AD9-C066-5FBA3A3BDFCE}"/>
                    </a:ext>
                  </a:extLst>
                </p14:cNvPr>
                <p14:cNvContentPartPr/>
                <p14:nvPr/>
              </p14:nvContentPartPr>
              <p14:xfrm>
                <a:off x="5715851" y="13474276"/>
                <a:ext cx="133200" cy="2356200"/>
              </p14:xfrm>
            </p:contentPart>
          </mc:Choice>
          <mc:Fallback xmlns="">
            <p:pic>
              <p:nvPicPr>
                <p:cNvPr id="682" name="잉크 681">
                  <a:extLst>
                    <a:ext uri="{FF2B5EF4-FFF2-40B4-BE49-F238E27FC236}">
                      <a16:creationId xmlns:a16="http://schemas.microsoft.com/office/drawing/2014/main" id="{CE588E7D-A6E6-2AD9-C066-5FBA3A3BDFC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707211" y="13465276"/>
                  <a:ext cx="150840" cy="237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6" name="그룹 695">
            <a:extLst>
              <a:ext uri="{FF2B5EF4-FFF2-40B4-BE49-F238E27FC236}">
                <a16:creationId xmlns:a16="http://schemas.microsoft.com/office/drawing/2014/main" id="{0B832BFC-E416-E31F-1437-7DD36476AD8C}"/>
              </a:ext>
            </a:extLst>
          </p:cNvPr>
          <p:cNvGrpSpPr/>
          <p:nvPr/>
        </p:nvGrpSpPr>
        <p:grpSpPr>
          <a:xfrm>
            <a:off x="13524251" y="3130396"/>
            <a:ext cx="1386000" cy="4422600"/>
            <a:chOff x="13524251" y="3130396"/>
            <a:chExt cx="1386000" cy="44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686" name="잉크 685">
                  <a:extLst>
                    <a:ext uri="{FF2B5EF4-FFF2-40B4-BE49-F238E27FC236}">
                      <a16:creationId xmlns:a16="http://schemas.microsoft.com/office/drawing/2014/main" id="{7E530417-A54E-5EBD-AB37-1D9B0243FEAA}"/>
                    </a:ext>
                  </a:extLst>
                </p14:cNvPr>
                <p14:cNvContentPartPr/>
                <p14:nvPr/>
              </p14:nvContentPartPr>
              <p14:xfrm>
                <a:off x="13524251" y="3130396"/>
                <a:ext cx="858240" cy="3339000"/>
              </p14:xfrm>
            </p:contentPart>
          </mc:Choice>
          <mc:Fallback xmlns="">
            <p:pic>
              <p:nvPicPr>
                <p:cNvPr id="686" name="잉크 685">
                  <a:extLst>
                    <a:ext uri="{FF2B5EF4-FFF2-40B4-BE49-F238E27FC236}">
                      <a16:creationId xmlns:a16="http://schemas.microsoft.com/office/drawing/2014/main" id="{7E530417-A54E-5EBD-AB37-1D9B0243FEAA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3515251" y="3121396"/>
                  <a:ext cx="875880" cy="33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687" name="잉크 686">
                  <a:extLst>
                    <a:ext uri="{FF2B5EF4-FFF2-40B4-BE49-F238E27FC236}">
                      <a16:creationId xmlns:a16="http://schemas.microsoft.com/office/drawing/2014/main" id="{957BBBDC-20F1-D356-FC1B-85F672659D62}"/>
                    </a:ext>
                  </a:extLst>
                </p14:cNvPr>
                <p14:cNvContentPartPr/>
                <p14:nvPr/>
              </p14:nvContentPartPr>
              <p14:xfrm>
                <a:off x="14490131" y="4222636"/>
                <a:ext cx="384120" cy="70200"/>
              </p14:xfrm>
            </p:contentPart>
          </mc:Choice>
          <mc:Fallback xmlns="">
            <p:pic>
              <p:nvPicPr>
                <p:cNvPr id="687" name="잉크 686">
                  <a:extLst>
                    <a:ext uri="{FF2B5EF4-FFF2-40B4-BE49-F238E27FC236}">
                      <a16:creationId xmlns:a16="http://schemas.microsoft.com/office/drawing/2014/main" id="{957BBBDC-20F1-D356-FC1B-85F672659D6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4481491" y="4213996"/>
                  <a:ext cx="401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507EAF2B-B89B-1489-992E-DF2FB6B95E3D}"/>
                    </a:ext>
                  </a:extLst>
                </p14:cNvPr>
                <p14:cNvContentPartPr/>
                <p14:nvPr/>
              </p14:nvContentPartPr>
              <p14:xfrm>
                <a:off x="14700011" y="3987196"/>
                <a:ext cx="210240" cy="573480"/>
              </p14:xfrm>
            </p:contentPart>
          </mc:Choice>
          <mc:Fallback xmlns=""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507EAF2B-B89B-1489-992E-DF2FB6B95E3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4691371" y="3978196"/>
                  <a:ext cx="2278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BD8230C0-3BC0-5083-4DA1-15C2ADC18AD3}"/>
                    </a:ext>
                  </a:extLst>
                </p14:cNvPr>
                <p14:cNvContentPartPr/>
                <p14:nvPr/>
              </p14:nvContentPartPr>
              <p14:xfrm>
                <a:off x="14227691" y="5143156"/>
                <a:ext cx="525600" cy="104400"/>
              </p14:xfrm>
            </p:contentPart>
          </mc:Choice>
          <mc:Fallback xmlns=""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BD8230C0-3BC0-5083-4DA1-15C2ADC18AD3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4218691" y="5134156"/>
                  <a:ext cx="543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690" name="잉크 689">
                  <a:extLst>
                    <a:ext uri="{FF2B5EF4-FFF2-40B4-BE49-F238E27FC236}">
                      <a16:creationId xmlns:a16="http://schemas.microsoft.com/office/drawing/2014/main" id="{1CF20C69-741C-45FB-494F-90ADBADDFF9F}"/>
                    </a:ext>
                  </a:extLst>
                </p14:cNvPr>
                <p14:cNvContentPartPr/>
                <p14:nvPr/>
              </p14:nvContentPartPr>
              <p14:xfrm>
                <a:off x="14525051" y="5013916"/>
                <a:ext cx="228240" cy="441360"/>
              </p14:xfrm>
            </p:contentPart>
          </mc:Choice>
          <mc:Fallback xmlns="">
            <p:pic>
              <p:nvPicPr>
                <p:cNvPr id="690" name="잉크 689">
                  <a:extLst>
                    <a:ext uri="{FF2B5EF4-FFF2-40B4-BE49-F238E27FC236}">
                      <a16:creationId xmlns:a16="http://schemas.microsoft.com/office/drawing/2014/main" id="{1CF20C69-741C-45FB-494F-90ADBADDFF9F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4516411" y="5004916"/>
                  <a:ext cx="2458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691" name="잉크 690">
                  <a:extLst>
                    <a:ext uri="{FF2B5EF4-FFF2-40B4-BE49-F238E27FC236}">
                      <a16:creationId xmlns:a16="http://schemas.microsoft.com/office/drawing/2014/main" id="{EFC13BEE-1470-DC1A-4E93-7482B9717CD1}"/>
                    </a:ext>
                  </a:extLst>
                </p14:cNvPr>
                <p14:cNvContentPartPr/>
                <p14:nvPr/>
              </p14:nvContentPartPr>
              <p14:xfrm>
                <a:off x="14101691" y="5716996"/>
                <a:ext cx="626760" cy="516600"/>
              </p14:xfrm>
            </p:contentPart>
          </mc:Choice>
          <mc:Fallback xmlns="">
            <p:pic>
              <p:nvPicPr>
                <p:cNvPr id="691" name="잉크 690">
                  <a:extLst>
                    <a:ext uri="{FF2B5EF4-FFF2-40B4-BE49-F238E27FC236}">
                      <a16:creationId xmlns:a16="http://schemas.microsoft.com/office/drawing/2014/main" id="{EFC13BEE-1470-DC1A-4E93-7482B9717CD1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4092691" y="5708356"/>
                  <a:ext cx="6444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692" name="잉크 691">
                  <a:extLst>
                    <a:ext uri="{FF2B5EF4-FFF2-40B4-BE49-F238E27FC236}">
                      <a16:creationId xmlns:a16="http://schemas.microsoft.com/office/drawing/2014/main" id="{7536549B-B7EA-28FB-DC69-06624FC21FF0}"/>
                    </a:ext>
                  </a:extLst>
                </p14:cNvPr>
                <p14:cNvContentPartPr/>
                <p14:nvPr/>
              </p14:nvContentPartPr>
              <p14:xfrm>
                <a:off x="14535491" y="6049996"/>
                <a:ext cx="301680" cy="532800"/>
              </p14:xfrm>
            </p:contentPart>
          </mc:Choice>
          <mc:Fallback xmlns="">
            <p:pic>
              <p:nvPicPr>
                <p:cNvPr id="692" name="잉크 691">
                  <a:extLst>
                    <a:ext uri="{FF2B5EF4-FFF2-40B4-BE49-F238E27FC236}">
                      <a16:creationId xmlns:a16="http://schemas.microsoft.com/office/drawing/2014/main" id="{7536549B-B7EA-28FB-DC69-06624FC21FF0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4526851" y="6041356"/>
                  <a:ext cx="31932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693" name="잉크 692">
                  <a:extLst>
                    <a:ext uri="{FF2B5EF4-FFF2-40B4-BE49-F238E27FC236}">
                      <a16:creationId xmlns:a16="http://schemas.microsoft.com/office/drawing/2014/main" id="{AA694568-A035-81B1-8B40-DD6F774C0484}"/>
                    </a:ext>
                  </a:extLst>
                </p14:cNvPr>
                <p14:cNvContentPartPr/>
                <p14:nvPr/>
              </p14:nvContentPartPr>
              <p14:xfrm>
                <a:off x="13961651" y="6121636"/>
                <a:ext cx="486720" cy="1158840"/>
              </p14:xfrm>
            </p:contentPart>
          </mc:Choice>
          <mc:Fallback xmlns="">
            <p:pic>
              <p:nvPicPr>
                <p:cNvPr id="693" name="잉크 692">
                  <a:extLst>
                    <a:ext uri="{FF2B5EF4-FFF2-40B4-BE49-F238E27FC236}">
                      <a16:creationId xmlns:a16="http://schemas.microsoft.com/office/drawing/2014/main" id="{AA694568-A035-81B1-8B40-DD6F774C0484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3953011" y="6112996"/>
                  <a:ext cx="504360" cy="11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694" name="잉크 693">
                  <a:extLst>
                    <a:ext uri="{FF2B5EF4-FFF2-40B4-BE49-F238E27FC236}">
                      <a16:creationId xmlns:a16="http://schemas.microsoft.com/office/drawing/2014/main" id="{DB791E53-FD27-9170-A166-6633B3060B5C}"/>
                    </a:ext>
                  </a:extLst>
                </p14:cNvPr>
                <p14:cNvContentPartPr/>
                <p14:nvPr/>
              </p14:nvContentPartPr>
              <p14:xfrm>
                <a:off x="14280251" y="7077076"/>
                <a:ext cx="291600" cy="475920"/>
              </p14:xfrm>
            </p:contentPart>
          </mc:Choice>
          <mc:Fallback xmlns="">
            <p:pic>
              <p:nvPicPr>
                <p:cNvPr id="694" name="잉크 693">
                  <a:extLst>
                    <a:ext uri="{FF2B5EF4-FFF2-40B4-BE49-F238E27FC236}">
                      <a16:creationId xmlns:a16="http://schemas.microsoft.com/office/drawing/2014/main" id="{DB791E53-FD27-9170-A166-6633B3060B5C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271251" y="7068076"/>
                  <a:ext cx="30924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3" name="그룹 752">
            <a:extLst>
              <a:ext uri="{FF2B5EF4-FFF2-40B4-BE49-F238E27FC236}">
                <a16:creationId xmlns:a16="http://schemas.microsoft.com/office/drawing/2014/main" id="{360F9830-C5B8-0366-6AA6-0EF83D4A6897}"/>
              </a:ext>
            </a:extLst>
          </p:cNvPr>
          <p:cNvGrpSpPr/>
          <p:nvPr/>
        </p:nvGrpSpPr>
        <p:grpSpPr>
          <a:xfrm>
            <a:off x="16276451" y="8033242"/>
            <a:ext cx="984600" cy="650520"/>
            <a:chOff x="8788811" y="7823716"/>
            <a:chExt cx="98460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724" name="잉크 723">
                  <a:extLst>
                    <a:ext uri="{FF2B5EF4-FFF2-40B4-BE49-F238E27FC236}">
                      <a16:creationId xmlns:a16="http://schemas.microsoft.com/office/drawing/2014/main" id="{14A819D4-E143-003C-2F05-CB03ED9B032F}"/>
                    </a:ext>
                  </a:extLst>
                </p14:cNvPr>
                <p14:cNvContentPartPr/>
                <p14:nvPr/>
              </p14:nvContentPartPr>
              <p14:xfrm>
                <a:off x="8788811" y="7823716"/>
                <a:ext cx="245520" cy="650520"/>
              </p14:xfrm>
            </p:contentPart>
          </mc:Choice>
          <mc:Fallback xmlns="">
            <p:pic>
              <p:nvPicPr>
                <p:cNvPr id="724" name="잉크 723">
                  <a:extLst>
                    <a:ext uri="{FF2B5EF4-FFF2-40B4-BE49-F238E27FC236}">
                      <a16:creationId xmlns:a16="http://schemas.microsoft.com/office/drawing/2014/main" id="{14A819D4-E143-003C-2F05-CB03ED9B032F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780171" y="7814716"/>
                  <a:ext cx="26316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725" name="잉크 724">
                  <a:extLst>
                    <a:ext uri="{FF2B5EF4-FFF2-40B4-BE49-F238E27FC236}">
                      <a16:creationId xmlns:a16="http://schemas.microsoft.com/office/drawing/2014/main" id="{AB374B68-075B-0A7E-E18F-57E7D6FF7DA3}"/>
                    </a:ext>
                  </a:extLst>
                </p14:cNvPr>
                <p14:cNvContentPartPr/>
                <p14:nvPr/>
              </p14:nvContentPartPr>
              <p14:xfrm>
                <a:off x="8998691" y="7959076"/>
                <a:ext cx="360" cy="360"/>
              </p14:xfrm>
            </p:contentPart>
          </mc:Choice>
          <mc:Fallback xmlns="">
            <p:pic>
              <p:nvPicPr>
                <p:cNvPr id="725" name="잉크 724">
                  <a:extLst>
                    <a:ext uri="{FF2B5EF4-FFF2-40B4-BE49-F238E27FC236}">
                      <a16:creationId xmlns:a16="http://schemas.microsoft.com/office/drawing/2014/main" id="{AB374B68-075B-0A7E-E18F-57E7D6FF7D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90051" y="79500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726" name="잉크 725">
                  <a:extLst>
                    <a:ext uri="{FF2B5EF4-FFF2-40B4-BE49-F238E27FC236}">
                      <a16:creationId xmlns:a16="http://schemas.microsoft.com/office/drawing/2014/main" id="{812E694E-E59C-C5F0-93F7-784289ACB728}"/>
                    </a:ext>
                  </a:extLst>
                </p14:cNvPr>
                <p14:cNvContentPartPr/>
                <p14:nvPr/>
              </p14:nvContentPartPr>
              <p14:xfrm>
                <a:off x="8998691" y="7867636"/>
                <a:ext cx="108720" cy="422280"/>
              </p14:xfrm>
            </p:contentPart>
          </mc:Choice>
          <mc:Fallback xmlns="">
            <p:pic>
              <p:nvPicPr>
                <p:cNvPr id="726" name="잉크 725">
                  <a:extLst>
                    <a:ext uri="{FF2B5EF4-FFF2-40B4-BE49-F238E27FC236}">
                      <a16:creationId xmlns:a16="http://schemas.microsoft.com/office/drawing/2014/main" id="{812E694E-E59C-C5F0-93F7-784289ACB728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990051" y="7858636"/>
                  <a:ext cx="126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727" name="잉크 726">
                  <a:extLst>
                    <a:ext uri="{FF2B5EF4-FFF2-40B4-BE49-F238E27FC236}">
                      <a16:creationId xmlns:a16="http://schemas.microsoft.com/office/drawing/2014/main" id="{078C020D-2832-1B7C-D795-D7044CC01D3A}"/>
                    </a:ext>
                  </a:extLst>
                </p14:cNvPr>
                <p14:cNvContentPartPr/>
                <p14:nvPr/>
              </p14:nvContentPartPr>
              <p14:xfrm>
                <a:off x="8922011" y="8062756"/>
                <a:ext cx="220680" cy="94680"/>
              </p14:xfrm>
            </p:contentPart>
          </mc:Choice>
          <mc:Fallback xmlns="">
            <p:pic>
              <p:nvPicPr>
                <p:cNvPr id="727" name="잉크 726">
                  <a:extLst>
                    <a:ext uri="{FF2B5EF4-FFF2-40B4-BE49-F238E27FC236}">
                      <a16:creationId xmlns:a16="http://schemas.microsoft.com/office/drawing/2014/main" id="{078C020D-2832-1B7C-D795-D7044CC01D3A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913011" y="8054116"/>
                  <a:ext cx="238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728" name="잉크 727">
                  <a:extLst>
                    <a:ext uri="{FF2B5EF4-FFF2-40B4-BE49-F238E27FC236}">
                      <a16:creationId xmlns:a16="http://schemas.microsoft.com/office/drawing/2014/main" id="{13CADD7C-5017-806A-0D13-BCBFDFB0BC9D}"/>
                    </a:ext>
                  </a:extLst>
                </p14:cNvPr>
                <p14:cNvContentPartPr/>
                <p14:nvPr/>
              </p14:nvContentPartPr>
              <p14:xfrm>
                <a:off x="9121451" y="7833076"/>
                <a:ext cx="115920" cy="538920"/>
              </p14:xfrm>
            </p:contentPart>
          </mc:Choice>
          <mc:Fallback xmlns="">
            <p:pic>
              <p:nvPicPr>
                <p:cNvPr id="728" name="잉크 727">
                  <a:extLst>
                    <a:ext uri="{FF2B5EF4-FFF2-40B4-BE49-F238E27FC236}">
                      <a16:creationId xmlns:a16="http://schemas.microsoft.com/office/drawing/2014/main" id="{13CADD7C-5017-806A-0D13-BCBFDFB0BC9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112451" y="7824076"/>
                  <a:ext cx="1335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729" name="잉크 728">
                  <a:extLst>
                    <a:ext uri="{FF2B5EF4-FFF2-40B4-BE49-F238E27FC236}">
                      <a16:creationId xmlns:a16="http://schemas.microsoft.com/office/drawing/2014/main" id="{14E2855A-8E81-B321-738A-E24CB00D2904}"/>
                    </a:ext>
                  </a:extLst>
                </p14:cNvPr>
                <p14:cNvContentPartPr/>
                <p14:nvPr/>
              </p14:nvContentPartPr>
              <p14:xfrm>
                <a:off x="9257891" y="7889596"/>
                <a:ext cx="245520" cy="495720"/>
              </p14:xfrm>
            </p:contentPart>
          </mc:Choice>
          <mc:Fallback xmlns="">
            <p:pic>
              <p:nvPicPr>
                <p:cNvPr id="729" name="잉크 728">
                  <a:extLst>
                    <a:ext uri="{FF2B5EF4-FFF2-40B4-BE49-F238E27FC236}">
                      <a16:creationId xmlns:a16="http://schemas.microsoft.com/office/drawing/2014/main" id="{14E2855A-8E81-B321-738A-E24CB00D290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248891" y="7880956"/>
                  <a:ext cx="2631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730" name="잉크 729">
                  <a:extLst>
                    <a:ext uri="{FF2B5EF4-FFF2-40B4-BE49-F238E27FC236}">
                      <a16:creationId xmlns:a16="http://schemas.microsoft.com/office/drawing/2014/main" id="{A9122127-C6A2-0703-CF2A-6BFA878E5BEB}"/>
                    </a:ext>
                  </a:extLst>
                </p14:cNvPr>
                <p14:cNvContentPartPr/>
                <p14:nvPr/>
              </p14:nvContentPartPr>
              <p14:xfrm>
                <a:off x="9597371" y="7980676"/>
                <a:ext cx="176040" cy="435960"/>
              </p14:xfrm>
            </p:contentPart>
          </mc:Choice>
          <mc:Fallback xmlns="">
            <p:pic>
              <p:nvPicPr>
                <p:cNvPr id="730" name="잉크 729">
                  <a:extLst>
                    <a:ext uri="{FF2B5EF4-FFF2-40B4-BE49-F238E27FC236}">
                      <a16:creationId xmlns:a16="http://schemas.microsoft.com/office/drawing/2014/main" id="{A9122127-C6A2-0703-CF2A-6BFA878E5BE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588371" y="7972036"/>
                  <a:ext cx="193680" cy="45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그룹 751">
            <a:extLst>
              <a:ext uri="{FF2B5EF4-FFF2-40B4-BE49-F238E27FC236}">
                <a16:creationId xmlns:a16="http://schemas.microsoft.com/office/drawing/2014/main" id="{55E4A415-965C-014C-E064-049843FEF42E}"/>
              </a:ext>
            </a:extLst>
          </p:cNvPr>
          <p:cNvGrpSpPr/>
          <p:nvPr/>
        </p:nvGrpSpPr>
        <p:grpSpPr>
          <a:xfrm>
            <a:off x="17816531" y="7881682"/>
            <a:ext cx="3836160" cy="1600560"/>
            <a:chOff x="10328891" y="7672156"/>
            <a:chExt cx="3836160" cy="160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D2DFF0FB-DE94-8AF7-5A68-AB2ED543B595}"/>
                    </a:ext>
                  </a:extLst>
                </p14:cNvPr>
                <p14:cNvContentPartPr/>
                <p14:nvPr/>
              </p14:nvContentPartPr>
              <p14:xfrm>
                <a:off x="11684400" y="8362800"/>
                <a:ext cx="79920" cy="637920"/>
              </p14:xfrm>
            </p:contentPart>
          </mc:Choice>
          <mc:Fallback xmlns=""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D2DFF0FB-DE94-8AF7-5A68-AB2ED543B59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675400" y="8354160"/>
                  <a:ext cx="9756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634" name="잉크 633">
                  <a:extLst>
                    <a:ext uri="{FF2B5EF4-FFF2-40B4-BE49-F238E27FC236}">
                      <a16:creationId xmlns:a16="http://schemas.microsoft.com/office/drawing/2014/main" id="{C3AA44D9-36F2-614F-FFB9-5B15B2102107}"/>
                    </a:ext>
                  </a:extLst>
                </p14:cNvPr>
                <p14:cNvContentPartPr/>
                <p14:nvPr/>
              </p14:nvContentPartPr>
              <p14:xfrm>
                <a:off x="10328891" y="8371636"/>
                <a:ext cx="504360" cy="901080"/>
              </p14:xfrm>
            </p:contentPart>
          </mc:Choice>
          <mc:Fallback xmlns="">
            <p:pic>
              <p:nvPicPr>
                <p:cNvPr id="634" name="잉크 633">
                  <a:extLst>
                    <a:ext uri="{FF2B5EF4-FFF2-40B4-BE49-F238E27FC236}">
                      <a16:creationId xmlns:a16="http://schemas.microsoft.com/office/drawing/2014/main" id="{C3AA44D9-36F2-614F-FFB9-5B15B2102107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319891" y="8362636"/>
                  <a:ext cx="52200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635" name="잉크 634">
                  <a:extLst>
                    <a:ext uri="{FF2B5EF4-FFF2-40B4-BE49-F238E27FC236}">
                      <a16:creationId xmlns:a16="http://schemas.microsoft.com/office/drawing/2014/main" id="{C52121C9-8D94-002B-2C9E-BB09E04E8F72}"/>
                    </a:ext>
                  </a:extLst>
                </p14:cNvPr>
                <p14:cNvContentPartPr/>
                <p14:nvPr/>
              </p14:nvContentPartPr>
              <p14:xfrm>
                <a:off x="10409171" y="8387116"/>
                <a:ext cx="133200" cy="784800"/>
              </p14:xfrm>
            </p:contentPart>
          </mc:Choice>
          <mc:Fallback xmlns="">
            <p:pic>
              <p:nvPicPr>
                <p:cNvPr id="635" name="잉크 634">
                  <a:extLst>
                    <a:ext uri="{FF2B5EF4-FFF2-40B4-BE49-F238E27FC236}">
                      <a16:creationId xmlns:a16="http://schemas.microsoft.com/office/drawing/2014/main" id="{C52121C9-8D94-002B-2C9E-BB09E04E8F7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400531" y="8378476"/>
                  <a:ext cx="15084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5601B905-422F-31E5-6BFB-07F0EB0A8AD4}"/>
                    </a:ext>
                  </a:extLst>
                </p14:cNvPr>
                <p14:cNvContentPartPr/>
                <p14:nvPr/>
              </p14:nvContentPartPr>
              <p14:xfrm>
                <a:off x="12005520" y="8404560"/>
                <a:ext cx="238680" cy="492120"/>
              </p14:xfrm>
            </p:contentPart>
          </mc:Choice>
          <mc:Fallback xmlns=""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5601B905-422F-31E5-6BFB-07F0EB0A8AD4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996520" y="8395560"/>
                  <a:ext cx="2563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7370E0C0-95EA-B613-EFE7-8ED7DD939BF0}"/>
                    </a:ext>
                  </a:extLst>
                </p14:cNvPr>
                <p14:cNvContentPartPr/>
                <p14:nvPr/>
              </p14:nvContentPartPr>
              <p14:xfrm>
                <a:off x="12095160" y="8605440"/>
                <a:ext cx="162000" cy="222120"/>
              </p14:xfrm>
            </p:contentPart>
          </mc:Choice>
          <mc:Fallback xmlns=""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7370E0C0-95EA-B613-EFE7-8ED7DD939BF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2086160" y="8596440"/>
                  <a:ext cx="179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E785AD9B-F029-79E4-B8CE-C22043047C00}"/>
                    </a:ext>
                  </a:extLst>
                </p14:cNvPr>
                <p14:cNvContentPartPr/>
                <p14:nvPr/>
              </p14:nvContentPartPr>
              <p14:xfrm>
                <a:off x="12353640" y="8302680"/>
                <a:ext cx="226800" cy="552600"/>
              </p14:xfrm>
            </p:contentPart>
          </mc:Choice>
          <mc:Fallback xmlns=""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E785AD9B-F029-79E4-B8CE-C22043047C00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2344640" y="8294040"/>
                  <a:ext cx="24444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3F2359CA-A573-58A8-4844-3508548A1313}"/>
                    </a:ext>
                  </a:extLst>
                </p14:cNvPr>
                <p14:cNvContentPartPr/>
                <p14:nvPr/>
              </p14:nvContentPartPr>
              <p14:xfrm>
                <a:off x="12487560" y="8307360"/>
                <a:ext cx="48960" cy="650160"/>
              </p14:xfrm>
            </p:contentPart>
          </mc:Choice>
          <mc:Fallback xmlns=""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3F2359CA-A573-58A8-4844-3508548A1313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2478920" y="8298720"/>
                  <a:ext cx="666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6FFD3586-B46B-7FD7-0B72-E96F7B9AFC5F}"/>
                    </a:ext>
                  </a:extLst>
                </p14:cNvPr>
                <p14:cNvContentPartPr/>
                <p14:nvPr/>
              </p14:nvContentPartPr>
              <p14:xfrm>
                <a:off x="12672600" y="8655480"/>
                <a:ext cx="329040" cy="275760"/>
              </p14:xfrm>
            </p:contentPart>
          </mc:Choice>
          <mc:Fallback xmlns=""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6FFD3586-B46B-7FD7-0B72-E96F7B9AFC5F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2663600" y="8646840"/>
                  <a:ext cx="346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8D9BC2BD-C43C-DDD0-DCF5-2AD77D7DD8EA}"/>
                    </a:ext>
                  </a:extLst>
                </p14:cNvPr>
                <p14:cNvContentPartPr/>
                <p14:nvPr/>
              </p14:nvContentPartPr>
              <p14:xfrm>
                <a:off x="12741720" y="8739360"/>
                <a:ext cx="244080" cy="53640"/>
              </p14:xfrm>
            </p:contentPart>
          </mc:Choice>
          <mc:Fallback xmlns=""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8D9BC2BD-C43C-DDD0-DCF5-2AD77D7DD8E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2733080" y="8730720"/>
                  <a:ext cx="261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8B02ACD5-CFD2-61A2-D4AE-FB915F745E20}"/>
                    </a:ext>
                  </a:extLst>
                </p14:cNvPr>
                <p14:cNvContentPartPr/>
                <p14:nvPr/>
              </p14:nvContentPartPr>
              <p14:xfrm>
                <a:off x="13237080" y="9106560"/>
                <a:ext cx="31320" cy="11880"/>
              </p14:xfrm>
            </p:contentPart>
          </mc:Choice>
          <mc:Fallback xmlns=""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8B02ACD5-CFD2-61A2-D4AE-FB915F745E20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3228440" y="9097920"/>
                  <a:ext cx="48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96B75182-C1F6-C199-2CFE-8667C918D508}"/>
                    </a:ext>
                  </a:extLst>
                </p14:cNvPr>
                <p14:cNvContentPartPr/>
                <p14:nvPr/>
              </p14:nvContentPartPr>
              <p14:xfrm>
                <a:off x="12348131" y="8191996"/>
                <a:ext cx="171720" cy="967320"/>
              </p14:xfrm>
            </p:contentPart>
          </mc:Choice>
          <mc:Fallback xmlns=""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96B75182-C1F6-C199-2CFE-8667C918D50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2339491" y="8182996"/>
                  <a:ext cx="18936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663" name="잉크 662">
                  <a:extLst>
                    <a:ext uri="{FF2B5EF4-FFF2-40B4-BE49-F238E27FC236}">
                      <a16:creationId xmlns:a16="http://schemas.microsoft.com/office/drawing/2014/main" id="{F0BA001C-7795-799D-B438-D06B6E8E711D}"/>
                    </a:ext>
                  </a:extLst>
                </p14:cNvPr>
                <p14:cNvContentPartPr/>
                <p14:nvPr/>
              </p14:nvContentPartPr>
              <p14:xfrm>
                <a:off x="11165171" y="9108556"/>
                <a:ext cx="465840" cy="22320"/>
              </p14:xfrm>
            </p:contentPart>
          </mc:Choice>
          <mc:Fallback xmlns="">
            <p:pic>
              <p:nvPicPr>
                <p:cNvPr id="663" name="잉크 662">
                  <a:extLst>
                    <a:ext uri="{FF2B5EF4-FFF2-40B4-BE49-F238E27FC236}">
                      <a16:creationId xmlns:a16="http://schemas.microsoft.com/office/drawing/2014/main" id="{F0BA001C-7795-799D-B438-D06B6E8E711D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1156531" y="9099916"/>
                  <a:ext cx="483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731" name="잉크 730">
                  <a:extLst>
                    <a:ext uri="{FF2B5EF4-FFF2-40B4-BE49-F238E27FC236}">
                      <a16:creationId xmlns:a16="http://schemas.microsoft.com/office/drawing/2014/main" id="{2ED601DE-6FE8-D9CB-3D11-9FCB5EB9D5D3}"/>
                    </a:ext>
                  </a:extLst>
                </p14:cNvPr>
                <p14:cNvContentPartPr/>
                <p14:nvPr/>
              </p14:nvContentPartPr>
              <p14:xfrm>
                <a:off x="11032331" y="7785556"/>
                <a:ext cx="266400" cy="544320"/>
              </p14:xfrm>
            </p:contentPart>
          </mc:Choice>
          <mc:Fallback xmlns="">
            <p:pic>
              <p:nvPicPr>
                <p:cNvPr id="731" name="잉크 730">
                  <a:extLst>
                    <a:ext uri="{FF2B5EF4-FFF2-40B4-BE49-F238E27FC236}">
                      <a16:creationId xmlns:a16="http://schemas.microsoft.com/office/drawing/2014/main" id="{2ED601DE-6FE8-D9CB-3D11-9FCB5EB9D5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023331" y="7776916"/>
                  <a:ext cx="2840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732" name="잉크 731">
                  <a:extLst>
                    <a:ext uri="{FF2B5EF4-FFF2-40B4-BE49-F238E27FC236}">
                      <a16:creationId xmlns:a16="http://schemas.microsoft.com/office/drawing/2014/main" id="{72015C60-F302-65A3-E666-E268947253B8}"/>
                    </a:ext>
                  </a:extLst>
                </p14:cNvPr>
                <p14:cNvContentPartPr/>
                <p14:nvPr/>
              </p14:nvContentPartPr>
              <p14:xfrm>
                <a:off x="11231771" y="7754236"/>
                <a:ext cx="66960" cy="507600"/>
              </p14:xfrm>
            </p:contentPart>
          </mc:Choice>
          <mc:Fallback xmlns="">
            <p:pic>
              <p:nvPicPr>
                <p:cNvPr id="732" name="잉크 731">
                  <a:extLst>
                    <a:ext uri="{FF2B5EF4-FFF2-40B4-BE49-F238E27FC236}">
                      <a16:creationId xmlns:a16="http://schemas.microsoft.com/office/drawing/2014/main" id="{72015C60-F302-65A3-E666-E268947253B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223131" y="7745236"/>
                  <a:ext cx="846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88D847A1-542C-016B-2B84-284A8BB59609}"/>
                    </a:ext>
                  </a:extLst>
                </p14:cNvPr>
                <p14:cNvContentPartPr/>
                <p14:nvPr/>
              </p14:nvContentPartPr>
              <p14:xfrm>
                <a:off x="11109371" y="7996876"/>
                <a:ext cx="189360" cy="60120"/>
              </p14:xfrm>
            </p:contentPart>
          </mc:Choice>
          <mc:Fallback xmlns=""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88D847A1-542C-016B-2B84-284A8BB5960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1100371" y="7987876"/>
                  <a:ext cx="207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734" name="잉크 733">
                  <a:extLst>
                    <a:ext uri="{FF2B5EF4-FFF2-40B4-BE49-F238E27FC236}">
                      <a16:creationId xmlns:a16="http://schemas.microsoft.com/office/drawing/2014/main" id="{7AC2CCB7-CA31-1125-69F3-BC58BF30153A}"/>
                    </a:ext>
                  </a:extLst>
                </p14:cNvPr>
                <p14:cNvContentPartPr/>
                <p14:nvPr/>
              </p14:nvContentPartPr>
              <p14:xfrm>
                <a:off x="11266691" y="7697356"/>
                <a:ext cx="94680" cy="548280"/>
              </p14:xfrm>
            </p:contentPart>
          </mc:Choice>
          <mc:Fallback xmlns="">
            <p:pic>
              <p:nvPicPr>
                <p:cNvPr id="734" name="잉크 733">
                  <a:extLst>
                    <a:ext uri="{FF2B5EF4-FFF2-40B4-BE49-F238E27FC236}">
                      <a16:creationId xmlns:a16="http://schemas.microsoft.com/office/drawing/2014/main" id="{7AC2CCB7-CA31-1125-69F3-BC58BF30153A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1258051" y="7688716"/>
                  <a:ext cx="1123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735" name="잉크 734">
                  <a:extLst>
                    <a:ext uri="{FF2B5EF4-FFF2-40B4-BE49-F238E27FC236}">
                      <a16:creationId xmlns:a16="http://schemas.microsoft.com/office/drawing/2014/main" id="{F0618ED3-1350-205B-50AE-D1D61585C53E}"/>
                    </a:ext>
                  </a:extLst>
                </p14:cNvPr>
                <p14:cNvContentPartPr/>
                <p14:nvPr/>
              </p14:nvContentPartPr>
              <p14:xfrm>
                <a:off x="11343731" y="7705276"/>
                <a:ext cx="207000" cy="609840"/>
              </p14:xfrm>
            </p:contentPart>
          </mc:Choice>
          <mc:Fallback xmlns="">
            <p:pic>
              <p:nvPicPr>
                <p:cNvPr id="735" name="잉크 734">
                  <a:extLst>
                    <a:ext uri="{FF2B5EF4-FFF2-40B4-BE49-F238E27FC236}">
                      <a16:creationId xmlns:a16="http://schemas.microsoft.com/office/drawing/2014/main" id="{F0618ED3-1350-205B-50AE-D1D61585C53E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1334731" y="7696636"/>
                  <a:ext cx="22464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736" name="잉크 735">
                  <a:extLst>
                    <a:ext uri="{FF2B5EF4-FFF2-40B4-BE49-F238E27FC236}">
                      <a16:creationId xmlns:a16="http://schemas.microsoft.com/office/drawing/2014/main" id="{E8B67532-8793-F685-D727-6057850B0A2C}"/>
                    </a:ext>
                  </a:extLst>
                </p14:cNvPr>
                <p14:cNvContentPartPr/>
                <p14:nvPr/>
              </p14:nvContentPartPr>
              <p14:xfrm>
                <a:off x="11693651" y="7672156"/>
                <a:ext cx="59760" cy="520200"/>
              </p14:xfrm>
            </p:contentPart>
          </mc:Choice>
          <mc:Fallback xmlns="">
            <p:pic>
              <p:nvPicPr>
                <p:cNvPr id="736" name="잉크 735">
                  <a:extLst>
                    <a:ext uri="{FF2B5EF4-FFF2-40B4-BE49-F238E27FC236}">
                      <a16:creationId xmlns:a16="http://schemas.microsoft.com/office/drawing/2014/main" id="{E8B67532-8793-F685-D727-6057850B0A2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1685011" y="7663516"/>
                  <a:ext cx="774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737" name="잉크 736">
                  <a:extLst>
                    <a:ext uri="{FF2B5EF4-FFF2-40B4-BE49-F238E27FC236}">
                      <a16:creationId xmlns:a16="http://schemas.microsoft.com/office/drawing/2014/main" id="{F94777FE-8F8A-398B-AC55-2F798CC77AD6}"/>
                    </a:ext>
                  </a:extLst>
                </p14:cNvPr>
                <p14:cNvContentPartPr/>
                <p14:nvPr/>
              </p14:nvContentPartPr>
              <p14:xfrm>
                <a:off x="13184771" y="7886356"/>
                <a:ext cx="203400" cy="346680"/>
              </p14:xfrm>
            </p:contentPart>
          </mc:Choice>
          <mc:Fallback xmlns="">
            <p:pic>
              <p:nvPicPr>
                <p:cNvPr id="737" name="잉크 736">
                  <a:extLst>
                    <a:ext uri="{FF2B5EF4-FFF2-40B4-BE49-F238E27FC236}">
                      <a16:creationId xmlns:a16="http://schemas.microsoft.com/office/drawing/2014/main" id="{F94777FE-8F8A-398B-AC55-2F798CC77AD6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3175771" y="7877716"/>
                  <a:ext cx="221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738" name="잉크 737">
                  <a:extLst>
                    <a:ext uri="{FF2B5EF4-FFF2-40B4-BE49-F238E27FC236}">
                      <a16:creationId xmlns:a16="http://schemas.microsoft.com/office/drawing/2014/main" id="{15F2700D-8B80-C3F8-A9B7-6069D4C2F33D}"/>
                    </a:ext>
                  </a:extLst>
                </p14:cNvPr>
                <p14:cNvContentPartPr/>
                <p14:nvPr/>
              </p14:nvContentPartPr>
              <p14:xfrm>
                <a:off x="13387811" y="7886356"/>
                <a:ext cx="42480" cy="548280"/>
              </p14:xfrm>
            </p:contentPart>
          </mc:Choice>
          <mc:Fallback xmlns="">
            <p:pic>
              <p:nvPicPr>
                <p:cNvPr id="738" name="잉크 737">
                  <a:extLst>
                    <a:ext uri="{FF2B5EF4-FFF2-40B4-BE49-F238E27FC236}">
                      <a16:creationId xmlns:a16="http://schemas.microsoft.com/office/drawing/2014/main" id="{15F2700D-8B80-C3F8-A9B7-6069D4C2F33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3378811" y="7877716"/>
                  <a:ext cx="601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739" name="잉크 738">
                  <a:extLst>
                    <a:ext uri="{FF2B5EF4-FFF2-40B4-BE49-F238E27FC236}">
                      <a16:creationId xmlns:a16="http://schemas.microsoft.com/office/drawing/2014/main" id="{2055A0C1-F1D0-F4B7-52C6-9AF49AF72A6F}"/>
                    </a:ext>
                  </a:extLst>
                </p14:cNvPr>
                <p14:cNvContentPartPr/>
                <p14:nvPr/>
              </p14:nvContentPartPr>
              <p14:xfrm>
                <a:off x="13293131" y="8154196"/>
                <a:ext cx="185760" cy="19080"/>
              </p14:xfrm>
            </p:contentPart>
          </mc:Choice>
          <mc:Fallback xmlns="">
            <p:pic>
              <p:nvPicPr>
                <p:cNvPr id="739" name="잉크 738">
                  <a:extLst>
                    <a:ext uri="{FF2B5EF4-FFF2-40B4-BE49-F238E27FC236}">
                      <a16:creationId xmlns:a16="http://schemas.microsoft.com/office/drawing/2014/main" id="{2055A0C1-F1D0-F4B7-52C6-9AF49AF72A6F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3284491" y="8145196"/>
                  <a:ext cx="20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740" name="잉크 739">
                  <a:extLst>
                    <a:ext uri="{FF2B5EF4-FFF2-40B4-BE49-F238E27FC236}">
                      <a16:creationId xmlns:a16="http://schemas.microsoft.com/office/drawing/2014/main" id="{1C0B4F29-DE4E-A992-64BD-DBA49E8846F5}"/>
                    </a:ext>
                  </a:extLst>
                </p14:cNvPr>
                <p14:cNvContentPartPr/>
                <p14:nvPr/>
              </p14:nvContentPartPr>
              <p14:xfrm>
                <a:off x="13513811" y="7782676"/>
                <a:ext cx="150840" cy="516960"/>
              </p14:xfrm>
            </p:contentPart>
          </mc:Choice>
          <mc:Fallback xmlns="">
            <p:pic>
              <p:nvPicPr>
                <p:cNvPr id="740" name="잉크 739">
                  <a:extLst>
                    <a:ext uri="{FF2B5EF4-FFF2-40B4-BE49-F238E27FC236}">
                      <a16:creationId xmlns:a16="http://schemas.microsoft.com/office/drawing/2014/main" id="{1C0B4F29-DE4E-A992-64BD-DBA49E8846F5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3504811" y="7773676"/>
                  <a:ext cx="1684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741" name="잉크 740">
                  <a:extLst>
                    <a:ext uri="{FF2B5EF4-FFF2-40B4-BE49-F238E27FC236}">
                      <a16:creationId xmlns:a16="http://schemas.microsoft.com/office/drawing/2014/main" id="{C3DA0CD1-F151-0468-15C0-87B64571CFBF}"/>
                    </a:ext>
                  </a:extLst>
                </p14:cNvPr>
                <p14:cNvContentPartPr/>
                <p14:nvPr/>
              </p14:nvContentPartPr>
              <p14:xfrm>
                <a:off x="13604531" y="7782676"/>
                <a:ext cx="175320" cy="680760"/>
              </p14:xfrm>
            </p:contentPart>
          </mc:Choice>
          <mc:Fallback xmlns="">
            <p:pic>
              <p:nvPicPr>
                <p:cNvPr id="741" name="잉크 740">
                  <a:extLst>
                    <a:ext uri="{FF2B5EF4-FFF2-40B4-BE49-F238E27FC236}">
                      <a16:creationId xmlns:a16="http://schemas.microsoft.com/office/drawing/2014/main" id="{C3DA0CD1-F151-0468-15C0-87B64571CFBF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3595891" y="7773676"/>
                  <a:ext cx="1929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742" name="잉크 741">
                  <a:extLst>
                    <a:ext uri="{FF2B5EF4-FFF2-40B4-BE49-F238E27FC236}">
                      <a16:creationId xmlns:a16="http://schemas.microsoft.com/office/drawing/2014/main" id="{F093D092-66B5-0391-9A3A-86A433708FB7}"/>
                    </a:ext>
                  </a:extLst>
                </p14:cNvPr>
                <p14:cNvContentPartPr/>
                <p14:nvPr/>
              </p14:nvContentPartPr>
              <p14:xfrm>
                <a:off x="13767251" y="7848556"/>
                <a:ext cx="397800" cy="568080"/>
              </p14:xfrm>
            </p:contentPart>
          </mc:Choice>
          <mc:Fallback xmlns="">
            <p:pic>
              <p:nvPicPr>
                <p:cNvPr id="742" name="잉크 741">
                  <a:extLst>
                    <a:ext uri="{FF2B5EF4-FFF2-40B4-BE49-F238E27FC236}">
                      <a16:creationId xmlns:a16="http://schemas.microsoft.com/office/drawing/2014/main" id="{F093D092-66B5-0391-9A3A-86A433708FB7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3758251" y="7839916"/>
                  <a:ext cx="41544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0" name="그룹 749">
            <a:extLst>
              <a:ext uri="{FF2B5EF4-FFF2-40B4-BE49-F238E27FC236}">
                <a16:creationId xmlns:a16="http://schemas.microsoft.com/office/drawing/2014/main" id="{0F3ACD65-A51C-DF24-A0A7-1731ECB1A2F6}"/>
              </a:ext>
            </a:extLst>
          </p:cNvPr>
          <p:cNvGrpSpPr/>
          <p:nvPr/>
        </p:nvGrpSpPr>
        <p:grpSpPr>
          <a:xfrm>
            <a:off x="22628651" y="7973122"/>
            <a:ext cx="1275120" cy="716040"/>
            <a:chOff x="15141011" y="7763596"/>
            <a:chExt cx="1275120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743" name="잉크 742">
                  <a:extLst>
                    <a:ext uri="{FF2B5EF4-FFF2-40B4-BE49-F238E27FC236}">
                      <a16:creationId xmlns:a16="http://schemas.microsoft.com/office/drawing/2014/main" id="{A179A381-40D2-B516-F3DE-A9AC5C1D8844}"/>
                    </a:ext>
                  </a:extLst>
                </p14:cNvPr>
                <p14:cNvContentPartPr/>
                <p14:nvPr/>
              </p14:nvContentPartPr>
              <p14:xfrm>
                <a:off x="15141011" y="7763596"/>
                <a:ext cx="318960" cy="601920"/>
              </p14:xfrm>
            </p:contentPart>
          </mc:Choice>
          <mc:Fallback xmlns="">
            <p:pic>
              <p:nvPicPr>
                <p:cNvPr id="743" name="잉크 742">
                  <a:extLst>
                    <a:ext uri="{FF2B5EF4-FFF2-40B4-BE49-F238E27FC236}">
                      <a16:creationId xmlns:a16="http://schemas.microsoft.com/office/drawing/2014/main" id="{A179A381-40D2-B516-F3DE-A9AC5C1D8844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5132371" y="7754956"/>
                  <a:ext cx="33660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744" name="잉크 743">
                  <a:extLst>
                    <a:ext uri="{FF2B5EF4-FFF2-40B4-BE49-F238E27FC236}">
                      <a16:creationId xmlns:a16="http://schemas.microsoft.com/office/drawing/2014/main" id="{D5B34296-C88D-80E2-E803-139AD6D3E9AF}"/>
                    </a:ext>
                  </a:extLst>
                </p14:cNvPr>
                <p14:cNvContentPartPr/>
                <p14:nvPr/>
              </p14:nvContentPartPr>
              <p14:xfrm>
                <a:off x="15459611" y="7782676"/>
                <a:ext cx="24840" cy="661680"/>
              </p14:xfrm>
            </p:contentPart>
          </mc:Choice>
          <mc:Fallback xmlns="">
            <p:pic>
              <p:nvPicPr>
                <p:cNvPr id="744" name="잉크 743">
                  <a:extLst>
                    <a:ext uri="{FF2B5EF4-FFF2-40B4-BE49-F238E27FC236}">
                      <a16:creationId xmlns:a16="http://schemas.microsoft.com/office/drawing/2014/main" id="{D5B34296-C88D-80E2-E803-139AD6D3E9AF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5450971" y="7773676"/>
                  <a:ext cx="4248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745" name="잉크 744">
                  <a:extLst>
                    <a:ext uri="{FF2B5EF4-FFF2-40B4-BE49-F238E27FC236}">
                      <a16:creationId xmlns:a16="http://schemas.microsoft.com/office/drawing/2014/main" id="{174B2250-07E8-9CF4-6963-7548FFEE2A86}"/>
                    </a:ext>
                  </a:extLst>
                </p14:cNvPr>
                <p14:cNvContentPartPr/>
                <p14:nvPr/>
              </p14:nvContentPartPr>
              <p14:xfrm>
                <a:off x="15295091" y="8059876"/>
                <a:ext cx="248760" cy="126360"/>
              </p14:xfrm>
            </p:contentPart>
          </mc:Choice>
          <mc:Fallback xmlns="">
            <p:pic>
              <p:nvPicPr>
                <p:cNvPr id="745" name="잉크 744">
                  <a:extLst>
                    <a:ext uri="{FF2B5EF4-FFF2-40B4-BE49-F238E27FC236}">
                      <a16:creationId xmlns:a16="http://schemas.microsoft.com/office/drawing/2014/main" id="{174B2250-07E8-9CF4-6963-7548FFEE2A86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5286451" y="8050876"/>
                  <a:ext cx="266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746" name="잉크 745">
                  <a:extLst>
                    <a:ext uri="{FF2B5EF4-FFF2-40B4-BE49-F238E27FC236}">
                      <a16:creationId xmlns:a16="http://schemas.microsoft.com/office/drawing/2014/main" id="{46A6B540-1470-0D83-99CF-06E8FDD0F7AD}"/>
                    </a:ext>
                  </a:extLst>
                </p14:cNvPr>
                <p14:cNvContentPartPr/>
                <p14:nvPr/>
              </p14:nvContentPartPr>
              <p14:xfrm>
                <a:off x="15578771" y="7782676"/>
                <a:ext cx="157680" cy="693360"/>
              </p14:xfrm>
            </p:contentPart>
          </mc:Choice>
          <mc:Fallback xmlns="">
            <p:pic>
              <p:nvPicPr>
                <p:cNvPr id="746" name="잉크 745">
                  <a:extLst>
                    <a:ext uri="{FF2B5EF4-FFF2-40B4-BE49-F238E27FC236}">
                      <a16:creationId xmlns:a16="http://schemas.microsoft.com/office/drawing/2014/main" id="{46A6B540-1470-0D83-99CF-06E8FDD0F7A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5569771" y="7773676"/>
                  <a:ext cx="17532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747" name="잉크 746">
                  <a:extLst>
                    <a:ext uri="{FF2B5EF4-FFF2-40B4-BE49-F238E27FC236}">
                      <a16:creationId xmlns:a16="http://schemas.microsoft.com/office/drawing/2014/main" id="{80C375F1-106C-1505-8393-3C4A857EDFA0}"/>
                    </a:ext>
                  </a:extLst>
                </p14:cNvPr>
                <p14:cNvContentPartPr/>
                <p14:nvPr/>
              </p14:nvContentPartPr>
              <p14:xfrm>
                <a:off x="15725651" y="7833076"/>
                <a:ext cx="318960" cy="646560"/>
              </p14:xfrm>
            </p:contentPart>
          </mc:Choice>
          <mc:Fallback xmlns="">
            <p:pic>
              <p:nvPicPr>
                <p:cNvPr id="747" name="잉크 746">
                  <a:extLst>
                    <a:ext uri="{FF2B5EF4-FFF2-40B4-BE49-F238E27FC236}">
                      <a16:creationId xmlns:a16="http://schemas.microsoft.com/office/drawing/2014/main" id="{80C375F1-106C-1505-8393-3C4A857EDFA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5716651" y="7824076"/>
                  <a:ext cx="33660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748" name="잉크 747">
                  <a:extLst>
                    <a:ext uri="{FF2B5EF4-FFF2-40B4-BE49-F238E27FC236}">
                      <a16:creationId xmlns:a16="http://schemas.microsoft.com/office/drawing/2014/main" id="{A777F153-8251-1725-11F5-71A4368C44EA}"/>
                    </a:ext>
                  </a:extLst>
                </p14:cNvPr>
                <p14:cNvContentPartPr/>
                <p14:nvPr/>
              </p14:nvContentPartPr>
              <p14:xfrm>
                <a:off x="16131731" y="7826596"/>
                <a:ext cx="284400" cy="561240"/>
              </p14:xfrm>
            </p:contentPart>
          </mc:Choice>
          <mc:Fallback xmlns="">
            <p:pic>
              <p:nvPicPr>
                <p:cNvPr id="748" name="잉크 747">
                  <a:extLst>
                    <a:ext uri="{FF2B5EF4-FFF2-40B4-BE49-F238E27FC236}">
                      <a16:creationId xmlns:a16="http://schemas.microsoft.com/office/drawing/2014/main" id="{A777F153-8251-1725-11F5-71A4368C44EA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6122731" y="7817956"/>
                  <a:ext cx="302040" cy="57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4">
            <p14:nvContentPartPr>
              <p14:cNvPr id="749" name="잉크 748">
                <a:extLst>
                  <a:ext uri="{FF2B5EF4-FFF2-40B4-BE49-F238E27FC236}">
                    <a16:creationId xmlns:a16="http://schemas.microsoft.com/office/drawing/2014/main" id="{92294434-6A5D-F1BE-F500-C5C3FBE95D82}"/>
                  </a:ext>
                </a:extLst>
              </p14:cNvPr>
              <p14:cNvContentPartPr/>
              <p14:nvPr/>
            </p14:nvContentPartPr>
            <p14:xfrm>
              <a:off x="24609731" y="8729122"/>
              <a:ext cx="360" cy="360"/>
            </p14:xfrm>
          </p:contentPart>
        </mc:Choice>
        <mc:Fallback xmlns="">
          <p:pic>
            <p:nvPicPr>
              <p:cNvPr id="749" name="잉크 748">
                <a:extLst>
                  <a:ext uri="{FF2B5EF4-FFF2-40B4-BE49-F238E27FC236}">
                    <a16:creationId xmlns:a16="http://schemas.microsoft.com/office/drawing/2014/main" id="{92294434-6A5D-F1BE-F500-C5C3FBE95D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00731" y="87201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5">
            <p14:nvContentPartPr>
              <p14:cNvPr id="804" name="잉크 803">
                <a:extLst>
                  <a:ext uri="{FF2B5EF4-FFF2-40B4-BE49-F238E27FC236}">
                    <a16:creationId xmlns:a16="http://schemas.microsoft.com/office/drawing/2014/main" id="{80B58DD9-BEFF-E7FF-0BAB-EDDF899F20D7}"/>
                  </a:ext>
                </a:extLst>
              </p14:cNvPr>
              <p14:cNvContentPartPr/>
              <p14:nvPr/>
            </p14:nvContentPartPr>
            <p14:xfrm>
              <a:off x="17550491" y="11951122"/>
              <a:ext cx="21240" cy="16200"/>
            </p14:xfrm>
          </p:contentPart>
        </mc:Choice>
        <mc:Fallback xmlns="">
          <p:pic>
            <p:nvPicPr>
              <p:cNvPr id="804" name="잉크 803">
                <a:extLst>
                  <a:ext uri="{FF2B5EF4-FFF2-40B4-BE49-F238E27FC236}">
                    <a16:creationId xmlns:a16="http://schemas.microsoft.com/office/drawing/2014/main" id="{80B58DD9-BEFF-E7FF-0BAB-EDDF899F20D7}"/>
                  </a:ext>
                </a:extLst>
              </p:cNvPr>
              <p:cNvPicPr/>
              <p:nvPr/>
            </p:nvPicPr>
            <p:blipFill>
              <a:blip r:embed="rId766"/>
              <a:stretch>
                <a:fillRect/>
              </a:stretch>
            </p:blipFill>
            <p:spPr>
              <a:xfrm>
                <a:off x="17541491" y="11942482"/>
                <a:ext cx="38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7">
            <p14:nvContentPartPr>
              <p14:cNvPr id="821" name="잉크 820">
                <a:extLst>
                  <a:ext uri="{FF2B5EF4-FFF2-40B4-BE49-F238E27FC236}">
                    <a16:creationId xmlns:a16="http://schemas.microsoft.com/office/drawing/2014/main" id="{05C12686-536B-1C8E-8533-CA0A0506E541}"/>
                  </a:ext>
                </a:extLst>
              </p14:cNvPr>
              <p14:cNvContentPartPr/>
              <p14:nvPr/>
            </p14:nvContentPartPr>
            <p14:xfrm>
              <a:off x="16327931" y="12773362"/>
              <a:ext cx="276120" cy="281160"/>
            </p14:xfrm>
          </p:contentPart>
        </mc:Choice>
        <mc:Fallback xmlns="">
          <p:pic>
            <p:nvPicPr>
              <p:cNvPr id="821" name="잉크 820">
                <a:extLst>
                  <a:ext uri="{FF2B5EF4-FFF2-40B4-BE49-F238E27FC236}">
                    <a16:creationId xmlns:a16="http://schemas.microsoft.com/office/drawing/2014/main" id="{05C12686-536B-1C8E-8533-CA0A0506E541}"/>
                  </a:ext>
                </a:extLst>
              </p:cNvPr>
              <p:cNvPicPr/>
              <p:nvPr/>
            </p:nvPicPr>
            <p:blipFill>
              <a:blip r:embed="rId768"/>
              <a:stretch>
                <a:fillRect/>
              </a:stretch>
            </p:blipFill>
            <p:spPr>
              <a:xfrm>
                <a:off x="16318931" y="12764722"/>
                <a:ext cx="2937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9">
            <p14:nvContentPartPr>
              <p14:cNvPr id="852" name="잉크 851">
                <a:extLst>
                  <a:ext uri="{FF2B5EF4-FFF2-40B4-BE49-F238E27FC236}">
                    <a16:creationId xmlns:a16="http://schemas.microsoft.com/office/drawing/2014/main" id="{F026EB51-6DD2-0FE6-C0F0-EE4F0256DE86}"/>
                  </a:ext>
                </a:extLst>
              </p14:cNvPr>
              <p14:cNvContentPartPr/>
              <p14:nvPr/>
            </p14:nvContentPartPr>
            <p14:xfrm>
              <a:off x="17214611" y="13318402"/>
              <a:ext cx="24840" cy="485280"/>
            </p14:xfrm>
          </p:contentPart>
        </mc:Choice>
        <mc:Fallback xmlns="">
          <p:pic>
            <p:nvPicPr>
              <p:cNvPr id="852" name="잉크 851">
                <a:extLst>
                  <a:ext uri="{FF2B5EF4-FFF2-40B4-BE49-F238E27FC236}">
                    <a16:creationId xmlns:a16="http://schemas.microsoft.com/office/drawing/2014/main" id="{F026EB51-6DD2-0FE6-C0F0-EE4F0256DE86}"/>
                  </a:ext>
                </a:extLst>
              </p:cNvPr>
              <p:cNvPicPr/>
              <p:nvPr/>
            </p:nvPicPr>
            <p:blipFill>
              <a:blip r:embed="rId770"/>
              <a:stretch>
                <a:fillRect/>
              </a:stretch>
            </p:blipFill>
            <p:spPr>
              <a:xfrm>
                <a:off x="17205611" y="13309402"/>
                <a:ext cx="42480" cy="50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1" name="그룹 890">
            <a:extLst>
              <a:ext uri="{FF2B5EF4-FFF2-40B4-BE49-F238E27FC236}">
                <a16:creationId xmlns:a16="http://schemas.microsoft.com/office/drawing/2014/main" id="{2C0AB208-FFEC-1B44-AAA0-B1F60B377BF2}"/>
              </a:ext>
            </a:extLst>
          </p:cNvPr>
          <p:cNvGrpSpPr/>
          <p:nvPr/>
        </p:nvGrpSpPr>
        <p:grpSpPr>
          <a:xfrm>
            <a:off x="16271771" y="10647202"/>
            <a:ext cx="8110800" cy="7405560"/>
            <a:chOff x="8784131" y="10437676"/>
            <a:chExt cx="8110800" cy="74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806" name="잉크 805">
                  <a:extLst>
                    <a:ext uri="{FF2B5EF4-FFF2-40B4-BE49-F238E27FC236}">
                      <a16:creationId xmlns:a16="http://schemas.microsoft.com/office/drawing/2014/main" id="{3DB7AFB2-9CA1-C5E4-E8D7-DD18AE264832}"/>
                    </a:ext>
                  </a:extLst>
                </p14:cNvPr>
                <p14:cNvContentPartPr/>
                <p14:nvPr/>
              </p14:nvContentPartPr>
              <p14:xfrm>
                <a:off x="9030371" y="11039236"/>
                <a:ext cx="462240" cy="649080"/>
              </p14:xfrm>
            </p:contentPart>
          </mc:Choice>
          <mc:Fallback xmlns="">
            <p:pic>
              <p:nvPicPr>
                <p:cNvPr id="806" name="잉크 805">
                  <a:extLst>
                    <a:ext uri="{FF2B5EF4-FFF2-40B4-BE49-F238E27FC236}">
                      <a16:creationId xmlns:a16="http://schemas.microsoft.com/office/drawing/2014/main" id="{3DB7AFB2-9CA1-C5E4-E8D7-DD18AE264832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9021371" y="11030596"/>
                  <a:ext cx="47988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807" name="잉크 806">
                  <a:extLst>
                    <a:ext uri="{FF2B5EF4-FFF2-40B4-BE49-F238E27FC236}">
                      <a16:creationId xmlns:a16="http://schemas.microsoft.com/office/drawing/2014/main" id="{1C65EEF6-12DE-7C26-5868-AED6F4968FF6}"/>
                    </a:ext>
                  </a:extLst>
                </p14:cNvPr>
                <p14:cNvContentPartPr/>
                <p14:nvPr/>
              </p14:nvContentPartPr>
              <p14:xfrm>
                <a:off x="9005891" y="10976236"/>
                <a:ext cx="591840" cy="838080"/>
              </p14:xfrm>
            </p:contentPart>
          </mc:Choice>
          <mc:Fallback xmlns="">
            <p:pic>
              <p:nvPicPr>
                <p:cNvPr id="807" name="잉크 806">
                  <a:extLst>
                    <a:ext uri="{FF2B5EF4-FFF2-40B4-BE49-F238E27FC236}">
                      <a16:creationId xmlns:a16="http://schemas.microsoft.com/office/drawing/2014/main" id="{1C65EEF6-12DE-7C26-5868-AED6F4968FF6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996891" y="10967596"/>
                  <a:ext cx="60948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26A55AD5-149E-78FD-FB57-D696D006BA4E}"/>
                    </a:ext>
                  </a:extLst>
                </p14:cNvPr>
                <p14:cNvContentPartPr/>
                <p14:nvPr/>
              </p14:nvContentPartPr>
              <p14:xfrm>
                <a:off x="16687931" y="10885156"/>
                <a:ext cx="360" cy="360"/>
              </p14:xfrm>
            </p:contentPart>
          </mc:Choice>
          <mc:Fallback xmlns=""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26A55AD5-149E-78FD-FB57-D696D006BA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679291" y="108761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FF8868CD-BA29-4D29-4CB2-67681003E578}"/>
                    </a:ext>
                  </a:extLst>
                </p14:cNvPr>
                <p14:cNvContentPartPr/>
                <p14:nvPr/>
              </p14:nvContentPartPr>
              <p14:xfrm>
                <a:off x="16637891" y="10760956"/>
                <a:ext cx="57240" cy="407880"/>
              </p14:xfrm>
            </p:contentPart>
          </mc:Choice>
          <mc:Fallback xmlns=""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FF8868CD-BA29-4D29-4CB2-67681003E578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6629251" y="10752316"/>
                  <a:ext cx="748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710" name="잉크 709">
                  <a:extLst>
                    <a:ext uri="{FF2B5EF4-FFF2-40B4-BE49-F238E27FC236}">
                      <a16:creationId xmlns:a16="http://schemas.microsoft.com/office/drawing/2014/main" id="{29C2D87F-4554-59CA-0982-1DF1DA46D077}"/>
                    </a:ext>
                  </a:extLst>
                </p14:cNvPr>
                <p14:cNvContentPartPr/>
                <p14:nvPr/>
              </p14:nvContentPartPr>
              <p14:xfrm>
                <a:off x="16845611" y="15048916"/>
                <a:ext cx="38880" cy="227160"/>
              </p14:xfrm>
            </p:contentPart>
          </mc:Choice>
          <mc:Fallback xmlns="">
            <p:pic>
              <p:nvPicPr>
                <p:cNvPr id="710" name="잉크 709">
                  <a:extLst>
                    <a:ext uri="{FF2B5EF4-FFF2-40B4-BE49-F238E27FC236}">
                      <a16:creationId xmlns:a16="http://schemas.microsoft.com/office/drawing/2014/main" id="{29C2D87F-4554-59CA-0982-1DF1DA46D07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6836611" y="15040276"/>
                  <a:ext cx="56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711" name="잉크 710">
                  <a:extLst>
                    <a:ext uri="{FF2B5EF4-FFF2-40B4-BE49-F238E27FC236}">
                      <a16:creationId xmlns:a16="http://schemas.microsoft.com/office/drawing/2014/main" id="{958E2420-7417-F461-4C50-3BCCAEDD2DDD}"/>
                    </a:ext>
                  </a:extLst>
                </p14:cNvPr>
                <p14:cNvContentPartPr/>
                <p14:nvPr/>
              </p14:nvContentPartPr>
              <p14:xfrm>
                <a:off x="16775411" y="15710596"/>
                <a:ext cx="70200" cy="214560"/>
              </p14:xfrm>
            </p:contentPart>
          </mc:Choice>
          <mc:Fallback xmlns="">
            <p:pic>
              <p:nvPicPr>
                <p:cNvPr id="711" name="잉크 710">
                  <a:extLst>
                    <a:ext uri="{FF2B5EF4-FFF2-40B4-BE49-F238E27FC236}">
                      <a16:creationId xmlns:a16="http://schemas.microsoft.com/office/drawing/2014/main" id="{958E2420-7417-F461-4C50-3BCCAEDD2DDD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6766771" y="15701596"/>
                  <a:ext cx="87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712" name="잉크 711">
                  <a:extLst>
                    <a:ext uri="{FF2B5EF4-FFF2-40B4-BE49-F238E27FC236}">
                      <a16:creationId xmlns:a16="http://schemas.microsoft.com/office/drawing/2014/main" id="{15953B40-EE39-26A4-C09C-24F81C9A3AF4}"/>
                    </a:ext>
                  </a:extLst>
                </p14:cNvPr>
                <p14:cNvContentPartPr/>
                <p14:nvPr/>
              </p14:nvContentPartPr>
              <p14:xfrm>
                <a:off x="16838411" y="16523116"/>
                <a:ext cx="56520" cy="151560"/>
              </p14:xfrm>
            </p:contentPart>
          </mc:Choice>
          <mc:Fallback xmlns="">
            <p:pic>
              <p:nvPicPr>
                <p:cNvPr id="712" name="잉크 711">
                  <a:extLst>
                    <a:ext uri="{FF2B5EF4-FFF2-40B4-BE49-F238E27FC236}">
                      <a16:creationId xmlns:a16="http://schemas.microsoft.com/office/drawing/2014/main" id="{15953B40-EE39-26A4-C09C-24F81C9A3AF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6829771" y="16514116"/>
                  <a:ext cx="74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637" name="잉크 636">
                  <a:extLst>
                    <a:ext uri="{FF2B5EF4-FFF2-40B4-BE49-F238E27FC236}">
                      <a16:creationId xmlns:a16="http://schemas.microsoft.com/office/drawing/2014/main" id="{16F069B6-CAF6-4B9A-A788-83DF8C40E50D}"/>
                    </a:ext>
                  </a:extLst>
                </p14:cNvPr>
                <p14:cNvContentPartPr/>
                <p14:nvPr/>
              </p14:nvContentPartPr>
              <p14:xfrm>
                <a:off x="10346171" y="10699036"/>
                <a:ext cx="24840" cy="409680"/>
              </p14:xfrm>
            </p:contentPart>
          </mc:Choice>
          <mc:Fallback xmlns="">
            <p:pic>
              <p:nvPicPr>
                <p:cNvPr id="637" name="잉크 636">
                  <a:extLst>
                    <a:ext uri="{FF2B5EF4-FFF2-40B4-BE49-F238E27FC236}">
                      <a16:creationId xmlns:a16="http://schemas.microsoft.com/office/drawing/2014/main" id="{16F069B6-CAF6-4B9A-A788-83DF8C40E50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0337531" y="10690396"/>
                  <a:ext cx="424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4E061ACE-3E27-B722-CF7E-085FAA4FEF81}"/>
                    </a:ext>
                  </a:extLst>
                </p14:cNvPr>
                <p14:cNvContentPartPr/>
                <p14:nvPr/>
              </p14:nvContentPartPr>
              <p14:xfrm>
                <a:off x="10262291" y="11858236"/>
                <a:ext cx="105480" cy="501120"/>
              </p14:xfrm>
            </p:contentPart>
          </mc:Choice>
          <mc:Fallback xmlns=""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4E061ACE-3E27-B722-CF7E-085FAA4FEF81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0253651" y="11849596"/>
                  <a:ext cx="1231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39" name="잉크 638">
                  <a:extLst>
                    <a:ext uri="{FF2B5EF4-FFF2-40B4-BE49-F238E27FC236}">
                      <a16:creationId xmlns:a16="http://schemas.microsoft.com/office/drawing/2014/main" id="{A7BC62A1-D6CF-D3FA-5A15-6FD0C08C27D4}"/>
                    </a:ext>
                  </a:extLst>
                </p14:cNvPr>
                <p14:cNvContentPartPr/>
                <p14:nvPr/>
              </p14:nvContentPartPr>
              <p14:xfrm>
                <a:off x="10167971" y="13136956"/>
                <a:ext cx="84240" cy="315360"/>
              </p14:xfrm>
            </p:contentPart>
          </mc:Choice>
          <mc:Fallback xmlns="">
            <p:pic>
              <p:nvPicPr>
                <p:cNvPr id="639" name="잉크 638">
                  <a:extLst>
                    <a:ext uri="{FF2B5EF4-FFF2-40B4-BE49-F238E27FC236}">
                      <a16:creationId xmlns:a16="http://schemas.microsoft.com/office/drawing/2014/main" id="{A7BC62A1-D6CF-D3FA-5A15-6FD0C08C27D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8971" y="13128316"/>
                  <a:ext cx="101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5F2EBAA9-E6C7-94AD-8DDE-5E6FFAAC2199}"/>
                    </a:ext>
                  </a:extLst>
                </p14:cNvPr>
                <p14:cNvContentPartPr/>
                <p14:nvPr/>
              </p14:nvContentPartPr>
              <p14:xfrm>
                <a:off x="10031171" y="14355916"/>
                <a:ext cx="133200" cy="589320"/>
              </p14:xfrm>
            </p:contentPart>
          </mc:Choice>
          <mc:Fallback xmlns=""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5F2EBAA9-E6C7-94AD-8DDE-5E6FFAAC2199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022531" y="14347276"/>
                  <a:ext cx="150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36CFD5DC-5732-3DEE-86B2-CE2CE3DC96DB}"/>
                    </a:ext>
                  </a:extLst>
                </p14:cNvPr>
                <p14:cNvContentPartPr/>
                <p14:nvPr/>
              </p14:nvContentPartPr>
              <p14:xfrm>
                <a:off x="12096131" y="14494516"/>
                <a:ext cx="77400" cy="621000"/>
              </p14:xfrm>
            </p:contentPart>
          </mc:Choice>
          <mc:Fallback xmlns=""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36CFD5DC-5732-3DEE-86B2-CE2CE3DC96DB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2087491" y="14485876"/>
                  <a:ext cx="950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52" name="잉크 651">
                  <a:extLst>
                    <a:ext uri="{FF2B5EF4-FFF2-40B4-BE49-F238E27FC236}">
                      <a16:creationId xmlns:a16="http://schemas.microsoft.com/office/drawing/2014/main" id="{3C9C1694-BEDA-2363-3A0D-ECDA15970342}"/>
                    </a:ext>
                  </a:extLst>
                </p14:cNvPr>
                <p14:cNvContentPartPr/>
                <p14:nvPr/>
              </p14:nvContentPartPr>
              <p14:xfrm>
                <a:off x="14234531" y="14428636"/>
                <a:ext cx="14400" cy="560880"/>
              </p14:xfrm>
            </p:contentPart>
          </mc:Choice>
          <mc:Fallback xmlns="">
            <p:pic>
              <p:nvPicPr>
                <p:cNvPr id="652" name="잉크 651">
                  <a:extLst>
                    <a:ext uri="{FF2B5EF4-FFF2-40B4-BE49-F238E27FC236}">
                      <a16:creationId xmlns:a16="http://schemas.microsoft.com/office/drawing/2014/main" id="{3C9C1694-BEDA-2363-3A0D-ECDA1597034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4225891" y="14419636"/>
                  <a:ext cx="3204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24747F1E-2F3F-276F-3C22-253EFF989425}"/>
                    </a:ext>
                  </a:extLst>
                </p14:cNvPr>
                <p14:cNvContentPartPr/>
                <p14:nvPr/>
              </p14:nvContentPartPr>
              <p14:xfrm>
                <a:off x="14220491" y="15272476"/>
                <a:ext cx="28440" cy="605160"/>
              </p14:xfrm>
            </p:contentPart>
          </mc:Choice>
          <mc:Fallback xmlns=""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24747F1E-2F3F-276F-3C22-253EFF98942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4211851" y="15263836"/>
                  <a:ext cx="4608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AA36BC65-1F4A-FA47-666B-37CB6A1587D7}"/>
                    </a:ext>
                  </a:extLst>
                </p14:cNvPr>
                <p14:cNvContentPartPr/>
                <p14:nvPr/>
              </p14:nvContentPartPr>
              <p14:xfrm>
                <a:off x="14266211" y="16038196"/>
                <a:ext cx="3960" cy="239760"/>
              </p14:xfrm>
            </p:contentPart>
          </mc:Choice>
          <mc:Fallback xmlns=""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AA36BC65-1F4A-FA47-666B-37CB6A1587D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4257211" y="16029196"/>
                  <a:ext cx="21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713" name="잉크 712">
                  <a:extLst>
                    <a:ext uri="{FF2B5EF4-FFF2-40B4-BE49-F238E27FC236}">
                      <a16:creationId xmlns:a16="http://schemas.microsoft.com/office/drawing/2014/main" id="{12A0D9EB-401E-2077-B6EE-63FF067A4C11}"/>
                    </a:ext>
                  </a:extLst>
                </p14:cNvPr>
                <p14:cNvContentPartPr/>
                <p14:nvPr/>
              </p14:nvContentPartPr>
              <p14:xfrm>
                <a:off x="10195331" y="14989156"/>
                <a:ext cx="56880" cy="715320"/>
              </p14:xfrm>
            </p:contentPart>
          </mc:Choice>
          <mc:Fallback xmlns="">
            <p:pic>
              <p:nvPicPr>
                <p:cNvPr id="713" name="잉크 712">
                  <a:extLst>
                    <a:ext uri="{FF2B5EF4-FFF2-40B4-BE49-F238E27FC236}">
                      <a16:creationId xmlns:a16="http://schemas.microsoft.com/office/drawing/2014/main" id="{12A0D9EB-401E-2077-B6EE-63FF067A4C11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186331" y="14980516"/>
                  <a:ext cx="7452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DAE47747-ABD9-0617-9AEC-19641D20E9F0}"/>
                    </a:ext>
                  </a:extLst>
                </p14:cNvPr>
                <p14:cNvContentPartPr/>
                <p14:nvPr/>
              </p14:nvContentPartPr>
              <p14:xfrm>
                <a:off x="10325291" y="16012996"/>
                <a:ext cx="14400" cy="286920"/>
              </p14:xfrm>
            </p:contentPart>
          </mc:Choice>
          <mc:Fallback xmlns=""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DAE47747-ABD9-0617-9AEC-19641D20E9F0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316651" y="16003996"/>
                  <a:ext cx="32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F7A65CE5-A6D1-DE2F-612C-C9CB9F8DA91F}"/>
                    </a:ext>
                  </a:extLst>
                </p14:cNvPr>
                <p14:cNvContentPartPr/>
                <p14:nvPr/>
              </p14:nvContentPartPr>
              <p14:xfrm>
                <a:off x="10465331" y="16825516"/>
                <a:ext cx="91440" cy="542160"/>
              </p14:xfrm>
            </p:contentPart>
          </mc:Choice>
          <mc:Fallback xmlns=""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F7A65CE5-A6D1-DE2F-612C-C9CB9F8DA91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456331" y="16816516"/>
                  <a:ext cx="1090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D0447206-7A26-A7BF-47E7-0CC04D39F4B2}"/>
                    </a:ext>
                  </a:extLst>
                </p14:cNvPr>
                <p14:cNvContentPartPr/>
                <p14:nvPr/>
              </p14:nvContentPartPr>
              <p14:xfrm>
                <a:off x="12096131" y="15159076"/>
                <a:ext cx="32040" cy="381600"/>
              </p14:xfrm>
            </p:contentPart>
          </mc:Choice>
          <mc:Fallback xmlns=""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D0447206-7A26-A7BF-47E7-0CC04D39F4B2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2087491" y="15150436"/>
                  <a:ext cx="496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3492DC9A-632A-7AF3-1027-F21D30F0FB3D}"/>
                    </a:ext>
                  </a:extLst>
                </p14:cNvPr>
                <p14:cNvContentPartPr/>
                <p14:nvPr/>
              </p14:nvContentPartPr>
              <p14:xfrm>
                <a:off x="12152291" y="16050796"/>
                <a:ext cx="87840" cy="170280"/>
              </p14:xfrm>
            </p:contentPart>
          </mc:Choice>
          <mc:Fallback xmlns=""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3492DC9A-632A-7AF3-1027-F21D30F0FB3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2143291" y="16041796"/>
                  <a:ext cx="105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41DE6CF7-62CB-5D9A-3FAE-8BC3A0AE8F1B}"/>
                    </a:ext>
                  </a:extLst>
                </p14:cNvPr>
                <p14:cNvContentPartPr/>
                <p14:nvPr/>
              </p14:nvContentPartPr>
              <p14:xfrm>
                <a:off x="12239771" y="16674316"/>
                <a:ext cx="360" cy="360"/>
              </p14:xfrm>
            </p:contentPart>
          </mc:Choice>
          <mc:Fallback xmlns=""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41DE6CF7-62CB-5D9A-3FAE-8BC3A0AE8F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230771" y="166653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719" name="잉크 718">
                  <a:extLst>
                    <a:ext uri="{FF2B5EF4-FFF2-40B4-BE49-F238E27FC236}">
                      <a16:creationId xmlns:a16="http://schemas.microsoft.com/office/drawing/2014/main" id="{3FFD247D-39FB-7B52-43A7-D65931FE39A5}"/>
                    </a:ext>
                  </a:extLst>
                </p14:cNvPr>
                <p14:cNvContentPartPr/>
                <p14:nvPr/>
              </p14:nvContentPartPr>
              <p14:xfrm>
                <a:off x="12243371" y="17143756"/>
                <a:ext cx="77400" cy="286920"/>
              </p14:xfrm>
            </p:contentPart>
          </mc:Choice>
          <mc:Fallback xmlns="">
            <p:pic>
              <p:nvPicPr>
                <p:cNvPr id="719" name="잉크 718">
                  <a:extLst>
                    <a:ext uri="{FF2B5EF4-FFF2-40B4-BE49-F238E27FC236}">
                      <a16:creationId xmlns:a16="http://schemas.microsoft.com/office/drawing/2014/main" id="{3FFD247D-39FB-7B52-43A7-D65931FE39A5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2234371" y="17134756"/>
                  <a:ext cx="95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720" name="잉크 719">
                  <a:extLst>
                    <a:ext uri="{FF2B5EF4-FFF2-40B4-BE49-F238E27FC236}">
                      <a16:creationId xmlns:a16="http://schemas.microsoft.com/office/drawing/2014/main" id="{0F19C837-2D57-8054-7807-5AA7643BFD68}"/>
                    </a:ext>
                  </a:extLst>
                </p14:cNvPr>
                <p14:cNvContentPartPr/>
                <p14:nvPr/>
              </p14:nvContentPartPr>
              <p14:xfrm>
                <a:off x="14472491" y="16261756"/>
                <a:ext cx="87840" cy="438120"/>
              </p14:xfrm>
            </p:contentPart>
          </mc:Choice>
          <mc:Fallback xmlns="">
            <p:pic>
              <p:nvPicPr>
                <p:cNvPr id="720" name="잉크 719">
                  <a:extLst>
                    <a:ext uri="{FF2B5EF4-FFF2-40B4-BE49-F238E27FC236}">
                      <a16:creationId xmlns:a16="http://schemas.microsoft.com/office/drawing/2014/main" id="{0F19C837-2D57-8054-7807-5AA7643BFD68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4463851" y="16252756"/>
                  <a:ext cx="1054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721" name="잉크 720">
                  <a:extLst>
                    <a:ext uri="{FF2B5EF4-FFF2-40B4-BE49-F238E27FC236}">
                      <a16:creationId xmlns:a16="http://schemas.microsoft.com/office/drawing/2014/main" id="{055D22A3-76FB-9080-7C2D-9F3940F5F900}"/>
                    </a:ext>
                  </a:extLst>
                </p14:cNvPr>
                <p14:cNvContentPartPr/>
                <p14:nvPr/>
              </p14:nvContentPartPr>
              <p14:xfrm>
                <a:off x="14504171" y="17354716"/>
                <a:ext cx="126360" cy="488520"/>
              </p14:xfrm>
            </p:contentPart>
          </mc:Choice>
          <mc:Fallback xmlns="">
            <p:pic>
              <p:nvPicPr>
                <p:cNvPr id="721" name="잉크 720">
                  <a:extLst>
                    <a:ext uri="{FF2B5EF4-FFF2-40B4-BE49-F238E27FC236}">
                      <a16:creationId xmlns:a16="http://schemas.microsoft.com/office/drawing/2014/main" id="{055D22A3-76FB-9080-7C2D-9F3940F5F90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4495171" y="17345716"/>
                  <a:ext cx="1440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644" name="잉크 643">
                  <a:extLst>
                    <a:ext uri="{FF2B5EF4-FFF2-40B4-BE49-F238E27FC236}">
                      <a16:creationId xmlns:a16="http://schemas.microsoft.com/office/drawing/2014/main" id="{37E3CD5F-1F40-6D40-C4ED-8C6B74787E67}"/>
                    </a:ext>
                  </a:extLst>
                </p14:cNvPr>
                <p14:cNvContentPartPr/>
                <p14:nvPr/>
              </p14:nvContentPartPr>
              <p14:xfrm>
                <a:off x="12183611" y="11486716"/>
                <a:ext cx="136800" cy="475920"/>
              </p14:xfrm>
            </p:contentPart>
          </mc:Choice>
          <mc:Fallback xmlns="">
            <p:pic>
              <p:nvPicPr>
                <p:cNvPr id="644" name="잉크 643">
                  <a:extLst>
                    <a:ext uri="{FF2B5EF4-FFF2-40B4-BE49-F238E27FC236}">
                      <a16:creationId xmlns:a16="http://schemas.microsoft.com/office/drawing/2014/main" id="{37E3CD5F-1F40-6D40-C4ED-8C6B74787E67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2174971" y="11477716"/>
                  <a:ext cx="1544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645" name="잉크 644">
                  <a:extLst>
                    <a:ext uri="{FF2B5EF4-FFF2-40B4-BE49-F238E27FC236}">
                      <a16:creationId xmlns:a16="http://schemas.microsoft.com/office/drawing/2014/main" id="{A981ED4F-8796-3F04-E8C6-B1E2F5260D91}"/>
                    </a:ext>
                  </a:extLst>
                </p14:cNvPr>
                <p14:cNvContentPartPr/>
                <p14:nvPr/>
              </p14:nvContentPartPr>
              <p14:xfrm>
                <a:off x="12152291" y="12494716"/>
                <a:ext cx="73800" cy="349920"/>
              </p14:xfrm>
            </p:contentPart>
          </mc:Choice>
          <mc:Fallback xmlns="">
            <p:pic>
              <p:nvPicPr>
                <p:cNvPr id="645" name="잉크 644">
                  <a:extLst>
                    <a:ext uri="{FF2B5EF4-FFF2-40B4-BE49-F238E27FC236}">
                      <a16:creationId xmlns:a16="http://schemas.microsoft.com/office/drawing/2014/main" id="{A981ED4F-8796-3F04-E8C6-B1E2F5260D91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2143291" y="12485716"/>
                  <a:ext cx="914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649" name="잉크 648">
                  <a:extLst>
                    <a:ext uri="{FF2B5EF4-FFF2-40B4-BE49-F238E27FC236}">
                      <a16:creationId xmlns:a16="http://schemas.microsoft.com/office/drawing/2014/main" id="{D077BE2E-D3ED-7BFA-27D1-663AC62B4720}"/>
                    </a:ext>
                  </a:extLst>
                </p14:cNvPr>
                <p14:cNvContentPartPr/>
                <p14:nvPr/>
              </p14:nvContentPartPr>
              <p14:xfrm>
                <a:off x="14196011" y="11083516"/>
                <a:ext cx="126360" cy="453960"/>
              </p14:xfrm>
            </p:contentPart>
          </mc:Choice>
          <mc:Fallback xmlns="">
            <p:pic>
              <p:nvPicPr>
                <p:cNvPr id="649" name="잉크 648">
                  <a:extLst>
                    <a:ext uri="{FF2B5EF4-FFF2-40B4-BE49-F238E27FC236}">
                      <a16:creationId xmlns:a16="http://schemas.microsoft.com/office/drawing/2014/main" id="{D077BE2E-D3ED-7BFA-27D1-663AC62B4720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4187371" y="11074516"/>
                  <a:ext cx="1440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650" name="잉크 649">
                  <a:extLst>
                    <a:ext uri="{FF2B5EF4-FFF2-40B4-BE49-F238E27FC236}">
                      <a16:creationId xmlns:a16="http://schemas.microsoft.com/office/drawing/2014/main" id="{50DB6E3B-0DFB-645A-4B61-F56039B97598}"/>
                    </a:ext>
                  </a:extLst>
                </p14:cNvPr>
                <p14:cNvContentPartPr/>
                <p14:nvPr/>
              </p14:nvContentPartPr>
              <p14:xfrm>
                <a:off x="14192771" y="11990716"/>
                <a:ext cx="73800" cy="409680"/>
              </p14:xfrm>
            </p:contentPart>
          </mc:Choice>
          <mc:Fallback xmlns="">
            <p:pic>
              <p:nvPicPr>
                <p:cNvPr id="650" name="잉크 649">
                  <a:extLst>
                    <a:ext uri="{FF2B5EF4-FFF2-40B4-BE49-F238E27FC236}">
                      <a16:creationId xmlns:a16="http://schemas.microsoft.com/office/drawing/2014/main" id="{50DB6E3B-0DFB-645A-4B61-F56039B97598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4183771" y="11981716"/>
                  <a:ext cx="914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15F9C9A8-5132-1339-65BE-E00656DF3B24}"/>
                    </a:ext>
                  </a:extLst>
                </p14:cNvPr>
                <p14:cNvContentPartPr/>
                <p14:nvPr/>
              </p14:nvContentPartPr>
              <p14:xfrm>
                <a:off x="14234531" y="12705676"/>
                <a:ext cx="360" cy="516960"/>
              </p14:xfrm>
            </p:contentPart>
          </mc:Choice>
          <mc:Fallback xmlns=""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15F9C9A8-5132-1339-65BE-E00656DF3B24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4225891" y="12696676"/>
                  <a:ext cx="180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771" name="잉크 770">
                  <a:extLst>
                    <a:ext uri="{FF2B5EF4-FFF2-40B4-BE49-F238E27FC236}">
                      <a16:creationId xmlns:a16="http://schemas.microsoft.com/office/drawing/2014/main" id="{5FFADADC-1A78-FF85-171F-F77EF62A11C7}"/>
                    </a:ext>
                  </a:extLst>
                </p14:cNvPr>
                <p14:cNvContentPartPr/>
                <p14:nvPr/>
              </p14:nvContentPartPr>
              <p14:xfrm>
                <a:off x="10790051" y="11253436"/>
                <a:ext cx="379080" cy="318600"/>
              </p14:xfrm>
            </p:contentPart>
          </mc:Choice>
          <mc:Fallback xmlns="">
            <p:pic>
              <p:nvPicPr>
                <p:cNvPr id="771" name="잉크 770">
                  <a:extLst>
                    <a:ext uri="{FF2B5EF4-FFF2-40B4-BE49-F238E27FC236}">
                      <a16:creationId xmlns:a16="http://schemas.microsoft.com/office/drawing/2014/main" id="{5FFADADC-1A78-FF85-171F-F77EF62A11C7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781411" y="11244796"/>
                  <a:ext cx="396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772" name="잉크 771">
                  <a:extLst>
                    <a:ext uri="{FF2B5EF4-FFF2-40B4-BE49-F238E27FC236}">
                      <a16:creationId xmlns:a16="http://schemas.microsoft.com/office/drawing/2014/main" id="{2B130867-D8FB-4EED-8DED-E5975D1B2C7E}"/>
                    </a:ext>
                  </a:extLst>
                </p14:cNvPr>
                <p14:cNvContentPartPr/>
                <p14:nvPr/>
              </p14:nvContentPartPr>
              <p14:xfrm>
                <a:off x="11088131" y="10449916"/>
                <a:ext cx="66960" cy="1207440"/>
              </p14:xfrm>
            </p:contentPart>
          </mc:Choice>
          <mc:Fallback xmlns="">
            <p:pic>
              <p:nvPicPr>
                <p:cNvPr id="772" name="잉크 771">
                  <a:extLst>
                    <a:ext uri="{FF2B5EF4-FFF2-40B4-BE49-F238E27FC236}">
                      <a16:creationId xmlns:a16="http://schemas.microsoft.com/office/drawing/2014/main" id="{2B130867-D8FB-4EED-8DED-E5975D1B2C7E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1079131" y="10440916"/>
                  <a:ext cx="84600" cy="12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774" name="잉크 773">
                  <a:extLst>
                    <a:ext uri="{FF2B5EF4-FFF2-40B4-BE49-F238E27FC236}">
                      <a16:creationId xmlns:a16="http://schemas.microsoft.com/office/drawing/2014/main" id="{0FECABB6-5BE1-D751-C78F-01139B8A53ED}"/>
                    </a:ext>
                  </a:extLst>
                </p14:cNvPr>
                <p14:cNvContentPartPr/>
                <p14:nvPr/>
              </p14:nvContentPartPr>
              <p14:xfrm>
                <a:off x="11172011" y="10988836"/>
                <a:ext cx="267120" cy="570600"/>
              </p14:xfrm>
            </p:contentPart>
          </mc:Choice>
          <mc:Fallback xmlns="">
            <p:pic>
              <p:nvPicPr>
                <p:cNvPr id="774" name="잉크 773">
                  <a:extLst>
                    <a:ext uri="{FF2B5EF4-FFF2-40B4-BE49-F238E27FC236}">
                      <a16:creationId xmlns:a16="http://schemas.microsoft.com/office/drawing/2014/main" id="{0FECABB6-5BE1-D751-C78F-01139B8A53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1163371" y="10979836"/>
                  <a:ext cx="28476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383EF6B6-B759-FD45-F565-F0AF66A6B398}"/>
                    </a:ext>
                  </a:extLst>
                </p14:cNvPr>
                <p14:cNvContentPartPr/>
                <p14:nvPr/>
              </p14:nvContentPartPr>
              <p14:xfrm>
                <a:off x="11343731" y="10994596"/>
                <a:ext cx="158400" cy="117720"/>
              </p14:xfrm>
            </p:contentPart>
          </mc:Choice>
          <mc:Fallback xmlns=""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383EF6B6-B759-FD45-F565-F0AF66A6B39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1335091" y="10985596"/>
                  <a:ext cx="176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EF4267F1-A8E4-5F36-E539-F3C6FAAF3D5A}"/>
                    </a:ext>
                  </a:extLst>
                </p14:cNvPr>
                <p14:cNvContentPartPr/>
                <p14:nvPr/>
              </p14:nvContentPartPr>
              <p14:xfrm>
                <a:off x="11581691" y="10894516"/>
                <a:ext cx="227880" cy="608400"/>
              </p14:xfrm>
            </p:contentPart>
          </mc:Choice>
          <mc:Fallback xmlns=""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EF4267F1-A8E4-5F36-E539-F3C6FAAF3D5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573051" y="10885516"/>
                  <a:ext cx="24552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E9E548F2-B9F8-6ECA-B4E5-17FCCE5075FD}"/>
                    </a:ext>
                  </a:extLst>
                </p14:cNvPr>
                <p14:cNvContentPartPr/>
                <p14:nvPr/>
              </p14:nvContentPartPr>
              <p14:xfrm>
                <a:off x="11783291" y="11155156"/>
                <a:ext cx="163080" cy="354240"/>
              </p14:xfrm>
            </p:contentPart>
          </mc:Choice>
          <mc:Fallback xmlns=""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E9E548F2-B9F8-6ECA-B4E5-17FCCE5075FD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774291" y="11146516"/>
                  <a:ext cx="180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779" name="잉크 778">
                  <a:extLst>
                    <a:ext uri="{FF2B5EF4-FFF2-40B4-BE49-F238E27FC236}">
                      <a16:creationId xmlns:a16="http://schemas.microsoft.com/office/drawing/2014/main" id="{701E206F-330B-C9AF-2C84-242E08133295}"/>
                    </a:ext>
                  </a:extLst>
                </p14:cNvPr>
                <p14:cNvContentPartPr/>
                <p14:nvPr/>
              </p14:nvContentPartPr>
              <p14:xfrm>
                <a:off x="12360731" y="11183236"/>
                <a:ext cx="313200" cy="285120"/>
              </p14:xfrm>
            </p:contentPart>
          </mc:Choice>
          <mc:Fallback xmlns="">
            <p:pic>
              <p:nvPicPr>
                <p:cNvPr id="779" name="잉크 778">
                  <a:extLst>
                    <a:ext uri="{FF2B5EF4-FFF2-40B4-BE49-F238E27FC236}">
                      <a16:creationId xmlns:a16="http://schemas.microsoft.com/office/drawing/2014/main" id="{701E206F-330B-C9AF-2C84-242E08133295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2352091" y="11174236"/>
                  <a:ext cx="330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780" name="잉크 779">
                  <a:extLst>
                    <a:ext uri="{FF2B5EF4-FFF2-40B4-BE49-F238E27FC236}">
                      <a16:creationId xmlns:a16="http://schemas.microsoft.com/office/drawing/2014/main" id="{B807409F-D066-D9DB-50ED-0ED7DB8B0162}"/>
                    </a:ext>
                  </a:extLst>
                </p14:cNvPr>
                <p14:cNvContentPartPr/>
                <p14:nvPr/>
              </p14:nvContentPartPr>
              <p14:xfrm>
                <a:off x="12575651" y="10444156"/>
                <a:ext cx="64080" cy="970560"/>
              </p14:xfrm>
            </p:contentPart>
          </mc:Choice>
          <mc:Fallback xmlns="">
            <p:pic>
              <p:nvPicPr>
                <p:cNvPr id="780" name="잉크 779">
                  <a:extLst>
                    <a:ext uri="{FF2B5EF4-FFF2-40B4-BE49-F238E27FC236}">
                      <a16:creationId xmlns:a16="http://schemas.microsoft.com/office/drawing/2014/main" id="{B807409F-D066-D9DB-50ED-0ED7DB8B0162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2567011" y="10435156"/>
                  <a:ext cx="8172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781" name="잉크 780">
                  <a:extLst>
                    <a:ext uri="{FF2B5EF4-FFF2-40B4-BE49-F238E27FC236}">
                      <a16:creationId xmlns:a16="http://schemas.microsoft.com/office/drawing/2014/main" id="{3D5B04B3-995C-3A08-E9B6-84638ED03A94}"/>
                    </a:ext>
                  </a:extLst>
                </p14:cNvPr>
                <p14:cNvContentPartPr/>
                <p14:nvPr/>
              </p14:nvContentPartPr>
              <p14:xfrm>
                <a:off x="12603731" y="10875436"/>
                <a:ext cx="276840" cy="572040"/>
              </p14:xfrm>
            </p:contentPart>
          </mc:Choice>
          <mc:Fallback xmlns="">
            <p:pic>
              <p:nvPicPr>
                <p:cNvPr id="781" name="잉크 780">
                  <a:extLst>
                    <a:ext uri="{FF2B5EF4-FFF2-40B4-BE49-F238E27FC236}">
                      <a16:creationId xmlns:a16="http://schemas.microsoft.com/office/drawing/2014/main" id="{3D5B04B3-995C-3A08-E9B6-84638ED03A94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2594731" y="10866796"/>
                  <a:ext cx="29448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782" name="잉크 781">
                  <a:extLst>
                    <a:ext uri="{FF2B5EF4-FFF2-40B4-BE49-F238E27FC236}">
                      <a16:creationId xmlns:a16="http://schemas.microsoft.com/office/drawing/2014/main" id="{2F92F620-DE08-D8CC-421D-2D7314CE90B7}"/>
                    </a:ext>
                  </a:extLst>
                </p14:cNvPr>
                <p14:cNvContentPartPr/>
                <p14:nvPr/>
              </p14:nvContentPartPr>
              <p14:xfrm>
                <a:off x="12754211" y="10948156"/>
                <a:ext cx="189360" cy="189360"/>
              </p14:xfrm>
            </p:contentPart>
          </mc:Choice>
          <mc:Fallback xmlns="">
            <p:pic>
              <p:nvPicPr>
                <p:cNvPr id="782" name="잉크 781">
                  <a:extLst>
                    <a:ext uri="{FF2B5EF4-FFF2-40B4-BE49-F238E27FC236}">
                      <a16:creationId xmlns:a16="http://schemas.microsoft.com/office/drawing/2014/main" id="{2F92F620-DE08-D8CC-421D-2D7314CE90B7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2745571" y="10939156"/>
                  <a:ext cx="207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783" name="잉크 782">
                  <a:extLst>
                    <a:ext uri="{FF2B5EF4-FFF2-40B4-BE49-F238E27FC236}">
                      <a16:creationId xmlns:a16="http://schemas.microsoft.com/office/drawing/2014/main" id="{A3AAACA9-D02B-E117-595E-D097C798A5D8}"/>
                    </a:ext>
                  </a:extLst>
                </p14:cNvPr>
                <p14:cNvContentPartPr/>
                <p14:nvPr/>
              </p14:nvContentPartPr>
              <p14:xfrm>
                <a:off x="12908291" y="11034916"/>
                <a:ext cx="209880" cy="408600"/>
              </p14:xfrm>
            </p:contentPart>
          </mc:Choice>
          <mc:Fallback xmlns="">
            <p:pic>
              <p:nvPicPr>
                <p:cNvPr id="783" name="잉크 782">
                  <a:extLst>
                    <a:ext uri="{FF2B5EF4-FFF2-40B4-BE49-F238E27FC236}">
                      <a16:creationId xmlns:a16="http://schemas.microsoft.com/office/drawing/2014/main" id="{A3AAACA9-D02B-E117-595E-D097C798A5D8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2899291" y="11025916"/>
                  <a:ext cx="22752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784" name="잉크 783">
                  <a:extLst>
                    <a:ext uri="{FF2B5EF4-FFF2-40B4-BE49-F238E27FC236}">
                      <a16:creationId xmlns:a16="http://schemas.microsoft.com/office/drawing/2014/main" id="{332F9164-CCFB-4298-6BC5-B76176556407}"/>
                    </a:ext>
                  </a:extLst>
                </p14:cNvPr>
                <p14:cNvContentPartPr/>
                <p14:nvPr/>
              </p14:nvContentPartPr>
              <p14:xfrm>
                <a:off x="13258211" y="11376556"/>
                <a:ext cx="287280" cy="50760"/>
              </p14:xfrm>
            </p:contentPart>
          </mc:Choice>
          <mc:Fallback xmlns="">
            <p:pic>
              <p:nvPicPr>
                <p:cNvPr id="784" name="잉크 783">
                  <a:extLst>
                    <a:ext uri="{FF2B5EF4-FFF2-40B4-BE49-F238E27FC236}">
                      <a16:creationId xmlns:a16="http://schemas.microsoft.com/office/drawing/2014/main" id="{332F9164-CCFB-4298-6BC5-B76176556407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3249211" y="11367556"/>
                  <a:ext cx="304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785" name="잉크 784">
                  <a:extLst>
                    <a:ext uri="{FF2B5EF4-FFF2-40B4-BE49-F238E27FC236}">
                      <a16:creationId xmlns:a16="http://schemas.microsoft.com/office/drawing/2014/main" id="{3B0C2A50-A44C-E37C-ECDA-575DE0A68806}"/>
                    </a:ext>
                  </a:extLst>
                </p14:cNvPr>
                <p14:cNvContentPartPr/>
                <p14:nvPr/>
              </p14:nvContentPartPr>
              <p14:xfrm>
                <a:off x="13653851" y="10847356"/>
                <a:ext cx="81000" cy="428760"/>
              </p14:xfrm>
            </p:contentPart>
          </mc:Choice>
          <mc:Fallback xmlns="">
            <p:pic>
              <p:nvPicPr>
                <p:cNvPr id="785" name="잉크 784">
                  <a:extLst>
                    <a:ext uri="{FF2B5EF4-FFF2-40B4-BE49-F238E27FC236}">
                      <a16:creationId xmlns:a16="http://schemas.microsoft.com/office/drawing/2014/main" id="{3B0C2A50-A44C-E37C-ECDA-575DE0A68806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3644851" y="10838356"/>
                  <a:ext cx="986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786" name="잉크 785">
                  <a:extLst>
                    <a:ext uri="{FF2B5EF4-FFF2-40B4-BE49-F238E27FC236}">
                      <a16:creationId xmlns:a16="http://schemas.microsoft.com/office/drawing/2014/main" id="{F2C1F7DF-3DB1-19BD-2EEE-1332A1ACFCCA}"/>
                    </a:ext>
                  </a:extLst>
                </p14:cNvPr>
                <p14:cNvContentPartPr/>
                <p14:nvPr/>
              </p14:nvContentPartPr>
              <p14:xfrm>
                <a:off x="13790291" y="10994596"/>
                <a:ext cx="235080" cy="336600"/>
              </p14:xfrm>
            </p:contentPart>
          </mc:Choice>
          <mc:Fallback xmlns="">
            <p:pic>
              <p:nvPicPr>
                <p:cNvPr id="786" name="잉크 785">
                  <a:extLst>
                    <a:ext uri="{FF2B5EF4-FFF2-40B4-BE49-F238E27FC236}">
                      <a16:creationId xmlns:a16="http://schemas.microsoft.com/office/drawing/2014/main" id="{F2C1F7DF-3DB1-19BD-2EEE-1332A1ACFCCA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3781291" y="10985596"/>
                  <a:ext cx="252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788" name="잉크 787">
                  <a:extLst>
                    <a:ext uri="{FF2B5EF4-FFF2-40B4-BE49-F238E27FC236}">
                      <a16:creationId xmlns:a16="http://schemas.microsoft.com/office/drawing/2014/main" id="{9FCFE767-B983-72B3-5BF6-7816738A9307}"/>
                    </a:ext>
                  </a:extLst>
                </p14:cNvPr>
                <p14:cNvContentPartPr/>
                <p14:nvPr/>
              </p14:nvContentPartPr>
              <p14:xfrm>
                <a:off x="13692011" y="10665196"/>
                <a:ext cx="311760" cy="907920"/>
              </p14:xfrm>
            </p:contentPart>
          </mc:Choice>
          <mc:Fallback xmlns="">
            <p:pic>
              <p:nvPicPr>
                <p:cNvPr id="788" name="잉크 787">
                  <a:extLst>
                    <a:ext uri="{FF2B5EF4-FFF2-40B4-BE49-F238E27FC236}">
                      <a16:creationId xmlns:a16="http://schemas.microsoft.com/office/drawing/2014/main" id="{9FCFE767-B983-72B3-5BF6-7816738A9307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3683371" y="10656196"/>
                  <a:ext cx="3294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789" name="잉크 788">
                  <a:extLst>
                    <a:ext uri="{FF2B5EF4-FFF2-40B4-BE49-F238E27FC236}">
                      <a16:creationId xmlns:a16="http://schemas.microsoft.com/office/drawing/2014/main" id="{144179CF-07D5-D93D-CA56-42665023F26E}"/>
                    </a:ext>
                  </a:extLst>
                </p14:cNvPr>
                <p14:cNvContentPartPr/>
                <p14:nvPr/>
              </p14:nvContentPartPr>
              <p14:xfrm>
                <a:off x="14423531" y="10980916"/>
                <a:ext cx="263160" cy="374040"/>
              </p14:xfrm>
            </p:contentPart>
          </mc:Choice>
          <mc:Fallback xmlns="">
            <p:pic>
              <p:nvPicPr>
                <p:cNvPr id="789" name="잉크 788">
                  <a:extLst>
                    <a:ext uri="{FF2B5EF4-FFF2-40B4-BE49-F238E27FC236}">
                      <a16:creationId xmlns:a16="http://schemas.microsoft.com/office/drawing/2014/main" id="{144179CF-07D5-D93D-CA56-42665023F26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4414531" y="10971916"/>
                  <a:ext cx="280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790" name="잉크 789">
                  <a:extLst>
                    <a:ext uri="{FF2B5EF4-FFF2-40B4-BE49-F238E27FC236}">
                      <a16:creationId xmlns:a16="http://schemas.microsoft.com/office/drawing/2014/main" id="{6FF1547E-93CF-FBCA-38B4-5BAAF6546B9C}"/>
                    </a:ext>
                  </a:extLst>
                </p14:cNvPr>
                <p14:cNvContentPartPr/>
                <p14:nvPr/>
              </p14:nvContentPartPr>
              <p14:xfrm>
                <a:off x="14630171" y="10437676"/>
                <a:ext cx="35280" cy="873000"/>
              </p14:xfrm>
            </p:contentPart>
          </mc:Choice>
          <mc:Fallback xmlns="">
            <p:pic>
              <p:nvPicPr>
                <p:cNvPr id="790" name="잉크 789">
                  <a:extLst>
                    <a:ext uri="{FF2B5EF4-FFF2-40B4-BE49-F238E27FC236}">
                      <a16:creationId xmlns:a16="http://schemas.microsoft.com/office/drawing/2014/main" id="{6FF1547E-93CF-FBCA-38B4-5BAAF6546B9C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4621171" y="10429036"/>
                  <a:ext cx="52920" cy="8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791" name="잉크 790">
                  <a:extLst>
                    <a:ext uri="{FF2B5EF4-FFF2-40B4-BE49-F238E27FC236}">
                      <a16:creationId xmlns:a16="http://schemas.microsoft.com/office/drawing/2014/main" id="{F4DB2559-0290-7A62-7CC1-7B4089B70C26}"/>
                    </a:ext>
                  </a:extLst>
                </p14:cNvPr>
                <p14:cNvContentPartPr/>
                <p14:nvPr/>
              </p14:nvContentPartPr>
              <p14:xfrm>
                <a:off x="14612531" y="10859236"/>
                <a:ext cx="312120" cy="502560"/>
              </p14:xfrm>
            </p:contentPart>
          </mc:Choice>
          <mc:Fallback xmlns="">
            <p:pic>
              <p:nvPicPr>
                <p:cNvPr id="791" name="잉크 790">
                  <a:extLst>
                    <a:ext uri="{FF2B5EF4-FFF2-40B4-BE49-F238E27FC236}">
                      <a16:creationId xmlns:a16="http://schemas.microsoft.com/office/drawing/2014/main" id="{F4DB2559-0290-7A62-7CC1-7B4089B70C26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4603891" y="10850596"/>
                  <a:ext cx="3297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792" name="잉크 791">
                  <a:extLst>
                    <a:ext uri="{FF2B5EF4-FFF2-40B4-BE49-F238E27FC236}">
                      <a16:creationId xmlns:a16="http://schemas.microsoft.com/office/drawing/2014/main" id="{3F659BB0-4E59-5CEE-4C5A-D500008DC50B}"/>
                    </a:ext>
                  </a:extLst>
                </p14:cNvPr>
                <p14:cNvContentPartPr/>
                <p14:nvPr/>
              </p14:nvContentPartPr>
              <p14:xfrm>
                <a:off x="14840051" y="10888036"/>
                <a:ext cx="175320" cy="180000"/>
              </p14:xfrm>
            </p:contentPart>
          </mc:Choice>
          <mc:Fallback xmlns="">
            <p:pic>
              <p:nvPicPr>
                <p:cNvPr id="792" name="잉크 791">
                  <a:extLst>
                    <a:ext uri="{FF2B5EF4-FFF2-40B4-BE49-F238E27FC236}">
                      <a16:creationId xmlns:a16="http://schemas.microsoft.com/office/drawing/2014/main" id="{3F659BB0-4E59-5CEE-4C5A-D500008DC50B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4831411" y="10879396"/>
                  <a:ext cx="192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793" name="잉크 792">
                  <a:extLst>
                    <a:ext uri="{FF2B5EF4-FFF2-40B4-BE49-F238E27FC236}">
                      <a16:creationId xmlns:a16="http://schemas.microsoft.com/office/drawing/2014/main" id="{D8463D66-7681-95B8-F8A4-2B4C0822EE1E}"/>
                    </a:ext>
                  </a:extLst>
                </p14:cNvPr>
                <p14:cNvContentPartPr/>
                <p14:nvPr/>
              </p14:nvContentPartPr>
              <p14:xfrm>
                <a:off x="14917091" y="10888036"/>
                <a:ext cx="396000" cy="428760"/>
              </p14:xfrm>
            </p:contentPart>
          </mc:Choice>
          <mc:Fallback xmlns="">
            <p:pic>
              <p:nvPicPr>
                <p:cNvPr id="793" name="잉크 792">
                  <a:extLst>
                    <a:ext uri="{FF2B5EF4-FFF2-40B4-BE49-F238E27FC236}">
                      <a16:creationId xmlns:a16="http://schemas.microsoft.com/office/drawing/2014/main" id="{D8463D66-7681-95B8-F8A4-2B4C0822EE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4908451" y="10879396"/>
                  <a:ext cx="4136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794" name="잉크 793">
                  <a:extLst>
                    <a:ext uri="{FF2B5EF4-FFF2-40B4-BE49-F238E27FC236}">
                      <a16:creationId xmlns:a16="http://schemas.microsoft.com/office/drawing/2014/main" id="{0C4FD032-7D49-85B3-0E9D-6D5F1E4B7120}"/>
                    </a:ext>
                  </a:extLst>
                </p14:cNvPr>
                <p14:cNvContentPartPr/>
                <p14:nvPr/>
              </p14:nvContentPartPr>
              <p14:xfrm>
                <a:off x="15480491" y="11263156"/>
                <a:ext cx="234720" cy="22320"/>
              </p14:xfrm>
            </p:contentPart>
          </mc:Choice>
          <mc:Fallback xmlns="">
            <p:pic>
              <p:nvPicPr>
                <p:cNvPr id="794" name="잉크 793">
                  <a:extLst>
                    <a:ext uri="{FF2B5EF4-FFF2-40B4-BE49-F238E27FC236}">
                      <a16:creationId xmlns:a16="http://schemas.microsoft.com/office/drawing/2014/main" id="{0C4FD032-7D49-85B3-0E9D-6D5F1E4B7120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5471851" y="11254156"/>
                  <a:ext cx="252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795" name="잉크 794">
                  <a:extLst>
                    <a:ext uri="{FF2B5EF4-FFF2-40B4-BE49-F238E27FC236}">
                      <a16:creationId xmlns:a16="http://schemas.microsoft.com/office/drawing/2014/main" id="{06CB65D6-CF37-9937-173E-CB10CEF3D4F2}"/>
                    </a:ext>
                  </a:extLst>
                </p14:cNvPr>
                <p14:cNvContentPartPr/>
                <p14:nvPr/>
              </p14:nvContentPartPr>
              <p14:xfrm>
                <a:off x="15827171" y="10771756"/>
                <a:ext cx="122760" cy="501120"/>
              </p14:xfrm>
            </p:contentPart>
          </mc:Choice>
          <mc:Fallback xmlns="">
            <p:pic>
              <p:nvPicPr>
                <p:cNvPr id="795" name="잉크 794">
                  <a:extLst>
                    <a:ext uri="{FF2B5EF4-FFF2-40B4-BE49-F238E27FC236}">
                      <a16:creationId xmlns:a16="http://schemas.microsoft.com/office/drawing/2014/main" id="{06CB65D6-CF37-9937-173E-CB10CEF3D4F2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5818171" y="10762756"/>
                  <a:ext cx="1404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796" name="잉크 795">
                  <a:extLst>
                    <a:ext uri="{FF2B5EF4-FFF2-40B4-BE49-F238E27FC236}">
                      <a16:creationId xmlns:a16="http://schemas.microsoft.com/office/drawing/2014/main" id="{72829867-2E0F-551C-DBD2-2BBD700CA1E3}"/>
                    </a:ext>
                  </a:extLst>
                </p14:cNvPr>
                <p14:cNvContentPartPr/>
                <p14:nvPr/>
              </p14:nvContentPartPr>
              <p14:xfrm>
                <a:off x="16051091" y="10921516"/>
                <a:ext cx="301680" cy="436320"/>
              </p14:xfrm>
            </p:contentPart>
          </mc:Choice>
          <mc:Fallback xmlns="">
            <p:pic>
              <p:nvPicPr>
                <p:cNvPr id="796" name="잉크 795">
                  <a:extLst>
                    <a:ext uri="{FF2B5EF4-FFF2-40B4-BE49-F238E27FC236}">
                      <a16:creationId xmlns:a16="http://schemas.microsoft.com/office/drawing/2014/main" id="{72829867-2E0F-551C-DBD2-2BBD700CA1E3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6042091" y="10912516"/>
                  <a:ext cx="319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809" name="잉크 808">
                  <a:extLst>
                    <a:ext uri="{FF2B5EF4-FFF2-40B4-BE49-F238E27FC236}">
                      <a16:creationId xmlns:a16="http://schemas.microsoft.com/office/drawing/2014/main" id="{51D0BDF0-3797-F4C1-0A55-4578195AF7F9}"/>
                    </a:ext>
                  </a:extLst>
                </p14:cNvPr>
                <p14:cNvContentPartPr/>
                <p14:nvPr/>
              </p14:nvContentPartPr>
              <p14:xfrm>
                <a:off x="11137451" y="12025276"/>
                <a:ext cx="430920" cy="589320"/>
              </p14:xfrm>
            </p:contentPart>
          </mc:Choice>
          <mc:Fallback xmlns="">
            <p:pic>
              <p:nvPicPr>
                <p:cNvPr id="809" name="잉크 808">
                  <a:extLst>
                    <a:ext uri="{FF2B5EF4-FFF2-40B4-BE49-F238E27FC236}">
                      <a16:creationId xmlns:a16="http://schemas.microsoft.com/office/drawing/2014/main" id="{51D0BDF0-3797-F4C1-0A55-4578195AF7F9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28451" y="12016276"/>
                  <a:ext cx="44856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810" name="잉크 809">
                  <a:extLst>
                    <a:ext uri="{FF2B5EF4-FFF2-40B4-BE49-F238E27FC236}">
                      <a16:creationId xmlns:a16="http://schemas.microsoft.com/office/drawing/2014/main" id="{7E4A269A-0A97-5757-4EF3-72D04B1E9991}"/>
                    </a:ext>
                  </a:extLst>
                </p14:cNvPr>
                <p14:cNvContentPartPr/>
                <p14:nvPr/>
              </p14:nvContentPartPr>
              <p14:xfrm>
                <a:off x="11109371" y="11930596"/>
                <a:ext cx="585000" cy="838080"/>
              </p14:xfrm>
            </p:contentPart>
          </mc:Choice>
          <mc:Fallback xmlns="">
            <p:pic>
              <p:nvPicPr>
                <p:cNvPr id="810" name="잉크 809">
                  <a:extLst>
                    <a:ext uri="{FF2B5EF4-FFF2-40B4-BE49-F238E27FC236}">
                      <a16:creationId xmlns:a16="http://schemas.microsoft.com/office/drawing/2014/main" id="{7E4A269A-0A97-5757-4EF3-72D04B1E9991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1100371" y="11921956"/>
                  <a:ext cx="60264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815" name="잉크 814">
                  <a:extLst>
                    <a:ext uri="{FF2B5EF4-FFF2-40B4-BE49-F238E27FC236}">
                      <a16:creationId xmlns:a16="http://schemas.microsoft.com/office/drawing/2014/main" id="{B6079AD3-82C4-389B-B737-2A78CDF069B4}"/>
                    </a:ext>
                  </a:extLst>
                </p14:cNvPr>
                <p14:cNvContentPartPr/>
                <p14:nvPr/>
              </p14:nvContentPartPr>
              <p14:xfrm>
                <a:off x="12943211" y="12954436"/>
                <a:ext cx="563760" cy="558000"/>
              </p14:xfrm>
            </p:contentPart>
          </mc:Choice>
          <mc:Fallback xmlns="">
            <p:pic>
              <p:nvPicPr>
                <p:cNvPr id="815" name="잉크 814">
                  <a:extLst>
                    <a:ext uri="{FF2B5EF4-FFF2-40B4-BE49-F238E27FC236}">
                      <a16:creationId xmlns:a16="http://schemas.microsoft.com/office/drawing/2014/main" id="{B6079AD3-82C4-389B-B737-2A78CDF069B4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2934211" y="12945436"/>
                  <a:ext cx="5814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816" name="잉크 815">
                  <a:extLst>
                    <a:ext uri="{FF2B5EF4-FFF2-40B4-BE49-F238E27FC236}">
                      <a16:creationId xmlns:a16="http://schemas.microsoft.com/office/drawing/2014/main" id="{6C956964-35B6-4888-B195-6969A9F744EE}"/>
                    </a:ext>
                  </a:extLst>
                </p14:cNvPr>
                <p14:cNvContentPartPr/>
                <p14:nvPr/>
              </p14:nvContentPartPr>
              <p14:xfrm>
                <a:off x="12964091" y="12916636"/>
                <a:ext cx="549720" cy="617760"/>
              </p14:xfrm>
            </p:contentPart>
          </mc:Choice>
          <mc:Fallback xmlns="">
            <p:pic>
              <p:nvPicPr>
                <p:cNvPr id="816" name="잉크 815">
                  <a:extLst>
                    <a:ext uri="{FF2B5EF4-FFF2-40B4-BE49-F238E27FC236}">
                      <a16:creationId xmlns:a16="http://schemas.microsoft.com/office/drawing/2014/main" id="{6C956964-35B6-4888-B195-6969A9F744EE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2955451" y="12907636"/>
                  <a:ext cx="5673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828" name="잉크 827">
                  <a:extLst>
                    <a:ext uri="{FF2B5EF4-FFF2-40B4-BE49-F238E27FC236}">
                      <a16:creationId xmlns:a16="http://schemas.microsoft.com/office/drawing/2014/main" id="{1458E463-44B3-9027-BDF1-ACB36EA5D0D0}"/>
                    </a:ext>
                  </a:extLst>
                </p14:cNvPr>
                <p14:cNvContentPartPr/>
                <p14:nvPr/>
              </p14:nvContentPartPr>
              <p14:xfrm>
                <a:off x="12498251" y="12302116"/>
                <a:ext cx="245520" cy="294120"/>
              </p14:xfrm>
            </p:contentPart>
          </mc:Choice>
          <mc:Fallback xmlns="">
            <p:pic>
              <p:nvPicPr>
                <p:cNvPr id="828" name="잉크 827">
                  <a:extLst>
                    <a:ext uri="{FF2B5EF4-FFF2-40B4-BE49-F238E27FC236}">
                      <a16:creationId xmlns:a16="http://schemas.microsoft.com/office/drawing/2014/main" id="{1458E463-44B3-9027-BDF1-ACB36EA5D0D0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2489611" y="12293476"/>
                  <a:ext cx="263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829" name="잉크 828">
                  <a:extLst>
                    <a:ext uri="{FF2B5EF4-FFF2-40B4-BE49-F238E27FC236}">
                      <a16:creationId xmlns:a16="http://schemas.microsoft.com/office/drawing/2014/main" id="{7D26B060-AD25-A046-DDD6-D9247C532CE4}"/>
                    </a:ext>
                  </a:extLst>
                </p14:cNvPr>
                <p14:cNvContentPartPr/>
                <p14:nvPr/>
              </p14:nvContentPartPr>
              <p14:xfrm>
                <a:off x="12580331" y="11735476"/>
                <a:ext cx="114840" cy="894960"/>
              </p14:xfrm>
            </p:contentPart>
          </mc:Choice>
          <mc:Fallback xmlns="">
            <p:pic>
              <p:nvPicPr>
                <p:cNvPr id="829" name="잉크 828">
                  <a:extLst>
                    <a:ext uri="{FF2B5EF4-FFF2-40B4-BE49-F238E27FC236}">
                      <a16:creationId xmlns:a16="http://schemas.microsoft.com/office/drawing/2014/main" id="{7D26B060-AD25-A046-DDD6-D9247C532CE4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2571331" y="11726476"/>
                  <a:ext cx="13248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830" name="잉크 829">
                  <a:extLst>
                    <a:ext uri="{FF2B5EF4-FFF2-40B4-BE49-F238E27FC236}">
                      <a16:creationId xmlns:a16="http://schemas.microsoft.com/office/drawing/2014/main" id="{84A0E3C9-8AEB-A14D-E4B9-03333F7CC2F3}"/>
                    </a:ext>
                  </a:extLst>
                </p14:cNvPr>
                <p14:cNvContentPartPr/>
                <p14:nvPr/>
              </p14:nvContentPartPr>
              <p14:xfrm>
                <a:off x="12738731" y="11965516"/>
                <a:ext cx="177120" cy="609120"/>
              </p14:xfrm>
            </p:contentPart>
          </mc:Choice>
          <mc:Fallback xmlns="">
            <p:pic>
              <p:nvPicPr>
                <p:cNvPr id="830" name="잉크 829">
                  <a:extLst>
                    <a:ext uri="{FF2B5EF4-FFF2-40B4-BE49-F238E27FC236}">
                      <a16:creationId xmlns:a16="http://schemas.microsoft.com/office/drawing/2014/main" id="{84A0E3C9-8AEB-A14D-E4B9-03333F7CC2F3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12730091" y="11956516"/>
                  <a:ext cx="1947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831" name="잉크 830">
                  <a:extLst>
                    <a:ext uri="{FF2B5EF4-FFF2-40B4-BE49-F238E27FC236}">
                      <a16:creationId xmlns:a16="http://schemas.microsoft.com/office/drawing/2014/main" id="{E78AFFA4-FBA7-793C-8D28-A1F5A8E14174}"/>
                    </a:ext>
                  </a:extLst>
                </p14:cNvPr>
                <p14:cNvContentPartPr/>
                <p14:nvPr/>
              </p14:nvContentPartPr>
              <p14:xfrm>
                <a:off x="12796331" y="12131836"/>
                <a:ext cx="108720" cy="114120"/>
              </p14:xfrm>
            </p:contentPart>
          </mc:Choice>
          <mc:Fallback xmlns="">
            <p:pic>
              <p:nvPicPr>
                <p:cNvPr id="831" name="잉크 830">
                  <a:extLst>
                    <a:ext uri="{FF2B5EF4-FFF2-40B4-BE49-F238E27FC236}">
                      <a16:creationId xmlns:a16="http://schemas.microsoft.com/office/drawing/2014/main" id="{E78AFFA4-FBA7-793C-8D28-A1F5A8E14174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12787331" y="12123196"/>
                  <a:ext cx="126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833" name="잉크 832">
                  <a:extLst>
                    <a:ext uri="{FF2B5EF4-FFF2-40B4-BE49-F238E27FC236}">
                      <a16:creationId xmlns:a16="http://schemas.microsoft.com/office/drawing/2014/main" id="{145E1103-4C8A-2B8C-21FB-FD413D109519}"/>
                    </a:ext>
                  </a:extLst>
                </p14:cNvPr>
                <p14:cNvContentPartPr/>
                <p14:nvPr/>
              </p14:nvContentPartPr>
              <p14:xfrm>
                <a:off x="13016651" y="12131476"/>
                <a:ext cx="336240" cy="473760"/>
              </p14:xfrm>
            </p:contentPart>
          </mc:Choice>
          <mc:Fallback xmlns="">
            <p:pic>
              <p:nvPicPr>
                <p:cNvPr id="833" name="잉크 832">
                  <a:extLst>
                    <a:ext uri="{FF2B5EF4-FFF2-40B4-BE49-F238E27FC236}">
                      <a16:creationId xmlns:a16="http://schemas.microsoft.com/office/drawing/2014/main" id="{145E1103-4C8A-2B8C-21FB-FD413D109519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3008011" y="12122476"/>
                  <a:ext cx="353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834" name="잉크 833">
                  <a:extLst>
                    <a:ext uri="{FF2B5EF4-FFF2-40B4-BE49-F238E27FC236}">
                      <a16:creationId xmlns:a16="http://schemas.microsoft.com/office/drawing/2014/main" id="{E62AD6BE-0A03-928F-5E9B-7B2FAB965CCB}"/>
                    </a:ext>
                  </a:extLst>
                </p14:cNvPr>
                <p14:cNvContentPartPr/>
                <p14:nvPr/>
              </p14:nvContentPartPr>
              <p14:xfrm>
                <a:off x="13401491" y="12488236"/>
                <a:ext cx="312120" cy="55080"/>
              </p14:xfrm>
            </p:contentPart>
          </mc:Choice>
          <mc:Fallback xmlns="">
            <p:pic>
              <p:nvPicPr>
                <p:cNvPr id="834" name="잉크 833">
                  <a:extLst>
                    <a:ext uri="{FF2B5EF4-FFF2-40B4-BE49-F238E27FC236}">
                      <a16:creationId xmlns:a16="http://schemas.microsoft.com/office/drawing/2014/main" id="{E62AD6BE-0A03-928F-5E9B-7B2FAB965CCB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3392491" y="12479236"/>
                  <a:ext cx="329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835" name="잉크 834">
                  <a:extLst>
                    <a:ext uri="{FF2B5EF4-FFF2-40B4-BE49-F238E27FC236}">
                      <a16:creationId xmlns:a16="http://schemas.microsoft.com/office/drawing/2014/main" id="{4A004EFE-D7B8-0557-59E6-CF189B46394C}"/>
                    </a:ext>
                  </a:extLst>
                </p14:cNvPr>
                <p14:cNvContentPartPr/>
                <p14:nvPr/>
              </p14:nvContentPartPr>
              <p14:xfrm>
                <a:off x="13783091" y="11990716"/>
                <a:ext cx="77400" cy="526320"/>
              </p14:xfrm>
            </p:contentPart>
          </mc:Choice>
          <mc:Fallback xmlns="">
            <p:pic>
              <p:nvPicPr>
                <p:cNvPr id="835" name="잉크 834">
                  <a:extLst>
                    <a:ext uri="{FF2B5EF4-FFF2-40B4-BE49-F238E27FC236}">
                      <a16:creationId xmlns:a16="http://schemas.microsoft.com/office/drawing/2014/main" id="{4A004EFE-D7B8-0557-59E6-CF189B46394C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3774451" y="11981716"/>
                  <a:ext cx="9504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853" name="잉크 852">
                  <a:extLst>
                    <a:ext uri="{FF2B5EF4-FFF2-40B4-BE49-F238E27FC236}">
                      <a16:creationId xmlns:a16="http://schemas.microsoft.com/office/drawing/2014/main" id="{B7902188-1DD7-E45C-0914-90957C665BFD}"/>
                    </a:ext>
                  </a:extLst>
                </p14:cNvPr>
                <p14:cNvContentPartPr/>
                <p14:nvPr/>
              </p14:nvContentPartPr>
              <p14:xfrm>
                <a:off x="10685651" y="13332436"/>
                <a:ext cx="252720" cy="277560"/>
              </p14:xfrm>
            </p:contentPart>
          </mc:Choice>
          <mc:Fallback xmlns="">
            <p:pic>
              <p:nvPicPr>
                <p:cNvPr id="853" name="잉크 852">
                  <a:extLst>
                    <a:ext uri="{FF2B5EF4-FFF2-40B4-BE49-F238E27FC236}">
                      <a16:creationId xmlns:a16="http://schemas.microsoft.com/office/drawing/2014/main" id="{B7902188-1DD7-E45C-0914-90957C665BFD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0676651" y="13323436"/>
                  <a:ext cx="270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854" name="잉크 853">
                  <a:extLst>
                    <a:ext uri="{FF2B5EF4-FFF2-40B4-BE49-F238E27FC236}">
                      <a16:creationId xmlns:a16="http://schemas.microsoft.com/office/drawing/2014/main" id="{C657CCFE-8B41-F6A3-5411-4762E0E26CC7}"/>
                    </a:ext>
                  </a:extLst>
                </p14:cNvPr>
                <p14:cNvContentPartPr/>
                <p14:nvPr/>
              </p14:nvContentPartPr>
              <p14:xfrm>
                <a:off x="10783211" y="12686596"/>
                <a:ext cx="99000" cy="829080"/>
              </p14:xfrm>
            </p:contentPart>
          </mc:Choice>
          <mc:Fallback xmlns="">
            <p:pic>
              <p:nvPicPr>
                <p:cNvPr id="854" name="잉크 853">
                  <a:extLst>
                    <a:ext uri="{FF2B5EF4-FFF2-40B4-BE49-F238E27FC236}">
                      <a16:creationId xmlns:a16="http://schemas.microsoft.com/office/drawing/2014/main" id="{C657CCFE-8B41-F6A3-5411-4762E0E26CC7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0774571" y="12677956"/>
                  <a:ext cx="116640" cy="8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855" name="잉크 854">
                  <a:extLst>
                    <a:ext uri="{FF2B5EF4-FFF2-40B4-BE49-F238E27FC236}">
                      <a16:creationId xmlns:a16="http://schemas.microsoft.com/office/drawing/2014/main" id="{56045D43-1261-7256-8E53-3FA24177809F}"/>
                    </a:ext>
                  </a:extLst>
                </p14:cNvPr>
                <p14:cNvContentPartPr/>
                <p14:nvPr/>
              </p14:nvContentPartPr>
              <p14:xfrm>
                <a:off x="11021891" y="12945076"/>
                <a:ext cx="231480" cy="581040"/>
              </p14:xfrm>
            </p:contentPart>
          </mc:Choice>
          <mc:Fallback xmlns="">
            <p:pic>
              <p:nvPicPr>
                <p:cNvPr id="855" name="잉크 854">
                  <a:extLst>
                    <a:ext uri="{FF2B5EF4-FFF2-40B4-BE49-F238E27FC236}">
                      <a16:creationId xmlns:a16="http://schemas.microsoft.com/office/drawing/2014/main" id="{56045D43-1261-7256-8E53-3FA24177809F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012891" y="12936076"/>
                  <a:ext cx="24912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856" name="잉크 855">
                  <a:extLst>
                    <a:ext uri="{FF2B5EF4-FFF2-40B4-BE49-F238E27FC236}">
                      <a16:creationId xmlns:a16="http://schemas.microsoft.com/office/drawing/2014/main" id="{2CC53A5C-2FE9-44BF-706C-347E53C859AE}"/>
                    </a:ext>
                  </a:extLst>
                </p14:cNvPr>
                <p14:cNvContentPartPr/>
                <p14:nvPr/>
              </p14:nvContentPartPr>
              <p14:xfrm>
                <a:off x="11102171" y="12998356"/>
                <a:ext cx="213840" cy="151560"/>
              </p14:xfrm>
            </p:contentPart>
          </mc:Choice>
          <mc:Fallback xmlns="">
            <p:pic>
              <p:nvPicPr>
                <p:cNvPr id="856" name="잉크 855">
                  <a:extLst>
                    <a:ext uri="{FF2B5EF4-FFF2-40B4-BE49-F238E27FC236}">
                      <a16:creationId xmlns:a16="http://schemas.microsoft.com/office/drawing/2014/main" id="{2CC53A5C-2FE9-44BF-706C-347E53C859AE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093531" y="12989716"/>
                  <a:ext cx="231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857" name="잉크 856">
                  <a:extLst>
                    <a:ext uri="{FF2B5EF4-FFF2-40B4-BE49-F238E27FC236}">
                      <a16:creationId xmlns:a16="http://schemas.microsoft.com/office/drawing/2014/main" id="{40F45E6C-AF93-5FDF-535F-88D7364E68A1}"/>
                    </a:ext>
                  </a:extLst>
                </p14:cNvPr>
                <p14:cNvContentPartPr/>
                <p14:nvPr/>
              </p14:nvContentPartPr>
              <p14:xfrm>
                <a:off x="11465771" y="12947956"/>
                <a:ext cx="99000" cy="542160"/>
              </p14:xfrm>
            </p:contentPart>
          </mc:Choice>
          <mc:Fallback xmlns="">
            <p:pic>
              <p:nvPicPr>
                <p:cNvPr id="857" name="잉크 856">
                  <a:extLst>
                    <a:ext uri="{FF2B5EF4-FFF2-40B4-BE49-F238E27FC236}">
                      <a16:creationId xmlns:a16="http://schemas.microsoft.com/office/drawing/2014/main" id="{40F45E6C-AF93-5FDF-535F-88D7364E68A1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1456771" y="12939316"/>
                  <a:ext cx="11664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858" name="잉크 857">
                  <a:extLst>
                    <a:ext uri="{FF2B5EF4-FFF2-40B4-BE49-F238E27FC236}">
                      <a16:creationId xmlns:a16="http://schemas.microsoft.com/office/drawing/2014/main" id="{EF07EF1B-974C-D224-5A4C-D1EA1F70EE7A}"/>
                    </a:ext>
                  </a:extLst>
                </p14:cNvPr>
                <p14:cNvContentPartPr/>
                <p14:nvPr/>
              </p14:nvContentPartPr>
              <p14:xfrm>
                <a:off x="11714171" y="12947236"/>
                <a:ext cx="225720" cy="498600"/>
              </p14:xfrm>
            </p:contentPart>
          </mc:Choice>
          <mc:Fallback xmlns="">
            <p:pic>
              <p:nvPicPr>
                <p:cNvPr id="858" name="잉크 857">
                  <a:extLst>
                    <a:ext uri="{FF2B5EF4-FFF2-40B4-BE49-F238E27FC236}">
                      <a16:creationId xmlns:a16="http://schemas.microsoft.com/office/drawing/2014/main" id="{EF07EF1B-974C-D224-5A4C-D1EA1F70EE7A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705171" y="12938596"/>
                  <a:ext cx="2433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708" name="잉크 707">
                  <a:extLst>
                    <a:ext uri="{FF2B5EF4-FFF2-40B4-BE49-F238E27FC236}">
                      <a16:creationId xmlns:a16="http://schemas.microsoft.com/office/drawing/2014/main" id="{9B1881C4-2B48-DFF4-2E5C-79F8B08F9F42}"/>
                    </a:ext>
                  </a:extLst>
                </p14:cNvPr>
                <p14:cNvContentPartPr/>
                <p14:nvPr/>
              </p14:nvContentPartPr>
              <p14:xfrm>
                <a:off x="16782611" y="13474276"/>
                <a:ext cx="14400" cy="296280"/>
              </p14:xfrm>
            </p:contentPart>
          </mc:Choice>
          <mc:Fallback xmlns="">
            <p:pic>
              <p:nvPicPr>
                <p:cNvPr id="708" name="잉크 707">
                  <a:extLst>
                    <a:ext uri="{FF2B5EF4-FFF2-40B4-BE49-F238E27FC236}">
                      <a16:creationId xmlns:a16="http://schemas.microsoft.com/office/drawing/2014/main" id="{9B1881C4-2B48-DFF4-2E5C-79F8B08F9F42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6773611" y="13465276"/>
                  <a:ext cx="32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709" name="잉크 708">
                  <a:extLst>
                    <a:ext uri="{FF2B5EF4-FFF2-40B4-BE49-F238E27FC236}">
                      <a16:creationId xmlns:a16="http://schemas.microsoft.com/office/drawing/2014/main" id="{01789F6B-C1F3-D48A-9825-4D434B8A0CD8}"/>
                    </a:ext>
                  </a:extLst>
                </p14:cNvPr>
                <p14:cNvContentPartPr/>
                <p14:nvPr/>
              </p14:nvContentPartPr>
              <p14:xfrm>
                <a:off x="16817531" y="14321356"/>
                <a:ext cx="49320" cy="346680"/>
              </p14:xfrm>
            </p:contentPart>
          </mc:Choice>
          <mc:Fallback xmlns="">
            <p:pic>
              <p:nvPicPr>
                <p:cNvPr id="709" name="잉크 708">
                  <a:extLst>
                    <a:ext uri="{FF2B5EF4-FFF2-40B4-BE49-F238E27FC236}">
                      <a16:creationId xmlns:a16="http://schemas.microsoft.com/office/drawing/2014/main" id="{01789F6B-C1F3-D48A-9825-4D434B8A0CD8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6808891" y="14312716"/>
                  <a:ext cx="66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818" name="잉크 817">
                  <a:extLst>
                    <a:ext uri="{FF2B5EF4-FFF2-40B4-BE49-F238E27FC236}">
                      <a16:creationId xmlns:a16="http://schemas.microsoft.com/office/drawing/2014/main" id="{D3180D2B-130E-D104-D238-BA9F4354319A}"/>
                    </a:ext>
                  </a:extLst>
                </p14:cNvPr>
                <p14:cNvContentPartPr/>
                <p14:nvPr/>
              </p14:nvContentPartPr>
              <p14:xfrm>
                <a:off x="15288251" y="13766956"/>
                <a:ext cx="672480" cy="652320"/>
              </p14:xfrm>
            </p:contentPart>
          </mc:Choice>
          <mc:Fallback xmlns="">
            <p:pic>
              <p:nvPicPr>
                <p:cNvPr id="818" name="잉크 817">
                  <a:extLst>
                    <a:ext uri="{FF2B5EF4-FFF2-40B4-BE49-F238E27FC236}">
                      <a16:creationId xmlns:a16="http://schemas.microsoft.com/office/drawing/2014/main" id="{D3180D2B-130E-D104-D238-BA9F4354319A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5279251" y="13758316"/>
                  <a:ext cx="69012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819" name="잉크 818">
                  <a:extLst>
                    <a:ext uri="{FF2B5EF4-FFF2-40B4-BE49-F238E27FC236}">
                      <a16:creationId xmlns:a16="http://schemas.microsoft.com/office/drawing/2014/main" id="{4A1542F9-8F67-C928-F479-A86EAC03E8DF}"/>
                    </a:ext>
                  </a:extLst>
                </p14:cNvPr>
                <p14:cNvContentPartPr/>
                <p14:nvPr/>
              </p14:nvContentPartPr>
              <p14:xfrm>
                <a:off x="15330011" y="13842556"/>
                <a:ext cx="679680" cy="681480"/>
              </p14:xfrm>
            </p:contentPart>
          </mc:Choice>
          <mc:Fallback xmlns="">
            <p:pic>
              <p:nvPicPr>
                <p:cNvPr id="819" name="잉크 818">
                  <a:extLst>
                    <a:ext uri="{FF2B5EF4-FFF2-40B4-BE49-F238E27FC236}">
                      <a16:creationId xmlns:a16="http://schemas.microsoft.com/office/drawing/2014/main" id="{4A1542F9-8F67-C928-F479-A86EAC03E8DF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5321371" y="13833916"/>
                  <a:ext cx="6973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706" name="잉크 705">
                  <a:extLst>
                    <a:ext uri="{FF2B5EF4-FFF2-40B4-BE49-F238E27FC236}">
                      <a16:creationId xmlns:a16="http://schemas.microsoft.com/office/drawing/2014/main" id="{1D6312C8-7037-C1B5-8670-C705C6205AB6}"/>
                    </a:ext>
                  </a:extLst>
                </p14:cNvPr>
                <p14:cNvContentPartPr/>
                <p14:nvPr/>
              </p14:nvContentPartPr>
              <p14:xfrm>
                <a:off x="16719611" y="11738716"/>
                <a:ext cx="32040" cy="400320"/>
              </p14:xfrm>
            </p:contentPart>
          </mc:Choice>
          <mc:Fallback xmlns="">
            <p:pic>
              <p:nvPicPr>
                <p:cNvPr id="706" name="잉크 705">
                  <a:extLst>
                    <a:ext uri="{FF2B5EF4-FFF2-40B4-BE49-F238E27FC236}">
                      <a16:creationId xmlns:a16="http://schemas.microsoft.com/office/drawing/2014/main" id="{1D6312C8-7037-C1B5-8670-C705C6205AB6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6710611" y="11729716"/>
                  <a:ext cx="496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707" name="잉크 706">
                  <a:extLst>
                    <a:ext uri="{FF2B5EF4-FFF2-40B4-BE49-F238E27FC236}">
                      <a16:creationId xmlns:a16="http://schemas.microsoft.com/office/drawing/2014/main" id="{2488500A-B527-0271-0136-BA2137125F20}"/>
                    </a:ext>
                  </a:extLst>
                </p14:cNvPr>
                <p14:cNvContentPartPr/>
                <p14:nvPr/>
              </p14:nvContentPartPr>
              <p14:xfrm>
                <a:off x="16758131" y="12585796"/>
                <a:ext cx="7200" cy="450720"/>
              </p14:xfrm>
            </p:contentPart>
          </mc:Choice>
          <mc:Fallback xmlns="">
            <p:pic>
              <p:nvPicPr>
                <p:cNvPr id="707" name="잉크 706">
                  <a:extLst>
                    <a:ext uri="{FF2B5EF4-FFF2-40B4-BE49-F238E27FC236}">
                      <a16:creationId xmlns:a16="http://schemas.microsoft.com/office/drawing/2014/main" id="{2488500A-B527-0271-0136-BA2137125F20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6749131" y="12577156"/>
                  <a:ext cx="248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836" name="잉크 835">
                  <a:extLst>
                    <a:ext uri="{FF2B5EF4-FFF2-40B4-BE49-F238E27FC236}">
                      <a16:creationId xmlns:a16="http://schemas.microsoft.com/office/drawing/2014/main" id="{4ABC831C-51F3-8B27-B2D3-6B096F46AD54}"/>
                    </a:ext>
                  </a:extLst>
                </p14:cNvPr>
                <p14:cNvContentPartPr/>
                <p14:nvPr/>
              </p14:nvContentPartPr>
              <p14:xfrm>
                <a:off x="14569691" y="12261436"/>
                <a:ext cx="260280" cy="322200"/>
              </p14:xfrm>
            </p:contentPart>
          </mc:Choice>
          <mc:Fallback xmlns="">
            <p:pic>
              <p:nvPicPr>
                <p:cNvPr id="836" name="잉크 835">
                  <a:extLst>
                    <a:ext uri="{FF2B5EF4-FFF2-40B4-BE49-F238E27FC236}">
                      <a16:creationId xmlns:a16="http://schemas.microsoft.com/office/drawing/2014/main" id="{4ABC831C-51F3-8B27-B2D3-6B096F46AD54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4561051" y="12252436"/>
                  <a:ext cx="277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837" name="잉크 836">
                  <a:extLst>
                    <a:ext uri="{FF2B5EF4-FFF2-40B4-BE49-F238E27FC236}">
                      <a16:creationId xmlns:a16="http://schemas.microsoft.com/office/drawing/2014/main" id="{0A64ED0A-D630-341A-E704-21BFECFF0088}"/>
                    </a:ext>
                  </a:extLst>
                </p14:cNvPr>
                <p14:cNvContentPartPr/>
                <p14:nvPr/>
              </p14:nvContentPartPr>
              <p14:xfrm>
                <a:off x="14693171" y="11688316"/>
                <a:ext cx="66960" cy="854280"/>
              </p14:xfrm>
            </p:contentPart>
          </mc:Choice>
          <mc:Fallback xmlns="">
            <p:pic>
              <p:nvPicPr>
                <p:cNvPr id="837" name="잉크 836">
                  <a:extLst>
                    <a:ext uri="{FF2B5EF4-FFF2-40B4-BE49-F238E27FC236}">
                      <a16:creationId xmlns:a16="http://schemas.microsoft.com/office/drawing/2014/main" id="{0A64ED0A-D630-341A-E704-21BFECFF0088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4684171" y="11679316"/>
                  <a:ext cx="8460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838" name="잉크 837">
                  <a:extLst>
                    <a:ext uri="{FF2B5EF4-FFF2-40B4-BE49-F238E27FC236}">
                      <a16:creationId xmlns:a16="http://schemas.microsoft.com/office/drawing/2014/main" id="{F75E83DF-5DAA-E96E-894D-24DA2593F27D}"/>
                    </a:ext>
                  </a:extLst>
                </p14:cNvPr>
                <p14:cNvContentPartPr/>
                <p14:nvPr/>
              </p14:nvContentPartPr>
              <p14:xfrm>
                <a:off x="14805131" y="11937076"/>
                <a:ext cx="190080" cy="488880"/>
              </p14:xfrm>
            </p:contentPart>
          </mc:Choice>
          <mc:Fallback xmlns="">
            <p:pic>
              <p:nvPicPr>
                <p:cNvPr id="838" name="잉크 837">
                  <a:extLst>
                    <a:ext uri="{FF2B5EF4-FFF2-40B4-BE49-F238E27FC236}">
                      <a16:creationId xmlns:a16="http://schemas.microsoft.com/office/drawing/2014/main" id="{F75E83DF-5DAA-E96E-894D-24DA2593F27D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4796131" y="11928076"/>
                  <a:ext cx="2077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839" name="잉크 838">
                  <a:extLst>
                    <a:ext uri="{FF2B5EF4-FFF2-40B4-BE49-F238E27FC236}">
                      <a16:creationId xmlns:a16="http://schemas.microsoft.com/office/drawing/2014/main" id="{C9995D20-41CA-B9F3-AAC0-722DD1644A91}"/>
                    </a:ext>
                  </a:extLst>
                </p14:cNvPr>
                <p14:cNvContentPartPr/>
                <p14:nvPr/>
              </p14:nvContentPartPr>
              <p14:xfrm>
                <a:off x="14850491" y="12000076"/>
                <a:ext cx="168480" cy="167400"/>
              </p14:xfrm>
            </p:contentPart>
          </mc:Choice>
          <mc:Fallback xmlns="">
            <p:pic>
              <p:nvPicPr>
                <p:cNvPr id="839" name="잉크 838">
                  <a:extLst>
                    <a:ext uri="{FF2B5EF4-FFF2-40B4-BE49-F238E27FC236}">
                      <a16:creationId xmlns:a16="http://schemas.microsoft.com/office/drawing/2014/main" id="{C9995D20-41CA-B9F3-AAC0-722DD1644A91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14841851" y="11991076"/>
                  <a:ext cx="18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842" name="잉크 841">
                  <a:extLst>
                    <a:ext uri="{FF2B5EF4-FFF2-40B4-BE49-F238E27FC236}">
                      <a16:creationId xmlns:a16="http://schemas.microsoft.com/office/drawing/2014/main" id="{D28C1B83-6C80-167E-3A3B-44D4EE74FF76}"/>
                    </a:ext>
                  </a:extLst>
                </p14:cNvPr>
                <p14:cNvContentPartPr/>
                <p14:nvPr/>
              </p14:nvContentPartPr>
              <p14:xfrm>
                <a:off x="15095651" y="12012676"/>
                <a:ext cx="455400" cy="491760"/>
              </p14:xfrm>
            </p:contentPart>
          </mc:Choice>
          <mc:Fallback xmlns="">
            <p:pic>
              <p:nvPicPr>
                <p:cNvPr id="842" name="잉크 841">
                  <a:extLst>
                    <a:ext uri="{FF2B5EF4-FFF2-40B4-BE49-F238E27FC236}">
                      <a16:creationId xmlns:a16="http://schemas.microsoft.com/office/drawing/2014/main" id="{D28C1B83-6C80-167E-3A3B-44D4EE74FF76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15086651" y="12003676"/>
                  <a:ext cx="4730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843" name="잉크 842">
                  <a:extLst>
                    <a:ext uri="{FF2B5EF4-FFF2-40B4-BE49-F238E27FC236}">
                      <a16:creationId xmlns:a16="http://schemas.microsoft.com/office/drawing/2014/main" id="{3AE15CB3-9DDC-1338-4826-0683825FAB41}"/>
                    </a:ext>
                  </a:extLst>
                </p14:cNvPr>
                <p14:cNvContentPartPr/>
                <p14:nvPr/>
              </p14:nvContentPartPr>
              <p14:xfrm>
                <a:off x="15718451" y="12504076"/>
                <a:ext cx="294480" cy="63360"/>
              </p14:xfrm>
            </p:contentPart>
          </mc:Choice>
          <mc:Fallback xmlns="">
            <p:pic>
              <p:nvPicPr>
                <p:cNvPr id="843" name="잉크 842">
                  <a:extLst>
                    <a:ext uri="{FF2B5EF4-FFF2-40B4-BE49-F238E27FC236}">
                      <a16:creationId xmlns:a16="http://schemas.microsoft.com/office/drawing/2014/main" id="{3AE15CB3-9DDC-1338-4826-0683825FAB41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15709811" y="12495076"/>
                  <a:ext cx="312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844" name="잉크 843">
                  <a:extLst>
                    <a:ext uri="{FF2B5EF4-FFF2-40B4-BE49-F238E27FC236}">
                      <a16:creationId xmlns:a16="http://schemas.microsoft.com/office/drawing/2014/main" id="{19488EAC-A28D-9A0F-91C9-58952A889B8D}"/>
                    </a:ext>
                  </a:extLst>
                </p14:cNvPr>
                <p14:cNvContentPartPr/>
                <p14:nvPr/>
              </p14:nvContentPartPr>
              <p14:xfrm>
                <a:off x="16204811" y="11848876"/>
                <a:ext cx="28800" cy="621000"/>
              </p14:xfrm>
            </p:contentPart>
          </mc:Choice>
          <mc:Fallback xmlns="">
            <p:pic>
              <p:nvPicPr>
                <p:cNvPr id="844" name="잉크 843">
                  <a:extLst>
                    <a:ext uri="{FF2B5EF4-FFF2-40B4-BE49-F238E27FC236}">
                      <a16:creationId xmlns:a16="http://schemas.microsoft.com/office/drawing/2014/main" id="{19488EAC-A28D-9A0F-91C9-58952A889B8D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16196171" y="11839876"/>
                  <a:ext cx="464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845" name="잉크 844">
                  <a:extLst>
                    <a:ext uri="{FF2B5EF4-FFF2-40B4-BE49-F238E27FC236}">
                      <a16:creationId xmlns:a16="http://schemas.microsoft.com/office/drawing/2014/main" id="{841ECC25-20D3-72A2-29B4-7D6D4237001F}"/>
                    </a:ext>
                  </a:extLst>
                </p14:cNvPr>
                <p14:cNvContentPartPr/>
                <p14:nvPr/>
              </p14:nvContentPartPr>
              <p14:xfrm>
                <a:off x="16366091" y="12027796"/>
                <a:ext cx="221400" cy="442440"/>
              </p14:xfrm>
            </p:contentPart>
          </mc:Choice>
          <mc:Fallback xmlns="">
            <p:pic>
              <p:nvPicPr>
                <p:cNvPr id="845" name="잉크 844">
                  <a:extLst>
                    <a:ext uri="{FF2B5EF4-FFF2-40B4-BE49-F238E27FC236}">
                      <a16:creationId xmlns:a16="http://schemas.microsoft.com/office/drawing/2014/main" id="{841ECC25-20D3-72A2-29B4-7D6D4237001F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16357091" y="12019156"/>
                  <a:ext cx="2390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861" name="잉크 860">
                  <a:extLst>
                    <a:ext uri="{FF2B5EF4-FFF2-40B4-BE49-F238E27FC236}">
                      <a16:creationId xmlns:a16="http://schemas.microsoft.com/office/drawing/2014/main" id="{C7984530-B33D-F1B1-D454-2A02B174F75D}"/>
                    </a:ext>
                  </a:extLst>
                </p14:cNvPr>
                <p14:cNvContentPartPr/>
                <p14:nvPr/>
              </p14:nvContentPartPr>
              <p14:xfrm>
                <a:off x="14549171" y="13152796"/>
                <a:ext cx="270000" cy="221760"/>
              </p14:xfrm>
            </p:contentPart>
          </mc:Choice>
          <mc:Fallback xmlns="">
            <p:pic>
              <p:nvPicPr>
                <p:cNvPr id="861" name="잉크 860">
                  <a:extLst>
                    <a:ext uri="{FF2B5EF4-FFF2-40B4-BE49-F238E27FC236}">
                      <a16:creationId xmlns:a16="http://schemas.microsoft.com/office/drawing/2014/main" id="{C7984530-B33D-F1B1-D454-2A02B174F75D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14540531" y="13143796"/>
                  <a:ext cx="287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862" name="잉크 861">
                  <a:extLst>
                    <a:ext uri="{FF2B5EF4-FFF2-40B4-BE49-F238E27FC236}">
                      <a16:creationId xmlns:a16="http://schemas.microsoft.com/office/drawing/2014/main" id="{CD3AAE2F-4962-B321-347A-CF71476CB3EB}"/>
                    </a:ext>
                  </a:extLst>
                </p14:cNvPr>
                <p14:cNvContentPartPr/>
                <p14:nvPr/>
              </p14:nvContentPartPr>
              <p14:xfrm>
                <a:off x="14711171" y="12626836"/>
                <a:ext cx="52200" cy="662040"/>
              </p14:xfrm>
            </p:contentPart>
          </mc:Choice>
          <mc:Fallback xmlns="">
            <p:pic>
              <p:nvPicPr>
                <p:cNvPr id="862" name="잉크 861">
                  <a:extLst>
                    <a:ext uri="{FF2B5EF4-FFF2-40B4-BE49-F238E27FC236}">
                      <a16:creationId xmlns:a16="http://schemas.microsoft.com/office/drawing/2014/main" id="{CD3AAE2F-4962-B321-347A-CF71476CB3EB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14702531" y="12618196"/>
                  <a:ext cx="6984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863" name="잉크 862">
                  <a:extLst>
                    <a:ext uri="{FF2B5EF4-FFF2-40B4-BE49-F238E27FC236}">
                      <a16:creationId xmlns:a16="http://schemas.microsoft.com/office/drawing/2014/main" id="{DC9DA44A-A69A-20CE-5E82-BB471ED58B97}"/>
                    </a:ext>
                  </a:extLst>
                </p14:cNvPr>
                <p14:cNvContentPartPr/>
                <p14:nvPr/>
              </p14:nvContentPartPr>
              <p14:xfrm>
                <a:off x="14962451" y="12938596"/>
                <a:ext cx="256680" cy="536040"/>
              </p14:xfrm>
            </p:contentPart>
          </mc:Choice>
          <mc:Fallback xmlns="">
            <p:pic>
              <p:nvPicPr>
                <p:cNvPr id="863" name="잉크 862">
                  <a:extLst>
                    <a:ext uri="{FF2B5EF4-FFF2-40B4-BE49-F238E27FC236}">
                      <a16:creationId xmlns:a16="http://schemas.microsoft.com/office/drawing/2014/main" id="{DC9DA44A-A69A-20CE-5E82-BB471ED58B97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14953811" y="12929956"/>
                  <a:ext cx="2743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864" name="잉크 863">
                  <a:extLst>
                    <a:ext uri="{FF2B5EF4-FFF2-40B4-BE49-F238E27FC236}">
                      <a16:creationId xmlns:a16="http://schemas.microsoft.com/office/drawing/2014/main" id="{46EB5144-7BA8-2E8E-A6EE-04749F4F7BC4}"/>
                    </a:ext>
                  </a:extLst>
                </p14:cNvPr>
                <p14:cNvContentPartPr/>
                <p14:nvPr/>
              </p14:nvContentPartPr>
              <p14:xfrm>
                <a:off x="15106091" y="12963796"/>
                <a:ext cx="182520" cy="135720"/>
              </p14:xfrm>
            </p:contentPart>
          </mc:Choice>
          <mc:Fallback xmlns="">
            <p:pic>
              <p:nvPicPr>
                <p:cNvPr id="864" name="잉크 863">
                  <a:extLst>
                    <a:ext uri="{FF2B5EF4-FFF2-40B4-BE49-F238E27FC236}">
                      <a16:creationId xmlns:a16="http://schemas.microsoft.com/office/drawing/2014/main" id="{46EB5144-7BA8-2E8E-A6EE-04749F4F7BC4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15097451" y="12955156"/>
                  <a:ext cx="200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865" name="잉크 864">
                  <a:extLst>
                    <a:ext uri="{FF2B5EF4-FFF2-40B4-BE49-F238E27FC236}">
                      <a16:creationId xmlns:a16="http://schemas.microsoft.com/office/drawing/2014/main" id="{B6631469-F9BF-F169-560A-E34D631A2627}"/>
                    </a:ext>
                  </a:extLst>
                </p14:cNvPr>
                <p14:cNvContentPartPr/>
                <p14:nvPr/>
              </p14:nvContentPartPr>
              <p14:xfrm>
                <a:off x="15479771" y="12900796"/>
                <a:ext cx="245880" cy="441360"/>
              </p14:xfrm>
            </p:contentPart>
          </mc:Choice>
          <mc:Fallback xmlns="">
            <p:pic>
              <p:nvPicPr>
                <p:cNvPr id="865" name="잉크 864">
                  <a:extLst>
                    <a:ext uri="{FF2B5EF4-FFF2-40B4-BE49-F238E27FC236}">
                      <a16:creationId xmlns:a16="http://schemas.microsoft.com/office/drawing/2014/main" id="{B6631469-F9BF-F169-560A-E34D631A2627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15471131" y="12892156"/>
                  <a:ext cx="263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866" name="잉크 865">
                  <a:extLst>
                    <a:ext uri="{FF2B5EF4-FFF2-40B4-BE49-F238E27FC236}">
                      <a16:creationId xmlns:a16="http://schemas.microsoft.com/office/drawing/2014/main" id="{F3A8B6AD-F85D-15D5-5EF5-5160A3714BC0}"/>
                    </a:ext>
                  </a:extLst>
                </p14:cNvPr>
                <p14:cNvContentPartPr/>
                <p14:nvPr/>
              </p14:nvContentPartPr>
              <p14:xfrm>
                <a:off x="15837611" y="13313356"/>
                <a:ext cx="266400" cy="16200"/>
              </p14:xfrm>
            </p:contentPart>
          </mc:Choice>
          <mc:Fallback xmlns="">
            <p:pic>
              <p:nvPicPr>
                <p:cNvPr id="866" name="잉크 865">
                  <a:extLst>
                    <a:ext uri="{FF2B5EF4-FFF2-40B4-BE49-F238E27FC236}">
                      <a16:creationId xmlns:a16="http://schemas.microsoft.com/office/drawing/2014/main" id="{F3A8B6AD-F85D-15D5-5EF5-5160A3714BC0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15828611" y="13304716"/>
                  <a:ext cx="284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867" name="잉크 866">
                  <a:extLst>
                    <a:ext uri="{FF2B5EF4-FFF2-40B4-BE49-F238E27FC236}">
                      <a16:creationId xmlns:a16="http://schemas.microsoft.com/office/drawing/2014/main" id="{4FEDD9EB-90C5-8694-04C1-031CFAEE4267}"/>
                    </a:ext>
                  </a:extLst>
                </p14:cNvPr>
                <p14:cNvContentPartPr/>
                <p14:nvPr/>
              </p14:nvContentPartPr>
              <p14:xfrm>
                <a:off x="16388051" y="12945076"/>
                <a:ext cx="38160" cy="376560"/>
              </p14:xfrm>
            </p:contentPart>
          </mc:Choice>
          <mc:Fallback xmlns="">
            <p:pic>
              <p:nvPicPr>
                <p:cNvPr id="867" name="잉크 866">
                  <a:extLst>
                    <a:ext uri="{FF2B5EF4-FFF2-40B4-BE49-F238E27FC236}">
                      <a16:creationId xmlns:a16="http://schemas.microsoft.com/office/drawing/2014/main" id="{4FEDD9EB-90C5-8694-04C1-031CFAEE4267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16379051" y="12936076"/>
                  <a:ext cx="558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868" name="잉크 867">
                  <a:extLst>
                    <a:ext uri="{FF2B5EF4-FFF2-40B4-BE49-F238E27FC236}">
                      <a16:creationId xmlns:a16="http://schemas.microsoft.com/office/drawing/2014/main" id="{1AC56981-F707-B832-A5A9-5444DB49A7D1}"/>
                    </a:ext>
                  </a:extLst>
                </p14:cNvPr>
                <p14:cNvContentPartPr/>
                <p14:nvPr/>
              </p14:nvContentPartPr>
              <p14:xfrm>
                <a:off x="16561931" y="12881716"/>
                <a:ext cx="259200" cy="463680"/>
              </p14:xfrm>
            </p:contentPart>
          </mc:Choice>
          <mc:Fallback xmlns="">
            <p:pic>
              <p:nvPicPr>
                <p:cNvPr id="868" name="잉크 867">
                  <a:extLst>
                    <a:ext uri="{FF2B5EF4-FFF2-40B4-BE49-F238E27FC236}">
                      <a16:creationId xmlns:a16="http://schemas.microsoft.com/office/drawing/2014/main" id="{1AC56981-F707-B832-A5A9-5444DB49A7D1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16553291" y="12873076"/>
                  <a:ext cx="2768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822" name="잉크 821">
                  <a:extLst>
                    <a:ext uri="{FF2B5EF4-FFF2-40B4-BE49-F238E27FC236}">
                      <a16:creationId xmlns:a16="http://schemas.microsoft.com/office/drawing/2014/main" id="{DBE3175B-64D3-3E22-A0CC-97979BFDA0A4}"/>
                    </a:ext>
                  </a:extLst>
                </p14:cNvPr>
                <p14:cNvContentPartPr/>
                <p14:nvPr/>
              </p14:nvContentPartPr>
              <p14:xfrm>
                <a:off x="8784131" y="12028516"/>
                <a:ext cx="285840" cy="961200"/>
              </p14:xfrm>
            </p:contentPart>
          </mc:Choice>
          <mc:Fallback xmlns="">
            <p:pic>
              <p:nvPicPr>
                <p:cNvPr id="822" name="잉크 821">
                  <a:extLst>
                    <a:ext uri="{FF2B5EF4-FFF2-40B4-BE49-F238E27FC236}">
                      <a16:creationId xmlns:a16="http://schemas.microsoft.com/office/drawing/2014/main" id="{DBE3175B-64D3-3E22-A0CC-97979BFDA0A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775131" y="12019516"/>
                  <a:ext cx="3034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823" name="잉크 822">
                  <a:extLst>
                    <a:ext uri="{FF2B5EF4-FFF2-40B4-BE49-F238E27FC236}">
                      <a16:creationId xmlns:a16="http://schemas.microsoft.com/office/drawing/2014/main" id="{459A1615-B480-DCDC-D844-43447BA15BD0}"/>
                    </a:ext>
                  </a:extLst>
                </p14:cNvPr>
                <p14:cNvContentPartPr/>
                <p14:nvPr/>
              </p14:nvContentPartPr>
              <p14:xfrm>
                <a:off x="9117131" y="12504436"/>
                <a:ext cx="228600" cy="447480"/>
              </p14:xfrm>
            </p:contentPart>
          </mc:Choice>
          <mc:Fallback xmlns="">
            <p:pic>
              <p:nvPicPr>
                <p:cNvPr id="823" name="잉크 822">
                  <a:extLst>
                    <a:ext uri="{FF2B5EF4-FFF2-40B4-BE49-F238E27FC236}">
                      <a16:creationId xmlns:a16="http://schemas.microsoft.com/office/drawing/2014/main" id="{459A1615-B480-DCDC-D844-43447BA15BD0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9108131" y="12495796"/>
                  <a:ext cx="2462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824" name="잉크 823">
                  <a:extLst>
                    <a:ext uri="{FF2B5EF4-FFF2-40B4-BE49-F238E27FC236}">
                      <a16:creationId xmlns:a16="http://schemas.microsoft.com/office/drawing/2014/main" id="{52B78F8E-9164-4AF9-FB69-C70CDCB353E8}"/>
                    </a:ext>
                  </a:extLst>
                </p14:cNvPr>
                <p14:cNvContentPartPr/>
                <p14:nvPr/>
              </p14:nvContentPartPr>
              <p14:xfrm>
                <a:off x="9215771" y="12541876"/>
                <a:ext cx="154440" cy="170280"/>
              </p14:xfrm>
            </p:contentPart>
          </mc:Choice>
          <mc:Fallback xmlns="">
            <p:pic>
              <p:nvPicPr>
                <p:cNvPr id="824" name="잉크 823">
                  <a:extLst>
                    <a:ext uri="{FF2B5EF4-FFF2-40B4-BE49-F238E27FC236}">
                      <a16:creationId xmlns:a16="http://schemas.microsoft.com/office/drawing/2014/main" id="{52B78F8E-9164-4AF9-FB69-C70CDCB353E8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9207131" y="12532876"/>
                  <a:ext cx="172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825" name="잉크 824">
                  <a:extLst>
                    <a:ext uri="{FF2B5EF4-FFF2-40B4-BE49-F238E27FC236}">
                      <a16:creationId xmlns:a16="http://schemas.microsoft.com/office/drawing/2014/main" id="{110BA6D4-DEC1-AAA2-7B96-7457F5FE940D}"/>
                    </a:ext>
                  </a:extLst>
                </p14:cNvPr>
                <p14:cNvContentPartPr/>
                <p14:nvPr/>
              </p14:nvContentPartPr>
              <p14:xfrm>
                <a:off x="9642011" y="12255316"/>
                <a:ext cx="39960" cy="657000"/>
              </p14:xfrm>
            </p:contentPart>
          </mc:Choice>
          <mc:Fallback xmlns="">
            <p:pic>
              <p:nvPicPr>
                <p:cNvPr id="825" name="잉크 824">
                  <a:extLst>
                    <a:ext uri="{FF2B5EF4-FFF2-40B4-BE49-F238E27FC236}">
                      <a16:creationId xmlns:a16="http://schemas.microsoft.com/office/drawing/2014/main" id="{110BA6D4-DEC1-AAA2-7B96-7457F5FE940D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9633011" y="12246316"/>
                  <a:ext cx="5760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847" name="잉크 846">
                  <a:extLst>
                    <a:ext uri="{FF2B5EF4-FFF2-40B4-BE49-F238E27FC236}">
                      <a16:creationId xmlns:a16="http://schemas.microsoft.com/office/drawing/2014/main" id="{B787B6AE-FC4D-A312-83BC-AA0A1D38333B}"/>
                    </a:ext>
                  </a:extLst>
                </p14:cNvPr>
                <p14:cNvContentPartPr/>
                <p14:nvPr/>
              </p14:nvContentPartPr>
              <p14:xfrm>
                <a:off x="8934251" y="13269076"/>
                <a:ext cx="334440" cy="255960"/>
              </p14:xfrm>
            </p:contentPart>
          </mc:Choice>
          <mc:Fallback xmlns="">
            <p:pic>
              <p:nvPicPr>
                <p:cNvPr id="847" name="잉크 846">
                  <a:extLst>
                    <a:ext uri="{FF2B5EF4-FFF2-40B4-BE49-F238E27FC236}">
                      <a16:creationId xmlns:a16="http://schemas.microsoft.com/office/drawing/2014/main" id="{B787B6AE-FC4D-A312-83BC-AA0A1D38333B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25251" y="13260436"/>
                  <a:ext cx="352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848" name="잉크 847">
                  <a:extLst>
                    <a:ext uri="{FF2B5EF4-FFF2-40B4-BE49-F238E27FC236}">
                      <a16:creationId xmlns:a16="http://schemas.microsoft.com/office/drawing/2014/main" id="{FC378231-BBEA-39F3-E3B1-B6E5BA790342}"/>
                    </a:ext>
                  </a:extLst>
                </p14:cNvPr>
                <p14:cNvContentPartPr/>
                <p14:nvPr/>
              </p14:nvContentPartPr>
              <p14:xfrm>
                <a:off x="9148451" y="12891436"/>
                <a:ext cx="106200" cy="601920"/>
              </p14:xfrm>
            </p:contentPart>
          </mc:Choice>
          <mc:Fallback xmlns="">
            <p:pic>
              <p:nvPicPr>
                <p:cNvPr id="848" name="잉크 847">
                  <a:extLst>
                    <a:ext uri="{FF2B5EF4-FFF2-40B4-BE49-F238E27FC236}">
                      <a16:creationId xmlns:a16="http://schemas.microsoft.com/office/drawing/2014/main" id="{FC378231-BBEA-39F3-E3B1-B6E5BA790342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39811" y="12882436"/>
                  <a:ext cx="1238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849" name="잉크 848">
                  <a:extLst>
                    <a:ext uri="{FF2B5EF4-FFF2-40B4-BE49-F238E27FC236}">
                      <a16:creationId xmlns:a16="http://schemas.microsoft.com/office/drawing/2014/main" id="{EC0BDC81-CCDF-036C-DB9C-23E2D92987AF}"/>
                    </a:ext>
                  </a:extLst>
                </p14:cNvPr>
                <p14:cNvContentPartPr/>
                <p14:nvPr/>
              </p14:nvContentPartPr>
              <p14:xfrm>
                <a:off x="9254291" y="13130836"/>
                <a:ext cx="257040" cy="485280"/>
              </p14:xfrm>
            </p:contentPart>
          </mc:Choice>
          <mc:Fallback xmlns="">
            <p:pic>
              <p:nvPicPr>
                <p:cNvPr id="849" name="잉크 848">
                  <a:extLst>
                    <a:ext uri="{FF2B5EF4-FFF2-40B4-BE49-F238E27FC236}">
                      <a16:creationId xmlns:a16="http://schemas.microsoft.com/office/drawing/2014/main" id="{EC0BDC81-CCDF-036C-DB9C-23E2D92987AF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245651" y="13122196"/>
                  <a:ext cx="2746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850" name="잉크 849">
                  <a:extLst>
                    <a:ext uri="{FF2B5EF4-FFF2-40B4-BE49-F238E27FC236}">
                      <a16:creationId xmlns:a16="http://schemas.microsoft.com/office/drawing/2014/main" id="{21E1F93B-04A7-524C-5AC3-7444758B8FF9}"/>
                    </a:ext>
                  </a:extLst>
                </p14:cNvPr>
                <p14:cNvContentPartPr/>
                <p14:nvPr/>
              </p14:nvContentPartPr>
              <p14:xfrm>
                <a:off x="9285971" y="13168636"/>
                <a:ext cx="234720" cy="104400"/>
              </p14:xfrm>
            </p:contentPart>
          </mc:Choice>
          <mc:Fallback xmlns="">
            <p:pic>
              <p:nvPicPr>
                <p:cNvPr id="850" name="잉크 849">
                  <a:extLst>
                    <a:ext uri="{FF2B5EF4-FFF2-40B4-BE49-F238E27FC236}">
                      <a16:creationId xmlns:a16="http://schemas.microsoft.com/office/drawing/2014/main" id="{21E1F93B-04A7-524C-5AC3-7444758B8FF9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76971" y="13159636"/>
                  <a:ext cx="252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870" name="잉크 869">
                  <a:extLst>
                    <a:ext uri="{FF2B5EF4-FFF2-40B4-BE49-F238E27FC236}">
                      <a16:creationId xmlns:a16="http://schemas.microsoft.com/office/drawing/2014/main" id="{A9ECDF0A-3E1A-6EB9-1834-9496F0A05ED3}"/>
                    </a:ext>
                  </a:extLst>
                </p14:cNvPr>
                <p14:cNvContentPartPr/>
                <p14:nvPr/>
              </p14:nvContentPartPr>
              <p14:xfrm>
                <a:off x="9194891" y="14400196"/>
                <a:ext cx="10800" cy="44280"/>
              </p14:xfrm>
            </p:contentPart>
          </mc:Choice>
          <mc:Fallback xmlns="">
            <p:pic>
              <p:nvPicPr>
                <p:cNvPr id="870" name="잉크 869">
                  <a:extLst>
                    <a:ext uri="{FF2B5EF4-FFF2-40B4-BE49-F238E27FC236}">
                      <a16:creationId xmlns:a16="http://schemas.microsoft.com/office/drawing/2014/main" id="{A9ECDF0A-3E1A-6EB9-1834-9496F0A05ED3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185891" y="14391196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871" name="잉크 870">
                  <a:extLst>
                    <a:ext uri="{FF2B5EF4-FFF2-40B4-BE49-F238E27FC236}">
                      <a16:creationId xmlns:a16="http://schemas.microsoft.com/office/drawing/2014/main" id="{D6980CA7-FC6E-CA3E-CAFA-E39C64804630}"/>
                    </a:ext>
                  </a:extLst>
                </p14:cNvPr>
                <p14:cNvContentPartPr/>
                <p14:nvPr/>
              </p14:nvContentPartPr>
              <p14:xfrm>
                <a:off x="9162131" y="14296156"/>
                <a:ext cx="145080" cy="145440"/>
              </p14:xfrm>
            </p:contentPart>
          </mc:Choice>
          <mc:Fallback xmlns="">
            <p:pic>
              <p:nvPicPr>
                <p:cNvPr id="871" name="잉크 870">
                  <a:extLst>
                    <a:ext uri="{FF2B5EF4-FFF2-40B4-BE49-F238E27FC236}">
                      <a16:creationId xmlns:a16="http://schemas.microsoft.com/office/drawing/2014/main" id="{D6980CA7-FC6E-CA3E-CAFA-E39C64804630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153491" y="14287156"/>
                  <a:ext cx="162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872" name="잉크 871">
                  <a:extLst>
                    <a:ext uri="{FF2B5EF4-FFF2-40B4-BE49-F238E27FC236}">
                      <a16:creationId xmlns:a16="http://schemas.microsoft.com/office/drawing/2014/main" id="{E9269339-39D9-97D2-F337-3374B773E6DB}"/>
                    </a:ext>
                  </a:extLst>
                </p14:cNvPr>
                <p14:cNvContentPartPr/>
                <p14:nvPr/>
              </p14:nvContentPartPr>
              <p14:xfrm>
                <a:off x="9212171" y="13615756"/>
                <a:ext cx="109080" cy="816120"/>
              </p14:xfrm>
            </p:contentPart>
          </mc:Choice>
          <mc:Fallback xmlns="">
            <p:pic>
              <p:nvPicPr>
                <p:cNvPr id="872" name="잉크 871">
                  <a:extLst>
                    <a:ext uri="{FF2B5EF4-FFF2-40B4-BE49-F238E27FC236}">
                      <a16:creationId xmlns:a16="http://schemas.microsoft.com/office/drawing/2014/main" id="{E9269339-39D9-97D2-F337-3374B773E6DB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203531" y="13607116"/>
                  <a:ext cx="12672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3">
              <p14:nvContentPartPr>
                <p14:cNvPr id="873" name="잉크 872">
                  <a:extLst>
                    <a:ext uri="{FF2B5EF4-FFF2-40B4-BE49-F238E27FC236}">
                      <a16:creationId xmlns:a16="http://schemas.microsoft.com/office/drawing/2014/main" id="{793CD747-1595-069B-FAAF-142F6E83222A}"/>
                    </a:ext>
                  </a:extLst>
                </p14:cNvPr>
                <p14:cNvContentPartPr/>
                <p14:nvPr/>
              </p14:nvContentPartPr>
              <p14:xfrm>
                <a:off x="9380291" y="14015716"/>
                <a:ext cx="161280" cy="514800"/>
              </p14:xfrm>
            </p:contentPart>
          </mc:Choice>
          <mc:Fallback xmlns="">
            <p:pic>
              <p:nvPicPr>
                <p:cNvPr id="873" name="잉크 872">
                  <a:extLst>
                    <a:ext uri="{FF2B5EF4-FFF2-40B4-BE49-F238E27FC236}">
                      <a16:creationId xmlns:a16="http://schemas.microsoft.com/office/drawing/2014/main" id="{793CD747-1595-069B-FAAF-142F6E83222A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9371651" y="14007076"/>
                  <a:ext cx="1789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5">
              <p14:nvContentPartPr>
                <p14:cNvPr id="874" name="잉크 873">
                  <a:extLst>
                    <a:ext uri="{FF2B5EF4-FFF2-40B4-BE49-F238E27FC236}">
                      <a16:creationId xmlns:a16="http://schemas.microsoft.com/office/drawing/2014/main" id="{3352403E-1398-298B-EC94-9CCF4487668E}"/>
                    </a:ext>
                  </a:extLst>
                </p14:cNvPr>
                <p14:cNvContentPartPr/>
                <p14:nvPr/>
              </p14:nvContentPartPr>
              <p14:xfrm>
                <a:off x="9502691" y="14151436"/>
                <a:ext cx="207000" cy="94680"/>
              </p14:xfrm>
            </p:contentPart>
          </mc:Choice>
          <mc:Fallback xmlns="">
            <p:pic>
              <p:nvPicPr>
                <p:cNvPr id="874" name="잉크 873">
                  <a:extLst>
                    <a:ext uri="{FF2B5EF4-FFF2-40B4-BE49-F238E27FC236}">
                      <a16:creationId xmlns:a16="http://schemas.microsoft.com/office/drawing/2014/main" id="{3352403E-1398-298B-EC94-9CCF4487668E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9494051" y="14142436"/>
                  <a:ext cx="224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7">
              <p14:nvContentPartPr>
                <p14:cNvPr id="875" name="잉크 874">
                  <a:extLst>
                    <a:ext uri="{FF2B5EF4-FFF2-40B4-BE49-F238E27FC236}">
                      <a16:creationId xmlns:a16="http://schemas.microsoft.com/office/drawing/2014/main" id="{D7BE8309-9948-DEF0-8FF4-7F975DF1A952}"/>
                    </a:ext>
                  </a:extLst>
                </p14:cNvPr>
                <p14:cNvContentPartPr/>
                <p14:nvPr/>
              </p14:nvContentPartPr>
              <p14:xfrm>
                <a:off x="9856211" y="13899436"/>
                <a:ext cx="14400" cy="595800"/>
              </p14:xfrm>
            </p:contentPart>
          </mc:Choice>
          <mc:Fallback xmlns="">
            <p:pic>
              <p:nvPicPr>
                <p:cNvPr id="875" name="잉크 874">
                  <a:extLst>
                    <a:ext uri="{FF2B5EF4-FFF2-40B4-BE49-F238E27FC236}">
                      <a16:creationId xmlns:a16="http://schemas.microsoft.com/office/drawing/2014/main" id="{D7BE8309-9948-DEF0-8FF4-7F975DF1A952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9847571" y="13890436"/>
                  <a:ext cx="3204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9">
              <p14:nvContentPartPr>
                <p14:cNvPr id="877" name="잉크 876">
                  <a:extLst>
                    <a:ext uri="{FF2B5EF4-FFF2-40B4-BE49-F238E27FC236}">
                      <a16:creationId xmlns:a16="http://schemas.microsoft.com/office/drawing/2014/main" id="{6F70E021-65BC-FE23-CFE7-CBFC2A904711}"/>
                    </a:ext>
                  </a:extLst>
                </p14:cNvPr>
                <p14:cNvContentPartPr/>
                <p14:nvPr/>
              </p14:nvContentPartPr>
              <p14:xfrm>
                <a:off x="10681331" y="14210836"/>
                <a:ext cx="267480" cy="190080"/>
              </p14:xfrm>
            </p:contentPart>
          </mc:Choice>
          <mc:Fallback xmlns="">
            <p:pic>
              <p:nvPicPr>
                <p:cNvPr id="877" name="잉크 876">
                  <a:extLst>
                    <a:ext uri="{FF2B5EF4-FFF2-40B4-BE49-F238E27FC236}">
                      <a16:creationId xmlns:a16="http://schemas.microsoft.com/office/drawing/2014/main" id="{6F70E021-65BC-FE23-CFE7-CBFC2A904711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10672331" y="14202196"/>
                  <a:ext cx="285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1">
              <p14:nvContentPartPr>
                <p14:cNvPr id="878" name="잉크 877">
                  <a:extLst>
                    <a:ext uri="{FF2B5EF4-FFF2-40B4-BE49-F238E27FC236}">
                      <a16:creationId xmlns:a16="http://schemas.microsoft.com/office/drawing/2014/main" id="{4805EE00-F162-71B1-3C19-94B0BCC83C39}"/>
                    </a:ext>
                  </a:extLst>
                </p14:cNvPr>
                <p14:cNvContentPartPr/>
                <p14:nvPr/>
              </p14:nvContentPartPr>
              <p14:xfrm>
                <a:off x="10895891" y="13634836"/>
                <a:ext cx="94680" cy="690120"/>
              </p14:xfrm>
            </p:contentPart>
          </mc:Choice>
          <mc:Fallback xmlns="">
            <p:pic>
              <p:nvPicPr>
                <p:cNvPr id="878" name="잉크 877">
                  <a:extLst>
                    <a:ext uri="{FF2B5EF4-FFF2-40B4-BE49-F238E27FC236}">
                      <a16:creationId xmlns:a16="http://schemas.microsoft.com/office/drawing/2014/main" id="{4805EE00-F162-71B1-3C19-94B0BCC83C39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10886891" y="13625836"/>
                  <a:ext cx="1123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3">
              <p14:nvContentPartPr>
                <p14:cNvPr id="879" name="잉크 878">
                  <a:extLst>
                    <a:ext uri="{FF2B5EF4-FFF2-40B4-BE49-F238E27FC236}">
                      <a16:creationId xmlns:a16="http://schemas.microsoft.com/office/drawing/2014/main" id="{ECC46060-8C91-B467-973D-0E4BC47DE177}"/>
                    </a:ext>
                  </a:extLst>
                </p14:cNvPr>
                <p14:cNvContentPartPr/>
                <p14:nvPr/>
              </p14:nvContentPartPr>
              <p14:xfrm>
                <a:off x="11063651" y="13940116"/>
                <a:ext cx="222120" cy="422640"/>
              </p14:xfrm>
            </p:contentPart>
          </mc:Choice>
          <mc:Fallback xmlns="">
            <p:pic>
              <p:nvPicPr>
                <p:cNvPr id="879" name="잉크 878">
                  <a:extLst>
                    <a:ext uri="{FF2B5EF4-FFF2-40B4-BE49-F238E27FC236}">
                      <a16:creationId xmlns:a16="http://schemas.microsoft.com/office/drawing/2014/main" id="{ECC46060-8C91-B467-973D-0E4BC47DE177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11055011" y="13931476"/>
                  <a:ext cx="2397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5">
              <p14:nvContentPartPr>
                <p14:cNvPr id="880" name="잉크 879">
                  <a:extLst>
                    <a:ext uri="{FF2B5EF4-FFF2-40B4-BE49-F238E27FC236}">
                      <a16:creationId xmlns:a16="http://schemas.microsoft.com/office/drawing/2014/main" id="{693F2F9A-0583-743C-552F-A019132BBCFC}"/>
                    </a:ext>
                  </a:extLst>
                </p14:cNvPr>
                <p14:cNvContentPartPr/>
                <p14:nvPr/>
              </p14:nvContentPartPr>
              <p14:xfrm>
                <a:off x="11217731" y="13937236"/>
                <a:ext cx="199800" cy="151560"/>
              </p14:xfrm>
            </p:contentPart>
          </mc:Choice>
          <mc:Fallback xmlns="">
            <p:pic>
              <p:nvPicPr>
                <p:cNvPr id="880" name="잉크 879">
                  <a:extLst>
                    <a:ext uri="{FF2B5EF4-FFF2-40B4-BE49-F238E27FC236}">
                      <a16:creationId xmlns:a16="http://schemas.microsoft.com/office/drawing/2014/main" id="{693F2F9A-0583-743C-552F-A019132BBCFC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11209091" y="13928236"/>
                  <a:ext cx="217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7">
              <p14:nvContentPartPr>
                <p14:cNvPr id="881" name="잉크 880">
                  <a:extLst>
                    <a:ext uri="{FF2B5EF4-FFF2-40B4-BE49-F238E27FC236}">
                      <a16:creationId xmlns:a16="http://schemas.microsoft.com/office/drawing/2014/main" id="{8439B573-4ED3-DFF1-E02D-119845460497}"/>
                    </a:ext>
                  </a:extLst>
                </p14:cNvPr>
                <p14:cNvContentPartPr/>
                <p14:nvPr/>
              </p14:nvContentPartPr>
              <p14:xfrm>
                <a:off x="11575211" y="13927516"/>
                <a:ext cx="150120" cy="473040"/>
              </p14:xfrm>
            </p:contentPart>
          </mc:Choice>
          <mc:Fallback xmlns="">
            <p:pic>
              <p:nvPicPr>
                <p:cNvPr id="881" name="잉크 880">
                  <a:extLst>
                    <a:ext uri="{FF2B5EF4-FFF2-40B4-BE49-F238E27FC236}">
                      <a16:creationId xmlns:a16="http://schemas.microsoft.com/office/drawing/2014/main" id="{8439B573-4ED3-DFF1-E02D-119845460497}"/>
                    </a:ext>
                  </a:extLst>
                </p:cNvPr>
                <p:cNvPicPr/>
                <p:nvPr/>
              </p:nvPicPr>
              <p:blipFill>
                <a:blip r:embed="rId988"/>
                <a:stretch>
                  <a:fillRect/>
                </a:stretch>
              </p:blipFill>
              <p:spPr>
                <a:xfrm>
                  <a:off x="11566571" y="13918876"/>
                  <a:ext cx="1677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9">
              <p14:nvContentPartPr>
                <p14:cNvPr id="882" name="잉크 881">
                  <a:extLst>
                    <a:ext uri="{FF2B5EF4-FFF2-40B4-BE49-F238E27FC236}">
                      <a16:creationId xmlns:a16="http://schemas.microsoft.com/office/drawing/2014/main" id="{7F2CCFAD-A250-EC31-99C9-CFDF18E3BA1B}"/>
                    </a:ext>
                  </a:extLst>
                </p14:cNvPr>
                <p14:cNvContentPartPr/>
                <p14:nvPr/>
              </p14:nvContentPartPr>
              <p14:xfrm>
                <a:off x="11821451" y="14058916"/>
                <a:ext cx="201960" cy="451800"/>
              </p14:xfrm>
            </p:contentPart>
          </mc:Choice>
          <mc:Fallback xmlns="">
            <p:pic>
              <p:nvPicPr>
                <p:cNvPr id="882" name="잉크 881">
                  <a:extLst>
                    <a:ext uri="{FF2B5EF4-FFF2-40B4-BE49-F238E27FC236}">
                      <a16:creationId xmlns:a16="http://schemas.microsoft.com/office/drawing/2014/main" id="{7F2CCFAD-A250-EC31-99C9-CFDF18E3BA1B}"/>
                    </a:ext>
                  </a:extLst>
                </p:cNvPr>
                <p:cNvPicPr/>
                <p:nvPr/>
              </p:nvPicPr>
              <p:blipFill>
                <a:blip r:embed="rId990"/>
                <a:stretch>
                  <a:fillRect/>
                </a:stretch>
              </p:blipFill>
              <p:spPr>
                <a:xfrm>
                  <a:off x="11812451" y="14049916"/>
                  <a:ext cx="2196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1">
              <p14:nvContentPartPr>
                <p14:cNvPr id="884" name="잉크 883">
                  <a:extLst>
                    <a:ext uri="{FF2B5EF4-FFF2-40B4-BE49-F238E27FC236}">
                      <a16:creationId xmlns:a16="http://schemas.microsoft.com/office/drawing/2014/main" id="{4F8EA60F-C7F5-D3B9-6F02-462498E530ED}"/>
                    </a:ext>
                  </a:extLst>
                </p14:cNvPr>
                <p14:cNvContentPartPr/>
                <p14:nvPr/>
              </p14:nvContentPartPr>
              <p14:xfrm>
                <a:off x="12574931" y="14151436"/>
                <a:ext cx="235440" cy="331560"/>
              </p14:xfrm>
            </p:contentPart>
          </mc:Choice>
          <mc:Fallback xmlns="">
            <p:pic>
              <p:nvPicPr>
                <p:cNvPr id="884" name="잉크 883">
                  <a:extLst>
                    <a:ext uri="{FF2B5EF4-FFF2-40B4-BE49-F238E27FC236}">
                      <a16:creationId xmlns:a16="http://schemas.microsoft.com/office/drawing/2014/main" id="{4F8EA60F-C7F5-D3B9-6F02-462498E530ED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12566291" y="14142436"/>
                  <a:ext cx="253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3">
              <p14:nvContentPartPr>
                <p14:cNvPr id="885" name="잉크 884">
                  <a:extLst>
                    <a:ext uri="{FF2B5EF4-FFF2-40B4-BE49-F238E27FC236}">
                      <a16:creationId xmlns:a16="http://schemas.microsoft.com/office/drawing/2014/main" id="{A4C0D61C-E2A1-1564-4402-62E05FB58963}"/>
                    </a:ext>
                  </a:extLst>
                </p14:cNvPr>
                <p14:cNvContentPartPr/>
                <p14:nvPr/>
              </p14:nvContentPartPr>
              <p14:xfrm>
                <a:off x="12757811" y="13597036"/>
                <a:ext cx="25560" cy="872280"/>
              </p14:xfrm>
            </p:contentPart>
          </mc:Choice>
          <mc:Fallback xmlns="">
            <p:pic>
              <p:nvPicPr>
                <p:cNvPr id="885" name="잉크 884">
                  <a:extLst>
                    <a:ext uri="{FF2B5EF4-FFF2-40B4-BE49-F238E27FC236}">
                      <a16:creationId xmlns:a16="http://schemas.microsoft.com/office/drawing/2014/main" id="{A4C0D61C-E2A1-1564-4402-62E05FB58963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12748811" y="13588036"/>
                  <a:ext cx="4320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5">
              <p14:nvContentPartPr>
                <p14:cNvPr id="886" name="잉크 885">
                  <a:extLst>
                    <a:ext uri="{FF2B5EF4-FFF2-40B4-BE49-F238E27FC236}">
                      <a16:creationId xmlns:a16="http://schemas.microsoft.com/office/drawing/2014/main" id="{EFEDB557-FF28-8025-3C4D-713F86EFB657}"/>
                    </a:ext>
                  </a:extLst>
                </p14:cNvPr>
                <p14:cNvContentPartPr/>
                <p14:nvPr/>
              </p14:nvContentPartPr>
              <p14:xfrm>
                <a:off x="12862571" y="13965316"/>
                <a:ext cx="318960" cy="470520"/>
              </p14:xfrm>
            </p:contentPart>
          </mc:Choice>
          <mc:Fallback xmlns="">
            <p:pic>
              <p:nvPicPr>
                <p:cNvPr id="886" name="잉크 885">
                  <a:extLst>
                    <a:ext uri="{FF2B5EF4-FFF2-40B4-BE49-F238E27FC236}">
                      <a16:creationId xmlns:a16="http://schemas.microsoft.com/office/drawing/2014/main" id="{EFEDB557-FF28-8025-3C4D-713F86EFB657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12853931" y="13956676"/>
                  <a:ext cx="3366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7">
              <p14:nvContentPartPr>
                <p14:cNvPr id="887" name="잉크 886">
                  <a:extLst>
                    <a:ext uri="{FF2B5EF4-FFF2-40B4-BE49-F238E27FC236}">
                      <a16:creationId xmlns:a16="http://schemas.microsoft.com/office/drawing/2014/main" id="{BF9EEBD1-44F4-C19D-C8F4-FBE5025D7B4A}"/>
                    </a:ext>
                  </a:extLst>
                </p14:cNvPr>
                <p14:cNvContentPartPr/>
                <p14:nvPr/>
              </p14:nvContentPartPr>
              <p14:xfrm>
                <a:off x="13055171" y="14063236"/>
                <a:ext cx="140400" cy="41400"/>
              </p14:xfrm>
            </p:contentPart>
          </mc:Choice>
          <mc:Fallback xmlns="">
            <p:pic>
              <p:nvPicPr>
                <p:cNvPr id="887" name="잉크 886">
                  <a:extLst>
                    <a:ext uri="{FF2B5EF4-FFF2-40B4-BE49-F238E27FC236}">
                      <a16:creationId xmlns:a16="http://schemas.microsoft.com/office/drawing/2014/main" id="{BF9EEBD1-44F4-C19D-C8F4-FBE5025D7B4A}"/>
                    </a:ext>
                  </a:extLst>
                </p:cNvPr>
                <p:cNvPicPr/>
                <p:nvPr/>
              </p:nvPicPr>
              <p:blipFill>
                <a:blip r:embed="rId998"/>
                <a:stretch>
                  <a:fillRect/>
                </a:stretch>
              </p:blipFill>
              <p:spPr>
                <a:xfrm>
                  <a:off x="13046531" y="14054236"/>
                  <a:ext cx="158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9">
              <p14:nvContentPartPr>
                <p14:cNvPr id="888" name="잉크 887">
                  <a:extLst>
                    <a:ext uri="{FF2B5EF4-FFF2-40B4-BE49-F238E27FC236}">
                      <a16:creationId xmlns:a16="http://schemas.microsoft.com/office/drawing/2014/main" id="{E3A7EB60-6553-E4A3-7717-D1F574C251B1}"/>
                    </a:ext>
                  </a:extLst>
                </p14:cNvPr>
                <p14:cNvContentPartPr/>
                <p14:nvPr/>
              </p14:nvContentPartPr>
              <p14:xfrm>
                <a:off x="13055171" y="13955596"/>
                <a:ext cx="479880" cy="366480"/>
              </p14:xfrm>
            </p:contentPart>
          </mc:Choice>
          <mc:Fallback xmlns="">
            <p:pic>
              <p:nvPicPr>
                <p:cNvPr id="888" name="잉크 887">
                  <a:extLst>
                    <a:ext uri="{FF2B5EF4-FFF2-40B4-BE49-F238E27FC236}">
                      <a16:creationId xmlns:a16="http://schemas.microsoft.com/office/drawing/2014/main" id="{E3A7EB60-6553-E4A3-7717-D1F574C251B1}"/>
                    </a:ext>
                  </a:extLst>
                </p:cNvPr>
                <p:cNvPicPr/>
                <p:nvPr/>
              </p:nvPicPr>
              <p:blipFill>
                <a:blip r:embed="rId1000"/>
                <a:stretch>
                  <a:fillRect/>
                </a:stretch>
              </p:blipFill>
              <p:spPr>
                <a:xfrm>
                  <a:off x="13046531" y="13946596"/>
                  <a:ext cx="4975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1">
              <p14:nvContentPartPr>
                <p14:cNvPr id="889" name="잉크 888">
                  <a:extLst>
                    <a:ext uri="{FF2B5EF4-FFF2-40B4-BE49-F238E27FC236}">
                      <a16:creationId xmlns:a16="http://schemas.microsoft.com/office/drawing/2014/main" id="{82E38465-723C-2EBE-7FA5-8F59CD1EAFD7}"/>
                    </a:ext>
                  </a:extLst>
                </p14:cNvPr>
                <p14:cNvContentPartPr/>
                <p14:nvPr/>
              </p14:nvContentPartPr>
              <p14:xfrm>
                <a:off x="13625771" y="14296156"/>
                <a:ext cx="287280" cy="6840"/>
              </p14:xfrm>
            </p:contentPart>
          </mc:Choice>
          <mc:Fallback xmlns="">
            <p:pic>
              <p:nvPicPr>
                <p:cNvPr id="889" name="잉크 888">
                  <a:extLst>
                    <a:ext uri="{FF2B5EF4-FFF2-40B4-BE49-F238E27FC236}">
                      <a16:creationId xmlns:a16="http://schemas.microsoft.com/office/drawing/2014/main" id="{82E38465-723C-2EBE-7FA5-8F59CD1EAFD7}"/>
                    </a:ext>
                  </a:extLst>
                </p:cNvPr>
                <p:cNvPicPr/>
                <p:nvPr/>
              </p:nvPicPr>
              <p:blipFill>
                <a:blip r:embed="rId1002"/>
                <a:stretch>
                  <a:fillRect/>
                </a:stretch>
              </p:blipFill>
              <p:spPr>
                <a:xfrm>
                  <a:off x="13616771" y="14287516"/>
                  <a:ext cx="304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3">
              <p14:nvContentPartPr>
                <p14:cNvPr id="890" name="잉크 889">
                  <a:extLst>
                    <a:ext uri="{FF2B5EF4-FFF2-40B4-BE49-F238E27FC236}">
                      <a16:creationId xmlns:a16="http://schemas.microsoft.com/office/drawing/2014/main" id="{F90B8244-2221-9515-596E-100271BAE0DA}"/>
                    </a:ext>
                  </a:extLst>
                </p14:cNvPr>
                <p14:cNvContentPartPr/>
                <p14:nvPr/>
              </p14:nvContentPartPr>
              <p14:xfrm>
                <a:off x="14087651" y="13638076"/>
                <a:ext cx="10800" cy="794160"/>
              </p14:xfrm>
            </p:contentPart>
          </mc:Choice>
          <mc:Fallback xmlns="">
            <p:pic>
              <p:nvPicPr>
                <p:cNvPr id="890" name="잉크 889">
                  <a:extLst>
                    <a:ext uri="{FF2B5EF4-FFF2-40B4-BE49-F238E27FC236}">
                      <a16:creationId xmlns:a16="http://schemas.microsoft.com/office/drawing/2014/main" id="{F90B8244-2221-9515-596E-100271BAE0DA}"/>
                    </a:ext>
                  </a:extLst>
                </p:cNvPr>
                <p:cNvPicPr/>
                <p:nvPr/>
              </p:nvPicPr>
              <p:blipFill>
                <a:blip r:embed="rId1004"/>
                <a:stretch>
                  <a:fillRect/>
                </a:stretch>
              </p:blipFill>
              <p:spPr>
                <a:xfrm>
                  <a:off x="14079011" y="13629076"/>
                  <a:ext cx="28440" cy="81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2" name="그룹 921">
            <a:extLst>
              <a:ext uri="{FF2B5EF4-FFF2-40B4-BE49-F238E27FC236}">
                <a16:creationId xmlns:a16="http://schemas.microsoft.com/office/drawing/2014/main" id="{EED2128C-633B-401F-6EBA-A24478DE2FE9}"/>
              </a:ext>
            </a:extLst>
          </p:cNvPr>
          <p:cNvGrpSpPr/>
          <p:nvPr/>
        </p:nvGrpSpPr>
        <p:grpSpPr>
          <a:xfrm>
            <a:off x="1673411" y="17828116"/>
            <a:ext cx="1169640" cy="2210400"/>
            <a:chOff x="1673411" y="17828116"/>
            <a:chExt cx="1169640" cy="22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5">
              <p14:nvContentPartPr>
                <p14:cNvPr id="915" name="잉크 914">
                  <a:extLst>
                    <a:ext uri="{FF2B5EF4-FFF2-40B4-BE49-F238E27FC236}">
                      <a16:creationId xmlns:a16="http://schemas.microsoft.com/office/drawing/2014/main" id="{DD14C148-E563-8ADE-9283-00DA246759D6}"/>
                    </a:ext>
                  </a:extLst>
                </p14:cNvPr>
                <p14:cNvContentPartPr/>
                <p14:nvPr/>
              </p14:nvContentPartPr>
              <p14:xfrm>
                <a:off x="1705091" y="17828116"/>
                <a:ext cx="1022400" cy="106920"/>
              </p14:xfrm>
            </p:contentPart>
          </mc:Choice>
          <mc:Fallback xmlns="">
            <p:pic>
              <p:nvPicPr>
                <p:cNvPr id="915" name="잉크 914">
                  <a:extLst>
                    <a:ext uri="{FF2B5EF4-FFF2-40B4-BE49-F238E27FC236}">
                      <a16:creationId xmlns:a16="http://schemas.microsoft.com/office/drawing/2014/main" id="{DD14C148-E563-8ADE-9283-00DA246759D6}"/>
                    </a:ext>
                  </a:extLst>
                </p:cNvPr>
                <p:cNvPicPr/>
                <p:nvPr/>
              </p:nvPicPr>
              <p:blipFill>
                <a:blip r:embed="rId1006"/>
                <a:stretch>
                  <a:fillRect/>
                </a:stretch>
              </p:blipFill>
              <p:spPr>
                <a:xfrm>
                  <a:off x="1696451" y="17819476"/>
                  <a:ext cx="1040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7">
              <p14:nvContentPartPr>
                <p14:cNvPr id="916" name="잉크 915">
                  <a:extLst>
                    <a:ext uri="{FF2B5EF4-FFF2-40B4-BE49-F238E27FC236}">
                      <a16:creationId xmlns:a16="http://schemas.microsoft.com/office/drawing/2014/main" id="{54FBF377-6FDD-D858-84DD-67D615955860}"/>
                    </a:ext>
                  </a:extLst>
                </p14:cNvPr>
                <p14:cNvContentPartPr/>
                <p14:nvPr/>
              </p14:nvContentPartPr>
              <p14:xfrm>
                <a:off x="2744771" y="18016036"/>
                <a:ext cx="98280" cy="828720"/>
              </p14:xfrm>
            </p:contentPart>
          </mc:Choice>
          <mc:Fallback xmlns="">
            <p:pic>
              <p:nvPicPr>
                <p:cNvPr id="916" name="잉크 915">
                  <a:extLst>
                    <a:ext uri="{FF2B5EF4-FFF2-40B4-BE49-F238E27FC236}">
                      <a16:creationId xmlns:a16="http://schemas.microsoft.com/office/drawing/2014/main" id="{54FBF377-6FDD-D858-84DD-67D615955860}"/>
                    </a:ext>
                  </a:extLst>
                </p:cNvPr>
                <p:cNvPicPr/>
                <p:nvPr/>
              </p:nvPicPr>
              <p:blipFill>
                <a:blip r:embed="rId1008"/>
                <a:stretch>
                  <a:fillRect/>
                </a:stretch>
              </p:blipFill>
              <p:spPr>
                <a:xfrm>
                  <a:off x="2735771" y="18007396"/>
                  <a:ext cx="11592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9">
              <p14:nvContentPartPr>
                <p14:cNvPr id="917" name="잉크 916">
                  <a:extLst>
                    <a:ext uri="{FF2B5EF4-FFF2-40B4-BE49-F238E27FC236}">
                      <a16:creationId xmlns:a16="http://schemas.microsoft.com/office/drawing/2014/main" id="{56197F1C-B7B7-4634-1673-511F6DAE21D7}"/>
                    </a:ext>
                  </a:extLst>
                </p14:cNvPr>
                <p14:cNvContentPartPr/>
                <p14:nvPr/>
              </p14:nvContentPartPr>
              <p14:xfrm>
                <a:off x="1673411" y="18302596"/>
                <a:ext cx="62280" cy="766080"/>
              </p14:xfrm>
            </p:contentPart>
          </mc:Choice>
          <mc:Fallback xmlns="">
            <p:pic>
              <p:nvPicPr>
                <p:cNvPr id="917" name="잉크 916">
                  <a:extLst>
                    <a:ext uri="{FF2B5EF4-FFF2-40B4-BE49-F238E27FC236}">
                      <a16:creationId xmlns:a16="http://schemas.microsoft.com/office/drawing/2014/main" id="{56197F1C-B7B7-4634-1673-511F6DAE21D7}"/>
                    </a:ext>
                  </a:extLst>
                </p:cNvPr>
                <p:cNvPicPr/>
                <p:nvPr/>
              </p:nvPicPr>
              <p:blipFill>
                <a:blip r:embed="rId1010"/>
                <a:stretch>
                  <a:fillRect/>
                </a:stretch>
              </p:blipFill>
              <p:spPr>
                <a:xfrm>
                  <a:off x="1664771" y="18293956"/>
                  <a:ext cx="7992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1">
              <p14:nvContentPartPr>
                <p14:cNvPr id="918" name="잉크 917">
                  <a:extLst>
                    <a:ext uri="{FF2B5EF4-FFF2-40B4-BE49-F238E27FC236}">
                      <a16:creationId xmlns:a16="http://schemas.microsoft.com/office/drawing/2014/main" id="{DF7EA1FB-067C-C9E7-3930-4B10593A45FE}"/>
                    </a:ext>
                  </a:extLst>
                </p14:cNvPr>
                <p14:cNvContentPartPr/>
                <p14:nvPr/>
              </p14:nvContentPartPr>
              <p14:xfrm>
                <a:off x="1869611" y="19209796"/>
                <a:ext cx="668880" cy="59040"/>
              </p14:xfrm>
            </p:contentPart>
          </mc:Choice>
          <mc:Fallback xmlns="">
            <p:pic>
              <p:nvPicPr>
                <p:cNvPr id="918" name="잉크 917">
                  <a:extLst>
                    <a:ext uri="{FF2B5EF4-FFF2-40B4-BE49-F238E27FC236}">
                      <a16:creationId xmlns:a16="http://schemas.microsoft.com/office/drawing/2014/main" id="{DF7EA1FB-067C-C9E7-3930-4B10593A45FE}"/>
                    </a:ext>
                  </a:extLst>
                </p:cNvPr>
                <p:cNvPicPr/>
                <p:nvPr/>
              </p:nvPicPr>
              <p:blipFill>
                <a:blip r:embed="rId1012"/>
                <a:stretch>
                  <a:fillRect/>
                </a:stretch>
              </p:blipFill>
              <p:spPr>
                <a:xfrm>
                  <a:off x="1860971" y="19201156"/>
                  <a:ext cx="686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3">
              <p14:nvContentPartPr>
                <p14:cNvPr id="919" name="잉크 918">
                  <a:extLst>
                    <a:ext uri="{FF2B5EF4-FFF2-40B4-BE49-F238E27FC236}">
                      <a16:creationId xmlns:a16="http://schemas.microsoft.com/office/drawing/2014/main" id="{123431EA-83C1-10BC-E761-7C9EB08C4ECA}"/>
                    </a:ext>
                  </a:extLst>
                </p14:cNvPr>
                <p14:cNvContentPartPr/>
                <p14:nvPr/>
              </p14:nvContentPartPr>
              <p14:xfrm>
                <a:off x="1792571" y="19537396"/>
                <a:ext cx="81000" cy="451080"/>
              </p14:xfrm>
            </p:contentPart>
          </mc:Choice>
          <mc:Fallback xmlns="">
            <p:pic>
              <p:nvPicPr>
                <p:cNvPr id="919" name="잉크 918">
                  <a:extLst>
                    <a:ext uri="{FF2B5EF4-FFF2-40B4-BE49-F238E27FC236}">
                      <a16:creationId xmlns:a16="http://schemas.microsoft.com/office/drawing/2014/main" id="{123431EA-83C1-10BC-E761-7C9EB08C4ECA}"/>
                    </a:ext>
                  </a:extLst>
                </p:cNvPr>
                <p:cNvPicPr/>
                <p:nvPr/>
              </p:nvPicPr>
              <p:blipFill>
                <a:blip r:embed="rId1014"/>
                <a:stretch>
                  <a:fillRect/>
                </a:stretch>
              </p:blipFill>
              <p:spPr>
                <a:xfrm>
                  <a:off x="1783931" y="19528756"/>
                  <a:ext cx="986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5">
              <p14:nvContentPartPr>
                <p14:cNvPr id="920" name="잉크 919">
                  <a:extLst>
                    <a:ext uri="{FF2B5EF4-FFF2-40B4-BE49-F238E27FC236}">
                      <a16:creationId xmlns:a16="http://schemas.microsoft.com/office/drawing/2014/main" id="{CD288704-B838-CC03-122E-DD88838DD06F}"/>
                    </a:ext>
                  </a:extLst>
                </p14:cNvPr>
                <p14:cNvContentPartPr/>
                <p14:nvPr/>
              </p14:nvContentPartPr>
              <p14:xfrm>
                <a:off x="2692211" y="19266676"/>
                <a:ext cx="73800" cy="623880"/>
              </p14:xfrm>
            </p:contentPart>
          </mc:Choice>
          <mc:Fallback xmlns="">
            <p:pic>
              <p:nvPicPr>
                <p:cNvPr id="920" name="잉크 919">
                  <a:extLst>
                    <a:ext uri="{FF2B5EF4-FFF2-40B4-BE49-F238E27FC236}">
                      <a16:creationId xmlns:a16="http://schemas.microsoft.com/office/drawing/2014/main" id="{CD288704-B838-CC03-122E-DD88838DD06F}"/>
                    </a:ext>
                  </a:extLst>
                </p:cNvPr>
                <p:cNvPicPr/>
                <p:nvPr/>
              </p:nvPicPr>
              <p:blipFill>
                <a:blip r:embed="rId1016"/>
                <a:stretch>
                  <a:fillRect/>
                </a:stretch>
              </p:blipFill>
              <p:spPr>
                <a:xfrm>
                  <a:off x="2683211" y="19257676"/>
                  <a:ext cx="9144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7">
              <p14:nvContentPartPr>
                <p14:cNvPr id="921" name="잉크 920">
                  <a:extLst>
                    <a:ext uri="{FF2B5EF4-FFF2-40B4-BE49-F238E27FC236}">
                      <a16:creationId xmlns:a16="http://schemas.microsoft.com/office/drawing/2014/main" id="{ABD90617-1C13-6955-FB36-242C941A5FA9}"/>
                    </a:ext>
                  </a:extLst>
                </p14:cNvPr>
                <p14:cNvContentPartPr/>
                <p14:nvPr/>
              </p14:nvContentPartPr>
              <p14:xfrm>
                <a:off x="1981571" y="19987756"/>
                <a:ext cx="728280" cy="50760"/>
              </p14:xfrm>
            </p:contentPart>
          </mc:Choice>
          <mc:Fallback xmlns="">
            <p:pic>
              <p:nvPicPr>
                <p:cNvPr id="921" name="잉크 920">
                  <a:extLst>
                    <a:ext uri="{FF2B5EF4-FFF2-40B4-BE49-F238E27FC236}">
                      <a16:creationId xmlns:a16="http://schemas.microsoft.com/office/drawing/2014/main" id="{ABD90617-1C13-6955-FB36-242C941A5FA9}"/>
                    </a:ext>
                  </a:extLst>
                </p:cNvPr>
                <p:cNvPicPr/>
                <p:nvPr/>
              </p:nvPicPr>
              <p:blipFill>
                <a:blip r:embed="rId1018"/>
                <a:stretch>
                  <a:fillRect/>
                </a:stretch>
              </p:blipFill>
              <p:spPr>
                <a:xfrm>
                  <a:off x="1972931" y="19979116"/>
                  <a:ext cx="7459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0" name="그룹 929">
            <a:extLst>
              <a:ext uri="{FF2B5EF4-FFF2-40B4-BE49-F238E27FC236}">
                <a16:creationId xmlns:a16="http://schemas.microsoft.com/office/drawing/2014/main" id="{3AA8BCA8-E1CF-2E61-3667-478602DE9202}"/>
              </a:ext>
            </a:extLst>
          </p:cNvPr>
          <p:cNvGrpSpPr/>
          <p:nvPr/>
        </p:nvGrpSpPr>
        <p:grpSpPr>
          <a:xfrm>
            <a:off x="3975971" y="18245356"/>
            <a:ext cx="1572120" cy="885960"/>
            <a:chOff x="3975971" y="18245356"/>
            <a:chExt cx="1572120" cy="88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9">
              <p14:nvContentPartPr>
                <p14:cNvPr id="924" name="잉크 923">
                  <a:extLst>
                    <a:ext uri="{FF2B5EF4-FFF2-40B4-BE49-F238E27FC236}">
                      <a16:creationId xmlns:a16="http://schemas.microsoft.com/office/drawing/2014/main" id="{2C23933B-09A5-CFAE-0659-166F038CD3E3}"/>
                    </a:ext>
                  </a:extLst>
                </p14:cNvPr>
                <p14:cNvContentPartPr/>
                <p14:nvPr/>
              </p14:nvContentPartPr>
              <p14:xfrm>
                <a:off x="4225091" y="18576556"/>
                <a:ext cx="52920" cy="337320"/>
              </p14:xfrm>
            </p:contentPart>
          </mc:Choice>
          <mc:Fallback xmlns="">
            <p:pic>
              <p:nvPicPr>
                <p:cNvPr id="924" name="잉크 923">
                  <a:extLst>
                    <a:ext uri="{FF2B5EF4-FFF2-40B4-BE49-F238E27FC236}">
                      <a16:creationId xmlns:a16="http://schemas.microsoft.com/office/drawing/2014/main" id="{2C23933B-09A5-CFAE-0659-166F038CD3E3}"/>
                    </a:ext>
                  </a:extLst>
                </p:cNvPr>
                <p:cNvPicPr/>
                <p:nvPr/>
              </p:nvPicPr>
              <p:blipFill>
                <a:blip r:embed="rId1020"/>
                <a:stretch>
                  <a:fillRect/>
                </a:stretch>
              </p:blipFill>
              <p:spPr>
                <a:xfrm>
                  <a:off x="4216091" y="18567916"/>
                  <a:ext cx="705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1">
              <p14:nvContentPartPr>
                <p14:cNvPr id="925" name="잉크 924">
                  <a:extLst>
                    <a:ext uri="{FF2B5EF4-FFF2-40B4-BE49-F238E27FC236}">
                      <a16:creationId xmlns:a16="http://schemas.microsoft.com/office/drawing/2014/main" id="{A914CFD6-E659-C4A1-E4B7-7704B4AC91CE}"/>
                    </a:ext>
                  </a:extLst>
                </p14:cNvPr>
                <p14:cNvContentPartPr/>
                <p14:nvPr/>
              </p14:nvContentPartPr>
              <p14:xfrm>
                <a:off x="4501571" y="18576556"/>
                <a:ext cx="14400" cy="198720"/>
              </p14:xfrm>
            </p:contentPart>
          </mc:Choice>
          <mc:Fallback xmlns="">
            <p:pic>
              <p:nvPicPr>
                <p:cNvPr id="925" name="잉크 924">
                  <a:extLst>
                    <a:ext uri="{FF2B5EF4-FFF2-40B4-BE49-F238E27FC236}">
                      <a16:creationId xmlns:a16="http://schemas.microsoft.com/office/drawing/2014/main" id="{A914CFD6-E659-C4A1-E4B7-7704B4AC91CE}"/>
                    </a:ext>
                  </a:extLst>
                </p:cNvPr>
                <p:cNvPicPr/>
                <p:nvPr/>
              </p:nvPicPr>
              <p:blipFill>
                <a:blip r:embed="rId1022"/>
                <a:stretch>
                  <a:fillRect/>
                </a:stretch>
              </p:blipFill>
              <p:spPr>
                <a:xfrm>
                  <a:off x="4492571" y="18567916"/>
                  <a:ext cx="32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3">
              <p14:nvContentPartPr>
                <p14:cNvPr id="926" name="잉크 925">
                  <a:extLst>
                    <a:ext uri="{FF2B5EF4-FFF2-40B4-BE49-F238E27FC236}">
                      <a16:creationId xmlns:a16="http://schemas.microsoft.com/office/drawing/2014/main" id="{5D101484-2BCE-3D92-711F-9005D7448E1E}"/>
                    </a:ext>
                  </a:extLst>
                </p14:cNvPr>
                <p14:cNvContentPartPr/>
                <p14:nvPr/>
              </p14:nvContentPartPr>
              <p14:xfrm>
                <a:off x="4844651" y="18608236"/>
                <a:ext cx="35280" cy="167400"/>
              </p14:xfrm>
            </p:contentPart>
          </mc:Choice>
          <mc:Fallback xmlns="">
            <p:pic>
              <p:nvPicPr>
                <p:cNvPr id="926" name="잉크 925">
                  <a:extLst>
                    <a:ext uri="{FF2B5EF4-FFF2-40B4-BE49-F238E27FC236}">
                      <a16:creationId xmlns:a16="http://schemas.microsoft.com/office/drawing/2014/main" id="{5D101484-2BCE-3D92-711F-9005D7448E1E}"/>
                    </a:ext>
                  </a:extLst>
                </p:cNvPr>
                <p:cNvPicPr/>
                <p:nvPr/>
              </p:nvPicPr>
              <p:blipFill>
                <a:blip r:embed="rId1024"/>
                <a:stretch>
                  <a:fillRect/>
                </a:stretch>
              </p:blipFill>
              <p:spPr>
                <a:xfrm>
                  <a:off x="4835651" y="18599236"/>
                  <a:ext cx="52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927" name="잉크 926">
                  <a:extLst>
                    <a:ext uri="{FF2B5EF4-FFF2-40B4-BE49-F238E27FC236}">
                      <a16:creationId xmlns:a16="http://schemas.microsoft.com/office/drawing/2014/main" id="{A6CD873D-27E7-E5C0-1A5F-B38B5BADF6C2}"/>
                    </a:ext>
                  </a:extLst>
                </p14:cNvPr>
                <p14:cNvContentPartPr/>
                <p14:nvPr/>
              </p14:nvContentPartPr>
              <p14:xfrm>
                <a:off x="4879571" y="18608236"/>
                <a:ext cx="252360" cy="180000"/>
              </p14:xfrm>
            </p:contentPart>
          </mc:Choice>
          <mc:Fallback xmlns="">
            <p:pic>
              <p:nvPicPr>
                <p:cNvPr id="927" name="잉크 926">
                  <a:extLst>
                    <a:ext uri="{FF2B5EF4-FFF2-40B4-BE49-F238E27FC236}">
                      <a16:creationId xmlns:a16="http://schemas.microsoft.com/office/drawing/2014/main" id="{A6CD873D-27E7-E5C0-1A5F-B38B5BADF6C2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4870571" y="18599236"/>
                  <a:ext cx="270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928" name="잉크 927">
                  <a:extLst>
                    <a:ext uri="{FF2B5EF4-FFF2-40B4-BE49-F238E27FC236}">
                      <a16:creationId xmlns:a16="http://schemas.microsoft.com/office/drawing/2014/main" id="{C5B3269D-EA95-C3A2-E05C-B4E668B22CC5}"/>
                    </a:ext>
                  </a:extLst>
                </p14:cNvPr>
                <p14:cNvContentPartPr/>
                <p14:nvPr/>
              </p14:nvContentPartPr>
              <p14:xfrm>
                <a:off x="3975971" y="18245356"/>
                <a:ext cx="1572120" cy="885960"/>
              </p14:xfrm>
            </p:contentPart>
          </mc:Choice>
          <mc:Fallback xmlns="">
            <p:pic>
              <p:nvPicPr>
                <p:cNvPr id="928" name="잉크 927">
                  <a:extLst>
                    <a:ext uri="{FF2B5EF4-FFF2-40B4-BE49-F238E27FC236}">
                      <a16:creationId xmlns:a16="http://schemas.microsoft.com/office/drawing/2014/main" id="{C5B3269D-EA95-C3A2-E05C-B4E668B22CC5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3967331" y="18236716"/>
                  <a:ext cx="158976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929" name="잉크 928">
                  <a:extLst>
                    <a:ext uri="{FF2B5EF4-FFF2-40B4-BE49-F238E27FC236}">
                      <a16:creationId xmlns:a16="http://schemas.microsoft.com/office/drawing/2014/main" id="{B9601756-0B66-8692-5FCD-FBAE685383A8}"/>
                    </a:ext>
                  </a:extLst>
                </p14:cNvPr>
                <p14:cNvContentPartPr/>
                <p14:nvPr/>
              </p14:nvContentPartPr>
              <p14:xfrm>
                <a:off x="5457011" y="19061836"/>
                <a:ext cx="360" cy="360"/>
              </p14:xfrm>
            </p:contentPart>
          </mc:Choice>
          <mc:Fallback xmlns="">
            <p:pic>
              <p:nvPicPr>
                <p:cNvPr id="929" name="잉크 928">
                  <a:extLst>
                    <a:ext uri="{FF2B5EF4-FFF2-40B4-BE49-F238E27FC236}">
                      <a16:creationId xmlns:a16="http://schemas.microsoft.com/office/drawing/2014/main" id="{B9601756-0B66-8692-5FCD-FBAE685383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48011" y="190528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9" name="그룹 938">
            <a:extLst>
              <a:ext uri="{FF2B5EF4-FFF2-40B4-BE49-F238E27FC236}">
                <a16:creationId xmlns:a16="http://schemas.microsoft.com/office/drawing/2014/main" id="{7EB59706-9B74-6194-9C4C-B1C562A72FB4}"/>
              </a:ext>
            </a:extLst>
          </p:cNvPr>
          <p:cNvGrpSpPr/>
          <p:nvPr/>
        </p:nvGrpSpPr>
        <p:grpSpPr>
          <a:xfrm>
            <a:off x="6384011" y="19257676"/>
            <a:ext cx="2984040" cy="1640880"/>
            <a:chOff x="6384011" y="19257676"/>
            <a:chExt cx="2984040" cy="164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0">
              <p14:nvContentPartPr>
                <p14:cNvPr id="931" name="잉크 930">
                  <a:extLst>
                    <a:ext uri="{FF2B5EF4-FFF2-40B4-BE49-F238E27FC236}">
                      <a16:creationId xmlns:a16="http://schemas.microsoft.com/office/drawing/2014/main" id="{724757C5-339C-6017-6CC5-344A3796385A}"/>
                    </a:ext>
                  </a:extLst>
                </p14:cNvPr>
                <p14:cNvContentPartPr/>
                <p14:nvPr/>
              </p14:nvContentPartPr>
              <p14:xfrm>
                <a:off x="6384011" y="19656556"/>
                <a:ext cx="271080" cy="423000"/>
              </p14:xfrm>
            </p:contentPart>
          </mc:Choice>
          <mc:Fallback xmlns="">
            <p:pic>
              <p:nvPicPr>
                <p:cNvPr id="931" name="잉크 930">
                  <a:extLst>
                    <a:ext uri="{FF2B5EF4-FFF2-40B4-BE49-F238E27FC236}">
                      <a16:creationId xmlns:a16="http://schemas.microsoft.com/office/drawing/2014/main" id="{724757C5-339C-6017-6CC5-344A3796385A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6375371" y="19647916"/>
                  <a:ext cx="288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932" name="잉크 931">
                  <a:extLst>
                    <a:ext uri="{FF2B5EF4-FFF2-40B4-BE49-F238E27FC236}">
                      <a16:creationId xmlns:a16="http://schemas.microsoft.com/office/drawing/2014/main" id="{1B1CB4A1-64E1-51CB-01AF-78D174AF84AB}"/>
                    </a:ext>
                  </a:extLst>
                </p14:cNvPr>
                <p14:cNvContentPartPr/>
                <p14:nvPr/>
              </p14:nvContentPartPr>
              <p14:xfrm>
                <a:off x="6843011" y="19672756"/>
                <a:ext cx="238680" cy="378360"/>
              </p14:xfrm>
            </p:contentPart>
          </mc:Choice>
          <mc:Fallback xmlns="">
            <p:pic>
              <p:nvPicPr>
                <p:cNvPr id="932" name="잉크 931">
                  <a:extLst>
                    <a:ext uri="{FF2B5EF4-FFF2-40B4-BE49-F238E27FC236}">
                      <a16:creationId xmlns:a16="http://schemas.microsoft.com/office/drawing/2014/main" id="{1B1CB4A1-64E1-51CB-01AF-78D174AF84AB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6834011" y="19664116"/>
                  <a:ext cx="2563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933" name="잉크 932">
                  <a:extLst>
                    <a:ext uri="{FF2B5EF4-FFF2-40B4-BE49-F238E27FC236}">
                      <a16:creationId xmlns:a16="http://schemas.microsoft.com/office/drawing/2014/main" id="{3C328052-7C03-CBC4-F232-90D7302B648E}"/>
                    </a:ext>
                  </a:extLst>
                </p14:cNvPr>
                <p14:cNvContentPartPr/>
                <p14:nvPr/>
              </p14:nvContentPartPr>
              <p14:xfrm>
                <a:off x="7462571" y="19792636"/>
                <a:ext cx="376560" cy="12960"/>
              </p14:xfrm>
            </p:contentPart>
          </mc:Choice>
          <mc:Fallback xmlns="">
            <p:pic>
              <p:nvPicPr>
                <p:cNvPr id="933" name="잉크 932">
                  <a:extLst>
                    <a:ext uri="{FF2B5EF4-FFF2-40B4-BE49-F238E27FC236}">
                      <a16:creationId xmlns:a16="http://schemas.microsoft.com/office/drawing/2014/main" id="{3C328052-7C03-CBC4-F232-90D7302B648E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7453571" y="19783636"/>
                  <a:ext cx="39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934" name="잉크 933">
                  <a:extLst>
                    <a:ext uri="{FF2B5EF4-FFF2-40B4-BE49-F238E27FC236}">
                      <a16:creationId xmlns:a16="http://schemas.microsoft.com/office/drawing/2014/main" id="{B27C21CA-A7C4-FAE7-8DBA-615E36DBAB43}"/>
                    </a:ext>
                  </a:extLst>
                </p14:cNvPr>
                <p14:cNvContentPartPr/>
                <p14:nvPr/>
              </p14:nvContentPartPr>
              <p14:xfrm>
                <a:off x="7542851" y="19874356"/>
                <a:ext cx="413280" cy="44280"/>
              </p14:xfrm>
            </p:contentPart>
          </mc:Choice>
          <mc:Fallback xmlns="">
            <p:pic>
              <p:nvPicPr>
                <p:cNvPr id="934" name="잉크 933">
                  <a:extLst>
                    <a:ext uri="{FF2B5EF4-FFF2-40B4-BE49-F238E27FC236}">
                      <a16:creationId xmlns:a16="http://schemas.microsoft.com/office/drawing/2014/main" id="{B27C21CA-A7C4-FAE7-8DBA-615E36DBAB43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7534211" y="19865716"/>
                  <a:ext cx="430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935" name="잉크 934">
                  <a:extLst>
                    <a:ext uri="{FF2B5EF4-FFF2-40B4-BE49-F238E27FC236}">
                      <a16:creationId xmlns:a16="http://schemas.microsoft.com/office/drawing/2014/main" id="{8BBD9D6A-A9C4-DB39-B2F4-99487C5D72E5}"/>
                    </a:ext>
                  </a:extLst>
                </p14:cNvPr>
                <p14:cNvContentPartPr/>
                <p14:nvPr/>
              </p14:nvContentPartPr>
              <p14:xfrm>
                <a:off x="7602251" y="19524796"/>
                <a:ext cx="291240" cy="526320"/>
              </p14:xfrm>
            </p:contentPart>
          </mc:Choice>
          <mc:Fallback xmlns="">
            <p:pic>
              <p:nvPicPr>
                <p:cNvPr id="935" name="잉크 934">
                  <a:extLst>
                    <a:ext uri="{FF2B5EF4-FFF2-40B4-BE49-F238E27FC236}">
                      <a16:creationId xmlns:a16="http://schemas.microsoft.com/office/drawing/2014/main" id="{8BBD9D6A-A9C4-DB39-B2F4-99487C5D72E5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7593611" y="19516156"/>
                  <a:ext cx="3088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936" name="잉크 935">
                  <a:extLst>
                    <a:ext uri="{FF2B5EF4-FFF2-40B4-BE49-F238E27FC236}">
                      <a16:creationId xmlns:a16="http://schemas.microsoft.com/office/drawing/2014/main" id="{8271F474-1B5F-535E-05F2-81B324659E09}"/>
                    </a:ext>
                  </a:extLst>
                </p14:cNvPr>
                <p14:cNvContentPartPr/>
                <p14:nvPr/>
              </p14:nvContentPartPr>
              <p14:xfrm>
                <a:off x="8253491" y="19257676"/>
                <a:ext cx="822240" cy="154080"/>
              </p14:xfrm>
            </p:contentPart>
          </mc:Choice>
          <mc:Fallback xmlns="">
            <p:pic>
              <p:nvPicPr>
                <p:cNvPr id="936" name="잉크 935">
                  <a:extLst>
                    <a:ext uri="{FF2B5EF4-FFF2-40B4-BE49-F238E27FC236}">
                      <a16:creationId xmlns:a16="http://schemas.microsoft.com/office/drawing/2014/main" id="{8271F474-1B5F-535E-05F2-81B324659E09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8244491" y="19248676"/>
                  <a:ext cx="839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937" name="잉크 936">
                  <a:extLst>
                    <a:ext uri="{FF2B5EF4-FFF2-40B4-BE49-F238E27FC236}">
                      <a16:creationId xmlns:a16="http://schemas.microsoft.com/office/drawing/2014/main" id="{B9A62646-0BDA-D62F-0AE8-026E8F292C2B}"/>
                    </a:ext>
                  </a:extLst>
                </p14:cNvPr>
                <p14:cNvContentPartPr/>
                <p14:nvPr/>
              </p14:nvContentPartPr>
              <p14:xfrm>
                <a:off x="8403971" y="19323196"/>
                <a:ext cx="819360" cy="873360"/>
              </p14:xfrm>
            </p:contentPart>
          </mc:Choice>
          <mc:Fallback xmlns="">
            <p:pic>
              <p:nvPicPr>
                <p:cNvPr id="937" name="잉크 936">
                  <a:extLst>
                    <a:ext uri="{FF2B5EF4-FFF2-40B4-BE49-F238E27FC236}">
                      <a16:creationId xmlns:a16="http://schemas.microsoft.com/office/drawing/2014/main" id="{B9A62646-0BDA-D62F-0AE8-026E8F292C2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394971" y="19314556"/>
                  <a:ext cx="83700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938" name="잉크 937">
                  <a:extLst>
                    <a:ext uri="{FF2B5EF4-FFF2-40B4-BE49-F238E27FC236}">
                      <a16:creationId xmlns:a16="http://schemas.microsoft.com/office/drawing/2014/main" id="{693B8C1D-A9CF-CF05-A852-A583B8C79AC7}"/>
                    </a:ext>
                  </a:extLst>
                </p14:cNvPr>
                <p14:cNvContentPartPr/>
                <p14:nvPr/>
              </p14:nvContentPartPr>
              <p14:xfrm>
                <a:off x="8495051" y="20170636"/>
                <a:ext cx="873000" cy="727920"/>
              </p14:xfrm>
            </p:contentPart>
          </mc:Choice>
          <mc:Fallback xmlns="">
            <p:pic>
              <p:nvPicPr>
                <p:cNvPr id="938" name="잉크 937">
                  <a:extLst>
                    <a:ext uri="{FF2B5EF4-FFF2-40B4-BE49-F238E27FC236}">
                      <a16:creationId xmlns:a16="http://schemas.microsoft.com/office/drawing/2014/main" id="{693B8C1D-A9CF-CF05-A852-A583B8C79AC7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486051" y="20161636"/>
                  <a:ext cx="890640" cy="74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6">
            <p14:nvContentPartPr>
              <p14:cNvPr id="940" name="잉크 939">
                <a:extLst>
                  <a:ext uri="{FF2B5EF4-FFF2-40B4-BE49-F238E27FC236}">
                    <a16:creationId xmlns:a16="http://schemas.microsoft.com/office/drawing/2014/main" id="{76BE0BDB-77A0-791E-8AB4-2BBF45D1C51F}"/>
                  </a:ext>
                </a:extLst>
              </p14:cNvPr>
              <p14:cNvContentPartPr/>
              <p14:nvPr/>
            </p14:nvContentPartPr>
            <p14:xfrm>
              <a:off x="10787171" y="19691836"/>
              <a:ext cx="26640" cy="441360"/>
            </p14:xfrm>
          </p:contentPart>
        </mc:Choice>
        <mc:Fallback xmlns="">
          <p:pic>
            <p:nvPicPr>
              <p:cNvPr id="940" name="잉크 939">
                <a:extLst>
                  <a:ext uri="{FF2B5EF4-FFF2-40B4-BE49-F238E27FC236}">
                    <a16:creationId xmlns:a16="http://schemas.microsoft.com/office/drawing/2014/main" id="{76BE0BDB-77A0-791E-8AB4-2BBF45D1C51F}"/>
                  </a:ext>
                </a:extLst>
              </p:cNvPr>
              <p:cNvPicPr/>
              <p:nvPr/>
            </p:nvPicPr>
            <p:blipFill>
              <a:blip r:embed="rId1047"/>
              <a:stretch>
                <a:fillRect/>
              </a:stretch>
            </p:blipFill>
            <p:spPr>
              <a:xfrm>
                <a:off x="10778171" y="19682836"/>
                <a:ext cx="4428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8">
            <p14:nvContentPartPr>
              <p14:cNvPr id="941" name="잉크 940">
                <a:extLst>
                  <a:ext uri="{FF2B5EF4-FFF2-40B4-BE49-F238E27FC236}">
                    <a16:creationId xmlns:a16="http://schemas.microsoft.com/office/drawing/2014/main" id="{069A9E12-22ED-FC35-4ADA-5ED9A0DCA68B}"/>
                  </a:ext>
                </a:extLst>
              </p14:cNvPr>
              <p14:cNvContentPartPr/>
              <p14:nvPr/>
            </p14:nvContentPartPr>
            <p14:xfrm>
              <a:off x="11182811" y="19537396"/>
              <a:ext cx="144000" cy="554760"/>
            </p14:xfrm>
          </p:contentPart>
        </mc:Choice>
        <mc:Fallback xmlns="">
          <p:pic>
            <p:nvPicPr>
              <p:cNvPr id="941" name="잉크 940">
                <a:extLst>
                  <a:ext uri="{FF2B5EF4-FFF2-40B4-BE49-F238E27FC236}">
                    <a16:creationId xmlns:a16="http://schemas.microsoft.com/office/drawing/2014/main" id="{069A9E12-22ED-FC35-4ADA-5ED9A0DCA68B}"/>
                  </a:ext>
                </a:extLst>
              </p:cNvPr>
              <p:cNvPicPr/>
              <p:nvPr/>
            </p:nvPicPr>
            <p:blipFill>
              <a:blip r:embed="rId1049"/>
              <a:stretch>
                <a:fillRect/>
              </a:stretch>
            </p:blipFill>
            <p:spPr>
              <a:xfrm>
                <a:off x="11173811" y="19528756"/>
                <a:ext cx="161640" cy="57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2" name="그룹 971">
            <a:extLst>
              <a:ext uri="{FF2B5EF4-FFF2-40B4-BE49-F238E27FC236}">
                <a16:creationId xmlns:a16="http://schemas.microsoft.com/office/drawing/2014/main" id="{FEB067E2-2E7A-1A83-3C9F-0E0A56E0F005}"/>
              </a:ext>
            </a:extLst>
          </p:cNvPr>
          <p:cNvGrpSpPr/>
          <p:nvPr/>
        </p:nvGrpSpPr>
        <p:grpSpPr>
          <a:xfrm>
            <a:off x="11833691" y="19600396"/>
            <a:ext cx="518400" cy="318600"/>
            <a:chOff x="11833691" y="19600396"/>
            <a:chExt cx="5184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942" name="잉크 941">
                  <a:extLst>
                    <a:ext uri="{FF2B5EF4-FFF2-40B4-BE49-F238E27FC236}">
                      <a16:creationId xmlns:a16="http://schemas.microsoft.com/office/drawing/2014/main" id="{04D5020B-4F90-7CA1-8A5F-BBC17C814D92}"/>
                    </a:ext>
                  </a:extLst>
                </p14:cNvPr>
                <p14:cNvContentPartPr/>
                <p14:nvPr/>
              </p14:nvContentPartPr>
              <p14:xfrm>
                <a:off x="11833691" y="19742236"/>
                <a:ext cx="416880" cy="22320"/>
              </p14:xfrm>
            </p:contentPart>
          </mc:Choice>
          <mc:Fallback xmlns="">
            <p:pic>
              <p:nvPicPr>
                <p:cNvPr id="942" name="잉크 941">
                  <a:extLst>
                    <a:ext uri="{FF2B5EF4-FFF2-40B4-BE49-F238E27FC236}">
                      <a16:creationId xmlns:a16="http://schemas.microsoft.com/office/drawing/2014/main" id="{04D5020B-4F90-7CA1-8A5F-BBC17C814D92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1825051" y="19733236"/>
                  <a:ext cx="434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943" name="잉크 942">
                  <a:extLst>
                    <a:ext uri="{FF2B5EF4-FFF2-40B4-BE49-F238E27FC236}">
                      <a16:creationId xmlns:a16="http://schemas.microsoft.com/office/drawing/2014/main" id="{1DDA39CF-0B6D-7AD5-39A3-84AB468B6B90}"/>
                    </a:ext>
                  </a:extLst>
                </p14:cNvPr>
                <p14:cNvContentPartPr/>
                <p14:nvPr/>
              </p14:nvContentPartPr>
              <p14:xfrm>
                <a:off x="12152291" y="19600396"/>
                <a:ext cx="199800" cy="318600"/>
              </p14:xfrm>
            </p:contentPart>
          </mc:Choice>
          <mc:Fallback xmlns="">
            <p:pic>
              <p:nvPicPr>
                <p:cNvPr id="943" name="잉크 942">
                  <a:extLst>
                    <a:ext uri="{FF2B5EF4-FFF2-40B4-BE49-F238E27FC236}">
                      <a16:creationId xmlns:a16="http://schemas.microsoft.com/office/drawing/2014/main" id="{1DDA39CF-0B6D-7AD5-39A3-84AB468B6B90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12143291" y="19591756"/>
                  <a:ext cx="21744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4">
            <p14:nvContentPartPr>
              <p14:cNvPr id="944" name="잉크 943">
                <a:extLst>
                  <a:ext uri="{FF2B5EF4-FFF2-40B4-BE49-F238E27FC236}">
                    <a16:creationId xmlns:a16="http://schemas.microsoft.com/office/drawing/2014/main" id="{7ED47AD4-CAB2-69C5-D315-261A0703FC6B}"/>
                  </a:ext>
                </a:extLst>
              </p14:cNvPr>
              <p14:cNvContentPartPr/>
              <p14:nvPr/>
            </p14:nvContentPartPr>
            <p14:xfrm>
              <a:off x="20654771" y="19419322"/>
              <a:ext cx="126360" cy="12960"/>
            </p14:xfrm>
          </p:contentPart>
        </mc:Choice>
        <mc:Fallback xmlns="">
          <p:pic>
            <p:nvPicPr>
              <p:cNvPr id="944" name="잉크 943">
                <a:extLst>
                  <a:ext uri="{FF2B5EF4-FFF2-40B4-BE49-F238E27FC236}">
                    <a16:creationId xmlns:a16="http://schemas.microsoft.com/office/drawing/2014/main" id="{7ED47AD4-CAB2-69C5-D315-261A0703FC6B}"/>
                  </a:ext>
                </a:extLst>
              </p:cNvPr>
              <p:cNvPicPr/>
              <p:nvPr/>
            </p:nvPicPr>
            <p:blipFill>
              <a:blip r:embed="rId1055"/>
              <a:stretch>
                <a:fillRect/>
              </a:stretch>
            </p:blipFill>
            <p:spPr>
              <a:xfrm>
                <a:off x="20646131" y="19410682"/>
                <a:ext cx="1440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6">
            <p14:nvContentPartPr>
              <p14:cNvPr id="945" name="잉크 944">
                <a:extLst>
                  <a:ext uri="{FF2B5EF4-FFF2-40B4-BE49-F238E27FC236}">
                    <a16:creationId xmlns:a16="http://schemas.microsoft.com/office/drawing/2014/main" id="{FE267BF3-7E73-75AA-1F1E-8C73BD5E1235}"/>
                  </a:ext>
                </a:extLst>
              </p14:cNvPr>
              <p14:cNvContentPartPr/>
              <p14:nvPr/>
            </p14:nvContentPartPr>
            <p14:xfrm>
              <a:off x="21074891" y="19460362"/>
              <a:ext cx="226800" cy="360"/>
            </p14:xfrm>
          </p:contentPart>
        </mc:Choice>
        <mc:Fallback xmlns="">
          <p:pic>
            <p:nvPicPr>
              <p:cNvPr id="945" name="잉크 944">
                <a:extLst>
                  <a:ext uri="{FF2B5EF4-FFF2-40B4-BE49-F238E27FC236}">
                    <a16:creationId xmlns:a16="http://schemas.microsoft.com/office/drawing/2014/main" id="{FE267BF3-7E73-75AA-1F1E-8C73BD5E1235}"/>
                  </a:ext>
                </a:extLst>
              </p:cNvPr>
              <p:cNvPicPr/>
              <p:nvPr/>
            </p:nvPicPr>
            <p:blipFill>
              <a:blip r:embed="rId1057"/>
              <a:stretch>
                <a:fillRect/>
              </a:stretch>
            </p:blipFill>
            <p:spPr>
              <a:xfrm>
                <a:off x="21065891" y="19451362"/>
                <a:ext cx="244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8">
            <p14:nvContentPartPr>
              <p14:cNvPr id="947" name="잉크 946">
                <a:extLst>
                  <a:ext uri="{FF2B5EF4-FFF2-40B4-BE49-F238E27FC236}">
                    <a16:creationId xmlns:a16="http://schemas.microsoft.com/office/drawing/2014/main" id="{378CE887-1CA6-5A5C-F242-C81A5FB962A1}"/>
                  </a:ext>
                </a:extLst>
              </p14:cNvPr>
              <p14:cNvContentPartPr/>
              <p14:nvPr/>
            </p14:nvContentPartPr>
            <p14:xfrm>
              <a:off x="13181171" y="19468276"/>
              <a:ext cx="46080" cy="154800"/>
            </p14:xfrm>
          </p:contentPart>
        </mc:Choice>
        <mc:Fallback xmlns="">
          <p:pic>
            <p:nvPicPr>
              <p:cNvPr id="947" name="잉크 946">
                <a:extLst>
                  <a:ext uri="{FF2B5EF4-FFF2-40B4-BE49-F238E27FC236}">
                    <a16:creationId xmlns:a16="http://schemas.microsoft.com/office/drawing/2014/main" id="{378CE887-1CA6-5A5C-F242-C81A5FB962A1}"/>
                  </a:ext>
                </a:extLst>
              </p:cNvPr>
              <p:cNvPicPr/>
              <p:nvPr/>
            </p:nvPicPr>
            <p:blipFill>
              <a:blip r:embed="rId1059"/>
              <a:stretch>
                <a:fillRect/>
              </a:stretch>
            </p:blipFill>
            <p:spPr>
              <a:xfrm>
                <a:off x="13172531" y="19459276"/>
                <a:ext cx="637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그룹 970">
            <a:extLst>
              <a:ext uri="{FF2B5EF4-FFF2-40B4-BE49-F238E27FC236}">
                <a16:creationId xmlns:a16="http://schemas.microsoft.com/office/drawing/2014/main" id="{31EE5A6E-B7AD-D623-16BD-EA7C4E7C9B4A}"/>
              </a:ext>
            </a:extLst>
          </p:cNvPr>
          <p:cNvGrpSpPr/>
          <p:nvPr/>
        </p:nvGrpSpPr>
        <p:grpSpPr>
          <a:xfrm>
            <a:off x="13223291" y="19776796"/>
            <a:ext cx="35280" cy="416160"/>
            <a:chOff x="13223291" y="19776796"/>
            <a:chExt cx="3528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948" name="잉크 947">
                  <a:extLst>
                    <a:ext uri="{FF2B5EF4-FFF2-40B4-BE49-F238E27FC236}">
                      <a16:creationId xmlns:a16="http://schemas.microsoft.com/office/drawing/2014/main" id="{F6AB10EC-78A0-0B12-FCCE-1458D09603A8}"/>
                    </a:ext>
                  </a:extLst>
                </p14:cNvPr>
                <p14:cNvContentPartPr/>
                <p14:nvPr/>
              </p14:nvContentPartPr>
              <p14:xfrm>
                <a:off x="13223291" y="19776796"/>
                <a:ext cx="18000" cy="217800"/>
              </p14:xfrm>
            </p:contentPart>
          </mc:Choice>
          <mc:Fallback xmlns="">
            <p:pic>
              <p:nvPicPr>
                <p:cNvPr id="948" name="잉크 947">
                  <a:extLst>
                    <a:ext uri="{FF2B5EF4-FFF2-40B4-BE49-F238E27FC236}">
                      <a16:creationId xmlns:a16="http://schemas.microsoft.com/office/drawing/2014/main" id="{F6AB10EC-78A0-0B12-FCCE-1458D09603A8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3214291" y="19767796"/>
                  <a:ext cx="35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949" name="잉크 948">
                  <a:extLst>
                    <a:ext uri="{FF2B5EF4-FFF2-40B4-BE49-F238E27FC236}">
                      <a16:creationId xmlns:a16="http://schemas.microsoft.com/office/drawing/2014/main" id="{063DF1B4-D212-13EB-0B9A-493CBAC907F0}"/>
                    </a:ext>
                  </a:extLst>
                </p14:cNvPr>
                <p14:cNvContentPartPr/>
                <p14:nvPr/>
              </p14:nvContentPartPr>
              <p14:xfrm>
                <a:off x="13230131" y="20050756"/>
                <a:ext cx="28440" cy="142200"/>
              </p14:xfrm>
            </p:contentPart>
          </mc:Choice>
          <mc:Fallback xmlns="">
            <p:pic>
              <p:nvPicPr>
                <p:cNvPr id="949" name="잉크 948">
                  <a:extLst>
                    <a:ext uri="{FF2B5EF4-FFF2-40B4-BE49-F238E27FC236}">
                      <a16:creationId xmlns:a16="http://schemas.microsoft.com/office/drawing/2014/main" id="{063DF1B4-D212-13EB-0B9A-493CBAC907F0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13221491" y="20042116"/>
                  <a:ext cx="460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0" name="그룹 969">
            <a:extLst>
              <a:ext uri="{FF2B5EF4-FFF2-40B4-BE49-F238E27FC236}">
                <a16:creationId xmlns:a16="http://schemas.microsoft.com/office/drawing/2014/main" id="{10C84ABD-15CC-8EE7-3CA9-6160F0143CB5}"/>
              </a:ext>
            </a:extLst>
          </p:cNvPr>
          <p:cNvGrpSpPr/>
          <p:nvPr/>
        </p:nvGrpSpPr>
        <p:grpSpPr>
          <a:xfrm>
            <a:off x="13590851" y="20113756"/>
            <a:ext cx="455040" cy="19440"/>
            <a:chOff x="13590851" y="20113756"/>
            <a:chExt cx="455040" cy="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950" name="잉크 949">
                  <a:extLst>
                    <a:ext uri="{FF2B5EF4-FFF2-40B4-BE49-F238E27FC236}">
                      <a16:creationId xmlns:a16="http://schemas.microsoft.com/office/drawing/2014/main" id="{729618B0-E0D4-8A4A-4089-AD5FA3A89EE6}"/>
                    </a:ext>
                  </a:extLst>
                </p14:cNvPr>
                <p14:cNvContentPartPr/>
                <p14:nvPr/>
              </p14:nvContentPartPr>
              <p14:xfrm>
                <a:off x="13590851" y="20113756"/>
                <a:ext cx="315360" cy="16200"/>
              </p14:xfrm>
            </p:contentPart>
          </mc:Choice>
          <mc:Fallback xmlns="">
            <p:pic>
              <p:nvPicPr>
                <p:cNvPr id="950" name="잉크 949">
                  <a:extLst>
                    <a:ext uri="{FF2B5EF4-FFF2-40B4-BE49-F238E27FC236}">
                      <a16:creationId xmlns:a16="http://schemas.microsoft.com/office/drawing/2014/main" id="{729618B0-E0D4-8A4A-4089-AD5FA3A89EE6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13581851" y="20105116"/>
                  <a:ext cx="333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951" name="잉크 950">
                  <a:extLst>
                    <a:ext uri="{FF2B5EF4-FFF2-40B4-BE49-F238E27FC236}">
                      <a16:creationId xmlns:a16="http://schemas.microsoft.com/office/drawing/2014/main" id="{B5B86AD8-BF7E-A895-5365-527B62D07CB1}"/>
                    </a:ext>
                  </a:extLst>
                </p14:cNvPr>
                <p14:cNvContentPartPr/>
                <p14:nvPr/>
              </p14:nvContentPartPr>
              <p14:xfrm>
                <a:off x="13944011" y="20132836"/>
                <a:ext cx="101880" cy="360"/>
              </p14:xfrm>
            </p:contentPart>
          </mc:Choice>
          <mc:Fallback xmlns="">
            <p:pic>
              <p:nvPicPr>
                <p:cNvPr id="951" name="잉크 950">
                  <a:extLst>
                    <a:ext uri="{FF2B5EF4-FFF2-40B4-BE49-F238E27FC236}">
                      <a16:creationId xmlns:a16="http://schemas.microsoft.com/office/drawing/2014/main" id="{B5B86AD8-BF7E-A895-5365-527B62D07CB1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13935371" y="20123836"/>
                  <a:ext cx="1195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9" name="그룹 968">
            <a:extLst>
              <a:ext uri="{FF2B5EF4-FFF2-40B4-BE49-F238E27FC236}">
                <a16:creationId xmlns:a16="http://schemas.microsoft.com/office/drawing/2014/main" id="{FD16DF44-0C36-2E42-745D-180F40D17DB0}"/>
              </a:ext>
            </a:extLst>
          </p:cNvPr>
          <p:cNvGrpSpPr/>
          <p:nvPr/>
        </p:nvGrpSpPr>
        <p:grpSpPr>
          <a:xfrm>
            <a:off x="21508691" y="19413202"/>
            <a:ext cx="329760" cy="349920"/>
            <a:chOff x="14021051" y="19203676"/>
            <a:chExt cx="3297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946" name="잉크 945">
                  <a:extLst>
                    <a:ext uri="{FF2B5EF4-FFF2-40B4-BE49-F238E27FC236}">
                      <a16:creationId xmlns:a16="http://schemas.microsoft.com/office/drawing/2014/main" id="{76AC488B-B542-D26F-7FC9-B5A0C2D9886D}"/>
                    </a:ext>
                  </a:extLst>
                </p14:cNvPr>
                <p14:cNvContentPartPr/>
                <p14:nvPr/>
              </p14:nvContentPartPr>
              <p14:xfrm>
                <a:off x="14021051" y="19228876"/>
                <a:ext cx="171720" cy="22320"/>
              </p14:xfrm>
            </p:contentPart>
          </mc:Choice>
          <mc:Fallback xmlns="">
            <p:pic>
              <p:nvPicPr>
                <p:cNvPr id="946" name="잉크 945">
                  <a:extLst>
                    <a:ext uri="{FF2B5EF4-FFF2-40B4-BE49-F238E27FC236}">
                      <a16:creationId xmlns:a16="http://schemas.microsoft.com/office/drawing/2014/main" id="{76AC488B-B542-D26F-7FC9-B5A0C2D9886D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14012411" y="19219876"/>
                  <a:ext cx="189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953" name="잉크 952">
                  <a:extLst>
                    <a:ext uri="{FF2B5EF4-FFF2-40B4-BE49-F238E27FC236}">
                      <a16:creationId xmlns:a16="http://schemas.microsoft.com/office/drawing/2014/main" id="{D5BD3392-85C3-DCA3-8731-68983284BEA4}"/>
                    </a:ext>
                  </a:extLst>
                </p14:cNvPr>
                <p14:cNvContentPartPr/>
                <p14:nvPr/>
              </p14:nvContentPartPr>
              <p14:xfrm>
                <a:off x="14308331" y="19203676"/>
                <a:ext cx="42480" cy="349920"/>
              </p14:xfrm>
            </p:contentPart>
          </mc:Choice>
          <mc:Fallback xmlns="">
            <p:pic>
              <p:nvPicPr>
                <p:cNvPr id="953" name="잉크 952">
                  <a:extLst>
                    <a:ext uri="{FF2B5EF4-FFF2-40B4-BE49-F238E27FC236}">
                      <a16:creationId xmlns:a16="http://schemas.microsoft.com/office/drawing/2014/main" id="{D5BD3392-85C3-DCA3-8731-68983284BEA4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14299331" y="19194676"/>
                  <a:ext cx="6012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2">
            <p14:nvContentPartPr>
              <p14:cNvPr id="954" name="잉크 953">
                <a:extLst>
                  <a:ext uri="{FF2B5EF4-FFF2-40B4-BE49-F238E27FC236}">
                    <a16:creationId xmlns:a16="http://schemas.microsoft.com/office/drawing/2014/main" id="{A2E6F84F-AE52-0756-B990-A03FA7418F13}"/>
                  </a:ext>
                </a:extLst>
              </p14:cNvPr>
              <p14:cNvContentPartPr/>
              <p14:nvPr/>
            </p14:nvContentPartPr>
            <p14:xfrm>
              <a:off x="14371331" y="19679236"/>
              <a:ext cx="18000" cy="104400"/>
            </p14:xfrm>
          </p:contentPart>
        </mc:Choice>
        <mc:Fallback xmlns="">
          <p:pic>
            <p:nvPicPr>
              <p:cNvPr id="954" name="잉크 953">
                <a:extLst>
                  <a:ext uri="{FF2B5EF4-FFF2-40B4-BE49-F238E27FC236}">
                    <a16:creationId xmlns:a16="http://schemas.microsoft.com/office/drawing/2014/main" id="{A2E6F84F-AE52-0756-B990-A03FA7418F13}"/>
                  </a:ext>
                </a:extLst>
              </p:cNvPr>
              <p:cNvPicPr/>
              <p:nvPr/>
            </p:nvPicPr>
            <p:blipFill>
              <a:blip r:embed="rId1073"/>
              <a:stretch>
                <a:fillRect/>
              </a:stretch>
            </p:blipFill>
            <p:spPr>
              <a:xfrm>
                <a:off x="14362331" y="19670236"/>
                <a:ext cx="356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4">
            <p14:nvContentPartPr>
              <p14:cNvPr id="955" name="잉크 954">
                <a:extLst>
                  <a:ext uri="{FF2B5EF4-FFF2-40B4-BE49-F238E27FC236}">
                    <a16:creationId xmlns:a16="http://schemas.microsoft.com/office/drawing/2014/main" id="{D386E31C-EF08-0C13-52D7-1C68A1F9F153}"/>
                  </a:ext>
                </a:extLst>
              </p14:cNvPr>
              <p14:cNvContentPartPr/>
              <p14:nvPr/>
            </p14:nvContentPartPr>
            <p14:xfrm>
              <a:off x="14378171" y="20022316"/>
              <a:ext cx="360" cy="360"/>
            </p14:xfrm>
          </p:contentPart>
        </mc:Choice>
        <mc:Fallback xmlns="">
          <p:pic>
            <p:nvPicPr>
              <p:cNvPr id="955" name="잉크 954">
                <a:extLst>
                  <a:ext uri="{FF2B5EF4-FFF2-40B4-BE49-F238E27FC236}">
                    <a16:creationId xmlns:a16="http://schemas.microsoft.com/office/drawing/2014/main" id="{D386E31C-EF08-0C13-52D7-1C68A1F9F1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69171" y="200136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8" name="그룹 967">
            <a:extLst>
              <a:ext uri="{FF2B5EF4-FFF2-40B4-BE49-F238E27FC236}">
                <a16:creationId xmlns:a16="http://schemas.microsoft.com/office/drawing/2014/main" id="{F168D8A5-4399-3EDC-7A5D-2689AE4518EF}"/>
              </a:ext>
            </a:extLst>
          </p:cNvPr>
          <p:cNvGrpSpPr/>
          <p:nvPr/>
        </p:nvGrpSpPr>
        <p:grpSpPr>
          <a:xfrm>
            <a:off x="13324811" y="20349916"/>
            <a:ext cx="77040" cy="473040"/>
            <a:chOff x="13324811" y="20349916"/>
            <a:chExt cx="7704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5">
              <p14:nvContentPartPr>
                <p14:cNvPr id="956" name="잉크 955">
                  <a:extLst>
                    <a:ext uri="{FF2B5EF4-FFF2-40B4-BE49-F238E27FC236}">
                      <a16:creationId xmlns:a16="http://schemas.microsoft.com/office/drawing/2014/main" id="{DDB48FCE-B87D-E987-036E-11CA69B0A8F7}"/>
                    </a:ext>
                  </a:extLst>
                </p14:cNvPr>
                <p14:cNvContentPartPr/>
                <p14:nvPr/>
              </p14:nvContentPartPr>
              <p14:xfrm>
                <a:off x="13324811" y="20349916"/>
                <a:ext cx="70200" cy="255600"/>
              </p14:xfrm>
            </p:contentPart>
          </mc:Choice>
          <mc:Fallback xmlns="">
            <p:pic>
              <p:nvPicPr>
                <p:cNvPr id="956" name="잉크 955">
                  <a:extLst>
                    <a:ext uri="{FF2B5EF4-FFF2-40B4-BE49-F238E27FC236}">
                      <a16:creationId xmlns:a16="http://schemas.microsoft.com/office/drawing/2014/main" id="{DDB48FCE-B87D-E987-036E-11CA69B0A8F7}"/>
                    </a:ext>
                  </a:extLst>
                </p:cNvPr>
                <p:cNvPicPr/>
                <p:nvPr/>
              </p:nvPicPr>
              <p:blipFill>
                <a:blip r:embed="rId1076"/>
                <a:stretch>
                  <a:fillRect/>
                </a:stretch>
              </p:blipFill>
              <p:spPr>
                <a:xfrm>
                  <a:off x="13315811" y="20341276"/>
                  <a:ext cx="87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7">
              <p14:nvContentPartPr>
                <p14:cNvPr id="957" name="잉크 956">
                  <a:extLst>
                    <a:ext uri="{FF2B5EF4-FFF2-40B4-BE49-F238E27FC236}">
                      <a16:creationId xmlns:a16="http://schemas.microsoft.com/office/drawing/2014/main" id="{A3133723-4B0B-D305-6120-DBF32F767DFD}"/>
                    </a:ext>
                  </a:extLst>
                </p14:cNvPr>
                <p14:cNvContentPartPr/>
                <p14:nvPr/>
              </p14:nvContentPartPr>
              <p14:xfrm>
                <a:off x="13342091" y="20674636"/>
                <a:ext cx="59760" cy="148320"/>
              </p14:xfrm>
            </p:contentPart>
          </mc:Choice>
          <mc:Fallback xmlns="">
            <p:pic>
              <p:nvPicPr>
                <p:cNvPr id="957" name="잉크 956">
                  <a:extLst>
                    <a:ext uri="{FF2B5EF4-FFF2-40B4-BE49-F238E27FC236}">
                      <a16:creationId xmlns:a16="http://schemas.microsoft.com/office/drawing/2014/main" id="{A3133723-4B0B-D305-6120-DBF32F767DFD}"/>
                    </a:ext>
                  </a:extLst>
                </p:cNvPr>
                <p:cNvPicPr/>
                <p:nvPr/>
              </p:nvPicPr>
              <p:blipFill>
                <a:blip r:embed="rId1078"/>
                <a:stretch>
                  <a:fillRect/>
                </a:stretch>
              </p:blipFill>
              <p:spPr>
                <a:xfrm>
                  <a:off x="13333451" y="20665636"/>
                  <a:ext cx="774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7" name="그룹 966">
            <a:extLst>
              <a:ext uri="{FF2B5EF4-FFF2-40B4-BE49-F238E27FC236}">
                <a16:creationId xmlns:a16="http://schemas.microsoft.com/office/drawing/2014/main" id="{D3A8E81A-8119-8996-0594-5F2EF39AA21B}"/>
              </a:ext>
            </a:extLst>
          </p:cNvPr>
          <p:cNvGrpSpPr/>
          <p:nvPr/>
        </p:nvGrpSpPr>
        <p:grpSpPr>
          <a:xfrm>
            <a:off x="13356131" y="21017716"/>
            <a:ext cx="263160" cy="324720"/>
            <a:chOff x="13356131" y="21017716"/>
            <a:chExt cx="26316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9">
              <p14:nvContentPartPr>
                <p14:cNvPr id="958" name="잉크 957">
                  <a:extLst>
                    <a:ext uri="{FF2B5EF4-FFF2-40B4-BE49-F238E27FC236}">
                      <a16:creationId xmlns:a16="http://schemas.microsoft.com/office/drawing/2014/main" id="{29E16E7B-BDB0-5FCD-47FE-2B0F3E5DAE23}"/>
                    </a:ext>
                  </a:extLst>
                </p14:cNvPr>
                <p14:cNvContentPartPr/>
                <p14:nvPr/>
              </p14:nvContentPartPr>
              <p14:xfrm>
                <a:off x="13356131" y="21017716"/>
                <a:ext cx="45720" cy="324720"/>
              </p14:xfrm>
            </p:contentPart>
          </mc:Choice>
          <mc:Fallback xmlns="">
            <p:pic>
              <p:nvPicPr>
                <p:cNvPr id="958" name="잉크 957">
                  <a:extLst>
                    <a:ext uri="{FF2B5EF4-FFF2-40B4-BE49-F238E27FC236}">
                      <a16:creationId xmlns:a16="http://schemas.microsoft.com/office/drawing/2014/main" id="{29E16E7B-BDB0-5FCD-47FE-2B0F3E5DAE23}"/>
                    </a:ext>
                  </a:extLst>
                </p:cNvPr>
                <p:cNvPicPr/>
                <p:nvPr/>
              </p:nvPicPr>
              <p:blipFill>
                <a:blip r:embed="rId1080"/>
                <a:stretch>
                  <a:fillRect/>
                </a:stretch>
              </p:blipFill>
              <p:spPr>
                <a:xfrm>
                  <a:off x="13347491" y="21009076"/>
                  <a:ext cx="633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1">
              <p14:nvContentPartPr>
                <p14:cNvPr id="959" name="잉크 958">
                  <a:extLst>
                    <a:ext uri="{FF2B5EF4-FFF2-40B4-BE49-F238E27FC236}">
                      <a16:creationId xmlns:a16="http://schemas.microsoft.com/office/drawing/2014/main" id="{54E1434D-0EC2-CD1D-32CA-66997DB7FFF5}"/>
                    </a:ext>
                  </a:extLst>
                </p14:cNvPr>
                <p14:cNvContentPartPr/>
                <p14:nvPr/>
              </p14:nvContentPartPr>
              <p14:xfrm>
                <a:off x="13489331" y="21269716"/>
                <a:ext cx="129960" cy="56880"/>
              </p14:xfrm>
            </p:contentPart>
          </mc:Choice>
          <mc:Fallback xmlns="">
            <p:pic>
              <p:nvPicPr>
                <p:cNvPr id="959" name="잉크 958">
                  <a:extLst>
                    <a:ext uri="{FF2B5EF4-FFF2-40B4-BE49-F238E27FC236}">
                      <a16:creationId xmlns:a16="http://schemas.microsoft.com/office/drawing/2014/main" id="{54E1434D-0EC2-CD1D-32CA-66997DB7FFF5}"/>
                    </a:ext>
                  </a:extLst>
                </p:cNvPr>
                <p:cNvPicPr/>
                <p:nvPr/>
              </p:nvPicPr>
              <p:blipFill>
                <a:blip r:embed="rId1082"/>
                <a:stretch>
                  <a:fillRect/>
                </a:stretch>
              </p:blipFill>
              <p:spPr>
                <a:xfrm>
                  <a:off x="13480331" y="21261076"/>
                  <a:ext cx="1476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3">
            <p14:nvContentPartPr>
              <p14:cNvPr id="960" name="잉크 959">
                <a:extLst>
                  <a:ext uri="{FF2B5EF4-FFF2-40B4-BE49-F238E27FC236}">
                    <a16:creationId xmlns:a16="http://schemas.microsoft.com/office/drawing/2014/main" id="{8BD7D035-EDDC-B13D-EFC4-DAC728383D2B}"/>
                  </a:ext>
                </a:extLst>
              </p14:cNvPr>
              <p14:cNvContentPartPr/>
              <p14:nvPr/>
            </p14:nvContentPartPr>
            <p14:xfrm>
              <a:off x="14017811" y="21285556"/>
              <a:ext cx="115920" cy="6480"/>
            </p14:xfrm>
          </p:contentPart>
        </mc:Choice>
        <mc:Fallback xmlns="">
          <p:pic>
            <p:nvPicPr>
              <p:cNvPr id="960" name="잉크 959">
                <a:extLst>
                  <a:ext uri="{FF2B5EF4-FFF2-40B4-BE49-F238E27FC236}">
                    <a16:creationId xmlns:a16="http://schemas.microsoft.com/office/drawing/2014/main" id="{8BD7D035-EDDC-B13D-EFC4-DAC728383D2B}"/>
                  </a:ext>
                </a:extLst>
              </p:cNvPr>
              <p:cNvPicPr/>
              <p:nvPr/>
            </p:nvPicPr>
            <p:blipFill>
              <a:blip r:embed="rId1084"/>
              <a:stretch>
                <a:fillRect/>
              </a:stretch>
            </p:blipFill>
            <p:spPr>
              <a:xfrm>
                <a:off x="14008811" y="21276556"/>
                <a:ext cx="1335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8" name="그룹 977">
            <a:extLst>
              <a:ext uri="{FF2B5EF4-FFF2-40B4-BE49-F238E27FC236}">
                <a16:creationId xmlns:a16="http://schemas.microsoft.com/office/drawing/2014/main" id="{8529B5B0-7EA8-7D9B-C78B-B0FD41DD1447}"/>
              </a:ext>
            </a:extLst>
          </p:cNvPr>
          <p:cNvGrpSpPr/>
          <p:nvPr/>
        </p:nvGrpSpPr>
        <p:grpSpPr>
          <a:xfrm>
            <a:off x="14315171" y="20154796"/>
            <a:ext cx="200160" cy="365400"/>
            <a:chOff x="14315171" y="20154796"/>
            <a:chExt cx="2001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5">
              <p14:nvContentPartPr>
                <p14:cNvPr id="952" name="잉크 951">
                  <a:extLst>
                    <a:ext uri="{FF2B5EF4-FFF2-40B4-BE49-F238E27FC236}">
                      <a16:creationId xmlns:a16="http://schemas.microsoft.com/office/drawing/2014/main" id="{27723D28-CE93-6984-6AF0-99BA1D585C57}"/>
                    </a:ext>
                  </a:extLst>
                </p14:cNvPr>
                <p14:cNvContentPartPr/>
                <p14:nvPr/>
              </p14:nvContentPartPr>
              <p14:xfrm>
                <a:off x="14315171" y="20154796"/>
                <a:ext cx="360" cy="360"/>
              </p14:xfrm>
            </p:contentPart>
          </mc:Choice>
          <mc:Fallback xmlns="">
            <p:pic>
              <p:nvPicPr>
                <p:cNvPr id="952" name="잉크 951">
                  <a:extLst>
                    <a:ext uri="{FF2B5EF4-FFF2-40B4-BE49-F238E27FC236}">
                      <a16:creationId xmlns:a16="http://schemas.microsoft.com/office/drawing/2014/main" id="{27723D28-CE93-6984-6AF0-99BA1D585C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306171" y="201457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962" name="잉크 961">
                  <a:extLst>
                    <a:ext uri="{FF2B5EF4-FFF2-40B4-BE49-F238E27FC236}">
                      <a16:creationId xmlns:a16="http://schemas.microsoft.com/office/drawing/2014/main" id="{9193172E-7A9B-A88B-FC74-563E0CE22FC9}"/>
                    </a:ext>
                  </a:extLst>
                </p14:cNvPr>
                <p14:cNvContentPartPr/>
                <p14:nvPr/>
              </p14:nvContentPartPr>
              <p14:xfrm>
                <a:off x="14448011" y="20154796"/>
                <a:ext cx="7200" cy="205200"/>
              </p14:xfrm>
            </p:contentPart>
          </mc:Choice>
          <mc:Fallback xmlns="">
            <p:pic>
              <p:nvPicPr>
                <p:cNvPr id="962" name="잉크 961">
                  <a:extLst>
                    <a:ext uri="{FF2B5EF4-FFF2-40B4-BE49-F238E27FC236}">
                      <a16:creationId xmlns:a16="http://schemas.microsoft.com/office/drawing/2014/main" id="{9193172E-7A9B-A88B-FC74-563E0CE22FC9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14439371" y="20145796"/>
                  <a:ext cx="24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973" name="잉크 972">
                  <a:extLst>
                    <a:ext uri="{FF2B5EF4-FFF2-40B4-BE49-F238E27FC236}">
                      <a16:creationId xmlns:a16="http://schemas.microsoft.com/office/drawing/2014/main" id="{83982B17-0A42-7AD5-6B22-1ED9C237BF0E}"/>
                    </a:ext>
                  </a:extLst>
                </p14:cNvPr>
                <p14:cNvContentPartPr/>
                <p14:nvPr/>
              </p14:nvContentPartPr>
              <p14:xfrm>
                <a:off x="14458811" y="20450716"/>
                <a:ext cx="56520" cy="69480"/>
              </p14:xfrm>
            </p:contentPart>
          </mc:Choice>
          <mc:Fallback xmlns="">
            <p:pic>
              <p:nvPicPr>
                <p:cNvPr id="973" name="잉크 972">
                  <a:extLst>
                    <a:ext uri="{FF2B5EF4-FFF2-40B4-BE49-F238E27FC236}">
                      <a16:creationId xmlns:a16="http://schemas.microsoft.com/office/drawing/2014/main" id="{83982B17-0A42-7AD5-6B22-1ED9C237BF0E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4449811" y="20442076"/>
                  <a:ext cx="741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7" name="그룹 976">
            <a:extLst>
              <a:ext uri="{FF2B5EF4-FFF2-40B4-BE49-F238E27FC236}">
                <a16:creationId xmlns:a16="http://schemas.microsoft.com/office/drawing/2014/main" id="{C1E9C9DF-19C1-E541-5730-96305766D2E1}"/>
              </a:ext>
            </a:extLst>
          </p:cNvPr>
          <p:cNvGrpSpPr/>
          <p:nvPr/>
        </p:nvGrpSpPr>
        <p:grpSpPr>
          <a:xfrm>
            <a:off x="14490131" y="20788036"/>
            <a:ext cx="78840" cy="258480"/>
            <a:chOff x="14490131" y="20788036"/>
            <a:chExt cx="788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963" name="잉크 962">
                  <a:extLst>
                    <a:ext uri="{FF2B5EF4-FFF2-40B4-BE49-F238E27FC236}">
                      <a16:creationId xmlns:a16="http://schemas.microsoft.com/office/drawing/2014/main" id="{0AC49B4E-B2BC-9E34-8E31-F8AB1998389D}"/>
                    </a:ext>
                  </a:extLst>
                </p14:cNvPr>
                <p14:cNvContentPartPr/>
                <p14:nvPr/>
              </p14:nvContentPartPr>
              <p14:xfrm>
                <a:off x="14507771" y="20788036"/>
                <a:ext cx="360" cy="360"/>
              </p14:xfrm>
            </p:contentPart>
          </mc:Choice>
          <mc:Fallback xmlns="">
            <p:pic>
              <p:nvPicPr>
                <p:cNvPr id="963" name="잉크 962">
                  <a:extLst>
                    <a:ext uri="{FF2B5EF4-FFF2-40B4-BE49-F238E27FC236}">
                      <a16:creationId xmlns:a16="http://schemas.microsoft.com/office/drawing/2014/main" id="{0AC49B4E-B2BC-9E34-8E31-F8AB1998389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498771" y="207790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1">
              <p14:nvContentPartPr>
                <p14:cNvPr id="964" name="잉크 963">
                  <a:extLst>
                    <a:ext uri="{FF2B5EF4-FFF2-40B4-BE49-F238E27FC236}">
                      <a16:creationId xmlns:a16="http://schemas.microsoft.com/office/drawing/2014/main" id="{FE974522-9BF6-B751-2481-15299E4D7BE3}"/>
                    </a:ext>
                  </a:extLst>
                </p14:cNvPr>
                <p14:cNvContentPartPr/>
                <p14:nvPr/>
              </p14:nvContentPartPr>
              <p14:xfrm>
                <a:off x="14490131" y="21046156"/>
                <a:ext cx="360" cy="360"/>
              </p14:xfrm>
            </p:contentPart>
          </mc:Choice>
          <mc:Fallback xmlns="">
            <p:pic>
              <p:nvPicPr>
                <p:cNvPr id="964" name="잉크 963">
                  <a:extLst>
                    <a:ext uri="{FF2B5EF4-FFF2-40B4-BE49-F238E27FC236}">
                      <a16:creationId xmlns:a16="http://schemas.microsoft.com/office/drawing/2014/main" id="{FE974522-9BF6-B751-2481-15299E4D7B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481491" y="210371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974" name="잉크 973">
                  <a:extLst>
                    <a:ext uri="{FF2B5EF4-FFF2-40B4-BE49-F238E27FC236}">
                      <a16:creationId xmlns:a16="http://schemas.microsoft.com/office/drawing/2014/main" id="{D0708A60-EE30-5A04-B44C-AB484B407B74}"/>
                    </a:ext>
                  </a:extLst>
                </p14:cNvPr>
                <p14:cNvContentPartPr/>
                <p14:nvPr/>
              </p14:nvContentPartPr>
              <p14:xfrm>
                <a:off x="14518211" y="20806756"/>
                <a:ext cx="50760" cy="182880"/>
              </p14:xfrm>
            </p:contentPart>
          </mc:Choice>
          <mc:Fallback xmlns="">
            <p:pic>
              <p:nvPicPr>
                <p:cNvPr id="974" name="잉크 973">
                  <a:extLst>
                    <a:ext uri="{FF2B5EF4-FFF2-40B4-BE49-F238E27FC236}">
                      <a16:creationId xmlns:a16="http://schemas.microsoft.com/office/drawing/2014/main" id="{D0708A60-EE30-5A04-B44C-AB484B407B74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14509211" y="20798116"/>
                  <a:ext cx="6840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6" name="그룹 975">
            <a:extLst>
              <a:ext uri="{FF2B5EF4-FFF2-40B4-BE49-F238E27FC236}">
                <a16:creationId xmlns:a16="http://schemas.microsoft.com/office/drawing/2014/main" id="{679D301A-9144-E9ED-B1F2-6DF8E2D83EE7}"/>
              </a:ext>
            </a:extLst>
          </p:cNvPr>
          <p:cNvGrpSpPr/>
          <p:nvPr/>
        </p:nvGrpSpPr>
        <p:grpSpPr>
          <a:xfrm>
            <a:off x="14325611" y="21181516"/>
            <a:ext cx="276840" cy="343800"/>
            <a:chOff x="14325611" y="21181516"/>
            <a:chExt cx="27684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961" name="잉크 960">
                  <a:extLst>
                    <a:ext uri="{FF2B5EF4-FFF2-40B4-BE49-F238E27FC236}">
                      <a16:creationId xmlns:a16="http://schemas.microsoft.com/office/drawing/2014/main" id="{3A835BCE-4488-3356-F60A-6B7A09B282F6}"/>
                    </a:ext>
                  </a:extLst>
                </p14:cNvPr>
                <p14:cNvContentPartPr/>
                <p14:nvPr/>
              </p14:nvContentPartPr>
              <p14:xfrm>
                <a:off x="14325611" y="21291676"/>
                <a:ext cx="112320" cy="360"/>
              </p14:xfrm>
            </p:contentPart>
          </mc:Choice>
          <mc:Fallback xmlns="">
            <p:pic>
              <p:nvPicPr>
                <p:cNvPr id="961" name="잉크 960">
                  <a:extLst>
                    <a:ext uri="{FF2B5EF4-FFF2-40B4-BE49-F238E27FC236}">
                      <a16:creationId xmlns:a16="http://schemas.microsoft.com/office/drawing/2014/main" id="{3A835BCE-4488-3356-F60A-6B7A09B282F6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4316971" y="21283036"/>
                  <a:ext cx="129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965" name="잉크 964">
                  <a:extLst>
                    <a:ext uri="{FF2B5EF4-FFF2-40B4-BE49-F238E27FC236}">
                      <a16:creationId xmlns:a16="http://schemas.microsoft.com/office/drawing/2014/main" id="{27A45B06-35E6-0FDA-3E2E-59C865078F40}"/>
                    </a:ext>
                  </a:extLst>
                </p14:cNvPr>
                <p14:cNvContentPartPr/>
                <p14:nvPr/>
              </p14:nvContentPartPr>
              <p14:xfrm>
                <a:off x="14588051" y="21524956"/>
                <a:ext cx="360" cy="360"/>
              </p14:xfrm>
            </p:contentPart>
          </mc:Choice>
          <mc:Fallback xmlns="">
            <p:pic>
              <p:nvPicPr>
                <p:cNvPr id="965" name="잉크 964">
                  <a:extLst>
                    <a:ext uri="{FF2B5EF4-FFF2-40B4-BE49-F238E27FC236}">
                      <a16:creationId xmlns:a16="http://schemas.microsoft.com/office/drawing/2014/main" id="{27A45B06-35E6-0FDA-3E2E-59C865078F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579411" y="21515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7">
              <p14:nvContentPartPr>
                <p14:cNvPr id="975" name="잉크 974">
                  <a:extLst>
                    <a:ext uri="{FF2B5EF4-FFF2-40B4-BE49-F238E27FC236}">
                      <a16:creationId xmlns:a16="http://schemas.microsoft.com/office/drawing/2014/main" id="{BD62AE39-C12F-6671-EE17-1A82F9DC659E}"/>
                    </a:ext>
                  </a:extLst>
                </p14:cNvPr>
                <p14:cNvContentPartPr/>
                <p14:nvPr/>
              </p14:nvContentPartPr>
              <p14:xfrm>
                <a:off x="14563571" y="21181516"/>
                <a:ext cx="38880" cy="264960"/>
              </p14:xfrm>
            </p:contentPart>
          </mc:Choice>
          <mc:Fallback xmlns="">
            <p:pic>
              <p:nvPicPr>
                <p:cNvPr id="975" name="잉크 974">
                  <a:extLst>
                    <a:ext uri="{FF2B5EF4-FFF2-40B4-BE49-F238E27FC236}">
                      <a16:creationId xmlns:a16="http://schemas.microsoft.com/office/drawing/2014/main" id="{BD62AE39-C12F-6671-EE17-1A82F9DC659E}"/>
                    </a:ext>
                  </a:extLst>
                </p:cNvPr>
                <p:cNvPicPr/>
                <p:nvPr/>
              </p:nvPicPr>
              <p:blipFill>
                <a:blip r:embed="rId1098"/>
                <a:stretch>
                  <a:fillRect/>
                </a:stretch>
              </p:blipFill>
              <p:spPr>
                <a:xfrm>
                  <a:off x="14554931" y="21172876"/>
                  <a:ext cx="5652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2" name="그룹 991">
            <a:extLst>
              <a:ext uri="{FF2B5EF4-FFF2-40B4-BE49-F238E27FC236}">
                <a16:creationId xmlns:a16="http://schemas.microsoft.com/office/drawing/2014/main" id="{44AF2781-4692-3564-BC03-18F66147C881}"/>
              </a:ext>
            </a:extLst>
          </p:cNvPr>
          <p:cNvGrpSpPr/>
          <p:nvPr/>
        </p:nvGrpSpPr>
        <p:grpSpPr>
          <a:xfrm>
            <a:off x="13800166" y="12187403"/>
            <a:ext cx="9397800" cy="1089720"/>
            <a:chOff x="13800166" y="12187403"/>
            <a:chExt cx="9397800" cy="10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9">
              <p14:nvContentPartPr>
                <p14:cNvPr id="979" name="잉크 978">
                  <a:extLst>
                    <a:ext uri="{FF2B5EF4-FFF2-40B4-BE49-F238E27FC236}">
                      <a16:creationId xmlns:a16="http://schemas.microsoft.com/office/drawing/2014/main" id="{9B3C3CF3-2E7D-08B0-869D-B54F7B01B828}"/>
                    </a:ext>
                  </a:extLst>
                </p14:cNvPr>
                <p14:cNvContentPartPr/>
                <p14:nvPr/>
              </p14:nvContentPartPr>
              <p14:xfrm>
                <a:off x="16154206" y="12187403"/>
                <a:ext cx="7043760" cy="146520"/>
              </p14:xfrm>
            </p:contentPart>
          </mc:Choice>
          <mc:Fallback xmlns="">
            <p:pic>
              <p:nvPicPr>
                <p:cNvPr id="979" name="잉크 978">
                  <a:extLst>
                    <a:ext uri="{FF2B5EF4-FFF2-40B4-BE49-F238E27FC236}">
                      <a16:creationId xmlns:a16="http://schemas.microsoft.com/office/drawing/2014/main" id="{9B3C3CF3-2E7D-08B0-869D-B54F7B01B828}"/>
                    </a:ext>
                  </a:extLst>
                </p:cNvPr>
                <p:cNvPicPr/>
                <p:nvPr/>
              </p:nvPicPr>
              <p:blipFill>
                <a:blip r:embed="rId1100"/>
                <a:stretch>
                  <a:fillRect/>
                </a:stretch>
              </p:blipFill>
              <p:spPr>
                <a:xfrm>
                  <a:off x="16148086" y="12181283"/>
                  <a:ext cx="7056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1">
              <p14:nvContentPartPr>
                <p14:cNvPr id="980" name="잉크 979">
                  <a:extLst>
                    <a:ext uri="{FF2B5EF4-FFF2-40B4-BE49-F238E27FC236}">
                      <a16:creationId xmlns:a16="http://schemas.microsoft.com/office/drawing/2014/main" id="{E9B96366-E414-653C-41B9-4DD559AA1623}"/>
                    </a:ext>
                  </a:extLst>
                </p14:cNvPr>
                <p14:cNvContentPartPr/>
                <p14:nvPr/>
              </p14:nvContentPartPr>
              <p14:xfrm>
                <a:off x="13861366" y="12449843"/>
                <a:ext cx="3512520" cy="768240"/>
              </p14:xfrm>
            </p:contentPart>
          </mc:Choice>
          <mc:Fallback xmlns="">
            <p:pic>
              <p:nvPicPr>
                <p:cNvPr id="980" name="잉크 979">
                  <a:extLst>
                    <a:ext uri="{FF2B5EF4-FFF2-40B4-BE49-F238E27FC236}">
                      <a16:creationId xmlns:a16="http://schemas.microsoft.com/office/drawing/2014/main" id="{E9B96366-E414-653C-41B9-4DD559AA1623}"/>
                    </a:ext>
                  </a:extLst>
                </p:cNvPr>
                <p:cNvPicPr/>
                <p:nvPr/>
              </p:nvPicPr>
              <p:blipFill>
                <a:blip r:embed="rId1102"/>
                <a:stretch>
                  <a:fillRect/>
                </a:stretch>
              </p:blipFill>
              <p:spPr>
                <a:xfrm>
                  <a:off x="13855246" y="12443723"/>
                  <a:ext cx="352476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3">
              <p14:nvContentPartPr>
                <p14:cNvPr id="981" name="잉크 980">
                  <a:extLst>
                    <a:ext uri="{FF2B5EF4-FFF2-40B4-BE49-F238E27FC236}">
                      <a16:creationId xmlns:a16="http://schemas.microsoft.com/office/drawing/2014/main" id="{20C37B3A-FCA8-4EFF-9F3E-ADECDD49938A}"/>
                    </a:ext>
                  </a:extLst>
                </p14:cNvPr>
                <p14:cNvContentPartPr/>
                <p14:nvPr/>
              </p14:nvContentPartPr>
              <p14:xfrm>
                <a:off x="13800166" y="13059323"/>
                <a:ext cx="390240" cy="217800"/>
              </p14:xfrm>
            </p:contentPart>
          </mc:Choice>
          <mc:Fallback xmlns="">
            <p:pic>
              <p:nvPicPr>
                <p:cNvPr id="981" name="잉크 980">
                  <a:extLst>
                    <a:ext uri="{FF2B5EF4-FFF2-40B4-BE49-F238E27FC236}">
                      <a16:creationId xmlns:a16="http://schemas.microsoft.com/office/drawing/2014/main" id="{20C37B3A-FCA8-4EFF-9F3E-ADECDD49938A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3794046" y="13053203"/>
                  <a:ext cx="402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0" name="그룹 1019">
            <a:extLst>
              <a:ext uri="{FF2B5EF4-FFF2-40B4-BE49-F238E27FC236}">
                <a16:creationId xmlns:a16="http://schemas.microsoft.com/office/drawing/2014/main" id="{A57925BE-1011-DAD9-A70F-51928F7A7E11}"/>
              </a:ext>
            </a:extLst>
          </p:cNvPr>
          <p:cNvGrpSpPr/>
          <p:nvPr/>
        </p:nvGrpSpPr>
        <p:grpSpPr>
          <a:xfrm>
            <a:off x="11184766" y="13832963"/>
            <a:ext cx="2606400" cy="1110960"/>
            <a:chOff x="11184766" y="13832963"/>
            <a:chExt cx="2606400" cy="11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5">
              <p14:nvContentPartPr>
                <p14:cNvPr id="982" name="잉크 981">
                  <a:extLst>
                    <a:ext uri="{FF2B5EF4-FFF2-40B4-BE49-F238E27FC236}">
                      <a16:creationId xmlns:a16="http://schemas.microsoft.com/office/drawing/2014/main" id="{78CA23B9-6008-3B39-16C8-29C6B0924FE7}"/>
                    </a:ext>
                  </a:extLst>
                </p14:cNvPr>
                <p14:cNvContentPartPr/>
                <p14:nvPr/>
              </p14:nvContentPartPr>
              <p14:xfrm>
                <a:off x="11184766" y="14536403"/>
                <a:ext cx="330480" cy="195120"/>
              </p14:xfrm>
            </p:contentPart>
          </mc:Choice>
          <mc:Fallback xmlns="">
            <p:pic>
              <p:nvPicPr>
                <p:cNvPr id="982" name="잉크 981">
                  <a:extLst>
                    <a:ext uri="{FF2B5EF4-FFF2-40B4-BE49-F238E27FC236}">
                      <a16:creationId xmlns:a16="http://schemas.microsoft.com/office/drawing/2014/main" id="{78CA23B9-6008-3B39-16C8-29C6B0924FE7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1178646" y="14530283"/>
                  <a:ext cx="342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7">
              <p14:nvContentPartPr>
                <p14:cNvPr id="983" name="잉크 982">
                  <a:extLst>
                    <a:ext uri="{FF2B5EF4-FFF2-40B4-BE49-F238E27FC236}">
                      <a16:creationId xmlns:a16="http://schemas.microsoft.com/office/drawing/2014/main" id="{B78B186C-7AFE-C657-657E-05791CEC8E8C}"/>
                    </a:ext>
                  </a:extLst>
                </p14:cNvPr>
                <p14:cNvContentPartPr/>
                <p14:nvPr/>
              </p14:nvContentPartPr>
              <p14:xfrm>
                <a:off x="11394646" y="14395643"/>
                <a:ext cx="167400" cy="360"/>
              </p14:xfrm>
            </p:contentPart>
          </mc:Choice>
          <mc:Fallback xmlns="">
            <p:pic>
              <p:nvPicPr>
                <p:cNvPr id="983" name="잉크 982">
                  <a:extLst>
                    <a:ext uri="{FF2B5EF4-FFF2-40B4-BE49-F238E27FC236}">
                      <a16:creationId xmlns:a16="http://schemas.microsoft.com/office/drawing/2014/main" id="{B78B186C-7AFE-C657-657E-05791CEC8E8C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1388526" y="14389523"/>
                  <a:ext cx="179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9">
              <p14:nvContentPartPr>
                <p14:cNvPr id="984" name="잉크 983">
                  <a:extLst>
                    <a:ext uri="{FF2B5EF4-FFF2-40B4-BE49-F238E27FC236}">
                      <a16:creationId xmlns:a16="http://schemas.microsoft.com/office/drawing/2014/main" id="{C9710D36-6E85-0D74-7551-15B9A9484150}"/>
                    </a:ext>
                  </a:extLst>
                </p14:cNvPr>
                <p14:cNvContentPartPr/>
                <p14:nvPr/>
              </p14:nvContentPartPr>
              <p14:xfrm>
                <a:off x="11484646" y="14255243"/>
                <a:ext cx="308880" cy="609840"/>
              </p14:xfrm>
            </p:contentPart>
          </mc:Choice>
          <mc:Fallback xmlns="">
            <p:pic>
              <p:nvPicPr>
                <p:cNvPr id="984" name="잉크 983">
                  <a:extLst>
                    <a:ext uri="{FF2B5EF4-FFF2-40B4-BE49-F238E27FC236}">
                      <a16:creationId xmlns:a16="http://schemas.microsoft.com/office/drawing/2014/main" id="{C9710D36-6E85-0D74-7551-15B9A9484150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1478526" y="14249123"/>
                  <a:ext cx="3211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1">
              <p14:nvContentPartPr>
                <p14:cNvPr id="985" name="잉크 984">
                  <a:extLst>
                    <a:ext uri="{FF2B5EF4-FFF2-40B4-BE49-F238E27FC236}">
                      <a16:creationId xmlns:a16="http://schemas.microsoft.com/office/drawing/2014/main" id="{A9CECCD9-E23D-2B0C-CAB7-E86BCFC433F6}"/>
                    </a:ext>
                  </a:extLst>
                </p14:cNvPr>
                <p14:cNvContentPartPr/>
                <p14:nvPr/>
              </p14:nvContentPartPr>
              <p14:xfrm>
                <a:off x="11746366" y="14348843"/>
                <a:ext cx="133920" cy="360"/>
              </p14:xfrm>
            </p:contentPart>
          </mc:Choice>
          <mc:Fallback xmlns="">
            <p:pic>
              <p:nvPicPr>
                <p:cNvPr id="985" name="잉크 984">
                  <a:extLst>
                    <a:ext uri="{FF2B5EF4-FFF2-40B4-BE49-F238E27FC236}">
                      <a16:creationId xmlns:a16="http://schemas.microsoft.com/office/drawing/2014/main" id="{A9CECCD9-E23D-2B0C-CAB7-E86BCFC433F6}"/>
                    </a:ext>
                  </a:extLst>
                </p:cNvPr>
                <p:cNvPicPr/>
                <p:nvPr/>
              </p:nvPicPr>
              <p:blipFill>
                <a:blip r:embed="rId1112"/>
                <a:stretch>
                  <a:fillRect/>
                </a:stretch>
              </p:blipFill>
              <p:spPr>
                <a:xfrm>
                  <a:off x="11740246" y="14342723"/>
                  <a:ext cx="146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3">
              <p14:nvContentPartPr>
                <p14:cNvPr id="986" name="잉크 985">
                  <a:extLst>
                    <a:ext uri="{FF2B5EF4-FFF2-40B4-BE49-F238E27FC236}">
                      <a16:creationId xmlns:a16="http://schemas.microsoft.com/office/drawing/2014/main" id="{DC7BB7F9-4522-C23D-431E-CC5994D46083}"/>
                    </a:ext>
                  </a:extLst>
                </p14:cNvPr>
                <p14:cNvContentPartPr/>
                <p14:nvPr/>
              </p14:nvContentPartPr>
              <p14:xfrm>
                <a:off x="11847526" y="14231483"/>
                <a:ext cx="461880" cy="180720"/>
              </p14:xfrm>
            </p:contentPart>
          </mc:Choice>
          <mc:Fallback xmlns="">
            <p:pic>
              <p:nvPicPr>
                <p:cNvPr id="986" name="잉크 985">
                  <a:extLst>
                    <a:ext uri="{FF2B5EF4-FFF2-40B4-BE49-F238E27FC236}">
                      <a16:creationId xmlns:a16="http://schemas.microsoft.com/office/drawing/2014/main" id="{DC7BB7F9-4522-C23D-431E-CC5994D46083}"/>
                    </a:ext>
                  </a:extLst>
                </p:cNvPr>
                <p:cNvPicPr/>
                <p:nvPr/>
              </p:nvPicPr>
              <p:blipFill>
                <a:blip r:embed="rId1114"/>
                <a:stretch>
                  <a:fillRect/>
                </a:stretch>
              </p:blipFill>
              <p:spPr>
                <a:xfrm>
                  <a:off x="11841406" y="14225363"/>
                  <a:ext cx="47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5">
              <p14:nvContentPartPr>
                <p14:cNvPr id="987" name="잉크 986">
                  <a:extLst>
                    <a:ext uri="{FF2B5EF4-FFF2-40B4-BE49-F238E27FC236}">
                      <a16:creationId xmlns:a16="http://schemas.microsoft.com/office/drawing/2014/main" id="{96C0F0B8-0FE4-8D88-0EA2-3C6843BAB039}"/>
                    </a:ext>
                  </a:extLst>
                </p14:cNvPr>
                <p14:cNvContentPartPr/>
                <p14:nvPr/>
              </p14:nvContentPartPr>
              <p14:xfrm>
                <a:off x="12051286" y="14372243"/>
                <a:ext cx="132120" cy="60840"/>
              </p14:xfrm>
            </p:contentPart>
          </mc:Choice>
          <mc:Fallback xmlns="">
            <p:pic>
              <p:nvPicPr>
                <p:cNvPr id="987" name="잉크 986">
                  <a:extLst>
                    <a:ext uri="{FF2B5EF4-FFF2-40B4-BE49-F238E27FC236}">
                      <a16:creationId xmlns:a16="http://schemas.microsoft.com/office/drawing/2014/main" id="{96C0F0B8-0FE4-8D88-0EA2-3C6843BAB039}"/>
                    </a:ext>
                  </a:extLst>
                </p:cNvPr>
                <p:cNvPicPr/>
                <p:nvPr/>
              </p:nvPicPr>
              <p:blipFill>
                <a:blip r:embed="rId1116"/>
                <a:stretch>
                  <a:fillRect/>
                </a:stretch>
              </p:blipFill>
              <p:spPr>
                <a:xfrm>
                  <a:off x="12045166" y="14366123"/>
                  <a:ext cx="144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7">
              <p14:nvContentPartPr>
                <p14:cNvPr id="988" name="잉크 987">
                  <a:extLst>
                    <a:ext uri="{FF2B5EF4-FFF2-40B4-BE49-F238E27FC236}">
                      <a16:creationId xmlns:a16="http://schemas.microsoft.com/office/drawing/2014/main" id="{95E995F0-FE1A-C077-4DEF-B87FF8C2404B}"/>
                    </a:ext>
                  </a:extLst>
                </p14:cNvPr>
                <p14:cNvContentPartPr/>
                <p14:nvPr/>
              </p14:nvContentPartPr>
              <p14:xfrm>
                <a:off x="12418486" y="13832963"/>
                <a:ext cx="289440" cy="830880"/>
              </p14:xfrm>
            </p:contentPart>
          </mc:Choice>
          <mc:Fallback xmlns="">
            <p:pic>
              <p:nvPicPr>
                <p:cNvPr id="988" name="잉크 987">
                  <a:extLst>
                    <a:ext uri="{FF2B5EF4-FFF2-40B4-BE49-F238E27FC236}">
                      <a16:creationId xmlns:a16="http://schemas.microsoft.com/office/drawing/2014/main" id="{95E995F0-FE1A-C077-4DEF-B87FF8C2404B}"/>
                    </a:ext>
                  </a:extLst>
                </p:cNvPr>
                <p:cNvPicPr/>
                <p:nvPr/>
              </p:nvPicPr>
              <p:blipFill>
                <a:blip r:embed="rId1118"/>
                <a:stretch>
                  <a:fillRect/>
                </a:stretch>
              </p:blipFill>
              <p:spPr>
                <a:xfrm>
                  <a:off x="12412366" y="13826843"/>
                  <a:ext cx="30168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9">
              <p14:nvContentPartPr>
                <p14:cNvPr id="989" name="잉크 988">
                  <a:extLst>
                    <a:ext uri="{FF2B5EF4-FFF2-40B4-BE49-F238E27FC236}">
                      <a16:creationId xmlns:a16="http://schemas.microsoft.com/office/drawing/2014/main" id="{12DC6126-2E6A-E26C-5E1D-ECFF6DC285B6}"/>
                    </a:ext>
                  </a:extLst>
                </p14:cNvPr>
                <p14:cNvContentPartPr/>
                <p14:nvPr/>
              </p14:nvContentPartPr>
              <p14:xfrm>
                <a:off x="12851926" y="14372243"/>
                <a:ext cx="137520" cy="132120"/>
              </p14:xfrm>
            </p:contentPart>
          </mc:Choice>
          <mc:Fallback xmlns="">
            <p:pic>
              <p:nvPicPr>
                <p:cNvPr id="989" name="잉크 988">
                  <a:extLst>
                    <a:ext uri="{FF2B5EF4-FFF2-40B4-BE49-F238E27FC236}">
                      <a16:creationId xmlns:a16="http://schemas.microsoft.com/office/drawing/2014/main" id="{12DC6126-2E6A-E26C-5E1D-ECFF6DC285B6}"/>
                    </a:ext>
                  </a:extLst>
                </p:cNvPr>
                <p:cNvPicPr/>
                <p:nvPr/>
              </p:nvPicPr>
              <p:blipFill>
                <a:blip r:embed="rId1120"/>
                <a:stretch>
                  <a:fillRect/>
                </a:stretch>
              </p:blipFill>
              <p:spPr>
                <a:xfrm>
                  <a:off x="12845806" y="14366123"/>
                  <a:ext cx="149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1">
              <p14:nvContentPartPr>
                <p14:cNvPr id="990" name="잉크 989">
                  <a:extLst>
                    <a:ext uri="{FF2B5EF4-FFF2-40B4-BE49-F238E27FC236}">
                      <a16:creationId xmlns:a16="http://schemas.microsoft.com/office/drawing/2014/main" id="{611D9B9B-2956-5D16-069D-729544585C62}"/>
                    </a:ext>
                  </a:extLst>
                </p14:cNvPr>
                <p14:cNvContentPartPr/>
                <p14:nvPr/>
              </p14:nvContentPartPr>
              <p14:xfrm>
                <a:off x="12965326" y="14489603"/>
                <a:ext cx="69480" cy="195120"/>
              </p14:xfrm>
            </p:contentPart>
          </mc:Choice>
          <mc:Fallback xmlns="">
            <p:pic>
              <p:nvPicPr>
                <p:cNvPr id="990" name="잉크 989">
                  <a:extLst>
                    <a:ext uri="{FF2B5EF4-FFF2-40B4-BE49-F238E27FC236}">
                      <a16:creationId xmlns:a16="http://schemas.microsoft.com/office/drawing/2014/main" id="{611D9B9B-2956-5D16-069D-729544585C62}"/>
                    </a:ext>
                  </a:extLst>
                </p:cNvPr>
                <p:cNvPicPr/>
                <p:nvPr/>
              </p:nvPicPr>
              <p:blipFill>
                <a:blip r:embed="rId1122"/>
                <a:stretch>
                  <a:fillRect/>
                </a:stretch>
              </p:blipFill>
              <p:spPr>
                <a:xfrm>
                  <a:off x="12959206" y="14483483"/>
                  <a:ext cx="81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3">
              <p14:nvContentPartPr>
                <p14:cNvPr id="993" name="잉크 992">
                  <a:extLst>
                    <a:ext uri="{FF2B5EF4-FFF2-40B4-BE49-F238E27FC236}">
                      <a16:creationId xmlns:a16="http://schemas.microsoft.com/office/drawing/2014/main" id="{8E486032-D336-A7FE-DD91-16F75A6574EB}"/>
                    </a:ext>
                  </a:extLst>
                </p14:cNvPr>
                <p14:cNvContentPartPr/>
                <p14:nvPr/>
              </p14:nvContentPartPr>
              <p14:xfrm>
                <a:off x="13010686" y="14390243"/>
                <a:ext cx="336960" cy="348480"/>
              </p14:xfrm>
            </p:contentPart>
          </mc:Choice>
          <mc:Fallback xmlns="">
            <p:pic>
              <p:nvPicPr>
                <p:cNvPr id="993" name="잉크 992">
                  <a:extLst>
                    <a:ext uri="{FF2B5EF4-FFF2-40B4-BE49-F238E27FC236}">
                      <a16:creationId xmlns:a16="http://schemas.microsoft.com/office/drawing/2014/main" id="{8E486032-D336-A7FE-DD91-16F75A6574EB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13004566" y="14384123"/>
                  <a:ext cx="3492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5">
              <p14:nvContentPartPr>
                <p14:cNvPr id="994" name="잉크 993">
                  <a:extLst>
                    <a:ext uri="{FF2B5EF4-FFF2-40B4-BE49-F238E27FC236}">
                      <a16:creationId xmlns:a16="http://schemas.microsoft.com/office/drawing/2014/main" id="{B4091440-D621-2FEE-4630-B43FC6CA80E3}"/>
                    </a:ext>
                  </a:extLst>
                </p14:cNvPr>
                <p14:cNvContentPartPr/>
                <p14:nvPr/>
              </p14:nvContentPartPr>
              <p14:xfrm>
                <a:off x="13387966" y="14372243"/>
                <a:ext cx="403200" cy="571680"/>
              </p14:xfrm>
            </p:contentPart>
          </mc:Choice>
          <mc:Fallback xmlns="">
            <p:pic>
              <p:nvPicPr>
                <p:cNvPr id="994" name="잉크 993">
                  <a:extLst>
                    <a:ext uri="{FF2B5EF4-FFF2-40B4-BE49-F238E27FC236}">
                      <a16:creationId xmlns:a16="http://schemas.microsoft.com/office/drawing/2014/main" id="{B4091440-D621-2FEE-4630-B43FC6CA80E3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13381846" y="14366123"/>
                  <a:ext cx="415440" cy="58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9" name="그룹 1018">
            <a:extLst>
              <a:ext uri="{FF2B5EF4-FFF2-40B4-BE49-F238E27FC236}">
                <a16:creationId xmlns:a16="http://schemas.microsoft.com/office/drawing/2014/main" id="{A3AC3324-CE42-842A-26EE-0486BD1BEFA1}"/>
              </a:ext>
            </a:extLst>
          </p:cNvPr>
          <p:cNvGrpSpPr/>
          <p:nvPr/>
        </p:nvGrpSpPr>
        <p:grpSpPr>
          <a:xfrm>
            <a:off x="11183686" y="15216443"/>
            <a:ext cx="2686680" cy="1479600"/>
            <a:chOff x="11183686" y="15216443"/>
            <a:chExt cx="2686680" cy="14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7">
              <p14:nvContentPartPr>
                <p14:cNvPr id="995" name="잉크 994">
                  <a:extLst>
                    <a:ext uri="{FF2B5EF4-FFF2-40B4-BE49-F238E27FC236}">
                      <a16:creationId xmlns:a16="http://schemas.microsoft.com/office/drawing/2014/main" id="{439DE90F-848B-F53C-03D5-6478CE5B96F2}"/>
                    </a:ext>
                  </a:extLst>
                </p14:cNvPr>
                <p14:cNvContentPartPr/>
                <p14:nvPr/>
              </p14:nvContentPartPr>
              <p14:xfrm>
                <a:off x="11371246" y="15638363"/>
                <a:ext cx="330480" cy="360"/>
              </p14:xfrm>
            </p:contentPart>
          </mc:Choice>
          <mc:Fallback xmlns="">
            <p:pic>
              <p:nvPicPr>
                <p:cNvPr id="995" name="잉크 994">
                  <a:extLst>
                    <a:ext uri="{FF2B5EF4-FFF2-40B4-BE49-F238E27FC236}">
                      <a16:creationId xmlns:a16="http://schemas.microsoft.com/office/drawing/2014/main" id="{439DE90F-848B-F53C-03D5-6478CE5B96F2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11365126" y="15632243"/>
                  <a:ext cx="342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9">
              <p14:nvContentPartPr>
                <p14:cNvPr id="996" name="잉크 995">
                  <a:extLst>
                    <a:ext uri="{FF2B5EF4-FFF2-40B4-BE49-F238E27FC236}">
                      <a16:creationId xmlns:a16="http://schemas.microsoft.com/office/drawing/2014/main" id="{CC184A82-DC4C-2276-58BD-E57C3D87CC52}"/>
                    </a:ext>
                  </a:extLst>
                </p14:cNvPr>
                <p14:cNvContentPartPr/>
                <p14:nvPr/>
              </p14:nvContentPartPr>
              <p14:xfrm>
                <a:off x="11183686" y="15890723"/>
                <a:ext cx="445320" cy="72360"/>
              </p14:xfrm>
            </p:contentPart>
          </mc:Choice>
          <mc:Fallback xmlns="">
            <p:pic>
              <p:nvPicPr>
                <p:cNvPr id="996" name="잉크 995">
                  <a:extLst>
                    <a:ext uri="{FF2B5EF4-FFF2-40B4-BE49-F238E27FC236}">
                      <a16:creationId xmlns:a16="http://schemas.microsoft.com/office/drawing/2014/main" id="{CC184A82-DC4C-2276-58BD-E57C3D87CC52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11177566" y="15884603"/>
                  <a:ext cx="457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1">
              <p14:nvContentPartPr>
                <p14:cNvPr id="997" name="잉크 996">
                  <a:extLst>
                    <a:ext uri="{FF2B5EF4-FFF2-40B4-BE49-F238E27FC236}">
                      <a16:creationId xmlns:a16="http://schemas.microsoft.com/office/drawing/2014/main" id="{B2FB2E5B-D32C-DD98-545D-8AC3BEA1EEA3}"/>
                    </a:ext>
                  </a:extLst>
                </p14:cNvPr>
                <p14:cNvContentPartPr/>
                <p14:nvPr/>
              </p14:nvContentPartPr>
              <p14:xfrm>
                <a:off x="11697406" y="15380603"/>
                <a:ext cx="143280" cy="1019880"/>
              </p14:xfrm>
            </p:contentPart>
          </mc:Choice>
          <mc:Fallback xmlns="">
            <p:pic>
              <p:nvPicPr>
                <p:cNvPr id="997" name="잉크 996">
                  <a:extLst>
                    <a:ext uri="{FF2B5EF4-FFF2-40B4-BE49-F238E27FC236}">
                      <a16:creationId xmlns:a16="http://schemas.microsoft.com/office/drawing/2014/main" id="{B2FB2E5B-D32C-DD98-545D-8AC3BEA1EEA3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11691286" y="15374483"/>
                  <a:ext cx="155520" cy="10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3">
              <p14:nvContentPartPr>
                <p14:cNvPr id="998" name="잉크 997">
                  <a:extLst>
                    <a:ext uri="{FF2B5EF4-FFF2-40B4-BE49-F238E27FC236}">
                      <a16:creationId xmlns:a16="http://schemas.microsoft.com/office/drawing/2014/main" id="{C1712FC4-0C3C-B173-A1B4-B07ED824FFDC}"/>
                    </a:ext>
                  </a:extLst>
                </p14:cNvPr>
                <p14:cNvContentPartPr/>
                <p14:nvPr/>
              </p14:nvContentPartPr>
              <p14:xfrm>
                <a:off x="11816566" y="15938243"/>
                <a:ext cx="251280" cy="75600"/>
              </p14:xfrm>
            </p:contentPart>
          </mc:Choice>
          <mc:Fallback xmlns="">
            <p:pic>
              <p:nvPicPr>
                <p:cNvPr id="998" name="잉크 997">
                  <a:extLst>
                    <a:ext uri="{FF2B5EF4-FFF2-40B4-BE49-F238E27FC236}">
                      <a16:creationId xmlns:a16="http://schemas.microsoft.com/office/drawing/2014/main" id="{C1712FC4-0C3C-B173-A1B4-B07ED824FFDC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11810446" y="15932123"/>
                  <a:ext cx="263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5">
              <p14:nvContentPartPr>
                <p14:cNvPr id="999" name="잉크 998">
                  <a:extLst>
                    <a:ext uri="{FF2B5EF4-FFF2-40B4-BE49-F238E27FC236}">
                      <a16:creationId xmlns:a16="http://schemas.microsoft.com/office/drawing/2014/main" id="{EAE0A57B-3C2A-40C6-0668-3E0967183B37}"/>
                    </a:ext>
                  </a:extLst>
                </p14:cNvPr>
                <p14:cNvContentPartPr/>
                <p14:nvPr/>
              </p14:nvContentPartPr>
              <p14:xfrm>
                <a:off x="12000166" y="15216443"/>
                <a:ext cx="379800" cy="1457640"/>
              </p14:xfrm>
            </p:contentPart>
          </mc:Choice>
          <mc:Fallback xmlns="">
            <p:pic>
              <p:nvPicPr>
                <p:cNvPr id="999" name="잉크 998">
                  <a:extLst>
                    <a:ext uri="{FF2B5EF4-FFF2-40B4-BE49-F238E27FC236}">
                      <a16:creationId xmlns:a16="http://schemas.microsoft.com/office/drawing/2014/main" id="{EAE0A57B-3C2A-40C6-0668-3E0967183B37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11994046" y="15210323"/>
                  <a:ext cx="392040" cy="14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7">
              <p14:nvContentPartPr>
                <p14:cNvPr id="1000" name="잉크 999">
                  <a:extLst>
                    <a:ext uri="{FF2B5EF4-FFF2-40B4-BE49-F238E27FC236}">
                      <a16:creationId xmlns:a16="http://schemas.microsoft.com/office/drawing/2014/main" id="{1D51FC3C-282C-F707-C3DF-482BAA0F807E}"/>
                    </a:ext>
                  </a:extLst>
                </p14:cNvPr>
                <p14:cNvContentPartPr/>
                <p14:nvPr/>
              </p14:nvContentPartPr>
              <p14:xfrm>
                <a:off x="12508846" y="15637283"/>
                <a:ext cx="330480" cy="308520"/>
              </p14:xfrm>
            </p:contentPart>
          </mc:Choice>
          <mc:Fallback xmlns="">
            <p:pic>
              <p:nvPicPr>
                <p:cNvPr id="1000" name="잉크 999">
                  <a:extLst>
                    <a:ext uri="{FF2B5EF4-FFF2-40B4-BE49-F238E27FC236}">
                      <a16:creationId xmlns:a16="http://schemas.microsoft.com/office/drawing/2014/main" id="{1D51FC3C-282C-F707-C3DF-482BAA0F807E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12502726" y="15631163"/>
                  <a:ext cx="3427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9">
              <p14:nvContentPartPr>
                <p14:cNvPr id="1001" name="잉크 1000">
                  <a:extLst>
                    <a:ext uri="{FF2B5EF4-FFF2-40B4-BE49-F238E27FC236}">
                      <a16:creationId xmlns:a16="http://schemas.microsoft.com/office/drawing/2014/main" id="{6428FB62-7D7F-D42A-9759-FEB79A2F93EE}"/>
                    </a:ext>
                  </a:extLst>
                </p14:cNvPr>
                <p14:cNvContentPartPr/>
                <p14:nvPr/>
              </p14:nvContentPartPr>
              <p14:xfrm>
                <a:off x="12637366" y="15896483"/>
                <a:ext cx="184320" cy="360"/>
              </p14:xfrm>
            </p:contentPart>
          </mc:Choice>
          <mc:Fallback xmlns="">
            <p:pic>
              <p:nvPicPr>
                <p:cNvPr id="1001" name="잉크 1000">
                  <a:extLst>
                    <a:ext uri="{FF2B5EF4-FFF2-40B4-BE49-F238E27FC236}">
                      <a16:creationId xmlns:a16="http://schemas.microsoft.com/office/drawing/2014/main" id="{6428FB62-7D7F-D42A-9759-FEB79A2F93EE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12631246" y="15890363"/>
                  <a:ext cx="196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1">
              <p14:nvContentPartPr>
                <p14:cNvPr id="1002" name="잉크 1001">
                  <a:extLst>
                    <a:ext uri="{FF2B5EF4-FFF2-40B4-BE49-F238E27FC236}">
                      <a16:creationId xmlns:a16="http://schemas.microsoft.com/office/drawing/2014/main" id="{05EEE1A3-6ECA-4F97-F5A4-5793744A4F23}"/>
                    </a:ext>
                  </a:extLst>
                </p14:cNvPr>
                <p14:cNvContentPartPr/>
                <p14:nvPr/>
              </p14:nvContentPartPr>
              <p14:xfrm>
                <a:off x="12584446" y="16116443"/>
                <a:ext cx="258840" cy="345600"/>
              </p14:xfrm>
            </p:contentPart>
          </mc:Choice>
          <mc:Fallback xmlns="">
            <p:pic>
              <p:nvPicPr>
                <p:cNvPr id="1002" name="잉크 1001">
                  <a:extLst>
                    <a:ext uri="{FF2B5EF4-FFF2-40B4-BE49-F238E27FC236}">
                      <a16:creationId xmlns:a16="http://schemas.microsoft.com/office/drawing/2014/main" id="{05EEE1A3-6ECA-4F97-F5A4-5793744A4F23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2578326" y="16110323"/>
                  <a:ext cx="2710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3">
              <p14:nvContentPartPr>
                <p14:cNvPr id="1003" name="잉크 1002">
                  <a:extLst>
                    <a:ext uri="{FF2B5EF4-FFF2-40B4-BE49-F238E27FC236}">
                      <a16:creationId xmlns:a16="http://schemas.microsoft.com/office/drawing/2014/main" id="{507149C0-53E9-4D43-6FBE-64EBE96FB98B}"/>
                    </a:ext>
                  </a:extLst>
                </p14:cNvPr>
                <p14:cNvContentPartPr/>
                <p14:nvPr/>
              </p14:nvContentPartPr>
              <p14:xfrm>
                <a:off x="12895126" y="16275203"/>
                <a:ext cx="202320" cy="66960"/>
              </p14:xfrm>
            </p:contentPart>
          </mc:Choice>
          <mc:Fallback xmlns="">
            <p:pic>
              <p:nvPicPr>
                <p:cNvPr id="1003" name="잉크 1002">
                  <a:extLst>
                    <a:ext uri="{FF2B5EF4-FFF2-40B4-BE49-F238E27FC236}">
                      <a16:creationId xmlns:a16="http://schemas.microsoft.com/office/drawing/2014/main" id="{507149C0-53E9-4D43-6FBE-64EBE96FB98B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2889006" y="16269083"/>
                  <a:ext cx="214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5">
              <p14:nvContentPartPr>
                <p14:cNvPr id="1004" name="잉크 1003">
                  <a:extLst>
                    <a:ext uri="{FF2B5EF4-FFF2-40B4-BE49-F238E27FC236}">
                      <a16:creationId xmlns:a16="http://schemas.microsoft.com/office/drawing/2014/main" id="{44F52CC4-0463-F4AC-F1CF-B6052834037D}"/>
                    </a:ext>
                  </a:extLst>
                </p14:cNvPr>
                <p14:cNvContentPartPr/>
                <p14:nvPr/>
              </p14:nvContentPartPr>
              <p14:xfrm>
                <a:off x="13059646" y="15263243"/>
                <a:ext cx="187920" cy="1294200"/>
              </p14:xfrm>
            </p:contentPart>
          </mc:Choice>
          <mc:Fallback xmlns="">
            <p:pic>
              <p:nvPicPr>
                <p:cNvPr id="1004" name="잉크 1003">
                  <a:extLst>
                    <a:ext uri="{FF2B5EF4-FFF2-40B4-BE49-F238E27FC236}">
                      <a16:creationId xmlns:a16="http://schemas.microsoft.com/office/drawing/2014/main" id="{44F52CC4-0463-F4AC-F1CF-B6052834037D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3053526" y="15257123"/>
                  <a:ext cx="200160" cy="13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7">
              <p14:nvContentPartPr>
                <p14:cNvPr id="1005" name="잉크 1004">
                  <a:extLst>
                    <a:ext uri="{FF2B5EF4-FFF2-40B4-BE49-F238E27FC236}">
                      <a16:creationId xmlns:a16="http://schemas.microsoft.com/office/drawing/2014/main" id="{E0C9030A-4AA5-573C-8FF6-1F632DFB4707}"/>
                    </a:ext>
                  </a:extLst>
                </p14:cNvPr>
                <p14:cNvContentPartPr/>
                <p14:nvPr/>
              </p14:nvContentPartPr>
              <p14:xfrm>
                <a:off x="13318126" y="15936443"/>
                <a:ext cx="121320" cy="160920"/>
              </p14:xfrm>
            </p:contentPart>
          </mc:Choice>
          <mc:Fallback xmlns="">
            <p:pic>
              <p:nvPicPr>
                <p:cNvPr id="1005" name="잉크 1004">
                  <a:extLst>
                    <a:ext uri="{FF2B5EF4-FFF2-40B4-BE49-F238E27FC236}">
                      <a16:creationId xmlns:a16="http://schemas.microsoft.com/office/drawing/2014/main" id="{E0C9030A-4AA5-573C-8FF6-1F632DFB4707}"/>
                    </a:ext>
                  </a:extLst>
                </p:cNvPr>
                <p:cNvPicPr/>
                <p:nvPr/>
              </p:nvPicPr>
              <p:blipFill>
                <a:blip r:embed="rId1148"/>
                <a:stretch>
                  <a:fillRect/>
                </a:stretch>
              </p:blipFill>
              <p:spPr>
                <a:xfrm>
                  <a:off x="13312006" y="15930323"/>
                  <a:ext cx="133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9">
              <p14:nvContentPartPr>
                <p14:cNvPr id="1006" name="잉크 1005">
                  <a:extLst>
                    <a:ext uri="{FF2B5EF4-FFF2-40B4-BE49-F238E27FC236}">
                      <a16:creationId xmlns:a16="http://schemas.microsoft.com/office/drawing/2014/main" id="{6EAFA95B-738B-8A15-D892-B7139560C2AD}"/>
                    </a:ext>
                  </a:extLst>
                </p14:cNvPr>
                <p14:cNvContentPartPr/>
                <p14:nvPr/>
              </p14:nvContentPartPr>
              <p14:xfrm>
                <a:off x="13407406" y="15497603"/>
                <a:ext cx="74160" cy="1198440"/>
              </p14:xfrm>
            </p:contentPart>
          </mc:Choice>
          <mc:Fallback xmlns="">
            <p:pic>
              <p:nvPicPr>
                <p:cNvPr id="1006" name="잉크 1005">
                  <a:extLst>
                    <a:ext uri="{FF2B5EF4-FFF2-40B4-BE49-F238E27FC236}">
                      <a16:creationId xmlns:a16="http://schemas.microsoft.com/office/drawing/2014/main" id="{6EAFA95B-738B-8A15-D892-B7139560C2AD}"/>
                    </a:ext>
                  </a:extLst>
                </p:cNvPr>
                <p:cNvPicPr/>
                <p:nvPr/>
              </p:nvPicPr>
              <p:blipFill>
                <a:blip r:embed="rId1150"/>
                <a:stretch>
                  <a:fillRect/>
                </a:stretch>
              </p:blipFill>
              <p:spPr>
                <a:xfrm>
                  <a:off x="13401286" y="15491483"/>
                  <a:ext cx="8640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1">
              <p14:nvContentPartPr>
                <p14:cNvPr id="1007" name="잉크 1006">
                  <a:extLst>
                    <a:ext uri="{FF2B5EF4-FFF2-40B4-BE49-F238E27FC236}">
                      <a16:creationId xmlns:a16="http://schemas.microsoft.com/office/drawing/2014/main" id="{ADDEAC18-AE83-CA07-995C-AA904CF58985}"/>
                    </a:ext>
                  </a:extLst>
                </p14:cNvPr>
                <p14:cNvContentPartPr/>
                <p14:nvPr/>
              </p14:nvContentPartPr>
              <p14:xfrm>
                <a:off x="13551766" y="15778043"/>
                <a:ext cx="193320" cy="24840"/>
              </p14:xfrm>
            </p:contentPart>
          </mc:Choice>
          <mc:Fallback xmlns="">
            <p:pic>
              <p:nvPicPr>
                <p:cNvPr id="1007" name="잉크 1006">
                  <a:extLst>
                    <a:ext uri="{FF2B5EF4-FFF2-40B4-BE49-F238E27FC236}">
                      <a16:creationId xmlns:a16="http://schemas.microsoft.com/office/drawing/2014/main" id="{ADDEAC18-AE83-CA07-995C-AA904CF58985}"/>
                    </a:ext>
                  </a:extLst>
                </p:cNvPr>
                <p:cNvPicPr/>
                <p:nvPr/>
              </p:nvPicPr>
              <p:blipFill>
                <a:blip r:embed="rId1152"/>
                <a:stretch>
                  <a:fillRect/>
                </a:stretch>
              </p:blipFill>
              <p:spPr>
                <a:xfrm>
                  <a:off x="13545646" y="15771923"/>
                  <a:ext cx="205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3">
              <p14:nvContentPartPr>
                <p14:cNvPr id="1008" name="잉크 1007">
                  <a:extLst>
                    <a:ext uri="{FF2B5EF4-FFF2-40B4-BE49-F238E27FC236}">
                      <a16:creationId xmlns:a16="http://schemas.microsoft.com/office/drawing/2014/main" id="{5EA229FB-F3E1-F7E5-3E94-4D83756D47AC}"/>
                    </a:ext>
                  </a:extLst>
                </p14:cNvPr>
                <p14:cNvContentPartPr/>
                <p14:nvPr/>
              </p14:nvContentPartPr>
              <p14:xfrm>
                <a:off x="13528366" y="16013483"/>
                <a:ext cx="342000" cy="24840"/>
              </p14:xfrm>
            </p:contentPart>
          </mc:Choice>
          <mc:Fallback xmlns="">
            <p:pic>
              <p:nvPicPr>
                <p:cNvPr id="1008" name="잉크 1007">
                  <a:extLst>
                    <a:ext uri="{FF2B5EF4-FFF2-40B4-BE49-F238E27FC236}">
                      <a16:creationId xmlns:a16="http://schemas.microsoft.com/office/drawing/2014/main" id="{5EA229FB-F3E1-F7E5-3E94-4D83756D47AC}"/>
                    </a:ext>
                  </a:extLst>
                </p:cNvPr>
                <p:cNvPicPr/>
                <p:nvPr/>
              </p:nvPicPr>
              <p:blipFill>
                <a:blip r:embed="rId1154"/>
                <a:stretch>
                  <a:fillRect/>
                </a:stretch>
              </p:blipFill>
              <p:spPr>
                <a:xfrm>
                  <a:off x="13522246" y="16007363"/>
                  <a:ext cx="3542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8" name="그룹 1017">
            <a:extLst>
              <a:ext uri="{FF2B5EF4-FFF2-40B4-BE49-F238E27FC236}">
                <a16:creationId xmlns:a16="http://schemas.microsoft.com/office/drawing/2014/main" id="{01A48DFD-DA18-DA80-6F8C-E531B143164E}"/>
              </a:ext>
            </a:extLst>
          </p:cNvPr>
          <p:cNvGrpSpPr/>
          <p:nvPr/>
        </p:nvGrpSpPr>
        <p:grpSpPr>
          <a:xfrm>
            <a:off x="14391286" y="15216443"/>
            <a:ext cx="864360" cy="1410480"/>
            <a:chOff x="14391286" y="15216443"/>
            <a:chExt cx="864360" cy="14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5">
              <p14:nvContentPartPr>
                <p14:cNvPr id="1009" name="잉크 1008">
                  <a:extLst>
                    <a:ext uri="{FF2B5EF4-FFF2-40B4-BE49-F238E27FC236}">
                      <a16:creationId xmlns:a16="http://schemas.microsoft.com/office/drawing/2014/main" id="{44226389-DBD0-B9D9-5242-D8C89D3F4C31}"/>
                    </a:ext>
                  </a:extLst>
                </p14:cNvPr>
                <p14:cNvContentPartPr/>
                <p14:nvPr/>
              </p14:nvContentPartPr>
              <p14:xfrm>
                <a:off x="14466166" y="15450803"/>
                <a:ext cx="358560" cy="47520"/>
              </p14:xfrm>
            </p:contentPart>
          </mc:Choice>
          <mc:Fallback xmlns="">
            <p:pic>
              <p:nvPicPr>
                <p:cNvPr id="1009" name="잉크 1008">
                  <a:extLst>
                    <a:ext uri="{FF2B5EF4-FFF2-40B4-BE49-F238E27FC236}">
                      <a16:creationId xmlns:a16="http://schemas.microsoft.com/office/drawing/2014/main" id="{44226389-DBD0-B9D9-5242-D8C89D3F4C31}"/>
                    </a:ext>
                  </a:extLst>
                </p:cNvPr>
                <p:cNvPicPr/>
                <p:nvPr/>
              </p:nvPicPr>
              <p:blipFill>
                <a:blip r:embed="rId1156"/>
                <a:stretch>
                  <a:fillRect/>
                </a:stretch>
              </p:blipFill>
              <p:spPr>
                <a:xfrm>
                  <a:off x="14460046" y="15444683"/>
                  <a:ext cx="370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7">
              <p14:nvContentPartPr>
                <p14:cNvPr id="1010" name="잉크 1009">
                  <a:extLst>
                    <a:ext uri="{FF2B5EF4-FFF2-40B4-BE49-F238E27FC236}">
                      <a16:creationId xmlns:a16="http://schemas.microsoft.com/office/drawing/2014/main" id="{8D7591C0-50AA-F8FD-FD58-78E01C42E49C}"/>
                    </a:ext>
                  </a:extLst>
                </p14:cNvPr>
                <p14:cNvContentPartPr/>
                <p14:nvPr/>
              </p14:nvContentPartPr>
              <p14:xfrm>
                <a:off x="14391286" y="15685163"/>
                <a:ext cx="191520" cy="143640"/>
              </p14:xfrm>
            </p:contentPart>
          </mc:Choice>
          <mc:Fallback xmlns="">
            <p:pic>
              <p:nvPicPr>
                <p:cNvPr id="1010" name="잉크 1009">
                  <a:extLst>
                    <a:ext uri="{FF2B5EF4-FFF2-40B4-BE49-F238E27FC236}">
                      <a16:creationId xmlns:a16="http://schemas.microsoft.com/office/drawing/2014/main" id="{8D7591C0-50AA-F8FD-FD58-78E01C42E49C}"/>
                    </a:ext>
                  </a:extLst>
                </p:cNvPr>
                <p:cNvPicPr/>
                <p:nvPr/>
              </p:nvPicPr>
              <p:blipFill>
                <a:blip r:embed="rId1158"/>
                <a:stretch>
                  <a:fillRect/>
                </a:stretch>
              </p:blipFill>
              <p:spPr>
                <a:xfrm>
                  <a:off x="14385166" y="15679043"/>
                  <a:ext cx="203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9">
              <p14:nvContentPartPr>
                <p14:cNvPr id="1011" name="잉크 1010">
                  <a:extLst>
                    <a:ext uri="{FF2B5EF4-FFF2-40B4-BE49-F238E27FC236}">
                      <a16:creationId xmlns:a16="http://schemas.microsoft.com/office/drawing/2014/main" id="{8D53123E-1939-84E1-93B3-E5A4A3CA3A11}"/>
                    </a:ext>
                  </a:extLst>
                </p14:cNvPr>
                <p14:cNvContentPartPr/>
                <p14:nvPr/>
              </p14:nvContentPartPr>
              <p14:xfrm>
                <a:off x="14704126" y="15333443"/>
                <a:ext cx="143640" cy="803160"/>
              </p14:xfrm>
            </p:contentPart>
          </mc:Choice>
          <mc:Fallback xmlns="">
            <p:pic>
              <p:nvPicPr>
                <p:cNvPr id="1011" name="잉크 1010">
                  <a:extLst>
                    <a:ext uri="{FF2B5EF4-FFF2-40B4-BE49-F238E27FC236}">
                      <a16:creationId xmlns:a16="http://schemas.microsoft.com/office/drawing/2014/main" id="{8D53123E-1939-84E1-93B3-E5A4A3CA3A11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14698006" y="15327323"/>
                  <a:ext cx="1558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1012" name="잉크 1011">
                  <a:extLst>
                    <a:ext uri="{FF2B5EF4-FFF2-40B4-BE49-F238E27FC236}">
                      <a16:creationId xmlns:a16="http://schemas.microsoft.com/office/drawing/2014/main" id="{AB3AE852-1695-8DC0-D1A8-62020A781A90}"/>
                    </a:ext>
                  </a:extLst>
                </p14:cNvPr>
                <p14:cNvContentPartPr/>
                <p14:nvPr/>
              </p14:nvContentPartPr>
              <p14:xfrm>
                <a:off x="14395606" y="16177643"/>
                <a:ext cx="266400" cy="312840"/>
              </p14:xfrm>
            </p:contentPart>
          </mc:Choice>
          <mc:Fallback xmlns="">
            <p:pic>
              <p:nvPicPr>
                <p:cNvPr id="1012" name="잉크 1011">
                  <a:extLst>
                    <a:ext uri="{FF2B5EF4-FFF2-40B4-BE49-F238E27FC236}">
                      <a16:creationId xmlns:a16="http://schemas.microsoft.com/office/drawing/2014/main" id="{AB3AE852-1695-8DC0-D1A8-62020A781A90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14389486" y="16171523"/>
                  <a:ext cx="278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1013" name="잉크 1012">
                  <a:extLst>
                    <a:ext uri="{FF2B5EF4-FFF2-40B4-BE49-F238E27FC236}">
                      <a16:creationId xmlns:a16="http://schemas.microsoft.com/office/drawing/2014/main" id="{66029AF0-46E8-F866-A604-CF52AFC46EC8}"/>
                    </a:ext>
                  </a:extLst>
                </p14:cNvPr>
                <p14:cNvContentPartPr/>
                <p14:nvPr/>
              </p14:nvContentPartPr>
              <p14:xfrm>
                <a:off x="14840206" y="15872723"/>
                <a:ext cx="176040" cy="217800"/>
              </p14:xfrm>
            </p:contentPart>
          </mc:Choice>
          <mc:Fallback xmlns="">
            <p:pic>
              <p:nvPicPr>
                <p:cNvPr id="1013" name="잉크 1012">
                  <a:extLst>
                    <a:ext uri="{FF2B5EF4-FFF2-40B4-BE49-F238E27FC236}">
                      <a16:creationId xmlns:a16="http://schemas.microsoft.com/office/drawing/2014/main" id="{66029AF0-46E8-F866-A604-CF52AFC46EC8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4834086" y="15866603"/>
                  <a:ext cx="188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1014" name="잉크 1013">
                  <a:extLst>
                    <a:ext uri="{FF2B5EF4-FFF2-40B4-BE49-F238E27FC236}">
                      <a16:creationId xmlns:a16="http://schemas.microsoft.com/office/drawing/2014/main" id="{CB6B1D36-AE2F-4567-6047-502406C35BBD}"/>
                    </a:ext>
                  </a:extLst>
                </p14:cNvPr>
                <p14:cNvContentPartPr/>
                <p14:nvPr/>
              </p14:nvContentPartPr>
              <p14:xfrm>
                <a:off x="14934886" y="15910523"/>
                <a:ext cx="91800" cy="9720"/>
              </p14:xfrm>
            </p:contentPart>
          </mc:Choice>
          <mc:Fallback xmlns="">
            <p:pic>
              <p:nvPicPr>
                <p:cNvPr id="1014" name="잉크 1013">
                  <a:extLst>
                    <a:ext uri="{FF2B5EF4-FFF2-40B4-BE49-F238E27FC236}">
                      <a16:creationId xmlns:a16="http://schemas.microsoft.com/office/drawing/2014/main" id="{CB6B1D36-AE2F-4567-6047-502406C35BBD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4928766" y="15904403"/>
                  <a:ext cx="104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1015" name="잉크 1014">
                  <a:extLst>
                    <a:ext uri="{FF2B5EF4-FFF2-40B4-BE49-F238E27FC236}">
                      <a16:creationId xmlns:a16="http://schemas.microsoft.com/office/drawing/2014/main" id="{F287B726-ED75-9DC8-0376-08E46FB7DA1C}"/>
                    </a:ext>
                  </a:extLst>
                </p14:cNvPr>
                <p14:cNvContentPartPr/>
                <p14:nvPr/>
              </p14:nvContentPartPr>
              <p14:xfrm>
                <a:off x="14934886" y="15216443"/>
                <a:ext cx="305280" cy="1410480"/>
              </p14:xfrm>
            </p:contentPart>
          </mc:Choice>
          <mc:Fallback xmlns="">
            <p:pic>
              <p:nvPicPr>
                <p:cNvPr id="1015" name="잉크 1014">
                  <a:extLst>
                    <a:ext uri="{FF2B5EF4-FFF2-40B4-BE49-F238E27FC236}">
                      <a16:creationId xmlns:a16="http://schemas.microsoft.com/office/drawing/2014/main" id="{F287B726-ED75-9DC8-0376-08E46FB7DA1C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14928766" y="15210323"/>
                  <a:ext cx="317520" cy="14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9">
              <p14:nvContentPartPr>
                <p14:cNvPr id="1016" name="잉크 1015">
                  <a:extLst>
                    <a:ext uri="{FF2B5EF4-FFF2-40B4-BE49-F238E27FC236}">
                      <a16:creationId xmlns:a16="http://schemas.microsoft.com/office/drawing/2014/main" id="{09791148-72E7-D94C-36A1-667DABDFE5BC}"/>
                    </a:ext>
                  </a:extLst>
                </p14:cNvPr>
                <p14:cNvContentPartPr/>
                <p14:nvPr/>
              </p14:nvContentPartPr>
              <p14:xfrm>
                <a:off x="15099046" y="15975683"/>
                <a:ext cx="156600" cy="32760"/>
              </p14:xfrm>
            </p:contentPart>
          </mc:Choice>
          <mc:Fallback xmlns="">
            <p:pic>
              <p:nvPicPr>
                <p:cNvPr id="1016" name="잉크 1015">
                  <a:extLst>
                    <a:ext uri="{FF2B5EF4-FFF2-40B4-BE49-F238E27FC236}">
                      <a16:creationId xmlns:a16="http://schemas.microsoft.com/office/drawing/2014/main" id="{09791148-72E7-D94C-36A1-667DABDFE5BC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15092926" y="15969563"/>
                  <a:ext cx="1688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1">
            <p14:nvContentPartPr>
              <p14:cNvPr id="1017" name="잉크 1016">
                <a:extLst>
                  <a:ext uri="{FF2B5EF4-FFF2-40B4-BE49-F238E27FC236}">
                    <a16:creationId xmlns:a16="http://schemas.microsoft.com/office/drawing/2014/main" id="{09472244-4D54-70F3-EA87-D4D159659BD2}"/>
                  </a:ext>
                </a:extLst>
              </p14:cNvPr>
              <p14:cNvContentPartPr/>
              <p14:nvPr/>
            </p14:nvContentPartPr>
            <p14:xfrm>
              <a:off x="15873046" y="16341803"/>
              <a:ext cx="24120" cy="360"/>
            </p14:xfrm>
          </p:contentPart>
        </mc:Choice>
        <mc:Fallback xmlns="">
          <p:pic>
            <p:nvPicPr>
              <p:cNvPr id="1017" name="잉크 1016">
                <a:extLst>
                  <a:ext uri="{FF2B5EF4-FFF2-40B4-BE49-F238E27FC236}">
                    <a16:creationId xmlns:a16="http://schemas.microsoft.com/office/drawing/2014/main" id="{09472244-4D54-70F3-EA87-D4D159659BD2}"/>
                  </a:ext>
                </a:extLst>
              </p:cNvPr>
              <p:cNvPicPr/>
              <p:nvPr/>
            </p:nvPicPr>
            <p:blipFill>
              <a:blip r:embed="rId1172"/>
              <a:stretch>
                <a:fillRect/>
              </a:stretch>
            </p:blipFill>
            <p:spPr>
              <a:xfrm>
                <a:off x="15866926" y="16335683"/>
                <a:ext cx="363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786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05B25958-C464-8554-932F-F87F73E9E0C6}"/>
                  </a:ext>
                </a:extLst>
              </p14:cNvPr>
              <p14:cNvContentPartPr/>
              <p14:nvPr/>
            </p14:nvContentPartPr>
            <p14:xfrm>
              <a:off x="19690691" y="2841513"/>
              <a:ext cx="3671640" cy="245880"/>
            </p14:xfrm>
          </p:contentPart>
        </mc:Choice>
        <mc:Fallback xmlns=""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05B25958-C464-8554-932F-F87F73E9E0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82051" y="2832873"/>
                <a:ext cx="36892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3" name="잉크 242">
                <a:extLst>
                  <a:ext uri="{FF2B5EF4-FFF2-40B4-BE49-F238E27FC236}">
                    <a16:creationId xmlns:a16="http://schemas.microsoft.com/office/drawing/2014/main" id="{651791F5-F64C-930D-1184-C57F52F5BC23}"/>
                  </a:ext>
                </a:extLst>
              </p14:cNvPr>
              <p14:cNvContentPartPr/>
              <p14:nvPr/>
            </p14:nvContentPartPr>
            <p14:xfrm>
              <a:off x="3741971" y="12687873"/>
              <a:ext cx="5738760" cy="720"/>
            </p14:xfrm>
          </p:contentPart>
        </mc:Choice>
        <mc:Fallback xmlns="">
          <p:pic>
            <p:nvPicPr>
              <p:cNvPr id="243" name="잉크 242">
                <a:extLst>
                  <a:ext uri="{FF2B5EF4-FFF2-40B4-BE49-F238E27FC236}">
                    <a16:creationId xmlns:a16="http://schemas.microsoft.com/office/drawing/2014/main" id="{651791F5-F64C-930D-1184-C57F52F5B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2971" y="12669873"/>
                <a:ext cx="5756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3EA9679-7F62-92B2-4749-E04B3D93AAB1}"/>
                  </a:ext>
                </a:extLst>
              </p14:cNvPr>
              <p14:cNvContentPartPr/>
              <p14:nvPr/>
            </p14:nvContentPartPr>
            <p14:xfrm>
              <a:off x="15876131" y="1818393"/>
              <a:ext cx="627480" cy="83048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3EA9679-7F62-92B2-4749-E04B3D93AA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67131" y="1809393"/>
                <a:ext cx="645120" cy="83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1B75875-C352-82FB-E3D7-727DAB97CC17}"/>
                  </a:ext>
                </a:extLst>
              </p14:cNvPr>
              <p14:cNvContentPartPr/>
              <p14:nvPr/>
            </p14:nvContentPartPr>
            <p14:xfrm>
              <a:off x="16506131" y="1692033"/>
              <a:ext cx="2165040" cy="24130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1B75875-C352-82FB-E3D7-727DAB97CC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97131" y="1683393"/>
                <a:ext cx="2182680" cy="24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6D1D607-4991-45B2-F36F-F4E55B648ADA}"/>
                  </a:ext>
                </a:extLst>
              </p14:cNvPr>
              <p14:cNvContentPartPr/>
              <p14:nvPr/>
            </p14:nvContentPartPr>
            <p14:xfrm>
              <a:off x="16124531" y="4063713"/>
              <a:ext cx="2544840" cy="56732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6D1D607-4991-45B2-F36F-F4E55B648A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115891" y="4055073"/>
                <a:ext cx="2562480" cy="56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74A2505F-E2B8-3E30-AC50-4F27C9463B6B}"/>
                  </a:ext>
                </a:extLst>
              </p14:cNvPr>
              <p14:cNvContentPartPr/>
              <p14:nvPr/>
            </p14:nvContentPartPr>
            <p14:xfrm>
              <a:off x="12141131" y="2293593"/>
              <a:ext cx="1922760" cy="33645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74A2505F-E2B8-3E30-AC50-4F27C9463B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132131" y="2284953"/>
                <a:ext cx="1940400" cy="338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2FC39BD-F929-E4F2-0F08-ED739EE35DE7}"/>
                  </a:ext>
                </a:extLst>
              </p14:cNvPr>
              <p14:cNvContentPartPr/>
              <p14:nvPr/>
            </p14:nvContentPartPr>
            <p14:xfrm>
              <a:off x="9919211" y="2740713"/>
              <a:ext cx="2121120" cy="1360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2FC39BD-F929-E4F2-0F08-ED739EE35D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10571" y="2732073"/>
                <a:ext cx="21387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BC3A619C-04E6-BDFF-B33D-C4E7060CCC1A}"/>
                  </a:ext>
                </a:extLst>
              </p14:cNvPr>
              <p14:cNvContentPartPr/>
              <p14:nvPr/>
            </p14:nvContentPartPr>
            <p14:xfrm>
              <a:off x="9989411" y="3273153"/>
              <a:ext cx="2208600" cy="22392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BC3A619C-04E6-BDFF-B33D-C4E7060CCC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80411" y="3264513"/>
                <a:ext cx="22262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063C156-276F-CFCF-56D8-38D13A8AB917}"/>
                  </a:ext>
                </a:extLst>
              </p14:cNvPr>
              <p14:cNvContentPartPr/>
              <p14:nvPr/>
            </p14:nvContentPartPr>
            <p14:xfrm>
              <a:off x="10171211" y="4205193"/>
              <a:ext cx="1722600" cy="17424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063C156-276F-CFCF-56D8-38D13A8AB9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62571" y="4196193"/>
                <a:ext cx="17402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AF7ED985-2311-EA73-D485-340F33F4DD2C}"/>
                  </a:ext>
                </a:extLst>
              </p14:cNvPr>
              <p14:cNvContentPartPr/>
              <p14:nvPr/>
            </p14:nvContentPartPr>
            <p14:xfrm>
              <a:off x="9919211" y="4800993"/>
              <a:ext cx="2002320" cy="601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AF7ED985-2311-EA73-D485-340F33F4DD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10571" y="4791993"/>
                <a:ext cx="20199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1029C4CA-2332-00E3-CBC5-E08883894F56}"/>
                  </a:ext>
                </a:extLst>
              </p14:cNvPr>
              <p14:cNvContentPartPr/>
              <p14:nvPr/>
            </p14:nvContentPartPr>
            <p14:xfrm>
              <a:off x="12120611" y="2991633"/>
              <a:ext cx="451800" cy="39852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1029C4CA-2332-00E3-CBC5-E08883894F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111971" y="2982993"/>
                <a:ext cx="46944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55559E10-8F3F-B017-B6BA-28693C8C6116}"/>
                  </a:ext>
                </a:extLst>
              </p14:cNvPr>
              <p14:cNvContentPartPr/>
              <p14:nvPr/>
            </p14:nvContentPartPr>
            <p14:xfrm>
              <a:off x="12523091" y="3015033"/>
              <a:ext cx="171720" cy="17352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55559E10-8F3F-B017-B6BA-28693C8C61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514451" y="3006033"/>
                <a:ext cx="1893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AD9E6678-F2BD-319E-698D-C99563BCE416}"/>
                  </a:ext>
                </a:extLst>
              </p14:cNvPr>
              <p14:cNvContentPartPr/>
              <p14:nvPr/>
            </p14:nvContentPartPr>
            <p14:xfrm>
              <a:off x="12628211" y="3078033"/>
              <a:ext cx="255960" cy="1908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AD9E6678-F2BD-319E-698D-C99563BCE4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619571" y="3069033"/>
                <a:ext cx="273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68264861-18AD-3797-711E-1C102496DA13}"/>
                  </a:ext>
                </a:extLst>
              </p14:cNvPr>
              <p14:cNvContentPartPr/>
              <p14:nvPr/>
            </p14:nvContentPartPr>
            <p14:xfrm>
              <a:off x="12684371" y="2841873"/>
              <a:ext cx="108720" cy="59004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68264861-18AD-3797-711E-1C102496DA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675371" y="2832873"/>
                <a:ext cx="126360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5BA0D8B0-6384-A802-BFFF-A700881BBEBC}"/>
                  </a:ext>
                </a:extLst>
              </p14:cNvPr>
              <p14:cNvContentPartPr/>
              <p14:nvPr/>
            </p14:nvContentPartPr>
            <p14:xfrm>
              <a:off x="12841691" y="3194673"/>
              <a:ext cx="224280" cy="19260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5BA0D8B0-6384-A802-BFFF-A700881BBE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833051" y="3185673"/>
                <a:ext cx="2419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986B13C9-F4B5-0A83-56C1-7E35CA62C351}"/>
                  </a:ext>
                </a:extLst>
              </p14:cNvPr>
              <p14:cNvContentPartPr/>
              <p14:nvPr/>
            </p14:nvContentPartPr>
            <p14:xfrm>
              <a:off x="12939611" y="3194673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986B13C9-F4B5-0A83-56C1-7E35CA62C35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30971" y="3185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0ED401DA-FB08-A75A-E7CC-A688DB8B96D4}"/>
                  </a:ext>
                </a:extLst>
              </p14:cNvPr>
              <p14:cNvContentPartPr/>
              <p14:nvPr/>
            </p14:nvContentPartPr>
            <p14:xfrm>
              <a:off x="12939611" y="3062193"/>
              <a:ext cx="346680" cy="1324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0ED401DA-FB08-A75A-E7CC-A688DB8B96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930971" y="3053553"/>
                <a:ext cx="3643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B38B18CE-1553-9DDF-F3AB-1D65666AD6A4}"/>
                  </a:ext>
                </a:extLst>
              </p14:cNvPr>
              <p14:cNvContentPartPr/>
              <p14:nvPr/>
            </p14:nvContentPartPr>
            <p14:xfrm>
              <a:off x="13118171" y="2835393"/>
              <a:ext cx="168480" cy="64692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B38B18CE-1553-9DDF-F3AB-1D65666AD6A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109531" y="2826753"/>
                <a:ext cx="18612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68141DEE-0F8F-B5D5-B144-94AD362546DB}"/>
                  </a:ext>
                </a:extLst>
              </p14:cNvPr>
              <p14:cNvContentPartPr/>
              <p14:nvPr/>
            </p14:nvContentPartPr>
            <p14:xfrm>
              <a:off x="13401491" y="3096033"/>
              <a:ext cx="255960" cy="3006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68141DEE-0F8F-B5D5-B144-94AD362546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392491" y="3087033"/>
                <a:ext cx="2736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84A55A1B-DCC3-8126-E733-07C197870959}"/>
                  </a:ext>
                </a:extLst>
              </p14:cNvPr>
              <p14:cNvContentPartPr/>
              <p14:nvPr/>
            </p14:nvContentPartPr>
            <p14:xfrm>
              <a:off x="12799571" y="1112433"/>
              <a:ext cx="791640" cy="12160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84A55A1B-DCC3-8126-E733-07C19787095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90931" y="1103793"/>
                <a:ext cx="809280" cy="12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92B50196-328E-1794-3268-F53990159083}"/>
                  </a:ext>
                </a:extLst>
              </p14:cNvPr>
              <p14:cNvContentPartPr/>
              <p14:nvPr/>
            </p14:nvContentPartPr>
            <p14:xfrm>
              <a:off x="13349291" y="917313"/>
              <a:ext cx="291240" cy="53280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92B50196-328E-1794-3268-F5399015908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340291" y="908313"/>
                <a:ext cx="30888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B373F660-AB95-E0E3-192B-97679F393212}"/>
                  </a:ext>
                </a:extLst>
              </p14:cNvPr>
              <p14:cNvContentPartPr/>
              <p14:nvPr/>
            </p14:nvContentPartPr>
            <p14:xfrm>
              <a:off x="15774611" y="403953"/>
              <a:ext cx="56520" cy="60444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B373F660-AB95-E0E3-192B-97679F3932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765611" y="394953"/>
                <a:ext cx="7416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7344B3D6-BD61-94A7-161E-43974C5C8220}"/>
                  </a:ext>
                </a:extLst>
              </p14:cNvPr>
              <p14:cNvContentPartPr/>
              <p14:nvPr/>
            </p14:nvContentPartPr>
            <p14:xfrm>
              <a:off x="16323971" y="507633"/>
              <a:ext cx="221040" cy="19584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7344B3D6-BD61-94A7-161E-43974C5C82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315331" y="498993"/>
                <a:ext cx="2386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9A01C41C-888F-CB8C-C0DA-436086A01784}"/>
                  </a:ext>
                </a:extLst>
              </p14:cNvPr>
              <p14:cNvContentPartPr/>
              <p14:nvPr/>
            </p14:nvContentPartPr>
            <p14:xfrm>
              <a:off x="16492091" y="287313"/>
              <a:ext cx="136800" cy="62100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9A01C41C-888F-CB8C-C0DA-436086A0178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483091" y="278313"/>
                <a:ext cx="154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A86283F1-7B55-7235-BEF7-5244485AC189}"/>
                  </a:ext>
                </a:extLst>
              </p14:cNvPr>
              <p14:cNvContentPartPr/>
              <p14:nvPr/>
            </p14:nvContentPartPr>
            <p14:xfrm>
              <a:off x="16268171" y="967713"/>
              <a:ext cx="304920" cy="13248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A86283F1-7B55-7235-BEF7-5244485AC18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259171" y="958713"/>
                <a:ext cx="322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532BA125-6D09-EE74-2F87-D24A3325CF8D}"/>
                  </a:ext>
                </a:extLst>
              </p14:cNvPr>
              <p14:cNvContentPartPr/>
              <p14:nvPr/>
            </p14:nvContentPartPr>
            <p14:xfrm>
              <a:off x="16632131" y="595833"/>
              <a:ext cx="231480" cy="26820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532BA125-6D09-EE74-2F87-D24A3325CF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6623131" y="587193"/>
                <a:ext cx="2491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204DE48F-3127-8600-A90F-EC13D9587240}"/>
                  </a:ext>
                </a:extLst>
              </p14:cNvPr>
              <p14:cNvContentPartPr/>
              <p14:nvPr/>
            </p14:nvContentPartPr>
            <p14:xfrm>
              <a:off x="16915091" y="277953"/>
              <a:ext cx="207360" cy="95148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204DE48F-3127-8600-A90F-EC13D958724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906451" y="268953"/>
                <a:ext cx="22500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5EBB7A0B-6614-AE83-3D26-E9CDEEBDEA99}"/>
                  </a:ext>
                </a:extLst>
              </p14:cNvPr>
              <p14:cNvContentPartPr/>
              <p14:nvPr/>
            </p14:nvContentPartPr>
            <p14:xfrm>
              <a:off x="17168171" y="473073"/>
              <a:ext cx="262440" cy="3405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5EBB7A0B-6614-AE83-3D26-E9CDEEBDEA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159171" y="464433"/>
                <a:ext cx="2800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18DED525-97DD-6517-62D4-1D087126BA5A}"/>
                  </a:ext>
                </a:extLst>
              </p14:cNvPr>
              <p14:cNvContentPartPr/>
              <p14:nvPr/>
            </p14:nvContentPartPr>
            <p14:xfrm>
              <a:off x="17500091" y="205593"/>
              <a:ext cx="35280" cy="95796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18DED525-97DD-6517-62D4-1D087126BA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491091" y="196593"/>
                <a:ext cx="5292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B8889BE-640E-C882-C990-516F7A4D194A}"/>
                  </a:ext>
                </a:extLst>
              </p14:cNvPr>
              <p14:cNvContentPartPr/>
              <p14:nvPr/>
            </p14:nvContentPartPr>
            <p14:xfrm>
              <a:off x="14031491" y="671793"/>
              <a:ext cx="424800" cy="34380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B8889BE-640E-C882-C990-516F7A4D194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022851" y="663153"/>
                <a:ext cx="4424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31693891-35F5-7B51-E2B8-24D61DC03A04}"/>
                  </a:ext>
                </a:extLst>
              </p14:cNvPr>
              <p14:cNvContentPartPr/>
              <p14:nvPr/>
            </p14:nvContentPartPr>
            <p14:xfrm>
              <a:off x="14346491" y="652713"/>
              <a:ext cx="136800" cy="648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31693891-35F5-7B51-E2B8-24D61DC03A0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337851" y="643713"/>
                <a:ext cx="154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71376F90-0B63-A001-C826-4CB16CCF0699}"/>
                  </a:ext>
                </a:extLst>
              </p14:cNvPr>
              <p14:cNvContentPartPr/>
              <p14:nvPr/>
            </p14:nvContentPartPr>
            <p14:xfrm>
              <a:off x="14346491" y="652713"/>
              <a:ext cx="532440" cy="41328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71376F90-0B63-A001-C826-4CB16CCF069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337851" y="643713"/>
                <a:ext cx="5500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A4F3A549-6F68-99CF-D2C2-12D579A23347}"/>
                  </a:ext>
                </a:extLst>
              </p14:cNvPr>
              <p14:cNvContentPartPr/>
              <p14:nvPr/>
            </p14:nvContentPartPr>
            <p14:xfrm>
              <a:off x="15221651" y="703113"/>
              <a:ext cx="63360" cy="3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A4F3A549-6F68-99CF-D2C2-12D579A2334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212651" y="694113"/>
                <a:ext cx="81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20E73E6A-599E-211B-7FD2-70B3623C5D00}"/>
                  </a:ext>
                </a:extLst>
              </p14:cNvPr>
              <p14:cNvContentPartPr/>
              <p14:nvPr/>
            </p14:nvContentPartPr>
            <p14:xfrm>
              <a:off x="15165491" y="703113"/>
              <a:ext cx="129960" cy="19548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20E73E6A-599E-211B-7FD2-70B3623C5D0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156851" y="694113"/>
                <a:ext cx="1476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F3E828DC-AF1E-8D9F-E284-082A67F416A8}"/>
                  </a:ext>
                </a:extLst>
              </p14:cNvPr>
              <p14:cNvContentPartPr/>
              <p14:nvPr/>
            </p14:nvContentPartPr>
            <p14:xfrm>
              <a:off x="15176291" y="501513"/>
              <a:ext cx="126720" cy="24588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F3E828DC-AF1E-8D9F-E284-082A67F416A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167291" y="492513"/>
                <a:ext cx="1443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BACFA27C-226C-7836-93C8-22AEE0B44B97}"/>
                  </a:ext>
                </a:extLst>
              </p14:cNvPr>
              <p14:cNvContentPartPr/>
              <p14:nvPr/>
            </p14:nvContentPartPr>
            <p14:xfrm>
              <a:off x="15189971" y="879513"/>
              <a:ext cx="133200" cy="9792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BACFA27C-226C-7836-93C8-22AEE0B44B9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181331" y="870513"/>
                <a:ext cx="15084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0C4EC96C-39AD-84F2-ABAF-2BEC7965CCE8}"/>
                  </a:ext>
                </a:extLst>
              </p14:cNvPr>
              <p14:cNvContentPartPr/>
              <p14:nvPr/>
            </p14:nvContentPartPr>
            <p14:xfrm>
              <a:off x="15281051" y="495033"/>
              <a:ext cx="59760" cy="10440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0C4EC96C-39AD-84F2-ABAF-2BEC7965CCE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272411" y="486393"/>
                <a:ext cx="774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E9522FC8-2060-28A0-62EE-9FC510A92DCE}"/>
                  </a:ext>
                </a:extLst>
              </p14:cNvPr>
              <p14:cNvContentPartPr/>
              <p14:nvPr/>
            </p14:nvContentPartPr>
            <p14:xfrm>
              <a:off x="15175571" y="901473"/>
              <a:ext cx="119880" cy="18648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E9522FC8-2060-28A0-62EE-9FC510A92D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166931" y="892833"/>
                <a:ext cx="137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BEA44CAB-0345-ED01-3778-2299F68B8C47}"/>
                  </a:ext>
                </a:extLst>
              </p14:cNvPr>
              <p14:cNvContentPartPr/>
              <p14:nvPr/>
            </p14:nvContentPartPr>
            <p14:xfrm>
              <a:off x="14759771" y="671433"/>
              <a:ext cx="399600" cy="32796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BEA44CAB-0345-ED01-3778-2299F68B8C4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750771" y="662793"/>
                <a:ext cx="4172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96FF7ECC-CA15-051A-2D1E-6AD00FD5ACEE}"/>
                  </a:ext>
                </a:extLst>
              </p14:cNvPr>
              <p14:cNvContentPartPr/>
              <p14:nvPr/>
            </p14:nvContentPartPr>
            <p14:xfrm>
              <a:off x="14101691" y="2598513"/>
              <a:ext cx="2579760" cy="705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96FF7ECC-CA15-051A-2D1E-6AD00FD5ACE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092691" y="2589513"/>
                <a:ext cx="2597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0A27B67D-9F2C-74F1-0C4F-3A68F8E8DB64}"/>
                  </a:ext>
                </a:extLst>
              </p14:cNvPr>
              <p14:cNvContentPartPr/>
              <p14:nvPr/>
            </p14:nvContentPartPr>
            <p14:xfrm>
              <a:off x="14161091" y="3005673"/>
              <a:ext cx="2313720" cy="369000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0A27B67D-9F2C-74F1-0C4F-3A68F8E8DB6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152451" y="2996673"/>
                <a:ext cx="233136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781EC84E-C714-E02E-9F77-D6E18AF41DB1}"/>
                  </a:ext>
                </a:extLst>
              </p14:cNvPr>
              <p14:cNvContentPartPr/>
              <p14:nvPr/>
            </p14:nvContentPartPr>
            <p14:xfrm>
              <a:off x="14070011" y="3657993"/>
              <a:ext cx="2397600" cy="32760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781EC84E-C714-E02E-9F77-D6E18AF41DB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061371" y="3648993"/>
                <a:ext cx="24152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8E9AF59E-D01B-0969-7C41-BE4A0E6E3107}"/>
                  </a:ext>
                </a:extLst>
              </p14:cNvPr>
              <p14:cNvContentPartPr/>
              <p14:nvPr/>
            </p14:nvContentPartPr>
            <p14:xfrm>
              <a:off x="14077211" y="4507953"/>
              <a:ext cx="2095560" cy="33120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8E9AF59E-D01B-0969-7C41-BE4A0E6E310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068211" y="4499313"/>
                <a:ext cx="21132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45124725-23E4-B022-B74C-A1E1933DED55}"/>
                  </a:ext>
                </a:extLst>
              </p14:cNvPr>
              <p14:cNvContentPartPr/>
              <p14:nvPr/>
            </p14:nvContentPartPr>
            <p14:xfrm>
              <a:off x="16880531" y="2525433"/>
              <a:ext cx="207000" cy="24444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45124725-23E4-B022-B74C-A1E1933DED5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6871891" y="2516793"/>
                <a:ext cx="224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CDCB0C84-02F5-29F4-79AF-53C49BF827E5}"/>
                  </a:ext>
                </a:extLst>
              </p14:cNvPr>
              <p14:cNvContentPartPr/>
              <p14:nvPr/>
            </p14:nvContentPartPr>
            <p14:xfrm>
              <a:off x="16947131" y="3125193"/>
              <a:ext cx="42480" cy="252360"/>
            </p14:xfrm>
          </p:contentPart>
        </mc:Choice>
        <mc:Fallback xmlns=""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CDCB0C84-02F5-29F4-79AF-53C49BF827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6938131" y="3116553"/>
                <a:ext cx="601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F1A721CB-6FCB-F369-011D-E7D2693060E5}"/>
                  </a:ext>
                </a:extLst>
              </p14:cNvPr>
              <p14:cNvContentPartPr/>
              <p14:nvPr/>
            </p14:nvContentPartPr>
            <p14:xfrm>
              <a:off x="16789451" y="3645033"/>
              <a:ext cx="276480" cy="384480"/>
            </p14:xfrm>
          </p:contentPart>
        </mc:Choice>
        <mc:Fallback xmlns=""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F1A721CB-6FCB-F369-011D-E7D2693060E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780811" y="3636033"/>
                <a:ext cx="2941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F80F090F-2FC2-ABF9-62D5-EC88758780BC}"/>
                  </a:ext>
                </a:extLst>
              </p14:cNvPr>
              <p14:cNvContentPartPr/>
              <p14:nvPr/>
            </p14:nvContentPartPr>
            <p14:xfrm>
              <a:off x="16541051" y="4296993"/>
              <a:ext cx="423720" cy="46368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F80F090F-2FC2-ABF9-62D5-EC88758780B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6532411" y="4287993"/>
                <a:ext cx="44136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2CBAD473-A93C-2C58-90A2-30329CA0FE63}"/>
                  </a:ext>
                </a:extLst>
              </p14:cNvPr>
              <p14:cNvContentPartPr/>
              <p14:nvPr/>
            </p14:nvContentPartPr>
            <p14:xfrm>
              <a:off x="18644531" y="5780553"/>
              <a:ext cx="2828880" cy="23040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2CBAD473-A93C-2C58-90A2-30329CA0FE6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8635531" y="5771553"/>
                <a:ext cx="28465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59760700-F9D0-4F28-B5D2-B6381EB7A180}"/>
                  </a:ext>
                </a:extLst>
              </p14:cNvPr>
              <p14:cNvContentPartPr/>
              <p14:nvPr/>
            </p14:nvContentPartPr>
            <p14:xfrm>
              <a:off x="15295091" y="1767633"/>
              <a:ext cx="2179080" cy="699480"/>
            </p14:xfrm>
          </p:contentPart>
        </mc:Choice>
        <mc:Fallback xmlns=""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59760700-F9D0-4F28-B5D2-B6381EB7A18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286451" y="1758993"/>
                <a:ext cx="2196720" cy="7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D1FB3DA4-68E5-A8B8-757C-BAF75184ACCF}"/>
                  </a:ext>
                </a:extLst>
              </p14:cNvPr>
              <p14:cNvContentPartPr/>
              <p14:nvPr/>
            </p14:nvContentPartPr>
            <p14:xfrm>
              <a:off x="17283011" y="1534713"/>
              <a:ext cx="273600" cy="479160"/>
            </p14:xfrm>
          </p:contentPart>
        </mc:Choice>
        <mc:Fallback xmlns=""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D1FB3DA4-68E5-A8B8-757C-BAF75184ACC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274371" y="1525713"/>
                <a:ext cx="29124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84A24150-123C-2225-E791-6500A2F5D318}"/>
                  </a:ext>
                </a:extLst>
              </p14:cNvPr>
              <p14:cNvContentPartPr/>
              <p14:nvPr/>
            </p14:nvContentPartPr>
            <p14:xfrm>
              <a:off x="18028571" y="819753"/>
              <a:ext cx="472680" cy="765720"/>
            </p14:xfrm>
          </p:contentPart>
        </mc:Choice>
        <mc:Fallback xmlns=""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84A24150-123C-2225-E791-6500A2F5D31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019571" y="810753"/>
                <a:ext cx="49032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3E385713-52F6-DC42-FA80-3EC4AA3D436F}"/>
                  </a:ext>
                </a:extLst>
              </p14:cNvPr>
              <p14:cNvContentPartPr/>
              <p14:nvPr/>
            </p14:nvContentPartPr>
            <p14:xfrm>
              <a:off x="18343571" y="907953"/>
              <a:ext cx="126360" cy="649080"/>
            </p14:xfrm>
          </p:contentPart>
        </mc:Choice>
        <mc:Fallback xmlns=""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3E385713-52F6-DC42-FA80-3EC4AA3D43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334571" y="898953"/>
                <a:ext cx="14400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E1412E52-F047-85DF-76B7-FD6030F8C82A}"/>
                  </a:ext>
                </a:extLst>
              </p14:cNvPr>
              <p14:cNvContentPartPr/>
              <p14:nvPr/>
            </p14:nvContentPartPr>
            <p14:xfrm>
              <a:off x="18248891" y="1254273"/>
              <a:ext cx="245520" cy="54000"/>
            </p14:xfrm>
          </p:contentPart>
        </mc:Choice>
        <mc:Fallback xmlns=""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E1412E52-F047-85DF-76B7-FD6030F8C82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8240251" y="1245633"/>
                <a:ext cx="263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E4FBA124-5C81-208E-7635-FD95C23E0BC9}"/>
                  </a:ext>
                </a:extLst>
              </p14:cNvPr>
              <p14:cNvContentPartPr/>
              <p14:nvPr/>
            </p14:nvContentPartPr>
            <p14:xfrm>
              <a:off x="18420611" y="1059153"/>
              <a:ext cx="203400" cy="567360"/>
            </p14:xfrm>
          </p:contentPart>
        </mc:Choice>
        <mc:Fallback xmlns=""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E4FBA124-5C81-208E-7635-FD95C23E0BC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8411611" y="1050153"/>
                <a:ext cx="22104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C6E071B7-88A7-BC10-4944-62FDCC7256D8}"/>
                  </a:ext>
                </a:extLst>
              </p14:cNvPr>
              <p14:cNvContentPartPr/>
              <p14:nvPr/>
            </p14:nvContentPartPr>
            <p14:xfrm>
              <a:off x="18609611" y="1103073"/>
              <a:ext cx="343440" cy="58068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C6E071B7-88A7-BC10-4944-62FDCC7256D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8600611" y="1094433"/>
                <a:ext cx="36108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ABAAEAA7-6453-B4EB-E7D3-46AA0FD4DE4E}"/>
                  </a:ext>
                </a:extLst>
              </p14:cNvPr>
              <p14:cNvContentPartPr/>
              <p14:nvPr/>
            </p14:nvContentPartPr>
            <p14:xfrm>
              <a:off x="19095971" y="1265793"/>
              <a:ext cx="255960" cy="506160"/>
            </p14:xfrm>
          </p:contentPart>
        </mc:Choice>
        <mc:Fallback xmlns=""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ABAAEAA7-6453-B4EB-E7D3-46AA0FD4DE4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086971" y="1257153"/>
                <a:ext cx="2736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A3ED1593-A87A-512E-D40D-A2624B17649F}"/>
                  </a:ext>
                </a:extLst>
              </p14:cNvPr>
              <p14:cNvContentPartPr/>
              <p14:nvPr/>
            </p14:nvContentPartPr>
            <p14:xfrm>
              <a:off x="19834331" y="1270113"/>
              <a:ext cx="77400" cy="22320"/>
            </p14:xfrm>
          </p:contentPart>
        </mc:Choice>
        <mc:Fallback xmlns=""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A3ED1593-A87A-512E-D40D-A2624B17649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9825691" y="1261113"/>
                <a:ext cx="95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330358F1-FE84-976C-4789-69DA5E33C654}"/>
                  </a:ext>
                </a:extLst>
              </p14:cNvPr>
              <p14:cNvContentPartPr/>
              <p14:nvPr/>
            </p14:nvContentPartPr>
            <p14:xfrm>
              <a:off x="19806611" y="1531473"/>
              <a:ext cx="52920" cy="34920"/>
            </p14:xfrm>
          </p:contentPart>
        </mc:Choice>
        <mc:Fallback xmlns=""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330358F1-FE84-976C-4789-69DA5E33C65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797611" y="1522473"/>
                <a:ext cx="70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BBA4FB44-291D-1492-9902-D58D8FF96209}"/>
                  </a:ext>
                </a:extLst>
              </p14:cNvPr>
              <p14:cNvContentPartPr/>
              <p14:nvPr/>
            </p14:nvContentPartPr>
            <p14:xfrm>
              <a:off x="19288571" y="2161113"/>
              <a:ext cx="340200" cy="334800"/>
            </p14:xfrm>
          </p:contentPart>
        </mc:Choice>
        <mc:Fallback xmlns=""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BBA4FB44-291D-1492-9902-D58D8FF9620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279571" y="2152113"/>
                <a:ext cx="3578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ED6D7DB5-55C1-56AC-FBF5-1F382D7C3E77}"/>
                  </a:ext>
                </a:extLst>
              </p14:cNvPr>
              <p14:cNvContentPartPr/>
              <p14:nvPr/>
            </p14:nvContentPartPr>
            <p14:xfrm>
              <a:off x="19522931" y="2208633"/>
              <a:ext cx="182520" cy="117000"/>
            </p14:xfrm>
          </p:contentPart>
        </mc:Choice>
        <mc:Fallback xmlns=""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ED6D7DB5-55C1-56AC-FBF5-1F382D7C3E7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514291" y="2199993"/>
                <a:ext cx="2001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0E6B69B0-34A2-3DFC-E660-B830132BF7EB}"/>
                  </a:ext>
                </a:extLst>
              </p14:cNvPr>
              <p14:cNvContentPartPr/>
              <p14:nvPr/>
            </p14:nvContentPartPr>
            <p14:xfrm>
              <a:off x="19522931" y="2202513"/>
              <a:ext cx="500760" cy="6480"/>
            </p14:xfrm>
          </p:contentPart>
        </mc:Choice>
        <mc:Fallback xmlns=""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0E6B69B0-34A2-3DFC-E660-B830132BF7E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514291" y="2193513"/>
                <a:ext cx="518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25EDF349-2EE1-1CA6-9CE3-DEB697FF4B56}"/>
                  </a:ext>
                </a:extLst>
              </p14:cNvPr>
              <p14:cNvContentPartPr/>
              <p14:nvPr/>
            </p14:nvContentPartPr>
            <p14:xfrm>
              <a:off x="19848371" y="1918833"/>
              <a:ext cx="63360" cy="67176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25EDF349-2EE1-1CA6-9CE3-DEB697FF4B5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9839731" y="1910193"/>
                <a:ext cx="8100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7" name="잉크 96">
                <a:extLst>
                  <a:ext uri="{FF2B5EF4-FFF2-40B4-BE49-F238E27FC236}">
                    <a16:creationId xmlns:a16="http://schemas.microsoft.com/office/drawing/2014/main" id="{A71C3536-772F-12CD-F4E4-5647BC90EFB4}"/>
                  </a:ext>
                </a:extLst>
              </p14:cNvPr>
              <p14:cNvContentPartPr/>
              <p14:nvPr/>
            </p14:nvContentPartPr>
            <p14:xfrm>
              <a:off x="20120891" y="2227713"/>
              <a:ext cx="231840" cy="249120"/>
            </p14:xfrm>
          </p:contentPart>
        </mc:Choice>
        <mc:Fallback xmlns="">
          <p:pic>
            <p:nvPicPr>
              <p:cNvPr id="97" name="잉크 96">
                <a:extLst>
                  <a:ext uri="{FF2B5EF4-FFF2-40B4-BE49-F238E27FC236}">
                    <a16:creationId xmlns:a16="http://schemas.microsoft.com/office/drawing/2014/main" id="{A71C3536-772F-12CD-F4E4-5647BC90EFB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0112251" y="2218713"/>
                <a:ext cx="249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78D78E0E-E034-9106-4FCF-E2382363E491}"/>
                  </a:ext>
                </a:extLst>
              </p14:cNvPr>
              <p14:cNvContentPartPr/>
              <p14:nvPr/>
            </p14:nvContentPartPr>
            <p14:xfrm>
              <a:off x="20258051" y="2265513"/>
              <a:ext cx="360" cy="360"/>
            </p14:xfrm>
          </p:contentPart>
        </mc:Choice>
        <mc:Fallback xmlns=""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78D78E0E-E034-9106-4FCF-E2382363E4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249051" y="22565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98613696-6A24-86E7-3287-098A753052A3}"/>
                  </a:ext>
                </a:extLst>
              </p14:cNvPr>
              <p14:cNvContentPartPr/>
              <p14:nvPr/>
            </p14:nvContentPartPr>
            <p14:xfrm>
              <a:off x="20258051" y="2057433"/>
              <a:ext cx="378360" cy="208080"/>
            </p14:xfrm>
          </p:contentPart>
        </mc:Choice>
        <mc:Fallback xmlns=""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98613696-6A24-86E7-3287-098A753052A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0249051" y="2048793"/>
                <a:ext cx="3960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5D2D8C63-0CB4-0C80-D8EC-EB99A19713A4}"/>
                  </a:ext>
                </a:extLst>
              </p14:cNvPr>
              <p14:cNvContentPartPr/>
              <p14:nvPr/>
            </p14:nvContentPartPr>
            <p14:xfrm>
              <a:off x="20432291" y="1865193"/>
              <a:ext cx="63720" cy="675360"/>
            </p14:xfrm>
          </p:contentPart>
        </mc:Choice>
        <mc:Fallback xmlns=""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5D2D8C63-0CB4-0C80-D8EC-EB99A19713A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0423651" y="1856553"/>
                <a:ext cx="8136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79B8C7D8-72EF-0498-A006-A2E8E8E92A0A}"/>
                  </a:ext>
                </a:extLst>
              </p14:cNvPr>
              <p14:cNvContentPartPr/>
              <p14:nvPr/>
            </p14:nvContentPartPr>
            <p14:xfrm>
              <a:off x="20541371" y="2264073"/>
              <a:ext cx="281520" cy="357480"/>
            </p14:xfrm>
          </p:contentPart>
        </mc:Choice>
        <mc:Fallback xmlns=""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79B8C7D8-72EF-0498-A006-A2E8E8E92A0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0532371" y="2255433"/>
                <a:ext cx="2991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2" name="잉크 101">
                <a:extLst>
                  <a:ext uri="{FF2B5EF4-FFF2-40B4-BE49-F238E27FC236}">
                    <a16:creationId xmlns:a16="http://schemas.microsoft.com/office/drawing/2014/main" id="{1DD19082-94C4-0C43-CC80-F2FD5F4654D0}"/>
                  </a:ext>
                </a:extLst>
              </p14:cNvPr>
              <p14:cNvContentPartPr/>
              <p14:nvPr/>
            </p14:nvContentPartPr>
            <p14:xfrm>
              <a:off x="21115571" y="1965993"/>
              <a:ext cx="396000" cy="583200"/>
            </p14:xfrm>
          </p:contentPart>
        </mc:Choice>
        <mc:Fallback xmlns="">
          <p:pic>
            <p:nvPicPr>
              <p:cNvPr id="102" name="잉크 101">
                <a:extLst>
                  <a:ext uri="{FF2B5EF4-FFF2-40B4-BE49-F238E27FC236}">
                    <a16:creationId xmlns:a16="http://schemas.microsoft.com/office/drawing/2014/main" id="{1DD19082-94C4-0C43-CC80-F2FD5F4654D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1106571" y="1957353"/>
                <a:ext cx="41364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3" name="잉크 102">
                <a:extLst>
                  <a:ext uri="{FF2B5EF4-FFF2-40B4-BE49-F238E27FC236}">
                    <a16:creationId xmlns:a16="http://schemas.microsoft.com/office/drawing/2014/main" id="{E3E8781C-4BD3-ED9E-F05F-D696AAC41D07}"/>
                  </a:ext>
                </a:extLst>
              </p14:cNvPr>
              <p14:cNvContentPartPr/>
              <p14:nvPr/>
            </p14:nvContentPartPr>
            <p14:xfrm>
              <a:off x="21535331" y="2000913"/>
              <a:ext cx="59760" cy="601920"/>
            </p14:xfrm>
          </p:contentPart>
        </mc:Choice>
        <mc:Fallback xmlns="">
          <p:pic>
            <p:nvPicPr>
              <p:cNvPr id="103" name="잉크 102">
                <a:extLst>
                  <a:ext uri="{FF2B5EF4-FFF2-40B4-BE49-F238E27FC236}">
                    <a16:creationId xmlns:a16="http://schemas.microsoft.com/office/drawing/2014/main" id="{E3E8781C-4BD3-ED9E-F05F-D696AAC41D0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1526691" y="1991913"/>
                <a:ext cx="7740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" name="잉크 103">
                <a:extLst>
                  <a:ext uri="{FF2B5EF4-FFF2-40B4-BE49-F238E27FC236}">
                    <a16:creationId xmlns:a16="http://schemas.microsoft.com/office/drawing/2014/main" id="{FDF1CA00-DA76-75E5-C7EB-FA41518704A9}"/>
                  </a:ext>
                </a:extLst>
              </p14:cNvPr>
              <p14:cNvContentPartPr/>
              <p14:nvPr/>
            </p14:nvContentPartPr>
            <p14:xfrm>
              <a:off x="21300971" y="2221233"/>
              <a:ext cx="290880" cy="69480"/>
            </p14:xfrm>
          </p:contentPart>
        </mc:Choice>
        <mc:Fallback xmlns="">
          <p:pic>
            <p:nvPicPr>
              <p:cNvPr id="104" name="잉크 103">
                <a:extLst>
                  <a:ext uri="{FF2B5EF4-FFF2-40B4-BE49-F238E27FC236}">
                    <a16:creationId xmlns:a16="http://schemas.microsoft.com/office/drawing/2014/main" id="{FDF1CA00-DA76-75E5-C7EB-FA41518704A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1291971" y="2212593"/>
                <a:ext cx="3085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1882149A-E44C-0760-DD8D-C7EEC8F26F98}"/>
                  </a:ext>
                </a:extLst>
              </p14:cNvPr>
              <p14:cNvContentPartPr/>
              <p14:nvPr/>
            </p14:nvContentPartPr>
            <p14:xfrm>
              <a:off x="21507251" y="1991193"/>
              <a:ext cx="220680" cy="598680"/>
            </p14:xfrm>
          </p:contentPart>
        </mc:Choice>
        <mc:Fallback xmlns=""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1882149A-E44C-0760-DD8D-C7EEC8F26F9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1498611" y="1982553"/>
                <a:ext cx="23832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6" name="잉크 105">
                <a:extLst>
                  <a:ext uri="{FF2B5EF4-FFF2-40B4-BE49-F238E27FC236}">
                    <a16:creationId xmlns:a16="http://schemas.microsoft.com/office/drawing/2014/main" id="{A703CEF1-8A8A-183A-C4E5-D17E02AC1C0A}"/>
                  </a:ext>
                </a:extLst>
              </p14:cNvPr>
              <p14:cNvContentPartPr/>
              <p14:nvPr/>
            </p14:nvContentPartPr>
            <p14:xfrm>
              <a:off x="21707051" y="2126913"/>
              <a:ext cx="367920" cy="595800"/>
            </p14:xfrm>
          </p:contentPart>
        </mc:Choice>
        <mc:Fallback xmlns="">
          <p:pic>
            <p:nvPicPr>
              <p:cNvPr id="106" name="잉크 105">
                <a:extLst>
                  <a:ext uri="{FF2B5EF4-FFF2-40B4-BE49-F238E27FC236}">
                    <a16:creationId xmlns:a16="http://schemas.microsoft.com/office/drawing/2014/main" id="{A703CEF1-8A8A-183A-C4E5-D17E02AC1C0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1698051" y="2117913"/>
                <a:ext cx="38556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7" name="잉크 106">
                <a:extLst>
                  <a:ext uri="{FF2B5EF4-FFF2-40B4-BE49-F238E27FC236}">
                    <a16:creationId xmlns:a16="http://schemas.microsoft.com/office/drawing/2014/main" id="{76EFE9CD-4A69-C457-9990-D8E14E632B36}"/>
                  </a:ext>
                </a:extLst>
              </p14:cNvPr>
              <p14:cNvContentPartPr/>
              <p14:nvPr/>
            </p14:nvContentPartPr>
            <p14:xfrm>
              <a:off x="22165331" y="2251473"/>
              <a:ext cx="290880" cy="390600"/>
            </p14:xfrm>
          </p:contentPart>
        </mc:Choice>
        <mc:Fallback xmlns="">
          <p:pic>
            <p:nvPicPr>
              <p:cNvPr id="107" name="잉크 106">
                <a:extLst>
                  <a:ext uri="{FF2B5EF4-FFF2-40B4-BE49-F238E27FC236}">
                    <a16:creationId xmlns:a16="http://schemas.microsoft.com/office/drawing/2014/main" id="{76EFE9CD-4A69-C457-9990-D8E14E632B3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2156691" y="2242473"/>
                <a:ext cx="30852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8" name="잉크 107">
                <a:extLst>
                  <a:ext uri="{FF2B5EF4-FFF2-40B4-BE49-F238E27FC236}">
                    <a16:creationId xmlns:a16="http://schemas.microsoft.com/office/drawing/2014/main" id="{4501F862-2039-4B97-D0B9-AFE15E979364}"/>
                  </a:ext>
                </a:extLst>
              </p14:cNvPr>
              <p14:cNvContentPartPr/>
              <p14:nvPr/>
            </p14:nvContentPartPr>
            <p14:xfrm>
              <a:off x="22858331" y="2145273"/>
              <a:ext cx="285480" cy="322200"/>
            </p14:xfrm>
          </p:contentPart>
        </mc:Choice>
        <mc:Fallback xmlns="">
          <p:pic>
            <p:nvPicPr>
              <p:cNvPr id="108" name="잉크 107">
                <a:extLst>
                  <a:ext uri="{FF2B5EF4-FFF2-40B4-BE49-F238E27FC236}">
                    <a16:creationId xmlns:a16="http://schemas.microsoft.com/office/drawing/2014/main" id="{4501F862-2039-4B97-D0B9-AFE15E97936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2849331" y="2136633"/>
                <a:ext cx="3031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9" name="잉크 108">
                <a:extLst>
                  <a:ext uri="{FF2B5EF4-FFF2-40B4-BE49-F238E27FC236}">
                    <a16:creationId xmlns:a16="http://schemas.microsoft.com/office/drawing/2014/main" id="{6785108B-2019-D6A4-0305-CB794F1A9766}"/>
                  </a:ext>
                </a:extLst>
              </p14:cNvPr>
              <p14:cNvContentPartPr/>
              <p14:nvPr/>
            </p14:nvContentPartPr>
            <p14:xfrm>
              <a:off x="23197811" y="1802193"/>
              <a:ext cx="81000" cy="869760"/>
            </p14:xfrm>
          </p:contentPart>
        </mc:Choice>
        <mc:Fallback xmlns="">
          <p:pic>
            <p:nvPicPr>
              <p:cNvPr id="109" name="잉크 108">
                <a:extLst>
                  <a:ext uri="{FF2B5EF4-FFF2-40B4-BE49-F238E27FC236}">
                    <a16:creationId xmlns:a16="http://schemas.microsoft.com/office/drawing/2014/main" id="{6785108B-2019-D6A4-0305-CB794F1A976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3189171" y="1793553"/>
                <a:ext cx="98640" cy="8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0" name="잉크 109">
                <a:extLst>
                  <a:ext uri="{FF2B5EF4-FFF2-40B4-BE49-F238E27FC236}">
                    <a16:creationId xmlns:a16="http://schemas.microsoft.com/office/drawing/2014/main" id="{18DAEFA6-229B-605C-C9CA-E8F69A094056}"/>
                  </a:ext>
                </a:extLst>
              </p14:cNvPr>
              <p14:cNvContentPartPr/>
              <p14:nvPr/>
            </p14:nvContentPartPr>
            <p14:xfrm>
              <a:off x="23361251" y="2048073"/>
              <a:ext cx="169200" cy="350280"/>
            </p14:xfrm>
          </p:contentPart>
        </mc:Choice>
        <mc:Fallback xmlns="">
          <p:pic>
            <p:nvPicPr>
              <p:cNvPr id="110" name="잉크 109">
                <a:extLst>
                  <a:ext uri="{FF2B5EF4-FFF2-40B4-BE49-F238E27FC236}">
                    <a16:creationId xmlns:a16="http://schemas.microsoft.com/office/drawing/2014/main" id="{18DAEFA6-229B-605C-C9CA-E8F69A094056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3352611" y="2039073"/>
                <a:ext cx="1868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1" name="잉크 110">
                <a:extLst>
                  <a:ext uri="{FF2B5EF4-FFF2-40B4-BE49-F238E27FC236}">
                    <a16:creationId xmlns:a16="http://schemas.microsoft.com/office/drawing/2014/main" id="{5C41E925-F194-BB47-DE97-01E505B155B8}"/>
                  </a:ext>
                </a:extLst>
              </p14:cNvPr>
              <p14:cNvContentPartPr/>
              <p14:nvPr/>
            </p14:nvContentPartPr>
            <p14:xfrm>
              <a:off x="23432171" y="2133033"/>
              <a:ext cx="252360" cy="97920"/>
            </p14:xfrm>
          </p:contentPart>
        </mc:Choice>
        <mc:Fallback xmlns="">
          <p:pic>
            <p:nvPicPr>
              <p:cNvPr id="111" name="잉크 110">
                <a:extLst>
                  <a:ext uri="{FF2B5EF4-FFF2-40B4-BE49-F238E27FC236}">
                    <a16:creationId xmlns:a16="http://schemas.microsoft.com/office/drawing/2014/main" id="{5C41E925-F194-BB47-DE97-01E505B155B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3423531" y="2124393"/>
                <a:ext cx="2700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2" name="잉크 111">
                <a:extLst>
                  <a:ext uri="{FF2B5EF4-FFF2-40B4-BE49-F238E27FC236}">
                    <a16:creationId xmlns:a16="http://schemas.microsoft.com/office/drawing/2014/main" id="{5222C458-FEA6-D679-BCEA-6C3D18F12AD8}"/>
                  </a:ext>
                </a:extLst>
              </p14:cNvPr>
              <p14:cNvContentPartPr/>
              <p14:nvPr/>
            </p14:nvContentPartPr>
            <p14:xfrm>
              <a:off x="23425331" y="1745673"/>
              <a:ext cx="283680" cy="1250640"/>
            </p14:xfrm>
          </p:contentPart>
        </mc:Choice>
        <mc:Fallback xmlns="">
          <p:pic>
            <p:nvPicPr>
              <p:cNvPr id="112" name="잉크 111">
                <a:extLst>
                  <a:ext uri="{FF2B5EF4-FFF2-40B4-BE49-F238E27FC236}">
                    <a16:creationId xmlns:a16="http://schemas.microsoft.com/office/drawing/2014/main" id="{5222C458-FEA6-D679-BCEA-6C3D18F12AD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3416331" y="1736673"/>
                <a:ext cx="30132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96E93E26-8797-376D-69A3-DE5BB216DCA4}"/>
                  </a:ext>
                </a:extLst>
              </p14:cNvPr>
              <p14:cNvContentPartPr/>
              <p14:nvPr/>
            </p14:nvContentPartPr>
            <p14:xfrm>
              <a:off x="19848371" y="3295473"/>
              <a:ext cx="315360" cy="46008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96E93E26-8797-376D-69A3-DE5BB216DCA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9839371" y="3286833"/>
                <a:ext cx="33300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18" name="잉크 117">
                <a:extLst>
                  <a:ext uri="{FF2B5EF4-FFF2-40B4-BE49-F238E27FC236}">
                    <a16:creationId xmlns:a16="http://schemas.microsoft.com/office/drawing/2014/main" id="{1A911000-AAAB-B1B2-2C83-6F716E6DE660}"/>
                  </a:ext>
                </a:extLst>
              </p14:cNvPr>
              <p14:cNvContentPartPr/>
              <p14:nvPr/>
            </p14:nvContentPartPr>
            <p14:xfrm>
              <a:off x="20163371" y="3301593"/>
              <a:ext cx="360" cy="360"/>
            </p14:xfrm>
          </p:contentPart>
        </mc:Choice>
        <mc:Fallback xmlns="">
          <p:pic>
            <p:nvPicPr>
              <p:cNvPr id="118" name="잉크 117">
                <a:extLst>
                  <a:ext uri="{FF2B5EF4-FFF2-40B4-BE49-F238E27FC236}">
                    <a16:creationId xmlns:a16="http://schemas.microsoft.com/office/drawing/2014/main" id="{1A911000-AAAB-B1B2-2C83-6F716E6DE6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154731" y="32929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E37C1764-AFA6-06AD-1509-A8D75B859FE0}"/>
                  </a:ext>
                </a:extLst>
              </p14:cNvPr>
              <p14:cNvContentPartPr/>
              <p14:nvPr/>
            </p14:nvContentPartPr>
            <p14:xfrm>
              <a:off x="20163371" y="3301593"/>
              <a:ext cx="308520" cy="476280"/>
            </p14:xfrm>
          </p:contentPart>
        </mc:Choice>
        <mc:Fallback xmlns=""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E37C1764-AFA6-06AD-1509-A8D75B859FE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154731" y="3292953"/>
                <a:ext cx="32616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8D43C2A1-9982-228B-F4EE-C53B9788EE41}"/>
                  </a:ext>
                </a:extLst>
              </p14:cNvPr>
              <p14:cNvContentPartPr/>
              <p14:nvPr/>
            </p14:nvContentPartPr>
            <p14:xfrm>
              <a:off x="20488811" y="3512553"/>
              <a:ext cx="259200" cy="6480"/>
            </p14:xfrm>
          </p:contentPart>
        </mc:Choice>
        <mc:Fallback xmlns=""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8D43C2A1-9982-228B-F4EE-C53B9788EE4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0480171" y="3503913"/>
                <a:ext cx="2768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1" name="잉크 120">
                <a:extLst>
                  <a:ext uri="{FF2B5EF4-FFF2-40B4-BE49-F238E27FC236}">
                    <a16:creationId xmlns:a16="http://schemas.microsoft.com/office/drawing/2014/main" id="{E443508D-2FF5-6F5E-5980-4300EA68AD65}"/>
                  </a:ext>
                </a:extLst>
              </p14:cNvPr>
              <p14:cNvContentPartPr/>
              <p14:nvPr/>
            </p14:nvContentPartPr>
            <p14:xfrm>
              <a:off x="20541371" y="3282873"/>
              <a:ext cx="119520" cy="605160"/>
            </p14:xfrm>
          </p:contentPart>
        </mc:Choice>
        <mc:Fallback xmlns="">
          <p:pic>
            <p:nvPicPr>
              <p:cNvPr id="121" name="잉크 120">
                <a:extLst>
                  <a:ext uri="{FF2B5EF4-FFF2-40B4-BE49-F238E27FC236}">
                    <a16:creationId xmlns:a16="http://schemas.microsoft.com/office/drawing/2014/main" id="{E443508D-2FF5-6F5E-5980-4300EA68AD6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532731" y="3273873"/>
                <a:ext cx="13716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2" name="잉크 121">
                <a:extLst>
                  <a:ext uri="{FF2B5EF4-FFF2-40B4-BE49-F238E27FC236}">
                    <a16:creationId xmlns:a16="http://schemas.microsoft.com/office/drawing/2014/main" id="{45DE11D7-7F0A-F5EF-4AE7-E019AFC27758}"/>
                  </a:ext>
                </a:extLst>
              </p14:cNvPr>
              <p14:cNvContentPartPr/>
              <p14:nvPr/>
            </p14:nvContentPartPr>
            <p14:xfrm>
              <a:off x="20712731" y="3476553"/>
              <a:ext cx="238320" cy="930240"/>
            </p14:xfrm>
          </p:contentPart>
        </mc:Choice>
        <mc:Fallback xmlns="">
          <p:pic>
            <p:nvPicPr>
              <p:cNvPr id="122" name="잉크 121">
                <a:extLst>
                  <a:ext uri="{FF2B5EF4-FFF2-40B4-BE49-F238E27FC236}">
                    <a16:creationId xmlns:a16="http://schemas.microsoft.com/office/drawing/2014/main" id="{45DE11D7-7F0A-F5EF-4AE7-E019AFC2775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704091" y="3467913"/>
                <a:ext cx="255960" cy="9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3" name="잉크 122">
                <a:extLst>
                  <a:ext uri="{FF2B5EF4-FFF2-40B4-BE49-F238E27FC236}">
                    <a16:creationId xmlns:a16="http://schemas.microsoft.com/office/drawing/2014/main" id="{F3E5FE57-B11E-5C4F-785D-06124E8937CE}"/>
                  </a:ext>
                </a:extLst>
              </p14:cNvPr>
              <p14:cNvContentPartPr/>
              <p14:nvPr/>
            </p14:nvContentPartPr>
            <p14:xfrm>
              <a:off x="20831891" y="3515793"/>
              <a:ext cx="360" cy="360"/>
            </p14:xfrm>
          </p:contentPart>
        </mc:Choice>
        <mc:Fallback xmlns="">
          <p:pic>
            <p:nvPicPr>
              <p:cNvPr id="123" name="잉크 122">
                <a:extLst>
                  <a:ext uri="{FF2B5EF4-FFF2-40B4-BE49-F238E27FC236}">
                    <a16:creationId xmlns:a16="http://schemas.microsoft.com/office/drawing/2014/main" id="{F3E5FE57-B11E-5C4F-785D-06124E8937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823251" y="35071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15C37CAB-CD3A-521F-A7E9-7B65DCF9B4D1}"/>
                  </a:ext>
                </a:extLst>
              </p14:cNvPr>
              <p14:cNvContentPartPr/>
              <p14:nvPr/>
            </p14:nvContentPartPr>
            <p14:xfrm>
              <a:off x="20831891" y="3515793"/>
              <a:ext cx="438120" cy="492480"/>
            </p14:xfrm>
          </p:contentPart>
        </mc:Choice>
        <mc:Fallback xmlns=""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15C37CAB-CD3A-521F-A7E9-7B65DCF9B4D1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0823251" y="3507153"/>
                <a:ext cx="45576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1A3DD6AC-98AB-3D7A-17F7-CC7B60226AB0}"/>
                  </a:ext>
                </a:extLst>
              </p14:cNvPr>
              <p14:cNvContentPartPr/>
              <p14:nvPr/>
            </p14:nvContentPartPr>
            <p14:xfrm>
              <a:off x="21475931" y="3484473"/>
              <a:ext cx="210240" cy="16200"/>
            </p14:xfrm>
          </p:contentPart>
        </mc:Choice>
        <mc:Fallback xmlns=""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1A3DD6AC-98AB-3D7A-17F7-CC7B60226AB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1466931" y="3475473"/>
                <a:ext cx="227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8C279A72-F535-F94E-671F-C53CDF493996}"/>
                  </a:ext>
                </a:extLst>
              </p14:cNvPr>
              <p14:cNvContentPartPr/>
              <p14:nvPr/>
            </p14:nvContentPartPr>
            <p14:xfrm>
              <a:off x="21481691" y="3219873"/>
              <a:ext cx="201240" cy="873360"/>
            </p14:xfrm>
          </p:contentPart>
        </mc:Choice>
        <mc:Fallback xmlns=""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8C279A72-F535-F94E-671F-C53CDF49399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1472691" y="3210873"/>
                <a:ext cx="218880" cy="89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9C5E8016-C78D-95E2-2967-D715246CDA26}"/>
                  </a:ext>
                </a:extLst>
              </p14:cNvPr>
              <p14:cNvContentPartPr/>
              <p14:nvPr/>
            </p14:nvContentPartPr>
            <p14:xfrm>
              <a:off x="21969491" y="3647553"/>
              <a:ext cx="306720" cy="10440"/>
            </p14:xfrm>
          </p:contentPart>
        </mc:Choice>
        <mc:Fallback xmlns=""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9C5E8016-C78D-95E2-2967-D715246CDA2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1960491" y="3638553"/>
                <a:ext cx="3243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28" name="잉크 127">
                <a:extLst>
                  <a:ext uri="{FF2B5EF4-FFF2-40B4-BE49-F238E27FC236}">
                    <a16:creationId xmlns:a16="http://schemas.microsoft.com/office/drawing/2014/main" id="{1CFE2D7B-2A6A-7AD0-16A5-1B07A6F3BF17}"/>
                  </a:ext>
                </a:extLst>
              </p14:cNvPr>
              <p14:cNvContentPartPr/>
              <p14:nvPr/>
            </p14:nvContentPartPr>
            <p14:xfrm>
              <a:off x="21969491" y="3657633"/>
              <a:ext cx="360" cy="360"/>
            </p14:xfrm>
          </p:contentPart>
        </mc:Choice>
        <mc:Fallback xmlns="">
          <p:pic>
            <p:nvPicPr>
              <p:cNvPr id="128" name="잉크 127">
                <a:extLst>
                  <a:ext uri="{FF2B5EF4-FFF2-40B4-BE49-F238E27FC236}">
                    <a16:creationId xmlns:a16="http://schemas.microsoft.com/office/drawing/2014/main" id="{1CFE2D7B-2A6A-7AD0-16A5-1B07A6F3BF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960491" y="36486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A678E72D-A9E5-7B7A-CC9F-E552DA1E2142}"/>
                  </a:ext>
                </a:extLst>
              </p14:cNvPr>
              <p14:cNvContentPartPr/>
              <p14:nvPr/>
            </p14:nvContentPartPr>
            <p14:xfrm>
              <a:off x="21962291" y="3657633"/>
              <a:ext cx="367920" cy="173520"/>
            </p14:xfrm>
          </p:contentPart>
        </mc:Choice>
        <mc:Fallback xmlns=""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A678E72D-A9E5-7B7A-CC9F-E552DA1E214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1953651" y="3648633"/>
                <a:ext cx="385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1" name="잉크 130">
                <a:extLst>
                  <a:ext uri="{FF2B5EF4-FFF2-40B4-BE49-F238E27FC236}">
                    <a16:creationId xmlns:a16="http://schemas.microsoft.com/office/drawing/2014/main" id="{E13BF8DF-9496-EBD5-A9B6-A4E89AD6FCCD}"/>
                  </a:ext>
                </a:extLst>
              </p14:cNvPr>
              <p14:cNvContentPartPr/>
              <p14:nvPr/>
            </p14:nvContentPartPr>
            <p14:xfrm>
              <a:off x="22669331" y="3326073"/>
              <a:ext cx="442800" cy="789480"/>
            </p14:xfrm>
          </p:contentPart>
        </mc:Choice>
        <mc:Fallback xmlns="">
          <p:pic>
            <p:nvPicPr>
              <p:cNvPr id="131" name="잉크 130">
                <a:extLst>
                  <a:ext uri="{FF2B5EF4-FFF2-40B4-BE49-F238E27FC236}">
                    <a16:creationId xmlns:a16="http://schemas.microsoft.com/office/drawing/2014/main" id="{E13BF8DF-9496-EBD5-A9B6-A4E89AD6FCC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2660331" y="3317433"/>
                <a:ext cx="460440" cy="80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2" name="잉크 131">
                <a:extLst>
                  <a:ext uri="{FF2B5EF4-FFF2-40B4-BE49-F238E27FC236}">
                    <a16:creationId xmlns:a16="http://schemas.microsoft.com/office/drawing/2014/main" id="{EE5E10DB-C369-3F48-2FA9-F58E1D854253}"/>
                  </a:ext>
                </a:extLst>
              </p14:cNvPr>
              <p14:cNvContentPartPr/>
              <p14:nvPr/>
            </p14:nvContentPartPr>
            <p14:xfrm>
              <a:off x="23260811" y="3247953"/>
              <a:ext cx="178920" cy="255600"/>
            </p14:xfrm>
          </p:contentPart>
        </mc:Choice>
        <mc:Fallback xmlns="">
          <p:pic>
            <p:nvPicPr>
              <p:cNvPr id="132" name="잉크 131">
                <a:extLst>
                  <a:ext uri="{FF2B5EF4-FFF2-40B4-BE49-F238E27FC236}">
                    <a16:creationId xmlns:a16="http://schemas.microsoft.com/office/drawing/2014/main" id="{EE5E10DB-C369-3F48-2FA9-F58E1D85425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3251811" y="3239313"/>
                <a:ext cx="196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3" name="잉크 132">
                <a:extLst>
                  <a:ext uri="{FF2B5EF4-FFF2-40B4-BE49-F238E27FC236}">
                    <a16:creationId xmlns:a16="http://schemas.microsoft.com/office/drawing/2014/main" id="{30E208E4-466A-71B3-49CC-CED76E36B17E}"/>
                  </a:ext>
                </a:extLst>
              </p14:cNvPr>
              <p14:cNvContentPartPr/>
              <p14:nvPr/>
            </p14:nvContentPartPr>
            <p14:xfrm>
              <a:off x="23439371" y="3247953"/>
              <a:ext cx="360" cy="360"/>
            </p14:xfrm>
          </p:contentPart>
        </mc:Choice>
        <mc:Fallback xmlns="">
          <p:pic>
            <p:nvPicPr>
              <p:cNvPr id="133" name="잉크 132">
                <a:extLst>
                  <a:ext uri="{FF2B5EF4-FFF2-40B4-BE49-F238E27FC236}">
                    <a16:creationId xmlns:a16="http://schemas.microsoft.com/office/drawing/2014/main" id="{30E208E4-466A-71B3-49CC-CED76E36B1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430371" y="32393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4" name="잉크 133">
                <a:extLst>
                  <a:ext uri="{FF2B5EF4-FFF2-40B4-BE49-F238E27FC236}">
                    <a16:creationId xmlns:a16="http://schemas.microsoft.com/office/drawing/2014/main" id="{15833552-EBC1-2578-4797-C739B48B998B}"/>
                  </a:ext>
                </a:extLst>
              </p14:cNvPr>
              <p14:cNvContentPartPr/>
              <p14:nvPr/>
            </p14:nvContentPartPr>
            <p14:xfrm>
              <a:off x="23393291" y="3192873"/>
              <a:ext cx="183240" cy="798840"/>
            </p14:xfrm>
          </p:contentPart>
        </mc:Choice>
        <mc:Fallback xmlns="">
          <p:pic>
            <p:nvPicPr>
              <p:cNvPr id="134" name="잉크 133">
                <a:extLst>
                  <a:ext uri="{FF2B5EF4-FFF2-40B4-BE49-F238E27FC236}">
                    <a16:creationId xmlns:a16="http://schemas.microsoft.com/office/drawing/2014/main" id="{15833552-EBC1-2578-4797-C739B48B998B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3384651" y="3184233"/>
                <a:ext cx="20088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5" name="잉크 134">
                <a:extLst>
                  <a:ext uri="{FF2B5EF4-FFF2-40B4-BE49-F238E27FC236}">
                    <a16:creationId xmlns:a16="http://schemas.microsoft.com/office/drawing/2014/main" id="{3D7AE3C0-A277-E60F-FF65-BED21B20A91C}"/>
                  </a:ext>
                </a:extLst>
              </p14:cNvPr>
              <p14:cNvContentPartPr/>
              <p14:nvPr/>
            </p14:nvContentPartPr>
            <p14:xfrm>
              <a:off x="23761211" y="3531633"/>
              <a:ext cx="241920" cy="34920"/>
            </p14:xfrm>
          </p:contentPart>
        </mc:Choice>
        <mc:Fallback xmlns="">
          <p:pic>
            <p:nvPicPr>
              <p:cNvPr id="135" name="잉크 134">
                <a:extLst>
                  <a:ext uri="{FF2B5EF4-FFF2-40B4-BE49-F238E27FC236}">
                    <a16:creationId xmlns:a16="http://schemas.microsoft.com/office/drawing/2014/main" id="{3D7AE3C0-A277-E60F-FF65-BED21B20A91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3752571" y="3522633"/>
                <a:ext cx="259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36" name="잉크 135">
                <a:extLst>
                  <a:ext uri="{FF2B5EF4-FFF2-40B4-BE49-F238E27FC236}">
                    <a16:creationId xmlns:a16="http://schemas.microsoft.com/office/drawing/2014/main" id="{25F7D813-0225-0519-65F9-A89C995DB4A0}"/>
                  </a:ext>
                </a:extLst>
              </p14:cNvPr>
              <p14:cNvContentPartPr/>
              <p14:nvPr/>
            </p14:nvContentPartPr>
            <p14:xfrm>
              <a:off x="23921771" y="3169473"/>
              <a:ext cx="81360" cy="831240"/>
            </p14:xfrm>
          </p:contentPart>
        </mc:Choice>
        <mc:Fallback xmlns="">
          <p:pic>
            <p:nvPicPr>
              <p:cNvPr id="136" name="잉크 135">
                <a:extLst>
                  <a:ext uri="{FF2B5EF4-FFF2-40B4-BE49-F238E27FC236}">
                    <a16:creationId xmlns:a16="http://schemas.microsoft.com/office/drawing/2014/main" id="{25F7D813-0225-0519-65F9-A89C995DB4A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3912771" y="3160473"/>
                <a:ext cx="9900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37" name="잉크 136">
                <a:extLst>
                  <a:ext uri="{FF2B5EF4-FFF2-40B4-BE49-F238E27FC236}">
                    <a16:creationId xmlns:a16="http://schemas.microsoft.com/office/drawing/2014/main" id="{AD0B1B4D-788F-958D-2D11-AFF8FEAEF457}"/>
                  </a:ext>
                </a:extLst>
              </p14:cNvPr>
              <p14:cNvContentPartPr/>
              <p14:nvPr/>
            </p14:nvContentPartPr>
            <p14:xfrm>
              <a:off x="24219851" y="3578793"/>
              <a:ext cx="248760" cy="12960"/>
            </p14:xfrm>
          </p:contentPart>
        </mc:Choice>
        <mc:Fallback xmlns="">
          <p:pic>
            <p:nvPicPr>
              <p:cNvPr id="137" name="잉크 136">
                <a:extLst>
                  <a:ext uri="{FF2B5EF4-FFF2-40B4-BE49-F238E27FC236}">
                    <a16:creationId xmlns:a16="http://schemas.microsoft.com/office/drawing/2014/main" id="{AD0B1B4D-788F-958D-2D11-AFF8FEAEF45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4210851" y="3570153"/>
                <a:ext cx="266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38" name="잉크 137">
                <a:extLst>
                  <a:ext uri="{FF2B5EF4-FFF2-40B4-BE49-F238E27FC236}">
                    <a16:creationId xmlns:a16="http://schemas.microsoft.com/office/drawing/2014/main" id="{1476A9DC-D601-D01C-2DC4-86554909463F}"/>
                  </a:ext>
                </a:extLst>
              </p14:cNvPr>
              <p14:cNvContentPartPr/>
              <p14:nvPr/>
            </p14:nvContentPartPr>
            <p14:xfrm>
              <a:off x="24286451" y="3014673"/>
              <a:ext cx="231480" cy="926640"/>
            </p14:xfrm>
          </p:contentPart>
        </mc:Choice>
        <mc:Fallback xmlns="">
          <p:pic>
            <p:nvPicPr>
              <p:cNvPr id="138" name="잉크 137">
                <a:extLst>
                  <a:ext uri="{FF2B5EF4-FFF2-40B4-BE49-F238E27FC236}">
                    <a16:creationId xmlns:a16="http://schemas.microsoft.com/office/drawing/2014/main" id="{1476A9DC-D601-D01C-2DC4-86554909463F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4277451" y="3006033"/>
                <a:ext cx="249120" cy="9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0" name="잉크 139">
                <a:extLst>
                  <a:ext uri="{FF2B5EF4-FFF2-40B4-BE49-F238E27FC236}">
                    <a16:creationId xmlns:a16="http://schemas.microsoft.com/office/drawing/2014/main" id="{7B98816A-31EA-AC9C-77B6-E99F476FFB83}"/>
                  </a:ext>
                </a:extLst>
              </p14:cNvPr>
              <p14:cNvContentPartPr/>
              <p14:nvPr/>
            </p14:nvContentPartPr>
            <p14:xfrm>
              <a:off x="21461891" y="4470873"/>
              <a:ext cx="542880" cy="3741120"/>
            </p14:xfrm>
          </p:contentPart>
        </mc:Choice>
        <mc:Fallback xmlns="">
          <p:pic>
            <p:nvPicPr>
              <p:cNvPr id="140" name="잉크 139">
                <a:extLst>
                  <a:ext uri="{FF2B5EF4-FFF2-40B4-BE49-F238E27FC236}">
                    <a16:creationId xmlns:a16="http://schemas.microsoft.com/office/drawing/2014/main" id="{7B98816A-31EA-AC9C-77B6-E99F476FFB83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1452891" y="4461873"/>
                <a:ext cx="560520" cy="37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41" name="잉크 140">
                <a:extLst>
                  <a:ext uri="{FF2B5EF4-FFF2-40B4-BE49-F238E27FC236}">
                    <a16:creationId xmlns:a16="http://schemas.microsoft.com/office/drawing/2014/main" id="{4A5CA782-0748-7289-571F-C3B48D987532}"/>
                  </a:ext>
                </a:extLst>
              </p14:cNvPr>
              <p14:cNvContentPartPr/>
              <p14:nvPr/>
            </p14:nvContentPartPr>
            <p14:xfrm>
              <a:off x="21289091" y="7770993"/>
              <a:ext cx="498600" cy="390960"/>
            </p14:xfrm>
          </p:contentPart>
        </mc:Choice>
        <mc:Fallback xmlns="">
          <p:pic>
            <p:nvPicPr>
              <p:cNvPr id="141" name="잉크 140">
                <a:extLst>
                  <a:ext uri="{FF2B5EF4-FFF2-40B4-BE49-F238E27FC236}">
                    <a16:creationId xmlns:a16="http://schemas.microsoft.com/office/drawing/2014/main" id="{4A5CA782-0748-7289-571F-C3B48D987532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1280451" y="7762353"/>
                <a:ext cx="5162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67" name="잉크 166">
                <a:extLst>
                  <a:ext uri="{FF2B5EF4-FFF2-40B4-BE49-F238E27FC236}">
                    <a16:creationId xmlns:a16="http://schemas.microsoft.com/office/drawing/2014/main" id="{159E8A25-7688-13BE-3828-C0702303D414}"/>
                  </a:ext>
                </a:extLst>
              </p14:cNvPr>
              <p14:cNvContentPartPr/>
              <p14:nvPr/>
            </p14:nvContentPartPr>
            <p14:xfrm>
              <a:off x="12236171" y="3940953"/>
              <a:ext cx="35280" cy="41400"/>
            </p14:xfrm>
          </p:contentPart>
        </mc:Choice>
        <mc:Fallback xmlns="">
          <p:pic>
            <p:nvPicPr>
              <p:cNvPr id="167" name="잉크 166">
                <a:extLst>
                  <a:ext uri="{FF2B5EF4-FFF2-40B4-BE49-F238E27FC236}">
                    <a16:creationId xmlns:a16="http://schemas.microsoft.com/office/drawing/2014/main" id="{159E8A25-7688-13BE-3828-C0702303D41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2227531" y="3932313"/>
                <a:ext cx="529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89D928BD-A956-BAC3-D699-97589AD0269D}"/>
                  </a:ext>
                </a:extLst>
              </p14:cNvPr>
              <p14:cNvContentPartPr/>
              <p14:nvPr/>
            </p14:nvContentPartPr>
            <p14:xfrm>
              <a:off x="12236171" y="3981993"/>
              <a:ext cx="360" cy="360"/>
            </p14:xfrm>
          </p:contentPart>
        </mc:Choice>
        <mc:Fallback xmlns=""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89D928BD-A956-BAC3-D699-97589AD026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227531" y="39729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69" name="잉크 168">
                <a:extLst>
                  <a:ext uri="{FF2B5EF4-FFF2-40B4-BE49-F238E27FC236}">
                    <a16:creationId xmlns:a16="http://schemas.microsoft.com/office/drawing/2014/main" id="{60AD8ABD-59F9-DDE1-AD6A-2B65FCDDE0B0}"/>
                  </a:ext>
                </a:extLst>
              </p14:cNvPr>
              <p14:cNvContentPartPr/>
              <p14:nvPr/>
            </p14:nvContentPartPr>
            <p14:xfrm>
              <a:off x="12236171" y="3956073"/>
              <a:ext cx="413280" cy="533160"/>
            </p14:xfrm>
          </p:contentPart>
        </mc:Choice>
        <mc:Fallback xmlns="">
          <p:pic>
            <p:nvPicPr>
              <p:cNvPr id="169" name="잉크 168">
                <a:extLst>
                  <a:ext uri="{FF2B5EF4-FFF2-40B4-BE49-F238E27FC236}">
                    <a16:creationId xmlns:a16="http://schemas.microsoft.com/office/drawing/2014/main" id="{60AD8ABD-59F9-DDE1-AD6A-2B65FCDDE0B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2227531" y="3947433"/>
                <a:ext cx="43092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70" name="잉크 169">
                <a:extLst>
                  <a:ext uri="{FF2B5EF4-FFF2-40B4-BE49-F238E27FC236}">
                    <a16:creationId xmlns:a16="http://schemas.microsoft.com/office/drawing/2014/main" id="{B66536DC-D59A-5B96-A322-C07AB30EBB95}"/>
                  </a:ext>
                </a:extLst>
              </p14:cNvPr>
              <p14:cNvContentPartPr/>
              <p14:nvPr/>
            </p14:nvContentPartPr>
            <p14:xfrm>
              <a:off x="12729731" y="4007193"/>
              <a:ext cx="227880" cy="423000"/>
            </p14:xfrm>
          </p:contentPart>
        </mc:Choice>
        <mc:Fallback xmlns="">
          <p:pic>
            <p:nvPicPr>
              <p:cNvPr id="170" name="잉크 169">
                <a:extLst>
                  <a:ext uri="{FF2B5EF4-FFF2-40B4-BE49-F238E27FC236}">
                    <a16:creationId xmlns:a16="http://schemas.microsoft.com/office/drawing/2014/main" id="{B66536DC-D59A-5B96-A322-C07AB30EBB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2720731" y="3998193"/>
                <a:ext cx="2455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818623D9-2A80-6446-E1A6-0139ECFC31BC}"/>
                  </a:ext>
                </a:extLst>
              </p14:cNvPr>
              <p14:cNvContentPartPr/>
              <p14:nvPr/>
            </p14:nvContentPartPr>
            <p14:xfrm>
              <a:off x="12929171" y="4051113"/>
              <a:ext cx="164880" cy="350280"/>
            </p14:xfrm>
          </p:contentPart>
        </mc:Choice>
        <mc:Fallback xmlns="">
          <p:pic>
            <p:nvPicPr>
              <p:cNvPr id="171" name="잉크 170">
                <a:extLst>
                  <a:ext uri="{FF2B5EF4-FFF2-40B4-BE49-F238E27FC236}">
                    <a16:creationId xmlns:a16="http://schemas.microsoft.com/office/drawing/2014/main" id="{818623D9-2A80-6446-E1A6-0139ECFC31B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2920171" y="4042473"/>
                <a:ext cx="1825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BD2F8E81-8D5C-6FB8-1618-3A59C04B1DA1}"/>
                  </a:ext>
                </a:extLst>
              </p14:cNvPr>
              <p14:cNvContentPartPr/>
              <p14:nvPr/>
            </p14:nvContentPartPr>
            <p14:xfrm>
              <a:off x="12999371" y="3682833"/>
              <a:ext cx="336240" cy="795600"/>
            </p14:xfrm>
          </p:contentPart>
        </mc:Choice>
        <mc:Fallback xmlns="">
          <p:pic>
            <p:nvPicPr>
              <p:cNvPr id="172" name="잉크 171">
                <a:extLst>
                  <a:ext uri="{FF2B5EF4-FFF2-40B4-BE49-F238E27FC236}">
                    <a16:creationId xmlns:a16="http://schemas.microsoft.com/office/drawing/2014/main" id="{BD2F8E81-8D5C-6FB8-1618-3A59C04B1D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2990371" y="3673833"/>
                <a:ext cx="35388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73" name="잉크 172">
                <a:extLst>
                  <a:ext uri="{FF2B5EF4-FFF2-40B4-BE49-F238E27FC236}">
                    <a16:creationId xmlns:a16="http://schemas.microsoft.com/office/drawing/2014/main" id="{888D7A90-993F-7AFD-DF30-56BB2A0470FF}"/>
                  </a:ext>
                </a:extLst>
              </p14:cNvPr>
              <p14:cNvContentPartPr/>
              <p14:nvPr/>
            </p14:nvContentPartPr>
            <p14:xfrm>
              <a:off x="13191611" y="3729993"/>
              <a:ext cx="56520" cy="28800"/>
            </p14:xfrm>
          </p:contentPart>
        </mc:Choice>
        <mc:Fallback xmlns="">
          <p:pic>
            <p:nvPicPr>
              <p:cNvPr id="173" name="잉크 172">
                <a:extLst>
                  <a:ext uri="{FF2B5EF4-FFF2-40B4-BE49-F238E27FC236}">
                    <a16:creationId xmlns:a16="http://schemas.microsoft.com/office/drawing/2014/main" id="{888D7A90-993F-7AFD-DF30-56BB2A0470F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182971" y="3720993"/>
                <a:ext cx="74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247EB1DE-6CC9-E882-66F6-D02BB6FE3B3A}"/>
                  </a:ext>
                </a:extLst>
              </p14:cNvPr>
              <p14:cNvContentPartPr/>
              <p14:nvPr/>
            </p14:nvContentPartPr>
            <p14:xfrm>
              <a:off x="13310771" y="4063713"/>
              <a:ext cx="63360" cy="346680"/>
            </p14:xfrm>
          </p:contentPart>
        </mc:Choice>
        <mc:Fallback xmlns=""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247EB1DE-6CC9-E882-66F6-D02BB6FE3B3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3301771" y="4055073"/>
                <a:ext cx="8100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F0873D46-4EF6-1AEB-532B-5C532604EEE1}"/>
                  </a:ext>
                </a:extLst>
              </p14:cNvPr>
              <p14:cNvContentPartPr/>
              <p14:nvPr/>
            </p14:nvContentPartPr>
            <p14:xfrm>
              <a:off x="13401851" y="4151913"/>
              <a:ext cx="136800" cy="205200"/>
            </p14:xfrm>
          </p:contentPart>
        </mc:Choice>
        <mc:Fallback xmlns=""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F0873D46-4EF6-1AEB-532B-5C532604EEE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3392851" y="4143273"/>
                <a:ext cx="1544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9F14F90F-C95C-A020-0C27-6ABBADE68574}"/>
                  </a:ext>
                </a:extLst>
              </p14:cNvPr>
              <p14:cNvContentPartPr/>
              <p14:nvPr/>
            </p14:nvContentPartPr>
            <p14:xfrm>
              <a:off x="13401851" y="4151913"/>
              <a:ext cx="360" cy="36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9F14F90F-C95C-A020-0C27-6ABBADE685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392851" y="41432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77" name="잉크 176">
                <a:extLst>
                  <a:ext uri="{FF2B5EF4-FFF2-40B4-BE49-F238E27FC236}">
                    <a16:creationId xmlns:a16="http://schemas.microsoft.com/office/drawing/2014/main" id="{1DBD3FAB-DD57-1B25-C963-8DD380E6404B}"/>
                  </a:ext>
                </a:extLst>
              </p14:cNvPr>
              <p14:cNvContentPartPr/>
              <p14:nvPr/>
            </p14:nvContentPartPr>
            <p14:xfrm>
              <a:off x="13401851" y="4091793"/>
              <a:ext cx="630360" cy="480240"/>
            </p14:xfrm>
          </p:contentPart>
        </mc:Choice>
        <mc:Fallback xmlns="">
          <p:pic>
            <p:nvPicPr>
              <p:cNvPr id="177" name="잉크 176">
                <a:extLst>
                  <a:ext uri="{FF2B5EF4-FFF2-40B4-BE49-F238E27FC236}">
                    <a16:creationId xmlns:a16="http://schemas.microsoft.com/office/drawing/2014/main" id="{1DBD3FAB-DD57-1B25-C963-8DD380E6404B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3392851" y="4083153"/>
                <a:ext cx="64800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78" name="잉크 177">
                <a:extLst>
                  <a:ext uri="{FF2B5EF4-FFF2-40B4-BE49-F238E27FC236}">
                    <a16:creationId xmlns:a16="http://schemas.microsoft.com/office/drawing/2014/main" id="{D8DD65C5-3EA3-BACA-ACFD-03A6AF392D76}"/>
                  </a:ext>
                </a:extLst>
              </p14:cNvPr>
              <p14:cNvContentPartPr/>
              <p14:nvPr/>
            </p14:nvContentPartPr>
            <p14:xfrm>
              <a:off x="14238131" y="4394553"/>
              <a:ext cx="360" cy="360"/>
            </p14:xfrm>
          </p:contentPart>
        </mc:Choice>
        <mc:Fallback xmlns="">
          <p:pic>
            <p:nvPicPr>
              <p:cNvPr id="178" name="잉크 177">
                <a:extLst>
                  <a:ext uri="{FF2B5EF4-FFF2-40B4-BE49-F238E27FC236}">
                    <a16:creationId xmlns:a16="http://schemas.microsoft.com/office/drawing/2014/main" id="{D8DD65C5-3EA3-BACA-ACFD-03A6AF392D7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229491" y="4385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80" name="잉크 179">
                <a:extLst>
                  <a:ext uri="{FF2B5EF4-FFF2-40B4-BE49-F238E27FC236}">
                    <a16:creationId xmlns:a16="http://schemas.microsoft.com/office/drawing/2014/main" id="{B9016CF5-61BB-8CF2-AE60-7AC808A6A8D0}"/>
                  </a:ext>
                </a:extLst>
              </p14:cNvPr>
              <p14:cNvContentPartPr/>
              <p14:nvPr/>
            </p14:nvContentPartPr>
            <p14:xfrm>
              <a:off x="7430891" y="611673"/>
              <a:ext cx="5145480" cy="1682280"/>
            </p14:xfrm>
          </p:contentPart>
        </mc:Choice>
        <mc:Fallback xmlns="">
          <p:pic>
            <p:nvPicPr>
              <p:cNvPr id="180" name="잉크 179">
                <a:extLst>
                  <a:ext uri="{FF2B5EF4-FFF2-40B4-BE49-F238E27FC236}">
                    <a16:creationId xmlns:a16="http://schemas.microsoft.com/office/drawing/2014/main" id="{B9016CF5-61BB-8CF2-AE60-7AC808A6A8D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422251" y="603033"/>
                <a:ext cx="5163120" cy="16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81" name="잉크 180">
                <a:extLst>
                  <a:ext uri="{FF2B5EF4-FFF2-40B4-BE49-F238E27FC236}">
                    <a16:creationId xmlns:a16="http://schemas.microsoft.com/office/drawing/2014/main" id="{53650A4A-80DB-25A4-51DA-975280C58781}"/>
                  </a:ext>
                </a:extLst>
              </p14:cNvPr>
              <p14:cNvContentPartPr/>
              <p14:nvPr/>
            </p14:nvContentPartPr>
            <p14:xfrm>
              <a:off x="12337691" y="1871673"/>
              <a:ext cx="556920" cy="442800"/>
            </p14:xfrm>
          </p:contentPart>
        </mc:Choice>
        <mc:Fallback xmlns="">
          <p:pic>
            <p:nvPicPr>
              <p:cNvPr id="181" name="잉크 180">
                <a:extLst>
                  <a:ext uri="{FF2B5EF4-FFF2-40B4-BE49-F238E27FC236}">
                    <a16:creationId xmlns:a16="http://schemas.microsoft.com/office/drawing/2014/main" id="{53650A4A-80DB-25A4-51DA-975280C5878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329051" y="1862673"/>
                <a:ext cx="57456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83" name="잉크 182">
                <a:extLst>
                  <a:ext uri="{FF2B5EF4-FFF2-40B4-BE49-F238E27FC236}">
                    <a16:creationId xmlns:a16="http://schemas.microsoft.com/office/drawing/2014/main" id="{B05C664C-5A6A-EEFE-D732-C0CEE196CE85}"/>
                  </a:ext>
                </a:extLst>
              </p14:cNvPr>
              <p14:cNvContentPartPr/>
              <p14:nvPr/>
            </p14:nvContentPartPr>
            <p14:xfrm>
              <a:off x="9247451" y="328353"/>
              <a:ext cx="4035240" cy="2211480"/>
            </p14:xfrm>
          </p:contentPart>
        </mc:Choice>
        <mc:Fallback xmlns="">
          <p:pic>
            <p:nvPicPr>
              <p:cNvPr id="183" name="잉크 182">
                <a:extLst>
                  <a:ext uri="{FF2B5EF4-FFF2-40B4-BE49-F238E27FC236}">
                    <a16:creationId xmlns:a16="http://schemas.microsoft.com/office/drawing/2014/main" id="{B05C664C-5A6A-EEFE-D732-C0CEE196CE8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238451" y="319353"/>
                <a:ext cx="4052880" cy="22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84" name="잉크 183">
                <a:extLst>
                  <a:ext uri="{FF2B5EF4-FFF2-40B4-BE49-F238E27FC236}">
                    <a16:creationId xmlns:a16="http://schemas.microsoft.com/office/drawing/2014/main" id="{B5D83AA5-EA97-CCD4-3D33-0F5300778952}"/>
                  </a:ext>
                </a:extLst>
              </p14:cNvPr>
              <p14:cNvContentPartPr/>
              <p14:nvPr/>
            </p14:nvContentPartPr>
            <p14:xfrm>
              <a:off x="13037531" y="1975713"/>
              <a:ext cx="577800" cy="656280"/>
            </p14:xfrm>
          </p:contentPart>
        </mc:Choice>
        <mc:Fallback xmlns="">
          <p:pic>
            <p:nvPicPr>
              <p:cNvPr id="184" name="잉크 183">
                <a:extLst>
                  <a:ext uri="{FF2B5EF4-FFF2-40B4-BE49-F238E27FC236}">
                    <a16:creationId xmlns:a16="http://schemas.microsoft.com/office/drawing/2014/main" id="{B5D83AA5-EA97-CCD4-3D33-0F530077895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028891" y="1966713"/>
                <a:ext cx="59544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86" name="잉크 185">
                <a:extLst>
                  <a:ext uri="{FF2B5EF4-FFF2-40B4-BE49-F238E27FC236}">
                    <a16:creationId xmlns:a16="http://schemas.microsoft.com/office/drawing/2014/main" id="{6E48DD4A-5090-6155-0952-EFA6F586D8BA}"/>
                  </a:ext>
                </a:extLst>
              </p14:cNvPr>
              <p14:cNvContentPartPr/>
              <p14:nvPr/>
            </p14:nvContentPartPr>
            <p14:xfrm>
              <a:off x="7770371" y="-90687"/>
              <a:ext cx="389520" cy="600840"/>
            </p14:xfrm>
          </p:contentPart>
        </mc:Choice>
        <mc:Fallback xmlns="">
          <p:pic>
            <p:nvPicPr>
              <p:cNvPr id="186" name="잉크 185">
                <a:extLst>
                  <a:ext uri="{FF2B5EF4-FFF2-40B4-BE49-F238E27FC236}">
                    <a16:creationId xmlns:a16="http://schemas.microsoft.com/office/drawing/2014/main" id="{6E48DD4A-5090-6155-0952-EFA6F586D8B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761731" y="-99327"/>
                <a:ext cx="4071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87" name="잉크 186">
                <a:extLst>
                  <a:ext uri="{FF2B5EF4-FFF2-40B4-BE49-F238E27FC236}">
                    <a16:creationId xmlns:a16="http://schemas.microsoft.com/office/drawing/2014/main" id="{792BB7CD-5B29-C51B-8F5C-4B95CC6C773F}"/>
                  </a:ext>
                </a:extLst>
              </p14:cNvPr>
              <p14:cNvContentPartPr/>
              <p14:nvPr/>
            </p14:nvContentPartPr>
            <p14:xfrm>
              <a:off x="6839411" y="328353"/>
              <a:ext cx="427320" cy="731520"/>
            </p14:xfrm>
          </p:contentPart>
        </mc:Choice>
        <mc:Fallback xmlns="">
          <p:pic>
            <p:nvPicPr>
              <p:cNvPr id="187" name="잉크 186">
                <a:extLst>
                  <a:ext uri="{FF2B5EF4-FFF2-40B4-BE49-F238E27FC236}">
                    <a16:creationId xmlns:a16="http://schemas.microsoft.com/office/drawing/2014/main" id="{792BB7CD-5B29-C51B-8F5C-4B95CC6C773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830771" y="319353"/>
                <a:ext cx="44496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88" name="잉크 187">
                <a:extLst>
                  <a:ext uri="{FF2B5EF4-FFF2-40B4-BE49-F238E27FC236}">
                    <a16:creationId xmlns:a16="http://schemas.microsoft.com/office/drawing/2014/main" id="{BBAF5D4B-F244-C2E0-165C-D5058A5A4A4F}"/>
                  </a:ext>
                </a:extLst>
              </p14:cNvPr>
              <p14:cNvContentPartPr/>
              <p14:nvPr/>
            </p14:nvContentPartPr>
            <p14:xfrm>
              <a:off x="7885931" y="1062033"/>
              <a:ext cx="360" cy="360"/>
            </p14:xfrm>
          </p:contentPart>
        </mc:Choice>
        <mc:Fallback xmlns="">
          <p:pic>
            <p:nvPicPr>
              <p:cNvPr id="188" name="잉크 187">
                <a:extLst>
                  <a:ext uri="{FF2B5EF4-FFF2-40B4-BE49-F238E27FC236}">
                    <a16:creationId xmlns:a16="http://schemas.microsoft.com/office/drawing/2014/main" id="{BBAF5D4B-F244-C2E0-165C-D5058A5A4A4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76931" y="10533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90" name="잉크 189">
                <a:extLst>
                  <a:ext uri="{FF2B5EF4-FFF2-40B4-BE49-F238E27FC236}">
                    <a16:creationId xmlns:a16="http://schemas.microsoft.com/office/drawing/2014/main" id="{AF923C95-34F0-DC42-E45B-B38B3B5A5879}"/>
                  </a:ext>
                </a:extLst>
              </p14:cNvPr>
              <p14:cNvContentPartPr/>
              <p14:nvPr/>
            </p14:nvContentPartPr>
            <p14:xfrm>
              <a:off x="11938811" y="1827393"/>
              <a:ext cx="451080" cy="407160"/>
            </p14:xfrm>
          </p:contentPart>
        </mc:Choice>
        <mc:Fallback xmlns="">
          <p:pic>
            <p:nvPicPr>
              <p:cNvPr id="190" name="잉크 189">
                <a:extLst>
                  <a:ext uri="{FF2B5EF4-FFF2-40B4-BE49-F238E27FC236}">
                    <a16:creationId xmlns:a16="http://schemas.microsoft.com/office/drawing/2014/main" id="{AF923C95-34F0-DC42-E45B-B38B3B5A5879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1929811" y="1818753"/>
                <a:ext cx="46872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91" name="잉크 190">
                <a:extLst>
                  <a:ext uri="{FF2B5EF4-FFF2-40B4-BE49-F238E27FC236}">
                    <a16:creationId xmlns:a16="http://schemas.microsoft.com/office/drawing/2014/main" id="{1A424434-45EA-AD11-8C0E-07484BCC7EC4}"/>
                  </a:ext>
                </a:extLst>
              </p14:cNvPr>
              <p14:cNvContentPartPr/>
              <p14:nvPr/>
            </p14:nvContentPartPr>
            <p14:xfrm>
              <a:off x="7703051" y="1181913"/>
              <a:ext cx="365040" cy="511560"/>
            </p14:xfrm>
          </p:contentPart>
        </mc:Choice>
        <mc:Fallback xmlns="">
          <p:pic>
            <p:nvPicPr>
              <p:cNvPr id="191" name="잉크 190">
                <a:extLst>
                  <a:ext uri="{FF2B5EF4-FFF2-40B4-BE49-F238E27FC236}">
                    <a16:creationId xmlns:a16="http://schemas.microsoft.com/office/drawing/2014/main" id="{1A424434-45EA-AD11-8C0E-07484BCC7EC4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7694051" y="1172913"/>
                <a:ext cx="38268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92" name="잉크 191">
                <a:extLst>
                  <a:ext uri="{FF2B5EF4-FFF2-40B4-BE49-F238E27FC236}">
                    <a16:creationId xmlns:a16="http://schemas.microsoft.com/office/drawing/2014/main" id="{D2584D46-D0B6-64AE-AE18-C632BE63C085}"/>
                  </a:ext>
                </a:extLst>
              </p14:cNvPr>
              <p14:cNvContentPartPr/>
              <p14:nvPr/>
            </p14:nvContentPartPr>
            <p14:xfrm>
              <a:off x="8067731" y="1181913"/>
              <a:ext cx="360" cy="360"/>
            </p14:xfrm>
          </p:contentPart>
        </mc:Choice>
        <mc:Fallback xmlns="">
          <p:pic>
            <p:nvPicPr>
              <p:cNvPr id="192" name="잉크 191">
                <a:extLst>
                  <a:ext uri="{FF2B5EF4-FFF2-40B4-BE49-F238E27FC236}">
                    <a16:creationId xmlns:a16="http://schemas.microsoft.com/office/drawing/2014/main" id="{D2584D46-D0B6-64AE-AE18-C632BE63C08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59091" y="1172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93" name="잉크 192">
                <a:extLst>
                  <a:ext uri="{FF2B5EF4-FFF2-40B4-BE49-F238E27FC236}">
                    <a16:creationId xmlns:a16="http://schemas.microsoft.com/office/drawing/2014/main" id="{7CB4D08F-C01E-0B96-64EC-295EAFA0CF94}"/>
                  </a:ext>
                </a:extLst>
              </p14:cNvPr>
              <p14:cNvContentPartPr/>
              <p14:nvPr/>
            </p14:nvContentPartPr>
            <p14:xfrm>
              <a:off x="8067731" y="1017393"/>
              <a:ext cx="290880" cy="725400"/>
            </p14:xfrm>
          </p:contentPart>
        </mc:Choice>
        <mc:Fallback xmlns="">
          <p:pic>
            <p:nvPicPr>
              <p:cNvPr id="193" name="잉크 192">
                <a:extLst>
                  <a:ext uri="{FF2B5EF4-FFF2-40B4-BE49-F238E27FC236}">
                    <a16:creationId xmlns:a16="http://schemas.microsoft.com/office/drawing/2014/main" id="{7CB4D08F-C01E-0B96-64EC-295EAFA0CF9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059091" y="1008753"/>
                <a:ext cx="30852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94" name="잉크 193">
                <a:extLst>
                  <a:ext uri="{FF2B5EF4-FFF2-40B4-BE49-F238E27FC236}">
                    <a16:creationId xmlns:a16="http://schemas.microsoft.com/office/drawing/2014/main" id="{B27A1F6C-31AF-0DF7-419B-C4EA26B183EF}"/>
                  </a:ext>
                </a:extLst>
              </p14:cNvPr>
              <p14:cNvContentPartPr/>
              <p14:nvPr/>
            </p14:nvContentPartPr>
            <p14:xfrm>
              <a:off x="8382731" y="1036833"/>
              <a:ext cx="224280" cy="743760"/>
            </p14:xfrm>
          </p:contentPart>
        </mc:Choice>
        <mc:Fallback xmlns="">
          <p:pic>
            <p:nvPicPr>
              <p:cNvPr id="194" name="잉크 193">
                <a:extLst>
                  <a:ext uri="{FF2B5EF4-FFF2-40B4-BE49-F238E27FC236}">
                    <a16:creationId xmlns:a16="http://schemas.microsoft.com/office/drawing/2014/main" id="{B27A1F6C-31AF-0DF7-419B-C4EA26B183E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374091" y="1028193"/>
                <a:ext cx="24192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A6EC46CE-C88E-AF17-761A-BB62A57FF93A}"/>
                  </a:ext>
                </a:extLst>
              </p14:cNvPr>
              <p14:cNvContentPartPr/>
              <p14:nvPr/>
            </p14:nvContentPartPr>
            <p14:xfrm>
              <a:off x="8473811" y="1446513"/>
              <a:ext cx="213840" cy="293400"/>
            </p14:xfrm>
          </p:contentPart>
        </mc:Choice>
        <mc:Fallback xmlns=""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A6EC46CE-C88E-AF17-761A-BB62A57FF93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465171" y="1437513"/>
                <a:ext cx="2314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96" name="잉크 195">
                <a:extLst>
                  <a:ext uri="{FF2B5EF4-FFF2-40B4-BE49-F238E27FC236}">
                    <a16:creationId xmlns:a16="http://schemas.microsoft.com/office/drawing/2014/main" id="{2FC3F0C7-63B8-A5EE-6FDC-5D630FE2AF1A}"/>
                  </a:ext>
                </a:extLst>
              </p14:cNvPr>
              <p14:cNvContentPartPr/>
              <p14:nvPr/>
            </p14:nvContentPartPr>
            <p14:xfrm>
              <a:off x="8977811" y="1701393"/>
              <a:ext cx="360" cy="360"/>
            </p14:xfrm>
          </p:contentPart>
        </mc:Choice>
        <mc:Fallback xmlns="">
          <p:pic>
            <p:nvPicPr>
              <p:cNvPr id="196" name="잉크 195">
                <a:extLst>
                  <a:ext uri="{FF2B5EF4-FFF2-40B4-BE49-F238E27FC236}">
                    <a16:creationId xmlns:a16="http://schemas.microsoft.com/office/drawing/2014/main" id="{2FC3F0C7-63B8-A5EE-6FDC-5D630FE2AF1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69171" y="16927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98" name="잉크 197">
                <a:extLst>
                  <a:ext uri="{FF2B5EF4-FFF2-40B4-BE49-F238E27FC236}">
                    <a16:creationId xmlns:a16="http://schemas.microsoft.com/office/drawing/2014/main" id="{D036B243-3257-D8B0-DBC4-B2725210A780}"/>
                  </a:ext>
                </a:extLst>
              </p14:cNvPr>
              <p14:cNvContentPartPr/>
              <p14:nvPr/>
            </p14:nvContentPartPr>
            <p14:xfrm>
              <a:off x="8809691" y="1263273"/>
              <a:ext cx="3349800" cy="1178640"/>
            </p14:xfrm>
          </p:contentPart>
        </mc:Choice>
        <mc:Fallback xmlns="">
          <p:pic>
            <p:nvPicPr>
              <p:cNvPr id="198" name="잉크 197">
                <a:extLst>
                  <a:ext uri="{FF2B5EF4-FFF2-40B4-BE49-F238E27FC236}">
                    <a16:creationId xmlns:a16="http://schemas.microsoft.com/office/drawing/2014/main" id="{D036B243-3257-D8B0-DBC4-B2725210A78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801051" y="1254633"/>
                <a:ext cx="3367440" cy="11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99" name="잉크 198">
                <a:extLst>
                  <a:ext uri="{FF2B5EF4-FFF2-40B4-BE49-F238E27FC236}">
                    <a16:creationId xmlns:a16="http://schemas.microsoft.com/office/drawing/2014/main" id="{40369FB2-232B-71FF-D013-8A70FC9EBB4C}"/>
                  </a:ext>
                </a:extLst>
              </p14:cNvPr>
              <p14:cNvContentPartPr/>
              <p14:nvPr/>
            </p14:nvContentPartPr>
            <p14:xfrm>
              <a:off x="11865371" y="1940793"/>
              <a:ext cx="626400" cy="514440"/>
            </p14:xfrm>
          </p:contentPart>
        </mc:Choice>
        <mc:Fallback xmlns="">
          <p:pic>
            <p:nvPicPr>
              <p:cNvPr id="199" name="잉크 198">
                <a:extLst>
                  <a:ext uri="{FF2B5EF4-FFF2-40B4-BE49-F238E27FC236}">
                    <a16:creationId xmlns:a16="http://schemas.microsoft.com/office/drawing/2014/main" id="{40369FB2-232B-71FF-D013-8A70FC9EBB4C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856371" y="1932153"/>
                <a:ext cx="64404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00" name="잉크 199">
                <a:extLst>
                  <a:ext uri="{FF2B5EF4-FFF2-40B4-BE49-F238E27FC236}">
                    <a16:creationId xmlns:a16="http://schemas.microsoft.com/office/drawing/2014/main" id="{C36C90CC-C44B-F20F-BAC7-DDA1CC06FD36}"/>
                  </a:ext>
                </a:extLst>
              </p14:cNvPr>
              <p14:cNvContentPartPr/>
              <p14:nvPr/>
            </p14:nvContentPartPr>
            <p14:xfrm>
              <a:off x="8827331" y="1742433"/>
              <a:ext cx="171720" cy="6480"/>
            </p14:xfrm>
          </p:contentPart>
        </mc:Choice>
        <mc:Fallback xmlns="">
          <p:pic>
            <p:nvPicPr>
              <p:cNvPr id="200" name="잉크 199">
                <a:extLst>
                  <a:ext uri="{FF2B5EF4-FFF2-40B4-BE49-F238E27FC236}">
                    <a16:creationId xmlns:a16="http://schemas.microsoft.com/office/drawing/2014/main" id="{C36C90CC-C44B-F20F-BAC7-DDA1CC06FD36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818691" y="1733793"/>
                <a:ext cx="189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201" name="잉크 200">
                <a:extLst>
                  <a:ext uri="{FF2B5EF4-FFF2-40B4-BE49-F238E27FC236}">
                    <a16:creationId xmlns:a16="http://schemas.microsoft.com/office/drawing/2014/main" id="{B5E212B9-B3D0-E566-E1A5-29FE5673D9CF}"/>
                  </a:ext>
                </a:extLst>
              </p14:cNvPr>
              <p14:cNvContentPartPr/>
              <p14:nvPr/>
            </p14:nvContentPartPr>
            <p14:xfrm>
              <a:off x="8911211" y="1474593"/>
              <a:ext cx="214200" cy="268200"/>
            </p14:xfrm>
          </p:contentPart>
        </mc:Choice>
        <mc:Fallback xmlns="">
          <p:pic>
            <p:nvPicPr>
              <p:cNvPr id="201" name="잉크 200">
                <a:extLst>
                  <a:ext uri="{FF2B5EF4-FFF2-40B4-BE49-F238E27FC236}">
                    <a16:creationId xmlns:a16="http://schemas.microsoft.com/office/drawing/2014/main" id="{B5E212B9-B3D0-E566-E1A5-29FE5673D9CF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8902211" y="1465953"/>
                <a:ext cx="2318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02" name="잉크 201">
                <a:extLst>
                  <a:ext uri="{FF2B5EF4-FFF2-40B4-BE49-F238E27FC236}">
                    <a16:creationId xmlns:a16="http://schemas.microsoft.com/office/drawing/2014/main" id="{CE310A6E-B960-E6FA-98C0-60B3547A9152}"/>
                  </a:ext>
                </a:extLst>
              </p14:cNvPr>
              <p14:cNvContentPartPr/>
              <p14:nvPr/>
            </p14:nvContentPartPr>
            <p14:xfrm>
              <a:off x="8883491" y="794553"/>
              <a:ext cx="122760" cy="841320"/>
            </p14:xfrm>
          </p:contentPart>
        </mc:Choice>
        <mc:Fallback xmlns="">
          <p:pic>
            <p:nvPicPr>
              <p:cNvPr id="202" name="잉크 201">
                <a:extLst>
                  <a:ext uri="{FF2B5EF4-FFF2-40B4-BE49-F238E27FC236}">
                    <a16:creationId xmlns:a16="http://schemas.microsoft.com/office/drawing/2014/main" id="{CE310A6E-B960-E6FA-98C0-60B3547A9152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874491" y="785553"/>
                <a:ext cx="14040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03" name="잉크 202">
                <a:extLst>
                  <a:ext uri="{FF2B5EF4-FFF2-40B4-BE49-F238E27FC236}">
                    <a16:creationId xmlns:a16="http://schemas.microsoft.com/office/drawing/2014/main" id="{73957B38-BF96-AD38-65C0-AACB0A937DA3}"/>
                  </a:ext>
                </a:extLst>
              </p14:cNvPr>
              <p14:cNvContentPartPr/>
              <p14:nvPr/>
            </p14:nvContentPartPr>
            <p14:xfrm>
              <a:off x="9061691" y="1235553"/>
              <a:ext cx="108720" cy="360"/>
            </p14:xfrm>
          </p:contentPart>
        </mc:Choice>
        <mc:Fallback xmlns="">
          <p:pic>
            <p:nvPicPr>
              <p:cNvPr id="203" name="잉크 202">
                <a:extLst>
                  <a:ext uri="{FF2B5EF4-FFF2-40B4-BE49-F238E27FC236}">
                    <a16:creationId xmlns:a16="http://schemas.microsoft.com/office/drawing/2014/main" id="{73957B38-BF96-AD38-65C0-AACB0A937DA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053051" y="1226553"/>
                <a:ext cx="12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204" name="잉크 203">
                <a:extLst>
                  <a:ext uri="{FF2B5EF4-FFF2-40B4-BE49-F238E27FC236}">
                    <a16:creationId xmlns:a16="http://schemas.microsoft.com/office/drawing/2014/main" id="{9AADCE2E-2251-A74A-4586-616D783B514F}"/>
                  </a:ext>
                </a:extLst>
              </p14:cNvPr>
              <p14:cNvContentPartPr/>
              <p14:nvPr/>
            </p14:nvContentPartPr>
            <p14:xfrm>
              <a:off x="9061691" y="1235553"/>
              <a:ext cx="38880" cy="428760"/>
            </p14:xfrm>
          </p:contentPart>
        </mc:Choice>
        <mc:Fallback xmlns="">
          <p:pic>
            <p:nvPicPr>
              <p:cNvPr id="204" name="잉크 203">
                <a:extLst>
                  <a:ext uri="{FF2B5EF4-FFF2-40B4-BE49-F238E27FC236}">
                    <a16:creationId xmlns:a16="http://schemas.microsoft.com/office/drawing/2014/main" id="{9AADCE2E-2251-A74A-4586-616D783B514F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9053051" y="1226553"/>
                <a:ext cx="5652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05" name="잉크 204">
                <a:extLst>
                  <a:ext uri="{FF2B5EF4-FFF2-40B4-BE49-F238E27FC236}">
                    <a16:creationId xmlns:a16="http://schemas.microsoft.com/office/drawing/2014/main" id="{21ACE305-8390-64E1-2E6A-06D40F1A0EB0}"/>
                  </a:ext>
                </a:extLst>
              </p14:cNvPr>
              <p14:cNvContentPartPr/>
              <p14:nvPr/>
            </p14:nvContentPartPr>
            <p14:xfrm>
              <a:off x="9205331" y="1274793"/>
              <a:ext cx="239400" cy="498960"/>
            </p14:xfrm>
          </p:contentPart>
        </mc:Choice>
        <mc:Fallback xmlns="">
          <p:pic>
            <p:nvPicPr>
              <p:cNvPr id="205" name="잉크 204">
                <a:extLst>
                  <a:ext uri="{FF2B5EF4-FFF2-40B4-BE49-F238E27FC236}">
                    <a16:creationId xmlns:a16="http://schemas.microsoft.com/office/drawing/2014/main" id="{21ACE305-8390-64E1-2E6A-06D40F1A0EB0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9196691" y="1265793"/>
                <a:ext cx="25704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06" name="잉크 205">
                <a:extLst>
                  <a:ext uri="{FF2B5EF4-FFF2-40B4-BE49-F238E27FC236}">
                    <a16:creationId xmlns:a16="http://schemas.microsoft.com/office/drawing/2014/main" id="{72CC3585-294B-42A5-461F-90085451EFEE}"/>
                  </a:ext>
                </a:extLst>
              </p14:cNvPr>
              <p14:cNvContentPartPr/>
              <p14:nvPr/>
            </p14:nvContentPartPr>
            <p14:xfrm>
              <a:off x="9741011" y="1635513"/>
              <a:ext cx="63360" cy="50760"/>
            </p14:xfrm>
          </p:contentPart>
        </mc:Choice>
        <mc:Fallback xmlns="">
          <p:pic>
            <p:nvPicPr>
              <p:cNvPr id="206" name="잉크 205">
                <a:extLst>
                  <a:ext uri="{FF2B5EF4-FFF2-40B4-BE49-F238E27FC236}">
                    <a16:creationId xmlns:a16="http://schemas.microsoft.com/office/drawing/2014/main" id="{72CC3585-294B-42A5-461F-90085451EFEE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9732011" y="1626513"/>
                <a:ext cx="810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07" name="잉크 206">
                <a:extLst>
                  <a:ext uri="{FF2B5EF4-FFF2-40B4-BE49-F238E27FC236}">
                    <a16:creationId xmlns:a16="http://schemas.microsoft.com/office/drawing/2014/main" id="{CEDFA290-15B3-A898-EA44-49FD7C047CBC}"/>
                  </a:ext>
                </a:extLst>
              </p14:cNvPr>
              <p14:cNvContentPartPr/>
              <p14:nvPr/>
            </p14:nvContentPartPr>
            <p14:xfrm>
              <a:off x="7402811" y="1736313"/>
              <a:ext cx="2443320" cy="214560"/>
            </p14:xfrm>
          </p:contentPart>
        </mc:Choice>
        <mc:Fallback xmlns="">
          <p:pic>
            <p:nvPicPr>
              <p:cNvPr id="207" name="잉크 206">
                <a:extLst>
                  <a:ext uri="{FF2B5EF4-FFF2-40B4-BE49-F238E27FC236}">
                    <a16:creationId xmlns:a16="http://schemas.microsoft.com/office/drawing/2014/main" id="{CEDFA290-15B3-A898-EA44-49FD7C047CBC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394171" y="1727313"/>
                <a:ext cx="24609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414" name="잉크 413">
                <a:extLst>
                  <a:ext uri="{FF2B5EF4-FFF2-40B4-BE49-F238E27FC236}">
                    <a16:creationId xmlns:a16="http://schemas.microsoft.com/office/drawing/2014/main" id="{9728587C-1E4D-227E-27ED-1DDE54836C3E}"/>
                  </a:ext>
                </a:extLst>
              </p14:cNvPr>
              <p14:cNvContentPartPr/>
              <p14:nvPr/>
            </p14:nvContentPartPr>
            <p14:xfrm>
              <a:off x="13937171" y="8700153"/>
              <a:ext cx="4549680" cy="5490720"/>
            </p14:xfrm>
          </p:contentPart>
        </mc:Choice>
        <mc:Fallback xmlns="">
          <p:pic>
            <p:nvPicPr>
              <p:cNvPr id="414" name="잉크 413">
                <a:extLst>
                  <a:ext uri="{FF2B5EF4-FFF2-40B4-BE49-F238E27FC236}">
                    <a16:creationId xmlns:a16="http://schemas.microsoft.com/office/drawing/2014/main" id="{9728587C-1E4D-227E-27ED-1DDE54836C3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3928171" y="8691513"/>
                <a:ext cx="4567320" cy="55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415" name="잉크 414">
                <a:extLst>
                  <a:ext uri="{FF2B5EF4-FFF2-40B4-BE49-F238E27FC236}">
                    <a16:creationId xmlns:a16="http://schemas.microsoft.com/office/drawing/2014/main" id="{094B499D-84D9-C890-655E-AE217FB6BD7F}"/>
                  </a:ext>
                </a:extLst>
              </p14:cNvPr>
              <p14:cNvContentPartPr/>
              <p14:nvPr/>
            </p14:nvContentPartPr>
            <p14:xfrm>
              <a:off x="18060611" y="13802073"/>
              <a:ext cx="441000" cy="536040"/>
            </p14:xfrm>
          </p:contentPart>
        </mc:Choice>
        <mc:Fallback xmlns="">
          <p:pic>
            <p:nvPicPr>
              <p:cNvPr id="415" name="잉크 414">
                <a:extLst>
                  <a:ext uri="{FF2B5EF4-FFF2-40B4-BE49-F238E27FC236}">
                    <a16:creationId xmlns:a16="http://schemas.microsoft.com/office/drawing/2014/main" id="{094B499D-84D9-C890-655E-AE217FB6BD7F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8051611" y="13793433"/>
                <a:ext cx="45864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421" name="잉크 420">
                <a:extLst>
                  <a:ext uri="{FF2B5EF4-FFF2-40B4-BE49-F238E27FC236}">
                    <a16:creationId xmlns:a16="http://schemas.microsoft.com/office/drawing/2014/main" id="{874183C5-7C2F-4004-D276-DE89059346AE}"/>
                  </a:ext>
                </a:extLst>
              </p14:cNvPr>
              <p14:cNvContentPartPr/>
              <p14:nvPr/>
            </p14:nvContentPartPr>
            <p14:xfrm>
              <a:off x="19628051" y="14203473"/>
              <a:ext cx="343440" cy="226440"/>
            </p14:xfrm>
          </p:contentPart>
        </mc:Choice>
        <mc:Fallback xmlns="">
          <p:pic>
            <p:nvPicPr>
              <p:cNvPr id="421" name="잉크 420">
                <a:extLst>
                  <a:ext uri="{FF2B5EF4-FFF2-40B4-BE49-F238E27FC236}">
                    <a16:creationId xmlns:a16="http://schemas.microsoft.com/office/drawing/2014/main" id="{874183C5-7C2F-4004-D276-DE89059346AE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9619051" y="14194473"/>
                <a:ext cx="361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422" name="잉크 421">
                <a:extLst>
                  <a:ext uri="{FF2B5EF4-FFF2-40B4-BE49-F238E27FC236}">
                    <a16:creationId xmlns:a16="http://schemas.microsoft.com/office/drawing/2014/main" id="{A9D6DFB3-8778-813E-AE35-09874BB04C67}"/>
                  </a:ext>
                </a:extLst>
              </p14:cNvPr>
              <p14:cNvContentPartPr/>
              <p14:nvPr/>
            </p14:nvContentPartPr>
            <p14:xfrm>
              <a:off x="19459571" y="14010513"/>
              <a:ext cx="757800" cy="668160"/>
            </p14:xfrm>
          </p:contentPart>
        </mc:Choice>
        <mc:Fallback xmlns="">
          <p:pic>
            <p:nvPicPr>
              <p:cNvPr id="422" name="잉크 421">
                <a:extLst>
                  <a:ext uri="{FF2B5EF4-FFF2-40B4-BE49-F238E27FC236}">
                    <a16:creationId xmlns:a16="http://schemas.microsoft.com/office/drawing/2014/main" id="{A9D6DFB3-8778-813E-AE35-09874BB04C6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9450571" y="14001873"/>
                <a:ext cx="77544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423" name="잉크 422">
                <a:extLst>
                  <a:ext uri="{FF2B5EF4-FFF2-40B4-BE49-F238E27FC236}">
                    <a16:creationId xmlns:a16="http://schemas.microsoft.com/office/drawing/2014/main" id="{507CFCB3-644A-0FB0-B3B2-922F032B31CE}"/>
                  </a:ext>
                </a:extLst>
              </p14:cNvPr>
              <p14:cNvContentPartPr/>
              <p14:nvPr/>
            </p14:nvContentPartPr>
            <p14:xfrm>
              <a:off x="20285771" y="14565273"/>
              <a:ext cx="360" cy="360"/>
            </p14:xfrm>
          </p:contentPart>
        </mc:Choice>
        <mc:Fallback xmlns="">
          <p:pic>
            <p:nvPicPr>
              <p:cNvPr id="423" name="잉크 422">
                <a:extLst>
                  <a:ext uri="{FF2B5EF4-FFF2-40B4-BE49-F238E27FC236}">
                    <a16:creationId xmlns:a16="http://schemas.microsoft.com/office/drawing/2014/main" id="{507CFCB3-644A-0FB0-B3B2-922F032B31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277131" y="1455627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848C89D2-B698-AD0C-04A8-7EE979170E7E}"/>
              </a:ext>
            </a:extLst>
          </p:cNvPr>
          <p:cNvGrpSpPr/>
          <p:nvPr/>
        </p:nvGrpSpPr>
        <p:grpSpPr>
          <a:xfrm>
            <a:off x="18805451" y="9399633"/>
            <a:ext cx="4210560" cy="4410000"/>
            <a:chOff x="18805451" y="9399633"/>
            <a:chExt cx="4210560" cy="441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B9E15FF6-2751-3D4F-57A4-032C2EC4D5ED}"/>
                    </a:ext>
                  </a:extLst>
                </p14:cNvPr>
                <p14:cNvContentPartPr/>
                <p14:nvPr/>
              </p14:nvContentPartPr>
              <p14:xfrm>
                <a:off x="18847571" y="11393313"/>
                <a:ext cx="416880" cy="3816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B9E15FF6-2751-3D4F-57A4-032C2EC4D5E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8838571" y="11384673"/>
                  <a:ext cx="434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1E0F493F-94EA-6855-36EF-E1F354434A43}"/>
                    </a:ext>
                  </a:extLst>
                </p14:cNvPr>
                <p14:cNvContentPartPr/>
                <p14:nvPr/>
              </p14:nvContentPartPr>
              <p14:xfrm>
                <a:off x="18805451" y="11692473"/>
                <a:ext cx="430920" cy="2556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1E0F493F-94EA-6855-36EF-E1F354434A4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796811" y="11683833"/>
                  <a:ext cx="448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4695BD23-CCAC-EA3E-9503-727BC041F66D}"/>
                    </a:ext>
                  </a:extLst>
                </p14:cNvPr>
                <p14:cNvContentPartPr/>
                <p14:nvPr/>
              </p14:nvContentPartPr>
              <p14:xfrm>
                <a:off x="20123411" y="11327073"/>
                <a:ext cx="498600" cy="45396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4695BD23-CCAC-EA3E-9503-727BC041F6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114411" y="11318433"/>
                  <a:ext cx="5162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32951377-DF30-2563-1803-51BA79B09C12}"/>
                    </a:ext>
                  </a:extLst>
                </p14:cNvPr>
                <p14:cNvContentPartPr/>
                <p14:nvPr/>
              </p14:nvContentPartPr>
              <p14:xfrm>
                <a:off x="20439851" y="11327073"/>
                <a:ext cx="360" cy="36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32951377-DF30-2563-1803-51BA79B09C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431211" y="11318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68D367E0-78B7-81C1-ABC5-E94C93FBACC8}"/>
                    </a:ext>
                  </a:extLst>
                </p14:cNvPr>
                <p14:cNvContentPartPr/>
                <p14:nvPr/>
              </p14:nvContentPartPr>
              <p14:xfrm>
                <a:off x="20373251" y="11327073"/>
                <a:ext cx="66960" cy="97380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68D367E0-78B7-81C1-ABC5-E94C93FBAC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364611" y="11318433"/>
                  <a:ext cx="8460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0976C72-A54C-5E11-26DF-4C9FBA5F4FF9}"/>
                    </a:ext>
                  </a:extLst>
                </p14:cNvPr>
                <p14:cNvContentPartPr/>
                <p14:nvPr/>
              </p14:nvContentPartPr>
              <p14:xfrm>
                <a:off x="20870411" y="11150673"/>
                <a:ext cx="192960" cy="22068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0976C72-A54C-5E11-26DF-4C9FBA5F4FF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0861411" y="11142033"/>
                  <a:ext cx="210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C77FCB6B-E0B9-49AD-CC78-6E86F8F95E69}"/>
                    </a:ext>
                  </a:extLst>
                </p14:cNvPr>
                <p14:cNvContentPartPr/>
                <p14:nvPr/>
              </p14:nvContentPartPr>
              <p14:xfrm>
                <a:off x="21073091" y="11153913"/>
                <a:ext cx="246240" cy="11217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C77FCB6B-E0B9-49AD-CC78-6E86F8F95E6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1064451" y="11145273"/>
                  <a:ext cx="263880" cy="11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E08934B4-7FC3-AC18-208F-C9F433002AE1}"/>
                    </a:ext>
                  </a:extLst>
                </p14:cNvPr>
                <p14:cNvContentPartPr/>
                <p14:nvPr/>
              </p14:nvContentPartPr>
              <p14:xfrm>
                <a:off x="21807851" y="11865273"/>
                <a:ext cx="266760" cy="23328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E08934B4-7FC3-AC18-208F-C9F433002AE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1799211" y="11856273"/>
                  <a:ext cx="284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7E467E06-95CC-E2F7-E7E4-888EAD2577B9}"/>
                    </a:ext>
                  </a:extLst>
                </p14:cNvPr>
                <p14:cNvContentPartPr/>
                <p14:nvPr/>
              </p14:nvContentPartPr>
              <p14:xfrm>
                <a:off x="21945011" y="10690953"/>
                <a:ext cx="52920" cy="142416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7E467E06-95CC-E2F7-E7E4-888EAD2577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1936011" y="10681953"/>
                  <a:ext cx="70560" cy="14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077AA7BB-CD3F-0260-192D-C2407B1F878E}"/>
                    </a:ext>
                  </a:extLst>
                </p14:cNvPr>
                <p14:cNvContentPartPr/>
                <p14:nvPr/>
              </p14:nvContentPartPr>
              <p14:xfrm>
                <a:off x="22200251" y="12032673"/>
                <a:ext cx="360" cy="36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077AA7BB-CD3F-0260-192D-C2407B1F87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91611" y="12024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A10E8690-072E-2605-EFDB-365D8E51BC3A}"/>
                    </a:ext>
                  </a:extLst>
                </p14:cNvPr>
                <p14:cNvContentPartPr/>
                <p14:nvPr/>
              </p14:nvContentPartPr>
              <p14:xfrm>
                <a:off x="20069051" y="12515073"/>
                <a:ext cx="1897200" cy="44820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A10E8690-072E-2605-EFDB-365D8E51BC3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060051" y="12506433"/>
                  <a:ext cx="19148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F6C5DEA9-C632-C22F-86AD-D8410919FDED}"/>
                    </a:ext>
                  </a:extLst>
                </p14:cNvPr>
                <p14:cNvContentPartPr/>
                <p14:nvPr/>
              </p14:nvContentPartPr>
              <p14:xfrm>
                <a:off x="22039331" y="12697233"/>
                <a:ext cx="87840" cy="8208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F6C5DEA9-C632-C22F-86AD-D8410919FDE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2030691" y="12688593"/>
                  <a:ext cx="105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AAC8B552-E9F5-2963-8AFB-BE186F13D49B}"/>
                    </a:ext>
                  </a:extLst>
                </p14:cNvPr>
                <p14:cNvContentPartPr/>
                <p14:nvPr/>
              </p14:nvContentPartPr>
              <p14:xfrm>
                <a:off x="19834331" y="10986873"/>
                <a:ext cx="3047040" cy="2101320"/>
              </p14:xfrm>
            </p:contentPart>
          </mc:Choice>
          <mc:Fallback xmlns=""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AAC8B552-E9F5-2963-8AFB-BE186F13D49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825331" y="10977873"/>
                  <a:ext cx="3064680" cy="21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38A3AA68-ECE5-AA8F-25C0-EBFA37EDACF1}"/>
                    </a:ext>
                  </a:extLst>
                </p14:cNvPr>
                <p14:cNvContentPartPr/>
                <p14:nvPr/>
              </p14:nvContentPartPr>
              <p14:xfrm>
                <a:off x="22893251" y="12426513"/>
                <a:ext cx="122760" cy="6948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38A3AA68-ECE5-AA8F-25C0-EBFA37EDACF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2884611" y="12417513"/>
                  <a:ext cx="140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A3427C42-6B5B-2CB1-C2E0-BC86A5A98184}"/>
                    </a:ext>
                  </a:extLst>
                </p14:cNvPr>
                <p14:cNvContentPartPr/>
                <p14:nvPr/>
              </p14:nvContentPartPr>
              <p14:xfrm>
                <a:off x="19116851" y="9549753"/>
                <a:ext cx="298080" cy="546480"/>
              </p14:xfrm>
            </p:contentPart>
          </mc:Choice>
          <mc:Fallback xmlns=""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A3427C42-6B5B-2CB1-C2E0-BC86A5A981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9107851" y="9541113"/>
                  <a:ext cx="3157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BBAA27A7-75AD-3050-08DD-187924049CE9}"/>
                    </a:ext>
                  </a:extLst>
                </p14:cNvPr>
                <p14:cNvContentPartPr/>
                <p14:nvPr/>
              </p14:nvContentPartPr>
              <p14:xfrm>
                <a:off x="19264091" y="9585393"/>
                <a:ext cx="360" cy="36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BBAA27A7-75AD-3050-08DD-187924049C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255091" y="95763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2B5C88BD-2AE3-C529-E795-0AF7A27EC562}"/>
                    </a:ext>
                  </a:extLst>
                </p14:cNvPr>
                <p14:cNvContentPartPr/>
                <p14:nvPr/>
              </p14:nvContentPartPr>
              <p14:xfrm>
                <a:off x="19264091" y="9585393"/>
                <a:ext cx="473040" cy="641160"/>
              </p14:xfrm>
            </p:contentPart>
          </mc:Choice>
          <mc:Fallback xmlns=""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2B5C88BD-2AE3-C529-E795-0AF7A27EC56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255091" y="9576393"/>
                  <a:ext cx="49068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EC2A63E2-9371-533C-C543-802F25E644E0}"/>
                    </a:ext>
                  </a:extLst>
                </p14:cNvPr>
                <p14:cNvContentPartPr/>
                <p14:nvPr/>
              </p14:nvContentPartPr>
              <p14:xfrm>
                <a:off x="19718771" y="9698793"/>
                <a:ext cx="301320" cy="72720"/>
              </p14:xfrm>
            </p:contentPart>
          </mc:Choice>
          <mc:Fallback xmlns=""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EC2A63E2-9371-533C-C543-802F25E644E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9710131" y="9689793"/>
                  <a:ext cx="318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664E4521-EF13-FE3E-E380-3EE1548B86E6}"/>
                    </a:ext>
                  </a:extLst>
                </p14:cNvPr>
                <p14:cNvContentPartPr/>
                <p14:nvPr/>
              </p14:nvContentPartPr>
              <p14:xfrm>
                <a:off x="19809851" y="9415473"/>
                <a:ext cx="140400" cy="76932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664E4521-EF13-FE3E-E380-3EE1548B86E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9801211" y="9406473"/>
                  <a:ext cx="1580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C1E67B11-9811-2F84-C679-E9C6712E785F}"/>
                    </a:ext>
                  </a:extLst>
                </p14:cNvPr>
                <p14:cNvContentPartPr/>
                <p14:nvPr/>
              </p14:nvContentPartPr>
              <p14:xfrm>
                <a:off x="20271731" y="9726873"/>
                <a:ext cx="207720" cy="101628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C1E67B11-9811-2F84-C679-E9C6712E785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0263091" y="9718233"/>
                  <a:ext cx="22536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B15B89C0-8856-87E3-3B50-32580C4920F3}"/>
                    </a:ext>
                  </a:extLst>
                </p14:cNvPr>
                <p14:cNvContentPartPr/>
                <p14:nvPr/>
              </p14:nvContentPartPr>
              <p14:xfrm>
                <a:off x="20509691" y="9761793"/>
                <a:ext cx="273600" cy="44496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B15B89C0-8856-87E3-3B50-32580C4920F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0500691" y="9752793"/>
                  <a:ext cx="2912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8B1BA3FB-E0A7-9608-2054-9D565E548514}"/>
                    </a:ext>
                  </a:extLst>
                </p14:cNvPr>
                <p14:cNvContentPartPr/>
                <p14:nvPr/>
              </p14:nvContentPartPr>
              <p14:xfrm>
                <a:off x="21006851" y="9765033"/>
                <a:ext cx="248760" cy="1620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8B1BA3FB-E0A7-9608-2054-9D565E54851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0998211" y="9756033"/>
                  <a:ext cx="26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C7BFB070-6F10-751F-35E8-B0C9D7FE57AA}"/>
                    </a:ext>
                  </a:extLst>
                </p14:cNvPr>
                <p14:cNvContentPartPr/>
                <p14:nvPr/>
              </p14:nvContentPartPr>
              <p14:xfrm>
                <a:off x="21003251" y="9399633"/>
                <a:ext cx="192960" cy="90000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C7BFB070-6F10-751F-35E8-B0C9D7FE57A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0994611" y="9390633"/>
                  <a:ext cx="21060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417" name="잉크 416">
                  <a:extLst>
                    <a:ext uri="{FF2B5EF4-FFF2-40B4-BE49-F238E27FC236}">
                      <a16:creationId xmlns:a16="http://schemas.microsoft.com/office/drawing/2014/main" id="{FCA00B36-8F91-9352-27F7-1BDE210BB76F}"/>
                    </a:ext>
                  </a:extLst>
                </p14:cNvPr>
                <p14:cNvContentPartPr/>
                <p14:nvPr/>
              </p14:nvContentPartPr>
              <p14:xfrm>
                <a:off x="19603571" y="13368273"/>
                <a:ext cx="95400" cy="287280"/>
              </p14:xfrm>
            </p:contentPart>
          </mc:Choice>
          <mc:Fallback xmlns="">
            <p:pic>
              <p:nvPicPr>
                <p:cNvPr id="417" name="잉크 416">
                  <a:extLst>
                    <a:ext uri="{FF2B5EF4-FFF2-40B4-BE49-F238E27FC236}">
                      <a16:creationId xmlns:a16="http://schemas.microsoft.com/office/drawing/2014/main" id="{FCA00B36-8F91-9352-27F7-1BDE210BB76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9594571" y="13359273"/>
                  <a:ext cx="113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418" name="잉크 417">
                  <a:extLst>
                    <a:ext uri="{FF2B5EF4-FFF2-40B4-BE49-F238E27FC236}">
                      <a16:creationId xmlns:a16="http://schemas.microsoft.com/office/drawing/2014/main" id="{E2F07AF7-9A60-DAF0-CEDC-174209E9ECD8}"/>
                    </a:ext>
                  </a:extLst>
                </p14:cNvPr>
                <p14:cNvContentPartPr/>
                <p14:nvPr/>
              </p14:nvContentPartPr>
              <p14:xfrm>
                <a:off x="19351211" y="13241913"/>
                <a:ext cx="574560" cy="551880"/>
              </p14:xfrm>
            </p:contentPart>
          </mc:Choice>
          <mc:Fallback xmlns="">
            <p:pic>
              <p:nvPicPr>
                <p:cNvPr id="418" name="잉크 417">
                  <a:extLst>
                    <a:ext uri="{FF2B5EF4-FFF2-40B4-BE49-F238E27FC236}">
                      <a16:creationId xmlns:a16="http://schemas.microsoft.com/office/drawing/2014/main" id="{E2F07AF7-9A60-DAF0-CEDC-174209E9ECD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9342571" y="13232913"/>
                  <a:ext cx="59220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419" name="잉크 418">
                  <a:extLst>
                    <a:ext uri="{FF2B5EF4-FFF2-40B4-BE49-F238E27FC236}">
                      <a16:creationId xmlns:a16="http://schemas.microsoft.com/office/drawing/2014/main" id="{18A0EBF0-734A-9BE9-AF65-21048D108D22}"/>
                    </a:ext>
                  </a:extLst>
                </p14:cNvPr>
                <p14:cNvContentPartPr/>
                <p14:nvPr/>
              </p14:nvContentPartPr>
              <p14:xfrm>
                <a:off x="19992011" y="13809273"/>
                <a:ext cx="360" cy="360"/>
              </p14:xfrm>
            </p:contentPart>
          </mc:Choice>
          <mc:Fallback xmlns="">
            <p:pic>
              <p:nvPicPr>
                <p:cNvPr id="419" name="잉크 418">
                  <a:extLst>
                    <a:ext uri="{FF2B5EF4-FFF2-40B4-BE49-F238E27FC236}">
                      <a16:creationId xmlns:a16="http://schemas.microsoft.com/office/drawing/2014/main" id="{18A0EBF0-734A-9BE9-AF65-21048D108D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983011" y="13800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425" name="잉크 424">
                  <a:extLst>
                    <a:ext uri="{FF2B5EF4-FFF2-40B4-BE49-F238E27FC236}">
                      <a16:creationId xmlns:a16="http://schemas.microsoft.com/office/drawing/2014/main" id="{28249359-C7B4-7EFE-B825-FE9FEEA06123}"/>
                    </a:ext>
                  </a:extLst>
                </p14:cNvPr>
                <p14:cNvContentPartPr/>
                <p14:nvPr/>
              </p14:nvContentPartPr>
              <p14:xfrm>
                <a:off x="20367131" y="13259193"/>
                <a:ext cx="280800" cy="402480"/>
              </p14:xfrm>
            </p:contentPart>
          </mc:Choice>
          <mc:Fallback xmlns="">
            <p:pic>
              <p:nvPicPr>
                <p:cNvPr id="425" name="잉크 424">
                  <a:extLst>
                    <a:ext uri="{FF2B5EF4-FFF2-40B4-BE49-F238E27FC236}">
                      <a16:creationId xmlns:a16="http://schemas.microsoft.com/office/drawing/2014/main" id="{28249359-C7B4-7EFE-B825-FE9FEEA0612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0358131" y="13250193"/>
                  <a:ext cx="2984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426" name="잉크 425">
                  <a:extLst>
                    <a:ext uri="{FF2B5EF4-FFF2-40B4-BE49-F238E27FC236}">
                      <a16:creationId xmlns:a16="http://schemas.microsoft.com/office/drawing/2014/main" id="{D0ED1A1F-DFB3-B377-D639-631439BB700D}"/>
                    </a:ext>
                  </a:extLst>
                </p14:cNvPr>
                <p14:cNvContentPartPr/>
                <p14:nvPr/>
              </p14:nvContentPartPr>
              <p14:xfrm>
                <a:off x="20726051" y="13336233"/>
                <a:ext cx="200520" cy="256320"/>
              </p14:xfrm>
            </p:contentPart>
          </mc:Choice>
          <mc:Fallback xmlns="">
            <p:pic>
              <p:nvPicPr>
                <p:cNvPr id="426" name="잉크 425">
                  <a:extLst>
                    <a:ext uri="{FF2B5EF4-FFF2-40B4-BE49-F238E27FC236}">
                      <a16:creationId xmlns:a16="http://schemas.microsoft.com/office/drawing/2014/main" id="{D0ED1A1F-DFB3-B377-D639-631439BB700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717411" y="13327233"/>
                  <a:ext cx="218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F86218D1-A982-6C73-DD12-0FB661101EF2}"/>
                    </a:ext>
                  </a:extLst>
                </p14:cNvPr>
                <p14:cNvContentPartPr/>
                <p14:nvPr/>
              </p14:nvContentPartPr>
              <p14:xfrm>
                <a:off x="20733971" y="13465833"/>
                <a:ext cx="360" cy="360"/>
              </p14:xfrm>
            </p:contentPart>
          </mc:Choice>
          <mc:Fallback xmlns=""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F86218D1-A982-6C73-DD12-0FB661101E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724971" y="134571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428" name="잉크 427">
                  <a:extLst>
                    <a:ext uri="{FF2B5EF4-FFF2-40B4-BE49-F238E27FC236}">
                      <a16:creationId xmlns:a16="http://schemas.microsoft.com/office/drawing/2014/main" id="{E708F473-1CB3-6D84-F264-CE84F10F9B12}"/>
                    </a:ext>
                  </a:extLst>
                </p14:cNvPr>
                <p14:cNvContentPartPr/>
                <p14:nvPr/>
              </p14:nvContentPartPr>
              <p14:xfrm>
                <a:off x="20733971" y="13424793"/>
                <a:ext cx="570960" cy="41400"/>
              </p14:xfrm>
            </p:contentPart>
          </mc:Choice>
          <mc:Fallback xmlns="">
            <p:pic>
              <p:nvPicPr>
                <p:cNvPr id="428" name="잉크 427">
                  <a:extLst>
                    <a:ext uri="{FF2B5EF4-FFF2-40B4-BE49-F238E27FC236}">
                      <a16:creationId xmlns:a16="http://schemas.microsoft.com/office/drawing/2014/main" id="{E708F473-1CB3-6D84-F264-CE84F10F9B1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0724971" y="13416153"/>
                  <a:ext cx="588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429" name="잉크 428">
                  <a:extLst>
                    <a:ext uri="{FF2B5EF4-FFF2-40B4-BE49-F238E27FC236}">
                      <a16:creationId xmlns:a16="http://schemas.microsoft.com/office/drawing/2014/main" id="{9224A8AB-2830-23F0-783C-F023F53C4FC3}"/>
                    </a:ext>
                  </a:extLst>
                </p14:cNvPr>
                <p14:cNvContentPartPr/>
                <p14:nvPr/>
              </p14:nvContentPartPr>
              <p14:xfrm>
                <a:off x="21076691" y="13374393"/>
                <a:ext cx="84600" cy="302760"/>
              </p14:xfrm>
            </p:contentPart>
          </mc:Choice>
          <mc:Fallback xmlns="">
            <p:pic>
              <p:nvPicPr>
                <p:cNvPr id="429" name="잉크 428">
                  <a:extLst>
                    <a:ext uri="{FF2B5EF4-FFF2-40B4-BE49-F238E27FC236}">
                      <a16:creationId xmlns:a16="http://schemas.microsoft.com/office/drawing/2014/main" id="{9224A8AB-2830-23F0-783C-F023F53C4FC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1068051" y="13365753"/>
                  <a:ext cx="102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E3B4A209-4847-FF4B-C819-2F12AE423C2A}"/>
                    </a:ext>
                  </a:extLst>
                </p14:cNvPr>
                <p14:cNvContentPartPr/>
                <p14:nvPr/>
              </p14:nvContentPartPr>
              <p14:xfrm>
                <a:off x="21241211" y="13432353"/>
                <a:ext cx="237960" cy="200880"/>
              </p14:xfrm>
            </p:contentPart>
          </mc:Choice>
          <mc:Fallback xmlns=""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E3B4A209-4847-FF4B-C819-2F12AE423C2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1232571" y="13423353"/>
                  <a:ext cx="255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2B102FC8-ABA7-D9BF-5ED1-8C1E1B3045D6}"/>
                    </a:ext>
                  </a:extLst>
                </p14:cNvPr>
                <p14:cNvContentPartPr/>
                <p14:nvPr/>
              </p14:nvContentPartPr>
              <p14:xfrm>
                <a:off x="21524891" y="13333713"/>
                <a:ext cx="221040" cy="338040"/>
              </p14:xfrm>
            </p:contentPart>
          </mc:Choice>
          <mc:Fallback xmlns=""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2B102FC8-ABA7-D9BF-5ED1-8C1E1B3045D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1515891" y="13324713"/>
                  <a:ext cx="238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432" name="잉크 431">
                  <a:extLst>
                    <a:ext uri="{FF2B5EF4-FFF2-40B4-BE49-F238E27FC236}">
                      <a16:creationId xmlns:a16="http://schemas.microsoft.com/office/drawing/2014/main" id="{8380D00A-90F3-0ADD-CFFA-B80C031DA1A3}"/>
                    </a:ext>
                  </a:extLst>
                </p14:cNvPr>
                <p14:cNvContentPartPr/>
                <p14:nvPr/>
              </p14:nvContentPartPr>
              <p14:xfrm>
                <a:off x="21738371" y="13333713"/>
                <a:ext cx="360" cy="360"/>
              </p14:xfrm>
            </p:contentPart>
          </mc:Choice>
          <mc:Fallback xmlns="">
            <p:pic>
              <p:nvPicPr>
                <p:cNvPr id="432" name="잉크 431">
                  <a:extLst>
                    <a:ext uri="{FF2B5EF4-FFF2-40B4-BE49-F238E27FC236}">
                      <a16:creationId xmlns:a16="http://schemas.microsoft.com/office/drawing/2014/main" id="{8380D00A-90F3-0ADD-CFFA-B80C031DA1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729371" y="13324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433" name="잉크 432">
                  <a:extLst>
                    <a:ext uri="{FF2B5EF4-FFF2-40B4-BE49-F238E27FC236}">
                      <a16:creationId xmlns:a16="http://schemas.microsoft.com/office/drawing/2014/main" id="{15BEC38B-267A-6165-FB78-1CCF1C78903F}"/>
                    </a:ext>
                  </a:extLst>
                </p14:cNvPr>
                <p14:cNvContentPartPr/>
                <p14:nvPr/>
              </p14:nvContentPartPr>
              <p14:xfrm>
                <a:off x="21699851" y="13333713"/>
                <a:ext cx="136800" cy="192600"/>
              </p14:xfrm>
            </p:contentPart>
          </mc:Choice>
          <mc:Fallback xmlns="">
            <p:pic>
              <p:nvPicPr>
                <p:cNvPr id="433" name="잉크 432">
                  <a:extLst>
                    <a:ext uri="{FF2B5EF4-FFF2-40B4-BE49-F238E27FC236}">
                      <a16:creationId xmlns:a16="http://schemas.microsoft.com/office/drawing/2014/main" id="{15BEC38B-267A-6165-FB78-1CCF1C78903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1691211" y="13324713"/>
                  <a:ext cx="154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34" name="잉크 433">
                  <a:extLst>
                    <a:ext uri="{FF2B5EF4-FFF2-40B4-BE49-F238E27FC236}">
                      <a16:creationId xmlns:a16="http://schemas.microsoft.com/office/drawing/2014/main" id="{E0F5F4DE-32BD-609B-7FA5-EBE38413B480}"/>
                    </a:ext>
                  </a:extLst>
                </p14:cNvPr>
                <p14:cNvContentPartPr/>
                <p14:nvPr/>
              </p14:nvContentPartPr>
              <p14:xfrm>
                <a:off x="21850331" y="13339833"/>
                <a:ext cx="301320" cy="79200"/>
              </p14:xfrm>
            </p:contentPart>
          </mc:Choice>
          <mc:Fallback xmlns="">
            <p:pic>
              <p:nvPicPr>
                <p:cNvPr id="434" name="잉크 433">
                  <a:extLst>
                    <a:ext uri="{FF2B5EF4-FFF2-40B4-BE49-F238E27FC236}">
                      <a16:creationId xmlns:a16="http://schemas.microsoft.com/office/drawing/2014/main" id="{E0F5F4DE-32BD-609B-7FA5-EBE38413B4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1841691" y="13331193"/>
                  <a:ext cx="318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435" name="잉크 434">
                  <a:extLst>
                    <a:ext uri="{FF2B5EF4-FFF2-40B4-BE49-F238E27FC236}">
                      <a16:creationId xmlns:a16="http://schemas.microsoft.com/office/drawing/2014/main" id="{93757B99-D464-6A87-63CE-497FBA6218C1}"/>
                    </a:ext>
                  </a:extLst>
                </p14:cNvPr>
                <p14:cNvContentPartPr/>
                <p14:nvPr/>
              </p14:nvContentPartPr>
              <p14:xfrm>
                <a:off x="22000811" y="13166673"/>
                <a:ext cx="203400" cy="470520"/>
              </p14:xfrm>
            </p:contentPart>
          </mc:Choice>
          <mc:Fallback xmlns="">
            <p:pic>
              <p:nvPicPr>
                <p:cNvPr id="435" name="잉크 434">
                  <a:extLst>
                    <a:ext uri="{FF2B5EF4-FFF2-40B4-BE49-F238E27FC236}">
                      <a16:creationId xmlns:a16="http://schemas.microsoft.com/office/drawing/2014/main" id="{93757B99-D464-6A87-63CE-497FBA6218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992171" y="13157673"/>
                  <a:ext cx="22104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436" name="잉크 435">
                  <a:extLst>
                    <a:ext uri="{FF2B5EF4-FFF2-40B4-BE49-F238E27FC236}">
                      <a16:creationId xmlns:a16="http://schemas.microsoft.com/office/drawing/2014/main" id="{B11E9893-9B76-ACAB-7EBE-CC9DD9BE488C}"/>
                    </a:ext>
                  </a:extLst>
                </p14:cNvPr>
                <p14:cNvContentPartPr/>
                <p14:nvPr/>
              </p14:nvContentPartPr>
              <p14:xfrm>
                <a:off x="22290611" y="13393473"/>
                <a:ext cx="158040" cy="184320"/>
              </p14:xfrm>
            </p:contentPart>
          </mc:Choice>
          <mc:Fallback xmlns="">
            <p:pic>
              <p:nvPicPr>
                <p:cNvPr id="436" name="잉크 435">
                  <a:extLst>
                    <a:ext uri="{FF2B5EF4-FFF2-40B4-BE49-F238E27FC236}">
                      <a16:creationId xmlns:a16="http://schemas.microsoft.com/office/drawing/2014/main" id="{B11E9893-9B76-ACAB-7EBE-CC9DD9BE488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2281971" y="13384473"/>
                  <a:ext cx="17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437" name="잉크 436">
                  <a:extLst>
                    <a:ext uri="{FF2B5EF4-FFF2-40B4-BE49-F238E27FC236}">
                      <a16:creationId xmlns:a16="http://schemas.microsoft.com/office/drawing/2014/main" id="{8FF8D555-9F6E-9E98-ADDA-B93D22C00949}"/>
                    </a:ext>
                  </a:extLst>
                </p14:cNvPr>
                <p14:cNvContentPartPr/>
                <p14:nvPr/>
              </p14:nvContentPartPr>
              <p14:xfrm>
                <a:off x="22476731" y="12927273"/>
                <a:ext cx="203760" cy="596520"/>
              </p14:xfrm>
            </p:contentPart>
          </mc:Choice>
          <mc:Fallback xmlns="">
            <p:pic>
              <p:nvPicPr>
                <p:cNvPr id="437" name="잉크 436">
                  <a:extLst>
                    <a:ext uri="{FF2B5EF4-FFF2-40B4-BE49-F238E27FC236}">
                      <a16:creationId xmlns:a16="http://schemas.microsoft.com/office/drawing/2014/main" id="{8FF8D555-9F6E-9E98-ADDA-B93D22C0094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2468091" y="12918273"/>
                  <a:ext cx="22140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438" name="잉크 437">
                  <a:extLst>
                    <a:ext uri="{FF2B5EF4-FFF2-40B4-BE49-F238E27FC236}">
                      <a16:creationId xmlns:a16="http://schemas.microsoft.com/office/drawing/2014/main" id="{0415CCD7-5D99-2B42-0FAF-6C1130FD0260}"/>
                    </a:ext>
                  </a:extLst>
                </p14:cNvPr>
                <p14:cNvContentPartPr/>
                <p14:nvPr/>
              </p14:nvContentPartPr>
              <p14:xfrm>
                <a:off x="22763651" y="13024833"/>
                <a:ext cx="45720" cy="25560"/>
              </p14:xfrm>
            </p:contentPart>
          </mc:Choice>
          <mc:Fallback xmlns="">
            <p:pic>
              <p:nvPicPr>
                <p:cNvPr id="438" name="잉크 437">
                  <a:extLst>
                    <a:ext uri="{FF2B5EF4-FFF2-40B4-BE49-F238E27FC236}">
                      <a16:creationId xmlns:a16="http://schemas.microsoft.com/office/drawing/2014/main" id="{0415CCD7-5D99-2B42-0FAF-6C1130FD02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755011" y="13016193"/>
                  <a:ext cx="63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439" name="잉크 438">
                  <a:extLst>
                    <a:ext uri="{FF2B5EF4-FFF2-40B4-BE49-F238E27FC236}">
                      <a16:creationId xmlns:a16="http://schemas.microsoft.com/office/drawing/2014/main" id="{0B7B9F61-C1B5-EA08-90AB-50BDD8D6222E}"/>
                    </a:ext>
                  </a:extLst>
                </p14:cNvPr>
                <p14:cNvContentPartPr/>
                <p14:nvPr/>
              </p14:nvContentPartPr>
              <p14:xfrm>
                <a:off x="22798931" y="13377633"/>
                <a:ext cx="35280" cy="211320"/>
              </p14:xfrm>
            </p:contentPart>
          </mc:Choice>
          <mc:Fallback xmlns="">
            <p:pic>
              <p:nvPicPr>
                <p:cNvPr id="439" name="잉크 438">
                  <a:extLst>
                    <a:ext uri="{FF2B5EF4-FFF2-40B4-BE49-F238E27FC236}">
                      <a16:creationId xmlns:a16="http://schemas.microsoft.com/office/drawing/2014/main" id="{0B7B9F61-C1B5-EA08-90AB-50BDD8D6222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789931" y="13368993"/>
                  <a:ext cx="5292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480" name="잉크 479">
                <a:extLst>
                  <a:ext uri="{FF2B5EF4-FFF2-40B4-BE49-F238E27FC236}">
                    <a16:creationId xmlns:a16="http://schemas.microsoft.com/office/drawing/2014/main" id="{1E0B4CD9-9567-4B9B-A085-D8BAD0FCD5A8}"/>
                  </a:ext>
                </a:extLst>
              </p14:cNvPr>
              <p14:cNvContentPartPr/>
              <p14:nvPr/>
            </p14:nvContentPartPr>
            <p14:xfrm>
              <a:off x="12897491" y="19626513"/>
              <a:ext cx="389880" cy="612000"/>
            </p14:xfrm>
          </p:contentPart>
        </mc:Choice>
        <mc:Fallback xmlns="">
          <p:pic>
            <p:nvPicPr>
              <p:cNvPr id="480" name="잉크 479">
                <a:extLst>
                  <a:ext uri="{FF2B5EF4-FFF2-40B4-BE49-F238E27FC236}">
                    <a16:creationId xmlns:a16="http://schemas.microsoft.com/office/drawing/2014/main" id="{1E0B4CD9-9567-4B9B-A085-D8BAD0FCD5A8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2888491" y="19617513"/>
                <a:ext cx="40752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481" name="잉크 480">
                <a:extLst>
                  <a:ext uri="{FF2B5EF4-FFF2-40B4-BE49-F238E27FC236}">
                    <a16:creationId xmlns:a16="http://schemas.microsoft.com/office/drawing/2014/main" id="{42535D74-B459-D09D-7619-171AF0062242}"/>
                  </a:ext>
                </a:extLst>
              </p14:cNvPr>
              <p14:cNvContentPartPr/>
              <p14:nvPr/>
            </p14:nvContentPartPr>
            <p14:xfrm>
              <a:off x="13034291" y="19209993"/>
              <a:ext cx="511200" cy="1152000"/>
            </p14:xfrm>
          </p:contentPart>
        </mc:Choice>
        <mc:Fallback xmlns="">
          <p:pic>
            <p:nvPicPr>
              <p:cNvPr id="481" name="잉크 480">
                <a:extLst>
                  <a:ext uri="{FF2B5EF4-FFF2-40B4-BE49-F238E27FC236}">
                    <a16:creationId xmlns:a16="http://schemas.microsoft.com/office/drawing/2014/main" id="{42535D74-B459-D09D-7619-171AF0062242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3025291" y="19200993"/>
                <a:ext cx="528840" cy="11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482" name="잉크 481">
                <a:extLst>
                  <a:ext uri="{FF2B5EF4-FFF2-40B4-BE49-F238E27FC236}">
                    <a16:creationId xmlns:a16="http://schemas.microsoft.com/office/drawing/2014/main" id="{966EB2D6-08C8-762A-E73E-05EDDF89300D}"/>
                  </a:ext>
                </a:extLst>
              </p14:cNvPr>
              <p14:cNvContentPartPr/>
              <p14:nvPr/>
            </p14:nvContentPartPr>
            <p14:xfrm>
              <a:off x="13478531" y="19648833"/>
              <a:ext cx="301320" cy="532800"/>
            </p14:xfrm>
          </p:contentPart>
        </mc:Choice>
        <mc:Fallback xmlns="">
          <p:pic>
            <p:nvPicPr>
              <p:cNvPr id="482" name="잉크 481">
                <a:extLst>
                  <a:ext uri="{FF2B5EF4-FFF2-40B4-BE49-F238E27FC236}">
                    <a16:creationId xmlns:a16="http://schemas.microsoft.com/office/drawing/2014/main" id="{966EB2D6-08C8-762A-E73E-05EDDF89300D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3469891" y="19640193"/>
                <a:ext cx="31896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483" name="잉크 482">
                <a:extLst>
                  <a:ext uri="{FF2B5EF4-FFF2-40B4-BE49-F238E27FC236}">
                    <a16:creationId xmlns:a16="http://schemas.microsoft.com/office/drawing/2014/main" id="{9CF45B99-711C-33C6-9106-A1755810D92F}"/>
                  </a:ext>
                </a:extLst>
              </p14:cNvPr>
              <p14:cNvContentPartPr/>
              <p14:nvPr/>
            </p14:nvContentPartPr>
            <p14:xfrm>
              <a:off x="13751771" y="19837833"/>
              <a:ext cx="94680" cy="182880"/>
            </p14:xfrm>
          </p:contentPart>
        </mc:Choice>
        <mc:Fallback xmlns="">
          <p:pic>
            <p:nvPicPr>
              <p:cNvPr id="483" name="잉크 482">
                <a:extLst>
                  <a:ext uri="{FF2B5EF4-FFF2-40B4-BE49-F238E27FC236}">
                    <a16:creationId xmlns:a16="http://schemas.microsoft.com/office/drawing/2014/main" id="{9CF45B99-711C-33C6-9106-A1755810D92F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3742771" y="19829193"/>
                <a:ext cx="1123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484" name="잉크 483">
                <a:extLst>
                  <a:ext uri="{FF2B5EF4-FFF2-40B4-BE49-F238E27FC236}">
                    <a16:creationId xmlns:a16="http://schemas.microsoft.com/office/drawing/2014/main" id="{44E83AE3-BF9B-1942-B1B9-DE78D70AC9CB}"/>
                  </a:ext>
                </a:extLst>
              </p14:cNvPr>
              <p14:cNvContentPartPr/>
              <p14:nvPr/>
            </p14:nvContentPartPr>
            <p14:xfrm>
              <a:off x="13765811" y="19724433"/>
              <a:ext cx="287280" cy="359280"/>
            </p14:xfrm>
          </p:contentPart>
        </mc:Choice>
        <mc:Fallback xmlns="">
          <p:pic>
            <p:nvPicPr>
              <p:cNvPr id="484" name="잉크 483">
                <a:extLst>
                  <a:ext uri="{FF2B5EF4-FFF2-40B4-BE49-F238E27FC236}">
                    <a16:creationId xmlns:a16="http://schemas.microsoft.com/office/drawing/2014/main" id="{44E83AE3-BF9B-1942-B1B9-DE78D70AC9CB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3756811" y="19715793"/>
                <a:ext cx="3049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485" name="잉크 484">
                <a:extLst>
                  <a:ext uri="{FF2B5EF4-FFF2-40B4-BE49-F238E27FC236}">
                    <a16:creationId xmlns:a16="http://schemas.microsoft.com/office/drawing/2014/main" id="{1A3D9336-8A54-755F-D8F0-097A8C661F73}"/>
                  </a:ext>
                </a:extLst>
              </p14:cNvPr>
              <p14:cNvContentPartPr/>
              <p14:nvPr/>
            </p14:nvContentPartPr>
            <p14:xfrm>
              <a:off x="13996571" y="19828473"/>
              <a:ext cx="91440" cy="312120"/>
            </p14:xfrm>
          </p:contentPart>
        </mc:Choice>
        <mc:Fallback xmlns="">
          <p:pic>
            <p:nvPicPr>
              <p:cNvPr id="485" name="잉크 484">
                <a:extLst>
                  <a:ext uri="{FF2B5EF4-FFF2-40B4-BE49-F238E27FC236}">
                    <a16:creationId xmlns:a16="http://schemas.microsoft.com/office/drawing/2014/main" id="{1A3D9336-8A54-755F-D8F0-097A8C661F73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3987931" y="19819473"/>
                <a:ext cx="10908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486" name="잉크 485">
                <a:extLst>
                  <a:ext uri="{FF2B5EF4-FFF2-40B4-BE49-F238E27FC236}">
                    <a16:creationId xmlns:a16="http://schemas.microsoft.com/office/drawing/2014/main" id="{BD23B3DF-B8ED-4264-F9BF-F20E50D0BA75}"/>
                  </a:ext>
                </a:extLst>
              </p14:cNvPr>
              <p14:cNvContentPartPr/>
              <p14:nvPr/>
            </p14:nvContentPartPr>
            <p14:xfrm>
              <a:off x="14199611" y="19576473"/>
              <a:ext cx="192960" cy="627480"/>
            </p14:xfrm>
          </p:contentPart>
        </mc:Choice>
        <mc:Fallback xmlns="">
          <p:pic>
            <p:nvPicPr>
              <p:cNvPr id="486" name="잉크 485">
                <a:extLst>
                  <a:ext uri="{FF2B5EF4-FFF2-40B4-BE49-F238E27FC236}">
                    <a16:creationId xmlns:a16="http://schemas.microsoft.com/office/drawing/2014/main" id="{BD23B3DF-B8ED-4264-F9BF-F20E50D0BA75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4190971" y="19567473"/>
                <a:ext cx="21060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487" name="잉크 486">
                <a:extLst>
                  <a:ext uri="{FF2B5EF4-FFF2-40B4-BE49-F238E27FC236}">
                    <a16:creationId xmlns:a16="http://schemas.microsoft.com/office/drawing/2014/main" id="{67C1388F-84AB-AF5F-FFAA-2EEC79E10C24}"/>
                  </a:ext>
                </a:extLst>
              </p14:cNvPr>
              <p14:cNvContentPartPr/>
              <p14:nvPr/>
            </p14:nvContentPartPr>
            <p14:xfrm>
              <a:off x="14332811" y="19453713"/>
              <a:ext cx="45720" cy="863280"/>
            </p14:xfrm>
          </p:contentPart>
        </mc:Choice>
        <mc:Fallback xmlns="">
          <p:pic>
            <p:nvPicPr>
              <p:cNvPr id="487" name="잉크 486">
                <a:extLst>
                  <a:ext uri="{FF2B5EF4-FFF2-40B4-BE49-F238E27FC236}">
                    <a16:creationId xmlns:a16="http://schemas.microsoft.com/office/drawing/2014/main" id="{67C1388F-84AB-AF5F-FFAA-2EEC79E10C24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4323811" y="19444713"/>
                <a:ext cx="63360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488" name="잉크 487">
                <a:extLst>
                  <a:ext uri="{FF2B5EF4-FFF2-40B4-BE49-F238E27FC236}">
                    <a16:creationId xmlns:a16="http://schemas.microsoft.com/office/drawing/2014/main" id="{58A2E707-BE61-68C5-9969-E9EA28A91D38}"/>
                  </a:ext>
                </a:extLst>
              </p14:cNvPr>
              <p14:cNvContentPartPr/>
              <p14:nvPr/>
            </p14:nvContentPartPr>
            <p14:xfrm>
              <a:off x="14518211" y="19815513"/>
              <a:ext cx="330120" cy="394560"/>
            </p14:xfrm>
          </p:contentPart>
        </mc:Choice>
        <mc:Fallback xmlns="">
          <p:pic>
            <p:nvPicPr>
              <p:cNvPr id="488" name="잉크 487">
                <a:extLst>
                  <a:ext uri="{FF2B5EF4-FFF2-40B4-BE49-F238E27FC236}">
                    <a16:creationId xmlns:a16="http://schemas.microsoft.com/office/drawing/2014/main" id="{58A2E707-BE61-68C5-9969-E9EA28A91D38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4509211" y="19806513"/>
                <a:ext cx="3477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489" name="잉크 488">
                <a:extLst>
                  <a:ext uri="{FF2B5EF4-FFF2-40B4-BE49-F238E27FC236}">
                    <a16:creationId xmlns:a16="http://schemas.microsoft.com/office/drawing/2014/main" id="{6485DB06-275F-2146-CE08-9B6888497115}"/>
                  </a:ext>
                </a:extLst>
              </p14:cNvPr>
              <p14:cNvContentPartPr/>
              <p14:nvPr/>
            </p14:nvContentPartPr>
            <p14:xfrm>
              <a:off x="14591651" y="20032953"/>
              <a:ext cx="343440" cy="22320"/>
            </p14:xfrm>
          </p:contentPart>
        </mc:Choice>
        <mc:Fallback xmlns="">
          <p:pic>
            <p:nvPicPr>
              <p:cNvPr id="489" name="잉크 488">
                <a:extLst>
                  <a:ext uri="{FF2B5EF4-FFF2-40B4-BE49-F238E27FC236}">
                    <a16:creationId xmlns:a16="http://schemas.microsoft.com/office/drawing/2014/main" id="{6485DB06-275F-2146-CE08-9B6888497115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4582651" y="20024313"/>
                <a:ext cx="3610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6" name="그룹 595">
            <a:extLst>
              <a:ext uri="{FF2B5EF4-FFF2-40B4-BE49-F238E27FC236}">
                <a16:creationId xmlns:a16="http://schemas.microsoft.com/office/drawing/2014/main" id="{6FA1D30E-807A-3039-B8B0-1863115D445C}"/>
              </a:ext>
            </a:extLst>
          </p:cNvPr>
          <p:cNvGrpSpPr/>
          <p:nvPr/>
        </p:nvGrpSpPr>
        <p:grpSpPr>
          <a:xfrm>
            <a:off x="15228491" y="15053433"/>
            <a:ext cx="9582840" cy="6643800"/>
            <a:chOff x="15228491" y="15053433"/>
            <a:chExt cx="9582840" cy="66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494" name="잉크 493">
                  <a:extLst>
                    <a:ext uri="{FF2B5EF4-FFF2-40B4-BE49-F238E27FC236}">
                      <a16:creationId xmlns:a16="http://schemas.microsoft.com/office/drawing/2014/main" id="{8EB798ED-4ED0-3DAF-73F6-F6FBCAEB9459}"/>
                    </a:ext>
                  </a:extLst>
                </p14:cNvPr>
                <p14:cNvContentPartPr/>
                <p14:nvPr/>
              </p14:nvContentPartPr>
              <p14:xfrm>
                <a:off x="15235691" y="19878873"/>
                <a:ext cx="816120" cy="113760"/>
              </p14:xfrm>
            </p:contentPart>
          </mc:Choice>
          <mc:Fallback xmlns="">
            <p:pic>
              <p:nvPicPr>
                <p:cNvPr id="494" name="잉크 493">
                  <a:extLst>
                    <a:ext uri="{FF2B5EF4-FFF2-40B4-BE49-F238E27FC236}">
                      <a16:creationId xmlns:a16="http://schemas.microsoft.com/office/drawing/2014/main" id="{8EB798ED-4ED0-3DAF-73F6-F6FBCAEB945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5226691" y="19869873"/>
                  <a:ext cx="833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495" name="잉크 494">
                  <a:extLst>
                    <a:ext uri="{FF2B5EF4-FFF2-40B4-BE49-F238E27FC236}">
                      <a16:creationId xmlns:a16="http://schemas.microsoft.com/office/drawing/2014/main" id="{1A7E61EB-CE4B-F85D-1D6F-25F0D0D75D81}"/>
                    </a:ext>
                  </a:extLst>
                </p14:cNvPr>
                <p14:cNvContentPartPr/>
                <p14:nvPr/>
              </p14:nvContentPartPr>
              <p14:xfrm>
                <a:off x="15897011" y="19648833"/>
                <a:ext cx="213840" cy="441360"/>
              </p14:xfrm>
            </p:contentPart>
          </mc:Choice>
          <mc:Fallback xmlns="">
            <p:pic>
              <p:nvPicPr>
                <p:cNvPr id="495" name="잉크 494">
                  <a:extLst>
                    <a:ext uri="{FF2B5EF4-FFF2-40B4-BE49-F238E27FC236}">
                      <a16:creationId xmlns:a16="http://schemas.microsoft.com/office/drawing/2014/main" id="{1A7E61EB-CE4B-F85D-1D6F-25F0D0D75D8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5888371" y="19640193"/>
                  <a:ext cx="2314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497" name="잉크 496">
                  <a:extLst>
                    <a:ext uri="{FF2B5EF4-FFF2-40B4-BE49-F238E27FC236}">
                      <a16:creationId xmlns:a16="http://schemas.microsoft.com/office/drawing/2014/main" id="{F41C6415-E02A-24EF-2C7C-E29A08E202FB}"/>
                    </a:ext>
                  </a:extLst>
                </p14:cNvPr>
                <p14:cNvContentPartPr/>
                <p14:nvPr/>
              </p14:nvContentPartPr>
              <p14:xfrm>
                <a:off x="16618091" y="19393593"/>
                <a:ext cx="73800" cy="759600"/>
              </p14:xfrm>
            </p:contentPart>
          </mc:Choice>
          <mc:Fallback xmlns="">
            <p:pic>
              <p:nvPicPr>
                <p:cNvPr id="497" name="잉크 496">
                  <a:extLst>
                    <a:ext uri="{FF2B5EF4-FFF2-40B4-BE49-F238E27FC236}">
                      <a16:creationId xmlns:a16="http://schemas.microsoft.com/office/drawing/2014/main" id="{F41C6415-E02A-24EF-2C7C-E29A08E202F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6609091" y="19384953"/>
                  <a:ext cx="9144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498" name="잉크 497">
                  <a:extLst>
                    <a:ext uri="{FF2B5EF4-FFF2-40B4-BE49-F238E27FC236}">
                      <a16:creationId xmlns:a16="http://schemas.microsoft.com/office/drawing/2014/main" id="{D830A163-B173-1ACC-CBCC-332ADA43938F}"/>
                    </a:ext>
                  </a:extLst>
                </p14:cNvPr>
                <p14:cNvContentPartPr/>
                <p14:nvPr/>
              </p14:nvContentPartPr>
              <p14:xfrm>
                <a:off x="16705571" y="19544793"/>
                <a:ext cx="280440" cy="47520"/>
              </p14:xfrm>
            </p:contentPart>
          </mc:Choice>
          <mc:Fallback xmlns="">
            <p:pic>
              <p:nvPicPr>
                <p:cNvPr id="498" name="잉크 497">
                  <a:extLst>
                    <a:ext uri="{FF2B5EF4-FFF2-40B4-BE49-F238E27FC236}">
                      <a16:creationId xmlns:a16="http://schemas.microsoft.com/office/drawing/2014/main" id="{D830A163-B173-1ACC-CBCC-332ADA4393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6696571" y="19536153"/>
                  <a:ext cx="298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499" name="잉크 498">
                  <a:extLst>
                    <a:ext uri="{FF2B5EF4-FFF2-40B4-BE49-F238E27FC236}">
                      <a16:creationId xmlns:a16="http://schemas.microsoft.com/office/drawing/2014/main" id="{15C6E6AB-FCA6-A298-DBA7-EB4DD4596E91}"/>
                    </a:ext>
                  </a:extLst>
                </p14:cNvPr>
                <p14:cNvContentPartPr/>
                <p14:nvPr/>
              </p14:nvContentPartPr>
              <p14:xfrm>
                <a:off x="16649411" y="19790673"/>
                <a:ext cx="297720" cy="69480"/>
              </p14:xfrm>
            </p:contentPart>
          </mc:Choice>
          <mc:Fallback xmlns="">
            <p:pic>
              <p:nvPicPr>
                <p:cNvPr id="499" name="잉크 498">
                  <a:extLst>
                    <a:ext uri="{FF2B5EF4-FFF2-40B4-BE49-F238E27FC236}">
                      <a16:creationId xmlns:a16="http://schemas.microsoft.com/office/drawing/2014/main" id="{15C6E6AB-FCA6-A298-DBA7-EB4DD4596E9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40771" y="19781673"/>
                  <a:ext cx="315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500" name="잉크 499">
                  <a:extLst>
                    <a:ext uri="{FF2B5EF4-FFF2-40B4-BE49-F238E27FC236}">
                      <a16:creationId xmlns:a16="http://schemas.microsoft.com/office/drawing/2014/main" id="{62C913FD-1369-6971-A660-CE9C3B3A585A}"/>
                    </a:ext>
                  </a:extLst>
                </p14:cNvPr>
                <p14:cNvContentPartPr/>
                <p14:nvPr/>
              </p14:nvContentPartPr>
              <p14:xfrm>
                <a:off x="16901411" y="19516713"/>
                <a:ext cx="171720" cy="602280"/>
              </p14:xfrm>
            </p:contentPart>
          </mc:Choice>
          <mc:Fallback xmlns="">
            <p:pic>
              <p:nvPicPr>
                <p:cNvPr id="500" name="잉크 499">
                  <a:extLst>
                    <a:ext uri="{FF2B5EF4-FFF2-40B4-BE49-F238E27FC236}">
                      <a16:creationId xmlns:a16="http://schemas.microsoft.com/office/drawing/2014/main" id="{62C913FD-1369-6971-A660-CE9C3B3A585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892771" y="19507713"/>
                  <a:ext cx="1893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501" name="잉크 500">
                  <a:extLst>
                    <a:ext uri="{FF2B5EF4-FFF2-40B4-BE49-F238E27FC236}">
                      <a16:creationId xmlns:a16="http://schemas.microsoft.com/office/drawing/2014/main" id="{2AC92316-788B-2327-F93C-CBE5BB0A5A68}"/>
                    </a:ext>
                  </a:extLst>
                </p14:cNvPr>
                <p14:cNvContentPartPr/>
                <p14:nvPr/>
              </p14:nvContentPartPr>
              <p14:xfrm>
                <a:off x="17059091" y="19614273"/>
                <a:ext cx="325800" cy="470160"/>
              </p14:xfrm>
            </p:contentPart>
          </mc:Choice>
          <mc:Fallback xmlns="">
            <p:pic>
              <p:nvPicPr>
                <p:cNvPr id="501" name="잉크 500">
                  <a:extLst>
                    <a:ext uri="{FF2B5EF4-FFF2-40B4-BE49-F238E27FC236}">
                      <a16:creationId xmlns:a16="http://schemas.microsoft.com/office/drawing/2014/main" id="{2AC92316-788B-2327-F93C-CBE5BB0A5A6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7050091" y="19605273"/>
                  <a:ext cx="3434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502" name="잉크 501">
                  <a:extLst>
                    <a:ext uri="{FF2B5EF4-FFF2-40B4-BE49-F238E27FC236}">
                      <a16:creationId xmlns:a16="http://schemas.microsoft.com/office/drawing/2014/main" id="{D7167C52-8ED3-FD83-1AAF-CA5EA47EAE2E}"/>
                    </a:ext>
                  </a:extLst>
                </p14:cNvPr>
                <p14:cNvContentPartPr/>
                <p14:nvPr/>
              </p14:nvContentPartPr>
              <p14:xfrm>
                <a:off x="17437091" y="19488273"/>
                <a:ext cx="287280" cy="567720"/>
              </p14:xfrm>
            </p:contentPart>
          </mc:Choice>
          <mc:Fallback xmlns="">
            <p:pic>
              <p:nvPicPr>
                <p:cNvPr id="502" name="잉크 501">
                  <a:extLst>
                    <a:ext uri="{FF2B5EF4-FFF2-40B4-BE49-F238E27FC236}">
                      <a16:creationId xmlns:a16="http://schemas.microsoft.com/office/drawing/2014/main" id="{D7167C52-8ED3-FD83-1AAF-CA5EA47EAE2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428091" y="19479273"/>
                  <a:ext cx="30492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504" name="잉크 503">
                  <a:extLst>
                    <a:ext uri="{FF2B5EF4-FFF2-40B4-BE49-F238E27FC236}">
                      <a16:creationId xmlns:a16="http://schemas.microsoft.com/office/drawing/2014/main" id="{7D17ECB9-8C0A-AFAE-FB3F-24CDA423FA23}"/>
                    </a:ext>
                  </a:extLst>
                </p14:cNvPr>
                <p14:cNvContentPartPr/>
                <p14:nvPr/>
              </p14:nvContentPartPr>
              <p14:xfrm>
                <a:off x="18228011" y="19522833"/>
                <a:ext cx="294480" cy="483120"/>
              </p14:xfrm>
            </p:contentPart>
          </mc:Choice>
          <mc:Fallback xmlns="">
            <p:pic>
              <p:nvPicPr>
                <p:cNvPr id="504" name="잉크 503">
                  <a:extLst>
                    <a:ext uri="{FF2B5EF4-FFF2-40B4-BE49-F238E27FC236}">
                      <a16:creationId xmlns:a16="http://schemas.microsoft.com/office/drawing/2014/main" id="{7D17ECB9-8C0A-AFAE-FB3F-24CDA423FA2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219011" y="19514193"/>
                  <a:ext cx="31212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505" name="잉크 504">
                  <a:extLst>
                    <a:ext uri="{FF2B5EF4-FFF2-40B4-BE49-F238E27FC236}">
                      <a16:creationId xmlns:a16="http://schemas.microsoft.com/office/drawing/2014/main" id="{3C43084F-4570-7A06-BE1F-E975751FD064}"/>
                    </a:ext>
                  </a:extLst>
                </p14:cNvPr>
                <p14:cNvContentPartPr/>
                <p14:nvPr/>
              </p14:nvContentPartPr>
              <p14:xfrm>
                <a:off x="18546611" y="19752513"/>
                <a:ext cx="171720" cy="240480"/>
              </p14:xfrm>
            </p:contentPart>
          </mc:Choice>
          <mc:Fallback xmlns="">
            <p:pic>
              <p:nvPicPr>
                <p:cNvPr id="505" name="잉크 504">
                  <a:extLst>
                    <a:ext uri="{FF2B5EF4-FFF2-40B4-BE49-F238E27FC236}">
                      <a16:creationId xmlns:a16="http://schemas.microsoft.com/office/drawing/2014/main" id="{3C43084F-4570-7A06-BE1F-E975751FD06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537611" y="19743513"/>
                  <a:ext cx="18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506" name="잉크 505">
                  <a:extLst>
                    <a:ext uri="{FF2B5EF4-FFF2-40B4-BE49-F238E27FC236}">
                      <a16:creationId xmlns:a16="http://schemas.microsoft.com/office/drawing/2014/main" id="{94AFBE17-2638-0BAD-9C4E-534C635CC455}"/>
                    </a:ext>
                  </a:extLst>
                </p14:cNvPr>
                <p14:cNvContentPartPr/>
                <p14:nvPr/>
              </p14:nvContentPartPr>
              <p14:xfrm>
                <a:off x="18557051" y="19859793"/>
                <a:ext cx="360" cy="360"/>
              </p14:xfrm>
            </p:contentPart>
          </mc:Choice>
          <mc:Fallback xmlns="">
            <p:pic>
              <p:nvPicPr>
                <p:cNvPr id="506" name="잉크 505">
                  <a:extLst>
                    <a:ext uri="{FF2B5EF4-FFF2-40B4-BE49-F238E27FC236}">
                      <a16:creationId xmlns:a16="http://schemas.microsoft.com/office/drawing/2014/main" id="{94AFBE17-2638-0BAD-9C4E-534C635CC4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548051" y="19851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507" name="잉크 506">
                  <a:extLst>
                    <a:ext uri="{FF2B5EF4-FFF2-40B4-BE49-F238E27FC236}">
                      <a16:creationId xmlns:a16="http://schemas.microsoft.com/office/drawing/2014/main" id="{015E8A76-48BF-DDA7-4B61-92054AFA8CF6}"/>
                    </a:ext>
                  </a:extLst>
                </p14:cNvPr>
                <p14:cNvContentPartPr/>
                <p14:nvPr/>
              </p14:nvContentPartPr>
              <p14:xfrm>
                <a:off x="18557051" y="19655313"/>
                <a:ext cx="350640" cy="444600"/>
              </p14:xfrm>
            </p:contentPart>
          </mc:Choice>
          <mc:Fallback xmlns="">
            <p:pic>
              <p:nvPicPr>
                <p:cNvPr id="507" name="잉크 506">
                  <a:extLst>
                    <a:ext uri="{FF2B5EF4-FFF2-40B4-BE49-F238E27FC236}">
                      <a16:creationId xmlns:a16="http://schemas.microsoft.com/office/drawing/2014/main" id="{015E8A76-48BF-DDA7-4B61-92054AFA8CF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8548051" y="19646313"/>
                  <a:ext cx="3682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508" name="잉크 507">
                  <a:extLst>
                    <a:ext uri="{FF2B5EF4-FFF2-40B4-BE49-F238E27FC236}">
                      <a16:creationId xmlns:a16="http://schemas.microsoft.com/office/drawing/2014/main" id="{72CB20F6-AED8-A5EF-8A18-DF60C736BEF6}"/>
                    </a:ext>
                  </a:extLst>
                </p14:cNvPr>
                <p14:cNvContentPartPr/>
                <p14:nvPr/>
              </p14:nvContentPartPr>
              <p14:xfrm>
                <a:off x="18952331" y="19752873"/>
                <a:ext cx="364320" cy="97920"/>
              </p14:xfrm>
            </p:contentPart>
          </mc:Choice>
          <mc:Fallback xmlns="">
            <p:pic>
              <p:nvPicPr>
                <p:cNvPr id="508" name="잉크 507">
                  <a:extLst>
                    <a:ext uri="{FF2B5EF4-FFF2-40B4-BE49-F238E27FC236}">
                      <a16:creationId xmlns:a16="http://schemas.microsoft.com/office/drawing/2014/main" id="{72CB20F6-AED8-A5EF-8A18-DF60C736BEF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8943691" y="19743873"/>
                  <a:ext cx="381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509" name="잉크 508">
                  <a:extLst>
                    <a:ext uri="{FF2B5EF4-FFF2-40B4-BE49-F238E27FC236}">
                      <a16:creationId xmlns:a16="http://schemas.microsoft.com/office/drawing/2014/main" id="{5C8890DE-0C24-D6CB-B958-5B7BEA9D27CC}"/>
                    </a:ext>
                  </a:extLst>
                </p14:cNvPr>
                <p14:cNvContentPartPr/>
                <p14:nvPr/>
              </p14:nvContentPartPr>
              <p14:xfrm>
                <a:off x="19085531" y="19535433"/>
                <a:ext cx="175320" cy="590400"/>
              </p14:xfrm>
            </p:contentPart>
          </mc:Choice>
          <mc:Fallback xmlns="">
            <p:pic>
              <p:nvPicPr>
                <p:cNvPr id="509" name="잉크 508">
                  <a:extLst>
                    <a:ext uri="{FF2B5EF4-FFF2-40B4-BE49-F238E27FC236}">
                      <a16:creationId xmlns:a16="http://schemas.microsoft.com/office/drawing/2014/main" id="{5C8890DE-0C24-D6CB-B958-5B7BEA9D27C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9076531" y="19526793"/>
                  <a:ext cx="19296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510" name="잉크 509">
                  <a:extLst>
                    <a:ext uri="{FF2B5EF4-FFF2-40B4-BE49-F238E27FC236}">
                      <a16:creationId xmlns:a16="http://schemas.microsoft.com/office/drawing/2014/main" id="{1FE8E798-6122-ABFB-3671-65CFFF94B218}"/>
                    </a:ext>
                  </a:extLst>
                </p14:cNvPr>
                <p14:cNvContentPartPr/>
                <p14:nvPr/>
              </p14:nvContentPartPr>
              <p14:xfrm>
                <a:off x="19396931" y="19724433"/>
                <a:ext cx="217800" cy="353160"/>
              </p14:xfrm>
            </p:contentPart>
          </mc:Choice>
          <mc:Fallback xmlns="">
            <p:pic>
              <p:nvPicPr>
                <p:cNvPr id="510" name="잉크 509">
                  <a:extLst>
                    <a:ext uri="{FF2B5EF4-FFF2-40B4-BE49-F238E27FC236}">
                      <a16:creationId xmlns:a16="http://schemas.microsoft.com/office/drawing/2014/main" id="{1FE8E798-6122-ABFB-3671-65CFFF94B21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9388291" y="19715793"/>
                  <a:ext cx="23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511" name="잉크 510">
                  <a:extLst>
                    <a:ext uri="{FF2B5EF4-FFF2-40B4-BE49-F238E27FC236}">
                      <a16:creationId xmlns:a16="http://schemas.microsoft.com/office/drawing/2014/main" id="{EA140224-8CC4-CC12-345B-F5ADABF4040A}"/>
                    </a:ext>
                  </a:extLst>
                </p14:cNvPr>
                <p14:cNvContentPartPr/>
                <p14:nvPr/>
              </p14:nvContentPartPr>
              <p14:xfrm>
                <a:off x="19778531" y="19768353"/>
                <a:ext cx="101880" cy="316440"/>
              </p14:xfrm>
            </p:contentPart>
          </mc:Choice>
          <mc:Fallback xmlns="">
            <p:pic>
              <p:nvPicPr>
                <p:cNvPr id="511" name="잉크 510">
                  <a:extLst>
                    <a:ext uri="{FF2B5EF4-FFF2-40B4-BE49-F238E27FC236}">
                      <a16:creationId xmlns:a16="http://schemas.microsoft.com/office/drawing/2014/main" id="{EA140224-8CC4-CC12-345B-F5ADABF4040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9769531" y="19759353"/>
                  <a:ext cx="1195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512" name="잉크 511">
                  <a:extLst>
                    <a:ext uri="{FF2B5EF4-FFF2-40B4-BE49-F238E27FC236}">
                      <a16:creationId xmlns:a16="http://schemas.microsoft.com/office/drawing/2014/main" id="{6DF397A7-A28D-4B1A-B04C-DD3F5AF73859}"/>
                    </a:ext>
                  </a:extLst>
                </p14:cNvPr>
                <p14:cNvContentPartPr/>
                <p14:nvPr/>
              </p14:nvContentPartPr>
              <p14:xfrm>
                <a:off x="20006051" y="19346433"/>
                <a:ext cx="15120" cy="690120"/>
              </p14:xfrm>
            </p:contentPart>
          </mc:Choice>
          <mc:Fallback xmlns="">
            <p:pic>
              <p:nvPicPr>
                <p:cNvPr id="512" name="잉크 511">
                  <a:extLst>
                    <a:ext uri="{FF2B5EF4-FFF2-40B4-BE49-F238E27FC236}">
                      <a16:creationId xmlns:a16="http://schemas.microsoft.com/office/drawing/2014/main" id="{6DF397A7-A28D-4B1A-B04C-DD3F5AF7385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9997051" y="19337793"/>
                  <a:ext cx="3276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6B559CDF-B67F-6D7A-6C66-5F43F78022AA}"/>
                    </a:ext>
                  </a:extLst>
                </p14:cNvPr>
                <p14:cNvContentPartPr/>
                <p14:nvPr/>
              </p14:nvContentPartPr>
              <p14:xfrm>
                <a:off x="20110811" y="19346433"/>
                <a:ext cx="21240" cy="772200"/>
              </p14:xfrm>
            </p:contentPart>
          </mc:Choice>
          <mc:Fallback xmlns=""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6B559CDF-B67F-6D7A-6C66-5F43F78022A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0102171" y="19337793"/>
                  <a:ext cx="3888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F6F1262A-3552-5A79-531A-1363A6DC71E5}"/>
                    </a:ext>
                  </a:extLst>
                </p14:cNvPr>
                <p14:cNvContentPartPr/>
                <p14:nvPr/>
              </p14:nvContentPartPr>
              <p14:xfrm>
                <a:off x="20394131" y="19732713"/>
                <a:ext cx="175680" cy="365040"/>
              </p14:xfrm>
            </p:contentPart>
          </mc:Choice>
          <mc:Fallback xmlns=""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F6F1262A-3552-5A79-531A-1363A6DC71E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0385491" y="19723713"/>
                  <a:ext cx="1933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31004D70-1958-2D91-56D7-9464A2E336E5}"/>
                    </a:ext>
                  </a:extLst>
                </p14:cNvPr>
                <p14:cNvContentPartPr/>
                <p14:nvPr/>
              </p14:nvContentPartPr>
              <p14:xfrm>
                <a:off x="20737211" y="19683393"/>
                <a:ext cx="133560" cy="353160"/>
              </p14:xfrm>
            </p:contentPart>
          </mc:Choice>
          <mc:Fallback xmlns=""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31004D70-1958-2D91-56D7-9464A2E336E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0728571" y="19674753"/>
                  <a:ext cx="151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516" name="잉크 515">
                  <a:extLst>
                    <a:ext uri="{FF2B5EF4-FFF2-40B4-BE49-F238E27FC236}">
                      <a16:creationId xmlns:a16="http://schemas.microsoft.com/office/drawing/2014/main" id="{C6776A36-728D-204F-5C8F-AE155DDFBB7F}"/>
                    </a:ext>
                  </a:extLst>
                </p14:cNvPr>
                <p14:cNvContentPartPr/>
                <p14:nvPr/>
              </p14:nvContentPartPr>
              <p14:xfrm>
                <a:off x="21762851" y="19510233"/>
                <a:ext cx="56520" cy="385200"/>
              </p14:xfrm>
            </p:contentPart>
          </mc:Choice>
          <mc:Fallback xmlns="">
            <p:pic>
              <p:nvPicPr>
                <p:cNvPr id="516" name="잉크 515">
                  <a:extLst>
                    <a:ext uri="{FF2B5EF4-FFF2-40B4-BE49-F238E27FC236}">
                      <a16:creationId xmlns:a16="http://schemas.microsoft.com/office/drawing/2014/main" id="{C6776A36-728D-204F-5C8F-AE155DDFBB7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1754211" y="19501593"/>
                  <a:ext cx="741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517" name="잉크 516">
                  <a:extLst>
                    <a:ext uri="{FF2B5EF4-FFF2-40B4-BE49-F238E27FC236}">
                      <a16:creationId xmlns:a16="http://schemas.microsoft.com/office/drawing/2014/main" id="{2A376F06-B72B-DCC1-BDCB-F50042929AFF}"/>
                    </a:ext>
                  </a:extLst>
                </p14:cNvPr>
                <p14:cNvContentPartPr/>
                <p14:nvPr/>
              </p14:nvContentPartPr>
              <p14:xfrm>
                <a:off x="21762851" y="19386033"/>
                <a:ext cx="307080" cy="577080"/>
              </p14:xfrm>
            </p:contentPart>
          </mc:Choice>
          <mc:Fallback xmlns="">
            <p:pic>
              <p:nvPicPr>
                <p:cNvPr id="517" name="잉크 516">
                  <a:extLst>
                    <a:ext uri="{FF2B5EF4-FFF2-40B4-BE49-F238E27FC236}">
                      <a16:creationId xmlns:a16="http://schemas.microsoft.com/office/drawing/2014/main" id="{2A376F06-B72B-DCC1-BDCB-F50042929AF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1754211" y="19377033"/>
                  <a:ext cx="3247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518" name="잉크 517">
                  <a:extLst>
                    <a:ext uri="{FF2B5EF4-FFF2-40B4-BE49-F238E27FC236}">
                      <a16:creationId xmlns:a16="http://schemas.microsoft.com/office/drawing/2014/main" id="{1196BD9D-15B8-8C7D-C257-422DFE713292}"/>
                    </a:ext>
                  </a:extLst>
                </p14:cNvPr>
                <p14:cNvContentPartPr/>
                <p14:nvPr/>
              </p14:nvContentPartPr>
              <p14:xfrm>
                <a:off x="22039331" y="19163913"/>
                <a:ext cx="31680" cy="1062000"/>
              </p14:xfrm>
            </p:contentPart>
          </mc:Choice>
          <mc:Fallback xmlns="">
            <p:pic>
              <p:nvPicPr>
                <p:cNvPr id="518" name="잉크 517">
                  <a:extLst>
                    <a:ext uri="{FF2B5EF4-FFF2-40B4-BE49-F238E27FC236}">
                      <a16:creationId xmlns:a16="http://schemas.microsoft.com/office/drawing/2014/main" id="{1196BD9D-15B8-8C7D-C257-422DFE71329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2030691" y="19154913"/>
                  <a:ext cx="4932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519" name="잉크 518">
                  <a:extLst>
                    <a:ext uri="{FF2B5EF4-FFF2-40B4-BE49-F238E27FC236}">
                      <a16:creationId xmlns:a16="http://schemas.microsoft.com/office/drawing/2014/main" id="{81A7C804-A227-D3FF-CD9C-5FD81AA30988}"/>
                    </a:ext>
                  </a:extLst>
                </p14:cNvPr>
                <p14:cNvContentPartPr/>
                <p14:nvPr/>
              </p14:nvContentPartPr>
              <p14:xfrm>
                <a:off x="22221491" y="19437873"/>
                <a:ext cx="108720" cy="390960"/>
              </p14:xfrm>
            </p:contentPart>
          </mc:Choice>
          <mc:Fallback xmlns="">
            <p:pic>
              <p:nvPicPr>
                <p:cNvPr id="519" name="잉크 518">
                  <a:extLst>
                    <a:ext uri="{FF2B5EF4-FFF2-40B4-BE49-F238E27FC236}">
                      <a16:creationId xmlns:a16="http://schemas.microsoft.com/office/drawing/2014/main" id="{81A7C804-A227-D3FF-CD9C-5FD81AA3098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2212491" y="19428873"/>
                  <a:ext cx="126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520" name="잉크 519">
                  <a:extLst>
                    <a:ext uri="{FF2B5EF4-FFF2-40B4-BE49-F238E27FC236}">
                      <a16:creationId xmlns:a16="http://schemas.microsoft.com/office/drawing/2014/main" id="{C79EC279-3247-DD0C-07C2-2673C6A276C3}"/>
                    </a:ext>
                  </a:extLst>
                </p14:cNvPr>
                <p14:cNvContentPartPr/>
                <p14:nvPr/>
              </p14:nvContentPartPr>
              <p14:xfrm>
                <a:off x="22382411" y="19447233"/>
                <a:ext cx="59760" cy="349920"/>
              </p14:xfrm>
            </p:contentPart>
          </mc:Choice>
          <mc:Fallback xmlns="">
            <p:pic>
              <p:nvPicPr>
                <p:cNvPr id="520" name="잉크 519">
                  <a:extLst>
                    <a:ext uri="{FF2B5EF4-FFF2-40B4-BE49-F238E27FC236}">
                      <a16:creationId xmlns:a16="http://schemas.microsoft.com/office/drawing/2014/main" id="{C79EC279-3247-DD0C-07C2-2673C6A276C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2373411" y="19438593"/>
                  <a:ext cx="774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521" name="잉크 520">
                  <a:extLst>
                    <a:ext uri="{FF2B5EF4-FFF2-40B4-BE49-F238E27FC236}">
                      <a16:creationId xmlns:a16="http://schemas.microsoft.com/office/drawing/2014/main" id="{AC5039D3-703A-75DE-D2AD-007C39278EC3}"/>
                    </a:ext>
                  </a:extLst>
                </p14:cNvPr>
                <p14:cNvContentPartPr/>
                <p14:nvPr/>
              </p14:nvContentPartPr>
              <p14:xfrm>
                <a:off x="22242371" y="19611033"/>
                <a:ext cx="154440" cy="44280"/>
              </p14:xfrm>
            </p:contentPart>
          </mc:Choice>
          <mc:Fallback xmlns="">
            <p:pic>
              <p:nvPicPr>
                <p:cNvPr id="521" name="잉크 520">
                  <a:extLst>
                    <a:ext uri="{FF2B5EF4-FFF2-40B4-BE49-F238E27FC236}">
                      <a16:creationId xmlns:a16="http://schemas.microsoft.com/office/drawing/2014/main" id="{AC5039D3-703A-75DE-D2AD-007C39278EC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2233371" y="19602393"/>
                  <a:ext cx="172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522" name="잉크 521">
                  <a:extLst>
                    <a:ext uri="{FF2B5EF4-FFF2-40B4-BE49-F238E27FC236}">
                      <a16:creationId xmlns:a16="http://schemas.microsoft.com/office/drawing/2014/main" id="{C7A69B91-8405-67E0-22D5-AA111997372E}"/>
                    </a:ext>
                  </a:extLst>
                </p14:cNvPr>
                <p14:cNvContentPartPr/>
                <p14:nvPr/>
              </p14:nvContentPartPr>
              <p14:xfrm>
                <a:off x="22165331" y="19844313"/>
                <a:ext cx="224280" cy="252360"/>
              </p14:xfrm>
            </p:contentPart>
          </mc:Choice>
          <mc:Fallback xmlns="">
            <p:pic>
              <p:nvPicPr>
                <p:cNvPr id="522" name="잉크 521">
                  <a:extLst>
                    <a:ext uri="{FF2B5EF4-FFF2-40B4-BE49-F238E27FC236}">
                      <a16:creationId xmlns:a16="http://schemas.microsoft.com/office/drawing/2014/main" id="{C7A69B91-8405-67E0-22D5-AA111997372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2156691" y="19835313"/>
                  <a:ext cx="241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523" name="잉크 522">
                  <a:extLst>
                    <a:ext uri="{FF2B5EF4-FFF2-40B4-BE49-F238E27FC236}">
                      <a16:creationId xmlns:a16="http://schemas.microsoft.com/office/drawing/2014/main" id="{F95F2EB7-1B60-8992-014E-63E7CEF02126}"/>
                    </a:ext>
                  </a:extLst>
                </p14:cNvPr>
                <p14:cNvContentPartPr/>
                <p14:nvPr/>
              </p14:nvContentPartPr>
              <p14:xfrm>
                <a:off x="22662491" y="19365513"/>
                <a:ext cx="213840" cy="205200"/>
              </p14:xfrm>
            </p:contentPart>
          </mc:Choice>
          <mc:Fallback xmlns="">
            <p:pic>
              <p:nvPicPr>
                <p:cNvPr id="523" name="잉크 522">
                  <a:extLst>
                    <a:ext uri="{FF2B5EF4-FFF2-40B4-BE49-F238E27FC236}">
                      <a16:creationId xmlns:a16="http://schemas.microsoft.com/office/drawing/2014/main" id="{F95F2EB7-1B60-8992-014E-63E7CEF0212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2653491" y="19356513"/>
                  <a:ext cx="231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524" name="잉크 523">
                  <a:extLst>
                    <a:ext uri="{FF2B5EF4-FFF2-40B4-BE49-F238E27FC236}">
                      <a16:creationId xmlns:a16="http://schemas.microsoft.com/office/drawing/2014/main" id="{E6FD7B37-408C-4E74-887E-EB7BABA81FDE}"/>
                    </a:ext>
                  </a:extLst>
                </p14:cNvPr>
                <p14:cNvContentPartPr/>
                <p14:nvPr/>
              </p14:nvContentPartPr>
              <p14:xfrm>
                <a:off x="22539731" y="19705713"/>
                <a:ext cx="329400" cy="54000"/>
              </p14:xfrm>
            </p:contentPart>
          </mc:Choice>
          <mc:Fallback xmlns="">
            <p:pic>
              <p:nvPicPr>
                <p:cNvPr id="524" name="잉크 523">
                  <a:extLst>
                    <a:ext uri="{FF2B5EF4-FFF2-40B4-BE49-F238E27FC236}">
                      <a16:creationId xmlns:a16="http://schemas.microsoft.com/office/drawing/2014/main" id="{E6FD7B37-408C-4E74-887E-EB7BABA81FD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2531091" y="19696713"/>
                  <a:ext cx="347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525" name="잉크 524">
                  <a:extLst>
                    <a:ext uri="{FF2B5EF4-FFF2-40B4-BE49-F238E27FC236}">
                      <a16:creationId xmlns:a16="http://schemas.microsoft.com/office/drawing/2014/main" id="{311A2EE2-189A-ACD5-107E-41D6F7F75EE5}"/>
                    </a:ext>
                  </a:extLst>
                </p14:cNvPr>
                <p14:cNvContentPartPr/>
                <p14:nvPr/>
              </p14:nvContentPartPr>
              <p14:xfrm>
                <a:off x="22742771" y="19821993"/>
                <a:ext cx="199800" cy="268200"/>
              </p14:xfrm>
            </p:contentPart>
          </mc:Choice>
          <mc:Fallback xmlns="">
            <p:pic>
              <p:nvPicPr>
                <p:cNvPr id="525" name="잉크 524">
                  <a:extLst>
                    <a:ext uri="{FF2B5EF4-FFF2-40B4-BE49-F238E27FC236}">
                      <a16:creationId xmlns:a16="http://schemas.microsoft.com/office/drawing/2014/main" id="{311A2EE2-189A-ACD5-107E-41D6F7F75EE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2734131" y="19813353"/>
                  <a:ext cx="217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529" name="잉크 528">
                  <a:extLst>
                    <a:ext uri="{FF2B5EF4-FFF2-40B4-BE49-F238E27FC236}">
                      <a16:creationId xmlns:a16="http://schemas.microsoft.com/office/drawing/2014/main" id="{A9550F58-11A9-7E8A-2786-D204AED8546D}"/>
                    </a:ext>
                  </a:extLst>
                </p14:cNvPr>
                <p14:cNvContentPartPr/>
                <p14:nvPr/>
              </p14:nvContentPartPr>
              <p14:xfrm>
                <a:off x="15228491" y="20727753"/>
                <a:ext cx="483840" cy="357480"/>
              </p14:xfrm>
            </p:contentPart>
          </mc:Choice>
          <mc:Fallback xmlns="">
            <p:pic>
              <p:nvPicPr>
                <p:cNvPr id="529" name="잉크 528">
                  <a:extLst>
                    <a:ext uri="{FF2B5EF4-FFF2-40B4-BE49-F238E27FC236}">
                      <a16:creationId xmlns:a16="http://schemas.microsoft.com/office/drawing/2014/main" id="{A9550F58-11A9-7E8A-2786-D204AED8546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5219851" y="20719113"/>
                  <a:ext cx="501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530" name="잉크 529">
                  <a:extLst>
                    <a:ext uri="{FF2B5EF4-FFF2-40B4-BE49-F238E27FC236}">
                      <a16:creationId xmlns:a16="http://schemas.microsoft.com/office/drawing/2014/main" id="{8B28AC16-B6B4-1D10-C57B-BD3B3A57FE92}"/>
                    </a:ext>
                  </a:extLst>
                </p14:cNvPr>
                <p14:cNvContentPartPr/>
                <p14:nvPr/>
              </p14:nvContentPartPr>
              <p14:xfrm>
                <a:off x="15834011" y="20637753"/>
                <a:ext cx="374760" cy="624240"/>
              </p14:xfrm>
            </p:contentPart>
          </mc:Choice>
          <mc:Fallback xmlns="">
            <p:pic>
              <p:nvPicPr>
                <p:cNvPr id="530" name="잉크 529">
                  <a:extLst>
                    <a:ext uri="{FF2B5EF4-FFF2-40B4-BE49-F238E27FC236}">
                      <a16:creationId xmlns:a16="http://schemas.microsoft.com/office/drawing/2014/main" id="{8B28AC16-B6B4-1D10-C57B-BD3B3A57FE9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5825371" y="20629113"/>
                  <a:ext cx="3924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531" name="잉크 530">
                  <a:extLst>
                    <a:ext uri="{FF2B5EF4-FFF2-40B4-BE49-F238E27FC236}">
                      <a16:creationId xmlns:a16="http://schemas.microsoft.com/office/drawing/2014/main" id="{958C1C61-2320-B203-88CE-AB9EF8751124}"/>
                    </a:ext>
                  </a:extLst>
                </p14:cNvPr>
                <p14:cNvContentPartPr/>
                <p14:nvPr/>
              </p14:nvContentPartPr>
              <p14:xfrm>
                <a:off x="16037051" y="20987673"/>
                <a:ext cx="126360" cy="72720"/>
              </p14:xfrm>
            </p:contentPart>
          </mc:Choice>
          <mc:Fallback xmlns="">
            <p:pic>
              <p:nvPicPr>
                <p:cNvPr id="531" name="잉크 530">
                  <a:extLst>
                    <a:ext uri="{FF2B5EF4-FFF2-40B4-BE49-F238E27FC236}">
                      <a16:creationId xmlns:a16="http://schemas.microsoft.com/office/drawing/2014/main" id="{958C1C61-2320-B203-88CE-AB9EF875112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6028411" y="20978673"/>
                  <a:ext cx="144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532" name="잉크 531">
                  <a:extLst>
                    <a:ext uri="{FF2B5EF4-FFF2-40B4-BE49-F238E27FC236}">
                      <a16:creationId xmlns:a16="http://schemas.microsoft.com/office/drawing/2014/main" id="{51F23C8F-2A2F-8770-63FF-9BDC35F00DCB}"/>
                    </a:ext>
                  </a:extLst>
                </p14:cNvPr>
                <p14:cNvContentPartPr/>
                <p14:nvPr/>
              </p14:nvContentPartPr>
              <p14:xfrm>
                <a:off x="16264571" y="20685273"/>
                <a:ext cx="202320" cy="489600"/>
              </p14:xfrm>
            </p:contentPart>
          </mc:Choice>
          <mc:Fallback xmlns="">
            <p:pic>
              <p:nvPicPr>
                <p:cNvPr id="532" name="잉크 531">
                  <a:extLst>
                    <a:ext uri="{FF2B5EF4-FFF2-40B4-BE49-F238E27FC236}">
                      <a16:creationId xmlns:a16="http://schemas.microsoft.com/office/drawing/2014/main" id="{51F23C8F-2A2F-8770-63FF-9BDC35F00D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6255931" y="20676273"/>
                  <a:ext cx="21996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533" name="잉크 532">
                  <a:extLst>
                    <a:ext uri="{FF2B5EF4-FFF2-40B4-BE49-F238E27FC236}">
                      <a16:creationId xmlns:a16="http://schemas.microsoft.com/office/drawing/2014/main" id="{419DF301-F072-F6D0-E091-A52413E06B49}"/>
                    </a:ext>
                  </a:extLst>
                </p14:cNvPr>
                <p14:cNvContentPartPr/>
                <p14:nvPr/>
              </p14:nvContentPartPr>
              <p14:xfrm>
                <a:off x="16443131" y="20637753"/>
                <a:ext cx="81000" cy="608400"/>
              </p14:xfrm>
            </p:contentPart>
          </mc:Choice>
          <mc:Fallback xmlns="">
            <p:pic>
              <p:nvPicPr>
                <p:cNvPr id="533" name="잉크 532">
                  <a:extLst>
                    <a:ext uri="{FF2B5EF4-FFF2-40B4-BE49-F238E27FC236}">
                      <a16:creationId xmlns:a16="http://schemas.microsoft.com/office/drawing/2014/main" id="{419DF301-F072-F6D0-E091-A52413E06B4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6434131" y="20629113"/>
                  <a:ext cx="9864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534" name="잉크 533">
                  <a:extLst>
                    <a:ext uri="{FF2B5EF4-FFF2-40B4-BE49-F238E27FC236}">
                      <a16:creationId xmlns:a16="http://schemas.microsoft.com/office/drawing/2014/main" id="{53E1F7EF-6F05-D836-FBFD-024248DAB8B5}"/>
                    </a:ext>
                  </a:extLst>
                </p14:cNvPr>
                <p14:cNvContentPartPr/>
                <p14:nvPr/>
              </p14:nvContentPartPr>
              <p14:xfrm>
                <a:off x="16708091" y="20849073"/>
                <a:ext cx="308880" cy="365760"/>
              </p14:xfrm>
            </p:contentPart>
          </mc:Choice>
          <mc:Fallback xmlns="">
            <p:pic>
              <p:nvPicPr>
                <p:cNvPr id="534" name="잉크 533">
                  <a:extLst>
                    <a:ext uri="{FF2B5EF4-FFF2-40B4-BE49-F238E27FC236}">
                      <a16:creationId xmlns:a16="http://schemas.microsoft.com/office/drawing/2014/main" id="{53E1F7EF-6F05-D836-FBFD-024248DAB8B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6699091" y="20840073"/>
                  <a:ext cx="326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535" name="잉크 534">
                  <a:extLst>
                    <a:ext uri="{FF2B5EF4-FFF2-40B4-BE49-F238E27FC236}">
                      <a16:creationId xmlns:a16="http://schemas.microsoft.com/office/drawing/2014/main" id="{3E28C733-7F82-BEFF-CED4-241F6E01D477}"/>
                    </a:ext>
                  </a:extLst>
                </p14:cNvPr>
                <p14:cNvContentPartPr/>
                <p14:nvPr/>
              </p14:nvContentPartPr>
              <p14:xfrm>
                <a:off x="16600451" y="20959233"/>
                <a:ext cx="451800" cy="50760"/>
              </p14:xfrm>
            </p:contentPart>
          </mc:Choice>
          <mc:Fallback xmlns="">
            <p:pic>
              <p:nvPicPr>
                <p:cNvPr id="535" name="잉크 534">
                  <a:extLst>
                    <a:ext uri="{FF2B5EF4-FFF2-40B4-BE49-F238E27FC236}">
                      <a16:creationId xmlns:a16="http://schemas.microsoft.com/office/drawing/2014/main" id="{3E28C733-7F82-BEFF-CED4-241F6E01D47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6591811" y="20950233"/>
                  <a:ext cx="469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536" name="잉크 535">
                  <a:extLst>
                    <a:ext uri="{FF2B5EF4-FFF2-40B4-BE49-F238E27FC236}">
                      <a16:creationId xmlns:a16="http://schemas.microsoft.com/office/drawing/2014/main" id="{930FC6D4-EEF2-B17C-6CC8-847A384B0DE2}"/>
                    </a:ext>
                  </a:extLst>
                </p14:cNvPr>
                <p14:cNvContentPartPr/>
                <p14:nvPr/>
              </p14:nvContentPartPr>
              <p14:xfrm>
                <a:off x="17996891" y="21186033"/>
                <a:ext cx="63360" cy="60120"/>
              </p14:xfrm>
            </p:contentPart>
          </mc:Choice>
          <mc:Fallback xmlns="">
            <p:pic>
              <p:nvPicPr>
                <p:cNvPr id="536" name="잉크 535">
                  <a:extLst>
                    <a:ext uri="{FF2B5EF4-FFF2-40B4-BE49-F238E27FC236}">
                      <a16:creationId xmlns:a16="http://schemas.microsoft.com/office/drawing/2014/main" id="{930FC6D4-EEF2-B17C-6CC8-847A384B0DE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7988251" y="21177033"/>
                  <a:ext cx="81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538" name="잉크 537">
                  <a:extLst>
                    <a:ext uri="{FF2B5EF4-FFF2-40B4-BE49-F238E27FC236}">
                      <a16:creationId xmlns:a16="http://schemas.microsoft.com/office/drawing/2014/main" id="{04D28BB8-F97D-8E83-CAC6-B46D3D1CEC57}"/>
                    </a:ext>
                  </a:extLst>
                </p14:cNvPr>
                <p14:cNvContentPartPr/>
                <p14:nvPr/>
              </p14:nvContentPartPr>
              <p14:xfrm>
                <a:off x="17615651" y="20814153"/>
                <a:ext cx="392400" cy="54000"/>
              </p14:xfrm>
            </p:contentPart>
          </mc:Choice>
          <mc:Fallback xmlns="">
            <p:pic>
              <p:nvPicPr>
                <p:cNvPr id="538" name="잉크 537">
                  <a:extLst>
                    <a:ext uri="{FF2B5EF4-FFF2-40B4-BE49-F238E27FC236}">
                      <a16:creationId xmlns:a16="http://schemas.microsoft.com/office/drawing/2014/main" id="{04D28BB8-F97D-8E83-CAC6-B46D3D1CEC5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7606651" y="20805513"/>
                  <a:ext cx="410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539" name="잉크 538">
                  <a:extLst>
                    <a:ext uri="{FF2B5EF4-FFF2-40B4-BE49-F238E27FC236}">
                      <a16:creationId xmlns:a16="http://schemas.microsoft.com/office/drawing/2014/main" id="{0B3DBC24-8DF5-2800-D12A-7FB37C326F23}"/>
                    </a:ext>
                  </a:extLst>
                </p14:cNvPr>
                <p14:cNvContentPartPr/>
                <p14:nvPr/>
              </p14:nvContentPartPr>
              <p14:xfrm>
                <a:off x="17898971" y="20691393"/>
                <a:ext cx="224640" cy="331200"/>
              </p14:xfrm>
            </p:contentPart>
          </mc:Choice>
          <mc:Fallback xmlns="">
            <p:pic>
              <p:nvPicPr>
                <p:cNvPr id="539" name="잉크 538">
                  <a:extLst>
                    <a:ext uri="{FF2B5EF4-FFF2-40B4-BE49-F238E27FC236}">
                      <a16:creationId xmlns:a16="http://schemas.microsoft.com/office/drawing/2014/main" id="{0B3DBC24-8DF5-2800-D12A-7FB37C326F2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7890331" y="20682753"/>
                  <a:ext cx="242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540" name="잉크 539">
                  <a:extLst>
                    <a:ext uri="{FF2B5EF4-FFF2-40B4-BE49-F238E27FC236}">
                      <a16:creationId xmlns:a16="http://schemas.microsoft.com/office/drawing/2014/main" id="{62887E9D-534F-36EE-5B03-AE276A3BCB0F}"/>
                    </a:ext>
                  </a:extLst>
                </p14:cNvPr>
                <p14:cNvContentPartPr/>
                <p14:nvPr/>
              </p14:nvContentPartPr>
              <p14:xfrm>
                <a:off x="18557051" y="20713353"/>
                <a:ext cx="207000" cy="318600"/>
              </p14:xfrm>
            </p:contentPart>
          </mc:Choice>
          <mc:Fallback xmlns="">
            <p:pic>
              <p:nvPicPr>
                <p:cNvPr id="540" name="잉크 539">
                  <a:extLst>
                    <a:ext uri="{FF2B5EF4-FFF2-40B4-BE49-F238E27FC236}">
                      <a16:creationId xmlns:a16="http://schemas.microsoft.com/office/drawing/2014/main" id="{62887E9D-534F-36EE-5B03-AE276A3BCB0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8548051" y="20704713"/>
                  <a:ext cx="2246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541" name="잉크 540">
                  <a:extLst>
                    <a:ext uri="{FF2B5EF4-FFF2-40B4-BE49-F238E27FC236}">
                      <a16:creationId xmlns:a16="http://schemas.microsoft.com/office/drawing/2014/main" id="{6AC153BE-1A6A-6243-72A0-88A4E625E0EC}"/>
                    </a:ext>
                  </a:extLst>
                </p14:cNvPr>
                <p14:cNvContentPartPr/>
                <p14:nvPr/>
              </p14:nvContentPartPr>
              <p14:xfrm>
                <a:off x="18287411" y="20959233"/>
                <a:ext cx="444960" cy="274320"/>
              </p14:xfrm>
            </p:contentPart>
          </mc:Choice>
          <mc:Fallback xmlns="">
            <p:pic>
              <p:nvPicPr>
                <p:cNvPr id="541" name="잉크 540">
                  <a:extLst>
                    <a:ext uri="{FF2B5EF4-FFF2-40B4-BE49-F238E27FC236}">
                      <a16:creationId xmlns:a16="http://schemas.microsoft.com/office/drawing/2014/main" id="{6AC153BE-1A6A-6243-72A0-88A4E625E0E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8278771" y="20950233"/>
                  <a:ext cx="462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542" name="잉크 541">
                  <a:extLst>
                    <a:ext uri="{FF2B5EF4-FFF2-40B4-BE49-F238E27FC236}">
                      <a16:creationId xmlns:a16="http://schemas.microsoft.com/office/drawing/2014/main" id="{0294A981-5C51-684C-E29A-0E2EC29DBC71}"/>
                    </a:ext>
                  </a:extLst>
                </p14:cNvPr>
                <p14:cNvContentPartPr/>
                <p14:nvPr/>
              </p14:nvContentPartPr>
              <p14:xfrm>
                <a:off x="18875651" y="20735313"/>
                <a:ext cx="252720" cy="224280"/>
              </p14:xfrm>
            </p:contentPart>
          </mc:Choice>
          <mc:Fallback xmlns="">
            <p:pic>
              <p:nvPicPr>
                <p:cNvPr id="542" name="잉크 541">
                  <a:extLst>
                    <a:ext uri="{FF2B5EF4-FFF2-40B4-BE49-F238E27FC236}">
                      <a16:creationId xmlns:a16="http://schemas.microsoft.com/office/drawing/2014/main" id="{0294A981-5C51-684C-E29A-0E2EC29DBC7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8866651" y="20726673"/>
                  <a:ext cx="27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543" name="잉크 542">
                  <a:extLst>
                    <a:ext uri="{FF2B5EF4-FFF2-40B4-BE49-F238E27FC236}">
                      <a16:creationId xmlns:a16="http://schemas.microsoft.com/office/drawing/2014/main" id="{3B0D8E92-9F8D-109A-31CA-0AC90F077ED1}"/>
                    </a:ext>
                  </a:extLst>
                </p14:cNvPr>
                <p14:cNvContentPartPr/>
                <p14:nvPr/>
              </p14:nvContentPartPr>
              <p14:xfrm>
                <a:off x="18766931" y="20996673"/>
                <a:ext cx="403200" cy="271440"/>
              </p14:xfrm>
            </p:contentPart>
          </mc:Choice>
          <mc:Fallback xmlns="">
            <p:pic>
              <p:nvPicPr>
                <p:cNvPr id="543" name="잉크 542">
                  <a:extLst>
                    <a:ext uri="{FF2B5EF4-FFF2-40B4-BE49-F238E27FC236}">
                      <a16:creationId xmlns:a16="http://schemas.microsoft.com/office/drawing/2014/main" id="{3B0D8E92-9F8D-109A-31CA-0AC90F077ED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8758291" y="20988033"/>
                  <a:ext cx="420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544" name="잉크 543">
                  <a:extLst>
                    <a:ext uri="{FF2B5EF4-FFF2-40B4-BE49-F238E27FC236}">
                      <a16:creationId xmlns:a16="http://schemas.microsoft.com/office/drawing/2014/main" id="{5F685E83-F106-5802-6D53-79940F3EDE3D}"/>
                    </a:ext>
                  </a:extLst>
                </p14:cNvPr>
                <p14:cNvContentPartPr/>
                <p14:nvPr/>
              </p14:nvContentPartPr>
              <p14:xfrm>
                <a:off x="19323491" y="20713353"/>
                <a:ext cx="129960" cy="56880"/>
              </p14:xfrm>
            </p:contentPart>
          </mc:Choice>
          <mc:Fallback xmlns="">
            <p:pic>
              <p:nvPicPr>
                <p:cNvPr id="544" name="잉크 543">
                  <a:extLst>
                    <a:ext uri="{FF2B5EF4-FFF2-40B4-BE49-F238E27FC236}">
                      <a16:creationId xmlns:a16="http://schemas.microsoft.com/office/drawing/2014/main" id="{5F685E83-F106-5802-6D53-79940F3EDE3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9314491" y="20704713"/>
                  <a:ext cx="147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545" name="잉크 544">
                  <a:extLst>
                    <a:ext uri="{FF2B5EF4-FFF2-40B4-BE49-F238E27FC236}">
                      <a16:creationId xmlns:a16="http://schemas.microsoft.com/office/drawing/2014/main" id="{EBC09032-2427-DDBD-2812-69D6D99EE111}"/>
                    </a:ext>
                  </a:extLst>
                </p14:cNvPr>
                <p14:cNvContentPartPr/>
                <p14:nvPr/>
              </p14:nvContentPartPr>
              <p14:xfrm>
                <a:off x="19316291" y="20748273"/>
                <a:ext cx="87840" cy="233280"/>
              </p14:xfrm>
            </p:contentPart>
          </mc:Choice>
          <mc:Fallback xmlns="">
            <p:pic>
              <p:nvPicPr>
                <p:cNvPr id="545" name="잉크 544">
                  <a:extLst>
                    <a:ext uri="{FF2B5EF4-FFF2-40B4-BE49-F238E27FC236}">
                      <a16:creationId xmlns:a16="http://schemas.microsoft.com/office/drawing/2014/main" id="{EBC09032-2427-DDBD-2812-69D6D99EE11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9307651" y="20739273"/>
                  <a:ext cx="105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546" name="잉크 545">
                  <a:extLst>
                    <a:ext uri="{FF2B5EF4-FFF2-40B4-BE49-F238E27FC236}">
                      <a16:creationId xmlns:a16="http://schemas.microsoft.com/office/drawing/2014/main" id="{F86C01A2-DE21-8F0C-0D05-7B2D2757050A}"/>
                    </a:ext>
                  </a:extLst>
                </p14:cNvPr>
                <p14:cNvContentPartPr/>
                <p14:nvPr/>
              </p14:nvContentPartPr>
              <p14:xfrm>
                <a:off x="19190651" y="20748273"/>
                <a:ext cx="273240" cy="274680"/>
              </p14:xfrm>
            </p:contentPart>
          </mc:Choice>
          <mc:Fallback xmlns="">
            <p:pic>
              <p:nvPicPr>
                <p:cNvPr id="546" name="잉크 545">
                  <a:extLst>
                    <a:ext uri="{FF2B5EF4-FFF2-40B4-BE49-F238E27FC236}">
                      <a16:creationId xmlns:a16="http://schemas.microsoft.com/office/drawing/2014/main" id="{F86C01A2-DE21-8F0C-0D05-7B2D2757050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9181651" y="20739273"/>
                  <a:ext cx="290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547" name="잉크 546">
                  <a:extLst>
                    <a:ext uri="{FF2B5EF4-FFF2-40B4-BE49-F238E27FC236}">
                      <a16:creationId xmlns:a16="http://schemas.microsoft.com/office/drawing/2014/main" id="{6D2B417E-43AC-ACE3-2CBE-6B0CE265B2BB}"/>
                    </a:ext>
                  </a:extLst>
                </p14:cNvPr>
                <p14:cNvContentPartPr/>
                <p14:nvPr/>
              </p14:nvContentPartPr>
              <p14:xfrm>
                <a:off x="19488011" y="20329233"/>
                <a:ext cx="234720" cy="1030320"/>
              </p14:xfrm>
            </p:contentPart>
          </mc:Choice>
          <mc:Fallback xmlns="">
            <p:pic>
              <p:nvPicPr>
                <p:cNvPr id="547" name="잉크 546">
                  <a:extLst>
                    <a:ext uri="{FF2B5EF4-FFF2-40B4-BE49-F238E27FC236}">
                      <a16:creationId xmlns:a16="http://schemas.microsoft.com/office/drawing/2014/main" id="{6D2B417E-43AC-ACE3-2CBE-6B0CE265B2BB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9479011" y="20320233"/>
                  <a:ext cx="252360" cy="10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548" name="잉크 547">
                  <a:extLst>
                    <a:ext uri="{FF2B5EF4-FFF2-40B4-BE49-F238E27FC236}">
                      <a16:creationId xmlns:a16="http://schemas.microsoft.com/office/drawing/2014/main" id="{FCE516DD-9705-B7C4-EC04-4F7793379017}"/>
                    </a:ext>
                  </a:extLst>
                </p14:cNvPr>
                <p14:cNvContentPartPr/>
                <p14:nvPr/>
              </p14:nvContentPartPr>
              <p14:xfrm>
                <a:off x="20107571" y="20804793"/>
                <a:ext cx="423720" cy="28800"/>
              </p14:xfrm>
            </p:contentPart>
          </mc:Choice>
          <mc:Fallback xmlns="">
            <p:pic>
              <p:nvPicPr>
                <p:cNvPr id="548" name="잉크 547">
                  <a:extLst>
                    <a:ext uri="{FF2B5EF4-FFF2-40B4-BE49-F238E27FC236}">
                      <a16:creationId xmlns:a16="http://schemas.microsoft.com/office/drawing/2014/main" id="{FCE516DD-9705-B7C4-EC04-4F779337901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0098571" y="20796153"/>
                  <a:ext cx="441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549" name="잉크 548">
                  <a:extLst>
                    <a:ext uri="{FF2B5EF4-FFF2-40B4-BE49-F238E27FC236}">
                      <a16:creationId xmlns:a16="http://schemas.microsoft.com/office/drawing/2014/main" id="{16818520-EC65-0A58-425D-4EDFCE9932C3}"/>
                    </a:ext>
                  </a:extLst>
                </p14:cNvPr>
                <p14:cNvContentPartPr/>
                <p14:nvPr/>
              </p14:nvContentPartPr>
              <p14:xfrm>
                <a:off x="20366411" y="20723073"/>
                <a:ext cx="231480" cy="258480"/>
              </p14:xfrm>
            </p:contentPart>
          </mc:Choice>
          <mc:Fallback xmlns="">
            <p:pic>
              <p:nvPicPr>
                <p:cNvPr id="549" name="잉크 548">
                  <a:extLst>
                    <a:ext uri="{FF2B5EF4-FFF2-40B4-BE49-F238E27FC236}">
                      <a16:creationId xmlns:a16="http://schemas.microsoft.com/office/drawing/2014/main" id="{16818520-EC65-0A58-425D-4EDFCE9932C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0357771" y="20714073"/>
                  <a:ext cx="249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550" name="잉크 549">
                  <a:extLst>
                    <a:ext uri="{FF2B5EF4-FFF2-40B4-BE49-F238E27FC236}">
                      <a16:creationId xmlns:a16="http://schemas.microsoft.com/office/drawing/2014/main" id="{EC35714E-B698-DA51-0F89-D7747253E3D4}"/>
                    </a:ext>
                  </a:extLst>
                </p14:cNvPr>
                <p14:cNvContentPartPr/>
                <p14:nvPr/>
              </p14:nvContentPartPr>
              <p14:xfrm>
                <a:off x="20744411" y="20770593"/>
                <a:ext cx="326160" cy="321120"/>
              </p14:xfrm>
            </p:contentPart>
          </mc:Choice>
          <mc:Fallback xmlns="">
            <p:pic>
              <p:nvPicPr>
                <p:cNvPr id="550" name="잉크 549">
                  <a:extLst>
                    <a:ext uri="{FF2B5EF4-FFF2-40B4-BE49-F238E27FC236}">
                      <a16:creationId xmlns:a16="http://schemas.microsoft.com/office/drawing/2014/main" id="{EC35714E-B698-DA51-0F89-D7747253E3D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20735411" y="20761953"/>
                  <a:ext cx="343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551" name="잉크 550">
                  <a:extLst>
                    <a:ext uri="{FF2B5EF4-FFF2-40B4-BE49-F238E27FC236}">
                      <a16:creationId xmlns:a16="http://schemas.microsoft.com/office/drawing/2014/main" id="{576A01BE-3E68-D183-4A7E-27D48199EF16}"/>
                    </a:ext>
                  </a:extLst>
                </p14:cNvPr>
                <p14:cNvContentPartPr/>
                <p14:nvPr/>
              </p14:nvContentPartPr>
              <p14:xfrm>
                <a:off x="20929811" y="20849073"/>
                <a:ext cx="325800" cy="145080"/>
              </p14:xfrm>
            </p:contentPart>
          </mc:Choice>
          <mc:Fallback xmlns="">
            <p:pic>
              <p:nvPicPr>
                <p:cNvPr id="551" name="잉크 550">
                  <a:extLst>
                    <a:ext uri="{FF2B5EF4-FFF2-40B4-BE49-F238E27FC236}">
                      <a16:creationId xmlns:a16="http://schemas.microsoft.com/office/drawing/2014/main" id="{576A01BE-3E68-D183-4A7E-27D48199EF1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0921171" y="20840073"/>
                  <a:ext cx="343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552" name="잉크 551">
                  <a:extLst>
                    <a:ext uri="{FF2B5EF4-FFF2-40B4-BE49-F238E27FC236}">
                      <a16:creationId xmlns:a16="http://schemas.microsoft.com/office/drawing/2014/main" id="{509FE2C0-DB83-DD2E-C488-5EF3779FA0B5}"/>
                    </a:ext>
                  </a:extLst>
                </p14:cNvPr>
                <p14:cNvContentPartPr/>
                <p14:nvPr/>
              </p14:nvContentPartPr>
              <p14:xfrm>
                <a:off x="21181811" y="20656833"/>
                <a:ext cx="73800" cy="835200"/>
              </p14:xfrm>
            </p:contentPart>
          </mc:Choice>
          <mc:Fallback xmlns="">
            <p:pic>
              <p:nvPicPr>
                <p:cNvPr id="552" name="잉크 551">
                  <a:extLst>
                    <a:ext uri="{FF2B5EF4-FFF2-40B4-BE49-F238E27FC236}">
                      <a16:creationId xmlns:a16="http://schemas.microsoft.com/office/drawing/2014/main" id="{509FE2C0-DB83-DD2E-C488-5EF3779FA0B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21173171" y="20647833"/>
                  <a:ext cx="9144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553" name="잉크 552">
                  <a:extLst>
                    <a:ext uri="{FF2B5EF4-FFF2-40B4-BE49-F238E27FC236}">
                      <a16:creationId xmlns:a16="http://schemas.microsoft.com/office/drawing/2014/main" id="{1652B59D-FFA2-7619-B295-448D4D9BC6DB}"/>
                    </a:ext>
                  </a:extLst>
                </p14:cNvPr>
                <p14:cNvContentPartPr/>
                <p14:nvPr/>
              </p14:nvContentPartPr>
              <p14:xfrm>
                <a:off x="21370811" y="20752593"/>
                <a:ext cx="204120" cy="172440"/>
              </p14:xfrm>
            </p:contentPart>
          </mc:Choice>
          <mc:Fallback xmlns="">
            <p:pic>
              <p:nvPicPr>
                <p:cNvPr id="553" name="잉크 552">
                  <a:extLst>
                    <a:ext uri="{FF2B5EF4-FFF2-40B4-BE49-F238E27FC236}">
                      <a16:creationId xmlns:a16="http://schemas.microsoft.com/office/drawing/2014/main" id="{1652B59D-FFA2-7619-B295-448D4D9BC6D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1362171" y="20743593"/>
                  <a:ext cx="221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554" name="잉크 553">
                  <a:extLst>
                    <a:ext uri="{FF2B5EF4-FFF2-40B4-BE49-F238E27FC236}">
                      <a16:creationId xmlns:a16="http://schemas.microsoft.com/office/drawing/2014/main" id="{041A0D0B-6E10-6447-A2BB-3EE704EB4A68}"/>
                    </a:ext>
                  </a:extLst>
                </p14:cNvPr>
                <p14:cNvContentPartPr/>
                <p14:nvPr/>
              </p14:nvContentPartPr>
              <p14:xfrm>
                <a:off x="21307811" y="21003153"/>
                <a:ext cx="280440" cy="321480"/>
              </p14:xfrm>
            </p:contentPart>
          </mc:Choice>
          <mc:Fallback xmlns="">
            <p:pic>
              <p:nvPicPr>
                <p:cNvPr id="554" name="잉크 553">
                  <a:extLst>
                    <a:ext uri="{FF2B5EF4-FFF2-40B4-BE49-F238E27FC236}">
                      <a16:creationId xmlns:a16="http://schemas.microsoft.com/office/drawing/2014/main" id="{041A0D0B-6E10-6447-A2BB-3EE704EB4A6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1299171" y="20994513"/>
                  <a:ext cx="298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555" name="잉크 554">
                  <a:extLst>
                    <a:ext uri="{FF2B5EF4-FFF2-40B4-BE49-F238E27FC236}">
                      <a16:creationId xmlns:a16="http://schemas.microsoft.com/office/drawing/2014/main" id="{30F3CE4E-A72E-77E9-0458-2E485AD3916D}"/>
                    </a:ext>
                  </a:extLst>
                </p14:cNvPr>
                <p14:cNvContentPartPr/>
                <p14:nvPr/>
              </p14:nvContentPartPr>
              <p14:xfrm>
                <a:off x="21668531" y="20729193"/>
                <a:ext cx="248760" cy="286920"/>
              </p14:xfrm>
            </p:contentPart>
          </mc:Choice>
          <mc:Fallback xmlns="">
            <p:pic>
              <p:nvPicPr>
                <p:cNvPr id="555" name="잉크 554">
                  <a:extLst>
                    <a:ext uri="{FF2B5EF4-FFF2-40B4-BE49-F238E27FC236}">
                      <a16:creationId xmlns:a16="http://schemas.microsoft.com/office/drawing/2014/main" id="{30F3CE4E-A72E-77E9-0458-2E485AD3916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1659531" y="20720553"/>
                  <a:ext cx="266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556" name="잉크 555">
                  <a:extLst>
                    <a:ext uri="{FF2B5EF4-FFF2-40B4-BE49-F238E27FC236}">
                      <a16:creationId xmlns:a16="http://schemas.microsoft.com/office/drawing/2014/main" id="{750AF6C4-1EFA-4E50-AE43-7159062A53E1}"/>
                    </a:ext>
                  </a:extLst>
                </p14:cNvPr>
                <p14:cNvContentPartPr/>
                <p14:nvPr/>
              </p14:nvContentPartPr>
              <p14:xfrm>
                <a:off x="21968771" y="20461353"/>
                <a:ext cx="147960" cy="841320"/>
              </p14:xfrm>
            </p:contentPart>
          </mc:Choice>
          <mc:Fallback xmlns="">
            <p:pic>
              <p:nvPicPr>
                <p:cNvPr id="556" name="잉크 555">
                  <a:extLst>
                    <a:ext uri="{FF2B5EF4-FFF2-40B4-BE49-F238E27FC236}">
                      <a16:creationId xmlns:a16="http://schemas.microsoft.com/office/drawing/2014/main" id="{750AF6C4-1EFA-4E50-AE43-7159062A53E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1960131" y="20452713"/>
                  <a:ext cx="16560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557" name="잉크 556">
                  <a:extLst>
                    <a:ext uri="{FF2B5EF4-FFF2-40B4-BE49-F238E27FC236}">
                      <a16:creationId xmlns:a16="http://schemas.microsoft.com/office/drawing/2014/main" id="{60863C66-9A18-BFD4-44E6-37C55B1986DD}"/>
                    </a:ext>
                  </a:extLst>
                </p14:cNvPr>
                <p14:cNvContentPartPr/>
                <p14:nvPr/>
              </p14:nvContentPartPr>
              <p14:xfrm>
                <a:off x="18161411" y="20243553"/>
                <a:ext cx="4617000" cy="1453680"/>
              </p14:xfrm>
            </p:contentPart>
          </mc:Choice>
          <mc:Fallback xmlns="">
            <p:pic>
              <p:nvPicPr>
                <p:cNvPr id="557" name="잉크 556">
                  <a:extLst>
                    <a:ext uri="{FF2B5EF4-FFF2-40B4-BE49-F238E27FC236}">
                      <a16:creationId xmlns:a16="http://schemas.microsoft.com/office/drawing/2014/main" id="{60863C66-9A18-BFD4-44E6-37C55B1986D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152411" y="20234553"/>
                  <a:ext cx="4634640" cy="14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8672FBFA-5F6E-859B-F414-8B78C150D3AA}"/>
                    </a:ext>
                  </a:extLst>
                </p14:cNvPr>
                <p14:cNvContentPartPr/>
                <p14:nvPr/>
              </p14:nvContentPartPr>
              <p14:xfrm>
                <a:off x="19477571" y="16788633"/>
                <a:ext cx="4819680" cy="4171320"/>
              </p14:xfrm>
            </p:contentPart>
          </mc:Choice>
          <mc:Fallback xmlns=""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8672FBFA-5F6E-859B-F414-8B78C150D3A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9468571" y="16779993"/>
                  <a:ext cx="4837320" cy="41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8E23A43A-E829-CE26-B1B9-501C7E5B0B36}"/>
                    </a:ext>
                  </a:extLst>
                </p14:cNvPr>
                <p14:cNvContentPartPr/>
                <p14:nvPr/>
              </p14:nvContentPartPr>
              <p14:xfrm>
                <a:off x="20222771" y="16766673"/>
                <a:ext cx="326160" cy="365760"/>
              </p14:xfrm>
            </p:contentPart>
          </mc:Choice>
          <mc:Fallback xmlns=""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8E23A43A-E829-CE26-B1B9-501C7E5B0B3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214131" y="16758033"/>
                  <a:ext cx="343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AE0E183E-8ECE-E4D6-F3BB-8FBF9BF7CE6B}"/>
                    </a:ext>
                  </a:extLst>
                </p14:cNvPr>
                <p14:cNvContentPartPr/>
                <p14:nvPr/>
              </p14:nvContentPartPr>
              <p14:xfrm>
                <a:off x="20996411" y="15456633"/>
                <a:ext cx="383400" cy="233640"/>
              </p14:xfrm>
            </p:contentPart>
          </mc:Choice>
          <mc:Fallback xmlns=""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AE0E183E-8ECE-E4D6-F3BB-8FBF9BF7CE6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0987411" y="15447633"/>
                  <a:ext cx="401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561" name="잉크 560">
                  <a:extLst>
                    <a:ext uri="{FF2B5EF4-FFF2-40B4-BE49-F238E27FC236}">
                      <a16:creationId xmlns:a16="http://schemas.microsoft.com/office/drawing/2014/main" id="{8180A5C1-1276-15D4-6E5F-047E45A38CB3}"/>
                    </a:ext>
                  </a:extLst>
                </p14:cNvPr>
                <p14:cNvContentPartPr/>
                <p14:nvPr/>
              </p14:nvContentPartPr>
              <p14:xfrm>
                <a:off x="21034931" y="15714753"/>
                <a:ext cx="171720" cy="72720"/>
              </p14:xfrm>
            </p:contentPart>
          </mc:Choice>
          <mc:Fallback xmlns="">
            <p:pic>
              <p:nvPicPr>
                <p:cNvPr id="561" name="잉크 560">
                  <a:extLst>
                    <a:ext uri="{FF2B5EF4-FFF2-40B4-BE49-F238E27FC236}">
                      <a16:creationId xmlns:a16="http://schemas.microsoft.com/office/drawing/2014/main" id="{8180A5C1-1276-15D4-6E5F-047E45A38CB3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1025931" y="15706113"/>
                  <a:ext cx="189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EE347630-CB96-CFF3-A429-D2B41D3CB56E}"/>
                    </a:ext>
                  </a:extLst>
                </p14:cNvPr>
                <p14:cNvContentPartPr/>
                <p14:nvPr/>
              </p14:nvContentPartPr>
              <p14:xfrm>
                <a:off x="20803811" y="15746433"/>
                <a:ext cx="546480" cy="164160"/>
              </p14:xfrm>
            </p:contentPart>
          </mc:Choice>
          <mc:Fallback xmlns=""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EE347630-CB96-CFF3-A429-D2B41D3CB56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0795171" y="15737433"/>
                  <a:ext cx="564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38C10660-FC78-CEFE-7218-C6D816DD9D69}"/>
                    </a:ext>
                  </a:extLst>
                </p14:cNvPr>
                <p14:cNvContentPartPr/>
                <p14:nvPr/>
              </p14:nvContentPartPr>
              <p14:xfrm>
                <a:off x="20891291" y="15916353"/>
                <a:ext cx="448200" cy="234000"/>
              </p14:xfrm>
            </p:contentPart>
          </mc:Choice>
          <mc:Fallback xmlns=""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38C10660-FC78-CEFE-7218-C6D816DD9D6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0882651" y="15907713"/>
                  <a:ext cx="465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564" name="잉크 563">
                  <a:extLst>
                    <a:ext uri="{FF2B5EF4-FFF2-40B4-BE49-F238E27FC236}">
                      <a16:creationId xmlns:a16="http://schemas.microsoft.com/office/drawing/2014/main" id="{15193541-F8AF-76B3-BA9E-85645500ADE8}"/>
                    </a:ext>
                  </a:extLst>
                </p14:cNvPr>
                <p14:cNvContentPartPr/>
                <p14:nvPr/>
              </p14:nvContentPartPr>
              <p14:xfrm>
                <a:off x="21443531" y="15566793"/>
                <a:ext cx="232200" cy="300960"/>
              </p14:xfrm>
            </p:contentPart>
          </mc:Choice>
          <mc:Fallback xmlns="">
            <p:pic>
              <p:nvPicPr>
                <p:cNvPr id="564" name="잉크 563">
                  <a:extLst>
                    <a:ext uri="{FF2B5EF4-FFF2-40B4-BE49-F238E27FC236}">
                      <a16:creationId xmlns:a16="http://schemas.microsoft.com/office/drawing/2014/main" id="{15193541-F8AF-76B3-BA9E-85645500ADE8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1434531" y="15557793"/>
                  <a:ext cx="249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565" name="잉크 564">
                  <a:extLst>
                    <a:ext uri="{FF2B5EF4-FFF2-40B4-BE49-F238E27FC236}">
                      <a16:creationId xmlns:a16="http://schemas.microsoft.com/office/drawing/2014/main" id="{1635407B-C9F6-2ADD-FBCA-015B6AB3D002}"/>
                    </a:ext>
                  </a:extLst>
                </p14:cNvPr>
                <p14:cNvContentPartPr/>
                <p14:nvPr/>
              </p14:nvContentPartPr>
              <p14:xfrm>
                <a:off x="21552971" y="15538353"/>
                <a:ext cx="273960" cy="356400"/>
              </p14:xfrm>
            </p:contentPart>
          </mc:Choice>
          <mc:Fallback xmlns="">
            <p:pic>
              <p:nvPicPr>
                <p:cNvPr id="565" name="잉크 564">
                  <a:extLst>
                    <a:ext uri="{FF2B5EF4-FFF2-40B4-BE49-F238E27FC236}">
                      <a16:creationId xmlns:a16="http://schemas.microsoft.com/office/drawing/2014/main" id="{1635407B-C9F6-2ADD-FBCA-015B6AB3D002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1543971" y="15529713"/>
                  <a:ext cx="291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566" name="잉크 565">
                  <a:extLst>
                    <a:ext uri="{FF2B5EF4-FFF2-40B4-BE49-F238E27FC236}">
                      <a16:creationId xmlns:a16="http://schemas.microsoft.com/office/drawing/2014/main" id="{A054E1E9-D888-680A-04E3-AB3CE29FE87E}"/>
                    </a:ext>
                  </a:extLst>
                </p14:cNvPr>
                <p14:cNvContentPartPr/>
                <p14:nvPr/>
              </p14:nvContentPartPr>
              <p14:xfrm>
                <a:off x="21441011" y="16067553"/>
                <a:ext cx="266400" cy="261720"/>
              </p14:xfrm>
            </p:contentPart>
          </mc:Choice>
          <mc:Fallback xmlns="">
            <p:pic>
              <p:nvPicPr>
                <p:cNvPr id="566" name="잉크 565">
                  <a:extLst>
                    <a:ext uri="{FF2B5EF4-FFF2-40B4-BE49-F238E27FC236}">
                      <a16:creationId xmlns:a16="http://schemas.microsoft.com/office/drawing/2014/main" id="{A054E1E9-D888-680A-04E3-AB3CE29FE87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1432011" y="16058913"/>
                  <a:ext cx="284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AAEDBF19-2985-8339-C427-B1B78F140053}"/>
                    </a:ext>
                  </a:extLst>
                </p14:cNvPr>
                <p14:cNvContentPartPr/>
                <p14:nvPr/>
              </p14:nvContentPartPr>
              <p14:xfrm>
                <a:off x="22109531" y="15554193"/>
                <a:ext cx="164880" cy="142200"/>
              </p14:xfrm>
            </p:contentPart>
          </mc:Choice>
          <mc:Fallback xmlns=""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AAEDBF19-2985-8339-C427-B1B78F14005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2100531" y="15545193"/>
                  <a:ext cx="182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1BAC86A8-0B8D-0BE0-4528-5B58C503FB7E}"/>
                    </a:ext>
                  </a:extLst>
                </p14:cNvPr>
                <p14:cNvContentPartPr/>
                <p14:nvPr/>
              </p14:nvContentPartPr>
              <p14:xfrm>
                <a:off x="21843131" y="15368073"/>
                <a:ext cx="505080" cy="464400"/>
              </p14:xfrm>
            </p:contentPart>
          </mc:Choice>
          <mc:Fallback xmlns=""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1BAC86A8-0B8D-0BE0-4528-5B58C503FB7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1834131" y="15359433"/>
                  <a:ext cx="5227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5BE18451-DE6D-78F0-AACC-A6981D5D8D13}"/>
                    </a:ext>
                  </a:extLst>
                </p14:cNvPr>
                <p14:cNvContentPartPr/>
                <p14:nvPr/>
              </p14:nvContentPartPr>
              <p14:xfrm>
                <a:off x="22000811" y="15966753"/>
                <a:ext cx="325800" cy="96480"/>
              </p14:xfrm>
            </p:contentPart>
          </mc:Choice>
          <mc:Fallback xmlns=""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5BE18451-DE6D-78F0-AACC-A6981D5D8D1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1992171" y="15958113"/>
                  <a:ext cx="343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673E0D6C-4B95-1BD9-2EE9-02CAFD9DFAD5}"/>
                    </a:ext>
                  </a:extLst>
                </p14:cNvPr>
                <p14:cNvContentPartPr/>
                <p14:nvPr/>
              </p14:nvContentPartPr>
              <p14:xfrm>
                <a:off x="22323011" y="15613953"/>
                <a:ext cx="262800" cy="205200"/>
              </p14:xfrm>
            </p:contentPart>
          </mc:Choice>
          <mc:Fallback xmlns=""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673E0D6C-4B95-1BD9-2EE9-02CAFD9DFAD5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2314011" y="15605313"/>
                  <a:ext cx="280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98FB7CBD-EB33-C3B5-B146-0F1A8661F9E8}"/>
                    </a:ext>
                  </a:extLst>
                </p14:cNvPr>
                <p14:cNvContentPartPr/>
                <p14:nvPr/>
              </p14:nvContentPartPr>
              <p14:xfrm>
                <a:off x="22658891" y="15053433"/>
                <a:ext cx="32040" cy="1027080"/>
              </p14:xfrm>
            </p:contentPart>
          </mc:Choice>
          <mc:Fallback xmlns=""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98FB7CBD-EB33-C3B5-B146-0F1A8661F9E8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2649891" y="15044433"/>
                  <a:ext cx="4968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572" name="잉크 571">
                  <a:extLst>
                    <a:ext uri="{FF2B5EF4-FFF2-40B4-BE49-F238E27FC236}">
                      <a16:creationId xmlns:a16="http://schemas.microsoft.com/office/drawing/2014/main" id="{0077B6EF-22CF-BD81-DFBA-299EE517B912}"/>
                    </a:ext>
                  </a:extLst>
                </p14:cNvPr>
                <p14:cNvContentPartPr/>
                <p14:nvPr/>
              </p14:nvContentPartPr>
              <p14:xfrm>
                <a:off x="22861931" y="15355833"/>
                <a:ext cx="154440" cy="138960"/>
              </p14:xfrm>
            </p:contentPart>
          </mc:Choice>
          <mc:Fallback xmlns="">
            <p:pic>
              <p:nvPicPr>
                <p:cNvPr id="572" name="잉크 571">
                  <a:extLst>
                    <a:ext uri="{FF2B5EF4-FFF2-40B4-BE49-F238E27FC236}">
                      <a16:creationId xmlns:a16="http://schemas.microsoft.com/office/drawing/2014/main" id="{0077B6EF-22CF-BD81-DFBA-299EE517B91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2852931" y="15346833"/>
                  <a:ext cx="172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573" name="잉크 572">
                  <a:extLst>
                    <a:ext uri="{FF2B5EF4-FFF2-40B4-BE49-F238E27FC236}">
                      <a16:creationId xmlns:a16="http://schemas.microsoft.com/office/drawing/2014/main" id="{3F9945B7-7594-F63C-61E2-72327AC6EE80}"/>
                    </a:ext>
                  </a:extLst>
                </p14:cNvPr>
                <p14:cNvContentPartPr/>
                <p14:nvPr/>
              </p14:nvContentPartPr>
              <p14:xfrm>
                <a:off x="22676171" y="15547713"/>
                <a:ext cx="283680" cy="60120"/>
              </p14:xfrm>
            </p:contentPart>
          </mc:Choice>
          <mc:Fallback xmlns="">
            <p:pic>
              <p:nvPicPr>
                <p:cNvPr id="573" name="잉크 572">
                  <a:extLst>
                    <a:ext uri="{FF2B5EF4-FFF2-40B4-BE49-F238E27FC236}">
                      <a16:creationId xmlns:a16="http://schemas.microsoft.com/office/drawing/2014/main" id="{3F9945B7-7594-F63C-61E2-72327AC6EE8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2667531" y="15539073"/>
                  <a:ext cx="301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574" name="잉크 573">
                  <a:extLst>
                    <a:ext uri="{FF2B5EF4-FFF2-40B4-BE49-F238E27FC236}">
                      <a16:creationId xmlns:a16="http://schemas.microsoft.com/office/drawing/2014/main" id="{381D22C3-0713-3E67-B774-82599811F1A3}"/>
                    </a:ext>
                  </a:extLst>
                </p14:cNvPr>
                <p14:cNvContentPartPr/>
                <p14:nvPr/>
              </p14:nvContentPartPr>
              <p14:xfrm>
                <a:off x="22676171" y="15607833"/>
                <a:ext cx="339840" cy="349920"/>
              </p14:xfrm>
            </p:contentPart>
          </mc:Choice>
          <mc:Fallback xmlns="">
            <p:pic>
              <p:nvPicPr>
                <p:cNvPr id="574" name="잉크 573">
                  <a:extLst>
                    <a:ext uri="{FF2B5EF4-FFF2-40B4-BE49-F238E27FC236}">
                      <a16:creationId xmlns:a16="http://schemas.microsoft.com/office/drawing/2014/main" id="{381D22C3-0713-3E67-B774-82599811F1A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2667531" y="15598833"/>
                  <a:ext cx="357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575" name="잉크 574">
                  <a:extLst>
                    <a:ext uri="{FF2B5EF4-FFF2-40B4-BE49-F238E27FC236}">
                      <a16:creationId xmlns:a16="http://schemas.microsoft.com/office/drawing/2014/main" id="{D6F550E2-E2C9-760D-32D9-448DAAD3C6CE}"/>
                    </a:ext>
                  </a:extLst>
                </p14:cNvPr>
                <p14:cNvContentPartPr/>
                <p14:nvPr/>
              </p14:nvContentPartPr>
              <p14:xfrm>
                <a:off x="21297371" y="16485873"/>
                <a:ext cx="371520" cy="325440"/>
              </p14:xfrm>
            </p:contentPart>
          </mc:Choice>
          <mc:Fallback xmlns="">
            <p:pic>
              <p:nvPicPr>
                <p:cNvPr id="575" name="잉크 574">
                  <a:extLst>
                    <a:ext uri="{FF2B5EF4-FFF2-40B4-BE49-F238E27FC236}">
                      <a16:creationId xmlns:a16="http://schemas.microsoft.com/office/drawing/2014/main" id="{D6F550E2-E2C9-760D-32D9-448DAAD3C6C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1288731" y="16476873"/>
                  <a:ext cx="38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576" name="잉크 575">
                  <a:extLst>
                    <a:ext uri="{FF2B5EF4-FFF2-40B4-BE49-F238E27FC236}">
                      <a16:creationId xmlns:a16="http://schemas.microsoft.com/office/drawing/2014/main" id="{C9BE6995-8DBC-F6E8-93FB-559BB4B8762C}"/>
                    </a:ext>
                  </a:extLst>
                </p14:cNvPr>
                <p14:cNvContentPartPr/>
                <p14:nvPr/>
              </p14:nvContentPartPr>
              <p14:xfrm>
                <a:off x="21825491" y="16303713"/>
                <a:ext cx="207000" cy="640080"/>
              </p14:xfrm>
            </p:contentPart>
          </mc:Choice>
          <mc:Fallback xmlns="">
            <p:pic>
              <p:nvPicPr>
                <p:cNvPr id="576" name="잉크 575">
                  <a:extLst>
                    <a:ext uri="{FF2B5EF4-FFF2-40B4-BE49-F238E27FC236}">
                      <a16:creationId xmlns:a16="http://schemas.microsoft.com/office/drawing/2014/main" id="{C9BE6995-8DBC-F6E8-93FB-559BB4B8762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1816851" y="16295073"/>
                  <a:ext cx="22464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577" name="잉크 576">
                  <a:extLst>
                    <a:ext uri="{FF2B5EF4-FFF2-40B4-BE49-F238E27FC236}">
                      <a16:creationId xmlns:a16="http://schemas.microsoft.com/office/drawing/2014/main" id="{4529FE36-0BC4-6C18-7D5D-FD8C92130B33}"/>
                    </a:ext>
                  </a:extLst>
                </p14:cNvPr>
                <p14:cNvContentPartPr/>
                <p14:nvPr/>
              </p14:nvContentPartPr>
              <p14:xfrm>
                <a:off x="21447851" y="16949553"/>
                <a:ext cx="455400" cy="138960"/>
              </p14:xfrm>
            </p:contentPart>
          </mc:Choice>
          <mc:Fallback xmlns="">
            <p:pic>
              <p:nvPicPr>
                <p:cNvPr id="577" name="잉크 576">
                  <a:extLst>
                    <a:ext uri="{FF2B5EF4-FFF2-40B4-BE49-F238E27FC236}">
                      <a16:creationId xmlns:a16="http://schemas.microsoft.com/office/drawing/2014/main" id="{4529FE36-0BC4-6C18-7D5D-FD8C92130B3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1439211" y="16940553"/>
                  <a:ext cx="473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578" name="잉크 577">
                  <a:extLst>
                    <a:ext uri="{FF2B5EF4-FFF2-40B4-BE49-F238E27FC236}">
                      <a16:creationId xmlns:a16="http://schemas.microsoft.com/office/drawing/2014/main" id="{5C165864-6F9A-6EDB-E0DB-9BD170864022}"/>
                    </a:ext>
                  </a:extLst>
                </p14:cNvPr>
                <p14:cNvContentPartPr/>
                <p14:nvPr/>
              </p14:nvContentPartPr>
              <p14:xfrm>
                <a:off x="22140851" y="16571553"/>
                <a:ext cx="263160" cy="180000"/>
              </p14:xfrm>
            </p:contentPart>
          </mc:Choice>
          <mc:Fallback xmlns="">
            <p:pic>
              <p:nvPicPr>
                <p:cNvPr id="578" name="잉크 577">
                  <a:extLst>
                    <a:ext uri="{FF2B5EF4-FFF2-40B4-BE49-F238E27FC236}">
                      <a16:creationId xmlns:a16="http://schemas.microsoft.com/office/drawing/2014/main" id="{5C165864-6F9A-6EDB-E0DB-9BD17086402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2132211" y="16562553"/>
                  <a:ext cx="28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579" name="잉크 578">
                  <a:extLst>
                    <a:ext uri="{FF2B5EF4-FFF2-40B4-BE49-F238E27FC236}">
                      <a16:creationId xmlns:a16="http://schemas.microsoft.com/office/drawing/2014/main" id="{91619BAD-B5A4-6CDC-8E98-5A4C16D99513}"/>
                    </a:ext>
                  </a:extLst>
                </p14:cNvPr>
                <p14:cNvContentPartPr/>
                <p14:nvPr/>
              </p14:nvContentPartPr>
              <p14:xfrm>
                <a:off x="22172531" y="16590273"/>
                <a:ext cx="360" cy="360"/>
              </p14:xfrm>
            </p:contentPart>
          </mc:Choice>
          <mc:Fallback xmlns="">
            <p:pic>
              <p:nvPicPr>
                <p:cNvPr id="579" name="잉크 578">
                  <a:extLst>
                    <a:ext uri="{FF2B5EF4-FFF2-40B4-BE49-F238E27FC236}">
                      <a16:creationId xmlns:a16="http://schemas.microsoft.com/office/drawing/2014/main" id="{91619BAD-B5A4-6CDC-8E98-5A4C16D9951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63531" y="165816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80" name="잉크 579">
                  <a:extLst>
                    <a:ext uri="{FF2B5EF4-FFF2-40B4-BE49-F238E27FC236}">
                      <a16:creationId xmlns:a16="http://schemas.microsoft.com/office/drawing/2014/main" id="{EB9DB085-6721-D25C-7040-A86D42187D61}"/>
                    </a:ext>
                  </a:extLst>
                </p14:cNvPr>
                <p14:cNvContentPartPr/>
                <p14:nvPr/>
              </p14:nvContentPartPr>
              <p14:xfrm>
                <a:off x="22172531" y="16332153"/>
                <a:ext cx="227880" cy="258480"/>
              </p14:xfrm>
            </p:contentPart>
          </mc:Choice>
          <mc:Fallback xmlns="">
            <p:pic>
              <p:nvPicPr>
                <p:cNvPr id="580" name="잉크 579">
                  <a:extLst>
                    <a:ext uri="{FF2B5EF4-FFF2-40B4-BE49-F238E27FC236}">
                      <a16:creationId xmlns:a16="http://schemas.microsoft.com/office/drawing/2014/main" id="{EB9DB085-6721-D25C-7040-A86D42187D6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2163531" y="16323513"/>
                  <a:ext cx="245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81" name="잉크 580">
                  <a:extLst>
                    <a:ext uri="{FF2B5EF4-FFF2-40B4-BE49-F238E27FC236}">
                      <a16:creationId xmlns:a16="http://schemas.microsoft.com/office/drawing/2014/main" id="{FCAE35E9-3F19-CED7-A207-A3439616504B}"/>
                    </a:ext>
                  </a:extLst>
                </p14:cNvPr>
                <p14:cNvContentPartPr/>
                <p14:nvPr/>
              </p14:nvContentPartPr>
              <p14:xfrm>
                <a:off x="22060211" y="16867473"/>
                <a:ext cx="220680" cy="180000"/>
              </p14:xfrm>
            </p:contentPart>
          </mc:Choice>
          <mc:Fallback xmlns="">
            <p:pic>
              <p:nvPicPr>
                <p:cNvPr id="581" name="잉크 580">
                  <a:extLst>
                    <a:ext uri="{FF2B5EF4-FFF2-40B4-BE49-F238E27FC236}">
                      <a16:creationId xmlns:a16="http://schemas.microsoft.com/office/drawing/2014/main" id="{FCAE35E9-3F19-CED7-A207-A343961650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051571" y="16858833"/>
                  <a:ext cx="238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72DBE1F5-BD66-BC8C-FE74-F57AFAF8FC96}"/>
                    </a:ext>
                  </a:extLst>
                </p14:cNvPr>
                <p14:cNvContentPartPr/>
                <p14:nvPr/>
              </p14:nvContentPartPr>
              <p14:xfrm>
                <a:off x="22014851" y="16751193"/>
                <a:ext cx="448200" cy="245880"/>
              </p14:xfrm>
            </p:contentPart>
          </mc:Choice>
          <mc:Fallback xmlns=""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72DBE1F5-BD66-BC8C-FE74-F57AFAF8FC9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006211" y="16742193"/>
                  <a:ext cx="465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83" name="잉크 582">
                  <a:extLst>
                    <a:ext uri="{FF2B5EF4-FFF2-40B4-BE49-F238E27FC236}">
                      <a16:creationId xmlns:a16="http://schemas.microsoft.com/office/drawing/2014/main" id="{0BD7425C-3D6A-B463-C4C8-C0BBB3DEF3FA}"/>
                    </a:ext>
                  </a:extLst>
                </p14:cNvPr>
                <p14:cNvContentPartPr/>
                <p14:nvPr/>
              </p14:nvContentPartPr>
              <p14:xfrm>
                <a:off x="22497971" y="16124433"/>
                <a:ext cx="63360" cy="1172160"/>
              </p14:xfrm>
            </p:contentPart>
          </mc:Choice>
          <mc:Fallback xmlns="">
            <p:pic>
              <p:nvPicPr>
                <p:cNvPr id="583" name="잉크 582">
                  <a:extLst>
                    <a:ext uri="{FF2B5EF4-FFF2-40B4-BE49-F238E27FC236}">
                      <a16:creationId xmlns:a16="http://schemas.microsoft.com/office/drawing/2014/main" id="{0BD7425C-3D6A-B463-C4C8-C0BBB3DEF3F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2488971" y="16115433"/>
                  <a:ext cx="8100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84" name="잉크 583">
                  <a:extLst>
                    <a:ext uri="{FF2B5EF4-FFF2-40B4-BE49-F238E27FC236}">
                      <a16:creationId xmlns:a16="http://schemas.microsoft.com/office/drawing/2014/main" id="{0F98AE15-015B-ACB1-E1C5-8214B8AE847A}"/>
                    </a:ext>
                  </a:extLst>
                </p14:cNvPr>
                <p14:cNvContentPartPr/>
                <p14:nvPr/>
              </p14:nvContentPartPr>
              <p14:xfrm>
                <a:off x="22668611" y="16473993"/>
                <a:ext cx="88560" cy="313200"/>
              </p14:xfrm>
            </p:contentPart>
          </mc:Choice>
          <mc:Fallback xmlns="">
            <p:pic>
              <p:nvPicPr>
                <p:cNvPr id="584" name="잉크 583">
                  <a:extLst>
                    <a:ext uri="{FF2B5EF4-FFF2-40B4-BE49-F238E27FC236}">
                      <a16:creationId xmlns:a16="http://schemas.microsoft.com/office/drawing/2014/main" id="{0F98AE15-015B-ACB1-E1C5-8214B8AE847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659971" y="16464993"/>
                  <a:ext cx="1062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85" name="잉크 584">
                  <a:extLst>
                    <a:ext uri="{FF2B5EF4-FFF2-40B4-BE49-F238E27FC236}">
                      <a16:creationId xmlns:a16="http://schemas.microsoft.com/office/drawing/2014/main" id="{9E7401A2-E632-C057-E8C4-3331B672D841}"/>
                    </a:ext>
                  </a:extLst>
                </p14:cNvPr>
                <p14:cNvContentPartPr/>
                <p14:nvPr/>
              </p14:nvContentPartPr>
              <p14:xfrm>
                <a:off x="22844291" y="16326033"/>
                <a:ext cx="63360" cy="797400"/>
              </p14:xfrm>
            </p:contentPart>
          </mc:Choice>
          <mc:Fallback xmlns="">
            <p:pic>
              <p:nvPicPr>
                <p:cNvPr id="585" name="잉크 584">
                  <a:extLst>
                    <a:ext uri="{FF2B5EF4-FFF2-40B4-BE49-F238E27FC236}">
                      <a16:creationId xmlns:a16="http://schemas.microsoft.com/office/drawing/2014/main" id="{9E7401A2-E632-C057-E8C4-3331B672D84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2835651" y="16317033"/>
                  <a:ext cx="8100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86" name="잉크 585">
                  <a:extLst>
                    <a:ext uri="{FF2B5EF4-FFF2-40B4-BE49-F238E27FC236}">
                      <a16:creationId xmlns:a16="http://schemas.microsoft.com/office/drawing/2014/main" id="{5F796C58-E25C-ADBC-3BDE-47E0810F5126}"/>
                    </a:ext>
                  </a:extLst>
                </p14:cNvPr>
                <p14:cNvContentPartPr/>
                <p14:nvPr/>
              </p14:nvContentPartPr>
              <p14:xfrm>
                <a:off x="22875971" y="16577673"/>
                <a:ext cx="199800" cy="85320"/>
              </p14:xfrm>
            </p:contentPart>
          </mc:Choice>
          <mc:Fallback xmlns="">
            <p:pic>
              <p:nvPicPr>
                <p:cNvPr id="586" name="잉크 585">
                  <a:extLst>
                    <a:ext uri="{FF2B5EF4-FFF2-40B4-BE49-F238E27FC236}">
                      <a16:creationId xmlns:a16="http://schemas.microsoft.com/office/drawing/2014/main" id="{5F796C58-E25C-ADBC-3BDE-47E0810F512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2866971" y="16569033"/>
                  <a:ext cx="21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87" name="잉크 586">
                  <a:extLst>
                    <a:ext uri="{FF2B5EF4-FFF2-40B4-BE49-F238E27FC236}">
                      <a16:creationId xmlns:a16="http://schemas.microsoft.com/office/drawing/2014/main" id="{8BECE6E1-0646-A79B-19AF-A68BF716E1B4}"/>
                    </a:ext>
                  </a:extLst>
                </p14:cNvPr>
                <p14:cNvContentPartPr/>
                <p14:nvPr/>
              </p14:nvContentPartPr>
              <p14:xfrm>
                <a:off x="22875971" y="16662993"/>
                <a:ext cx="248760" cy="173520"/>
              </p14:xfrm>
            </p:contentPart>
          </mc:Choice>
          <mc:Fallback xmlns="">
            <p:pic>
              <p:nvPicPr>
                <p:cNvPr id="587" name="잉크 586">
                  <a:extLst>
                    <a:ext uri="{FF2B5EF4-FFF2-40B4-BE49-F238E27FC236}">
                      <a16:creationId xmlns:a16="http://schemas.microsoft.com/office/drawing/2014/main" id="{8BECE6E1-0646-A79B-19AF-A68BF716E1B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2866971" y="16653993"/>
                  <a:ext cx="266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88" name="잉크 587">
                  <a:extLst>
                    <a:ext uri="{FF2B5EF4-FFF2-40B4-BE49-F238E27FC236}">
                      <a16:creationId xmlns:a16="http://schemas.microsoft.com/office/drawing/2014/main" id="{EE3CF3AC-BF0A-2122-7965-BE09FA9B6B9C}"/>
                    </a:ext>
                  </a:extLst>
                </p14:cNvPr>
                <p14:cNvContentPartPr/>
                <p14:nvPr/>
              </p14:nvContentPartPr>
              <p14:xfrm>
                <a:off x="23425331" y="16407753"/>
                <a:ext cx="87840" cy="79200"/>
              </p14:xfrm>
            </p:contentPart>
          </mc:Choice>
          <mc:Fallback xmlns="">
            <p:pic>
              <p:nvPicPr>
                <p:cNvPr id="588" name="잉크 587">
                  <a:extLst>
                    <a:ext uri="{FF2B5EF4-FFF2-40B4-BE49-F238E27FC236}">
                      <a16:creationId xmlns:a16="http://schemas.microsoft.com/office/drawing/2014/main" id="{EE3CF3AC-BF0A-2122-7965-BE09FA9B6B9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416331" y="16399113"/>
                  <a:ext cx="105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89" name="잉크 588">
                  <a:extLst>
                    <a:ext uri="{FF2B5EF4-FFF2-40B4-BE49-F238E27FC236}">
                      <a16:creationId xmlns:a16="http://schemas.microsoft.com/office/drawing/2014/main" id="{1B8813C2-6CF2-B7A1-1BC3-4BBFB74CC354}"/>
                    </a:ext>
                  </a:extLst>
                </p14:cNvPr>
                <p14:cNvContentPartPr/>
                <p14:nvPr/>
              </p14:nvContentPartPr>
              <p14:xfrm>
                <a:off x="23201411" y="16426473"/>
                <a:ext cx="248760" cy="375120"/>
              </p14:xfrm>
            </p:contentPart>
          </mc:Choice>
          <mc:Fallback xmlns="">
            <p:pic>
              <p:nvPicPr>
                <p:cNvPr id="589" name="잉크 588">
                  <a:extLst>
                    <a:ext uri="{FF2B5EF4-FFF2-40B4-BE49-F238E27FC236}">
                      <a16:creationId xmlns:a16="http://schemas.microsoft.com/office/drawing/2014/main" id="{1B8813C2-6CF2-B7A1-1BC3-4BBFB74CC35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3192411" y="16417833"/>
                  <a:ext cx="2664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81639961-FE3E-D3B7-FAE7-471546CD93C4}"/>
                    </a:ext>
                  </a:extLst>
                </p14:cNvPr>
                <p14:cNvContentPartPr/>
                <p14:nvPr/>
              </p14:nvContentPartPr>
              <p14:xfrm>
                <a:off x="23673731" y="15862713"/>
                <a:ext cx="256320" cy="996120"/>
              </p14:xfrm>
            </p:contentPart>
          </mc:Choice>
          <mc:Fallback xmlns=""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81639961-FE3E-D3B7-FAE7-471546CD93C4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3665091" y="15854073"/>
                  <a:ext cx="27396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91" name="잉크 590">
                  <a:extLst>
                    <a:ext uri="{FF2B5EF4-FFF2-40B4-BE49-F238E27FC236}">
                      <a16:creationId xmlns:a16="http://schemas.microsoft.com/office/drawing/2014/main" id="{8B9E38DE-B14D-0AAA-713F-9386F7AA8396}"/>
                    </a:ext>
                  </a:extLst>
                </p14:cNvPr>
                <p14:cNvContentPartPr/>
                <p14:nvPr/>
              </p14:nvContentPartPr>
              <p14:xfrm>
                <a:off x="23509211" y="16779273"/>
                <a:ext cx="357480" cy="217800"/>
              </p14:xfrm>
            </p:contentPart>
          </mc:Choice>
          <mc:Fallback xmlns="">
            <p:pic>
              <p:nvPicPr>
                <p:cNvPr id="591" name="잉크 590">
                  <a:extLst>
                    <a:ext uri="{FF2B5EF4-FFF2-40B4-BE49-F238E27FC236}">
                      <a16:creationId xmlns:a16="http://schemas.microsoft.com/office/drawing/2014/main" id="{8B9E38DE-B14D-0AAA-713F-9386F7AA839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3500571" y="16770633"/>
                  <a:ext cx="375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C490C628-5176-B206-C578-966BF1DEE3A6}"/>
                    </a:ext>
                  </a:extLst>
                </p14:cNvPr>
                <p14:cNvContentPartPr/>
                <p14:nvPr/>
              </p14:nvContentPartPr>
              <p14:xfrm>
                <a:off x="24128411" y="16284993"/>
                <a:ext cx="102240" cy="363240"/>
              </p14:xfrm>
            </p:contentPart>
          </mc:Choice>
          <mc:Fallback xmlns=""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C490C628-5176-B206-C578-966BF1DEE3A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4119771" y="16275993"/>
                  <a:ext cx="119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93" name="잉크 592">
                  <a:extLst>
                    <a:ext uri="{FF2B5EF4-FFF2-40B4-BE49-F238E27FC236}">
                      <a16:creationId xmlns:a16="http://schemas.microsoft.com/office/drawing/2014/main" id="{14AFD700-D35C-0459-D58B-9F05F56F274B}"/>
                    </a:ext>
                  </a:extLst>
                </p14:cNvPr>
                <p14:cNvContentPartPr/>
                <p14:nvPr/>
              </p14:nvContentPartPr>
              <p14:xfrm>
                <a:off x="24083411" y="16234593"/>
                <a:ext cx="199800" cy="50760"/>
              </p14:xfrm>
            </p:contentPart>
          </mc:Choice>
          <mc:Fallback xmlns="">
            <p:pic>
              <p:nvPicPr>
                <p:cNvPr id="593" name="잉크 592">
                  <a:extLst>
                    <a:ext uri="{FF2B5EF4-FFF2-40B4-BE49-F238E27FC236}">
                      <a16:creationId xmlns:a16="http://schemas.microsoft.com/office/drawing/2014/main" id="{14AFD700-D35C-0459-D58B-9F05F56F274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4074411" y="16225593"/>
                  <a:ext cx="217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94" name="잉크 593">
                  <a:extLst>
                    <a:ext uri="{FF2B5EF4-FFF2-40B4-BE49-F238E27FC236}">
                      <a16:creationId xmlns:a16="http://schemas.microsoft.com/office/drawing/2014/main" id="{33E9A15B-E998-A839-F361-0E44A639BD18}"/>
                    </a:ext>
                  </a:extLst>
                </p14:cNvPr>
                <p14:cNvContentPartPr/>
                <p14:nvPr/>
              </p14:nvContentPartPr>
              <p14:xfrm>
                <a:off x="24328211" y="15595233"/>
                <a:ext cx="232560" cy="1527840"/>
              </p14:xfrm>
            </p:contentPart>
          </mc:Choice>
          <mc:Fallback xmlns="">
            <p:pic>
              <p:nvPicPr>
                <p:cNvPr id="594" name="잉크 593">
                  <a:extLst>
                    <a:ext uri="{FF2B5EF4-FFF2-40B4-BE49-F238E27FC236}">
                      <a16:creationId xmlns:a16="http://schemas.microsoft.com/office/drawing/2014/main" id="{33E9A15B-E998-A839-F361-0E44A639BD1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4319571" y="15586233"/>
                  <a:ext cx="25020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95" name="잉크 594">
                  <a:extLst>
                    <a:ext uri="{FF2B5EF4-FFF2-40B4-BE49-F238E27FC236}">
                      <a16:creationId xmlns:a16="http://schemas.microsoft.com/office/drawing/2014/main" id="{FDC58DC0-E324-2062-C703-ACE030FBB25B}"/>
                    </a:ext>
                  </a:extLst>
                </p14:cNvPr>
                <p14:cNvContentPartPr/>
                <p14:nvPr/>
              </p14:nvContentPartPr>
              <p14:xfrm>
                <a:off x="24790091" y="16940193"/>
                <a:ext cx="21240" cy="66600"/>
              </p14:xfrm>
            </p:contentPart>
          </mc:Choice>
          <mc:Fallback xmlns="">
            <p:pic>
              <p:nvPicPr>
                <p:cNvPr id="595" name="잉크 594">
                  <a:extLst>
                    <a:ext uri="{FF2B5EF4-FFF2-40B4-BE49-F238E27FC236}">
                      <a16:creationId xmlns:a16="http://schemas.microsoft.com/office/drawing/2014/main" id="{FDC58DC0-E324-2062-C703-ACE030FBB25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4781451" y="16931193"/>
                  <a:ext cx="388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3" name="그룹 712">
            <a:extLst>
              <a:ext uri="{FF2B5EF4-FFF2-40B4-BE49-F238E27FC236}">
                <a16:creationId xmlns:a16="http://schemas.microsoft.com/office/drawing/2014/main" id="{52A686B4-CF7B-C560-C781-5C1B3D1D21DC}"/>
              </a:ext>
            </a:extLst>
          </p:cNvPr>
          <p:cNvGrpSpPr/>
          <p:nvPr/>
        </p:nvGrpSpPr>
        <p:grpSpPr>
          <a:xfrm>
            <a:off x="266531" y="19173273"/>
            <a:ext cx="12176640" cy="2935800"/>
            <a:chOff x="266531" y="19173273"/>
            <a:chExt cx="12176640" cy="29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CA923694-90E2-76EA-CBC0-6A668FDB2804}"/>
                    </a:ext>
                  </a:extLst>
                </p14:cNvPr>
                <p14:cNvContentPartPr/>
                <p14:nvPr/>
              </p14:nvContentPartPr>
              <p14:xfrm>
                <a:off x="10108211" y="19683393"/>
                <a:ext cx="144000" cy="189360"/>
              </p14:xfrm>
            </p:contentPart>
          </mc:Choice>
          <mc:Fallback xmlns=""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CA923694-90E2-76EA-CBC0-6A668FDB280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99571" y="19674753"/>
                  <a:ext cx="161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B393C509-CCFC-DDCA-6086-544D11639D25}"/>
                    </a:ext>
                  </a:extLst>
                </p14:cNvPr>
                <p14:cNvContentPartPr/>
                <p14:nvPr/>
              </p14:nvContentPartPr>
              <p14:xfrm>
                <a:off x="10251851" y="19494393"/>
                <a:ext cx="105480" cy="646200"/>
              </p14:xfrm>
            </p:contentPart>
          </mc:Choice>
          <mc:Fallback xmlns=""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B393C509-CCFC-DDCA-6086-544D11639D2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242851" y="19485753"/>
                  <a:ext cx="1231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98928FC8-385D-8E1E-0C43-152CAB3F191B}"/>
                    </a:ext>
                  </a:extLst>
                </p14:cNvPr>
                <p14:cNvContentPartPr/>
                <p14:nvPr/>
              </p14:nvContentPartPr>
              <p14:xfrm>
                <a:off x="9982211" y="20162193"/>
                <a:ext cx="234720" cy="277560"/>
              </p14:xfrm>
            </p:contentPart>
          </mc:Choice>
          <mc:Fallback xmlns=""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98928FC8-385D-8E1E-0C43-152CAB3F191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973571" y="20153553"/>
                  <a:ext cx="252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200537B9-050D-06FF-59B6-B9B2E160CFBE}"/>
                    </a:ext>
                  </a:extLst>
                </p14:cNvPr>
                <p14:cNvContentPartPr/>
                <p14:nvPr/>
              </p14:nvContentPartPr>
              <p14:xfrm>
                <a:off x="10258691" y="19998393"/>
                <a:ext cx="18000" cy="359280"/>
              </p14:xfrm>
            </p:contentPart>
          </mc:Choice>
          <mc:Fallback xmlns=""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200537B9-050D-06FF-59B6-B9B2E160CFB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250051" y="19989753"/>
                  <a:ext cx="356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69549AFB-5251-A7AD-C011-892D07F5699C}"/>
                    </a:ext>
                  </a:extLst>
                </p14:cNvPr>
                <p14:cNvContentPartPr/>
                <p14:nvPr/>
              </p14:nvContentPartPr>
              <p14:xfrm>
                <a:off x="10139891" y="20244273"/>
                <a:ext cx="144000" cy="360"/>
              </p14:xfrm>
            </p:contentPart>
          </mc:Choice>
          <mc:Fallback xmlns=""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69549AFB-5251-A7AD-C011-892D07F5699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130891" y="20235273"/>
                  <a:ext cx="16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0896971A-44D2-2D28-196A-494E4A2E54A0}"/>
                    </a:ext>
                  </a:extLst>
                </p14:cNvPr>
                <p14:cNvContentPartPr/>
                <p14:nvPr/>
              </p14:nvContentPartPr>
              <p14:xfrm>
                <a:off x="10454891" y="19727673"/>
                <a:ext cx="353880" cy="371880"/>
              </p14:xfrm>
            </p:contentPart>
          </mc:Choice>
          <mc:Fallback xmlns=""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0896971A-44D2-2D28-196A-494E4A2E54A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45891" y="19718673"/>
                  <a:ext cx="3715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5503DE2D-9FE6-B6FA-487A-A070319EF3AE}"/>
                    </a:ext>
                  </a:extLst>
                </p14:cNvPr>
                <p14:cNvContentPartPr/>
                <p14:nvPr/>
              </p14:nvContentPartPr>
              <p14:xfrm>
                <a:off x="10661171" y="19803273"/>
                <a:ext cx="270000" cy="28800"/>
              </p14:xfrm>
            </p:contentPart>
          </mc:Choice>
          <mc:Fallback xmlns=""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5503DE2D-9FE6-B6FA-487A-A070319EF3A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652531" y="19794273"/>
                  <a:ext cx="287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068F07AC-2591-7CAA-84A9-463E69A7EA25}"/>
                    </a:ext>
                  </a:extLst>
                </p14:cNvPr>
                <p14:cNvContentPartPr/>
                <p14:nvPr/>
              </p14:nvContentPartPr>
              <p14:xfrm>
                <a:off x="10661171" y="19831713"/>
                <a:ext cx="304920" cy="91800"/>
              </p14:xfrm>
            </p:contentPart>
          </mc:Choice>
          <mc:Fallback xmlns=""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068F07AC-2591-7CAA-84A9-463E69A7EA2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652531" y="19822713"/>
                  <a:ext cx="322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05C3F681-0993-9FFD-A43C-8A117425AB8F}"/>
                    </a:ext>
                  </a:extLst>
                </p14:cNvPr>
                <p14:cNvContentPartPr/>
                <p14:nvPr/>
              </p14:nvContentPartPr>
              <p14:xfrm>
                <a:off x="10899131" y="19393593"/>
                <a:ext cx="70200" cy="825480"/>
              </p14:xfrm>
            </p:contentPart>
          </mc:Choice>
          <mc:Fallback xmlns=""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05C3F681-0993-9FFD-A43C-8A117425AB8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890491" y="19384953"/>
                  <a:ext cx="8784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EEBBDE4C-CF3C-83DF-79BD-F02AA3CE150D}"/>
                    </a:ext>
                  </a:extLst>
                </p14:cNvPr>
                <p14:cNvContentPartPr/>
                <p14:nvPr/>
              </p14:nvContentPartPr>
              <p14:xfrm>
                <a:off x="10556411" y="20244273"/>
                <a:ext cx="427320" cy="245880"/>
              </p14:xfrm>
            </p:contentPart>
          </mc:Choice>
          <mc:Fallback xmlns=""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EEBBDE4C-CF3C-83DF-79BD-F02AA3CE150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547411" y="20235273"/>
                  <a:ext cx="444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F614B2B1-B0FB-BDAC-4D4C-575C006DB829}"/>
                    </a:ext>
                  </a:extLst>
                </p14:cNvPr>
                <p14:cNvContentPartPr/>
                <p14:nvPr/>
              </p14:nvContentPartPr>
              <p14:xfrm>
                <a:off x="11142491" y="19600953"/>
                <a:ext cx="292680" cy="278280"/>
              </p14:xfrm>
            </p:contentPart>
          </mc:Choice>
          <mc:Fallback xmlns=""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F614B2B1-B0FB-BDAC-4D4C-575C006DB82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133851" y="19592313"/>
                  <a:ext cx="310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74" name="잉크 473">
                  <a:extLst>
                    <a:ext uri="{FF2B5EF4-FFF2-40B4-BE49-F238E27FC236}">
                      <a16:creationId xmlns:a16="http://schemas.microsoft.com/office/drawing/2014/main" id="{89921B8D-3DCF-D857-F4C3-561BB2FB61D4}"/>
                    </a:ext>
                  </a:extLst>
                </p14:cNvPr>
                <p14:cNvContentPartPr/>
                <p14:nvPr/>
              </p14:nvContentPartPr>
              <p14:xfrm>
                <a:off x="11116211" y="19998033"/>
                <a:ext cx="336240" cy="331560"/>
              </p14:xfrm>
            </p:contentPart>
          </mc:Choice>
          <mc:Fallback xmlns="">
            <p:pic>
              <p:nvPicPr>
                <p:cNvPr id="474" name="잉크 473">
                  <a:extLst>
                    <a:ext uri="{FF2B5EF4-FFF2-40B4-BE49-F238E27FC236}">
                      <a16:creationId xmlns:a16="http://schemas.microsoft.com/office/drawing/2014/main" id="{89921B8D-3DCF-D857-F4C3-561BB2FB61D4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107571" y="19989033"/>
                  <a:ext cx="3538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5" name="잉크 474">
                  <a:extLst>
                    <a:ext uri="{FF2B5EF4-FFF2-40B4-BE49-F238E27FC236}">
                      <a16:creationId xmlns:a16="http://schemas.microsoft.com/office/drawing/2014/main" id="{B8953154-9A7D-256F-BA54-F46BBAE787CD}"/>
                    </a:ext>
                  </a:extLst>
                </p14:cNvPr>
                <p14:cNvContentPartPr/>
                <p14:nvPr/>
              </p14:nvContentPartPr>
              <p14:xfrm>
                <a:off x="11473331" y="19768353"/>
                <a:ext cx="298440" cy="331200"/>
              </p14:xfrm>
            </p:contentPart>
          </mc:Choice>
          <mc:Fallback xmlns="">
            <p:pic>
              <p:nvPicPr>
                <p:cNvPr id="475" name="잉크 474">
                  <a:extLst>
                    <a:ext uri="{FF2B5EF4-FFF2-40B4-BE49-F238E27FC236}">
                      <a16:creationId xmlns:a16="http://schemas.microsoft.com/office/drawing/2014/main" id="{B8953154-9A7D-256F-BA54-F46BBAE787CD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464331" y="19759713"/>
                  <a:ext cx="316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76" name="잉크 475">
                  <a:extLst>
                    <a:ext uri="{FF2B5EF4-FFF2-40B4-BE49-F238E27FC236}">
                      <a16:creationId xmlns:a16="http://schemas.microsoft.com/office/drawing/2014/main" id="{4137E720-0B5A-7E25-B5E8-2C6129FE8936}"/>
                    </a:ext>
                  </a:extLst>
                </p14:cNvPr>
                <p14:cNvContentPartPr/>
                <p14:nvPr/>
              </p14:nvContentPartPr>
              <p14:xfrm>
                <a:off x="11781131" y="19393593"/>
                <a:ext cx="14400" cy="1131120"/>
              </p14:xfrm>
            </p:contentPart>
          </mc:Choice>
          <mc:Fallback xmlns="">
            <p:pic>
              <p:nvPicPr>
                <p:cNvPr id="476" name="잉크 475">
                  <a:extLst>
                    <a:ext uri="{FF2B5EF4-FFF2-40B4-BE49-F238E27FC236}">
                      <a16:creationId xmlns:a16="http://schemas.microsoft.com/office/drawing/2014/main" id="{4137E720-0B5A-7E25-B5E8-2C6129FE893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772491" y="19384953"/>
                  <a:ext cx="3204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77" name="잉크 476">
                  <a:extLst>
                    <a:ext uri="{FF2B5EF4-FFF2-40B4-BE49-F238E27FC236}">
                      <a16:creationId xmlns:a16="http://schemas.microsoft.com/office/drawing/2014/main" id="{A298B792-191B-D9BB-0280-47DD6DF9D61D}"/>
                    </a:ext>
                  </a:extLst>
                </p14:cNvPr>
                <p14:cNvContentPartPr/>
                <p14:nvPr/>
              </p14:nvContentPartPr>
              <p14:xfrm>
                <a:off x="12008651" y="19774833"/>
                <a:ext cx="279720" cy="258480"/>
              </p14:xfrm>
            </p:contentPart>
          </mc:Choice>
          <mc:Fallback xmlns="">
            <p:pic>
              <p:nvPicPr>
                <p:cNvPr id="477" name="잉크 476">
                  <a:extLst>
                    <a:ext uri="{FF2B5EF4-FFF2-40B4-BE49-F238E27FC236}">
                      <a16:creationId xmlns:a16="http://schemas.microsoft.com/office/drawing/2014/main" id="{A298B792-191B-D9BB-0280-47DD6DF9D61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2000011" y="19766193"/>
                  <a:ext cx="297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F28FFA08-1BD3-F1BC-8636-14475D9F9DC8}"/>
                    </a:ext>
                  </a:extLst>
                </p14:cNvPr>
                <p14:cNvContentPartPr/>
                <p14:nvPr/>
              </p14:nvContentPartPr>
              <p14:xfrm>
                <a:off x="11896691" y="20067873"/>
                <a:ext cx="423720" cy="135720"/>
              </p14:xfrm>
            </p:contentPart>
          </mc:Choice>
          <mc:Fallback xmlns=""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F28FFA08-1BD3-F1BC-8636-14475D9F9DC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888051" y="20058873"/>
                  <a:ext cx="441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EC5324B5-786C-A485-B678-020CC8D112B6}"/>
                    </a:ext>
                  </a:extLst>
                </p14:cNvPr>
                <p14:cNvContentPartPr/>
                <p14:nvPr/>
              </p14:nvContentPartPr>
              <p14:xfrm>
                <a:off x="12148691" y="20215833"/>
                <a:ext cx="255960" cy="198720"/>
              </p14:xfrm>
            </p:contentPart>
          </mc:Choice>
          <mc:Fallback xmlns=""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EC5324B5-786C-A485-B678-020CC8D112B6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2140051" y="20206833"/>
                  <a:ext cx="273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41" name="잉크 440">
                  <a:extLst>
                    <a:ext uri="{FF2B5EF4-FFF2-40B4-BE49-F238E27FC236}">
                      <a16:creationId xmlns:a16="http://schemas.microsoft.com/office/drawing/2014/main" id="{78687360-AE6A-B2AD-0063-6B2F815313B7}"/>
                    </a:ext>
                  </a:extLst>
                </p14:cNvPr>
                <p14:cNvContentPartPr/>
                <p14:nvPr/>
              </p14:nvContentPartPr>
              <p14:xfrm>
                <a:off x="4204211" y="19563873"/>
                <a:ext cx="318960" cy="315360"/>
              </p14:xfrm>
            </p:contentPart>
          </mc:Choice>
          <mc:Fallback xmlns="">
            <p:pic>
              <p:nvPicPr>
                <p:cNvPr id="441" name="잉크 440">
                  <a:extLst>
                    <a:ext uri="{FF2B5EF4-FFF2-40B4-BE49-F238E27FC236}">
                      <a16:creationId xmlns:a16="http://schemas.microsoft.com/office/drawing/2014/main" id="{78687360-AE6A-B2AD-0063-6B2F815313B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195211" y="19554873"/>
                  <a:ext cx="336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42" name="잉크 441">
                  <a:extLst>
                    <a:ext uri="{FF2B5EF4-FFF2-40B4-BE49-F238E27FC236}">
                      <a16:creationId xmlns:a16="http://schemas.microsoft.com/office/drawing/2014/main" id="{3FA7C892-7DB7-9D4C-4B21-9CA7B96187F4}"/>
                    </a:ext>
                  </a:extLst>
                </p14:cNvPr>
                <p14:cNvContentPartPr/>
                <p14:nvPr/>
              </p14:nvContentPartPr>
              <p14:xfrm>
                <a:off x="3756011" y="19781313"/>
                <a:ext cx="840600" cy="331200"/>
              </p14:xfrm>
            </p:contentPart>
          </mc:Choice>
          <mc:Fallback xmlns="">
            <p:pic>
              <p:nvPicPr>
                <p:cNvPr id="442" name="잉크 441">
                  <a:extLst>
                    <a:ext uri="{FF2B5EF4-FFF2-40B4-BE49-F238E27FC236}">
                      <a16:creationId xmlns:a16="http://schemas.microsoft.com/office/drawing/2014/main" id="{3FA7C892-7DB7-9D4C-4B21-9CA7B96187F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747371" y="19772313"/>
                  <a:ext cx="8582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43" name="잉크 442">
                  <a:extLst>
                    <a:ext uri="{FF2B5EF4-FFF2-40B4-BE49-F238E27FC236}">
                      <a16:creationId xmlns:a16="http://schemas.microsoft.com/office/drawing/2014/main" id="{AAAE8EAE-CB49-F707-4F27-CAE5E930F6EF}"/>
                    </a:ext>
                  </a:extLst>
                </p14:cNvPr>
                <p14:cNvContentPartPr/>
                <p14:nvPr/>
              </p14:nvContentPartPr>
              <p14:xfrm>
                <a:off x="4130411" y="20048793"/>
                <a:ext cx="427320" cy="132480"/>
              </p14:xfrm>
            </p:contentPart>
          </mc:Choice>
          <mc:Fallback xmlns="">
            <p:pic>
              <p:nvPicPr>
                <p:cNvPr id="443" name="잉크 442">
                  <a:extLst>
                    <a:ext uri="{FF2B5EF4-FFF2-40B4-BE49-F238E27FC236}">
                      <a16:creationId xmlns:a16="http://schemas.microsoft.com/office/drawing/2014/main" id="{AAAE8EAE-CB49-F707-4F27-CAE5E930F6EF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121771" y="20040153"/>
                  <a:ext cx="444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44" name="잉크 443">
                  <a:extLst>
                    <a:ext uri="{FF2B5EF4-FFF2-40B4-BE49-F238E27FC236}">
                      <a16:creationId xmlns:a16="http://schemas.microsoft.com/office/drawing/2014/main" id="{053DCBB4-4505-A00D-75F1-4FE8ECDC5D97}"/>
                    </a:ext>
                  </a:extLst>
                </p14:cNvPr>
                <p14:cNvContentPartPr/>
                <p14:nvPr/>
              </p14:nvContentPartPr>
              <p14:xfrm>
                <a:off x="4641971" y="19655313"/>
                <a:ext cx="209880" cy="406800"/>
              </p14:xfrm>
            </p:contentPart>
          </mc:Choice>
          <mc:Fallback xmlns="">
            <p:pic>
              <p:nvPicPr>
                <p:cNvPr id="444" name="잉크 443">
                  <a:extLst>
                    <a:ext uri="{FF2B5EF4-FFF2-40B4-BE49-F238E27FC236}">
                      <a16:creationId xmlns:a16="http://schemas.microsoft.com/office/drawing/2014/main" id="{053DCBB4-4505-A00D-75F1-4FE8ECDC5D9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633331" y="19646313"/>
                  <a:ext cx="2275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45" name="잉크 444">
                  <a:extLst>
                    <a:ext uri="{FF2B5EF4-FFF2-40B4-BE49-F238E27FC236}">
                      <a16:creationId xmlns:a16="http://schemas.microsoft.com/office/drawing/2014/main" id="{AB5E3AD4-EC3D-9F82-9D42-66DC136B0E41}"/>
                    </a:ext>
                  </a:extLst>
                </p14:cNvPr>
                <p14:cNvContentPartPr/>
                <p14:nvPr/>
              </p14:nvContentPartPr>
              <p14:xfrm>
                <a:off x="4753571" y="19744953"/>
                <a:ext cx="241200" cy="349560"/>
              </p14:xfrm>
            </p:contentPart>
          </mc:Choice>
          <mc:Fallback xmlns="">
            <p:pic>
              <p:nvPicPr>
                <p:cNvPr id="445" name="잉크 444">
                  <a:extLst>
                    <a:ext uri="{FF2B5EF4-FFF2-40B4-BE49-F238E27FC236}">
                      <a16:creationId xmlns:a16="http://schemas.microsoft.com/office/drawing/2014/main" id="{AB5E3AD4-EC3D-9F82-9D42-66DC136B0E4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744571" y="19735953"/>
                  <a:ext cx="2588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46" name="잉크 445">
                  <a:extLst>
                    <a:ext uri="{FF2B5EF4-FFF2-40B4-BE49-F238E27FC236}">
                      <a16:creationId xmlns:a16="http://schemas.microsoft.com/office/drawing/2014/main" id="{E4F4F64F-977A-A552-2825-06BBEE12F37B}"/>
                    </a:ext>
                  </a:extLst>
                </p14:cNvPr>
                <p14:cNvContentPartPr/>
                <p14:nvPr/>
              </p14:nvContentPartPr>
              <p14:xfrm>
                <a:off x="5044091" y="19173273"/>
                <a:ext cx="199800" cy="1483200"/>
              </p14:xfrm>
            </p:contentPart>
          </mc:Choice>
          <mc:Fallback xmlns="">
            <p:pic>
              <p:nvPicPr>
                <p:cNvPr id="446" name="잉크 445">
                  <a:extLst>
                    <a:ext uri="{FF2B5EF4-FFF2-40B4-BE49-F238E27FC236}">
                      <a16:creationId xmlns:a16="http://schemas.microsoft.com/office/drawing/2014/main" id="{E4F4F64F-977A-A552-2825-06BBEE12F37B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035091" y="19164273"/>
                  <a:ext cx="217440" cy="15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47" name="잉크 446">
                  <a:extLst>
                    <a:ext uri="{FF2B5EF4-FFF2-40B4-BE49-F238E27FC236}">
                      <a16:creationId xmlns:a16="http://schemas.microsoft.com/office/drawing/2014/main" id="{C530016C-A51B-A071-E832-65C7E931D736}"/>
                    </a:ext>
                  </a:extLst>
                </p14:cNvPr>
                <p14:cNvContentPartPr/>
                <p14:nvPr/>
              </p14:nvContentPartPr>
              <p14:xfrm>
                <a:off x="5499131" y="19913433"/>
                <a:ext cx="66960" cy="66600"/>
              </p14:xfrm>
            </p:contentPart>
          </mc:Choice>
          <mc:Fallback xmlns="">
            <p:pic>
              <p:nvPicPr>
                <p:cNvPr id="447" name="잉크 446">
                  <a:extLst>
                    <a:ext uri="{FF2B5EF4-FFF2-40B4-BE49-F238E27FC236}">
                      <a16:creationId xmlns:a16="http://schemas.microsoft.com/office/drawing/2014/main" id="{C530016C-A51B-A071-E832-65C7E931D73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490131" y="19904433"/>
                  <a:ext cx="84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48" name="잉크 447">
                  <a:extLst>
                    <a:ext uri="{FF2B5EF4-FFF2-40B4-BE49-F238E27FC236}">
                      <a16:creationId xmlns:a16="http://schemas.microsoft.com/office/drawing/2014/main" id="{89CF098C-714C-5F94-B3C1-D50258FEC116}"/>
                    </a:ext>
                  </a:extLst>
                </p14:cNvPr>
                <p14:cNvContentPartPr/>
                <p14:nvPr/>
              </p14:nvContentPartPr>
              <p14:xfrm>
                <a:off x="5688131" y="20266233"/>
                <a:ext cx="35280" cy="138960"/>
              </p14:xfrm>
            </p:contentPart>
          </mc:Choice>
          <mc:Fallback xmlns="">
            <p:pic>
              <p:nvPicPr>
                <p:cNvPr id="448" name="잉크 447">
                  <a:extLst>
                    <a:ext uri="{FF2B5EF4-FFF2-40B4-BE49-F238E27FC236}">
                      <a16:creationId xmlns:a16="http://schemas.microsoft.com/office/drawing/2014/main" id="{89CF098C-714C-5F94-B3C1-D50258FEC11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679131" y="20257233"/>
                  <a:ext cx="52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50" name="잉크 449">
                  <a:extLst>
                    <a:ext uri="{FF2B5EF4-FFF2-40B4-BE49-F238E27FC236}">
                      <a16:creationId xmlns:a16="http://schemas.microsoft.com/office/drawing/2014/main" id="{AE74F0A3-536F-4065-9D63-38515A709EEE}"/>
                    </a:ext>
                  </a:extLst>
                </p14:cNvPr>
                <p14:cNvContentPartPr/>
                <p14:nvPr/>
              </p14:nvContentPartPr>
              <p14:xfrm>
                <a:off x="6479051" y="19969593"/>
                <a:ext cx="210240" cy="221760"/>
              </p14:xfrm>
            </p:contentPart>
          </mc:Choice>
          <mc:Fallback xmlns="">
            <p:pic>
              <p:nvPicPr>
                <p:cNvPr id="450" name="잉크 449">
                  <a:extLst>
                    <a:ext uri="{FF2B5EF4-FFF2-40B4-BE49-F238E27FC236}">
                      <a16:creationId xmlns:a16="http://schemas.microsoft.com/office/drawing/2014/main" id="{AE74F0A3-536F-4065-9D63-38515A709EE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470051" y="19960593"/>
                  <a:ext cx="227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4466F004-A09B-9336-3864-3301BCA85894}"/>
                    </a:ext>
                  </a:extLst>
                </p14:cNvPr>
                <p14:cNvContentPartPr/>
                <p14:nvPr/>
              </p14:nvContentPartPr>
              <p14:xfrm>
                <a:off x="6608291" y="19346433"/>
                <a:ext cx="77400" cy="863280"/>
              </p14:xfrm>
            </p:contentPart>
          </mc:Choice>
          <mc:Fallback xmlns=""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4466F004-A09B-9336-3864-3301BCA8589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599651" y="19337793"/>
                  <a:ext cx="9504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00071C89-9838-3712-205A-00264F2094E1}"/>
                    </a:ext>
                  </a:extLst>
                </p14:cNvPr>
                <p14:cNvContentPartPr/>
                <p14:nvPr/>
              </p14:nvContentPartPr>
              <p14:xfrm>
                <a:off x="6734291" y="19774113"/>
                <a:ext cx="225360" cy="324000"/>
              </p14:xfrm>
            </p:contentPart>
          </mc:Choice>
          <mc:Fallback xmlns=""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00071C89-9838-3712-205A-00264F2094E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725291" y="19765113"/>
                  <a:ext cx="2430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0A498C81-FC98-4AFC-3E91-986CE1635BA3}"/>
                    </a:ext>
                  </a:extLst>
                </p14:cNvPr>
                <p14:cNvContentPartPr/>
                <p14:nvPr/>
              </p14:nvContentPartPr>
              <p14:xfrm>
                <a:off x="6975851" y="19418793"/>
                <a:ext cx="228240" cy="784800"/>
              </p14:xfrm>
            </p:contentPart>
          </mc:Choice>
          <mc:Fallback xmlns=""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0A498C81-FC98-4AFC-3E91-986CE1635BA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967211" y="19410153"/>
                  <a:ext cx="24588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88DBB959-947A-0B75-9BD8-FC281CDB23FE}"/>
                    </a:ext>
                  </a:extLst>
                </p14:cNvPr>
                <p14:cNvContentPartPr/>
                <p14:nvPr/>
              </p14:nvContentPartPr>
              <p14:xfrm>
                <a:off x="7302011" y="19855833"/>
                <a:ext cx="105480" cy="341640"/>
              </p14:xfrm>
            </p:contentPart>
          </mc:Choice>
          <mc:Fallback xmlns=""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88DBB959-947A-0B75-9BD8-FC281CDB23FE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293011" y="19847193"/>
                  <a:ext cx="123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55" name="잉크 454">
                  <a:extLst>
                    <a:ext uri="{FF2B5EF4-FFF2-40B4-BE49-F238E27FC236}">
                      <a16:creationId xmlns:a16="http://schemas.microsoft.com/office/drawing/2014/main" id="{DE597916-70E4-368A-DD18-FB529F313461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196200" cy="315360"/>
              </p14:xfrm>
            </p:contentPart>
          </mc:Choice>
          <mc:Fallback xmlns="">
            <p:pic>
              <p:nvPicPr>
                <p:cNvPr id="455" name="잉크 454">
                  <a:extLst>
                    <a:ext uri="{FF2B5EF4-FFF2-40B4-BE49-F238E27FC236}">
                      <a16:creationId xmlns:a16="http://schemas.microsoft.com/office/drawing/2014/main" id="{DE597916-70E4-368A-DD18-FB529F31346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516571" y="19869873"/>
                  <a:ext cx="2138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56" name="잉크 455">
                  <a:extLst>
                    <a:ext uri="{FF2B5EF4-FFF2-40B4-BE49-F238E27FC236}">
                      <a16:creationId xmlns:a16="http://schemas.microsoft.com/office/drawing/2014/main" id="{76229095-F210-B052-6A9E-208652CD6EAE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360" cy="360"/>
              </p14:xfrm>
            </p:contentPart>
          </mc:Choice>
          <mc:Fallback xmlns="">
            <p:pic>
              <p:nvPicPr>
                <p:cNvPr id="456" name="잉크 455">
                  <a:extLst>
                    <a:ext uri="{FF2B5EF4-FFF2-40B4-BE49-F238E27FC236}">
                      <a16:creationId xmlns:a16="http://schemas.microsoft.com/office/drawing/2014/main" id="{76229095-F210-B052-6A9E-208652CD6E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16571" y="198698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E4BCD27C-FF58-9F3B-B6CE-5841D833A337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455400" cy="400320"/>
              </p14:xfrm>
            </p:contentPart>
          </mc:Choice>
          <mc:Fallback xmlns=""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E4BCD27C-FF58-9F3B-B6CE-5841D833A33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516571" y="19869873"/>
                  <a:ext cx="4730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6287DB7F-EC94-D960-1010-0D6B9F532B9C}"/>
                    </a:ext>
                  </a:extLst>
                </p14:cNvPr>
                <p14:cNvContentPartPr/>
                <p14:nvPr/>
              </p14:nvContentPartPr>
              <p14:xfrm>
                <a:off x="8256371" y="19900833"/>
                <a:ext cx="168840" cy="297000"/>
              </p14:xfrm>
            </p:contentPart>
          </mc:Choice>
          <mc:Fallback xmlns=""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6287DB7F-EC94-D960-1010-0D6B9F532B9C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247731" y="19891833"/>
                  <a:ext cx="186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C09AAC94-7891-9B02-2FC8-E13C112868CD}"/>
                    </a:ext>
                  </a:extLst>
                </p14:cNvPr>
                <p14:cNvContentPartPr/>
                <p14:nvPr/>
              </p14:nvContentPartPr>
              <p14:xfrm>
                <a:off x="8606651" y="19894353"/>
                <a:ext cx="259560" cy="300960"/>
              </p14:xfrm>
            </p:contentPart>
          </mc:Choice>
          <mc:Fallback xmlns=""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C09AAC94-7891-9B02-2FC8-E13C112868C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597651" y="19885713"/>
                  <a:ext cx="277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D7BE26EB-73C8-15DE-89C0-90C79FFED9B7}"/>
                    </a:ext>
                  </a:extLst>
                </p14:cNvPr>
                <p14:cNvContentPartPr/>
                <p14:nvPr/>
              </p14:nvContentPartPr>
              <p14:xfrm>
                <a:off x="9247451" y="19551273"/>
                <a:ext cx="157680" cy="258480"/>
              </p14:xfrm>
            </p:contentPart>
          </mc:Choice>
          <mc:Fallback xmlns=""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D7BE26EB-73C8-15DE-89C0-90C79FFED9B7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238451" y="19542633"/>
                  <a:ext cx="175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601E47D4-3FFF-1D59-8A83-10A95E66FB6C}"/>
                    </a:ext>
                  </a:extLst>
                </p14:cNvPr>
                <p14:cNvContentPartPr/>
                <p14:nvPr/>
              </p14:nvContentPartPr>
              <p14:xfrm>
                <a:off x="8967371" y="19957353"/>
                <a:ext cx="535680" cy="16200"/>
              </p14:xfrm>
            </p:contentPart>
          </mc:Choice>
          <mc:Fallback xmlns=""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601E47D4-3FFF-1D59-8A83-10A95E66FB6C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958371" y="19948713"/>
                  <a:ext cx="553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C44B4F7E-1CF4-3085-2B02-BA7D2DBE2990}"/>
                    </a:ext>
                  </a:extLst>
                </p14:cNvPr>
                <p14:cNvContentPartPr/>
                <p14:nvPr/>
              </p14:nvContentPartPr>
              <p14:xfrm>
                <a:off x="9499451" y="19214313"/>
                <a:ext cx="360" cy="1477440"/>
              </p14:xfrm>
            </p:contentPart>
          </mc:Choice>
          <mc:Fallback xmlns=""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C44B4F7E-1CF4-3085-2B02-BA7D2DBE2990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490451" y="19205313"/>
                  <a:ext cx="18000" cy="14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629" name="잉크 628">
                  <a:extLst>
                    <a:ext uri="{FF2B5EF4-FFF2-40B4-BE49-F238E27FC236}">
                      <a16:creationId xmlns:a16="http://schemas.microsoft.com/office/drawing/2014/main" id="{E63FBB3B-6EF4-8076-9156-E5465E0F1FE9}"/>
                    </a:ext>
                  </a:extLst>
                </p14:cNvPr>
                <p14:cNvContentPartPr/>
                <p14:nvPr/>
              </p14:nvContentPartPr>
              <p14:xfrm>
                <a:off x="266531" y="19443993"/>
                <a:ext cx="404640" cy="662040"/>
              </p14:xfrm>
            </p:contentPart>
          </mc:Choice>
          <mc:Fallback xmlns="">
            <p:pic>
              <p:nvPicPr>
                <p:cNvPr id="629" name="잉크 628">
                  <a:extLst>
                    <a:ext uri="{FF2B5EF4-FFF2-40B4-BE49-F238E27FC236}">
                      <a16:creationId xmlns:a16="http://schemas.microsoft.com/office/drawing/2014/main" id="{E63FBB3B-6EF4-8076-9156-E5465E0F1FE9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57891" y="19435353"/>
                  <a:ext cx="42228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630" name="잉크 629">
                  <a:extLst>
                    <a:ext uri="{FF2B5EF4-FFF2-40B4-BE49-F238E27FC236}">
                      <a16:creationId xmlns:a16="http://schemas.microsoft.com/office/drawing/2014/main" id="{4AA811A7-3ED0-9226-1B76-A41C2EAFD255}"/>
                    </a:ext>
                  </a:extLst>
                </p14:cNvPr>
                <p14:cNvContentPartPr/>
                <p14:nvPr/>
              </p14:nvContentPartPr>
              <p14:xfrm>
                <a:off x="403331" y="19563873"/>
                <a:ext cx="343440" cy="56880"/>
              </p14:xfrm>
            </p:contentPart>
          </mc:Choice>
          <mc:Fallback xmlns="">
            <p:pic>
              <p:nvPicPr>
                <p:cNvPr id="630" name="잉크 629">
                  <a:extLst>
                    <a:ext uri="{FF2B5EF4-FFF2-40B4-BE49-F238E27FC236}">
                      <a16:creationId xmlns:a16="http://schemas.microsoft.com/office/drawing/2014/main" id="{4AA811A7-3ED0-9226-1B76-A41C2EAFD255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394331" y="19554873"/>
                  <a:ext cx="361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631" name="잉크 630">
                  <a:extLst>
                    <a:ext uri="{FF2B5EF4-FFF2-40B4-BE49-F238E27FC236}">
                      <a16:creationId xmlns:a16="http://schemas.microsoft.com/office/drawing/2014/main" id="{C01B7206-C15F-00F0-BF11-198037F46EF5}"/>
                    </a:ext>
                  </a:extLst>
                </p14:cNvPr>
                <p14:cNvContentPartPr/>
                <p14:nvPr/>
              </p14:nvContentPartPr>
              <p14:xfrm>
                <a:off x="727691" y="19688433"/>
                <a:ext cx="176760" cy="253800"/>
              </p14:xfrm>
            </p:contentPart>
          </mc:Choice>
          <mc:Fallback xmlns="">
            <p:pic>
              <p:nvPicPr>
                <p:cNvPr id="631" name="잉크 630">
                  <a:extLst>
                    <a:ext uri="{FF2B5EF4-FFF2-40B4-BE49-F238E27FC236}">
                      <a16:creationId xmlns:a16="http://schemas.microsoft.com/office/drawing/2014/main" id="{C01B7206-C15F-00F0-BF11-198037F46EF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19051" y="19679433"/>
                  <a:ext cx="194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634" name="잉크 633">
                  <a:extLst>
                    <a:ext uri="{FF2B5EF4-FFF2-40B4-BE49-F238E27FC236}">
                      <a16:creationId xmlns:a16="http://schemas.microsoft.com/office/drawing/2014/main" id="{5E0DC80D-2B25-BC42-8BDC-88AE9B83F97D}"/>
                    </a:ext>
                  </a:extLst>
                </p14:cNvPr>
                <p14:cNvContentPartPr/>
                <p14:nvPr/>
              </p14:nvContentPartPr>
              <p14:xfrm>
                <a:off x="994811" y="19906953"/>
                <a:ext cx="227880" cy="9720"/>
              </p14:xfrm>
            </p:contentPart>
          </mc:Choice>
          <mc:Fallback xmlns="">
            <p:pic>
              <p:nvPicPr>
                <p:cNvPr id="634" name="잉크 633">
                  <a:extLst>
                    <a:ext uri="{FF2B5EF4-FFF2-40B4-BE49-F238E27FC236}">
                      <a16:creationId xmlns:a16="http://schemas.microsoft.com/office/drawing/2014/main" id="{5E0DC80D-2B25-BC42-8BDC-88AE9B83F97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85811" y="19898313"/>
                  <a:ext cx="245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635" name="잉크 634">
                  <a:extLst>
                    <a:ext uri="{FF2B5EF4-FFF2-40B4-BE49-F238E27FC236}">
                      <a16:creationId xmlns:a16="http://schemas.microsoft.com/office/drawing/2014/main" id="{D25EA88E-EA7E-8260-AD3D-6FCDB7C6E25A}"/>
                    </a:ext>
                  </a:extLst>
                </p14:cNvPr>
                <p14:cNvContentPartPr/>
                <p14:nvPr/>
              </p14:nvContentPartPr>
              <p14:xfrm>
                <a:off x="1266971" y="19591593"/>
                <a:ext cx="249840" cy="281520"/>
              </p14:xfrm>
            </p:contentPart>
          </mc:Choice>
          <mc:Fallback xmlns="">
            <p:pic>
              <p:nvPicPr>
                <p:cNvPr id="635" name="잉크 634">
                  <a:extLst>
                    <a:ext uri="{FF2B5EF4-FFF2-40B4-BE49-F238E27FC236}">
                      <a16:creationId xmlns:a16="http://schemas.microsoft.com/office/drawing/2014/main" id="{D25EA88E-EA7E-8260-AD3D-6FCDB7C6E25A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257971" y="19582593"/>
                  <a:ext cx="267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636" name="잉크 635">
                  <a:extLst>
                    <a:ext uri="{FF2B5EF4-FFF2-40B4-BE49-F238E27FC236}">
                      <a16:creationId xmlns:a16="http://schemas.microsoft.com/office/drawing/2014/main" id="{5972062A-8D07-2EAA-93B0-36395BEC2575}"/>
                    </a:ext>
                  </a:extLst>
                </p14:cNvPr>
                <p14:cNvContentPartPr/>
                <p14:nvPr/>
              </p14:nvContentPartPr>
              <p14:xfrm>
                <a:off x="1502051" y="19563153"/>
                <a:ext cx="304920" cy="254160"/>
              </p14:xfrm>
            </p:contentPart>
          </mc:Choice>
          <mc:Fallback xmlns="">
            <p:pic>
              <p:nvPicPr>
                <p:cNvPr id="636" name="잉크 635">
                  <a:extLst>
                    <a:ext uri="{FF2B5EF4-FFF2-40B4-BE49-F238E27FC236}">
                      <a16:creationId xmlns:a16="http://schemas.microsoft.com/office/drawing/2014/main" id="{5972062A-8D07-2EAA-93B0-36395BEC2575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493411" y="19554513"/>
                  <a:ext cx="322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637" name="잉크 636">
                  <a:extLst>
                    <a:ext uri="{FF2B5EF4-FFF2-40B4-BE49-F238E27FC236}">
                      <a16:creationId xmlns:a16="http://schemas.microsoft.com/office/drawing/2014/main" id="{7935CB46-B2A8-AC6C-22ED-3CD2CE6B9BD3}"/>
                    </a:ext>
                  </a:extLst>
                </p14:cNvPr>
                <p14:cNvContentPartPr/>
                <p14:nvPr/>
              </p14:nvContentPartPr>
              <p14:xfrm>
                <a:off x="1684211" y="19689873"/>
                <a:ext cx="360" cy="360"/>
              </p14:xfrm>
            </p:contentPart>
          </mc:Choice>
          <mc:Fallback xmlns="">
            <p:pic>
              <p:nvPicPr>
                <p:cNvPr id="637" name="잉크 636">
                  <a:extLst>
                    <a:ext uri="{FF2B5EF4-FFF2-40B4-BE49-F238E27FC236}">
                      <a16:creationId xmlns:a16="http://schemas.microsoft.com/office/drawing/2014/main" id="{7935CB46-B2A8-AC6C-22ED-3CD2CE6B9B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75211" y="196808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12ECBEAB-F51E-AC38-9F2B-84B689BCED83}"/>
                    </a:ext>
                  </a:extLst>
                </p14:cNvPr>
                <p14:cNvContentPartPr/>
                <p14:nvPr/>
              </p14:nvContentPartPr>
              <p14:xfrm>
                <a:off x="1684211" y="19613193"/>
                <a:ext cx="403200" cy="329040"/>
              </p14:xfrm>
            </p:contentPart>
          </mc:Choice>
          <mc:Fallback xmlns=""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12ECBEAB-F51E-AC38-9F2B-84B689BCE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675211" y="19604553"/>
                  <a:ext cx="420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639" name="잉크 638">
                  <a:extLst>
                    <a:ext uri="{FF2B5EF4-FFF2-40B4-BE49-F238E27FC236}">
                      <a16:creationId xmlns:a16="http://schemas.microsoft.com/office/drawing/2014/main" id="{BF173346-DD25-B397-E082-E4FD7B99E0D8}"/>
                    </a:ext>
                  </a:extLst>
                </p14:cNvPr>
                <p14:cNvContentPartPr/>
                <p14:nvPr/>
              </p14:nvContentPartPr>
              <p14:xfrm>
                <a:off x="2415731" y="19425273"/>
                <a:ext cx="178920" cy="390960"/>
              </p14:xfrm>
            </p:contentPart>
          </mc:Choice>
          <mc:Fallback xmlns="">
            <p:pic>
              <p:nvPicPr>
                <p:cNvPr id="639" name="잉크 638">
                  <a:extLst>
                    <a:ext uri="{FF2B5EF4-FFF2-40B4-BE49-F238E27FC236}">
                      <a16:creationId xmlns:a16="http://schemas.microsoft.com/office/drawing/2014/main" id="{BF173346-DD25-B397-E082-E4FD7B99E0D8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06731" y="19416273"/>
                  <a:ext cx="1965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012A5015-A585-54BD-8072-1A0F8949D126}"/>
                    </a:ext>
                  </a:extLst>
                </p14:cNvPr>
                <p14:cNvContentPartPr/>
                <p14:nvPr/>
              </p14:nvContentPartPr>
              <p14:xfrm>
                <a:off x="2688611" y="19346433"/>
                <a:ext cx="315360" cy="407160"/>
              </p14:xfrm>
            </p:contentPart>
          </mc:Choice>
          <mc:Fallback xmlns=""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012A5015-A585-54BD-8072-1A0F8949D12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679611" y="19337793"/>
                  <a:ext cx="3330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641" name="잉크 640">
                  <a:extLst>
                    <a:ext uri="{FF2B5EF4-FFF2-40B4-BE49-F238E27FC236}">
                      <a16:creationId xmlns:a16="http://schemas.microsoft.com/office/drawing/2014/main" id="{B4E98501-8102-16D7-F209-F22F46B6FEA4}"/>
                    </a:ext>
                  </a:extLst>
                </p14:cNvPr>
                <p14:cNvContentPartPr/>
                <p14:nvPr/>
              </p14:nvContentPartPr>
              <p14:xfrm>
                <a:off x="2944211" y="19261473"/>
                <a:ext cx="94680" cy="394200"/>
              </p14:xfrm>
            </p:contentPart>
          </mc:Choice>
          <mc:Fallback xmlns="">
            <p:pic>
              <p:nvPicPr>
                <p:cNvPr id="641" name="잉크 640">
                  <a:extLst>
                    <a:ext uri="{FF2B5EF4-FFF2-40B4-BE49-F238E27FC236}">
                      <a16:creationId xmlns:a16="http://schemas.microsoft.com/office/drawing/2014/main" id="{B4E98501-8102-16D7-F209-F22F46B6FEA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935211" y="19252473"/>
                  <a:ext cx="1123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5A3076F2-6339-3CE3-8477-C5916844C191}"/>
                    </a:ext>
                  </a:extLst>
                </p14:cNvPr>
                <p14:cNvContentPartPr/>
                <p14:nvPr/>
              </p14:nvContentPartPr>
              <p14:xfrm>
                <a:off x="434651" y="20952753"/>
                <a:ext cx="874080" cy="360"/>
              </p14:xfrm>
            </p:contentPart>
          </mc:Choice>
          <mc:Fallback xmlns=""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5A3076F2-6339-3CE3-8477-C5916844C19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26011" y="20944113"/>
                  <a:ext cx="891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643" name="잉크 642">
                  <a:extLst>
                    <a:ext uri="{FF2B5EF4-FFF2-40B4-BE49-F238E27FC236}">
                      <a16:creationId xmlns:a16="http://schemas.microsoft.com/office/drawing/2014/main" id="{AA43E40D-7E37-84AD-2356-C97E7F97C866}"/>
                    </a:ext>
                  </a:extLst>
                </p14:cNvPr>
                <p14:cNvContentPartPr/>
                <p14:nvPr/>
              </p14:nvContentPartPr>
              <p14:xfrm>
                <a:off x="1040171" y="20757633"/>
                <a:ext cx="368280" cy="434880"/>
              </p14:xfrm>
            </p:contentPart>
          </mc:Choice>
          <mc:Fallback xmlns="">
            <p:pic>
              <p:nvPicPr>
                <p:cNvPr id="643" name="잉크 642">
                  <a:extLst>
                    <a:ext uri="{FF2B5EF4-FFF2-40B4-BE49-F238E27FC236}">
                      <a16:creationId xmlns:a16="http://schemas.microsoft.com/office/drawing/2014/main" id="{AA43E40D-7E37-84AD-2356-C97E7F97C8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31171" y="20748633"/>
                  <a:ext cx="3859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F41DE7B4-3EC3-85A5-5142-D3EAE3686054}"/>
                    </a:ext>
                  </a:extLst>
                </p14:cNvPr>
                <p14:cNvContentPartPr/>
                <p14:nvPr/>
              </p14:nvContentPartPr>
              <p14:xfrm>
                <a:off x="945491" y="20691393"/>
                <a:ext cx="539280" cy="467280"/>
              </p14:xfrm>
            </p:contentPart>
          </mc:Choice>
          <mc:Fallback xmlns=""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F41DE7B4-3EC3-85A5-5142-D3EAE368605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936851" y="20682753"/>
                  <a:ext cx="5569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647" name="잉크 646">
                  <a:extLst>
                    <a:ext uri="{FF2B5EF4-FFF2-40B4-BE49-F238E27FC236}">
                      <a16:creationId xmlns:a16="http://schemas.microsoft.com/office/drawing/2014/main" id="{4E1B6386-CDA7-8B0C-4751-AABF5AB1E061}"/>
                    </a:ext>
                  </a:extLst>
                </p14:cNvPr>
                <p14:cNvContentPartPr/>
                <p14:nvPr/>
              </p14:nvContentPartPr>
              <p14:xfrm>
                <a:off x="574691" y="20924673"/>
                <a:ext cx="814680" cy="73080"/>
              </p14:xfrm>
            </p:contentPart>
          </mc:Choice>
          <mc:Fallback xmlns="">
            <p:pic>
              <p:nvPicPr>
                <p:cNvPr id="647" name="잉크 646">
                  <a:extLst>
                    <a:ext uri="{FF2B5EF4-FFF2-40B4-BE49-F238E27FC236}">
                      <a16:creationId xmlns:a16="http://schemas.microsoft.com/office/drawing/2014/main" id="{4E1B6386-CDA7-8B0C-4751-AABF5AB1E061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65691" y="20915673"/>
                  <a:ext cx="832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648" name="잉크 647">
                  <a:extLst>
                    <a:ext uri="{FF2B5EF4-FFF2-40B4-BE49-F238E27FC236}">
                      <a16:creationId xmlns:a16="http://schemas.microsoft.com/office/drawing/2014/main" id="{8BD9CEBC-33EC-5921-AA83-3C1A129B8CD6}"/>
                    </a:ext>
                  </a:extLst>
                </p14:cNvPr>
                <p14:cNvContentPartPr/>
                <p14:nvPr/>
              </p14:nvContentPartPr>
              <p14:xfrm>
                <a:off x="1757291" y="20660073"/>
                <a:ext cx="364680" cy="603000"/>
              </p14:xfrm>
            </p:contentPart>
          </mc:Choice>
          <mc:Fallback xmlns="">
            <p:pic>
              <p:nvPicPr>
                <p:cNvPr id="648" name="잉크 647">
                  <a:extLst>
                    <a:ext uri="{FF2B5EF4-FFF2-40B4-BE49-F238E27FC236}">
                      <a16:creationId xmlns:a16="http://schemas.microsoft.com/office/drawing/2014/main" id="{8BD9CEBC-33EC-5921-AA83-3C1A129B8CD6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748291" y="20651073"/>
                  <a:ext cx="3823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649" name="잉크 648">
                  <a:extLst>
                    <a:ext uri="{FF2B5EF4-FFF2-40B4-BE49-F238E27FC236}">
                      <a16:creationId xmlns:a16="http://schemas.microsoft.com/office/drawing/2014/main" id="{06F5AB2E-1568-2F70-181A-1D069350E7AF}"/>
                    </a:ext>
                  </a:extLst>
                </p14:cNvPr>
                <p14:cNvContentPartPr/>
                <p14:nvPr/>
              </p14:nvContentPartPr>
              <p14:xfrm>
                <a:off x="1873211" y="20786073"/>
                <a:ext cx="259200" cy="54000"/>
              </p14:xfrm>
            </p:contentPart>
          </mc:Choice>
          <mc:Fallback xmlns="">
            <p:pic>
              <p:nvPicPr>
                <p:cNvPr id="649" name="잉크 648">
                  <a:extLst>
                    <a:ext uri="{FF2B5EF4-FFF2-40B4-BE49-F238E27FC236}">
                      <a16:creationId xmlns:a16="http://schemas.microsoft.com/office/drawing/2014/main" id="{06F5AB2E-1568-2F70-181A-1D069350E7AF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864211" y="20777073"/>
                  <a:ext cx="27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20F0F36C-8969-6268-C21F-B09C3B156473}"/>
                    </a:ext>
                  </a:extLst>
                </p14:cNvPr>
                <p14:cNvContentPartPr/>
                <p14:nvPr/>
              </p14:nvContentPartPr>
              <p14:xfrm>
                <a:off x="2138531" y="20958513"/>
                <a:ext cx="203760" cy="205920"/>
              </p14:xfrm>
            </p:contentPart>
          </mc:Choice>
          <mc:Fallback xmlns=""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20F0F36C-8969-6268-C21F-B09C3B156473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2129891" y="20949513"/>
                  <a:ext cx="221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652" name="잉크 651">
                  <a:extLst>
                    <a:ext uri="{FF2B5EF4-FFF2-40B4-BE49-F238E27FC236}">
                      <a16:creationId xmlns:a16="http://schemas.microsoft.com/office/drawing/2014/main" id="{458DA9B8-A387-F7B0-7842-34677427BD65}"/>
                    </a:ext>
                  </a:extLst>
                </p14:cNvPr>
                <p14:cNvContentPartPr/>
                <p14:nvPr/>
              </p14:nvContentPartPr>
              <p14:xfrm>
                <a:off x="2523731" y="20849073"/>
                <a:ext cx="284400" cy="372240"/>
              </p14:xfrm>
            </p:contentPart>
          </mc:Choice>
          <mc:Fallback xmlns="">
            <p:pic>
              <p:nvPicPr>
                <p:cNvPr id="652" name="잉크 651">
                  <a:extLst>
                    <a:ext uri="{FF2B5EF4-FFF2-40B4-BE49-F238E27FC236}">
                      <a16:creationId xmlns:a16="http://schemas.microsoft.com/office/drawing/2014/main" id="{458DA9B8-A387-F7B0-7842-34677427BD65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2514731" y="20840073"/>
                  <a:ext cx="302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C473217C-C1F6-644F-469E-A221D352EE23}"/>
                    </a:ext>
                  </a:extLst>
                </p14:cNvPr>
                <p14:cNvContentPartPr/>
                <p14:nvPr/>
              </p14:nvContentPartPr>
              <p14:xfrm>
                <a:off x="2733971" y="20889753"/>
                <a:ext cx="182520" cy="344880"/>
              </p14:xfrm>
            </p:contentPart>
          </mc:Choice>
          <mc:Fallback xmlns=""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C473217C-C1F6-644F-469E-A221D352EE2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2725331" y="20881113"/>
                  <a:ext cx="200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D878CD7B-1F4C-C13D-0CB2-967D45396837}"/>
                    </a:ext>
                  </a:extLst>
                </p14:cNvPr>
                <p14:cNvContentPartPr/>
                <p14:nvPr/>
              </p14:nvContentPartPr>
              <p14:xfrm>
                <a:off x="2839091" y="20889753"/>
                <a:ext cx="360" cy="360"/>
              </p14:xfrm>
            </p:contentPart>
          </mc:Choice>
          <mc:Fallback xmlns=""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D878CD7B-1F4C-C13D-0CB2-967D453968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30451" y="208811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655" name="잉크 654">
                  <a:extLst>
                    <a:ext uri="{FF2B5EF4-FFF2-40B4-BE49-F238E27FC236}">
                      <a16:creationId xmlns:a16="http://schemas.microsoft.com/office/drawing/2014/main" id="{90CBB545-0E8B-DA46-D304-329FCC5F8060}"/>
                    </a:ext>
                  </a:extLst>
                </p14:cNvPr>
                <p14:cNvContentPartPr/>
                <p14:nvPr/>
              </p14:nvContentPartPr>
              <p14:xfrm>
                <a:off x="2786531" y="20889753"/>
                <a:ext cx="203400" cy="223920"/>
              </p14:xfrm>
            </p:contentPart>
          </mc:Choice>
          <mc:Fallback xmlns="">
            <p:pic>
              <p:nvPicPr>
                <p:cNvPr id="655" name="잉크 654">
                  <a:extLst>
                    <a:ext uri="{FF2B5EF4-FFF2-40B4-BE49-F238E27FC236}">
                      <a16:creationId xmlns:a16="http://schemas.microsoft.com/office/drawing/2014/main" id="{90CBB545-0E8B-DA46-D304-329FCC5F8060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2777891" y="20881113"/>
                  <a:ext cx="221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657" name="잉크 656">
                  <a:extLst>
                    <a:ext uri="{FF2B5EF4-FFF2-40B4-BE49-F238E27FC236}">
                      <a16:creationId xmlns:a16="http://schemas.microsoft.com/office/drawing/2014/main" id="{6C928E42-A005-5B8D-2A5C-B8C7D5B58489}"/>
                    </a:ext>
                  </a:extLst>
                </p14:cNvPr>
                <p14:cNvContentPartPr/>
                <p14:nvPr/>
              </p14:nvContentPartPr>
              <p14:xfrm>
                <a:off x="1585571" y="20586993"/>
                <a:ext cx="1639080" cy="807120"/>
              </p14:xfrm>
            </p:contentPart>
          </mc:Choice>
          <mc:Fallback xmlns="">
            <p:pic>
              <p:nvPicPr>
                <p:cNvPr id="657" name="잉크 656">
                  <a:extLst>
                    <a:ext uri="{FF2B5EF4-FFF2-40B4-BE49-F238E27FC236}">
                      <a16:creationId xmlns:a16="http://schemas.microsoft.com/office/drawing/2014/main" id="{6C928E42-A005-5B8D-2A5C-B8C7D5B58489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576571" y="20577993"/>
                  <a:ext cx="16567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658" name="잉크 657">
                  <a:extLst>
                    <a:ext uri="{FF2B5EF4-FFF2-40B4-BE49-F238E27FC236}">
                      <a16:creationId xmlns:a16="http://schemas.microsoft.com/office/drawing/2014/main" id="{FE9930D2-2D72-B597-E415-016372CEECF0}"/>
                    </a:ext>
                  </a:extLst>
                </p14:cNvPr>
                <p14:cNvContentPartPr/>
                <p14:nvPr/>
              </p14:nvContentPartPr>
              <p14:xfrm>
                <a:off x="3441011" y="21078753"/>
                <a:ext cx="266400" cy="13680"/>
              </p14:xfrm>
            </p:contentPart>
          </mc:Choice>
          <mc:Fallback xmlns="">
            <p:pic>
              <p:nvPicPr>
                <p:cNvPr id="658" name="잉크 657">
                  <a:extLst>
                    <a:ext uri="{FF2B5EF4-FFF2-40B4-BE49-F238E27FC236}">
                      <a16:creationId xmlns:a16="http://schemas.microsoft.com/office/drawing/2014/main" id="{FE9930D2-2D72-B597-E415-016372CEECF0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3432371" y="21070113"/>
                  <a:ext cx="284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659" name="잉크 658">
                  <a:extLst>
                    <a:ext uri="{FF2B5EF4-FFF2-40B4-BE49-F238E27FC236}">
                      <a16:creationId xmlns:a16="http://schemas.microsoft.com/office/drawing/2014/main" id="{2702A9F3-2468-60B8-3495-F3050AB0928A}"/>
                    </a:ext>
                  </a:extLst>
                </p14:cNvPr>
                <p14:cNvContentPartPr/>
                <p14:nvPr/>
              </p14:nvContentPartPr>
              <p14:xfrm>
                <a:off x="3441011" y="20939073"/>
                <a:ext cx="323280" cy="272880"/>
              </p14:xfrm>
            </p:contentPart>
          </mc:Choice>
          <mc:Fallback xmlns="">
            <p:pic>
              <p:nvPicPr>
                <p:cNvPr id="659" name="잉크 658">
                  <a:extLst>
                    <a:ext uri="{FF2B5EF4-FFF2-40B4-BE49-F238E27FC236}">
                      <a16:creationId xmlns:a16="http://schemas.microsoft.com/office/drawing/2014/main" id="{2702A9F3-2468-60B8-3495-F3050AB0928A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3432371" y="20930073"/>
                  <a:ext cx="340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660" name="잉크 659">
                  <a:extLst>
                    <a:ext uri="{FF2B5EF4-FFF2-40B4-BE49-F238E27FC236}">
                      <a16:creationId xmlns:a16="http://schemas.microsoft.com/office/drawing/2014/main" id="{10499C7F-D3BB-3BBE-55C8-D83566A3FA89}"/>
                    </a:ext>
                  </a:extLst>
                </p14:cNvPr>
                <p14:cNvContentPartPr/>
                <p14:nvPr/>
              </p14:nvContentPartPr>
              <p14:xfrm>
                <a:off x="4144451" y="20877153"/>
                <a:ext cx="113040" cy="167400"/>
              </p14:xfrm>
            </p:contentPart>
          </mc:Choice>
          <mc:Fallback xmlns="">
            <p:pic>
              <p:nvPicPr>
                <p:cNvPr id="660" name="잉크 659">
                  <a:extLst>
                    <a:ext uri="{FF2B5EF4-FFF2-40B4-BE49-F238E27FC236}">
                      <a16:creationId xmlns:a16="http://schemas.microsoft.com/office/drawing/2014/main" id="{10499C7F-D3BB-3BBE-55C8-D83566A3FA89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135811" y="20868513"/>
                  <a:ext cx="130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661" name="잉크 660">
                  <a:extLst>
                    <a:ext uri="{FF2B5EF4-FFF2-40B4-BE49-F238E27FC236}">
                      <a16:creationId xmlns:a16="http://schemas.microsoft.com/office/drawing/2014/main" id="{C466284B-9F74-5F3D-FE06-B044DDDB6CF3}"/>
                    </a:ext>
                  </a:extLst>
                </p14:cNvPr>
                <p14:cNvContentPartPr/>
                <p14:nvPr/>
              </p14:nvContentPartPr>
              <p14:xfrm>
                <a:off x="4228691" y="20735673"/>
                <a:ext cx="185760" cy="589320"/>
              </p14:xfrm>
            </p:contentPart>
          </mc:Choice>
          <mc:Fallback xmlns="">
            <p:pic>
              <p:nvPicPr>
                <p:cNvPr id="661" name="잉크 660">
                  <a:extLst>
                    <a:ext uri="{FF2B5EF4-FFF2-40B4-BE49-F238E27FC236}">
                      <a16:creationId xmlns:a16="http://schemas.microsoft.com/office/drawing/2014/main" id="{C466284B-9F74-5F3D-FE06-B044DDDB6CF3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219691" y="20726673"/>
                  <a:ext cx="20340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662" name="잉크 661">
                  <a:extLst>
                    <a:ext uri="{FF2B5EF4-FFF2-40B4-BE49-F238E27FC236}">
                      <a16:creationId xmlns:a16="http://schemas.microsoft.com/office/drawing/2014/main" id="{54DC66A5-A299-1F80-315C-60A85C8CC711}"/>
                    </a:ext>
                  </a:extLst>
                </p14:cNvPr>
                <p14:cNvContentPartPr/>
                <p14:nvPr/>
              </p14:nvContentPartPr>
              <p14:xfrm>
                <a:off x="4050131" y="21267753"/>
                <a:ext cx="199800" cy="176760"/>
              </p14:xfrm>
            </p:contentPart>
          </mc:Choice>
          <mc:Fallback xmlns="">
            <p:pic>
              <p:nvPicPr>
                <p:cNvPr id="662" name="잉크 661">
                  <a:extLst>
                    <a:ext uri="{FF2B5EF4-FFF2-40B4-BE49-F238E27FC236}">
                      <a16:creationId xmlns:a16="http://schemas.microsoft.com/office/drawing/2014/main" id="{54DC66A5-A299-1F80-315C-60A85C8CC711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4041131" y="21259113"/>
                  <a:ext cx="217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663" name="잉크 662">
                  <a:extLst>
                    <a:ext uri="{FF2B5EF4-FFF2-40B4-BE49-F238E27FC236}">
                      <a16:creationId xmlns:a16="http://schemas.microsoft.com/office/drawing/2014/main" id="{772A2B3F-F7E8-02D8-E573-27287E82EE1B}"/>
                    </a:ext>
                  </a:extLst>
                </p14:cNvPr>
                <p14:cNvContentPartPr/>
                <p14:nvPr/>
              </p14:nvContentPartPr>
              <p14:xfrm>
                <a:off x="4245971" y="21141753"/>
                <a:ext cx="63360" cy="324720"/>
              </p14:xfrm>
            </p:contentPart>
          </mc:Choice>
          <mc:Fallback xmlns="">
            <p:pic>
              <p:nvPicPr>
                <p:cNvPr id="663" name="잉크 662">
                  <a:extLst>
                    <a:ext uri="{FF2B5EF4-FFF2-40B4-BE49-F238E27FC236}">
                      <a16:creationId xmlns:a16="http://schemas.microsoft.com/office/drawing/2014/main" id="{772A2B3F-F7E8-02D8-E573-27287E82EE1B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4237331" y="21133113"/>
                  <a:ext cx="81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664" name="잉크 663">
                  <a:extLst>
                    <a:ext uri="{FF2B5EF4-FFF2-40B4-BE49-F238E27FC236}">
                      <a16:creationId xmlns:a16="http://schemas.microsoft.com/office/drawing/2014/main" id="{69C2341E-1A2C-D8FD-DDDB-C3CF6E2BA424}"/>
                    </a:ext>
                  </a:extLst>
                </p14:cNvPr>
                <p14:cNvContentPartPr/>
                <p14:nvPr/>
              </p14:nvContentPartPr>
              <p14:xfrm>
                <a:off x="4168931" y="21289713"/>
                <a:ext cx="185760" cy="16200"/>
              </p14:xfrm>
            </p:contentPart>
          </mc:Choice>
          <mc:Fallback xmlns="">
            <p:pic>
              <p:nvPicPr>
                <p:cNvPr id="664" name="잉크 663">
                  <a:extLst>
                    <a:ext uri="{FF2B5EF4-FFF2-40B4-BE49-F238E27FC236}">
                      <a16:creationId xmlns:a16="http://schemas.microsoft.com/office/drawing/2014/main" id="{69C2341E-1A2C-D8FD-DDDB-C3CF6E2BA42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160291" y="21281073"/>
                  <a:ext cx="20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665" name="잉크 664">
                  <a:extLst>
                    <a:ext uri="{FF2B5EF4-FFF2-40B4-BE49-F238E27FC236}">
                      <a16:creationId xmlns:a16="http://schemas.microsoft.com/office/drawing/2014/main" id="{FC7B680D-BB74-3D91-397C-04D743B655C1}"/>
                    </a:ext>
                  </a:extLst>
                </p14:cNvPr>
                <p14:cNvContentPartPr/>
                <p14:nvPr/>
              </p14:nvContentPartPr>
              <p14:xfrm>
                <a:off x="4396451" y="20883633"/>
                <a:ext cx="254520" cy="233640"/>
              </p14:xfrm>
            </p:contentPart>
          </mc:Choice>
          <mc:Fallback xmlns="">
            <p:pic>
              <p:nvPicPr>
                <p:cNvPr id="665" name="잉크 664">
                  <a:extLst>
                    <a:ext uri="{FF2B5EF4-FFF2-40B4-BE49-F238E27FC236}">
                      <a16:creationId xmlns:a16="http://schemas.microsoft.com/office/drawing/2014/main" id="{FC7B680D-BB74-3D91-397C-04D743B655C1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4387451" y="20874633"/>
                  <a:ext cx="272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666" name="잉크 665">
                  <a:extLst>
                    <a:ext uri="{FF2B5EF4-FFF2-40B4-BE49-F238E27FC236}">
                      <a16:creationId xmlns:a16="http://schemas.microsoft.com/office/drawing/2014/main" id="{EE759912-4C59-5ABD-E92E-AC333B906C8C}"/>
                    </a:ext>
                  </a:extLst>
                </p14:cNvPr>
                <p14:cNvContentPartPr/>
                <p14:nvPr/>
              </p14:nvContentPartPr>
              <p14:xfrm>
                <a:off x="4595891" y="20993793"/>
                <a:ext cx="154440" cy="38160"/>
              </p14:xfrm>
            </p:contentPart>
          </mc:Choice>
          <mc:Fallback xmlns="">
            <p:pic>
              <p:nvPicPr>
                <p:cNvPr id="666" name="잉크 665">
                  <a:extLst>
                    <a:ext uri="{FF2B5EF4-FFF2-40B4-BE49-F238E27FC236}">
                      <a16:creationId xmlns:a16="http://schemas.microsoft.com/office/drawing/2014/main" id="{EE759912-4C59-5ABD-E92E-AC333B906C8C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4587251" y="20985153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667" name="잉크 666">
                  <a:extLst>
                    <a:ext uri="{FF2B5EF4-FFF2-40B4-BE49-F238E27FC236}">
                      <a16:creationId xmlns:a16="http://schemas.microsoft.com/office/drawing/2014/main" id="{45635039-7040-F2A4-9C42-4909A75BF8E6}"/>
                    </a:ext>
                  </a:extLst>
                </p14:cNvPr>
                <p14:cNvContentPartPr/>
                <p14:nvPr/>
              </p14:nvContentPartPr>
              <p14:xfrm>
                <a:off x="4568171" y="21009633"/>
                <a:ext cx="270000" cy="69480"/>
              </p14:xfrm>
            </p:contentPart>
          </mc:Choice>
          <mc:Fallback xmlns="">
            <p:pic>
              <p:nvPicPr>
                <p:cNvPr id="667" name="잉크 666">
                  <a:extLst>
                    <a:ext uri="{FF2B5EF4-FFF2-40B4-BE49-F238E27FC236}">
                      <a16:creationId xmlns:a16="http://schemas.microsoft.com/office/drawing/2014/main" id="{45635039-7040-F2A4-9C42-4909A75BF8E6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4559171" y="21000633"/>
                  <a:ext cx="287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668" name="잉크 667">
                  <a:extLst>
                    <a:ext uri="{FF2B5EF4-FFF2-40B4-BE49-F238E27FC236}">
                      <a16:creationId xmlns:a16="http://schemas.microsoft.com/office/drawing/2014/main" id="{648BF7F1-7405-E6D8-A1A2-8D9F5DA7863E}"/>
                    </a:ext>
                  </a:extLst>
                </p14:cNvPr>
                <p14:cNvContentPartPr/>
                <p14:nvPr/>
              </p14:nvContentPartPr>
              <p14:xfrm>
                <a:off x="4701011" y="20685273"/>
                <a:ext cx="35280" cy="554760"/>
              </p14:xfrm>
            </p:contentPart>
          </mc:Choice>
          <mc:Fallback xmlns="">
            <p:pic>
              <p:nvPicPr>
                <p:cNvPr id="668" name="잉크 667">
                  <a:extLst>
                    <a:ext uri="{FF2B5EF4-FFF2-40B4-BE49-F238E27FC236}">
                      <a16:creationId xmlns:a16="http://schemas.microsoft.com/office/drawing/2014/main" id="{648BF7F1-7405-E6D8-A1A2-8D9F5DA7863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4692371" y="20676273"/>
                  <a:ext cx="529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669" name="잉크 668">
                  <a:extLst>
                    <a:ext uri="{FF2B5EF4-FFF2-40B4-BE49-F238E27FC236}">
                      <a16:creationId xmlns:a16="http://schemas.microsoft.com/office/drawing/2014/main" id="{86452621-BC0A-B45B-5147-0E228A94BCDA}"/>
                    </a:ext>
                  </a:extLst>
                </p14:cNvPr>
                <p14:cNvContentPartPr/>
                <p14:nvPr/>
              </p14:nvContentPartPr>
              <p14:xfrm>
                <a:off x="4483931" y="21277113"/>
                <a:ext cx="203400" cy="230400"/>
              </p14:xfrm>
            </p:contentPart>
          </mc:Choice>
          <mc:Fallback xmlns="">
            <p:pic>
              <p:nvPicPr>
                <p:cNvPr id="669" name="잉크 668">
                  <a:extLst>
                    <a:ext uri="{FF2B5EF4-FFF2-40B4-BE49-F238E27FC236}">
                      <a16:creationId xmlns:a16="http://schemas.microsoft.com/office/drawing/2014/main" id="{86452621-BC0A-B45B-5147-0E228A94BCDA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4475291" y="21268473"/>
                  <a:ext cx="221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670" name="잉크 669">
                  <a:extLst>
                    <a:ext uri="{FF2B5EF4-FFF2-40B4-BE49-F238E27FC236}">
                      <a16:creationId xmlns:a16="http://schemas.microsoft.com/office/drawing/2014/main" id="{8D87E0DA-8F92-66A8-079C-59919141839F}"/>
                    </a:ext>
                  </a:extLst>
                </p14:cNvPr>
                <p14:cNvContentPartPr/>
                <p14:nvPr/>
              </p14:nvContentPartPr>
              <p14:xfrm>
                <a:off x="5117531" y="20797593"/>
                <a:ext cx="245520" cy="142920"/>
              </p14:xfrm>
            </p:contentPart>
          </mc:Choice>
          <mc:Fallback xmlns="">
            <p:pic>
              <p:nvPicPr>
                <p:cNvPr id="670" name="잉크 669">
                  <a:extLst>
                    <a:ext uri="{FF2B5EF4-FFF2-40B4-BE49-F238E27FC236}">
                      <a16:creationId xmlns:a16="http://schemas.microsoft.com/office/drawing/2014/main" id="{8D87E0DA-8F92-66A8-079C-59919141839F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5108531" y="20788953"/>
                  <a:ext cx="26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671" name="잉크 670">
                  <a:extLst>
                    <a:ext uri="{FF2B5EF4-FFF2-40B4-BE49-F238E27FC236}">
                      <a16:creationId xmlns:a16="http://schemas.microsoft.com/office/drawing/2014/main" id="{0745EA52-5766-4569-86D7-AE750F1047F1}"/>
                    </a:ext>
                  </a:extLst>
                </p14:cNvPr>
                <p14:cNvContentPartPr/>
                <p14:nvPr/>
              </p14:nvContentPartPr>
              <p14:xfrm>
                <a:off x="4833851" y="21022233"/>
                <a:ext cx="385200" cy="97920"/>
              </p14:xfrm>
            </p:contentPart>
          </mc:Choice>
          <mc:Fallback xmlns="">
            <p:pic>
              <p:nvPicPr>
                <p:cNvPr id="671" name="잉크 670">
                  <a:extLst>
                    <a:ext uri="{FF2B5EF4-FFF2-40B4-BE49-F238E27FC236}">
                      <a16:creationId xmlns:a16="http://schemas.microsoft.com/office/drawing/2014/main" id="{0745EA52-5766-4569-86D7-AE750F1047F1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4825211" y="21013233"/>
                  <a:ext cx="402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672" name="잉크 671">
                  <a:extLst>
                    <a:ext uri="{FF2B5EF4-FFF2-40B4-BE49-F238E27FC236}">
                      <a16:creationId xmlns:a16="http://schemas.microsoft.com/office/drawing/2014/main" id="{8CE05FE8-D597-5BDC-B2AD-07937D793ECE}"/>
                    </a:ext>
                  </a:extLst>
                </p14:cNvPr>
                <p14:cNvContentPartPr/>
                <p14:nvPr/>
              </p14:nvContentPartPr>
              <p14:xfrm>
                <a:off x="5012411" y="21170193"/>
                <a:ext cx="549720" cy="161280"/>
              </p14:xfrm>
            </p:contentPart>
          </mc:Choice>
          <mc:Fallback xmlns="">
            <p:pic>
              <p:nvPicPr>
                <p:cNvPr id="672" name="잉크 671">
                  <a:extLst>
                    <a:ext uri="{FF2B5EF4-FFF2-40B4-BE49-F238E27FC236}">
                      <a16:creationId xmlns:a16="http://schemas.microsoft.com/office/drawing/2014/main" id="{8CE05FE8-D597-5BDC-B2AD-07937D793ECE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5003771" y="21161193"/>
                  <a:ext cx="567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673" name="잉크 672">
                  <a:extLst>
                    <a:ext uri="{FF2B5EF4-FFF2-40B4-BE49-F238E27FC236}">
                      <a16:creationId xmlns:a16="http://schemas.microsoft.com/office/drawing/2014/main" id="{D91EC712-C967-A4FE-EB6E-7D2637D4FA7E}"/>
                    </a:ext>
                  </a:extLst>
                </p14:cNvPr>
                <p14:cNvContentPartPr/>
                <p14:nvPr/>
              </p14:nvContentPartPr>
              <p14:xfrm>
                <a:off x="5776691" y="20839353"/>
                <a:ext cx="321480" cy="182880"/>
              </p14:xfrm>
            </p:contentPart>
          </mc:Choice>
          <mc:Fallback xmlns="">
            <p:pic>
              <p:nvPicPr>
                <p:cNvPr id="673" name="잉크 672">
                  <a:extLst>
                    <a:ext uri="{FF2B5EF4-FFF2-40B4-BE49-F238E27FC236}">
                      <a16:creationId xmlns:a16="http://schemas.microsoft.com/office/drawing/2014/main" id="{D91EC712-C967-A4FE-EB6E-7D2637D4FA7E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5767691" y="20830713"/>
                  <a:ext cx="339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674" name="잉크 673">
                  <a:extLst>
                    <a:ext uri="{FF2B5EF4-FFF2-40B4-BE49-F238E27FC236}">
                      <a16:creationId xmlns:a16="http://schemas.microsoft.com/office/drawing/2014/main" id="{98C45C7C-F366-53E7-C843-19B5C271EC9D}"/>
                    </a:ext>
                  </a:extLst>
                </p14:cNvPr>
                <p14:cNvContentPartPr/>
                <p14:nvPr/>
              </p14:nvContentPartPr>
              <p14:xfrm>
                <a:off x="5995931" y="20839353"/>
                <a:ext cx="360" cy="360"/>
              </p14:xfrm>
            </p:contentPart>
          </mc:Choice>
          <mc:Fallback xmlns="">
            <p:pic>
              <p:nvPicPr>
                <p:cNvPr id="674" name="잉크 673">
                  <a:extLst>
                    <a:ext uri="{FF2B5EF4-FFF2-40B4-BE49-F238E27FC236}">
                      <a16:creationId xmlns:a16="http://schemas.microsoft.com/office/drawing/2014/main" id="{98C45C7C-F366-53E7-C843-19B5C271EC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7291" y="20830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675" name="잉크 674">
                  <a:extLst>
                    <a:ext uri="{FF2B5EF4-FFF2-40B4-BE49-F238E27FC236}">
                      <a16:creationId xmlns:a16="http://schemas.microsoft.com/office/drawing/2014/main" id="{923883C4-FC2F-EED5-3521-2B68D3CEC19C}"/>
                    </a:ext>
                  </a:extLst>
                </p14:cNvPr>
                <p14:cNvContentPartPr/>
                <p14:nvPr/>
              </p14:nvContentPartPr>
              <p14:xfrm>
                <a:off x="5887571" y="20650353"/>
                <a:ext cx="164880" cy="189360"/>
              </p14:xfrm>
            </p:contentPart>
          </mc:Choice>
          <mc:Fallback xmlns="">
            <p:pic>
              <p:nvPicPr>
                <p:cNvPr id="675" name="잉크 674">
                  <a:extLst>
                    <a:ext uri="{FF2B5EF4-FFF2-40B4-BE49-F238E27FC236}">
                      <a16:creationId xmlns:a16="http://schemas.microsoft.com/office/drawing/2014/main" id="{923883C4-FC2F-EED5-3521-2B68D3CEC19C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878571" y="20641713"/>
                  <a:ext cx="182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676" name="잉크 675">
                  <a:extLst>
                    <a:ext uri="{FF2B5EF4-FFF2-40B4-BE49-F238E27FC236}">
                      <a16:creationId xmlns:a16="http://schemas.microsoft.com/office/drawing/2014/main" id="{FD3E05AD-9B52-E771-CAFD-73401DFFFFC0}"/>
                    </a:ext>
                  </a:extLst>
                </p14:cNvPr>
                <p14:cNvContentPartPr/>
                <p14:nvPr/>
              </p14:nvContentPartPr>
              <p14:xfrm>
                <a:off x="5687771" y="20981193"/>
                <a:ext cx="560520" cy="177120"/>
              </p14:xfrm>
            </p:contentPart>
          </mc:Choice>
          <mc:Fallback xmlns="">
            <p:pic>
              <p:nvPicPr>
                <p:cNvPr id="676" name="잉크 675">
                  <a:extLst>
                    <a:ext uri="{FF2B5EF4-FFF2-40B4-BE49-F238E27FC236}">
                      <a16:creationId xmlns:a16="http://schemas.microsoft.com/office/drawing/2014/main" id="{FD3E05AD-9B52-E771-CAFD-73401DFFFFC0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679131" y="20972553"/>
                  <a:ext cx="578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DD8335F1-7B09-2526-BE7B-628A912EE3D3}"/>
                    </a:ext>
                  </a:extLst>
                </p14:cNvPr>
                <p14:cNvContentPartPr/>
                <p14:nvPr/>
              </p14:nvContentPartPr>
              <p14:xfrm>
                <a:off x="6107891" y="20559273"/>
                <a:ext cx="70200" cy="891720"/>
              </p14:xfrm>
            </p:contentPart>
          </mc:Choice>
          <mc:Fallback xmlns=""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DD8335F1-7B09-2526-BE7B-628A912EE3D3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099251" y="20550273"/>
                  <a:ext cx="878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678" name="잉크 677">
                  <a:extLst>
                    <a:ext uri="{FF2B5EF4-FFF2-40B4-BE49-F238E27FC236}">
                      <a16:creationId xmlns:a16="http://schemas.microsoft.com/office/drawing/2014/main" id="{BDA13843-62BB-296B-DCD8-3819DCA5E1D7}"/>
                    </a:ext>
                  </a:extLst>
                </p14:cNvPr>
                <p14:cNvContentPartPr/>
                <p14:nvPr/>
              </p14:nvContentPartPr>
              <p14:xfrm>
                <a:off x="6188531" y="20615793"/>
                <a:ext cx="731880" cy="570600"/>
              </p14:xfrm>
            </p:contentPart>
          </mc:Choice>
          <mc:Fallback xmlns="">
            <p:pic>
              <p:nvPicPr>
                <p:cNvPr id="678" name="잉크 677">
                  <a:extLst>
                    <a:ext uri="{FF2B5EF4-FFF2-40B4-BE49-F238E27FC236}">
                      <a16:creationId xmlns:a16="http://schemas.microsoft.com/office/drawing/2014/main" id="{BDA13843-62BB-296B-DCD8-3819DCA5E1D7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179531" y="20607153"/>
                  <a:ext cx="7495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679" name="잉크 678">
                  <a:extLst>
                    <a:ext uri="{FF2B5EF4-FFF2-40B4-BE49-F238E27FC236}">
                      <a16:creationId xmlns:a16="http://schemas.microsoft.com/office/drawing/2014/main" id="{1FC920FD-FA41-DA7E-1028-F588B9D3D86F}"/>
                    </a:ext>
                  </a:extLst>
                </p14:cNvPr>
                <p14:cNvContentPartPr/>
                <p14:nvPr/>
              </p14:nvContentPartPr>
              <p14:xfrm>
                <a:off x="7077371" y="20735673"/>
                <a:ext cx="462240" cy="568440"/>
              </p14:xfrm>
            </p:contentPart>
          </mc:Choice>
          <mc:Fallback xmlns="">
            <p:pic>
              <p:nvPicPr>
                <p:cNvPr id="679" name="잉크 678">
                  <a:extLst>
                    <a:ext uri="{FF2B5EF4-FFF2-40B4-BE49-F238E27FC236}">
                      <a16:creationId xmlns:a16="http://schemas.microsoft.com/office/drawing/2014/main" id="{1FC920FD-FA41-DA7E-1028-F588B9D3D86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068731" y="20726673"/>
                  <a:ext cx="47988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680" name="잉크 679">
                  <a:extLst>
                    <a:ext uri="{FF2B5EF4-FFF2-40B4-BE49-F238E27FC236}">
                      <a16:creationId xmlns:a16="http://schemas.microsoft.com/office/drawing/2014/main" id="{4DC230FC-A6AE-EC64-16BF-6F63EB947652}"/>
                    </a:ext>
                  </a:extLst>
                </p14:cNvPr>
                <p14:cNvContentPartPr/>
                <p14:nvPr/>
              </p14:nvContentPartPr>
              <p14:xfrm>
                <a:off x="7395971" y="20889753"/>
                <a:ext cx="217440" cy="41400"/>
              </p14:xfrm>
            </p:contentPart>
          </mc:Choice>
          <mc:Fallback xmlns="">
            <p:pic>
              <p:nvPicPr>
                <p:cNvPr id="680" name="잉크 679">
                  <a:extLst>
                    <a:ext uri="{FF2B5EF4-FFF2-40B4-BE49-F238E27FC236}">
                      <a16:creationId xmlns:a16="http://schemas.microsoft.com/office/drawing/2014/main" id="{4DC230FC-A6AE-EC64-16BF-6F63EB947652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386971" y="20881113"/>
                  <a:ext cx="235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681" name="잉크 680">
                  <a:extLst>
                    <a:ext uri="{FF2B5EF4-FFF2-40B4-BE49-F238E27FC236}">
                      <a16:creationId xmlns:a16="http://schemas.microsoft.com/office/drawing/2014/main" id="{9DEA1374-C38C-3434-72E5-A5810AEF32F0}"/>
                    </a:ext>
                  </a:extLst>
                </p14:cNvPr>
                <p14:cNvContentPartPr/>
                <p14:nvPr/>
              </p14:nvContentPartPr>
              <p14:xfrm>
                <a:off x="7602251" y="21030513"/>
                <a:ext cx="144720" cy="323640"/>
              </p14:xfrm>
            </p:contentPart>
          </mc:Choice>
          <mc:Fallback xmlns="">
            <p:pic>
              <p:nvPicPr>
                <p:cNvPr id="681" name="잉크 680">
                  <a:extLst>
                    <a:ext uri="{FF2B5EF4-FFF2-40B4-BE49-F238E27FC236}">
                      <a16:creationId xmlns:a16="http://schemas.microsoft.com/office/drawing/2014/main" id="{9DEA1374-C38C-3434-72E5-A5810AEF3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593251" y="21021873"/>
                  <a:ext cx="162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682" name="잉크 681">
                  <a:extLst>
                    <a:ext uri="{FF2B5EF4-FFF2-40B4-BE49-F238E27FC236}">
                      <a16:creationId xmlns:a16="http://schemas.microsoft.com/office/drawing/2014/main" id="{A937C307-3A4E-06D6-8D94-D4AD8A4BF0A5}"/>
                    </a:ext>
                  </a:extLst>
                </p14:cNvPr>
                <p14:cNvContentPartPr/>
                <p14:nvPr/>
              </p14:nvContentPartPr>
              <p14:xfrm>
                <a:off x="7640771" y="21056793"/>
                <a:ext cx="360" cy="360"/>
              </p14:xfrm>
            </p:contentPart>
          </mc:Choice>
          <mc:Fallback xmlns="">
            <p:pic>
              <p:nvPicPr>
                <p:cNvPr id="682" name="잉크 681">
                  <a:extLst>
                    <a:ext uri="{FF2B5EF4-FFF2-40B4-BE49-F238E27FC236}">
                      <a16:creationId xmlns:a16="http://schemas.microsoft.com/office/drawing/2014/main" id="{A937C307-3A4E-06D6-8D94-D4AD8A4BF0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32131" y="210477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683" name="잉크 682">
                  <a:extLst>
                    <a:ext uri="{FF2B5EF4-FFF2-40B4-BE49-F238E27FC236}">
                      <a16:creationId xmlns:a16="http://schemas.microsoft.com/office/drawing/2014/main" id="{2A57B61D-41A6-22DD-968D-828B85464E67}"/>
                    </a:ext>
                  </a:extLst>
                </p14:cNvPr>
                <p14:cNvContentPartPr/>
                <p14:nvPr/>
              </p14:nvContentPartPr>
              <p14:xfrm>
                <a:off x="7640771" y="21004953"/>
                <a:ext cx="504360" cy="370440"/>
              </p14:xfrm>
            </p:contentPart>
          </mc:Choice>
          <mc:Fallback xmlns="">
            <p:pic>
              <p:nvPicPr>
                <p:cNvPr id="683" name="잉크 682">
                  <a:extLst>
                    <a:ext uri="{FF2B5EF4-FFF2-40B4-BE49-F238E27FC236}">
                      <a16:creationId xmlns:a16="http://schemas.microsoft.com/office/drawing/2014/main" id="{2A57B61D-41A6-22DD-968D-828B85464E67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7632131" y="20995953"/>
                  <a:ext cx="522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684" name="잉크 683">
                  <a:extLst>
                    <a:ext uri="{FF2B5EF4-FFF2-40B4-BE49-F238E27FC236}">
                      <a16:creationId xmlns:a16="http://schemas.microsoft.com/office/drawing/2014/main" id="{3EF5F037-3C52-66BF-5F7E-9A4B38DC64D4}"/>
                    </a:ext>
                  </a:extLst>
                </p14:cNvPr>
                <p14:cNvContentPartPr/>
                <p14:nvPr/>
              </p14:nvContentPartPr>
              <p14:xfrm>
                <a:off x="8109851" y="20990913"/>
                <a:ext cx="284760" cy="368280"/>
              </p14:xfrm>
            </p:contentPart>
          </mc:Choice>
          <mc:Fallback xmlns="">
            <p:pic>
              <p:nvPicPr>
                <p:cNvPr id="684" name="잉크 683">
                  <a:extLst>
                    <a:ext uri="{FF2B5EF4-FFF2-40B4-BE49-F238E27FC236}">
                      <a16:creationId xmlns:a16="http://schemas.microsoft.com/office/drawing/2014/main" id="{3EF5F037-3C52-66BF-5F7E-9A4B38DC64D4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100851" y="20982273"/>
                  <a:ext cx="3024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685" name="잉크 684">
                  <a:extLst>
                    <a:ext uri="{FF2B5EF4-FFF2-40B4-BE49-F238E27FC236}">
                      <a16:creationId xmlns:a16="http://schemas.microsoft.com/office/drawing/2014/main" id="{7DF13F32-81C2-67AF-AAF5-B377FFCF8C75}"/>
                    </a:ext>
                  </a:extLst>
                </p14:cNvPr>
                <p14:cNvContentPartPr/>
                <p14:nvPr/>
              </p14:nvContentPartPr>
              <p14:xfrm>
                <a:off x="8319731" y="20993793"/>
                <a:ext cx="360" cy="360"/>
              </p14:xfrm>
            </p:contentPart>
          </mc:Choice>
          <mc:Fallback xmlns="">
            <p:pic>
              <p:nvPicPr>
                <p:cNvPr id="685" name="잉크 684">
                  <a:extLst>
                    <a:ext uri="{FF2B5EF4-FFF2-40B4-BE49-F238E27FC236}">
                      <a16:creationId xmlns:a16="http://schemas.microsoft.com/office/drawing/2014/main" id="{7DF13F32-81C2-67AF-AAF5-B377FFCF8C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11091" y="20985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686" name="잉크 685">
                  <a:extLst>
                    <a:ext uri="{FF2B5EF4-FFF2-40B4-BE49-F238E27FC236}">
                      <a16:creationId xmlns:a16="http://schemas.microsoft.com/office/drawing/2014/main" id="{B76DDFB8-0E44-E968-FBD1-EE58BCB3C1FF}"/>
                    </a:ext>
                  </a:extLst>
                </p14:cNvPr>
                <p14:cNvContentPartPr/>
                <p14:nvPr/>
              </p14:nvContentPartPr>
              <p14:xfrm>
                <a:off x="8232251" y="20993793"/>
                <a:ext cx="178920" cy="239760"/>
              </p14:xfrm>
            </p:contentPart>
          </mc:Choice>
          <mc:Fallback xmlns="">
            <p:pic>
              <p:nvPicPr>
                <p:cNvPr id="686" name="잉크 685">
                  <a:extLst>
                    <a:ext uri="{FF2B5EF4-FFF2-40B4-BE49-F238E27FC236}">
                      <a16:creationId xmlns:a16="http://schemas.microsoft.com/office/drawing/2014/main" id="{B76DDFB8-0E44-E968-FBD1-EE58BCB3C1F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223611" y="20985153"/>
                  <a:ext cx="19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B1F53715-1E1C-691D-1AE4-1900C88568C5}"/>
                    </a:ext>
                  </a:extLst>
                </p14:cNvPr>
                <p14:cNvContentPartPr/>
                <p14:nvPr/>
              </p14:nvContentPartPr>
              <p14:xfrm>
                <a:off x="8851811" y="20945553"/>
                <a:ext cx="259560" cy="121320"/>
              </p14:xfrm>
            </p:contentPart>
          </mc:Choice>
          <mc:Fallback xmlns=""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B1F53715-1E1C-691D-1AE4-1900C88568C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843171" y="20936553"/>
                  <a:ext cx="27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8D791F17-5BD1-E08D-FBD9-33867C2082A7}"/>
                    </a:ext>
                  </a:extLst>
                </p14:cNvPr>
                <p14:cNvContentPartPr/>
                <p14:nvPr/>
              </p14:nvContentPartPr>
              <p14:xfrm>
                <a:off x="8582531" y="21204753"/>
                <a:ext cx="577800" cy="69480"/>
              </p14:xfrm>
            </p:contentPart>
          </mc:Choice>
          <mc:Fallback xmlns=""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8D791F17-5BD1-E08D-FBD9-33867C2082A7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573531" y="21196113"/>
                  <a:ext cx="595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690" name="잉크 689">
                  <a:extLst>
                    <a:ext uri="{FF2B5EF4-FFF2-40B4-BE49-F238E27FC236}">
                      <a16:creationId xmlns:a16="http://schemas.microsoft.com/office/drawing/2014/main" id="{35675920-3F32-8923-F25E-891BA3092CD9}"/>
                    </a:ext>
                  </a:extLst>
                </p14:cNvPr>
                <p14:cNvContentPartPr/>
                <p14:nvPr/>
              </p14:nvContentPartPr>
              <p14:xfrm>
                <a:off x="9002291" y="21226713"/>
                <a:ext cx="21240" cy="394200"/>
              </p14:xfrm>
            </p:contentPart>
          </mc:Choice>
          <mc:Fallback xmlns="">
            <p:pic>
              <p:nvPicPr>
                <p:cNvPr id="690" name="잉크 689">
                  <a:extLst>
                    <a:ext uri="{FF2B5EF4-FFF2-40B4-BE49-F238E27FC236}">
                      <a16:creationId xmlns:a16="http://schemas.microsoft.com/office/drawing/2014/main" id="{35675920-3F32-8923-F25E-891BA3092CD9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993651" y="21218073"/>
                  <a:ext cx="38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691" name="잉크 690">
                  <a:extLst>
                    <a:ext uri="{FF2B5EF4-FFF2-40B4-BE49-F238E27FC236}">
                      <a16:creationId xmlns:a16="http://schemas.microsoft.com/office/drawing/2014/main" id="{BAB954AD-85E4-CB86-F8DC-97B7C0B725C8}"/>
                    </a:ext>
                  </a:extLst>
                </p14:cNvPr>
                <p14:cNvContentPartPr/>
                <p14:nvPr/>
              </p14:nvContentPartPr>
              <p14:xfrm>
                <a:off x="9002291" y="21226713"/>
                <a:ext cx="168480" cy="497880"/>
              </p14:xfrm>
            </p:contentPart>
          </mc:Choice>
          <mc:Fallback xmlns="">
            <p:pic>
              <p:nvPicPr>
                <p:cNvPr id="691" name="잉크 690">
                  <a:extLst>
                    <a:ext uri="{FF2B5EF4-FFF2-40B4-BE49-F238E27FC236}">
                      <a16:creationId xmlns:a16="http://schemas.microsoft.com/office/drawing/2014/main" id="{BAB954AD-85E4-CB86-F8DC-97B7C0B725C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993651" y="21218073"/>
                  <a:ext cx="1861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692" name="잉크 691">
                  <a:extLst>
                    <a:ext uri="{FF2B5EF4-FFF2-40B4-BE49-F238E27FC236}">
                      <a16:creationId xmlns:a16="http://schemas.microsoft.com/office/drawing/2014/main" id="{90B0B645-4BA1-4D20-BE24-421091D1E510}"/>
                    </a:ext>
                  </a:extLst>
                </p14:cNvPr>
                <p14:cNvContentPartPr/>
                <p14:nvPr/>
              </p14:nvContentPartPr>
              <p14:xfrm>
                <a:off x="9194891" y="21021873"/>
                <a:ext cx="241200" cy="268560"/>
              </p14:xfrm>
            </p:contentPart>
          </mc:Choice>
          <mc:Fallback xmlns="">
            <p:pic>
              <p:nvPicPr>
                <p:cNvPr id="692" name="잉크 691">
                  <a:extLst>
                    <a:ext uri="{FF2B5EF4-FFF2-40B4-BE49-F238E27FC236}">
                      <a16:creationId xmlns:a16="http://schemas.microsoft.com/office/drawing/2014/main" id="{90B0B645-4BA1-4D20-BE24-421091D1E510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185891" y="21013233"/>
                  <a:ext cx="258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693" name="잉크 692">
                  <a:extLst>
                    <a:ext uri="{FF2B5EF4-FFF2-40B4-BE49-F238E27FC236}">
                      <a16:creationId xmlns:a16="http://schemas.microsoft.com/office/drawing/2014/main" id="{2D3952BE-BED9-519E-3CFA-513A9AB18306}"/>
                    </a:ext>
                  </a:extLst>
                </p14:cNvPr>
                <p14:cNvContentPartPr/>
                <p14:nvPr/>
              </p14:nvContentPartPr>
              <p14:xfrm>
                <a:off x="9446891" y="20723073"/>
                <a:ext cx="91440" cy="1206720"/>
              </p14:xfrm>
            </p:contentPart>
          </mc:Choice>
          <mc:Fallback xmlns="">
            <p:pic>
              <p:nvPicPr>
                <p:cNvPr id="693" name="잉크 692">
                  <a:extLst>
                    <a:ext uri="{FF2B5EF4-FFF2-40B4-BE49-F238E27FC236}">
                      <a16:creationId xmlns:a16="http://schemas.microsoft.com/office/drawing/2014/main" id="{2D3952BE-BED9-519E-3CFA-513A9AB18306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437891" y="20714073"/>
                  <a:ext cx="109080" cy="12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694" name="잉크 693">
                  <a:extLst>
                    <a:ext uri="{FF2B5EF4-FFF2-40B4-BE49-F238E27FC236}">
                      <a16:creationId xmlns:a16="http://schemas.microsoft.com/office/drawing/2014/main" id="{1581109F-2FD2-9D23-2B7B-8CDDB8D06433}"/>
                    </a:ext>
                  </a:extLst>
                </p14:cNvPr>
                <p14:cNvContentPartPr/>
                <p14:nvPr/>
              </p14:nvContentPartPr>
              <p14:xfrm>
                <a:off x="9786371" y="20987673"/>
                <a:ext cx="129960" cy="50760"/>
              </p14:xfrm>
            </p:contentPart>
          </mc:Choice>
          <mc:Fallback xmlns="">
            <p:pic>
              <p:nvPicPr>
                <p:cNvPr id="694" name="잉크 693">
                  <a:extLst>
                    <a:ext uri="{FF2B5EF4-FFF2-40B4-BE49-F238E27FC236}">
                      <a16:creationId xmlns:a16="http://schemas.microsoft.com/office/drawing/2014/main" id="{1581109F-2FD2-9D23-2B7B-8CDDB8D06433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777371" y="20978673"/>
                  <a:ext cx="147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695" name="잉크 694">
                  <a:extLst>
                    <a:ext uri="{FF2B5EF4-FFF2-40B4-BE49-F238E27FC236}">
                      <a16:creationId xmlns:a16="http://schemas.microsoft.com/office/drawing/2014/main" id="{30BC2A74-DC82-625A-CBC2-4DA54C25A2AB}"/>
                    </a:ext>
                  </a:extLst>
                </p14:cNvPr>
                <p14:cNvContentPartPr/>
                <p14:nvPr/>
              </p14:nvContentPartPr>
              <p14:xfrm>
                <a:off x="9732371" y="20934033"/>
                <a:ext cx="208440" cy="309960"/>
              </p14:xfrm>
            </p:contentPart>
          </mc:Choice>
          <mc:Fallback xmlns="">
            <p:pic>
              <p:nvPicPr>
                <p:cNvPr id="695" name="잉크 694">
                  <a:extLst>
                    <a:ext uri="{FF2B5EF4-FFF2-40B4-BE49-F238E27FC236}">
                      <a16:creationId xmlns:a16="http://schemas.microsoft.com/office/drawing/2014/main" id="{30BC2A74-DC82-625A-CBC2-4DA54C25A2A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723731" y="20925033"/>
                  <a:ext cx="226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696" name="잉크 695">
                  <a:extLst>
                    <a:ext uri="{FF2B5EF4-FFF2-40B4-BE49-F238E27FC236}">
                      <a16:creationId xmlns:a16="http://schemas.microsoft.com/office/drawing/2014/main" id="{C4AFCC91-83C5-CC10-81ED-7C816AFC3B89}"/>
                    </a:ext>
                  </a:extLst>
                </p14:cNvPr>
                <p14:cNvContentPartPr/>
                <p14:nvPr/>
              </p14:nvContentPartPr>
              <p14:xfrm>
                <a:off x="9926051" y="20622273"/>
                <a:ext cx="270000" cy="942120"/>
              </p14:xfrm>
            </p:contentPart>
          </mc:Choice>
          <mc:Fallback xmlns="">
            <p:pic>
              <p:nvPicPr>
                <p:cNvPr id="696" name="잉크 695">
                  <a:extLst>
                    <a:ext uri="{FF2B5EF4-FFF2-40B4-BE49-F238E27FC236}">
                      <a16:creationId xmlns:a16="http://schemas.microsoft.com/office/drawing/2014/main" id="{C4AFCC91-83C5-CC10-81ED-7C816AFC3B89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917411" y="20613273"/>
                  <a:ext cx="28764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697" name="잉크 696">
                  <a:extLst>
                    <a:ext uri="{FF2B5EF4-FFF2-40B4-BE49-F238E27FC236}">
                      <a16:creationId xmlns:a16="http://schemas.microsoft.com/office/drawing/2014/main" id="{78EE831F-212E-921E-FF44-9344A5207466}"/>
                    </a:ext>
                  </a:extLst>
                </p14:cNvPr>
                <p14:cNvContentPartPr/>
                <p14:nvPr/>
              </p14:nvContentPartPr>
              <p14:xfrm>
                <a:off x="10139891" y="20622273"/>
                <a:ext cx="14400" cy="1307520"/>
              </p14:xfrm>
            </p:contentPart>
          </mc:Choice>
          <mc:Fallback xmlns="">
            <p:pic>
              <p:nvPicPr>
                <p:cNvPr id="697" name="잉크 696">
                  <a:extLst>
                    <a:ext uri="{FF2B5EF4-FFF2-40B4-BE49-F238E27FC236}">
                      <a16:creationId xmlns:a16="http://schemas.microsoft.com/office/drawing/2014/main" id="{78EE831F-212E-921E-FF44-9344A5207466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130891" y="20613273"/>
                  <a:ext cx="32040" cy="13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698" name="잉크 697">
                  <a:extLst>
                    <a:ext uri="{FF2B5EF4-FFF2-40B4-BE49-F238E27FC236}">
                      <a16:creationId xmlns:a16="http://schemas.microsoft.com/office/drawing/2014/main" id="{227F4A5B-F982-46AF-CD9C-15A4183FAC45}"/>
                    </a:ext>
                  </a:extLst>
                </p14:cNvPr>
                <p14:cNvContentPartPr/>
                <p14:nvPr/>
              </p14:nvContentPartPr>
              <p14:xfrm>
                <a:off x="10320251" y="20855193"/>
                <a:ext cx="57960" cy="259200"/>
              </p14:xfrm>
            </p:contentPart>
          </mc:Choice>
          <mc:Fallback xmlns="">
            <p:pic>
              <p:nvPicPr>
                <p:cNvPr id="698" name="잉크 697">
                  <a:extLst>
                    <a:ext uri="{FF2B5EF4-FFF2-40B4-BE49-F238E27FC236}">
                      <a16:creationId xmlns:a16="http://schemas.microsoft.com/office/drawing/2014/main" id="{227F4A5B-F982-46AF-CD9C-15A4183FAC45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11251" y="20846553"/>
                  <a:ext cx="75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699" name="잉크 698">
                  <a:extLst>
                    <a:ext uri="{FF2B5EF4-FFF2-40B4-BE49-F238E27FC236}">
                      <a16:creationId xmlns:a16="http://schemas.microsoft.com/office/drawing/2014/main" id="{BE57A8A9-0BA7-93C5-CC7F-32C2049D2FD4}"/>
                    </a:ext>
                  </a:extLst>
                </p14:cNvPr>
                <p14:cNvContentPartPr/>
                <p14:nvPr/>
              </p14:nvContentPartPr>
              <p14:xfrm>
                <a:off x="10377851" y="20924673"/>
                <a:ext cx="133200" cy="709200"/>
              </p14:xfrm>
            </p:contentPart>
          </mc:Choice>
          <mc:Fallback xmlns="">
            <p:pic>
              <p:nvPicPr>
                <p:cNvPr id="699" name="잉크 698">
                  <a:extLst>
                    <a:ext uri="{FF2B5EF4-FFF2-40B4-BE49-F238E27FC236}">
                      <a16:creationId xmlns:a16="http://schemas.microsoft.com/office/drawing/2014/main" id="{BE57A8A9-0BA7-93C5-CC7F-32C2049D2FD4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368851" y="20915673"/>
                  <a:ext cx="15084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700" name="잉크 699">
                  <a:extLst>
                    <a:ext uri="{FF2B5EF4-FFF2-40B4-BE49-F238E27FC236}">
                      <a16:creationId xmlns:a16="http://schemas.microsoft.com/office/drawing/2014/main" id="{A76D8847-12F5-00AD-FC39-87ECFFEC05BA}"/>
                    </a:ext>
                  </a:extLst>
                </p14:cNvPr>
                <p14:cNvContentPartPr/>
                <p14:nvPr/>
              </p14:nvContentPartPr>
              <p14:xfrm>
                <a:off x="10545971" y="21091353"/>
                <a:ext cx="178920" cy="22320"/>
              </p14:xfrm>
            </p:contentPart>
          </mc:Choice>
          <mc:Fallback xmlns="">
            <p:pic>
              <p:nvPicPr>
                <p:cNvPr id="700" name="잉크 699">
                  <a:extLst>
                    <a:ext uri="{FF2B5EF4-FFF2-40B4-BE49-F238E27FC236}">
                      <a16:creationId xmlns:a16="http://schemas.microsoft.com/office/drawing/2014/main" id="{A76D8847-12F5-00AD-FC39-87ECFFEC05B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536971" y="21082713"/>
                  <a:ext cx="196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701" name="잉크 700">
                  <a:extLst>
                    <a:ext uri="{FF2B5EF4-FFF2-40B4-BE49-F238E27FC236}">
                      <a16:creationId xmlns:a16="http://schemas.microsoft.com/office/drawing/2014/main" id="{CE1435CB-44C6-D082-2701-115280652BAC}"/>
                    </a:ext>
                  </a:extLst>
                </p14:cNvPr>
                <p14:cNvContentPartPr/>
                <p14:nvPr/>
              </p14:nvContentPartPr>
              <p14:xfrm>
                <a:off x="10535171" y="21113313"/>
                <a:ext cx="207000" cy="91800"/>
              </p14:xfrm>
            </p:contentPart>
          </mc:Choice>
          <mc:Fallback xmlns="">
            <p:pic>
              <p:nvPicPr>
                <p:cNvPr id="701" name="잉크 700">
                  <a:extLst>
                    <a:ext uri="{FF2B5EF4-FFF2-40B4-BE49-F238E27FC236}">
                      <a16:creationId xmlns:a16="http://schemas.microsoft.com/office/drawing/2014/main" id="{CE1435CB-44C6-D082-2701-115280652BAC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526531" y="21104673"/>
                  <a:ext cx="224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702" name="잉크 701">
                  <a:extLst>
                    <a:ext uri="{FF2B5EF4-FFF2-40B4-BE49-F238E27FC236}">
                      <a16:creationId xmlns:a16="http://schemas.microsoft.com/office/drawing/2014/main" id="{7B14B1B7-8FFA-922B-59F3-94030A196CB0}"/>
                    </a:ext>
                  </a:extLst>
                </p14:cNvPr>
                <p14:cNvContentPartPr/>
                <p14:nvPr/>
              </p14:nvContentPartPr>
              <p14:xfrm>
                <a:off x="10808411" y="20849073"/>
                <a:ext cx="224280" cy="104400"/>
              </p14:xfrm>
            </p:contentPart>
          </mc:Choice>
          <mc:Fallback xmlns="">
            <p:pic>
              <p:nvPicPr>
                <p:cNvPr id="702" name="잉크 701">
                  <a:extLst>
                    <a:ext uri="{FF2B5EF4-FFF2-40B4-BE49-F238E27FC236}">
                      <a16:creationId xmlns:a16="http://schemas.microsoft.com/office/drawing/2014/main" id="{7B14B1B7-8FFA-922B-59F3-94030A196CB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799411" y="20840073"/>
                  <a:ext cx="241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703" name="잉크 702">
                  <a:extLst>
                    <a:ext uri="{FF2B5EF4-FFF2-40B4-BE49-F238E27FC236}">
                      <a16:creationId xmlns:a16="http://schemas.microsoft.com/office/drawing/2014/main" id="{064F6B12-8A55-AEEC-11DE-48A9D7D9715B}"/>
                    </a:ext>
                  </a:extLst>
                </p14:cNvPr>
                <p14:cNvContentPartPr/>
                <p14:nvPr/>
              </p14:nvContentPartPr>
              <p14:xfrm>
                <a:off x="10773131" y="20981193"/>
                <a:ext cx="210240" cy="190440"/>
              </p14:xfrm>
            </p:contentPart>
          </mc:Choice>
          <mc:Fallback xmlns="">
            <p:pic>
              <p:nvPicPr>
                <p:cNvPr id="703" name="잉크 702">
                  <a:extLst>
                    <a:ext uri="{FF2B5EF4-FFF2-40B4-BE49-F238E27FC236}">
                      <a16:creationId xmlns:a16="http://schemas.microsoft.com/office/drawing/2014/main" id="{064F6B12-8A55-AEEC-11DE-48A9D7D9715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764491" y="20972553"/>
                  <a:ext cx="227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81EA8744-2E52-7E18-FCD5-AB9533C3EDBA}"/>
                    </a:ext>
                  </a:extLst>
                </p14:cNvPr>
                <p14:cNvContentPartPr/>
                <p14:nvPr/>
              </p14:nvContentPartPr>
              <p14:xfrm>
                <a:off x="11126651" y="20581233"/>
                <a:ext cx="32040" cy="639720"/>
              </p14:xfrm>
            </p:contentPart>
          </mc:Choice>
          <mc:Fallback xmlns=""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81EA8744-2E52-7E18-FCD5-AB9533C3EDBA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1118011" y="20572233"/>
                  <a:ext cx="4968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F38DD5ED-4EBA-6FDD-64F4-1DEC8FB46CED}"/>
                    </a:ext>
                  </a:extLst>
                </p14:cNvPr>
                <p14:cNvContentPartPr/>
                <p14:nvPr/>
              </p14:nvContentPartPr>
              <p14:xfrm>
                <a:off x="11126651" y="21088113"/>
                <a:ext cx="262800" cy="25560"/>
              </p14:xfrm>
            </p:contentPart>
          </mc:Choice>
          <mc:Fallback xmlns=""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F38DD5ED-4EBA-6FDD-64F4-1DEC8FB46CED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1118011" y="21079473"/>
                  <a:ext cx="280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706" name="잉크 705">
                  <a:extLst>
                    <a:ext uri="{FF2B5EF4-FFF2-40B4-BE49-F238E27FC236}">
                      <a16:creationId xmlns:a16="http://schemas.microsoft.com/office/drawing/2014/main" id="{4F5F6BE8-CCFE-5BD2-2EB8-6B248D703B51}"/>
                    </a:ext>
                  </a:extLst>
                </p14:cNvPr>
                <p14:cNvContentPartPr/>
                <p14:nvPr/>
              </p14:nvContentPartPr>
              <p14:xfrm>
                <a:off x="10944851" y="21340113"/>
                <a:ext cx="392400" cy="47520"/>
              </p14:xfrm>
            </p:contentPart>
          </mc:Choice>
          <mc:Fallback xmlns="">
            <p:pic>
              <p:nvPicPr>
                <p:cNvPr id="706" name="잉크 705">
                  <a:extLst>
                    <a:ext uri="{FF2B5EF4-FFF2-40B4-BE49-F238E27FC236}">
                      <a16:creationId xmlns:a16="http://schemas.microsoft.com/office/drawing/2014/main" id="{4F5F6BE8-CCFE-5BD2-2EB8-6B248D703B5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935851" y="21331473"/>
                  <a:ext cx="410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707" name="잉크 706">
                  <a:extLst>
                    <a:ext uri="{FF2B5EF4-FFF2-40B4-BE49-F238E27FC236}">
                      <a16:creationId xmlns:a16="http://schemas.microsoft.com/office/drawing/2014/main" id="{301EF5F9-C3D7-B39F-7E36-71D07622AE72}"/>
                    </a:ext>
                  </a:extLst>
                </p14:cNvPr>
                <p14:cNvContentPartPr/>
                <p14:nvPr/>
              </p14:nvContentPartPr>
              <p14:xfrm>
                <a:off x="11455691" y="20959233"/>
                <a:ext cx="213840" cy="223920"/>
              </p14:xfrm>
            </p:contentPart>
          </mc:Choice>
          <mc:Fallback xmlns="">
            <p:pic>
              <p:nvPicPr>
                <p:cNvPr id="707" name="잉크 706">
                  <a:extLst>
                    <a:ext uri="{FF2B5EF4-FFF2-40B4-BE49-F238E27FC236}">
                      <a16:creationId xmlns:a16="http://schemas.microsoft.com/office/drawing/2014/main" id="{301EF5F9-C3D7-B39F-7E36-71D07622AE7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1447051" y="20950233"/>
                  <a:ext cx="231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708" name="잉크 707">
                  <a:extLst>
                    <a:ext uri="{FF2B5EF4-FFF2-40B4-BE49-F238E27FC236}">
                      <a16:creationId xmlns:a16="http://schemas.microsoft.com/office/drawing/2014/main" id="{D5C674E0-9743-2B2F-3216-90BA2110F81D}"/>
                    </a:ext>
                  </a:extLst>
                </p14:cNvPr>
                <p14:cNvContentPartPr/>
                <p14:nvPr/>
              </p14:nvContentPartPr>
              <p14:xfrm>
                <a:off x="11455691" y="20826753"/>
                <a:ext cx="231480" cy="132480"/>
              </p14:xfrm>
            </p:contentPart>
          </mc:Choice>
          <mc:Fallback xmlns="">
            <p:pic>
              <p:nvPicPr>
                <p:cNvPr id="708" name="잉크 707">
                  <a:extLst>
                    <a:ext uri="{FF2B5EF4-FFF2-40B4-BE49-F238E27FC236}">
                      <a16:creationId xmlns:a16="http://schemas.microsoft.com/office/drawing/2014/main" id="{D5C674E0-9743-2B2F-3216-90BA2110F81D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447051" y="20818113"/>
                  <a:ext cx="249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709" name="잉크 708">
                  <a:extLst>
                    <a:ext uri="{FF2B5EF4-FFF2-40B4-BE49-F238E27FC236}">
                      <a16:creationId xmlns:a16="http://schemas.microsoft.com/office/drawing/2014/main" id="{BAB2B07F-1D94-F759-A286-9F96C50E92F9}"/>
                    </a:ext>
                  </a:extLst>
                </p14:cNvPr>
                <p14:cNvContentPartPr/>
                <p14:nvPr/>
              </p14:nvContentPartPr>
              <p14:xfrm>
                <a:off x="11753771" y="20483673"/>
                <a:ext cx="293760" cy="989280"/>
              </p14:xfrm>
            </p:contentPart>
          </mc:Choice>
          <mc:Fallback xmlns="">
            <p:pic>
              <p:nvPicPr>
                <p:cNvPr id="709" name="잉크 708">
                  <a:extLst>
                    <a:ext uri="{FF2B5EF4-FFF2-40B4-BE49-F238E27FC236}">
                      <a16:creationId xmlns:a16="http://schemas.microsoft.com/office/drawing/2014/main" id="{BAB2B07F-1D94-F759-A286-9F96C50E92F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1745131" y="20474673"/>
                  <a:ext cx="31140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710" name="잉크 709">
                  <a:extLst>
                    <a:ext uri="{FF2B5EF4-FFF2-40B4-BE49-F238E27FC236}">
                      <a16:creationId xmlns:a16="http://schemas.microsoft.com/office/drawing/2014/main" id="{092235A9-2D2A-7AB7-1E37-1BF91345665E}"/>
                    </a:ext>
                  </a:extLst>
                </p14:cNvPr>
                <p14:cNvContentPartPr/>
                <p14:nvPr/>
              </p14:nvContentPartPr>
              <p14:xfrm>
                <a:off x="12404291" y="21274233"/>
                <a:ext cx="38880" cy="182880"/>
              </p14:xfrm>
            </p:contentPart>
          </mc:Choice>
          <mc:Fallback xmlns="">
            <p:pic>
              <p:nvPicPr>
                <p:cNvPr id="710" name="잉크 709">
                  <a:extLst>
                    <a:ext uri="{FF2B5EF4-FFF2-40B4-BE49-F238E27FC236}">
                      <a16:creationId xmlns:a16="http://schemas.microsoft.com/office/drawing/2014/main" id="{092235A9-2D2A-7AB7-1E37-1BF91345665E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2395291" y="21265233"/>
                  <a:ext cx="56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712" name="잉크 711">
                  <a:extLst>
                    <a:ext uri="{FF2B5EF4-FFF2-40B4-BE49-F238E27FC236}">
                      <a16:creationId xmlns:a16="http://schemas.microsoft.com/office/drawing/2014/main" id="{307FF2AC-A83D-1001-7C13-AD1D8BABC03B}"/>
                    </a:ext>
                  </a:extLst>
                </p14:cNvPr>
                <p14:cNvContentPartPr/>
                <p14:nvPr/>
              </p14:nvContentPartPr>
              <p14:xfrm>
                <a:off x="6720251" y="20489793"/>
                <a:ext cx="2557800" cy="1619280"/>
              </p14:xfrm>
            </p:contentPart>
          </mc:Choice>
          <mc:Fallback xmlns="">
            <p:pic>
              <p:nvPicPr>
                <p:cNvPr id="712" name="잉크 711">
                  <a:extLst>
                    <a:ext uri="{FF2B5EF4-FFF2-40B4-BE49-F238E27FC236}">
                      <a16:creationId xmlns:a16="http://schemas.microsoft.com/office/drawing/2014/main" id="{307FF2AC-A83D-1001-7C13-AD1D8BABC03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6711251" y="20481153"/>
                  <a:ext cx="2575440" cy="163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2">
            <p14:nvContentPartPr>
              <p14:cNvPr id="752" name="잉크 751">
                <a:extLst>
                  <a:ext uri="{FF2B5EF4-FFF2-40B4-BE49-F238E27FC236}">
                    <a16:creationId xmlns:a16="http://schemas.microsoft.com/office/drawing/2014/main" id="{00CC49F1-5B7B-3815-9769-22A29EEB9581}"/>
                  </a:ext>
                </a:extLst>
              </p14:cNvPr>
              <p14:cNvContentPartPr/>
              <p14:nvPr/>
            </p14:nvContentPartPr>
            <p14:xfrm>
              <a:off x="5347080" y="16488120"/>
              <a:ext cx="10505520" cy="490320"/>
            </p14:xfrm>
          </p:contentPart>
        </mc:Choice>
        <mc:Fallback xmlns="">
          <p:pic>
            <p:nvPicPr>
              <p:cNvPr id="752" name="잉크 751">
                <a:extLst>
                  <a:ext uri="{FF2B5EF4-FFF2-40B4-BE49-F238E27FC236}">
                    <a16:creationId xmlns:a16="http://schemas.microsoft.com/office/drawing/2014/main" id="{00CC49F1-5B7B-3815-9769-22A29EEB9581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5338080" y="16479480"/>
                <a:ext cx="10523160" cy="50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0" name="그룹 759">
            <a:extLst>
              <a:ext uri="{FF2B5EF4-FFF2-40B4-BE49-F238E27FC236}">
                <a16:creationId xmlns:a16="http://schemas.microsoft.com/office/drawing/2014/main" id="{E5148E72-E563-0883-AA52-D83DECE45B24}"/>
              </a:ext>
            </a:extLst>
          </p:cNvPr>
          <p:cNvGrpSpPr/>
          <p:nvPr/>
        </p:nvGrpSpPr>
        <p:grpSpPr>
          <a:xfrm>
            <a:off x="73931" y="6174033"/>
            <a:ext cx="17482909" cy="12376080"/>
            <a:chOff x="73931" y="6174033"/>
            <a:chExt cx="17482909" cy="123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600" name="잉크 599">
                  <a:extLst>
                    <a:ext uri="{FF2B5EF4-FFF2-40B4-BE49-F238E27FC236}">
                      <a16:creationId xmlns:a16="http://schemas.microsoft.com/office/drawing/2014/main" id="{5E79BA78-9772-4798-CEA4-41C1B8D4A0EB}"/>
                    </a:ext>
                  </a:extLst>
                </p14:cNvPr>
                <p14:cNvContentPartPr/>
                <p14:nvPr/>
              </p14:nvContentPartPr>
              <p14:xfrm>
                <a:off x="308651" y="18055113"/>
                <a:ext cx="430920" cy="457200"/>
              </p14:xfrm>
            </p:contentPart>
          </mc:Choice>
          <mc:Fallback xmlns="">
            <p:pic>
              <p:nvPicPr>
                <p:cNvPr id="600" name="잉크 599">
                  <a:extLst>
                    <a:ext uri="{FF2B5EF4-FFF2-40B4-BE49-F238E27FC236}">
                      <a16:creationId xmlns:a16="http://schemas.microsoft.com/office/drawing/2014/main" id="{5E79BA78-9772-4798-CEA4-41C1B8D4A0EB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300011" y="18046113"/>
                  <a:ext cx="4485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601" name="잉크 600">
                  <a:extLst>
                    <a:ext uri="{FF2B5EF4-FFF2-40B4-BE49-F238E27FC236}">
                      <a16:creationId xmlns:a16="http://schemas.microsoft.com/office/drawing/2014/main" id="{9F4F1E18-8CE4-04AC-223F-20558D4FB25A}"/>
                    </a:ext>
                  </a:extLst>
                </p14:cNvPr>
                <p14:cNvContentPartPr/>
                <p14:nvPr/>
              </p14:nvContentPartPr>
              <p14:xfrm>
                <a:off x="804731" y="18167073"/>
                <a:ext cx="236160" cy="316800"/>
              </p14:xfrm>
            </p:contentPart>
          </mc:Choice>
          <mc:Fallback xmlns="">
            <p:pic>
              <p:nvPicPr>
                <p:cNvPr id="601" name="잉크 600">
                  <a:extLst>
                    <a:ext uri="{FF2B5EF4-FFF2-40B4-BE49-F238E27FC236}">
                      <a16:creationId xmlns:a16="http://schemas.microsoft.com/office/drawing/2014/main" id="{9F4F1E18-8CE4-04AC-223F-20558D4FB25A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5731" y="18158433"/>
                  <a:ext cx="253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02" name="잉크 601">
                  <a:extLst>
                    <a:ext uri="{FF2B5EF4-FFF2-40B4-BE49-F238E27FC236}">
                      <a16:creationId xmlns:a16="http://schemas.microsoft.com/office/drawing/2014/main" id="{E7C2B6AF-22A0-DB82-4AE0-5F1F0891B8B0}"/>
                    </a:ext>
                  </a:extLst>
                </p14:cNvPr>
                <p14:cNvContentPartPr/>
                <p14:nvPr/>
              </p14:nvContentPartPr>
              <p14:xfrm>
                <a:off x="1061051" y="18255993"/>
                <a:ext cx="249480" cy="294120"/>
              </p14:xfrm>
            </p:contentPart>
          </mc:Choice>
          <mc:Fallback xmlns="">
            <p:pic>
              <p:nvPicPr>
                <p:cNvPr id="602" name="잉크 601">
                  <a:extLst>
                    <a:ext uri="{FF2B5EF4-FFF2-40B4-BE49-F238E27FC236}">
                      <a16:creationId xmlns:a16="http://schemas.microsoft.com/office/drawing/2014/main" id="{E7C2B6AF-22A0-DB82-4AE0-5F1F0891B8B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52411" y="18247353"/>
                  <a:ext cx="267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03" name="잉크 602">
                  <a:extLst>
                    <a:ext uri="{FF2B5EF4-FFF2-40B4-BE49-F238E27FC236}">
                      <a16:creationId xmlns:a16="http://schemas.microsoft.com/office/drawing/2014/main" id="{B1D48BFD-FA90-F96B-24B1-BAF86F739862}"/>
                    </a:ext>
                  </a:extLst>
                </p14:cNvPr>
                <p14:cNvContentPartPr/>
                <p14:nvPr/>
              </p14:nvContentPartPr>
              <p14:xfrm>
                <a:off x="1397291" y="18281193"/>
                <a:ext cx="294840" cy="246600"/>
              </p14:xfrm>
            </p:contentPart>
          </mc:Choice>
          <mc:Fallback xmlns="">
            <p:pic>
              <p:nvPicPr>
                <p:cNvPr id="603" name="잉크 602">
                  <a:extLst>
                    <a:ext uri="{FF2B5EF4-FFF2-40B4-BE49-F238E27FC236}">
                      <a16:creationId xmlns:a16="http://schemas.microsoft.com/office/drawing/2014/main" id="{B1D48BFD-FA90-F96B-24B1-BAF86F739862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388291" y="18272553"/>
                  <a:ext cx="312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99A16479-7470-3000-F7F6-9BE8637D1616}"/>
                    </a:ext>
                  </a:extLst>
                </p14:cNvPr>
                <p14:cNvContentPartPr/>
                <p14:nvPr/>
              </p14:nvContentPartPr>
              <p14:xfrm>
                <a:off x="14703611" y="6467073"/>
                <a:ext cx="1324080" cy="14220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99A16479-7470-3000-F7F6-9BE8637D161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4694971" y="6458433"/>
                  <a:ext cx="1341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089B672-DF6F-24E0-8BDB-4B4DBE701E46}"/>
                    </a:ext>
                  </a:extLst>
                </p14:cNvPr>
                <p14:cNvContentPartPr/>
                <p14:nvPr/>
              </p14:nvContentPartPr>
              <p14:xfrm>
                <a:off x="14910251" y="8892393"/>
                <a:ext cx="1057680" cy="22716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089B672-DF6F-24E0-8BDB-4B4DBE701E4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4901251" y="8883753"/>
                  <a:ext cx="1075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AABDA8E2-B951-B4E9-8B2B-9193E3D522D6}"/>
                    </a:ext>
                  </a:extLst>
                </p14:cNvPr>
                <p14:cNvContentPartPr/>
                <p14:nvPr/>
              </p14:nvContentPartPr>
              <p14:xfrm>
                <a:off x="16551491" y="6174033"/>
                <a:ext cx="419400" cy="34056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AABDA8E2-B951-B4E9-8B2B-9193E3D522D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6542851" y="6165393"/>
                  <a:ext cx="4370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5F2AAB72-502C-BCAB-FFC5-ED89FBA37EC3}"/>
                    </a:ext>
                  </a:extLst>
                </p14:cNvPr>
                <p14:cNvContentPartPr/>
                <p14:nvPr/>
              </p14:nvContentPartPr>
              <p14:xfrm>
                <a:off x="16813931" y="6186633"/>
                <a:ext cx="21240" cy="51696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5F2AAB72-502C-BCAB-FFC5-ED89FBA37EC3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6805291" y="6177993"/>
                  <a:ext cx="388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01D3861-7ADA-94A1-62D9-F6A03923004A}"/>
                    </a:ext>
                  </a:extLst>
                </p14:cNvPr>
                <p14:cNvContentPartPr/>
                <p14:nvPr/>
              </p14:nvContentPartPr>
              <p14:xfrm>
                <a:off x="14766611" y="7245033"/>
                <a:ext cx="1236240" cy="7272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01D3861-7ADA-94A1-62D9-F6A03923004A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4757971" y="7236393"/>
                  <a:ext cx="1253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6F7DC6B3-3703-28CC-E7F8-7DB4396D1FBB}"/>
                    </a:ext>
                  </a:extLst>
                </p14:cNvPr>
                <p14:cNvContentPartPr/>
                <p14:nvPr/>
              </p14:nvContentPartPr>
              <p14:xfrm>
                <a:off x="14840051" y="7912113"/>
                <a:ext cx="1271520" cy="19296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6F7DC6B3-3703-28CC-E7F8-7DB4396D1FB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4831411" y="7903473"/>
                  <a:ext cx="1289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B8A3D27E-1F17-82AF-5340-2F792E97A078}"/>
                    </a:ext>
                  </a:extLst>
                </p14:cNvPr>
                <p14:cNvContentPartPr/>
                <p14:nvPr/>
              </p14:nvContentPartPr>
              <p14:xfrm>
                <a:off x="16366091" y="7065753"/>
                <a:ext cx="410400" cy="37188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B8A3D27E-1F17-82AF-5340-2F792E97A07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6357091" y="7056753"/>
                  <a:ext cx="428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139E3647-520D-8009-8945-D4A75DBF3E2C}"/>
                    </a:ext>
                  </a:extLst>
                </p14:cNvPr>
                <p14:cNvContentPartPr/>
                <p14:nvPr/>
              </p14:nvContentPartPr>
              <p14:xfrm>
                <a:off x="16544651" y="7065753"/>
                <a:ext cx="360" cy="36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139E3647-520D-8009-8945-D4A75DBF3E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535651" y="7056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94A2BE7E-E692-5490-E4A9-99396EA68E7C}"/>
                    </a:ext>
                  </a:extLst>
                </p14:cNvPr>
                <p14:cNvContentPartPr/>
                <p14:nvPr/>
              </p14:nvContentPartPr>
              <p14:xfrm>
                <a:off x="16544651" y="7056033"/>
                <a:ext cx="255960" cy="6948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94A2BE7E-E692-5490-E4A9-99396EA68E7C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6535651" y="7047393"/>
                  <a:ext cx="273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3D44B6BE-D41C-BD07-8994-06626DF6241B}"/>
                    </a:ext>
                  </a:extLst>
                </p14:cNvPr>
                <p14:cNvContentPartPr/>
                <p14:nvPr/>
              </p14:nvContentPartPr>
              <p14:xfrm>
                <a:off x="16366091" y="7585233"/>
                <a:ext cx="250560" cy="54324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3D44B6BE-D41C-BD07-8994-06626DF6241B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6357091" y="7576593"/>
                  <a:ext cx="2682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DF969017-8514-D31B-9F86-8ADA7AD25225}"/>
                    </a:ext>
                  </a:extLst>
                </p14:cNvPr>
                <p14:cNvContentPartPr/>
                <p14:nvPr/>
              </p14:nvContentPartPr>
              <p14:xfrm>
                <a:off x="16016171" y="8580633"/>
                <a:ext cx="168480" cy="21780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DF969017-8514-D31B-9F86-8ADA7AD25225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6007171" y="8571633"/>
                  <a:ext cx="186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589ADC44-EB0B-7247-B62D-E669D0EAEF7B}"/>
                    </a:ext>
                  </a:extLst>
                </p14:cNvPr>
                <p14:cNvContentPartPr/>
                <p14:nvPr/>
              </p14:nvContentPartPr>
              <p14:xfrm>
                <a:off x="16183931" y="8580633"/>
                <a:ext cx="288000" cy="54144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589ADC44-EB0B-7247-B62D-E669D0EAEF7B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6175291" y="8571633"/>
                  <a:ext cx="30564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75E8CDA5-1582-5B19-6EA5-1396994221A9}"/>
                    </a:ext>
                  </a:extLst>
                </p14:cNvPr>
                <p14:cNvContentPartPr/>
                <p14:nvPr/>
              </p14:nvContentPartPr>
              <p14:xfrm>
                <a:off x="4483931" y="11944473"/>
                <a:ext cx="115920" cy="734400"/>
              </p14:xfrm>
            </p:contentPart>
          </mc:Choice>
          <mc:Fallback xmlns=""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75E8CDA5-1582-5B19-6EA5-1396994221A9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4475291" y="11935833"/>
                  <a:ext cx="1335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43C8A416-E1C7-8C1E-EA83-95C4B3701ADE}"/>
                    </a:ext>
                  </a:extLst>
                </p14:cNvPr>
                <p14:cNvContentPartPr/>
                <p14:nvPr/>
              </p14:nvContentPartPr>
              <p14:xfrm>
                <a:off x="4795691" y="12023313"/>
                <a:ext cx="185760" cy="545400"/>
              </p14:xfrm>
            </p:contentPart>
          </mc:Choice>
          <mc:Fallback xmlns=""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43C8A416-E1C7-8C1E-EA83-95C4B3701ADE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4786691" y="12014313"/>
                  <a:ext cx="2034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03C51550-A714-59B2-20FA-79787D83C711}"/>
                    </a:ext>
                  </a:extLst>
                </p14:cNvPr>
                <p14:cNvContentPartPr/>
                <p14:nvPr/>
              </p14:nvContentPartPr>
              <p14:xfrm>
                <a:off x="4953011" y="12136713"/>
                <a:ext cx="178920" cy="261720"/>
              </p14:xfrm>
            </p:contentPart>
          </mc:Choice>
          <mc:Fallback xmlns=""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03C51550-A714-59B2-20FA-79787D83C711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4944371" y="12127713"/>
                  <a:ext cx="196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9223C575-9514-AB5D-694B-E09836049D41}"/>
                    </a:ext>
                  </a:extLst>
                </p14:cNvPr>
                <p14:cNvContentPartPr/>
                <p14:nvPr/>
              </p14:nvContentPartPr>
              <p14:xfrm>
                <a:off x="5079011" y="12114753"/>
                <a:ext cx="182520" cy="343800"/>
              </p14:xfrm>
            </p:contentPart>
          </mc:Choice>
          <mc:Fallback xmlns=""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9223C575-9514-AB5D-694B-E09836049D41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070011" y="12105753"/>
                  <a:ext cx="2001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7018BD72-4AE8-BC65-76BA-63BF18E0B25E}"/>
                    </a:ext>
                  </a:extLst>
                </p14:cNvPr>
                <p14:cNvContentPartPr/>
                <p14:nvPr/>
              </p14:nvContentPartPr>
              <p14:xfrm>
                <a:off x="5327411" y="12240753"/>
                <a:ext cx="81000" cy="22716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7018BD72-4AE8-BC65-76BA-63BF18E0B25E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318771" y="12231753"/>
                  <a:ext cx="98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C1598561-116B-3B95-0F42-2900ED0989E2}"/>
                    </a:ext>
                  </a:extLst>
                </p14:cNvPr>
                <p14:cNvContentPartPr/>
                <p14:nvPr/>
              </p14:nvContentPartPr>
              <p14:xfrm>
                <a:off x="5502371" y="11903433"/>
                <a:ext cx="206280" cy="690120"/>
              </p14:xfrm>
            </p:contentPart>
          </mc:Choice>
          <mc:Fallback xmlns=""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C1598561-116B-3B95-0F42-2900ED0989E2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493731" y="11894793"/>
                  <a:ext cx="2239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C1EB03D5-41DA-0420-B032-B0AFA9699A4B}"/>
                    </a:ext>
                  </a:extLst>
                </p14:cNvPr>
                <p14:cNvContentPartPr/>
                <p14:nvPr/>
              </p14:nvContentPartPr>
              <p14:xfrm>
                <a:off x="5652851" y="11856273"/>
                <a:ext cx="70200" cy="677520"/>
              </p14:xfrm>
            </p:contentPart>
          </mc:Choice>
          <mc:Fallback xmlns=""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C1EB03D5-41DA-0420-B032-B0AFA9699A4B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5644211" y="11847633"/>
                  <a:ext cx="878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E26ACA6D-2E72-4B7F-1F98-B6BB96E5D740}"/>
                    </a:ext>
                  </a:extLst>
                </p14:cNvPr>
                <p14:cNvContentPartPr/>
                <p14:nvPr/>
              </p14:nvContentPartPr>
              <p14:xfrm>
                <a:off x="5855891" y="12076953"/>
                <a:ext cx="295200" cy="441360"/>
              </p14:xfrm>
            </p:contentPart>
          </mc:Choice>
          <mc:Fallback xmlns=""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E26ACA6D-2E72-4B7F-1F98-B6BB96E5D740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5847251" y="12067953"/>
                  <a:ext cx="3128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7ACE325F-E275-58FA-C380-EC79EEC86B61}"/>
                    </a:ext>
                  </a:extLst>
                </p14:cNvPr>
                <p14:cNvContentPartPr/>
                <p14:nvPr/>
              </p14:nvContentPartPr>
              <p14:xfrm>
                <a:off x="5775611" y="12297273"/>
                <a:ext cx="423720" cy="31680"/>
              </p14:xfrm>
            </p:contentPart>
          </mc:Choice>
          <mc:Fallback xmlns=""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7ACE325F-E275-58FA-C380-EC79EEC86B6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5766611" y="12288633"/>
                  <a:ext cx="441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543F6AA3-6921-3726-0400-17243F7F3A78}"/>
                    </a:ext>
                  </a:extLst>
                </p14:cNvPr>
                <p14:cNvContentPartPr/>
                <p14:nvPr/>
              </p14:nvContentPartPr>
              <p14:xfrm>
                <a:off x="6702971" y="12095673"/>
                <a:ext cx="193320" cy="263160"/>
              </p14:xfrm>
            </p:contentPart>
          </mc:Choice>
          <mc:Fallback xmlns=""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543F6AA3-6921-3726-0400-17243F7F3A7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693971" y="12087033"/>
                  <a:ext cx="210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3C4ADCCB-4550-792B-F06A-A7E0FCAE59BE}"/>
                    </a:ext>
                  </a:extLst>
                </p14:cNvPr>
                <p14:cNvContentPartPr/>
                <p14:nvPr/>
              </p14:nvContentPartPr>
              <p14:xfrm>
                <a:off x="6818531" y="12095673"/>
                <a:ext cx="360" cy="360"/>
              </p14:xfrm>
            </p:contentPart>
          </mc:Choice>
          <mc:Fallback xmlns=""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3C4ADCCB-4550-792B-F06A-A7E0FCAE59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9531" y="12087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9BFD75E2-C3A7-60D0-0922-A73BC371147C}"/>
                    </a:ext>
                  </a:extLst>
                </p14:cNvPr>
                <p14:cNvContentPartPr/>
                <p14:nvPr/>
              </p14:nvContentPartPr>
              <p14:xfrm>
                <a:off x="6786851" y="12092433"/>
                <a:ext cx="157680" cy="119880"/>
              </p14:xfrm>
            </p:contentPart>
          </mc:Choice>
          <mc:Fallback xmlns=""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9BFD75E2-C3A7-60D0-0922-A73BC371147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6778211" y="12083793"/>
                  <a:ext cx="175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AEC2C711-3E49-16BD-911A-BFB6842B0D92}"/>
                    </a:ext>
                  </a:extLst>
                </p14:cNvPr>
                <p14:cNvContentPartPr/>
                <p14:nvPr/>
              </p14:nvContentPartPr>
              <p14:xfrm>
                <a:off x="6944531" y="12032673"/>
                <a:ext cx="294480" cy="34920"/>
              </p14:xfrm>
            </p:contentPart>
          </mc:Choice>
          <mc:Fallback xmlns=""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AEC2C711-3E49-16BD-911A-BFB6842B0D9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6935531" y="12024033"/>
                  <a:ext cx="312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615EF460-9C81-2170-AD7F-6FC6310678F0}"/>
                    </a:ext>
                  </a:extLst>
                </p14:cNvPr>
                <p14:cNvContentPartPr/>
                <p14:nvPr/>
              </p14:nvContentPartPr>
              <p14:xfrm>
                <a:off x="7014371" y="11742873"/>
                <a:ext cx="196200" cy="656280"/>
              </p14:xfrm>
            </p:contentPart>
          </mc:Choice>
          <mc:Fallback xmlns=""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615EF460-9C81-2170-AD7F-6FC6310678F0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7005731" y="11734233"/>
                  <a:ext cx="21384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D9B9D3C5-8EBD-8AB8-1B4E-1BE4A644439B}"/>
                    </a:ext>
                  </a:extLst>
                </p14:cNvPr>
                <p14:cNvContentPartPr/>
                <p14:nvPr/>
              </p14:nvContentPartPr>
              <p14:xfrm>
                <a:off x="7178891" y="12127353"/>
                <a:ext cx="255960" cy="25560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D9B9D3C5-8EBD-8AB8-1B4E-1BE4A644439B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7169891" y="12118353"/>
                  <a:ext cx="273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CBE6C64E-AA7B-18EF-32B0-FDC2F4DEF712}"/>
                    </a:ext>
                  </a:extLst>
                </p14:cNvPr>
                <p14:cNvContentPartPr/>
                <p14:nvPr/>
              </p14:nvContentPartPr>
              <p14:xfrm>
                <a:off x="7290851" y="12127353"/>
                <a:ext cx="360" cy="360"/>
              </p14:xfrm>
            </p:contentPart>
          </mc:Choice>
          <mc:Fallback xmlns=""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CBE6C64E-AA7B-18EF-32B0-FDC2F4DEF7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82211" y="121183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E72AD910-67FC-9782-8BC8-C9B55C83C2E6}"/>
                    </a:ext>
                  </a:extLst>
                </p14:cNvPr>
                <p14:cNvContentPartPr/>
                <p14:nvPr/>
              </p14:nvContentPartPr>
              <p14:xfrm>
                <a:off x="7290851" y="12007473"/>
                <a:ext cx="336240" cy="119880"/>
              </p14:xfrm>
            </p:contentPart>
          </mc:Choice>
          <mc:Fallback xmlns=""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E72AD910-67FC-9782-8BC8-C9B55C83C2E6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7282211" y="11998833"/>
                  <a:ext cx="353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12BD3F69-2A93-E5BD-80E0-117889F286E0}"/>
                    </a:ext>
                  </a:extLst>
                </p14:cNvPr>
                <p14:cNvContentPartPr/>
                <p14:nvPr/>
              </p14:nvContentPartPr>
              <p14:xfrm>
                <a:off x="7438091" y="11774553"/>
                <a:ext cx="147240" cy="603000"/>
              </p14:xfrm>
            </p:contentPart>
          </mc:Choice>
          <mc:Fallback xmlns=""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12BD3F69-2A93-E5BD-80E0-117889F286E0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7429091" y="11765553"/>
                  <a:ext cx="1648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662C2D47-2879-BD76-6139-F23452FC1297}"/>
                    </a:ext>
                  </a:extLst>
                </p14:cNvPr>
                <p14:cNvContentPartPr/>
                <p14:nvPr/>
              </p14:nvContentPartPr>
              <p14:xfrm>
                <a:off x="7637531" y="12072993"/>
                <a:ext cx="315360" cy="30420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662C2D47-2879-BD76-6139-F23452FC1297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7628531" y="12064353"/>
                  <a:ext cx="333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4B5DDEB9-7727-2CED-85F1-A454ECC58E8E}"/>
                    </a:ext>
                  </a:extLst>
                </p14:cNvPr>
                <p14:cNvContentPartPr/>
                <p14:nvPr/>
              </p14:nvContentPartPr>
              <p14:xfrm>
                <a:off x="8270771" y="11790033"/>
                <a:ext cx="108720" cy="346680"/>
              </p14:xfrm>
            </p:contentPart>
          </mc:Choice>
          <mc:Fallback xmlns=""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4B5DDEB9-7727-2CED-85F1-A454ECC58E8E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8262131" y="11781393"/>
                  <a:ext cx="1263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F13E150C-9BD2-F33C-BBDC-6D766DE915C0}"/>
                    </a:ext>
                  </a:extLst>
                </p14:cNvPr>
                <p14:cNvContentPartPr/>
                <p14:nvPr/>
              </p14:nvContentPartPr>
              <p14:xfrm>
                <a:off x="8270771" y="11790033"/>
                <a:ext cx="157680" cy="315360"/>
              </p14:xfrm>
            </p:contentPart>
          </mc:Choice>
          <mc:Fallback xmlns=""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F13E150C-9BD2-F33C-BBDC-6D766DE915C0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8262131" y="11781393"/>
                  <a:ext cx="175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377A681B-1D6F-B44B-F994-691114D6F3DF}"/>
                    </a:ext>
                  </a:extLst>
                </p14:cNvPr>
                <p14:cNvContentPartPr/>
                <p14:nvPr/>
              </p14:nvContentPartPr>
              <p14:xfrm>
                <a:off x="8256731" y="11976153"/>
                <a:ext cx="147240" cy="4140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377A681B-1D6F-B44B-F994-691114D6F3DF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8248091" y="11967153"/>
                  <a:ext cx="16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41B5D390-C27E-BCAE-81ED-EAAE6983E691}"/>
                    </a:ext>
                  </a:extLst>
                </p14:cNvPr>
                <p14:cNvContentPartPr/>
                <p14:nvPr/>
              </p14:nvContentPartPr>
              <p14:xfrm>
                <a:off x="8256731" y="11950953"/>
                <a:ext cx="409680" cy="6660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41B5D390-C27E-BCAE-81ED-EAAE6983E691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8248091" y="11941953"/>
                  <a:ext cx="427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1696808C-99A2-5152-106E-24528DEFE284}"/>
                    </a:ext>
                  </a:extLst>
                </p14:cNvPr>
                <p14:cNvContentPartPr/>
                <p14:nvPr/>
              </p14:nvContentPartPr>
              <p14:xfrm>
                <a:off x="8470211" y="12016833"/>
                <a:ext cx="231480" cy="2880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1696808C-99A2-5152-106E-24528DEFE284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8461571" y="12008193"/>
                  <a:ext cx="249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A1DCE65B-18DA-169E-2BBC-E34B68B41EAD}"/>
                    </a:ext>
                  </a:extLst>
                </p14:cNvPr>
                <p14:cNvContentPartPr/>
                <p14:nvPr/>
              </p14:nvContentPartPr>
              <p14:xfrm>
                <a:off x="8585771" y="11509953"/>
                <a:ext cx="105480" cy="74700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A1DCE65B-18DA-169E-2BBC-E34B68B41EA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8577131" y="11500953"/>
                  <a:ext cx="12312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26DACB19-EABF-16C6-2777-BF73BD1C7973}"/>
                    </a:ext>
                  </a:extLst>
                </p14:cNvPr>
                <p14:cNvContentPartPr/>
                <p14:nvPr/>
              </p14:nvContentPartPr>
              <p14:xfrm>
                <a:off x="8389931" y="12218433"/>
                <a:ext cx="343440" cy="164160"/>
              </p14:xfrm>
            </p:contentPart>
          </mc:Choice>
          <mc:Fallback xmlns=""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26DACB19-EABF-16C6-2777-BF73BD1C7973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8380931" y="12209793"/>
                  <a:ext cx="361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E97F5E40-E6FF-9334-F389-48550A432AE2}"/>
                    </a:ext>
                  </a:extLst>
                </p14:cNvPr>
                <p14:cNvContentPartPr/>
                <p14:nvPr/>
              </p14:nvContentPartPr>
              <p14:xfrm>
                <a:off x="8848211" y="11812353"/>
                <a:ext cx="133200" cy="3600"/>
              </p14:xfrm>
            </p:contentPart>
          </mc:Choice>
          <mc:Fallback xmlns=""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E97F5E40-E6FF-9334-F389-48550A432AE2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8839571" y="11803353"/>
                  <a:ext cx="150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247B0E99-F50C-9613-494C-99023A9C7E15}"/>
                    </a:ext>
                  </a:extLst>
                </p14:cNvPr>
                <p14:cNvContentPartPr/>
                <p14:nvPr/>
              </p14:nvContentPartPr>
              <p14:xfrm>
                <a:off x="8707091" y="11815233"/>
                <a:ext cx="354960" cy="34380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247B0E99-F50C-9613-494C-99023A9C7E15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8698091" y="11806593"/>
                  <a:ext cx="3726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CB7D1415-B38C-D006-64EA-BBB82B446CD5}"/>
                    </a:ext>
                  </a:extLst>
                </p14:cNvPr>
                <p14:cNvContentPartPr/>
                <p14:nvPr/>
              </p14:nvContentPartPr>
              <p14:xfrm>
                <a:off x="9068531" y="11220153"/>
                <a:ext cx="263160" cy="112644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CB7D1415-B38C-D006-64EA-BBB82B446CD5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9059891" y="11211153"/>
                  <a:ext cx="28080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A01CD9DB-2A6C-3E00-14C0-79B4E1CA9651}"/>
                    </a:ext>
                  </a:extLst>
                </p14:cNvPr>
                <p14:cNvContentPartPr/>
                <p14:nvPr/>
              </p14:nvContentPartPr>
              <p14:xfrm>
                <a:off x="9695291" y="12127353"/>
                <a:ext cx="360" cy="360"/>
              </p14:xfrm>
            </p:contentPart>
          </mc:Choice>
          <mc:Fallback xmlns=""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A01CD9DB-2A6C-3E00-14C0-79B4E1CA96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86651" y="121183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E3E60718-5464-6D19-CD4A-1D282F2C0200}"/>
                    </a:ext>
                  </a:extLst>
                </p14:cNvPr>
                <p14:cNvContentPartPr/>
                <p14:nvPr/>
              </p14:nvContentPartPr>
              <p14:xfrm>
                <a:off x="3947171" y="11226273"/>
                <a:ext cx="5532480" cy="1487160"/>
              </p14:xfrm>
            </p:contentPart>
          </mc:Choice>
          <mc:Fallback xmlns=""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E3E60718-5464-6D19-CD4A-1D282F2C0200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938171" y="11217633"/>
                  <a:ext cx="555012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192FA34F-F0ED-E73D-89AD-79FC3F58C515}"/>
                    </a:ext>
                  </a:extLst>
                </p14:cNvPr>
                <p14:cNvContentPartPr/>
                <p14:nvPr/>
              </p14:nvContentPartPr>
              <p14:xfrm>
                <a:off x="9894731" y="11964633"/>
                <a:ext cx="490320" cy="11520"/>
              </p14:xfrm>
            </p:contentPart>
          </mc:Choice>
          <mc:Fallback xmlns=""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192FA34F-F0ED-E73D-89AD-79FC3F58C515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9886091" y="11955993"/>
                  <a:ext cx="507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2D92226E-4677-84A9-ED4E-3B3A1AC7E6BB}"/>
                    </a:ext>
                  </a:extLst>
                </p14:cNvPr>
                <p14:cNvContentPartPr/>
                <p14:nvPr/>
              </p14:nvContentPartPr>
              <p14:xfrm>
                <a:off x="10139891" y="11840433"/>
                <a:ext cx="284400" cy="428760"/>
              </p14:xfrm>
            </p:contentPart>
          </mc:Choice>
          <mc:Fallback xmlns=""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2D92226E-4677-84A9-ED4E-3B3A1AC7E6BB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130891" y="11831793"/>
                  <a:ext cx="3020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4DEEC0C2-EFA4-06D1-02FF-D43F17DCE999}"/>
                    </a:ext>
                  </a:extLst>
                </p14:cNvPr>
                <p14:cNvContentPartPr/>
                <p14:nvPr/>
              </p14:nvContentPartPr>
              <p14:xfrm>
                <a:off x="10678811" y="11305113"/>
                <a:ext cx="84600" cy="1125000"/>
              </p14:xfrm>
            </p:contentPart>
          </mc:Choice>
          <mc:Fallback xmlns=""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4DEEC0C2-EFA4-06D1-02FF-D43F17DCE999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669811" y="11296473"/>
                  <a:ext cx="102240" cy="11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5FCBE6F2-FB61-E795-7D88-D796C7F023DD}"/>
                    </a:ext>
                  </a:extLst>
                </p14:cNvPr>
                <p14:cNvContentPartPr/>
                <p14:nvPr/>
              </p14:nvContentPartPr>
              <p14:xfrm>
                <a:off x="10527971" y="12077313"/>
                <a:ext cx="252720" cy="248760"/>
              </p14:xfrm>
            </p:contentPart>
          </mc:Choice>
          <mc:Fallback xmlns=""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5FCBE6F2-FB61-E795-7D88-D796C7F023DD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518971" y="12068673"/>
                  <a:ext cx="270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8EFCA47A-BDC0-068E-B9AC-C374735D3616}"/>
                    </a:ext>
                  </a:extLst>
                </p14:cNvPr>
                <p14:cNvContentPartPr/>
                <p14:nvPr/>
              </p14:nvContentPartPr>
              <p14:xfrm>
                <a:off x="10934051" y="11924673"/>
                <a:ext cx="312120" cy="373320"/>
              </p14:xfrm>
            </p:contentPart>
          </mc:Choice>
          <mc:Fallback xmlns=""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8EFCA47A-BDC0-068E-B9AC-C374735D3616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0925411" y="11915673"/>
                  <a:ext cx="329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A39B03CA-E88A-937C-C2C4-346A0F412F55}"/>
                    </a:ext>
                  </a:extLst>
                </p14:cNvPr>
                <p14:cNvContentPartPr/>
                <p14:nvPr/>
              </p14:nvContentPartPr>
              <p14:xfrm>
                <a:off x="11298371" y="11843673"/>
                <a:ext cx="220320" cy="554760"/>
              </p14:xfrm>
            </p:contentPart>
          </mc:Choice>
          <mc:Fallback xmlns=""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A39B03CA-E88A-937C-C2C4-346A0F412F55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1289371" y="11835033"/>
                  <a:ext cx="237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67DFE5CE-0D26-EA9F-A779-E12F7C2B5D46}"/>
                    </a:ext>
                  </a:extLst>
                </p14:cNvPr>
                <p14:cNvContentPartPr/>
                <p14:nvPr/>
              </p14:nvContentPartPr>
              <p14:xfrm>
                <a:off x="11298371" y="11081553"/>
                <a:ext cx="378720" cy="1376640"/>
              </p14:xfrm>
            </p:contentPart>
          </mc:Choice>
          <mc:Fallback xmlns=""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67DFE5CE-0D26-EA9F-A779-E12F7C2B5D46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1289371" y="11072553"/>
                  <a:ext cx="39636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A73C9E90-0673-C35B-328F-2B9B36F90132}"/>
                    </a:ext>
                  </a:extLst>
                </p14:cNvPr>
                <p14:cNvContentPartPr/>
                <p14:nvPr/>
              </p14:nvContentPartPr>
              <p14:xfrm>
                <a:off x="11746211" y="12000273"/>
                <a:ext cx="165240" cy="357840"/>
              </p14:xfrm>
            </p:contentPart>
          </mc:Choice>
          <mc:Fallback xmlns=""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A73C9E90-0673-C35B-328F-2B9B36F90132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1737211" y="11991633"/>
                  <a:ext cx="1828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B8A90D00-4782-6B21-F0D1-EBD744547FF7}"/>
                    </a:ext>
                  </a:extLst>
                </p14:cNvPr>
                <p14:cNvContentPartPr/>
                <p14:nvPr/>
              </p14:nvContentPartPr>
              <p14:xfrm>
                <a:off x="11840891" y="12013953"/>
                <a:ext cx="360" cy="360"/>
              </p14:xfrm>
            </p:contentPart>
          </mc:Choice>
          <mc:Fallback xmlns=""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B8A90D00-4782-6B21-F0D1-EBD744547F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31891" y="120049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6C3DB440-F61C-7BF1-13F6-2C84CD51494A}"/>
                    </a:ext>
                  </a:extLst>
                </p14:cNvPr>
                <p14:cNvContentPartPr/>
                <p14:nvPr/>
              </p14:nvContentPartPr>
              <p14:xfrm>
                <a:off x="11840891" y="12013953"/>
                <a:ext cx="378360" cy="338040"/>
              </p14:xfrm>
            </p:contentPart>
          </mc:Choice>
          <mc:Fallback xmlns=""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6C3DB440-F61C-7BF1-13F6-2C84CD51494A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1831891" y="12004953"/>
                  <a:ext cx="396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7940B711-D8A4-228B-F8AA-A17B76C78F87}"/>
                    </a:ext>
                  </a:extLst>
                </p14:cNvPr>
                <p14:cNvContentPartPr/>
                <p14:nvPr/>
              </p14:nvContentPartPr>
              <p14:xfrm>
                <a:off x="12274691" y="12003873"/>
                <a:ext cx="238680" cy="393480"/>
              </p14:xfrm>
            </p:contentPart>
          </mc:Choice>
          <mc:Fallback xmlns=""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7940B711-D8A4-228B-F8AA-A17B76C78F87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2265691" y="11994873"/>
                  <a:ext cx="2563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3835A7C6-A0BC-6368-080A-2D201645397F}"/>
                    </a:ext>
                  </a:extLst>
                </p14:cNvPr>
                <p14:cNvContentPartPr/>
                <p14:nvPr/>
              </p14:nvContentPartPr>
              <p14:xfrm>
                <a:off x="12711731" y="11966433"/>
                <a:ext cx="252720" cy="331560"/>
              </p14:xfrm>
            </p:contentPart>
          </mc:Choice>
          <mc:Fallback xmlns=""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3835A7C6-A0BC-6368-080A-2D201645397F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2702731" y="11957793"/>
                  <a:ext cx="2703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2174689A-5AC6-174F-8D1D-DEB0F34DD095}"/>
                    </a:ext>
                  </a:extLst>
                </p14:cNvPr>
                <p14:cNvContentPartPr/>
                <p14:nvPr/>
              </p14:nvContentPartPr>
              <p14:xfrm>
                <a:off x="13121411" y="12004233"/>
                <a:ext cx="392760" cy="354240"/>
              </p14:xfrm>
            </p:contentPart>
          </mc:Choice>
          <mc:Fallback xmlns=""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2174689A-5AC6-174F-8D1D-DEB0F34DD095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3112411" y="11995593"/>
                  <a:ext cx="410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AEE994A3-4876-0595-178F-0DCA536053D7}"/>
                    </a:ext>
                  </a:extLst>
                </p14:cNvPr>
                <p14:cNvContentPartPr/>
                <p14:nvPr/>
              </p14:nvContentPartPr>
              <p14:xfrm>
                <a:off x="13663571" y="11862753"/>
                <a:ext cx="252720" cy="589320"/>
              </p14:xfrm>
            </p:contentPart>
          </mc:Choice>
          <mc:Fallback xmlns=""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AEE994A3-4876-0595-178F-0DCA536053D7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3654931" y="11853753"/>
                  <a:ext cx="27036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E7D124F3-29A8-31F7-49D7-916653DCFFC8}"/>
                    </a:ext>
                  </a:extLst>
                </p14:cNvPr>
                <p14:cNvContentPartPr/>
                <p14:nvPr/>
              </p14:nvContentPartPr>
              <p14:xfrm>
                <a:off x="14302211" y="11708313"/>
                <a:ext cx="309600" cy="208080"/>
              </p14:xfrm>
            </p:contentPart>
          </mc:Choice>
          <mc:Fallback xmlns=""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E7D124F3-29A8-31F7-49D7-916653DCFFC8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4293571" y="11699673"/>
                  <a:ext cx="327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306540F4-FCBD-02EE-78CA-B9E05393F412}"/>
                    </a:ext>
                  </a:extLst>
                </p14:cNvPr>
                <p14:cNvContentPartPr/>
                <p14:nvPr/>
              </p14:nvContentPartPr>
              <p14:xfrm>
                <a:off x="14119331" y="12083073"/>
                <a:ext cx="444960" cy="217800"/>
              </p14:xfrm>
            </p:contentPart>
          </mc:Choice>
          <mc:Fallback xmlns=""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306540F4-FCBD-02EE-78CA-B9E05393F412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4110331" y="12074073"/>
                  <a:ext cx="462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264" name="잉크 263">
                  <a:extLst>
                    <a:ext uri="{FF2B5EF4-FFF2-40B4-BE49-F238E27FC236}">
                      <a16:creationId xmlns:a16="http://schemas.microsoft.com/office/drawing/2014/main" id="{D0CB9A87-E348-6C27-D49A-9D2133E1A803}"/>
                    </a:ext>
                  </a:extLst>
                </p14:cNvPr>
                <p14:cNvContentPartPr/>
                <p14:nvPr/>
              </p14:nvContentPartPr>
              <p14:xfrm>
                <a:off x="14622971" y="11815233"/>
                <a:ext cx="325800" cy="384840"/>
              </p14:xfrm>
            </p:contentPart>
          </mc:Choice>
          <mc:Fallback xmlns="">
            <p:pic>
              <p:nvPicPr>
                <p:cNvPr id="264" name="잉크 263">
                  <a:extLst>
                    <a:ext uri="{FF2B5EF4-FFF2-40B4-BE49-F238E27FC236}">
                      <a16:creationId xmlns:a16="http://schemas.microsoft.com/office/drawing/2014/main" id="{D0CB9A87-E348-6C27-D49A-9D2133E1A803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4614331" y="11806593"/>
                  <a:ext cx="343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C7FDB795-271D-5BAA-F970-5F7C1FCABE9B}"/>
                    </a:ext>
                  </a:extLst>
                </p14:cNvPr>
                <p14:cNvContentPartPr/>
                <p14:nvPr/>
              </p14:nvContentPartPr>
              <p14:xfrm>
                <a:off x="14955611" y="11327073"/>
                <a:ext cx="168480" cy="1109160"/>
              </p14:xfrm>
            </p:contentPart>
          </mc:Choice>
          <mc:Fallback xmlns=""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C7FDB795-271D-5BAA-F970-5F7C1FCABE9B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4946971" y="11318433"/>
                  <a:ext cx="186120" cy="11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BA5A4264-9CB8-3284-9DA0-B9485E4D2D28}"/>
                    </a:ext>
                  </a:extLst>
                </p14:cNvPr>
                <p14:cNvContentPartPr/>
                <p14:nvPr/>
              </p14:nvContentPartPr>
              <p14:xfrm>
                <a:off x="15252611" y="11579073"/>
                <a:ext cx="313200" cy="281160"/>
              </p14:xfrm>
            </p:contentPart>
          </mc:Choice>
          <mc:Fallback xmlns=""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BA5A4264-9CB8-3284-9DA0-B9485E4D2D28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5243611" y="11570433"/>
                  <a:ext cx="330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B059695B-9E0E-2BC3-346A-80701F5973CA}"/>
                    </a:ext>
                  </a:extLst>
                </p14:cNvPr>
                <p14:cNvContentPartPr/>
                <p14:nvPr/>
              </p14:nvContentPartPr>
              <p14:xfrm>
                <a:off x="15057131" y="11925753"/>
                <a:ext cx="465840" cy="28800"/>
              </p14:xfrm>
            </p:contentPart>
          </mc:Choice>
          <mc:Fallback xmlns=""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B059695B-9E0E-2BC3-346A-80701F5973CA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5048131" y="11916753"/>
                  <a:ext cx="483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72DDE535-C9E0-0C09-0BCA-DAFA0D23A1A5}"/>
                    </a:ext>
                  </a:extLst>
                </p14:cNvPr>
                <p14:cNvContentPartPr/>
                <p14:nvPr/>
              </p14:nvContentPartPr>
              <p14:xfrm>
                <a:off x="15207611" y="12035913"/>
                <a:ext cx="511200" cy="236520"/>
              </p14:xfrm>
            </p:contentPart>
          </mc:Choice>
          <mc:Fallback xmlns=""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72DDE535-C9E0-0C09-0BCA-DAFA0D23A1A5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5198971" y="12026913"/>
                  <a:ext cx="528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F9A04F0B-D6BD-C041-D4A1-9E8640614951}"/>
                    </a:ext>
                  </a:extLst>
                </p14:cNvPr>
                <p14:cNvContentPartPr/>
                <p14:nvPr/>
              </p14:nvContentPartPr>
              <p14:xfrm>
                <a:off x="2981291" y="13295913"/>
                <a:ext cx="344880" cy="362520"/>
              </p14:xfrm>
            </p:contentPart>
          </mc:Choice>
          <mc:Fallback xmlns=""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F9A04F0B-D6BD-C041-D4A1-9E8640614951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2972291" y="13286913"/>
                  <a:ext cx="3625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E83DA9C3-4349-4E6A-1803-1135C9F79309}"/>
                    </a:ext>
                  </a:extLst>
                </p14:cNvPr>
                <p14:cNvContentPartPr/>
                <p14:nvPr/>
              </p14:nvContentPartPr>
              <p14:xfrm>
                <a:off x="3416531" y="13043913"/>
                <a:ext cx="28440" cy="633600"/>
              </p14:xfrm>
            </p:contentPart>
          </mc:Choice>
          <mc:Fallback xmlns=""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E83DA9C3-4349-4E6A-1803-1135C9F79309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3407891" y="13034913"/>
                  <a:ext cx="4608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7874053B-63A7-6C37-35ED-7C3F03A16C25}"/>
                    </a:ext>
                  </a:extLst>
                </p14:cNvPr>
                <p14:cNvContentPartPr/>
                <p14:nvPr/>
              </p14:nvContentPartPr>
              <p14:xfrm>
                <a:off x="3541811" y="13436673"/>
                <a:ext cx="285120" cy="225360"/>
              </p14:xfrm>
            </p:contentPart>
          </mc:Choice>
          <mc:Fallback xmlns=""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7874053B-63A7-6C37-35ED-7C3F03A16C25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3533171" y="13428033"/>
                  <a:ext cx="302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F0FE4280-FADB-9468-20D6-1ED8A8764908}"/>
                    </a:ext>
                  </a:extLst>
                </p14:cNvPr>
                <p14:cNvContentPartPr/>
                <p14:nvPr/>
              </p14:nvContentPartPr>
              <p14:xfrm>
                <a:off x="3839891" y="13472313"/>
                <a:ext cx="227880" cy="160560"/>
              </p14:xfrm>
            </p:contentPart>
          </mc:Choice>
          <mc:Fallback xmlns=""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F0FE4280-FADB-9468-20D6-1ED8A8764908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3831251" y="13463313"/>
                  <a:ext cx="245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C4C662D4-A022-19A5-98EB-1FC29512AADE}"/>
                    </a:ext>
                  </a:extLst>
                </p14:cNvPr>
                <p14:cNvContentPartPr/>
                <p14:nvPr/>
              </p14:nvContentPartPr>
              <p14:xfrm>
                <a:off x="4270451" y="12943113"/>
                <a:ext cx="276840" cy="853560"/>
              </p14:xfrm>
            </p:contentPart>
          </mc:Choice>
          <mc:Fallback xmlns=""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C4C662D4-A022-19A5-98EB-1FC29512AADE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4261811" y="12934113"/>
                  <a:ext cx="29448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0DD9D0EB-7B96-37C7-804F-4F4B5A601EDB}"/>
                    </a:ext>
                  </a:extLst>
                </p14:cNvPr>
                <p14:cNvContentPartPr/>
                <p14:nvPr/>
              </p14:nvContentPartPr>
              <p14:xfrm>
                <a:off x="4371971" y="13525593"/>
                <a:ext cx="220680" cy="195480"/>
              </p14:xfrm>
            </p:contentPart>
          </mc:Choice>
          <mc:Fallback xmlns=""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0DD9D0EB-7B96-37C7-804F-4F4B5A601EDB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4363331" y="13516953"/>
                  <a:ext cx="23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DD97A9BF-E02D-3EAC-0417-9248648AE4E0}"/>
                    </a:ext>
                  </a:extLst>
                </p14:cNvPr>
                <p14:cNvContentPartPr/>
                <p14:nvPr/>
              </p14:nvContentPartPr>
              <p14:xfrm>
                <a:off x="4959131" y="13434513"/>
                <a:ext cx="281160" cy="360360"/>
              </p14:xfrm>
            </p:contentPart>
          </mc:Choice>
          <mc:Fallback xmlns=""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DD97A9BF-E02D-3EAC-0417-9248648AE4E0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4950131" y="13425513"/>
                  <a:ext cx="2988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52C973B4-1B99-35ED-0862-E6F12A031870}"/>
                    </a:ext>
                  </a:extLst>
                </p14:cNvPr>
                <p14:cNvContentPartPr/>
                <p14:nvPr/>
              </p14:nvContentPartPr>
              <p14:xfrm>
                <a:off x="5110331" y="12983793"/>
                <a:ext cx="98280" cy="583200"/>
              </p14:xfrm>
            </p:contentPart>
          </mc:Choice>
          <mc:Fallback xmlns=""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52C973B4-1B99-35ED-0862-E6F12A031870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5101691" y="12975153"/>
                  <a:ext cx="115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1CFD610C-115A-FF39-7259-146C40542D7F}"/>
                    </a:ext>
                  </a:extLst>
                </p14:cNvPr>
                <p14:cNvContentPartPr/>
                <p14:nvPr/>
              </p14:nvContentPartPr>
              <p14:xfrm>
                <a:off x="5243531" y="13087833"/>
                <a:ext cx="196200" cy="31680"/>
              </p14:xfrm>
            </p:contentPart>
          </mc:Choice>
          <mc:Fallback xmlns=""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1CFD610C-115A-FF39-7259-146C40542D7F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5234531" y="13079193"/>
                  <a:ext cx="21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C0478069-AEDA-5382-61D5-CFC012CDD3C8}"/>
                    </a:ext>
                  </a:extLst>
                </p14:cNvPr>
                <p14:cNvContentPartPr/>
                <p14:nvPr/>
              </p14:nvContentPartPr>
              <p14:xfrm>
                <a:off x="5376371" y="13349193"/>
                <a:ext cx="14400" cy="359280"/>
              </p14:xfrm>
            </p:contentPart>
          </mc:Choice>
          <mc:Fallback xmlns=""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C0478069-AEDA-5382-61D5-CFC012CDD3C8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5367731" y="13340553"/>
                  <a:ext cx="320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F5320AFC-509E-E28B-6203-FAF2A1556E9F}"/>
                    </a:ext>
                  </a:extLst>
                </p14:cNvPr>
                <p14:cNvContentPartPr/>
                <p14:nvPr/>
              </p14:nvContentPartPr>
              <p14:xfrm>
                <a:off x="5523611" y="13305993"/>
                <a:ext cx="238320" cy="438480"/>
              </p14:xfrm>
            </p:contentPart>
          </mc:Choice>
          <mc:Fallback xmlns=""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F5320AFC-509E-E28B-6203-FAF2A1556E9F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5514611" y="13296993"/>
                  <a:ext cx="2559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CF296CE3-C8F3-BB19-4370-93DEDC32867B}"/>
                    </a:ext>
                  </a:extLst>
                </p14:cNvPr>
                <p14:cNvContentPartPr/>
                <p14:nvPr/>
              </p14:nvContentPartPr>
              <p14:xfrm>
                <a:off x="5800091" y="13213833"/>
                <a:ext cx="385560" cy="314640"/>
              </p14:xfrm>
            </p:contentPart>
          </mc:Choice>
          <mc:Fallback xmlns=""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CF296CE3-C8F3-BB19-4370-93DEDC32867B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5791091" y="13205193"/>
                  <a:ext cx="403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9180A668-5941-D333-F7E1-F2E5AFC2EFEE}"/>
                    </a:ext>
                  </a:extLst>
                </p14:cNvPr>
                <p14:cNvContentPartPr/>
                <p14:nvPr/>
              </p14:nvContentPartPr>
              <p14:xfrm>
                <a:off x="6153611" y="12939873"/>
                <a:ext cx="248760" cy="966960"/>
              </p14:xfrm>
            </p:contentPart>
          </mc:Choice>
          <mc:Fallback xmlns=""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9180A668-5941-D333-F7E1-F2E5AFC2EFEE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6144611" y="12930873"/>
                  <a:ext cx="26640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0111E4A6-2543-8B44-E99D-48F93EA2411D}"/>
                    </a:ext>
                  </a:extLst>
                </p14:cNvPr>
                <p14:cNvContentPartPr/>
                <p14:nvPr/>
              </p14:nvContentPartPr>
              <p14:xfrm>
                <a:off x="6923291" y="13103673"/>
                <a:ext cx="241920" cy="224640"/>
              </p14:xfrm>
            </p:contentPart>
          </mc:Choice>
          <mc:Fallback xmlns=""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0111E4A6-2543-8B44-E99D-48F93EA2411D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6914651" y="13094673"/>
                  <a:ext cx="259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09DFDE1E-2648-E622-0ABB-B5A6BEDD18B3}"/>
                    </a:ext>
                  </a:extLst>
                </p14:cNvPr>
                <p14:cNvContentPartPr/>
                <p14:nvPr/>
              </p14:nvContentPartPr>
              <p14:xfrm>
                <a:off x="6670211" y="13040313"/>
                <a:ext cx="432000" cy="420120"/>
              </p14:xfrm>
            </p:contentPart>
          </mc:Choice>
          <mc:Fallback xmlns=""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09DFDE1E-2648-E622-0ABB-B5A6BEDD18B3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6661571" y="13031673"/>
                  <a:ext cx="4496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E13FA998-5CCF-439F-BB83-55D51CB35B4B}"/>
                    </a:ext>
                  </a:extLst>
                </p14:cNvPr>
                <p14:cNvContentPartPr/>
                <p14:nvPr/>
              </p14:nvContentPartPr>
              <p14:xfrm>
                <a:off x="6776411" y="13597593"/>
                <a:ext cx="326520" cy="159480"/>
              </p14:xfrm>
            </p:contentPart>
          </mc:Choice>
          <mc:Fallback xmlns=""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E13FA998-5CCF-439F-BB83-55D51CB35B4B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6767771" y="13588953"/>
                  <a:ext cx="344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B21539A4-8E25-C29F-5785-BC55CFBB04B0}"/>
                    </a:ext>
                  </a:extLst>
                </p14:cNvPr>
                <p14:cNvContentPartPr/>
                <p14:nvPr/>
              </p14:nvContentPartPr>
              <p14:xfrm>
                <a:off x="7028411" y="13339833"/>
                <a:ext cx="357840" cy="299520"/>
              </p14:xfrm>
            </p:contentPart>
          </mc:Choice>
          <mc:Fallback xmlns=""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B21539A4-8E25-C29F-5785-BC55CFBB04B0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7019771" y="13330833"/>
                  <a:ext cx="3754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07791A5A-A44D-E65F-0F35-34ED5977C49F}"/>
                    </a:ext>
                  </a:extLst>
                </p14:cNvPr>
                <p14:cNvContentPartPr/>
                <p14:nvPr/>
              </p14:nvContentPartPr>
              <p14:xfrm>
                <a:off x="7371491" y="12898833"/>
                <a:ext cx="42480" cy="951480"/>
              </p14:xfrm>
            </p:contentPart>
          </mc:Choice>
          <mc:Fallback xmlns=""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07791A5A-A44D-E65F-0F35-34ED5977C49F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7362491" y="12890193"/>
                  <a:ext cx="6012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CF9D5957-F9EC-EA34-AB95-6B6DF6FD25F4}"/>
                    </a:ext>
                  </a:extLst>
                </p14:cNvPr>
                <p14:cNvContentPartPr/>
                <p14:nvPr/>
              </p14:nvContentPartPr>
              <p14:xfrm>
                <a:off x="7430891" y="13248393"/>
                <a:ext cx="227880" cy="3600"/>
              </p14:xfrm>
            </p:contentPart>
          </mc:Choice>
          <mc:Fallback xmlns=""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CF9D5957-F9EC-EA34-AB95-6B6DF6FD25F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7422251" y="13239753"/>
                  <a:ext cx="245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9F934952-A454-7098-209C-7D01CE61AB6D}"/>
                    </a:ext>
                  </a:extLst>
                </p14:cNvPr>
                <p14:cNvContentPartPr/>
                <p14:nvPr/>
              </p14:nvContentPartPr>
              <p14:xfrm>
                <a:off x="7392011" y="13251633"/>
                <a:ext cx="343800" cy="287280"/>
              </p14:xfrm>
            </p:contentPart>
          </mc:Choice>
          <mc:Fallback xmlns=""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9F934952-A454-7098-209C-7D01CE61AB6D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7383011" y="13242993"/>
                  <a:ext cx="361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5BC6FE55-349C-F820-BF5C-0FE7EE7C9CCB}"/>
                    </a:ext>
                  </a:extLst>
                </p14:cNvPr>
                <p14:cNvContentPartPr/>
                <p14:nvPr/>
              </p14:nvContentPartPr>
              <p14:xfrm>
                <a:off x="7627091" y="12735033"/>
                <a:ext cx="308520" cy="1288440"/>
              </p14:xfrm>
            </p:contentPart>
          </mc:Choice>
          <mc:Fallback xmlns=""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5BC6FE55-349C-F820-BF5C-0FE7EE7C9CCB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7618091" y="12726393"/>
                  <a:ext cx="32616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1AE30B11-A78C-C4E7-AC41-18CE1A55D04B}"/>
                    </a:ext>
                  </a:extLst>
                </p14:cNvPr>
                <p14:cNvContentPartPr/>
                <p14:nvPr/>
              </p14:nvContentPartPr>
              <p14:xfrm>
                <a:off x="8123891" y="13138233"/>
                <a:ext cx="420480" cy="397080"/>
              </p14:xfrm>
            </p:contentPart>
          </mc:Choice>
          <mc:Fallback xmlns=""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1AE30B11-A78C-C4E7-AC41-18CE1A55D04B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115251" y="13129593"/>
                  <a:ext cx="438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3A154DF7-2634-7007-A14B-FCAFC59BAC0C}"/>
                    </a:ext>
                  </a:extLst>
                </p14:cNvPr>
                <p14:cNvContentPartPr/>
                <p14:nvPr/>
              </p14:nvContentPartPr>
              <p14:xfrm>
                <a:off x="8449331" y="12795153"/>
                <a:ext cx="91800" cy="1231920"/>
              </p14:xfrm>
            </p:contentPart>
          </mc:Choice>
          <mc:Fallback xmlns=""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3A154DF7-2634-7007-A14B-FCAFC59BAC0C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440691" y="12786153"/>
                  <a:ext cx="109440" cy="12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F452592D-5CBD-F23B-93D2-53BE054B2B1C}"/>
                    </a:ext>
                  </a:extLst>
                </p14:cNvPr>
                <p14:cNvContentPartPr/>
                <p14:nvPr/>
              </p14:nvContentPartPr>
              <p14:xfrm>
                <a:off x="8662811" y="13188633"/>
                <a:ext cx="242280" cy="392040"/>
              </p14:xfrm>
            </p:contentPart>
          </mc:Choice>
          <mc:Fallback xmlns=""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F452592D-5CBD-F23B-93D2-53BE054B2B1C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8654171" y="13179633"/>
                  <a:ext cx="259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E44873D6-8C1F-44F7-C71E-50F72BDB0E19}"/>
                    </a:ext>
                  </a:extLst>
                </p14:cNvPr>
                <p14:cNvContentPartPr/>
                <p14:nvPr/>
              </p14:nvContentPartPr>
              <p14:xfrm>
                <a:off x="8701331" y="13289433"/>
                <a:ext cx="196200" cy="41400"/>
              </p14:xfrm>
            </p:contentPart>
          </mc:Choice>
          <mc:Fallback xmlns=""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E44873D6-8C1F-44F7-C71E-50F72BDB0E19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8692691" y="13280793"/>
                  <a:ext cx="213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D8FE1747-FA74-961F-C175-8AEDA88FE459}"/>
                    </a:ext>
                  </a:extLst>
                </p14:cNvPr>
                <p14:cNvContentPartPr/>
                <p14:nvPr/>
              </p14:nvContentPartPr>
              <p14:xfrm>
                <a:off x="8946491" y="13327233"/>
                <a:ext cx="196200" cy="12960"/>
              </p14:xfrm>
            </p:contentPart>
          </mc:Choice>
          <mc:Fallback xmlns=""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D8FE1747-FA74-961F-C175-8AEDA88FE459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8937491" y="13318593"/>
                  <a:ext cx="213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19FDF969-8819-21C6-A650-3572FF3A0E4E}"/>
                    </a:ext>
                  </a:extLst>
                </p14:cNvPr>
                <p14:cNvContentPartPr/>
                <p14:nvPr/>
              </p14:nvContentPartPr>
              <p14:xfrm>
                <a:off x="8946491" y="13339833"/>
                <a:ext cx="273240" cy="151560"/>
              </p14:xfrm>
            </p:contentPart>
          </mc:Choice>
          <mc:Fallback xmlns=""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19FDF969-8819-21C6-A650-3572FF3A0E4E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8937491" y="13331193"/>
                  <a:ext cx="290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55BEBEBD-4F18-A0AB-FA7C-1F2AE395AE7A}"/>
                    </a:ext>
                  </a:extLst>
                </p14:cNvPr>
                <p14:cNvContentPartPr/>
                <p14:nvPr/>
              </p14:nvContentPartPr>
              <p14:xfrm>
                <a:off x="9111011" y="12785433"/>
                <a:ext cx="59760" cy="1282320"/>
              </p14:xfrm>
            </p:contentPart>
          </mc:Choice>
          <mc:Fallback xmlns=""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55BEBEBD-4F18-A0AB-FA7C-1F2AE395AE7A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102011" y="12776793"/>
                  <a:ext cx="7740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C23B6852-DF32-C489-D4CE-A47684AD0058}"/>
                    </a:ext>
                  </a:extLst>
                </p14:cNvPr>
                <p14:cNvContentPartPr/>
                <p14:nvPr/>
              </p14:nvContentPartPr>
              <p14:xfrm>
                <a:off x="9275171" y="13258113"/>
                <a:ext cx="129960" cy="231480"/>
              </p14:xfrm>
            </p:contentPart>
          </mc:Choice>
          <mc:Fallback xmlns=""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C23B6852-DF32-C489-D4CE-A47684AD0058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266531" y="13249113"/>
                  <a:ext cx="147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3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291149AE-5E0A-0E35-F4DD-C64F6373FCFC}"/>
                    </a:ext>
                  </a:extLst>
                </p14:cNvPr>
                <p14:cNvContentPartPr/>
                <p14:nvPr/>
              </p14:nvContentPartPr>
              <p14:xfrm>
                <a:off x="9502691" y="12958593"/>
                <a:ext cx="101880" cy="1077480"/>
              </p14:xfrm>
            </p:contentPart>
          </mc:Choice>
          <mc:Fallback xmlns=""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291149AE-5E0A-0E35-F4DD-C64F6373FCFC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9494051" y="12949953"/>
                  <a:ext cx="11952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5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8E1A120C-3112-6F9F-524F-028F2CA9344E}"/>
                    </a:ext>
                  </a:extLst>
                </p14:cNvPr>
                <p14:cNvContentPartPr/>
                <p14:nvPr/>
              </p14:nvContentPartPr>
              <p14:xfrm>
                <a:off x="9597371" y="13393473"/>
                <a:ext cx="329400" cy="44280"/>
              </p14:xfrm>
            </p:contentPart>
          </mc:Choice>
          <mc:Fallback xmlns=""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8E1A120C-3112-6F9F-524F-028F2CA9344E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9588371" y="13384473"/>
                  <a:ext cx="347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7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81CEDA5-247B-8980-B07B-A23C1B03D96B}"/>
                    </a:ext>
                  </a:extLst>
                </p14:cNvPr>
                <p14:cNvContentPartPr/>
                <p14:nvPr/>
              </p14:nvContentPartPr>
              <p14:xfrm>
                <a:off x="9615011" y="13575993"/>
                <a:ext cx="364320" cy="41400"/>
              </p14:xfrm>
            </p:contentPart>
          </mc:Choice>
          <mc:Fallback xmlns=""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81CEDA5-247B-8980-B07B-A23C1B03D96B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9606011" y="13567353"/>
                  <a:ext cx="381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9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2DBDB2FB-9D23-790B-38C4-BBFB97856CC8}"/>
                    </a:ext>
                  </a:extLst>
                </p14:cNvPr>
                <p14:cNvContentPartPr/>
                <p14:nvPr/>
              </p14:nvContentPartPr>
              <p14:xfrm>
                <a:off x="10283171" y="13197993"/>
                <a:ext cx="283680" cy="25560"/>
              </p14:xfrm>
            </p:contentPart>
          </mc:Choice>
          <mc:Fallback xmlns=""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2DBDB2FB-9D23-790B-38C4-BBFB97856CC8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10274531" y="13189353"/>
                  <a:ext cx="301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1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6AD197BE-EFF6-6656-B521-3DD71DC7E362}"/>
                    </a:ext>
                  </a:extLst>
                </p14:cNvPr>
                <p14:cNvContentPartPr/>
                <p14:nvPr/>
              </p14:nvContentPartPr>
              <p14:xfrm>
                <a:off x="10209731" y="13346313"/>
                <a:ext cx="325800" cy="255600"/>
              </p14:xfrm>
            </p:contentPart>
          </mc:Choice>
          <mc:Fallback xmlns=""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6AD197BE-EFF6-6656-B521-3DD71DC7E362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10201091" y="13337313"/>
                  <a:ext cx="343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3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56CB7CFD-4377-12E9-43F3-1180B8699AFE}"/>
                    </a:ext>
                  </a:extLst>
                </p14:cNvPr>
                <p14:cNvContentPartPr/>
                <p14:nvPr/>
              </p14:nvContentPartPr>
              <p14:xfrm>
                <a:off x="10842971" y="12760233"/>
                <a:ext cx="259920" cy="873000"/>
              </p14:xfrm>
            </p:contentPart>
          </mc:Choice>
          <mc:Fallback xmlns=""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56CB7CFD-4377-12E9-43F3-1180B8699AFE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10833971" y="12751593"/>
                  <a:ext cx="277560" cy="8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5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A0D8AA16-BAC3-4EAA-C63B-07B264C7CC30}"/>
                    </a:ext>
                  </a:extLst>
                </p14:cNvPr>
                <p14:cNvContentPartPr/>
                <p14:nvPr/>
              </p14:nvContentPartPr>
              <p14:xfrm>
                <a:off x="10598171" y="13764993"/>
                <a:ext cx="318960" cy="173520"/>
              </p14:xfrm>
            </p:contentPart>
          </mc:Choice>
          <mc:Fallback xmlns=""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A0D8AA16-BAC3-4EAA-C63B-07B264C7CC30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10589531" y="13756353"/>
                  <a:ext cx="336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7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4813A3CD-128B-AECF-DDE0-31758CDCDC8F}"/>
                    </a:ext>
                  </a:extLst>
                </p14:cNvPr>
                <p14:cNvContentPartPr/>
                <p14:nvPr/>
              </p14:nvContentPartPr>
              <p14:xfrm>
                <a:off x="11077691" y="13330473"/>
                <a:ext cx="234720" cy="363600"/>
              </p14:xfrm>
            </p:contentPart>
          </mc:Choice>
          <mc:Fallback xmlns=""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4813A3CD-128B-AECF-DDE0-31758CDCDC8F}"/>
                    </a:ext>
                  </a:extLst>
                </p:cNvPr>
                <p:cNvPicPr/>
                <p:nvPr/>
              </p:nvPicPr>
              <p:blipFill>
                <a:blip r:embed="rId988"/>
                <a:stretch>
                  <a:fillRect/>
                </a:stretch>
              </p:blipFill>
              <p:spPr>
                <a:xfrm>
                  <a:off x="11069051" y="13321473"/>
                  <a:ext cx="252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9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158B3DA9-FB7B-E2F8-AFAF-F6F42C99D44D}"/>
                    </a:ext>
                  </a:extLst>
                </p14:cNvPr>
                <p14:cNvContentPartPr/>
                <p14:nvPr/>
              </p14:nvContentPartPr>
              <p14:xfrm>
                <a:off x="11077691" y="13276833"/>
                <a:ext cx="266400" cy="54000"/>
              </p14:xfrm>
            </p:contentPart>
          </mc:Choice>
          <mc:Fallback xmlns=""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158B3DA9-FB7B-E2F8-AFAF-F6F42C99D44D}"/>
                    </a:ext>
                  </a:extLst>
                </p:cNvPr>
                <p:cNvPicPr/>
                <p:nvPr/>
              </p:nvPicPr>
              <p:blipFill>
                <a:blip r:embed="rId990"/>
                <a:stretch>
                  <a:fillRect/>
                </a:stretch>
              </p:blipFill>
              <p:spPr>
                <a:xfrm>
                  <a:off x="11069051" y="13268193"/>
                  <a:ext cx="284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1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637C2D48-89F5-7D04-AD2B-A18F3C72F310}"/>
                    </a:ext>
                  </a:extLst>
                </p14:cNvPr>
                <p14:cNvContentPartPr/>
                <p14:nvPr/>
              </p14:nvContentPartPr>
              <p14:xfrm>
                <a:off x="11298371" y="12845553"/>
                <a:ext cx="465840" cy="1153080"/>
              </p14:xfrm>
            </p:contentPart>
          </mc:Choice>
          <mc:Fallback xmlns=""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637C2D48-89F5-7D04-AD2B-A18F3C72F310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11289371" y="12836553"/>
                  <a:ext cx="4834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3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4597F7E7-AC4E-7BCD-FCB3-6DE59E0C4A36}"/>
                    </a:ext>
                  </a:extLst>
                </p14:cNvPr>
                <p14:cNvContentPartPr/>
                <p14:nvPr/>
              </p14:nvContentPartPr>
              <p14:xfrm>
                <a:off x="12124211" y="13721073"/>
                <a:ext cx="35280" cy="60120"/>
              </p14:xfrm>
            </p:contentPart>
          </mc:Choice>
          <mc:Fallback xmlns=""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4597F7E7-AC4E-7BCD-FCB3-6DE59E0C4A36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12115571" y="13712073"/>
                  <a:ext cx="52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5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A338CA0D-0389-2AB3-326C-05F60A3B00E3}"/>
                    </a:ext>
                  </a:extLst>
                </p14:cNvPr>
                <p14:cNvContentPartPr/>
                <p14:nvPr/>
              </p14:nvContentPartPr>
              <p14:xfrm>
                <a:off x="3549371" y="7969713"/>
                <a:ext cx="382680" cy="485640"/>
              </p14:xfrm>
            </p:contentPart>
          </mc:Choice>
          <mc:Fallback xmlns=""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A338CA0D-0389-2AB3-326C-05F60A3B00E3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3540731" y="7960713"/>
                  <a:ext cx="4003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7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31F4DA5D-0566-4F21-47A5-C7633AF257B3}"/>
                    </a:ext>
                  </a:extLst>
                </p14:cNvPr>
                <p14:cNvContentPartPr/>
                <p14:nvPr/>
              </p14:nvContentPartPr>
              <p14:xfrm>
                <a:off x="3978851" y="8062233"/>
                <a:ext cx="267480" cy="317160"/>
              </p14:xfrm>
            </p:contentPart>
          </mc:Choice>
          <mc:Fallback xmlns=""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31F4DA5D-0566-4F21-47A5-C7633AF257B3}"/>
                    </a:ext>
                  </a:extLst>
                </p:cNvPr>
                <p:cNvPicPr/>
                <p:nvPr/>
              </p:nvPicPr>
              <p:blipFill>
                <a:blip r:embed="rId998"/>
                <a:stretch>
                  <a:fillRect/>
                </a:stretch>
              </p:blipFill>
              <p:spPr>
                <a:xfrm>
                  <a:off x="3970211" y="8053593"/>
                  <a:ext cx="285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9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F2800F01-A063-75E4-0000-F7A281E6BBA1}"/>
                    </a:ext>
                  </a:extLst>
                </p14:cNvPr>
                <p14:cNvContentPartPr/>
                <p14:nvPr/>
              </p14:nvContentPartPr>
              <p14:xfrm>
                <a:off x="4190171" y="8064033"/>
                <a:ext cx="360" cy="360"/>
              </p14:xfrm>
            </p:contentPart>
          </mc:Choice>
          <mc:Fallback xmlns=""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F2800F01-A063-75E4-0000-F7A281E6BB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81171" y="80553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C2B155BB-38BB-86D0-3494-BD7A44B3CA33}"/>
                    </a:ext>
                  </a:extLst>
                </p14:cNvPr>
                <p14:cNvContentPartPr/>
                <p14:nvPr/>
              </p14:nvContentPartPr>
              <p14:xfrm>
                <a:off x="4190171" y="8064033"/>
                <a:ext cx="231480" cy="255600"/>
              </p14:xfrm>
            </p:contentPart>
          </mc:Choice>
          <mc:Fallback xmlns=""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C2B155BB-38BB-86D0-3494-BD7A44B3CA33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4181171" y="8055393"/>
                  <a:ext cx="249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A052D89A-7A82-A5C0-53BE-41678C9551EF}"/>
                    </a:ext>
                  </a:extLst>
                </p14:cNvPr>
                <p14:cNvContentPartPr/>
                <p14:nvPr/>
              </p14:nvContentPartPr>
              <p14:xfrm>
                <a:off x="4088651" y="8067273"/>
                <a:ext cx="493920" cy="784800"/>
              </p14:xfrm>
            </p:contentPart>
          </mc:Choice>
          <mc:Fallback xmlns=""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A052D89A-7A82-A5C0-53BE-41678C9551EF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4079651" y="8058273"/>
                  <a:ext cx="51156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68CDFCB4-08B1-F3C4-2A35-9EBD0C0A5DF4}"/>
                    </a:ext>
                  </a:extLst>
                </p14:cNvPr>
                <p14:cNvContentPartPr/>
                <p14:nvPr/>
              </p14:nvContentPartPr>
              <p14:xfrm>
                <a:off x="4631171" y="8155473"/>
                <a:ext cx="238320" cy="271440"/>
              </p14:xfrm>
            </p:contentPart>
          </mc:Choice>
          <mc:Fallback xmlns=""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68CDFCB4-08B1-F3C4-2A35-9EBD0C0A5DF4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4622171" y="8146473"/>
                  <a:ext cx="2559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6B4D390D-AF86-C916-93E0-4FE712025E99}"/>
                    </a:ext>
                  </a:extLst>
                </p14:cNvPr>
                <p14:cNvContentPartPr/>
                <p14:nvPr/>
              </p14:nvContentPartPr>
              <p14:xfrm>
                <a:off x="4851491" y="7739673"/>
                <a:ext cx="63360" cy="85392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6B4D390D-AF86-C916-93E0-4FE712025E99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4842851" y="7730673"/>
                  <a:ext cx="8100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9737E2F5-87C8-4956-E512-33653695C69A}"/>
                    </a:ext>
                  </a:extLst>
                </p14:cNvPr>
                <p14:cNvContentPartPr/>
                <p14:nvPr/>
              </p14:nvContentPartPr>
              <p14:xfrm>
                <a:off x="5075411" y="8139633"/>
                <a:ext cx="361080" cy="439560"/>
              </p14:xfrm>
            </p:contentPart>
          </mc:Choice>
          <mc:Fallback xmlns=""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9737E2F5-87C8-4956-E512-33653695C69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5066411" y="8130633"/>
                  <a:ext cx="3787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9F8278C1-54E6-E0DE-1086-C1570E5D1020}"/>
                    </a:ext>
                  </a:extLst>
                </p14:cNvPr>
                <p14:cNvContentPartPr/>
                <p14:nvPr/>
              </p14:nvContentPartPr>
              <p14:xfrm>
                <a:off x="5646011" y="8256273"/>
                <a:ext cx="696960" cy="88560"/>
              </p14:xfrm>
            </p:contentPart>
          </mc:Choice>
          <mc:Fallback xmlns=""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9F8278C1-54E6-E0DE-1086-C1570E5D1020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5637011" y="8247273"/>
                  <a:ext cx="714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58CA9A68-0BEF-6131-92CD-C92B2F699480}"/>
                    </a:ext>
                  </a:extLst>
                </p14:cNvPr>
                <p14:cNvContentPartPr/>
                <p14:nvPr/>
              </p14:nvContentPartPr>
              <p14:xfrm>
                <a:off x="6087011" y="8114433"/>
                <a:ext cx="239400" cy="534240"/>
              </p14:xfrm>
            </p:contentPart>
          </mc:Choice>
          <mc:Fallback xmlns=""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58CA9A68-0BEF-6131-92CD-C92B2F699480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6078011" y="8105793"/>
                  <a:ext cx="25704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BC2C90BA-2F77-5835-3F1F-021536814EC6}"/>
                    </a:ext>
                  </a:extLst>
                </p14:cNvPr>
                <p14:cNvContentPartPr/>
                <p14:nvPr/>
              </p14:nvContentPartPr>
              <p14:xfrm>
                <a:off x="6751931" y="7849833"/>
                <a:ext cx="81000" cy="60120"/>
              </p14:xfrm>
            </p:contentPart>
          </mc:Choice>
          <mc:Fallback xmlns=""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BC2C90BA-2F77-5835-3F1F-021536814EC6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6743291" y="7841193"/>
                  <a:ext cx="98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CF8354FC-97EA-F897-B538-FEB224BB4475}"/>
                    </a:ext>
                  </a:extLst>
                </p14:cNvPr>
                <p14:cNvContentPartPr/>
                <p14:nvPr/>
              </p14:nvContentPartPr>
              <p14:xfrm>
                <a:off x="1810211" y="8038833"/>
                <a:ext cx="28800" cy="406800"/>
              </p14:xfrm>
            </p:contentPart>
          </mc:Choice>
          <mc:Fallback xmlns=""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CF8354FC-97EA-F897-B538-FEB224BB4475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1801211" y="8030193"/>
                  <a:ext cx="464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3857C0CA-E262-A5CC-0008-52ECC50677D8}"/>
                    </a:ext>
                  </a:extLst>
                </p14:cNvPr>
                <p14:cNvContentPartPr/>
                <p14:nvPr/>
              </p14:nvContentPartPr>
              <p14:xfrm>
                <a:off x="2075891" y="8088513"/>
                <a:ext cx="196920" cy="276120"/>
              </p14:xfrm>
            </p:contentPart>
          </mc:Choice>
          <mc:Fallback xmlns=""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3857C0CA-E262-A5CC-0008-52ECC50677D8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067251" y="8079873"/>
                  <a:ext cx="2145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98E74FFF-8692-115C-AE84-F1D364C309C7}"/>
                    </a:ext>
                  </a:extLst>
                </p14:cNvPr>
                <p14:cNvContentPartPr/>
                <p14:nvPr/>
              </p14:nvContentPartPr>
              <p14:xfrm>
                <a:off x="2415731" y="8029113"/>
                <a:ext cx="232200" cy="436680"/>
              </p14:xfrm>
            </p:contentPart>
          </mc:Choice>
          <mc:Fallback xmlns=""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98E74FFF-8692-115C-AE84-F1D364C309C7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2406731" y="8020473"/>
                  <a:ext cx="2498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CC6A2ADD-1F03-061B-6203-08312E59653C}"/>
                    </a:ext>
                  </a:extLst>
                </p14:cNvPr>
                <p14:cNvContentPartPr/>
                <p14:nvPr/>
              </p14:nvContentPartPr>
              <p14:xfrm>
                <a:off x="2660531" y="7979073"/>
                <a:ext cx="329760" cy="551520"/>
              </p14:xfrm>
            </p:contentPart>
          </mc:Choice>
          <mc:Fallback xmlns=""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CC6A2ADD-1F03-061B-6203-08312E59653C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2651891" y="7970073"/>
                  <a:ext cx="3474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2AEA0FA8-355B-0AFB-A517-AABAD4E16B4D}"/>
                    </a:ext>
                  </a:extLst>
                </p14:cNvPr>
                <p14:cNvContentPartPr/>
                <p14:nvPr/>
              </p14:nvContentPartPr>
              <p14:xfrm>
                <a:off x="2853131" y="8032713"/>
                <a:ext cx="178920" cy="239760"/>
              </p14:xfrm>
            </p:contentPart>
          </mc:Choice>
          <mc:Fallback xmlns=""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2AEA0FA8-355B-0AFB-A517-AABAD4E16B4D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2844131" y="8023713"/>
                  <a:ext cx="19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8F8CB7C3-D4FF-53CA-62AA-5B2246149687}"/>
                    </a:ext>
                  </a:extLst>
                </p14:cNvPr>
                <p14:cNvContentPartPr/>
                <p14:nvPr/>
              </p14:nvContentPartPr>
              <p14:xfrm>
                <a:off x="2107571" y="8057553"/>
                <a:ext cx="312120" cy="335520"/>
              </p14:xfrm>
            </p:contentPart>
          </mc:Choice>
          <mc:Fallback xmlns=""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8F8CB7C3-D4FF-53CA-62AA-5B2246149687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2098931" y="8048553"/>
                  <a:ext cx="329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CEDF7299-D01C-19C9-6BBA-CDC862694AB5}"/>
                    </a:ext>
                  </a:extLst>
                </p14:cNvPr>
                <p14:cNvContentPartPr/>
                <p14:nvPr/>
              </p14:nvContentPartPr>
              <p14:xfrm>
                <a:off x="1830731" y="7912833"/>
                <a:ext cx="176040" cy="614520"/>
              </p14:xfrm>
            </p:contentPart>
          </mc:Choice>
          <mc:Fallback xmlns=""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CEDF7299-D01C-19C9-6BBA-CDC862694AB5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1821731" y="7904193"/>
                  <a:ext cx="19368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0">
              <p14:nvContentPartPr>
                <p14:cNvPr id="333" name="잉크 332">
                  <a:extLst>
                    <a:ext uri="{FF2B5EF4-FFF2-40B4-BE49-F238E27FC236}">
                      <a16:creationId xmlns:a16="http://schemas.microsoft.com/office/drawing/2014/main" id="{E780D354-0C65-93F8-28C0-9C1FF40D5A70}"/>
                    </a:ext>
                  </a:extLst>
                </p14:cNvPr>
                <p14:cNvContentPartPr/>
                <p14:nvPr/>
              </p14:nvContentPartPr>
              <p14:xfrm>
                <a:off x="6800891" y="7900233"/>
                <a:ext cx="238320" cy="507600"/>
              </p14:xfrm>
            </p:contentPart>
          </mc:Choice>
          <mc:Fallback xmlns="">
            <p:pic>
              <p:nvPicPr>
                <p:cNvPr id="333" name="잉크 332">
                  <a:extLst>
                    <a:ext uri="{FF2B5EF4-FFF2-40B4-BE49-F238E27FC236}">
                      <a16:creationId xmlns:a16="http://schemas.microsoft.com/office/drawing/2014/main" id="{E780D354-0C65-93F8-28C0-9C1FF40D5A70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6792251" y="7891593"/>
                  <a:ext cx="25596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0BB166F7-2D3B-5628-4B2C-5A672197EE54}"/>
                    </a:ext>
                  </a:extLst>
                </p14:cNvPr>
                <p14:cNvContentPartPr/>
                <p14:nvPr/>
              </p14:nvContentPartPr>
              <p14:xfrm>
                <a:off x="7006811" y="8053953"/>
                <a:ext cx="190080" cy="266400"/>
              </p14:xfrm>
            </p:contentPart>
          </mc:Choice>
          <mc:Fallback xmlns=""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0BB166F7-2D3B-5628-4B2C-5A672197EE54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6997811" y="8044953"/>
                  <a:ext cx="207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335" name="잉크 334">
                  <a:extLst>
                    <a:ext uri="{FF2B5EF4-FFF2-40B4-BE49-F238E27FC236}">
                      <a16:creationId xmlns:a16="http://schemas.microsoft.com/office/drawing/2014/main" id="{117F9BA1-3C1C-9355-D517-E9E5054098EC}"/>
                    </a:ext>
                  </a:extLst>
                </p14:cNvPr>
                <p14:cNvContentPartPr/>
                <p14:nvPr/>
              </p14:nvContentPartPr>
              <p14:xfrm>
                <a:off x="7126331" y="8117673"/>
                <a:ext cx="360" cy="360"/>
              </p14:xfrm>
            </p:contentPart>
          </mc:Choice>
          <mc:Fallback xmlns="">
            <p:pic>
              <p:nvPicPr>
                <p:cNvPr id="335" name="잉크 334">
                  <a:extLst>
                    <a:ext uri="{FF2B5EF4-FFF2-40B4-BE49-F238E27FC236}">
                      <a16:creationId xmlns:a16="http://schemas.microsoft.com/office/drawing/2014/main" id="{117F9BA1-3C1C-9355-D517-E9E5054098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7691" y="81086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5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86B84A63-7F72-4908-F861-B907C3F9E9EC}"/>
                    </a:ext>
                  </a:extLst>
                </p14:cNvPr>
                <p14:cNvContentPartPr/>
                <p14:nvPr/>
              </p14:nvContentPartPr>
              <p14:xfrm>
                <a:off x="7126331" y="8101473"/>
                <a:ext cx="344160" cy="237240"/>
              </p14:xfrm>
            </p:contentPart>
          </mc:Choice>
          <mc:Fallback xmlns=""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86B84A63-7F72-4908-F861-B907C3F9E9EC}"/>
                    </a:ext>
                  </a:extLst>
                </p:cNvPr>
                <p:cNvPicPr/>
                <p:nvPr/>
              </p:nvPicPr>
              <p:blipFill>
                <a:blip r:embed="rId1036"/>
                <a:stretch>
                  <a:fillRect/>
                </a:stretch>
              </p:blipFill>
              <p:spPr>
                <a:xfrm>
                  <a:off x="7117691" y="8092833"/>
                  <a:ext cx="361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7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A9FFAD4C-DC6C-C790-1AA0-D92138535645}"/>
                    </a:ext>
                  </a:extLst>
                </p14:cNvPr>
                <p14:cNvContentPartPr/>
                <p14:nvPr/>
              </p14:nvContentPartPr>
              <p14:xfrm>
                <a:off x="7647611" y="8060793"/>
                <a:ext cx="207000" cy="328320"/>
              </p14:xfrm>
            </p:contentPart>
          </mc:Choice>
          <mc:Fallback xmlns=""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A9FFAD4C-DC6C-C790-1AA0-D92138535645}"/>
                    </a:ext>
                  </a:extLst>
                </p:cNvPr>
                <p:cNvPicPr/>
                <p:nvPr/>
              </p:nvPicPr>
              <p:blipFill>
                <a:blip r:embed="rId1038"/>
                <a:stretch>
                  <a:fillRect/>
                </a:stretch>
              </p:blipFill>
              <p:spPr>
                <a:xfrm>
                  <a:off x="7638971" y="8051793"/>
                  <a:ext cx="2246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9">
              <p14:nvContentPartPr>
                <p14:cNvPr id="338" name="잉크 337">
                  <a:extLst>
                    <a:ext uri="{FF2B5EF4-FFF2-40B4-BE49-F238E27FC236}">
                      <a16:creationId xmlns:a16="http://schemas.microsoft.com/office/drawing/2014/main" id="{A990D5DB-05AA-00A7-AAB7-10C2DA4C4859}"/>
                    </a:ext>
                  </a:extLst>
                </p14:cNvPr>
                <p14:cNvContentPartPr/>
                <p14:nvPr/>
              </p14:nvContentPartPr>
              <p14:xfrm>
                <a:off x="7983851" y="8015433"/>
                <a:ext cx="241920" cy="370080"/>
              </p14:xfrm>
            </p:contentPart>
          </mc:Choice>
          <mc:Fallback xmlns="">
            <p:pic>
              <p:nvPicPr>
                <p:cNvPr id="338" name="잉크 337">
                  <a:extLst>
                    <a:ext uri="{FF2B5EF4-FFF2-40B4-BE49-F238E27FC236}">
                      <a16:creationId xmlns:a16="http://schemas.microsoft.com/office/drawing/2014/main" id="{A990D5DB-05AA-00A7-AAB7-10C2DA4C4859}"/>
                    </a:ext>
                  </a:extLst>
                </p:cNvPr>
                <p:cNvPicPr/>
                <p:nvPr/>
              </p:nvPicPr>
              <p:blipFill>
                <a:blip r:embed="rId1040"/>
                <a:stretch>
                  <a:fillRect/>
                </a:stretch>
              </p:blipFill>
              <p:spPr>
                <a:xfrm>
                  <a:off x="7975211" y="8006793"/>
                  <a:ext cx="2595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1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1AEC5A80-61CD-BEFF-B656-47ADF33DD00B}"/>
                    </a:ext>
                  </a:extLst>
                </p14:cNvPr>
                <p14:cNvContentPartPr/>
                <p14:nvPr/>
              </p14:nvContentPartPr>
              <p14:xfrm>
                <a:off x="8326931" y="8120913"/>
                <a:ext cx="236520" cy="384840"/>
              </p14:xfrm>
            </p:contentPart>
          </mc:Choice>
          <mc:Fallback xmlns=""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1AEC5A80-61CD-BEFF-B656-47ADF33DD00B}"/>
                    </a:ext>
                  </a:extLst>
                </p:cNvPr>
                <p:cNvPicPr/>
                <p:nvPr/>
              </p:nvPicPr>
              <p:blipFill>
                <a:blip r:embed="rId1042"/>
                <a:stretch>
                  <a:fillRect/>
                </a:stretch>
              </p:blipFill>
              <p:spPr>
                <a:xfrm>
                  <a:off x="8317931" y="8111913"/>
                  <a:ext cx="2541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3">
              <p14:nvContentPartPr>
                <p14:cNvPr id="340" name="잉크 339">
                  <a:extLst>
                    <a:ext uri="{FF2B5EF4-FFF2-40B4-BE49-F238E27FC236}">
                      <a16:creationId xmlns:a16="http://schemas.microsoft.com/office/drawing/2014/main" id="{8394BB7B-3D7C-4972-886B-A7B7007A394A}"/>
                    </a:ext>
                  </a:extLst>
                </p14:cNvPr>
                <p14:cNvContentPartPr/>
                <p14:nvPr/>
              </p14:nvContentPartPr>
              <p14:xfrm>
                <a:off x="8414411" y="8120913"/>
                <a:ext cx="360" cy="360"/>
              </p14:xfrm>
            </p:contentPart>
          </mc:Choice>
          <mc:Fallback xmlns="">
            <p:pic>
              <p:nvPicPr>
                <p:cNvPr id="340" name="잉크 339">
                  <a:extLst>
                    <a:ext uri="{FF2B5EF4-FFF2-40B4-BE49-F238E27FC236}">
                      <a16:creationId xmlns:a16="http://schemas.microsoft.com/office/drawing/2014/main" id="{8394BB7B-3D7C-4972-886B-A7B7007A39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05411" y="81119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95B16A3C-3933-A1F7-5C5B-BD1098A8F108}"/>
                    </a:ext>
                  </a:extLst>
                </p14:cNvPr>
                <p14:cNvContentPartPr/>
                <p14:nvPr/>
              </p14:nvContentPartPr>
              <p14:xfrm>
                <a:off x="8396771" y="8120913"/>
                <a:ext cx="207000" cy="82080"/>
              </p14:xfrm>
            </p:contentPart>
          </mc:Choice>
          <mc:Fallback xmlns=""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95B16A3C-3933-A1F7-5C5B-BD1098A8F108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388131" y="8111913"/>
                  <a:ext cx="224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6CC5E375-7840-71FE-8936-F9892171B9AC}"/>
                    </a:ext>
                  </a:extLst>
                </p14:cNvPr>
                <p14:cNvContentPartPr/>
                <p14:nvPr/>
              </p14:nvContentPartPr>
              <p14:xfrm>
                <a:off x="9075011" y="7899513"/>
                <a:ext cx="291960" cy="537120"/>
              </p14:xfrm>
            </p:contentPart>
          </mc:Choice>
          <mc:Fallback xmlns=""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6CC5E375-7840-71FE-8936-F9892171B9AC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9066011" y="7890873"/>
                  <a:ext cx="3096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672145A3-C00F-E2AE-27FA-5659130E10E5}"/>
                    </a:ext>
                  </a:extLst>
                </p14:cNvPr>
                <p14:cNvContentPartPr/>
                <p14:nvPr/>
              </p14:nvContentPartPr>
              <p14:xfrm>
                <a:off x="9415211" y="8064033"/>
                <a:ext cx="241920" cy="315360"/>
              </p14:xfrm>
            </p:contentPart>
          </mc:Choice>
          <mc:Fallback xmlns=""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672145A3-C00F-E2AE-27FA-5659130E10E5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9406211" y="8055393"/>
                  <a:ext cx="2595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344" name="잉크 343">
                  <a:extLst>
                    <a:ext uri="{FF2B5EF4-FFF2-40B4-BE49-F238E27FC236}">
                      <a16:creationId xmlns:a16="http://schemas.microsoft.com/office/drawing/2014/main" id="{132C5D62-21D8-E8E7-764C-DA5928C4BCB3}"/>
                    </a:ext>
                  </a:extLst>
                </p14:cNvPr>
                <p14:cNvContentPartPr/>
                <p14:nvPr/>
              </p14:nvContentPartPr>
              <p14:xfrm>
                <a:off x="9719771" y="8111193"/>
                <a:ext cx="164880" cy="138960"/>
              </p14:xfrm>
            </p:contentPart>
          </mc:Choice>
          <mc:Fallback xmlns="">
            <p:pic>
              <p:nvPicPr>
                <p:cNvPr id="344" name="잉크 343">
                  <a:extLst>
                    <a:ext uri="{FF2B5EF4-FFF2-40B4-BE49-F238E27FC236}">
                      <a16:creationId xmlns:a16="http://schemas.microsoft.com/office/drawing/2014/main" id="{132C5D62-21D8-E8E7-764C-DA5928C4BCB3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9711131" y="8102553"/>
                  <a:ext cx="182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5A33B18A-E9EE-5029-91EA-50336D157DED}"/>
                    </a:ext>
                  </a:extLst>
                </p14:cNvPr>
                <p14:cNvContentPartPr/>
                <p14:nvPr/>
              </p14:nvContentPartPr>
              <p14:xfrm>
                <a:off x="9645971" y="8013633"/>
                <a:ext cx="399600" cy="631440"/>
              </p14:xfrm>
            </p:contentPart>
          </mc:Choice>
          <mc:Fallback xmlns=""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5A33B18A-E9EE-5029-91EA-50336D157DED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9637331" y="8004993"/>
                  <a:ext cx="4172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2D4C1E13-27BD-AC6A-B1EC-5116AB2756A6}"/>
                    </a:ext>
                  </a:extLst>
                </p14:cNvPr>
                <p14:cNvContentPartPr/>
                <p14:nvPr/>
              </p14:nvContentPartPr>
              <p14:xfrm>
                <a:off x="10030091" y="8114433"/>
                <a:ext cx="323640" cy="303480"/>
              </p14:xfrm>
            </p:contentPart>
          </mc:Choice>
          <mc:Fallback xmlns=""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2D4C1E13-27BD-AC6A-B1EC-5116AB2756A6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10021451" y="8105793"/>
                  <a:ext cx="341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6D784415-4AF0-2417-23CF-ECCE3CF768CF}"/>
                    </a:ext>
                  </a:extLst>
                </p14:cNvPr>
                <p14:cNvContentPartPr/>
                <p14:nvPr/>
              </p14:nvContentPartPr>
              <p14:xfrm>
                <a:off x="10419971" y="7692513"/>
                <a:ext cx="28440" cy="554760"/>
              </p14:xfrm>
            </p:contentPart>
          </mc:Choice>
          <mc:Fallback xmlns=""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6D784415-4AF0-2417-23CF-ECCE3CF768CF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10410971" y="7683513"/>
                  <a:ext cx="460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350" name="잉크 349">
                  <a:extLst>
                    <a:ext uri="{FF2B5EF4-FFF2-40B4-BE49-F238E27FC236}">
                      <a16:creationId xmlns:a16="http://schemas.microsoft.com/office/drawing/2014/main" id="{851F2B8B-66CD-2AFF-6A65-1A15249C3891}"/>
                    </a:ext>
                  </a:extLst>
                </p14:cNvPr>
                <p14:cNvContentPartPr/>
                <p14:nvPr/>
              </p14:nvContentPartPr>
              <p14:xfrm>
                <a:off x="10545611" y="7962873"/>
                <a:ext cx="392400" cy="385200"/>
              </p14:xfrm>
            </p:contentPart>
          </mc:Choice>
          <mc:Fallback xmlns="">
            <p:pic>
              <p:nvPicPr>
                <p:cNvPr id="350" name="잉크 349">
                  <a:extLst>
                    <a:ext uri="{FF2B5EF4-FFF2-40B4-BE49-F238E27FC236}">
                      <a16:creationId xmlns:a16="http://schemas.microsoft.com/office/drawing/2014/main" id="{851F2B8B-66CD-2AFF-6A65-1A15249C389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10536611" y="7954233"/>
                  <a:ext cx="4100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B11EC400-5D52-41B0-7D8B-E4D88C48A846}"/>
                    </a:ext>
                  </a:extLst>
                </p14:cNvPr>
                <p14:cNvContentPartPr/>
                <p14:nvPr/>
              </p14:nvContentPartPr>
              <p14:xfrm>
                <a:off x="11014691" y="8325393"/>
                <a:ext cx="360" cy="360"/>
              </p14:xfrm>
            </p:contentPart>
          </mc:Choice>
          <mc:Fallback xmlns=""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B11EC400-5D52-41B0-7D8B-E4D88C48A8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06051" y="8316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1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48EAA188-F1A5-B7AC-130A-68A160D3C42B}"/>
                    </a:ext>
                  </a:extLst>
                </p14:cNvPr>
                <p14:cNvContentPartPr/>
                <p14:nvPr/>
              </p14:nvContentPartPr>
              <p14:xfrm>
                <a:off x="6794051" y="8577033"/>
                <a:ext cx="3601800" cy="151920"/>
              </p14:xfrm>
            </p:contentPart>
          </mc:Choice>
          <mc:Fallback xmlns=""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48EAA188-F1A5-B7AC-130A-68A160D3C42B}"/>
                    </a:ext>
                  </a:extLst>
                </p:cNvPr>
                <p:cNvPicPr/>
                <p:nvPr/>
              </p:nvPicPr>
              <p:blipFill>
                <a:blip r:embed="rId1062"/>
                <a:stretch>
                  <a:fillRect/>
                </a:stretch>
              </p:blipFill>
              <p:spPr>
                <a:xfrm>
                  <a:off x="6785051" y="8568393"/>
                  <a:ext cx="3619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3">
              <p14:nvContentPartPr>
                <p14:cNvPr id="354" name="잉크 353">
                  <a:extLst>
                    <a:ext uri="{FF2B5EF4-FFF2-40B4-BE49-F238E27FC236}">
                      <a16:creationId xmlns:a16="http://schemas.microsoft.com/office/drawing/2014/main" id="{6D1E20E7-01EC-D30B-FA80-67BA1AE9D870}"/>
                    </a:ext>
                  </a:extLst>
                </p14:cNvPr>
                <p14:cNvContentPartPr/>
                <p14:nvPr/>
              </p14:nvContentPartPr>
              <p14:xfrm>
                <a:off x="8319731" y="8763153"/>
                <a:ext cx="41760" cy="428760"/>
              </p14:xfrm>
            </p:contentPart>
          </mc:Choice>
          <mc:Fallback xmlns="">
            <p:pic>
              <p:nvPicPr>
                <p:cNvPr id="354" name="잉크 353">
                  <a:extLst>
                    <a:ext uri="{FF2B5EF4-FFF2-40B4-BE49-F238E27FC236}">
                      <a16:creationId xmlns:a16="http://schemas.microsoft.com/office/drawing/2014/main" id="{6D1E20E7-01EC-D30B-FA80-67BA1AE9D870}"/>
                    </a:ext>
                  </a:extLst>
                </p:cNvPr>
                <p:cNvPicPr/>
                <p:nvPr/>
              </p:nvPicPr>
              <p:blipFill>
                <a:blip r:embed="rId1064"/>
                <a:stretch>
                  <a:fillRect/>
                </a:stretch>
              </p:blipFill>
              <p:spPr>
                <a:xfrm>
                  <a:off x="8311091" y="8754513"/>
                  <a:ext cx="594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5">
              <p14:nvContentPartPr>
                <p14:cNvPr id="355" name="잉크 354">
                  <a:extLst>
                    <a:ext uri="{FF2B5EF4-FFF2-40B4-BE49-F238E27FC236}">
                      <a16:creationId xmlns:a16="http://schemas.microsoft.com/office/drawing/2014/main" id="{306834A5-25F1-EE6B-D491-0754115BB353}"/>
                    </a:ext>
                  </a:extLst>
                </p14:cNvPr>
                <p14:cNvContentPartPr/>
                <p14:nvPr/>
              </p14:nvContentPartPr>
              <p14:xfrm>
                <a:off x="8193731" y="8950713"/>
                <a:ext cx="367920" cy="282600"/>
              </p14:xfrm>
            </p:contentPart>
          </mc:Choice>
          <mc:Fallback xmlns="">
            <p:pic>
              <p:nvPicPr>
                <p:cNvPr id="355" name="잉크 354">
                  <a:extLst>
                    <a:ext uri="{FF2B5EF4-FFF2-40B4-BE49-F238E27FC236}">
                      <a16:creationId xmlns:a16="http://schemas.microsoft.com/office/drawing/2014/main" id="{306834A5-25F1-EE6B-D491-0754115BB353}"/>
                    </a:ext>
                  </a:extLst>
                </p:cNvPr>
                <p:cNvPicPr/>
                <p:nvPr/>
              </p:nvPicPr>
              <p:blipFill>
                <a:blip r:embed="rId1066"/>
                <a:stretch>
                  <a:fillRect/>
                </a:stretch>
              </p:blipFill>
              <p:spPr>
                <a:xfrm>
                  <a:off x="8185091" y="8941713"/>
                  <a:ext cx="385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7">
              <p14:nvContentPartPr>
                <p14:cNvPr id="357" name="잉크 356">
                  <a:extLst>
                    <a:ext uri="{FF2B5EF4-FFF2-40B4-BE49-F238E27FC236}">
                      <a16:creationId xmlns:a16="http://schemas.microsoft.com/office/drawing/2014/main" id="{40B5D60A-D38E-A98F-D713-AF3D84FE6B7D}"/>
                    </a:ext>
                  </a:extLst>
                </p14:cNvPr>
                <p14:cNvContentPartPr/>
                <p14:nvPr/>
              </p14:nvContentPartPr>
              <p14:xfrm>
                <a:off x="6940931" y="9538233"/>
                <a:ext cx="442080" cy="510480"/>
              </p14:xfrm>
            </p:contentPart>
          </mc:Choice>
          <mc:Fallback xmlns="">
            <p:pic>
              <p:nvPicPr>
                <p:cNvPr id="357" name="잉크 356">
                  <a:extLst>
                    <a:ext uri="{FF2B5EF4-FFF2-40B4-BE49-F238E27FC236}">
                      <a16:creationId xmlns:a16="http://schemas.microsoft.com/office/drawing/2014/main" id="{40B5D60A-D38E-A98F-D713-AF3D84FE6B7D}"/>
                    </a:ext>
                  </a:extLst>
                </p:cNvPr>
                <p:cNvPicPr/>
                <p:nvPr/>
              </p:nvPicPr>
              <p:blipFill>
                <a:blip r:embed="rId1068"/>
                <a:stretch>
                  <a:fillRect/>
                </a:stretch>
              </p:blipFill>
              <p:spPr>
                <a:xfrm>
                  <a:off x="6932291" y="9529233"/>
                  <a:ext cx="4597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9">
              <p14:nvContentPartPr>
                <p14:cNvPr id="358" name="잉크 357">
                  <a:extLst>
                    <a:ext uri="{FF2B5EF4-FFF2-40B4-BE49-F238E27FC236}">
                      <a16:creationId xmlns:a16="http://schemas.microsoft.com/office/drawing/2014/main" id="{F9EBA37D-261A-5F7E-D583-EC49DAD08535}"/>
                    </a:ext>
                  </a:extLst>
                </p14:cNvPr>
                <p14:cNvContentPartPr/>
                <p14:nvPr/>
              </p14:nvContentPartPr>
              <p14:xfrm>
                <a:off x="7385531" y="9628233"/>
                <a:ext cx="186480" cy="370080"/>
              </p14:xfrm>
            </p:contentPart>
          </mc:Choice>
          <mc:Fallback xmlns="">
            <p:pic>
              <p:nvPicPr>
                <p:cNvPr id="358" name="잉크 357">
                  <a:extLst>
                    <a:ext uri="{FF2B5EF4-FFF2-40B4-BE49-F238E27FC236}">
                      <a16:creationId xmlns:a16="http://schemas.microsoft.com/office/drawing/2014/main" id="{F9EBA37D-261A-5F7E-D583-EC49DAD08535}"/>
                    </a:ext>
                  </a:extLst>
                </p:cNvPr>
                <p:cNvPicPr/>
                <p:nvPr/>
              </p:nvPicPr>
              <p:blipFill>
                <a:blip r:embed="rId1070"/>
                <a:stretch>
                  <a:fillRect/>
                </a:stretch>
              </p:blipFill>
              <p:spPr>
                <a:xfrm>
                  <a:off x="7376531" y="9619593"/>
                  <a:ext cx="2041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1">
              <p14:nvContentPartPr>
                <p14:cNvPr id="359" name="잉크 358">
                  <a:extLst>
                    <a:ext uri="{FF2B5EF4-FFF2-40B4-BE49-F238E27FC236}">
                      <a16:creationId xmlns:a16="http://schemas.microsoft.com/office/drawing/2014/main" id="{60A3F7C1-F60E-4502-5B3A-79576B104BA8}"/>
                    </a:ext>
                  </a:extLst>
                </p14:cNvPr>
                <p14:cNvContentPartPr/>
                <p14:nvPr/>
              </p14:nvContentPartPr>
              <p14:xfrm>
                <a:off x="7462571" y="9742713"/>
                <a:ext cx="360" cy="360"/>
              </p14:xfrm>
            </p:contentPart>
          </mc:Choice>
          <mc:Fallback xmlns="">
            <p:pic>
              <p:nvPicPr>
                <p:cNvPr id="359" name="잉크 358">
                  <a:extLst>
                    <a:ext uri="{FF2B5EF4-FFF2-40B4-BE49-F238E27FC236}">
                      <a16:creationId xmlns:a16="http://schemas.microsoft.com/office/drawing/2014/main" id="{60A3F7C1-F60E-4502-5B3A-79576B104B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53571" y="9734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9E4EAD9F-7D48-E07E-6F03-4C5FE4AC75BB}"/>
                    </a:ext>
                  </a:extLst>
                </p14:cNvPr>
                <p14:cNvContentPartPr/>
                <p14:nvPr/>
              </p14:nvContentPartPr>
              <p14:xfrm>
                <a:off x="7462571" y="9704913"/>
                <a:ext cx="414000" cy="347760"/>
              </p14:xfrm>
            </p:contentPart>
          </mc:Choice>
          <mc:Fallback xmlns=""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9E4EAD9F-7D48-E07E-6F03-4C5FE4AC75BB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7453571" y="9696273"/>
                  <a:ext cx="4316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361" name="잉크 360">
                  <a:extLst>
                    <a:ext uri="{FF2B5EF4-FFF2-40B4-BE49-F238E27FC236}">
                      <a16:creationId xmlns:a16="http://schemas.microsoft.com/office/drawing/2014/main" id="{BA2FF1FD-A720-5E1E-18E7-EF10D5AC071A}"/>
                    </a:ext>
                  </a:extLst>
                </p14:cNvPr>
                <p14:cNvContentPartPr/>
                <p14:nvPr/>
              </p14:nvContentPartPr>
              <p14:xfrm>
                <a:off x="7948931" y="9625713"/>
                <a:ext cx="245520" cy="379080"/>
              </p14:xfrm>
            </p:contentPart>
          </mc:Choice>
          <mc:Fallback xmlns="">
            <p:pic>
              <p:nvPicPr>
                <p:cNvPr id="361" name="잉크 360">
                  <a:extLst>
                    <a:ext uri="{FF2B5EF4-FFF2-40B4-BE49-F238E27FC236}">
                      <a16:creationId xmlns:a16="http://schemas.microsoft.com/office/drawing/2014/main" id="{BA2FF1FD-A720-5E1E-18E7-EF10D5AC071A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7939931" y="9616713"/>
                  <a:ext cx="2631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363" name="잉크 362">
                  <a:extLst>
                    <a:ext uri="{FF2B5EF4-FFF2-40B4-BE49-F238E27FC236}">
                      <a16:creationId xmlns:a16="http://schemas.microsoft.com/office/drawing/2014/main" id="{24D52865-E164-8E72-2358-BE68B0E22AA0}"/>
                    </a:ext>
                  </a:extLst>
                </p14:cNvPr>
                <p14:cNvContentPartPr/>
                <p14:nvPr/>
              </p14:nvContentPartPr>
              <p14:xfrm>
                <a:off x="8025971" y="9654513"/>
                <a:ext cx="213840" cy="349920"/>
              </p14:xfrm>
            </p:contentPart>
          </mc:Choice>
          <mc:Fallback xmlns="">
            <p:pic>
              <p:nvPicPr>
                <p:cNvPr id="363" name="잉크 362">
                  <a:extLst>
                    <a:ext uri="{FF2B5EF4-FFF2-40B4-BE49-F238E27FC236}">
                      <a16:creationId xmlns:a16="http://schemas.microsoft.com/office/drawing/2014/main" id="{24D52865-E164-8E72-2358-BE68B0E22AA0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8016971" y="9645873"/>
                  <a:ext cx="231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5F5170C6-2205-06D7-BE0B-ADC0DF6592DC}"/>
                    </a:ext>
                  </a:extLst>
                </p14:cNvPr>
                <p14:cNvContentPartPr/>
                <p14:nvPr/>
              </p14:nvContentPartPr>
              <p14:xfrm>
                <a:off x="8378411" y="9556953"/>
                <a:ext cx="211680" cy="412920"/>
              </p14:xfrm>
            </p:contentPart>
          </mc:Choice>
          <mc:Fallback xmlns=""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5F5170C6-2205-06D7-BE0B-ADC0DF6592DC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8369411" y="9548313"/>
                  <a:ext cx="2293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73F3309B-5F1C-141A-0496-50181153BBDC}"/>
                    </a:ext>
                  </a:extLst>
                </p14:cNvPr>
                <p14:cNvContentPartPr/>
                <p14:nvPr/>
              </p14:nvContentPartPr>
              <p14:xfrm>
                <a:off x="8670011" y="9588633"/>
                <a:ext cx="259920" cy="423720"/>
              </p14:xfrm>
            </p:contentPart>
          </mc:Choice>
          <mc:Fallback xmlns=""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73F3309B-5F1C-141A-0496-50181153BBDC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8661011" y="9579633"/>
                  <a:ext cx="2775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366" name="잉크 365">
                  <a:extLst>
                    <a:ext uri="{FF2B5EF4-FFF2-40B4-BE49-F238E27FC236}">
                      <a16:creationId xmlns:a16="http://schemas.microsoft.com/office/drawing/2014/main" id="{8D023C3C-4611-A122-5C66-7A52745F3EE4}"/>
                    </a:ext>
                  </a:extLst>
                </p14:cNvPr>
                <p14:cNvContentPartPr/>
                <p14:nvPr/>
              </p14:nvContentPartPr>
              <p14:xfrm>
                <a:off x="8750291" y="9585393"/>
                <a:ext cx="196200" cy="154800"/>
              </p14:xfrm>
            </p:contentPart>
          </mc:Choice>
          <mc:Fallback xmlns="">
            <p:pic>
              <p:nvPicPr>
                <p:cNvPr id="366" name="잉크 365">
                  <a:extLst>
                    <a:ext uri="{FF2B5EF4-FFF2-40B4-BE49-F238E27FC236}">
                      <a16:creationId xmlns:a16="http://schemas.microsoft.com/office/drawing/2014/main" id="{8D023C3C-4611-A122-5C66-7A52745F3EE4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8741651" y="9576393"/>
                  <a:ext cx="213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368" name="잉크 367">
                  <a:extLst>
                    <a:ext uri="{FF2B5EF4-FFF2-40B4-BE49-F238E27FC236}">
                      <a16:creationId xmlns:a16="http://schemas.microsoft.com/office/drawing/2014/main" id="{33100184-1343-238E-5513-BCEE7D59A006}"/>
                    </a:ext>
                  </a:extLst>
                </p14:cNvPr>
                <p14:cNvContentPartPr/>
                <p14:nvPr/>
              </p14:nvContentPartPr>
              <p14:xfrm>
                <a:off x="9582251" y="9396393"/>
                <a:ext cx="306000" cy="479520"/>
              </p14:xfrm>
            </p:contentPart>
          </mc:Choice>
          <mc:Fallback xmlns="">
            <p:pic>
              <p:nvPicPr>
                <p:cNvPr id="368" name="잉크 367">
                  <a:extLst>
                    <a:ext uri="{FF2B5EF4-FFF2-40B4-BE49-F238E27FC236}">
                      <a16:creationId xmlns:a16="http://schemas.microsoft.com/office/drawing/2014/main" id="{33100184-1343-238E-5513-BCEE7D59A006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9573251" y="9387753"/>
                  <a:ext cx="3236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369" name="잉크 368">
                  <a:extLst>
                    <a:ext uri="{FF2B5EF4-FFF2-40B4-BE49-F238E27FC236}">
                      <a16:creationId xmlns:a16="http://schemas.microsoft.com/office/drawing/2014/main" id="{EC9A58D1-8F6A-D28A-4C2E-28A2D5F32B03}"/>
                    </a:ext>
                  </a:extLst>
                </p14:cNvPr>
                <p14:cNvContentPartPr/>
                <p14:nvPr/>
              </p14:nvContentPartPr>
              <p14:xfrm>
                <a:off x="9950891" y="9556953"/>
                <a:ext cx="154440" cy="346680"/>
              </p14:xfrm>
            </p:contentPart>
          </mc:Choice>
          <mc:Fallback xmlns="">
            <p:pic>
              <p:nvPicPr>
                <p:cNvPr id="369" name="잉크 368">
                  <a:extLst>
                    <a:ext uri="{FF2B5EF4-FFF2-40B4-BE49-F238E27FC236}">
                      <a16:creationId xmlns:a16="http://schemas.microsoft.com/office/drawing/2014/main" id="{EC9A58D1-8F6A-D28A-4C2E-28A2D5F32B03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9941891" y="9548313"/>
                  <a:ext cx="1720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370" name="잉크 369">
                  <a:extLst>
                    <a:ext uri="{FF2B5EF4-FFF2-40B4-BE49-F238E27FC236}">
                      <a16:creationId xmlns:a16="http://schemas.microsoft.com/office/drawing/2014/main" id="{AC0C46C5-1C88-304F-1A87-068160C4D0DB}"/>
                    </a:ext>
                  </a:extLst>
                </p14:cNvPr>
                <p14:cNvContentPartPr/>
                <p14:nvPr/>
              </p14:nvContentPartPr>
              <p14:xfrm>
                <a:off x="10066451" y="9588633"/>
                <a:ext cx="304920" cy="338040"/>
              </p14:xfrm>
            </p:contentPart>
          </mc:Choice>
          <mc:Fallback xmlns="">
            <p:pic>
              <p:nvPicPr>
                <p:cNvPr id="370" name="잉크 369">
                  <a:extLst>
                    <a:ext uri="{FF2B5EF4-FFF2-40B4-BE49-F238E27FC236}">
                      <a16:creationId xmlns:a16="http://schemas.microsoft.com/office/drawing/2014/main" id="{AC0C46C5-1C88-304F-1A87-068160C4D0DB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0057451" y="9579633"/>
                  <a:ext cx="322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372" name="잉크 371">
                  <a:extLst>
                    <a:ext uri="{FF2B5EF4-FFF2-40B4-BE49-F238E27FC236}">
                      <a16:creationId xmlns:a16="http://schemas.microsoft.com/office/drawing/2014/main" id="{B7BA1418-684C-0691-D9F5-2EB7C76AE6FC}"/>
                    </a:ext>
                  </a:extLst>
                </p14:cNvPr>
                <p14:cNvContentPartPr/>
                <p14:nvPr/>
              </p14:nvContentPartPr>
              <p14:xfrm>
                <a:off x="10398731" y="9523473"/>
                <a:ext cx="218160" cy="339840"/>
              </p14:xfrm>
            </p:contentPart>
          </mc:Choice>
          <mc:Fallback xmlns="">
            <p:pic>
              <p:nvPicPr>
                <p:cNvPr id="372" name="잉크 371">
                  <a:extLst>
                    <a:ext uri="{FF2B5EF4-FFF2-40B4-BE49-F238E27FC236}">
                      <a16:creationId xmlns:a16="http://schemas.microsoft.com/office/drawing/2014/main" id="{B7BA1418-684C-0691-D9F5-2EB7C76AE6FC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10390091" y="9514473"/>
                  <a:ext cx="2358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652A2B7B-8299-82AC-C1F4-D46458172F9C}"/>
                    </a:ext>
                  </a:extLst>
                </p14:cNvPr>
                <p14:cNvContentPartPr/>
                <p14:nvPr/>
              </p14:nvContentPartPr>
              <p14:xfrm>
                <a:off x="10447691" y="9487833"/>
                <a:ext cx="238320" cy="176760"/>
              </p14:xfrm>
            </p:contentPart>
          </mc:Choice>
          <mc:Fallback xmlns=""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652A2B7B-8299-82AC-C1F4-D46458172F9C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10439051" y="9478833"/>
                  <a:ext cx="255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375" name="잉크 374">
                  <a:extLst>
                    <a:ext uri="{FF2B5EF4-FFF2-40B4-BE49-F238E27FC236}">
                      <a16:creationId xmlns:a16="http://schemas.microsoft.com/office/drawing/2014/main" id="{E9DE01E0-66BF-9449-8866-5155B8761750}"/>
                    </a:ext>
                  </a:extLst>
                </p14:cNvPr>
                <p14:cNvContentPartPr/>
                <p14:nvPr/>
              </p14:nvContentPartPr>
              <p14:xfrm>
                <a:off x="10958891" y="9538233"/>
                <a:ext cx="385200" cy="6480"/>
              </p14:xfrm>
            </p:contentPart>
          </mc:Choice>
          <mc:Fallback xmlns="">
            <p:pic>
              <p:nvPicPr>
                <p:cNvPr id="375" name="잉크 374">
                  <a:extLst>
                    <a:ext uri="{FF2B5EF4-FFF2-40B4-BE49-F238E27FC236}">
                      <a16:creationId xmlns:a16="http://schemas.microsoft.com/office/drawing/2014/main" id="{E9DE01E0-66BF-9449-8866-5155B8761750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0949891" y="9529233"/>
                  <a:ext cx="402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C4E620C5-CE74-A627-FF72-674D47506715}"/>
                    </a:ext>
                  </a:extLst>
                </p14:cNvPr>
                <p14:cNvContentPartPr/>
                <p14:nvPr/>
              </p14:nvContentPartPr>
              <p14:xfrm>
                <a:off x="11154731" y="9478113"/>
                <a:ext cx="207360" cy="375120"/>
              </p14:xfrm>
            </p:contentPart>
          </mc:Choice>
          <mc:Fallback xmlns=""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C4E620C5-CE74-A627-FF72-674D47506715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11146091" y="9469473"/>
                  <a:ext cx="2250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378" name="잉크 377">
                  <a:extLst>
                    <a:ext uri="{FF2B5EF4-FFF2-40B4-BE49-F238E27FC236}">
                      <a16:creationId xmlns:a16="http://schemas.microsoft.com/office/drawing/2014/main" id="{5608D0DC-FE5E-7989-5CC3-A98C6BABAF1D}"/>
                    </a:ext>
                  </a:extLst>
                </p14:cNvPr>
                <p14:cNvContentPartPr/>
                <p14:nvPr/>
              </p14:nvContentPartPr>
              <p14:xfrm>
                <a:off x="11676371" y="9336633"/>
                <a:ext cx="200160" cy="443880"/>
              </p14:xfrm>
            </p:contentPart>
          </mc:Choice>
          <mc:Fallback xmlns="">
            <p:pic>
              <p:nvPicPr>
                <p:cNvPr id="378" name="잉크 377">
                  <a:extLst>
                    <a:ext uri="{FF2B5EF4-FFF2-40B4-BE49-F238E27FC236}">
                      <a16:creationId xmlns:a16="http://schemas.microsoft.com/office/drawing/2014/main" id="{5608D0DC-FE5E-7989-5CC3-A98C6BABAF1D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11667371" y="9327633"/>
                  <a:ext cx="2178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379" name="잉크 378">
                  <a:extLst>
                    <a:ext uri="{FF2B5EF4-FFF2-40B4-BE49-F238E27FC236}">
                      <a16:creationId xmlns:a16="http://schemas.microsoft.com/office/drawing/2014/main" id="{3E981DC1-F754-E2EA-AE9C-6C415F35C6D1}"/>
                    </a:ext>
                  </a:extLst>
                </p14:cNvPr>
                <p14:cNvContentPartPr/>
                <p14:nvPr/>
              </p14:nvContentPartPr>
              <p14:xfrm>
                <a:off x="12021611" y="9509073"/>
                <a:ext cx="120960" cy="218520"/>
              </p14:xfrm>
            </p:contentPart>
          </mc:Choice>
          <mc:Fallback xmlns="">
            <p:pic>
              <p:nvPicPr>
                <p:cNvPr id="379" name="잉크 378">
                  <a:extLst>
                    <a:ext uri="{FF2B5EF4-FFF2-40B4-BE49-F238E27FC236}">
                      <a16:creationId xmlns:a16="http://schemas.microsoft.com/office/drawing/2014/main" id="{3E981DC1-F754-E2EA-AE9C-6C415F35C6D1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12012611" y="9500433"/>
                  <a:ext cx="138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380" name="잉크 379">
                  <a:extLst>
                    <a:ext uri="{FF2B5EF4-FFF2-40B4-BE49-F238E27FC236}">
                      <a16:creationId xmlns:a16="http://schemas.microsoft.com/office/drawing/2014/main" id="{FBB45610-26FF-B3EE-7F92-967D70CEFDC4}"/>
                    </a:ext>
                  </a:extLst>
                </p14:cNvPr>
                <p14:cNvContentPartPr/>
                <p14:nvPr/>
              </p14:nvContentPartPr>
              <p14:xfrm>
                <a:off x="12064811" y="9513033"/>
                <a:ext cx="360" cy="360"/>
              </p14:xfrm>
            </p:contentPart>
          </mc:Choice>
          <mc:Fallback xmlns="">
            <p:pic>
              <p:nvPicPr>
                <p:cNvPr id="380" name="잉크 379">
                  <a:extLst>
                    <a:ext uri="{FF2B5EF4-FFF2-40B4-BE49-F238E27FC236}">
                      <a16:creationId xmlns:a16="http://schemas.microsoft.com/office/drawing/2014/main" id="{FBB45610-26FF-B3EE-7F92-967D70CEFD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55811" y="9504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3">
              <p14:nvContentPartPr>
                <p14:cNvPr id="381" name="잉크 380">
                  <a:extLst>
                    <a:ext uri="{FF2B5EF4-FFF2-40B4-BE49-F238E27FC236}">
                      <a16:creationId xmlns:a16="http://schemas.microsoft.com/office/drawing/2014/main" id="{770DF556-56DF-5B6B-BD6E-9EDAC1D237CF}"/>
                    </a:ext>
                  </a:extLst>
                </p14:cNvPr>
                <p14:cNvContentPartPr/>
                <p14:nvPr/>
              </p14:nvContentPartPr>
              <p14:xfrm>
                <a:off x="12064811" y="9511953"/>
                <a:ext cx="280440" cy="209160"/>
              </p14:xfrm>
            </p:contentPart>
          </mc:Choice>
          <mc:Fallback xmlns="">
            <p:pic>
              <p:nvPicPr>
                <p:cNvPr id="381" name="잉크 380">
                  <a:extLst>
                    <a:ext uri="{FF2B5EF4-FFF2-40B4-BE49-F238E27FC236}">
                      <a16:creationId xmlns:a16="http://schemas.microsoft.com/office/drawing/2014/main" id="{770DF556-56DF-5B6B-BD6E-9EDAC1D237CF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2055811" y="9503313"/>
                  <a:ext cx="298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5">
              <p14:nvContentPartPr>
                <p14:cNvPr id="382" name="잉크 381">
                  <a:extLst>
                    <a:ext uri="{FF2B5EF4-FFF2-40B4-BE49-F238E27FC236}">
                      <a16:creationId xmlns:a16="http://schemas.microsoft.com/office/drawing/2014/main" id="{75B6B865-BE0D-75CE-2FD9-D271EFD8A52A}"/>
                    </a:ext>
                  </a:extLst>
                </p14:cNvPr>
                <p14:cNvContentPartPr/>
                <p14:nvPr/>
              </p14:nvContentPartPr>
              <p14:xfrm>
                <a:off x="12418331" y="9442833"/>
                <a:ext cx="151920" cy="263880"/>
              </p14:xfrm>
            </p:contentPart>
          </mc:Choice>
          <mc:Fallback xmlns="">
            <p:pic>
              <p:nvPicPr>
                <p:cNvPr id="382" name="잉크 381">
                  <a:extLst>
                    <a:ext uri="{FF2B5EF4-FFF2-40B4-BE49-F238E27FC236}">
                      <a16:creationId xmlns:a16="http://schemas.microsoft.com/office/drawing/2014/main" id="{75B6B865-BE0D-75CE-2FD9-D271EFD8A52A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2409331" y="9433833"/>
                  <a:ext cx="169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7">
              <p14:nvContentPartPr>
                <p14:cNvPr id="383" name="잉크 382">
                  <a:extLst>
                    <a:ext uri="{FF2B5EF4-FFF2-40B4-BE49-F238E27FC236}">
                      <a16:creationId xmlns:a16="http://schemas.microsoft.com/office/drawing/2014/main" id="{384ADA58-896C-A18D-61D5-582C3E82530B}"/>
                    </a:ext>
                  </a:extLst>
                </p14:cNvPr>
                <p14:cNvContentPartPr/>
                <p14:nvPr/>
              </p14:nvContentPartPr>
              <p14:xfrm>
                <a:off x="12785891" y="9395673"/>
                <a:ext cx="248040" cy="259200"/>
              </p14:xfrm>
            </p:contentPart>
          </mc:Choice>
          <mc:Fallback xmlns="">
            <p:pic>
              <p:nvPicPr>
                <p:cNvPr id="383" name="잉크 382">
                  <a:extLst>
                    <a:ext uri="{FF2B5EF4-FFF2-40B4-BE49-F238E27FC236}">
                      <a16:creationId xmlns:a16="http://schemas.microsoft.com/office/drawing/2014/main" id="{384ADA58-896C-A18D-61D5-582C3E82530B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2776891" y="9387033"/>
                  <a:ext cx="265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9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9C279390-4FC3-CCD8-957F-693AA007BC77}"/>
                    </a:ext>
                  </a:extLst>
                </p14:cNvPr>
                <p14:cNvContentPartPr/>
                <p14:nvPr/>
              </p14:nvContentPartPr>
              <p14:xfrm>
                <a:off x="13135811" y="9339513"/>
                <a:ext cx="151200" cy="304200"/>
              </p14:xfrm>
            </p:contentPart>
          </mc:Choice>
          <mc:Fallback xmlns=""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9C279390-4FC3-CCD8-957F-693AA007BC77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3126811" y="9330873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1">
              <p14:nvContentPartPr>
                <p14:cNvPr id="385" name="잉크 384">
                  <a:extLst>
                    <a:ext uri="{FF2B5EF4-FFF2-40B4-BE49-F238E27FC236}">
                      <a16:creationId xmlns:a16="http://schemas.microsoft.com/office/drawing/2014/main" id="{C519AC78-8053-B8BD-EA12-FFCAFC986D09}"/>
                    </a:ext>
                  </a:extLst>
                </p14:cNvPr>
                <p14:cNvContentPartPr/>
                <p14:nvPr/>
              </p14:nvContentPartPr>
              <p14:xfrm>
                <a:off x="13184771" y="9320433"/>
                <a:ext cx="108720" cy="129960"/>
              </p14:xfrm>
            </p:contentPart>
          </mc:Choice>
          <mc:Fallback xmlns="">
            <p:pic>
              <p:nvPicPr>
                <p:cNvPr id="385" name="잉크 384">
                  <a:extLst>
                    <a:ext uri="{FF2B5EF4-FFF2-40B4-BE49-F238E27FC236}">
                      <a16:creationId xmlns:a16="http://schemas.microsoft.com/office/drawing/2014/main" id="{C519AC78-8053-B8BD-EA12-FFCAFC986D09}"/>
                    </a:ext>
                  </a:extLst>
                </p:cNvPr>
                <p:cNvPicPr/>
                <p:nvPr/>
              </p:nvPicPr>
              <p:blipFill>
                <a:blip r:embed="rId1112"/>
                <a:stretch>
                  <a:fillRect/>
                </a:stretch>
              </p:blipFill>
              <p:spPr>
                <a:xfrm>
                  <a:off x="13175771" y="9311433"/>
                  <a:ext cx="126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3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5C790072-8382-33AC-0B76-7AA432828D54}"/>
                    </a:ext>
                  </a:extLst>
                </p14:cNvPr>
                <p14:cNvContentPartPr/>
                <p14:nvPr/>
              </p14:nvContentPartPr>
              <p14:xfrm>
                <a:off x="5018891" y="6866673"/>
                <a:ext cx="2352960" cy="885960"/>
              </p14:xfrm>
            </p:contentPart>
          </mc:Choice>
          <mc:Fallback xmlns=""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5C790072-8382-33AC-0B76-7AA432828D54}"/>
                    </a:ext>
                  </a:extLst>
                </p:cNvPr>
                <p:cNvPicPr/>
                <p:nvPr/>
              </p:nvPicPr>
              <p:blipFill>
                <a:blip r:embed="rId1114"/>
                <a:stretch>
                  <a:fillRect/>
                </a:stretch>
              </p:blipFill>
              <p:spPr>
                <a:xfrm>
                  <a:off x="5009891" y="6858033"/>
                  <a:ext cx="237060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5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812A63CE-BB68-40F2-EC46-AD276E9B45E6}"/>
                    </a:ext>
                  </a:extLst>
                </p14:cNvPr>
                <p14:cNvContentPartPr/>
                <p14:nvPr/>
              </p14:nvContentPartPr>
              <p14:xfrm>
                <a:off x="6986291" y="7024353"/>
                <a:ext cx="560880" cy="460800"/>
              </p14:xfrm>
            </p:contentPart>
          </mc:Choice>
          <mc:Fallback xmlns=""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812A63CE-BB68-40F2-EC46-AD276E9B45E6}"/>
                    </a:ext>
                  </a:extLst>
                </p:cNvPr>
                <p:cNvPicPr/>
                <p:nvPr/>
              </p:nvPicPr>
              <p:blipFill>
                <a:blip r:embed="rId1116"/>
                <a:stretch>
                  <a:fillRect/>
                </a:stretch>
              </p:blipFill>
              <p:spPr>
                <a:xfrm>
                  <a:off x="6977651" y="7015353"/>
                  <a:ext cx="5785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7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BFAA6F42-270D-DB79-0643-B54A5F6FA3FB}"/>
                    </a:ext>
                  </a:extLst>
                </p14:cNvPr>
                <p14:cNvContentPartPr/>
                <p14:nvPr/>
              </p14:nvContentPartPr>
              <p14:xfrm>
                <a:off x="9540851" y="6772713"/>
                <a:ext cx="2143080" cy="784800"/>
              </p14:xfrm>
            </p:contentPart>
          </mc:Choice>
          <mc:Fallback xmlns=""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BFAA6F42-270D-DB79-0643-B54A5F6FA3FB}"/>
                    </a:ext>
                  </a:extLst>
                </p:cNvPr>
                <p:cNvPicPr/>
                <p:nvPr/>
              </p:nvPicPr>
              <p:blipFill>
                <a:blip r:embed="rId1118"/>
                <a:stretch>
                  <a:fillRect/>
                </a:stretch>
              </p:blipFill>
              <p:spPr>
                <a:xfrm>
                  <a:off x="9531851" y="6763713"/>
                  <a:ext cx="216072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9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8B97C59A-D338-5FD0-42C5-E849FD015116}"/>
                    </a:ext>
                  </a:extLst>
                </p14:cNvPr>
                <p14:cNvContentPartPr/>
                <p14:nvPr/>
              </p14:nvContentPartPr>
              <p14:xfrm>
                <a:off x="11343731" y="6785313"/>
                <a:ext cx="423720" cy="432000"/>
              </p14:xfrm>
            </p:contentPart>
          </mc:Choice>
          <mc:Fallback xmlns=""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8B97C59A-D338-5FD0-42C5-E849FD015116}"/>
                    </a:ext>
                  </a:extLst>
                </p:cNvPr>
                <p:cNvPicPr/>
                <p:nvPr/>
              </p:nvPicPr>
              <p:blipFill>
                <a:blip r:embed="rId1120"/>
                <a:stretch>
                  <a:fillRect/>
                </a:stretch>
              </p:blipFill>
              <p:spPr>
                <a:xfrm>
                  <a:off x="11335091" y="6776313"/>
                  <a:ext cx="441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1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7166D69B-35FB-BA1C-00A6-534803744853}"/>
                    </a:ext>
                  </a:extLst>
                </p14:cNvPr>
                <p14:cNvContentPartPr/>
                <p14:nvPr/>
              </p14:nvContentPartPr>
              <p14:xfrm>
                <a:off x="11756651" y="7868553"/>
                <a:ext cx="377280" cy="410760"/>
              </p14:xfrm>
            </p:contentPart>
          </mc:Choice>
          <mc:Fallback xmlns=""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7166D69B-35FB-BA1C-00A6-534803744853}"/>
                    </a:ext>
                  </a:extLst>
                </p:cNvPr>
                <p:cNvPicPr/>
                <p:nvPr/>
              </p:nvPicPr>
              <p:blipFill>
                <a:blip r:embed="rId1122"/>
                <a:stretch>
                  <a:fillRect/>
                </a:stretch>
              </p:blipFill>
              <p:spPr>
                <a:xfrm>
                  <a:off x="11748011" y="7859553"/>
                  <a:ext cx="3949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3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AFEE43BA-A742-8CC1-003D-67CAA92EA9BD}"/>
                    </a:ext>
                  </a:extLst>
                </p14:cNvPr>
                <p14:cNvContentPartPr/>
                <p14:nvPr/>
              </p14:nvContentPartPr>
              <p14:xfrm>
                <a:off x="12215291" y="7638873"/>
                <a:ext cx="255240" cy="729000"/>
              </p14:xfrm>
            </p:contentPart>
          </mc:Choice>
          <mc:Fallback xmlns=""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AFEE43BA-A742-8CC1-003D-67CAA92EA9BD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12206291" y="7629873"/>
                  <a:ext cx="27288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5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71DE6AF2-F140-316B-7A7F-16A6F2E8122C}"/>
                    </a:ext>
                  </a:extLst>
                </p14:cNvPr>
                <p14:cNvContentPartPr/>
                <p14:nvPr/>
              </p14:nvContentPartPr>
              <p14:xfrm>
                <a:off x="12323651" y="8120913"/>
                <a:ext cx="122760" cy="160920"/>
              </p14:xfrm>
            </p:contentPart>
          </mc:Choice>
          <mc:Fallback xmlns=""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71DE6AF2-F140-316B-7A7F-16A6F2E8122C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12315011" y="8111913"/>
                  <a:ext cx="140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7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E740C546-68A5-AE96-B530-AFDB332DEAA8}"/>
                    </a:ext>
                  </a:extLst>
                </p14:cNvPr>
                <p14:cNvContentPartPr/>
                <p14:nvPr/>
              </p14:nvContentPartPr>
              <p14:xfrm>
                <a:off x="12505811" y="7701873"/>
                <a:ext cx="224280" cy="602280"/>
              </p14:xfrm>
            </p:contentPart>
          </mc:Choice>
          <mc:Fallback xmlns=""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E740C546-68A5-AE96-B530-AFDB332DEAA8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12496811" y="7692873"/>
                  <a:ext cx="24192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9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EFDA53A7-1406-6F79-252E-7B0B7FA00B4E}"/>
                    </a:ext>
                  </a:extLst>
                </p14:cNvPr>
                <p14:cNvContentPartPr/>
                <p14:nvPr/>
              </p14:nvContentPartPr>
              <p14:xfrm>
                <a:off x="12673571" y="7648233"/>
                <a:ext cx="31680" cy="831960"/>
              </p14:xfrm>
            </p:contentPart>
          </mc:Choice>
          <mc:Fallback xmlns=""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EFDA53A7-1406-6F79-252E-7B0B7FA00B4E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12664931" y="7639593"/>
                  <a:ext cx="4932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1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72398756-5892-BB0D-7774-B9C5D7BB7333}"/>
                    </a:ext>
                  </a:extLst>
                </p14:cNvPr>
                <p14:cNvContentPartPr/>
                <p14:nvPr/>
              </p14:nvContentPartPr>
              <p14:xfrm>
                <a:off x="12817211" y="8026233"/>
                <a:ext cx="245880" cy="400320"/>
              </p14:xfrm>
            </p:contentPart>
          </mc:Choice>
          <mc:Fallback xmlns=""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72398756-5892-BB0D-7774-B9C5D7BB7333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12808571" y="8017593"/>
                  <a:ext cx="2635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3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E23411CA-6A87-DED4-D411-73FFAC3BA6DB}"/>
                    </a:ext>
                  </a:extLst>
                </p14:cNvPr>
                <p14:cNvContentPartPr/>
                <p14:nvPr/>
              </p14:nvContentPartPr>
              <p14:xfrm>
                <a:off x="12810371" y="8262393"/>
                <a:ext cx="294480" cy="6480"/>
              </p14:xfrm>
            </p:contentPart>
          </mc:Choice>
          <mc:Fallback xmlns=""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E23411CA-6A87-DED4-D411-73FFAC3BA6DB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12801371" y="8253753"/>
                  <a:ext cx="312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5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FF54E804-D595-8D75-BFF3-6AE9D1DC5AFF}"/>
                    </a:ext>
                  </a:extLst>
                </p14:cNvPr>
                <p14:cNvContentPartPr/>
                <p14:nvPr/>
              </p14:nvContentPartPr>
              <p14:xfrm>
                <a:off x="13401131" y="8129193"/>
                <a:ext cx="245880" cy="247680"/>
              </p14:xfrm>
            </p:contentPart>
          </mc:Choice>
          <mc:Fallback xmlns=""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FF54E804-D595-8D75-BFF3-6AE9D1DC5AFF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13392131" y="8120193"/>
                  <a:ext cx="263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7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C9DD5CC0-C2A5-3E0F-7745-5CDF2DC665F6}"/>
                    </a:ext>
                  </a:extLst>
                </p14:cNvPr>
                <p14:cNvContentPartPr/>
                <p14:nvPr/>
              </p14:nvContentPartPr>
              <p14:xfrm>
                <a:off x="13506611" y="7538073"/>
                <a:ext cx="52920" cy="857160"/>
              </p14:xfrm>
            </p:contentPart>
          </mc:Choice>
          <mc:Fallback xmlns=""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C9DD5CC0-C2A5-3E0F-7745-5CDF2DC665F6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13497971" y="7529073"/>
                  <a:ext cx="70560" cy="87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9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AB2AFD72-FDC5-20B0-DA59-7696A78E4133}"/>
                    </a:ext>
                  </a:extLst>
                </p14:cNvPr>
                <p14:cNvContentPartPr/>
                <p14:nvPr/>
              </p14:nvContentPartPr>
              <p14:xfrm>
                <a:off x="13636211" y="8048193"/>
                <a:ext cx="270000" cy="353520"/>
              </p14:xfrm>
            </p:contentPart>
          </mc:Choice>
          <mc:Fallback xmlns=""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AB2AFD72-FDC5-20B0-DA59-7696A78E4133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13627211" y="8039553"/>
                  <a:ext cx="2876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1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BFBC670D-C6E5-6090-6046-F859342D1188}"/>
                    </a:ext>
                  </a:extLst>
                </p14:cNvPr>
                <p14:cNvContentPartPr/>
                <p14:nvPr/>
              </p14:nvContentPartPr>
              <p14:xfrm>
                <a:off x="13891811" y="7453113"/>
                <a:ext cx="204120" cy="986400"/>
              </p14:xfrm>
            </p:contentPart>
          </mc:Choice>
          <mc:Fallback xmlns=""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BFBC670D-C6E5-6090-6046-F859342D1188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3882811" y="7444113"/>
                  <a:ext cx="221760" cy="10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3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FF7DFACD-C233-50F6-FD6C-269158A7B005}"/>
                    </a:ext>
                  </a:extLst>
                </p14:cNvPr>
                <p14:cNvContentPartPr/>
                <p14:nvPr/>
              </p14:nvContentPartPr>
              <p14:xfrm>
                <a:off x="14118971" y="8035593"/>
                <a:ext cx="112320" cy="357120"/>
              </p14:xfrm>
            </p:contentPart>
          </mc:Choice>
          <mc:Fallback xmlns=""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FF7DFACD-C233-50F6-FD6C-269158A7B005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4110331" y="8026953"/>
                  <a:ext cx="129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5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11EE87B0-AE64-0C77-0ACB-54480A3864A4}"/>
                    </a:ext>
                  </a:extLst>
                </p14:cNvPr>
                <p14:cNvContentPartPr/>
                <p14:nvPr/>
              </p14:nvContentPartPr>
              <p14:xfrm>
                <a:off x="14167211" y="8057913"/>
                <a:ext cx="95760" cy="119880"/>
              </p14:xfrm>
            </p:contentPart>
          </mc:Choice>
          <mc:Fallback xmlns=""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11EE87B0-AE64-0C77-0ACB-54480A3864A4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4158571" y="8048913"/>
                  <a:ext cx="113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7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D3AEA046-488C-6205-C0B3-80C0344BF34A}"/>
                    </a:ext>
                  </a:extLst>
                </p14:cNvPr>
                <p14:cNvContentPartPr/>
                <p14:nvPr/>
              </p14:nvContentPartPr>
              <p14:xfrm>
                <a:off x="14175131" y="8133513"/>
                <a:ext cx="360" cy="360"/>
              </p14:xfrm>
            </p:contentPart>
          </mc:Choice>
          <mc:Fallback xmlns=""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D3AEA046-488C-6205-C0B3-80C0344BF3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166491" y="81245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407" name="잉크 406">
                  <a:extLst>
                    <a:ext uri="{FF2B5EF4-FFF2-40B4-BE49-F238E27FC236}">
                      <a16:creationId xmlns:a16="http://schemas.microsoft.com/office/drawing/2014/main" id="{D71E7A7C-18F9-09CE-C4BA-EBD3A53071F1}"/>
                    </a:ext>
                  </a:extLst>
                </p14:cNvPr>
                <p14:cNvContentPartPr/>
                <p14:nvPr/>
              </p14:nvContentPartPr>
              <p14:xfrm>
                <a:off x="14175131" y="8028393"/>
                <a:ext cx="315360" cy="331920"/>
              </p14:xfrm>
            </p:contentPart>
          </mc:Choice>
          <mc:Fallback xmlns="">
            <p:pic>
              <p:nvPicPr>
                <p:cNvPr id="407" name="잉크 406">
                  <a:extLst>
                    <a:ext uri="{FF2B5EF4-FFF2-40B4-BE49-F238E27FC236}">
                      <a16:creationId xmlns:a16="http://schemas.microsoft.com/office/drawing/2014/main" id="{D71E7A7C-18F9-09CE-C4BA-EBD3A53071F1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14166491" y="8019753"/>
                  <a:ext cx="333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479B5764-3828-D654-552C-F99DCE5BAEC5}"/>
                    </a:ext>
                  </a:extLst>
                </p14:cNvPr>
                <p14:cNvContentPartPr/>
                <p14:nvPr/>
              </p14:nvContentPartPr>
              <p14:xfrm>
                <a:off x="14556731" y="8015793"/>
                <a:ext cx="210240" cy="307080"/>
              </p14:xfrm>
            </p:contentPart>
          </mc:Choice>
          <mc:Fallback xmlns=""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479B5764-3828-D654-552C-F99DCE5BAEC5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14547731" y="8006793"/>
                  <a:ext cx="227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B8AC4E36-2281-6DAF-6D6E-7E450AE3BBC9}"/>
                    </a:ext>
                  </a:extLst>
                </p14:cNvPr>
                <p14:cNvContentPartPr/>
                <p14:nvPr/>
              </p14:nvContentPartPr>
              <p14:xfrm>
                <a:off x="14882171" y="7959993"/>
                <a:ext cx="136800" cy="438480"/>
              </p14:xfrm>
            </p:contentPart>
          </mc:Choice>
          <mc:Fallback xmlns=""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B8AC4E36-2281-6DAF-6D6E-7E450AE3BBC9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14873171" y="7951353"/>
                  <a:ext cx="154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00665B1E-73AC-FBE9-CCAD-15B547C24C38}"/>
                    </a:ext>
                  </a:extLst>
                </p14:cNvPr>
                <p14:cNvContentPartPr/>
                <p14:nvPr/>
              </p14:nvContentPartPr>
              <p14:xfrm>
                <a:off x="14985491" y="8018673"/>
                <a:ext cx="338040" cy="373680"/>
              </p14:xfrm>
            </p:contentPart>
          </mc:Choice>
          <mc:Fallback xmlns=""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00665B1E-73AC-FBE9-CCAD-15B547C24C38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14976851" y="8009673"/>
                  <a:ext cx="355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B85D480C-6B97-39D5-3A99-02C572DE4E95}"/>
                    </a:ext>
                  </a:extLst>
                </p14:cNvPr>
                <p14:cNvContentPartPr/>
                <p14:nvPr/>
              </p14:nvContentPartPr>
              <p14:xfrm>
                <a:off x="15438731" y="7931913"/>
                <a:ext cx="220680" cy="387360"/>
              </p14:xfrm>
            </p:contentPart>
          </mc:Choice>
          <mc:Fallback xmlns=""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B85D480C-6B97-39D5-3A99-02C572DE4E95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15429731" y="7922913"/>
                  <a:ext cx="23832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9414615B-EAAA-A317-6673-CA3659722C5A}"/>
                    </a:ext>
                  </a:extLst>
                </p14:cNvPr>
                <p14:cNvContentPartPr/>
                <p14:nvPr/>
              </p14:nvContentPartPr>
              <p14:xfrm>
                <a:off x="15774611" y="8341233"/>
                <a:ext cx="360" cy="360"/>
              </p14:xfrm>
            </p:contentPart>
          </mc:Choice>
          <mc:Fallback xmlns=""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9414615B-EAAA-A317-6673-CA3659722C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765611" y="83322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9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D930A798-BC0E-4A57-A866-516D49E1A555}"/>
                    </a:ext>
                  </a:extLst>
                </p14:cNvPr>
                <p14:cNvContentPartPr/>
                <p14:nvPr/>
              </p14:nvContentPartPr>
              <p14:xfrm>
                <a:off x="11802371" y="8530233"/>
                <a:ext cx="3371040" cy="264960"/>
              </p14:xfrm>
            </p:contentPart>
          </mc:Choice>
          <mc:Fallback xmlns=""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D930A798-BC0E-4A57-A866-516D49E1A555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11793371" y="8521233"/>
                  <a:ext cx="3388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597" name="잉크 596">
                  <a:extLst>
                    <a:ext uri="{FF2B5EF4-FFF2-40B4-BE49-F238E27FC236}">
                      <a16:creationId xmlns:a16="http://schemas.microsoft.com/office/drawing/2014/main" id="{51D6940B-E7A5-6F1B-2F53-F18F72A471AB}"/>
                    </a:ext>
                  </a:extLst>
                </p14:cNvPr>
                <p14:cNvContentPartPr/>
                <p14:nvPr/>
              </p14:nvContentPartPr>
              <p14:xfrm>
                <a:off x="2132051" y="8085993"/>
                <a:ext cx="14759280" cy="9197640"/>
              </p14:xfrm>
            </p:contentPart>
          </mc:Choice>
          <mc:Fallback xmlns="">
            <p:pic>
              <p:nvPicPr>
                <p:cNvPr id="597" name="잉크 596">
                  <a:extLst>
                    <a:ext uri="{FF2B5EF4-FFF2-40B4-BE49-F238E27FC236}">
                      <a16:creationId xmlns:a16="http://schemas.microsoft.com/office/drawing/2014/main" id="{51D6940B-E7A5-6F1B-2F53-F18F72A471AB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2123411" y="8077353"/>
                  <a:ext cx="14776920" cy="9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598" name="잉크 597">
                  <a:extLst>
                    <a:ext uri="{FF2B5EF4-FFF2-40B4-BE49-F238E27FC236}">
                      <a16:creationId xmlns:a16="http://schemas.microsoft.com/office/drawing/2014/main" id="{720DFC42-0B85-7F1A-B7B0-031DE7BE74CE}"/>
                    </a:ext>
                  </a:extLst>
                </p14:cNvPr>
                <p14:cNvContentPartPr/>
                <p14:nvPr/>
              </p14:nvContentPartPr>
              <p14:xfrm>
                <a:off x="1825331" y="16735353"/>
                <a:ext cx="1234800" cy="579960"/>
              </p14:xfrm>
            </p:contentPart>
          </mc:Choice>
          <mc:Fallback xmlns="">
            <p:pic>
              <p:nvPicPr>
                <p:cNvPr id="598" name="잉크 597">
                  <a:extLst>
                    <a:ext uri="{FF2B5EF4-FFF2-40B4-BE49-F238E27FC236}">
                      <a16:creationId xmlns:a16="http://schemas.microsoft.com/office/drawing/2014/main" id="{720DFC42-0B85-7F1A-B7B0-031DE7BE74CE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816331" y="16726353"/>
                  <a:ext cx="12524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604" name="잉크 603">
                  <a:extLst>
                    <a:ext uri="{FF2B5EF4-FFF2-40B4-BE49-F238E27FC236}">
                      <a16:creationId xmlns:a16="http://schemas.microsoft.com/office/drawing/2014/main" id="{2F31AA36-24A5-E41A-96DA-4A0191713445}"/>
                    </a:ext>
                  </a:extLst>
                </p14:cNvPr>
                <p14:cNvContentPartPr/>
                <p14:nvPr/>
              </p14:nvContentPartPr>
              <p14:xfrm>
                <a:off x="158171" y="17787273"/>
                <a:ext cx="1656000" cy="73440"/>
              </p14:xfrm>
            </p:contentPart>
          </mc:Choice>
          <mc:Fallback xmlns="">
            <p:pic>
              <p:nvPicPr>
                <p:cNvPr id="604" name="잉크 603">
                  <a:extLst>
                    <a:ext uri="{FF2B5EF4-FFF2-40B4-BE49-F238E27FC236}">
                      <a16:creationId xmlns:a16="http://schemas.microsoft.com/office/drawing/2014/main" id="{2F31AA36-24A5-E41A-96DA-4A0191713445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49531" y="17778633"/>
                  <a:ext cx="1673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605" name="잉크 604">
                  <a:extLst>
                    <a:ext uri="{FF2B5EF4-FFF2-40B4-BE49-F238E27FC236}">
                      <a16:creationId xmlns:a16="http://schemas.microsoft.com/office/drawing/2014/main" id="{52F94F35-C275-E035-62D4-2FE491C2C250}"/>
                    </a:ext>
                  </a:extLst>
                </p14:cNvPr>
                <p14:cNvContentPartPr/>
                <p14:nvPr/>
              </p14:nvContentPartPr>
              <p14:xfrm>
                <a:off x="73931" y="17129193"/>
                <a:ext cx="231480" cy="356400"/>
              </p14:xfrm>
            </p:contentPart>
          </mc:Choice>
          <mc:Fallback xmlns="">
            <p:pic>
              <p:nvPicPr>
                <p:cNvPr id="605" name="잉크 604">
                  <a:extLst>
                    <a:ext uri="{FF2B5EF4-FFF2-40B4-BE49-F238E27FC236}">
                      <a16:creationId xmlns:a16="http://schemas.microsoft.com/office/drawing/2014/main" id="{52F94F35-C275-E035-62D4-2FE491C2C250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65291" y="17120193"/>
                  <a:ext cx="2491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9">
              <p14:nvContentPartPr>
                <p14:cNvPr id="606" name="잉크 605">
                  <a:extLst>
                    <a:ext uri="{FF2B5EF4-FFF2-40B4-BE49-F238E27FC236}">
                      <a16:creationId xmlns:a16="http://schemas.microsoft.com/office/drawing/2014/main" id="{50DDABB8-3663-451C-5868-90533354F174}"/>
                    </a:ext>
                  </a:extLst>
                </p14:cNvPr>
                <p14:cNvContentPartPr/>
                <p14:nvPr/>
              </p14:nvContentPartPr>
              <p14:xfrm>
                <a:off x="276611" y="17213433"/>
                <a:ext cx="180000" cy="317160"/>
              </p14:xfrm>
            </p:contentPart>
          </mc:Choice>
          <mc:Fallback xmlns="">
            <p:pic>
              <p:nvPicPr>
                <p:cNvPr id="606" name="잉크 605">
                  <a:extLst>
                    <a:ext uri="{FF2B5EF4-FFF2-40B4-BE49-F238E27FC236}">
                      <a16:creationId xmlns:a16="http://schemas.microsoft.com/office/drawing/2014/main" id="{50DDABB8-3663-451C-5868-90533354F174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267971" y="17204793"/>
                  <a:ext cx="197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1">
              <p14:nvContentPartPr>
                <p14:cNvPr id="607" name="잉크 606">
                  <a:extLst>
                    <a:ext uri="{FF2B5EF4-FFF2-40B4-BE49-F238E27FC236}">
                      <a16:creationId xmlns:a16="http://schemas.microsoft.com/office/drawing/2014/main" id="{CAC3DE62-EA4D-AD66-3030-A39D5E80BCED}"/>
                    </a:ext>
                  </a:extLst>
                </p14:cNvPr>
                <p14:cNvContentPartPr/>
                <p14:nvPr/>
              </p14:nvContentPartPr>
              <p14:xfrm>
                <a:off x="301811" y="17324313"/>
                <a:ext cx="360" cy="360"/>
              </p14:xfrm>
            </p:contentPart>
          </mc:Choice>
          <mc:Fallback xmlns="">
            <p:pic>
              <p:nvPicPr>
                <p:cNvPr id="607" name="잉크 606">
                  <a:extLst>
                    <a:ext uri="{FF2B5EF4-FFF2-40B4-BE49-F238E27FC236}">
                      <a16:creationId xmlns:a16="http://schemas.microsoft.com/office/drawing/2014/main" id="{CAC3DE62-EA4D-AD66-3030-A39D5E80BC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2811" y="173156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608" name="잉크 607">
                  <a:extLst>
                    <a:ext uri="{FF2B5EF4-FFF2-40B4-BE49-F238E27FC236}">
                      <a16:creationId xmlns:a16="http://schemas.microsoft.com/office/drawing/2014/main" id="{D480600B-4DC3-A373-00C8-245402D9E585}"/>
                    </a:ext>
                  </a:extLst>
                </p14:cNvPr>
                <p14:cNvContentPartPr/>
                <p14:nvPr/>
              </p14:nvContentPartPr>
              <p14:xfrm>
                <a:off x="301811" y="17324313"/>
                <a:ext cx="431640" cy="274680"/>
              </p14:xfrm>
            </p:contentPart>
          </mc:Choice>
          <mc:Fallback xmlns="">
            <p:pic>
              <p:nvPicPr>
                <p:cNvPr id="608" name="잉크 607">
                  <a:extLst>
                    <a:ext uri="{FF2B5EF4-FFF2-40B4-BE49-F238E27FC236}">
                      <a16:creationId xmlns:a16="http://schemas.microsoft.com/office/drawing/2014/main" id="{D480600B-4DC3-A373-00C8-245402D9E585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292811" y="17315673"/>
                  <a:ext cx="449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609" name="잉크 608">
                  <a:extLst>
                    <a:ext uri="{FF2B5EF4-FFF2-40B4-BE49-F238E27FC236}">
                      <a16:creationId xmlns:a16="http://schemas.microsoft.com/office/drawing/2014/main" id="{0BF81316-06DA-3792-CEDC-3AFD3EDD0C76}"/>
                    </a:ext>
                  </a:extLst>
                </p14:cNvPr>
                <p14:cNvContentPartPr/>
                <p14:nvPr/>
              </p14:nvContentPartPr>
              <p14:xfrm>
                <a:off x="784571" y="17339073"/>
                <a:ext cx="367920" cy="338400"/>
              </p14:xfrm>
            </p:contentPart>
          </mc:Choice>
          <mc:Fallback xmlns="">
            <p:pic>
              <p:nvPicPr>
                <p:cNvPr id="609" name="잉크 608">
                  <a:extLst>
                    <a:ext uri="{FF2B5EF4-FFF2-40B4-BE49-F238E27FC236}">
                      <a16:creationId xmlns:a16="http://schemas.microsoft.com/office/drawing/2014/main" id="{0BF81316-06DA-3792-CEDC-3AFD3EDD0C76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775931" y="17330073"/>
                  <a:ext cx="385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610" name="잉크 609">
                  <a:extLst>
                    <a:ext uri="{FF2B5EF4-FFF2-40B4-BE49-F238E27FC236}">
                      <a16:creationId xmlns:a16="http://schemas.microsoft.com/office/drawing/2014/main" id="{3EE91609-687F-67BF-80DE-54BAEA5F581A}"/>
                    </a:ext>
                  </a:extLst>
                </p14:cNvPr>
                <p14:cNvContentPartPr/>
                <p14:nvPr/>
              </p14:nvContentPartPr>
              <p14:xfrm>
                <a:off x="882851" y="17371473"/>
                <a:ext cx="238320" cy="283680"/>
              </p14:xfrm>
            </p:contentPart>
          </mc:Choice>
          <mc:Fallback xmlns="">
            <p:pic>
              <p:nvPicPr>
                <p:cNvPr id="610" name="잉크 609">
                  <a:extLst>
                    <a:ext uri="{FF2B5EF4-FFF2-40B4-BE49-F238E27FC236}">
                      <a16:creationId xmlns:a16="http://schemas.microsoft.com/office/drawing/2014/main" id="{3EE91609-687F-67BF-80DE-54BAEA5F581A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873851" y="17362833"/>
                  <a:ext cx="255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611" name="잉크 610">
                  <a:extLst>
                    <a:ext uri="{FF2B5EF4-FFF2-40B4-BE49-F238E27FC236}">
                      <a16:creationId xmlns:a16="http://schemas.microsoft.com/office/drawing/2014/main" id="{78F34A84-9F42-7E22-9774-971D72C5FDA3}"/>
                    </a:ext>
                  </a:extLst>
                </p14:cNvPr>
                <p14:cNvContentPartPr/>
                <p14:nvPr/>
              </p14:nvContentPartPr>
              <p14:xfrm>
                <a:off x="1189931" y="17157273"/>
                <a:ext cx="326520" cy="416160"/>
              </p14:xfrm>
            </p:contentPart>
          </mc:Choice>
          <mc:Fallback xmlns="">
            <p:pic>
              <p:nvPicPr>
                <p:cNvPr id="611" name="잉크 610">
                  <a:extLst>
                    <a:ext uri="{FF2B5EF4-FFF2-40B4-BE49-F238E27FC236}">
                      <a16:creationId xmlns:a16="http://schemas.microsoft.com/office/drawing/2014/main" id="{78F34A84-9F42-7E22-9774-971D72C5FDA3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181291" y="17148633"/>
                  <a:ext cx="3441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B3FAC6BA-FA87-D72C-A604-55965D3578DA}"/>
                    </a:ext>
                  </a:extLst>
                </p14:cNvPr>
                <p14:cNvContentPartPr/>
                <p14:nvPr/>
              </p14:nvContentPartPr>
              <p14:xfrm>
                <a:off x="1400171" y="17346273"/>
                <a:ext cx="235440" cy="214920"/>
              </p14:xfrm>
            </p:contentPart>
          </mc:Choice>
          <mc:Fallback xmlns=""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B3FAC6BA-FA87-D72C-A604-55965D3578D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1391531" y="17337273"/>
                  <a:ext cx="253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B98B6A72-7A7E-C343-D748-90E26DECB5B9}"/>
                    </a:ext>
                  </a:extLst>
                </p14:cNvPr>
                <p14:cNvContentPartPr/>
                <p14:nvPr/>
              </p14:nvContentPartPr>
              <p14:xfrm>
                <a:off x="1589531" y="16719513"/>
                <a:ext cx="186120" cy="592560"/>
              </p14:xfrm>
            </p:contentPart>
          </mc:Choice>
          <mc:Fallback xmlns=""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B98B6A72-7A7E-C343-D748-90E26DECB5B9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1580531" y="16710873"/>
                  <a:ext cx="2037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616" name="잉크 615">
                  <a:extLst>
                    <a:ext uri="{FF2B5EF4-FFF2-40B4-BE49-F238E27FC236}">
                      <a16:creationId xmlns:a16="http://schemas.microsoft.com/office/drawing/2014/main" id="{17102622-14EE-A61C-11A6-74B320D7A533}"/>
                    </a:ext>
                  </a:extLst>
                </p14:cNvPr>
                <p14:cNvContentPartPr/>
                <p14:nvPr/>
              </p14:nvContentPartPr>
              <p14:xfrm>
                <a:off x="1603931" y="18121353"/>
                <a:ext cx="217080" cy="411480"/>
              </p14:xfrm>
            </p:contentPart>
          </mc:Choice>
          <mc:Fallback xmlns="">
            <p:pic>
              <p:nvPicPr>
                <p:cNvPr id="616" name="잉크 615">
                  <a:extLst>
                    <a:ext uri="{FF2B5EF4-FFF2-40B4-BE49-F238E27FC236}">
                      <a16:creationId xmlns:a16="http://schemas.microsoft.com/office/drawing/2014/main" id="{17102622-14EE-A61C-11A6-74B320D7A533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1594931" y="18112353"/>
                  <a:ext cx="234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617" name="잉크 616">
                  <a:extLst>
                    <a:ext uri="{FF2B5EF4-FFF2-40B4-BE49-F238E27FC236}">
                      <a16:creationId xmlns:a16="http://schemas.microsoft.com/office/drawing/2014/main" id="{079DE482-0E4F-4F63-10AF-28698A84B02F}"/>
                    </a:ext>
                  </a:extLst>
                </p14:cNvPr>
                <p14:cNvContentPartPr/>
                <p14:nvPr/>
              </p14:nvContentPartPr>
              <p14:xfrm>
                <a:off x="1173011" y="17925873"/>
                <a:ext cx="227880" cy="544320"/>
              </p14:xfrm>
            </p:contentPart>
          </mc:Choice>
          <mc:Fallback xmlns="">
            <p:pic>
              <p:nvPicPr>
                <p:cNvPr id="617" name="잉크 616">
                  <a:extLst>
                    <a:ext uri="{FF2B5EF4-FFF2-40B4-BE49-F238E27FC236}">
                      <a16:creationId xmlns:a16="http://schemas.microsoft.com/office/drawing/2014/main" id="{079DE482-0E4F-4F63-10AF-28698A84B02F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1164371" y="17917233"/>
                  <a:ext cx="2455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618" name="잉크 617">
                  <a:extLst>
                    <a:ext uri="{FF2B5EF4-FFF2-40B4-BE49-F238E27FC236}">
                      <a16:creationId xmlns:a16="http://schemas.microsoft.com/office/drawing/2014/main" id="{5637781B-5CB5-09DA-3332-3DD70D70291C}"/>
                    </a:ext>
                  </a:extLst>
                </p14:cNvPr>
                <p14:cNvContentPartPr/>
                <p14:nvPr/>
              </p14:nvContentPartPr>
              <p14:xfrm>
                <a:off x="851171" y="17938473"/>
                <a:ext cx="245520" cy="538920"/>
              </p14:xfrm>
            </p:contentPart>
          </mc:Choice>
          <mc:Fallback xmlns="">
            <p:pic>
              <p:nvPicPr>
                <p:cNvPr id="618" name="잉크 617">
                  <a:extLst>
                    <a:ext uri="{FF2B5EF4-FFF2-40B4-BE49-F238E27FC236}">
                      <a16:creationId xmlns:a16="http://schemas.microsoft.com/office/drawing/2014/main" id="{5637781B-5CB5-09DA-3332-3DD70D70291C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842171" y="17929833"/>
                  <a:ext cx="2631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FECF3371-A106-15C4-CD71-BE986F5AEE03}"/>
                    </a:ext>
                  </a:extLst>
                </p14:cNvPr>
                <p14:cNvContentPartPr/>
                <p14:nvPr/>
              </p14:nvContentPartPr>
              <p14:xfrm>
                <a:off x="1659731" y="16883313"/>
                <a:ext cx="276840" cy="211320"/>
              </p14:xfrm>
            </p:contentPart>
          </mc:Choice>
          <mc:Fallback xmlns=""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FECF3371-A106-15C4-CD71-BE986F5AEE03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1650731" y="16874673"/>
                  <a:ext cx="294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025BAF3A-7F9F-A8D6-E9D7-29CF8593E168}"/>
                    </a:ext>
                  </a:extLst>
                </p14:cNvPr>
                <p14:cNvContentPartPr/>
                <p14:nvPr/>
              </p14:nvContentPartPr>
              <p14:xfrm>
                <a:off x="1502051" y="15995193"/>
                <a:ext cx="407520" cy="583200"/>
              </p14:xfrm>
            </p:contentPart>
          </mc:Choice>
          <mc:Fallback xmlns=""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025BAF3A-7F9F-A8D6-E9D7-29CF8593E168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1493411" y="15986193"/>
                  <a:ext cx="4251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3709F4E9-3070-590A-4211-14B1BF03D199}"/>
                    </a:ext>
                  </a:extLst>
                </p14:cNvPr>
                <p14:cNvContentPartPr/>
                <p14:nvPr/>
              </p14:nvContentPartPr>
              <p14:xfrm>
                <a:off x="2632451" y="16590273"/>
                <a:ext cx="360" cy="360"/>
              </p14:xfrm>
            </p:contentPart>
          </mc:Choice>
          <mc:Fallback xmlns=""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3709F4E9-3070-590A-4211-14B1BF03D1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3811" y="165816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5">
              <p14:nvContentPartPr>
                <p14:cNvPr id="624" name="잉크 623">
                  <a:extLst>
                    <a:ext uri="{FF2B5EF4-FFF2-40B4-BE49-F238E27FC236}">
                      <a16:creationId xmlns:a16="http://schemas.microsoft.com/office/drawing/2014/main" id="{EC67A2C4-90A1-DE38-0816-9A1E1361DF47}"/>
                    </a:ext>
                  </a:extLst>
                </p14:cNvPr>
                <p14:cNvContentPartPr/>
                <p14:nvPr/>
              </p14:nvContentPartPr>
              <p14:xfrm>
                <a:off x="469571" y="18092913"/>
                <a:ext cx="301320" cy="340560"/>
              </p14:xfrm>
            </p:contentPart>
          </mc:Choice>
          <mc:Fallback xmlns="">
            <p:pic>
              <p:nvPicPr>
                <p:cNvPr id="624" name="잉크 623">
                  <a:extLst>
                    <a:ext uri="{FF2B5EF4-FFF2-40B4-BE49-F238E27FC236}">
                      <a16:creationId xmlns:a16="http://schemas.microsoft.com/office/drawing/2014/main" id="{EC67A2C4-90A1-DE38-0816-9A1E1361DF47}"/>
                    </a:ext>
                  </a:extLst>
                </p:cNvPr>
                <p:cNvPicPr/>
                <p:nvPr/>
              </p:nvPicPr>
              <p:blipFill>
                <a:blip r:embed="rId1196"/>
                <a:stretch>
                  <a:fillRect/>
                </a:stretch>
              </p:blipFill>
              <p:spPr>
                <a:xfrm>
                  <a:off x="460931" y="18083913"/>
                  <a:ext cx="3189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7">
              <p14:nvContentPartPr>
                <p14:cNvPr id="625" name="잉크 624">
                  <a:extLst>
                    <a:ext uri="{FF2B5EF4-FFF2-40B4-BE49-F238E27FC236}">
                      <a16:creationId xmlns:a16="http://schemas.microsoft.com/office/drawing/2014/main" id="{F4584D55-4DB7-C8BD-AF9D-1324C25F9F70}"/>
                    </a:ext>
                  </a:extLst>
                </p14:cNvPr>
                <p14:cNvContentPartPr/>
                <p14:nvPr/>
              </p14:nvContentPartPr>
              <p14:xfrm>
                <a:off x="301811" y="17151153"/>
                <a:ext cx="570960" cy="233280"/>
              </p14:xfrm>
            </p:contentPart>
          </mc:Choice>
          <mc:Fallback xmlns="">
            <p:pic>
              <p:nvPicPr>
                <p:cNvPr id="625" name="잉크 624">
                  <a:extLst>
                    <a:ext uri="{FF2B5EF4-FFF2-40B4-BE49-F238E27FC236}">
                      <a16:creationId xmlns:a16="http://schemas.microsoft.com/office/drawing/2014/main" id="{F4584D55-4DB7-C8BD-AF9D-1324C25F9F70}"/>
                    </a:ext>
                  </a:extLst>
                </p:cNvPr>
                <p:cNvPicPr/>
                <p:nvPr/>
              </p:nvPicPr>
              <p:blipFill>
                <a:blip r:embed="rId1198"/>
                <a:stretch>
                  <a:fillRect/>
                </a:stretch>
              </p:blipFill>
              <p:spPr>
                <a:xfrm>
                  <a:off x="292811" y="17142153"/>
                  <a:ext cx="588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9">
              <p14:nvContentPartPr>
                <p14:cNvPr id="626" name="잉크 625">
                  <a:extLst>
                    <a:ext uri="{FF2B5EF4-FFF2-40B4-BE49-F238E27FC236}">
                      <a16:creationId xmlns:a16="http://schemas.microsoft.com/office/drawing/2014/main" id="{6824E02E-04B2-5E4C-E4C4-29CB5671D5A3}"/>
                    </a:ext>
                  </a:extLst>
                </p14:cNvPr>
                <p14:cNvContentPartPr/>
                <p14:nvPr/>
              </p14:nvContentPartPr>
              <p14:xfrm>
                <a:off x="252851" y="16234593"/>
                <a:ext cx="438480" cy="709200"/>
              </p14:xfrm>
            </p:contentPart>
          </mc:Choice>
          <mc:Fallback xmlns="">
            <p:pic>
              <p:nvPicPr>
                <p:cNvPr id="626" name="잉크 625">
                  <a:extLst>
                    <a:ext uri="{FF2B5EF4-FFF2-40B4-BE49-F238E27FC236}">
                      <a16:creationId xmlns:a16="http://schemas.microsoft.com/office/drawing/2014/main" id="{6824E02E-04B2-5E4C-E4C4-29CB5671D5A3}"/>
                    </a:ext>
                  </a:extLst>
                </p:cNvPr>
                <p:cNvPicPr/>
                <p:nvPr/>
              </p:nvPicPr>
              <p:blipFill>
                <a:blip r:embed="rId1200"/>
                <a:stretch>
                  <a:fillRect/>
                </a:stretch>
              </p:blipFill>
              <p:spPr>
                <a:xfrm>
                  <a:off x="243851" y="16225593"/>
                  <a:ext cx="45612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1">
              <p14:nvContentPartPr>
                <p14:cNvPr id="627" name="잉크 626">
                  <a:extLst>
                    <a:ext uri="{FF2B5EF4-FFF2-40B4-BE49-F238E27FC236}">
                      <a16:creationId xmlns:a16="http://schemas.microsoft.com/office/drawing/2014/main" id="{FAD99B63-BCC0-AEED-2B56-72BB47331901}"/>
                    </a:ext>
                  </a:extLst>
                </p14:cNvPr>
                <p14:cNvContentPartPr/>
                <p14:nvPr/>
              </p14:nvContentPartPr>
              <p14:xfrm>
                <a:off x="599171" y="16385793"/>
                <a:ext cx="252360" cy="117000"/>
              </p14:xfrm>
            </p:contentPart>
          </mc:Choice>
          <mc:Fallback xmlns="">
            <p:pic>
              <p:nvPicPr>
                <p:cNvPr id="627" name="잉크 626">
                  <a:extLst>
                    <a:ext uri="{FF2B5EF4-FFF2-40B4-BE49-F238E27FC236}">
                      <a16:creationId xmlns:a16="http://schemas.microsoft.com/office/drawing/2014/main" id="{FAD99B63-BCC0-AEED-2B56-72BB47331901}"/>
                    </a:ext>
                  </a:extLst>
                </p:cNvPr>
                <p:cNvPicPr/>
                <p:nvPr/>
              </p:nvPicPr>
              <p:blipFill>
                <a:blip r:embed="rId1202"/>
                <a:stretch>
                  <a:fillRect/>
                </a:stretch>
              </p:blipFill>
              <p:spPr>
                <a:xfrm>
                  <a:off x="590531" y="16376793"/>
                  <a:ext cx="270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3">
              <p14:nvContentPartPr>
                <p14:cNvPr id="628" name="잉크 627">
                  <a:extLst>
                    <a:ext uri="{FF2B5EF4-FFF2-40B4-BE49-F238E27FC236}">
                      <a16:creationId xmlns:a16="http://schemas.microsoft.com/office/drawing/2014/main" id="{8E9206C2-1FAE-AC61-D67B-417604DD3048}"/>
                    </a:ext>
                  </a:extLst>
                </p14:cNvPr>
                <p14:cNvContentPartPr/>
                <p14:nvPr/>
              </p14:nvContentPartPr>
              <p14:xfrm>
                <a:off x="805451" y="16522953"/>
                <a:ext cx="242280" cy="861480"/>
              </p14:xfrm>
            </p:contentPart>
          </mc:Choice>
          <mc:Fallback xmlns="">
            <p:pic>
              <p:nvPicPr>
                <p:cNvPr id="628" name="잉크 627">
                  <a:extLst>
                    <a:ext uri="{FF2B5EF4-FFF2-40B4-BE49-F238E27FC236}">
                      <a16:creationId xmlns:a16="http://schemas.microsoft.com/office/drawing/2014/main" id="{8E9206C2-1FAE-AC61-D67B-417604DD3048}"/>
                    </a:ext>
                  </a:extLst>
                </p:cNvPr>
                <p:cNvPicPr/>
                <p:nvPr/>
              </p:nvPicPr>
              <p:blipFill>
                <a:blip r:embed="rId1204"/>
                <a:stretch>
                  <a:fillRect/>
                </a:stretch>
              </p:blipFill>
              <p:spPr>
                <a:xfrm>
                  <a:off x="796811" y="16513953"/>
                  <a:ext cx="25992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5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D91E4D0A-0255-67CA-5890-ED6C8DEED893}"/>
                    </a:ext>
                  </a:extLst>
                </p14:cNvPr>
                <p14:cNvContentPartPr/>
                <p14:nvPr/>
              </p14:nvContentPartPr>
              <p14:xfrm>
                <a:off x="5103360" y="15897000"/>
                <a:ext cx="524520" cy="518400"/>
              </p14:xfrm>
            </p:contentPart>
          </mc:Choice>
          <mc:Fallback xmlns=""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D91E4D0A-0255-67CA-5890-ED6C8DEED893}"/>
                    </a:ext>
                  </a:extLst>
                </p:cNvPr>
                <p:cNvPicPr/>
                <p:nvPr/>
              </p:nvPicPr>
              <p:blipFill>
                <a:blip r:embed="rId1206"/>
                <a:stretch>
                  <a:fillRect/>
                </a:stretch>
              </p:blipFill>
              <p:spPr>
                <a:xfrm>
                  <a:off x="5094720" y="15888360"/>
                  <a:ext cx="54216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7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F00B5C1D-ED8F-6811-32BA-167548C187B0}"/>
                    </a:ext>
                  </a:extLst>
                </p14:cNvPr>
                <p14:cNvContentPartPr/>
                <p14:nvPr/>
              </p14:nvContentPartPr>
              <p14:xfrm>
                <a:off x="5257440" y="15888000"/>
                <a:ext cx="323640" cy="157320"/>
              </p14:xfrm>
            </p:contentPart>
          </mc:Choice>
          <mc:Fallback xmlns=""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F00B5C1D-ED8F-6811-32BA-167548C187B0}"/>
                    </a:ext>
                  </a:extLst>
                </p:cNvPr>
                <p:cNvPicPr/>
                <p:nvPr/>
              </p:nvPicPr>
              <p:blipFill>
                <a:blip r:embed="rId1208"/>
                <a:stretch>
                  <a:fillRect/>
                </a:stretch>
              </p:blipFill>
              <p:spPr>
                <a:xfrm>
                  <a:off x="5248440" y="15879000"/>
                  <a:ext cx="3412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9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69F4EB70-7953-A378-B346-547BD2E8C64A}"/>
                    </a:ext>
                  </a:extLst>
                </p14:cNvPr>
                <p14:cNvContentPartPr/>
                <p14:nvPr/>
              </p14:nvContentPartPr>
              <p14:xfrm>
                <a:off x="5775840" y="15947760"/>
                <a:ext cx="672840" cy="596520"/>
              </p14:xfrm>
            </p:contentPart>
          </mc:Choice>
          <mc:Fallback xmlns=""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69F4EB70-7953-A378-B346-547BD2E8C64A}"/>
                    </a:ext>
                  </a:extLst>
                </p:cNvPr>
                <p:cNvPicPr/>
                <p:nvPr/>
              </p:nvPicPr>
              <p:blipFill>
                <a:blip r:embed="rId1210"/>
                <a:stretch>
                  <a:fillRect/>
                </a:stretch>
              </p:blipFill>
              <p:spPr>
                <a:xfrm>
                  <a:off x="5766840" y="15939120"/>
                  <a:ext cx="6904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1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73A7BF70-25AD-58FC-6646-90D89D7E0325}"/>
                    </a:ext>
                  </a:extLst>
                </p14:cNvPr>
                <p14:cNvContentPartPr/>
                <p14:nvPr/>
              </p14:nvContentPartPr>
              <p14:xfrm>
                <a:off x="6478920" y="15966480"/>
                <a:ext cx="513720" cy="406800"/>
              </p14:xfrm>
            </p:contentPart>
          </mc:Choice>
          <mc:Fallback xmlns=""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73A7BF70-25AD-58FC-6646-90D89D7E0325}"/>
                    </a:ext>
                  </a:extLst>
                </p:cNvPr>
                <p:cNvPicPr/>
                <p:nvPr/>
              </p:nvPicPr>
              <p:blipFill>
                <a:blip r:embed="rId1212"/>
                <a:stretch>
                  <a:fillRect/>
                </a:stretch>
              </p:blipFill>
              <p:spPr>
                <a:xfrm>
                  <a:off x="6470280" y="15957840"/>
                  <a:ext cx="5313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3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7D4E3823-FDF0-CF5B-6605-209FA2454445}"/>
                    </a:ext>
                  </a:extLst>
                </p14:cNvPr>
                <p14:cNvContentPartPr/>
                <p14:nvPr/>
              </p14:nvContentPartPr>
              <p14:xfrm>
                <a:off x="7488360" y="15786120"/>
                <a:ext cx="198720" cy="259560"/>
              </p14:xfrm>
            </p:contentPart>
          </mc:Choice>
          <mc:Fallback xmlns=""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7D4E3823-FDF0-CF5B-6605-209FA2454445}"/>
                    </a:ext>
                  </a:extLst>
                </p:cNvPr>
                <p:cNvPicPr/>
                <p:nvPr/>
              </p:nvPicPr>
              <p:blipFill>
                <a:blip r:embed="rId1214"/>
                <a:stretch>
                  <a:fillRect/>
                </a:stretch>
              </p:blipFill>
              <p:spPr>
                <a:xfrm>
                  <a:off x="7479360" y="15777480"/>
                  <a:ext cx="216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5">
              <p14:nvContentPartPr>
                <p14:cNvPr id="719" name="잉크 718">
                  <a:extLst>
                    <a:ext uri="{FF2B5EF4-FFF2-40B4-BE49-F238E27FC236}">
                      <a16:creationId xmlns:a16="http://schemas.microsoft.com/office/drawing/2014/main" id="{D82FD426-B7C8-6DB1-B558-AA021505843A}"/>
                    </a:ext>
                  </a:extLst>
                </p14:cNvPr>
                <p14:cNvContentPartPr/>
                <p14:nvPr/>
              </p14:nvContentPartPr>
              <p14:xfrm>
                <a:off x="7593120" y="15522960"/>
                <a:ext cx="272520" cy="868680"/>
              </p14:xfrm>
            </p:contentPart>
          </mc:Choice>
          <mc:Fallback xmlns="">
            <p:pic>
              <p:nvPicPr>
                <p:cNvPr id="719" name="잉크 718">
                  <a:extLst>
                    <a:ext uri="{FF2B5EF4-FFF2-40B4-BE49-F238E27FC236}">
                      <a16:creationId xmlns:a16="http://schemas.microsoft.com/office/drawing/2014/main" id="{D82FD426-B7C8-6DB1-B558-AA021505843A}"/>
                    </a:ext>
                  </a:extLst>
                </p:cNvPr>
                <p:cNvPicPr/>
                <p:nvPr/>
              </p:nvPicPr>
              <p:blipFill>
                <a:blip r:embed="rId1216"/>
                <a:stretch>
                  <a:fillRect/>
                </a:stretch>
              </p:blipFill>
              <p:spPr>
                <a:xfrm>
                  <a:off x="7584120" y="15513960"/>
                  <a:ext cx="29016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7">
              <p14:nvContentPartPr>
                <p14:cNvPr id="720" name="잉크 719">
                  <a:extLst>
                    <a:ext uri="{FF2B5EF4-FFF2-40B4-BE49-F238E27FC236}">
                      <a16:creationId xmlns:a16="http://schemas.microsoft.com/office/drawing/2014/main" id="{448D5BA6-FF9B-35A5-B2E9-C682E91C8067}"/>
                    </a:ext>
                  </a:extLst>
                </p14:cNvPr>
                <p14:cNvContentPartPr/>
                <p14:nvPr/>
              </p14:nvContentPartPr>
              <p14:xfrm>
                <a:off x="7557120" y="16266720"/>
                <a:ext cx="354600" cy="194400"/>
              </p14:xfrm>
            </p:contentPart>
          </mc:Choice>
          <mc:Fallback xmlns="">
            <p:pic>
              <p:nvPicPr>
                <p:cNvPr id="720" name="잉크 719">
                  <a:extLst>
                    <a:ext uri="{FF2B5EF4-FFF2-40B4-BE49-F238E27FC236}">
                      <a16:creationId xmlns:a16="http://schemas.microsoft.com/office/drawing/2014/main" id="{448D5BA6-FF9B-35A5-B2E9-C682E91C8067}"/>
                    </a:ext>
                  </a:extLst>
                </p:cNvPr>
                <p:cNvPicPr/>
                <p:nvPr/>
              </p:nvPicPr>
              <p:blipFill>
                <a:blip r:embed="rId1218"/>
                <a:stretch>
                  <a:fillRect/>
                </a:stretch>
              </p:blipFill>
              <p:spPr>
                <a:xfrm>
                  <a:off x="7548120" y="16257720"/>
                  <a:ext cx="37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9">
              <p14:nvContentPartPr>
                <p14:cNvPr id="721" name="잉크 720">
                  <a:extLst>
                    <a:ext uri="{FF2B5EF4-FFF2-40B4-BE49-F238E27FC236}">
                      <a16:creationId xmlns:a16="http://schemas.microsoft.com/office/drawing/2014/main" id="{8671CF68-9AEA-B40C-2225-F99D35BF07BD}"/>
                    </a:ext>
                  </a:extLst>
                </p14:cNvPr>
                <p14:cNvContentPartPr/>
                <p14:nvPr/>
              </p14:nvContentPartPr>
              <p14:xfrm>
                <a:off x="7895880" y="16012560"/>
                <a:ext cx="401400" cy="346680"/>
              </p14:xfrm>
            </p:contentPart>
          </mc:Choice>
          <mc:Fallback xmlns="">
            <p:pic>
              <p:nvPicPr>
                <p:cNvPr id="721" name="잉크 720">
                  <a:extLst>
                    <a:ext uri="{FF2B5EF4-FFF2-40B4-BE49-F238E27FC236}">
                      <a16:creationId xmlns:a16="http://schemas.microsoft.com/office/drawing/2014/main" id="{8671CF68-9AEA-B40C-2225-F99D35BF07BD}"/>
                    </a:ext>
                  </a:extLst>
                </p:cNvPr>
                <p:cNvPicPr/>
                <p:nvPr/>
              </p:nvPicPr>
              <p:blipFill>
                <a:blip r:embed="rId1220"/>
                <a:stretch>
                  <a:fillRect/>
                </a:stretch>
              </p:blipFill>
              <p:spPr>
                <a:xfrm>
                  <a:off x="7886880" y="16003920"/>
                  <a:ext cx="419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1">
              <p14:nvContentPartPr>
                <p14:cNvPr id="722" name="잉크 721">
                  <a:extLst>
                    <a:ext uri="{FF2B5EF4-FFF2-40B4-BE49-F238E27FC236}">
                      <a16:creationId xmlns:a16="http://schemas.microsoft.com/office/drawing/2014/main" id="{BE8EF21B-9260-77BE-87AE-C5F466BFBAC7}"/>
                    </a:ext>
                  </a:extLst>
                </p14:cNvPr>
                <p14:cNvContentPartPr/>
                <p14:nvPr/>
              </p14:nvContentPartPr>
              <p14:xfrm>
                <a:off x="8296200" y="15481200"/>
                <a:ext cx="447120" cy="1039680"/>
              </p14:xfrm>
            </p:contentPart>
          </mc:Choice>
          <mc:Fallback xmlns="">
            <p:pic>
              <p:nvPicPr>
                <p:cNvPr id="722" name="잉크 721">
                  <a:extLst>
                    <a:ext uri="{FF2B5EF4-FFF2-40B4-BE49-F238E27FC236}">
                      <a16:creationId xmlns:a16="http://schemas.microsoft.com/office/drawing/2014/main" id="{BE8EF21B-9260-77BE-87AE-C5F466BFBAC7}"/>
                    </a:ext>
                  </a:extLst>
                </p:cNvPr>
                <p:cNvPicPr/>
                <p:nvPr/>
              </p:nvPicPr>
              <p:blipFill>
                <a:blip r:embed="rId1222"/>
                <a:stretch>
                  <a:fillRect/>
                </a:stretch>
              </p:blipFill>
              <p:spPr>
                <a:xfrm>
                  <a:off x="8287200" y="15472560"/>
                  <a:ext cx="464760" cy="10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3">
              <p14:nvContentPartPr>
                <p14:cNvPr id="723" name="잉크 722">
                  <a:extLst>
                    <a:ext uri="{FF2B5EF4-FFF2-40B4-BE49-F238E27FC236}">
                      <a16:creationId xmlns:a16="http://schemas.microsoft.com/office/drawing/2014/main" id="{1E0BC25B-7455-DEA6-DEF0-AB32D2160F79}"/>
                    </a:ext>
                  </a:extLst>
                </p14:cNvPr>
                <p14:cNvContentPartPr/>
                <p14:nvPr/>
              </p14:nvContentPartPr>
              <p14:xfrm>
                <a:off x="8501040" y="15772440"/>
                <a:ext cx="560160" cy="429840"/>
              </p14:xfrm>
            </p:contentPart>
          </mc:Choice>
          <mc:Fallback xmlns="">
            <p:pic>
              <p:nvPicPr>
                <p:cNvPr id="723" name="잉크 722">
                  <a:extLst>
                    <a:ext uri="{FF2B5EF4-FFF2-40B4-BE49-F238E27FC236}">
                      <a16:creationId xmlns:a16="http://schemas.microsoft.com/office/drawing/2014/main" id="{1E0BC25B-7455-DEA6-DEF0-AB32D2160F79}"/>
                    </a:ext>
                  </a:extLst>
                </p:cNvPr>
                <p:cNvPicPr/>
                <p:nvPr/>
              </p:nvPicPr>
              <p:blipFill>
                <a:blip r:embed="rId1224"/>
                <a:stretch>
                  <a:fillRect/>
                </a:stretch>
              </p:blipFill>
              <p:spPr>
                <a:xfrm>
                  <a:off x="8492400" y="15763440"/>
                  <a:ext cx="5778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5">
              <p14:nvContentPartPr>
                <p14:cNvPr id="724" name="잉크 723">
                  <a:extLst>
                    <a:ext uri="{FF2B5EF4-FFF2-40B4-BE49-F238E27FC236}">
                      <a16:creationId xmlns:a16="http://schemas.microsoft.com/office/drawing/2014/main" id="{95B05C75-E6D7-1291-845F-281AF8ABCA56}"/>
                    </a:ext>
                  </a:extLst>
                </p14:cNvPr>
                <p14:cNvContentPartPr/>
                <p14:nvPr/>
              </p14:nvContentPartPr>
              <p14:xfrm>
                <a:off x="9168840" y="15000960"/>
                <a:ext cx="102960" cy="1418760"/>
              </p14:xfrm>
            </p:contentPart>
          </mc:Choice>
          <mc:Fallback xmlns="">
            <p:pic>
              <p:nvPicPr>
                <p:cNvPr id="724" name="잉크 723">
                  <a:extLst>
                    <a:ext uri="{FF2B5EF4-FFF2-40B4-BE49-F238E27FC236}">
                      <a16:creationId xmlns:a16="http://schemas.microsoft.com/office/drawing/2014/main" id="{95B05C75-E6D7-1291-845F-281AF8ABCA56}"/>
                    </a:ext>
                  </a:extLst>
                </p:cNvPr>
                <p:cNvPicPr/>
                <p:nvPr/>
              </p:nvPicPr>
              <p:blipFill>
                <a:blip r:embed="rId1226"/>
                <a:stretch>
                  <a:fillRect/>
                </a:stretch>
              </p:blipFill>
              <p:spPr>
                <a:xfrm>
                  <a:off x="9159840" y="14991960"/>
                  <a:ext cx="120600" cy="14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7">
              <p14:nvContentPartPr>
                <p14:cNvPr id="725" name="잉크 724">
                  <a:extLst>
                    <a:ext uri="{FF2B5EF4-FFF2-40B4-BE49-F238E27FC236}">
                      <a16:creationId xmlns:a16="http://schemas.microsoft.com/office/drawing/2014/main" id="{11786241-B1E6-17EC-D639-B29CE9E1BAA1}"/>
                    </a:ext>
                  </a:extLst>
                </p14:cNvPr>
                <p14:cNvContentPartPr/>
                <p14:nvPr/>
              </p14:nvContentPartPr>
              <p14:xfrm>
                <a:off x="9959400" y="15644280"/>
                <a:ext cx="545040" cy="521640"/>
              </p14:xfrm>
            </p:contentPart>
          </mc:Choice>
          <mc:Fallback xmlns="">
            <p:pic>
              <p:nvPicPr>
                <p:cNvPr id="725" name="잉크 724">
                  <a:extLst>
                    <a:ext uri="{FF2B5EF4-FFF2-40B4-BE49-F238E27FC236}">
                      <a16:creationId xmlns:a16="http://schemas.microsoft.com/office/drawing/2014/main" id="{11786241-B1E6-17EC-D639-B29CE9E1BAA1}"/>
                    </a:ext>
                  </a:extLst>
                </p:cNvPr>
                <p:cNvPicPr/>
                <p:nvPr/>
              </p:nvPicPr>
              <p:blipFill>
                <a:blip r:embed="rId1228"/>
                <a:stretch>
                  <a:fillRect/>
                </a:stretch>
              </p:blipFill>
              <p:spPr>
                <a:xfrm>
                  <a:off x="9950400" y="15635280"/>
                  <a:ext cx="5626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9">
              <p14:nvContentPartPr>
                <p14:cNvPr id="726" name="잉크 725">
                  <a:extLst>
                    <a:ext uri="{FF2B5EF4-FFF2-40B4-BE49-F238E27FC236}">
                      <a16:creationId xmlns:a16="http://schemas.microsoft.com/office/drawing/2014/main" id="{D3B796E1-AB11-8B99-5F05-EB0421C138F3}"/>
                    </a:ext>
                  </a:extLst>
                </p14:cNvPr>
                <p14:cNvContentPartPr/>
                <p14:nvPr/>
              </p14:nvContentPartPr>
              <p14:xfrm>
                <a:off x="10385280" y="15744720"/>
                <a:ext cx="221040" cy="194400"/>
              </p14:xfrm>
            </p:contentPart>
          </mc:Choice>
          <mc:Fallback xmlns="">
            <p:pic>
              <p:nvPicPr>
                <p:cNvPr id="726" name="잉크 725">
                  <a:extLst>
                    <a:ext uri="{FF2B5EF4-FFF2-40B4-BE49-F238E27FC236}">
                      <a16:creationId xmlns:a16="http://schemas.microsoft.com/office/drawing/2014/main" id="{D3B796E1-AB11-8B99-5F05-EB0421C138F3}"/>
                    </a:ext>
                  </a:extLst>
                </p:cNvPr>
                <p:cNvPicPr/>
                <p:nvPr/>
              </p:nvPicPr>
              <p:blipFill>
                <a:blip r:embed="rId1230"/>
                <a:stretch>
                  <a:fillRect/>
                </a:stretch>
              </p:blipFill>
              <p:spPr>
                <a:xfrm>
                  <a:off x="10376640" y="15735720"/>
                  <a:ext cx="238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1">
              <p14:nvContentPartPr>
                <p14:cNvPr id="727" name="잉크 726">
                  <a:extLst>
                    <a:ext uri="{FF2B5EF4-FFF2-40B4-BE49-F238E27FC236}">
                      <a16:creationId xmlns:a16="http://schemas.microsoft.com/office/drawing/2014/main" id="{F437F403-7E60-9FB7-49B3-BAFF7B11E5DF}"/>
                    </a:ext>
                  </a:extLst>
                </p14:cNvPr>
                <p14:cNvContentPartPr/>
                <p14:nvPr/>
              </p14:nvContentPartPr>
              <p14:xfrm>
                <a:off x="10821600" y="15610800"/>
                <a:ext cx="354600" cy="18720"/>
              </p14:xfrm>
            </p:contentPart>
          </mc:Choice>
          <mc:Fallback xmlns="">
            <p:pic>
              <p:nvPicPr>
                <p:cNvPr id="727" name="잉크 726">
                  <a:extLst>
                    <a:ext uri="{FF2B5EF4-FFF2-40B4-BE49-F238E27FC236}">
                      <a16:creationId xmlns:a16="http://schemas.microsoft.com/office/drawing/2014/main" id="{F437F403-7E60-9FB7-49B3-BAFF7B11E5DF}"/>
                    </a:ext>
                  </a:extLst>
                </p:cNvPr>
                <p:cNvPicPr/>
                <p:nvPr/>
              </p:nvPicPr>
              <p:blipFill>
                <a:blip r:embed="rId1232"/>
                <a:stretch>
                  <a:fillRect/>
                </a:stretch>
              </p:blipFill>
              <p:spPr>
                <a:xfrm>
                  <a:off x="10812960" y="15601800"/>
                  <a:ext cx="372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3">
              <p14:nvContentPartPr>
                <p14:cNvPr id="728" name="잉크 727">
                  <a:extLst>
                    <a:ext uri="{FF2B5EF4-FFF2-40B4-BE49-F238E27FC236}">
                      <a16:creationId xmlns:a16="http://schemas.microsoft.com/office/drawing/2014/main" id="{E2E9CDD5-50E8-0B0E-748D-93C2206CA8E6}"/>
                    </a:ext>
                  </a:extLst>
                </p14:cNvPr>
                <p14:cNvContentPartPr/>
                <p14:nvPr/>
              </p14:nvContentPartPr>
              <p14:xfrm>
                <a:off x="10821600" y="15395880"/>
                <a:ext cx="303120" cy="806400"/>
              </p14:xfrm>
            </p:contentPart>
          </mc:Choice>
          <mc:Fallback xmlns="">
            <p:pic>
              <p:nvPicPr>
                <p:cNvPr id="728" name="잉크 727">
                  <a:extLst>
                    <a:ext uri="{FF2B5EF4-FFF2-40B4-BE49-F238E27FC236}">
                      <a16:creationId xmlns:a16="http://schemas.microsoft.com/office/drawing/2014/main" id="{E2E9CDD5-50E8-0B0E-748D-93C2206CA8E6}"/>
                    </a:ext>
                  </a:extLst>
                </p:cNvPr>
                <p:cNvPicPr/>
                <p:nvPr/>
              </p:nvPicPr>
              <p:blipFill>
                <a:blip r:embed="rId1234"/>
                <a:stretch>
                  <a:fillRect/>
                </a:stretch>
              </p:blipFill>
              <p:spPr>
                <a:xfrm>
                  <a:off x="10812960" y="15387240"/>
                  <a:ext cx="32076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5">
              <p14:nvContentPartPr>
                <p14:cNvPr id="729" name="잉크 728">
                  <a:extLst>
                    <a:ext uri="{FF2B5EF4-FFF2-40B4-BE49-F238E27FC236}">
                      <a16:creationId xmlns:a16="http://schemas.microsoft.com/office/drawing/2014/main" id="{46413E9A-BF2C-1133-7950-AF3DB3EEBD18}"/>
                    </a:ext>
                  </a:extLst>
                </p14:cNvPr>
                <p14:cNvContentPartPr/>
                <p14:nvPr/>
              </p14:nvContentPartPr>
              <p14:xfrm>
                <a:off x="11165760" y="15823200"/>
                <a:ext cx="250200" cy="259200"/>
              </p14:xfrm>
            </p:contentPart>
          </mc:Choice>
          <mc:Fallback xmlns="">
            <p:pic>
              <p:nvPicPr>
                <p:cNvPr id="729" name="잉크 728">
                  <a:extLst>
                    <a:ext uri="{FF2B5EF4-FFF2-40B4-BE49-F238E27FC236}">
                      <a16:creationId xmlns:a16="http://schemas.microsoft.com/office/drawing/2014/main" id="{46413E9A-BF2C-1133-7950-AF3DB3EEBD18}"/>
                    </a:ext>
                  </a:extLst>
                </p:cNvPr>
                <p:cNvPicPr/>
                <p:nvPr/>
              </p:nvPicPr>
              <p:blipFill>
                <a:blip r:embed="rId1236"/>
                <a:stretch>
                  <a:fillRect/>
                </a:stretch>
              </p:blipFill>
              <p:spPr>
                <a:xfrm>
                  <a:off x="11156760" y="15814200"/>
                  <a:ext cx="267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7">
              <p14:nvContentPartPr>
                <p14:cNvPr id="730" name="잉크 729">
                  <a:extLst>
                    <a:ext uri="{FF2B5EF4-FFF2-40B4-BE49-F238E27FC236}">
                      <a16:creationId xmlns:a16="http://schemas.microsoft.com/office/drawing/2014/main" id="{810DF5D4-5E52-2BEB-6AAC-6E121F71CF85}"/>
                    </a:ext>
                  </a:extLst>
                </p14:cNvPr>
                <p14:cNvContentPartPr/>
                <p14:nvPr/>
              </p14:nvContentPartPr>
              <p14:xfrm>
                <a:off x="11653200" y="15758400"/>
                <a:ext cx="349560" cy="18720"/>
              </p14:xfrm>
            </p:contentPart>
          </mc:Choice>
          <mc:Fallback xmlns="">
            <p:pic>
              <p:nvPicPr>
                <p:cNvPr id="730" name="잉크 729">
                  <a:extLst>
                    <a:ext uri="{FF2B5EF4-FFF2-40B4-BE49-F238E27FC236}">
                      <a16:creationId xmlns:a16="http://schemas.microsoft.com/office/drawing/2014/main" id="{810DF5D4-5E52-2BEB-6AAC-6E121F71CF85}"/>
                    </a:ext>
                  </a:extLst>
                </p:cNvPr>
                <p:cNvPicPr/>
                <p:nvPr/>
              </p:nvPicPr>
              <p:blipFill>
                <a:blip r:embed="rId1238"/>
                <a:stretch>
                  <a:fillRect/>
                </a:stretch>
              </p:blipFill>
              <p:spPr>
                <a:xfrm>
                  <a:off x="11644560" y="15749760"/>
                  <a:ext cx="367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9">
              <p14:nvContentPartPr>
                <p14:cNvPr id="731" name="잉크 730">
                  <a:extLst>
                    <a:ext uri="{FF2B5EF4-FFF2-40B4-BE49-F238E27FC236}">
                      <a16:creationId xmlns:a16="http://schemas.microsoft.com/office/drawing/2014/main" id="{0D462949-E5FD-E98E-D3D0-B5CE542E33BA}"/>
                    </a:ext>
                  </a:extLst>
                </p14:cNvPr>
                <p14:cNvContentPartPr/>
                <p14:nvPr/>
              </p14:nvContentPartPr>
              <p14:xfrm>
                <a:off x="11694240" y="15361320"/>
                <a:ext cx="108000" cy="726840"/>
              </p14:xfrm>
            </p:contentPart>
          </mc:Choice>
          <mc:Fallback xmlns="">
            <p:pic>
              <p:nvPicPr>
                <p:cNvPr id="731" name="잉크 730">
                  <a:extLst>
                    <a:ext uri="{FF2B5EF4-FFF2-40B4-BE49-F238E27FC236}">
                      <a16:creationId xmlns:a16="http://schemas.microsoft.com/office/drawing/2014/main" id="{0D462949-E5FD-E98E-D3D0-B5CE542E33BA}"/>
                    </a:ext>
                  </a:extLst>
                </p:cNvPr>
                <p:cNvPicPr/>
                <p:nvPr/>
              </p:nvPicPr>
              <p:blipFill>
                <a:blip r:embed="rId1240"/>
                <a:stretch>
                  <a:fillRect/>
                </a:stretch>
              </p:blipFill>
              <p:spPr>
                <a:xfrm>
                  <a:off x="11685600" y="15352320"/>
                  <a:ext cx="12564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1">
              <p14:nvContentPartPr>
                <p14:cNvPr id="732" name="잉크 731">
                  <a:extLst>
                    <a:ext uri="{FF2B5EF4-FFF2-40B4-BE49-F238E27FC236}">
                      <a16:creationId xmlns:a16="http://schemas.microsoft.com/office/drawing/2014/main" id="{A1369F7C-8C5F-48DE-4858-3896AE809A17}"/>
                    </a:ext>
                  </a:extLst>
                </p14:cNvPr>
                <p14:cNvContentPartPr/>
                <p14:nvPr/>
              </p14:nvContentPartPr>
              <p14:xfrm>
                <a:off x="11961360" y="15836520"/>
                <a:ext cx="390600" cy="278280"/>
              </p14:xfrm>
            </p:contentPart>
          </mc:Choice>
          <mc:Fallback xmlns="">
            <p:pic>
              <p:nvPicPr>
                <p:cNvPr id="732" name="잉크 731">
                  <a:extLst>
                    <a:ext uri="{FF2B5EF4-FFF2-40B4-BE49-F238E27FC236}">
                      <a16:creationId xmlns:a16="http://schemas.microsoft.com/office/drawing/2014/main" id="{A1369F7C-8C5F-48DE-4858-3896AE809A17}"/>
                    </a:ext>
                  </a:extLst>
                </p:cNvPr>
                <p:cNvPicPr/>
                <p:nvPr/>
              </p:nvPicPr>
              <p:blipFill>
                <a:blip r:embed="rId1242"/>
                <a:stretch>
                  <a:fillRect/>
                </a:stretch>
              </p:blipFill>
              <p:spPr>
                <a:xfrm>
                  <a:off x="11952360" y="15827520"/>
                  <a:ext cx="408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3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2A7F48C3-6523-C075-7EA2-E006DF14255D}"/>
                    </a:ext>
                  </a:extLst>
                </p14:cNvPr>
                <p14:cNvContentPartPr/>
                <p14:nvPr/>
              </p14:nvContentPartPr>
              <p14:xfrm>
                <a:off x="13151520" y="15338280"/>
                <a:ext cx="201240" cy="509040"/>
              </p14:xfrm>
            </p:contentPart>
          </mc:Choice>
          <mc:Fallback xmlns=""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2A7F48C3-6523-C075-7EA2-E006DF14255D}"/>
                    </a:ext>
                  </a:extLst>
                </p:cNvPr>
                <p:cNvPicPr/>
                <p:nvPr/>
              </p:nvPicPr>
              <p:blipFill>
                <a:blip r:embed="rId1244"/>
                <a:stretch>
                  <a:fillRect/>
                </a:stretch>
              </p:blipFill>
              <p:spPr>
                <a:xfrm>
                  <a:off x="13142880" y="15329280"/>
                  <a:ext cx="2188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5">
              <p14:nvContentPartPr>
                <p14:cNvPr id="734" name="잉크 733">
                  <a:extLst>
                    <a:ext uri="{FF2B5EF4-FFF2-40B4-BE49-F238E27FC236}">
                      <a16:creationId xmlns:a16="http://schemas.microsoft.com/office/drawing/2014/main" id="{EF117532-5771-0126-043E-6B5F13C9ED28}"/>
                    </a:ext>
                  </a:extLst>
                </p14:cNvPr>
                <p14:cNvContentPartPr/>
                <p14:nvPr/>
              </p14:nvContentPartPr>
              <p14:xfrm>
                <a:off x="13306320" y="15384360"/>
                <a:ext cx="344160" cy="208080"/>
              </p14:xfrm>
            </p:contentPart>
          </mc:Choice>
          <mc:Fallback xmlns="">
            <p:pic>
              <p:nvPicPr>
                <p:cNvPr id="734" name="잉크 733">
                  <a:extLst>
                    <a:ext uri="{FF2B5EF4-FFF2-40B4-BE49-F238E27FC236}">
                      <a16:creationId xmlns:a16="http://schemas.microsoft.com/office/drawing/2014/main" id="{EF117532-5771-0126-043E-6B5F13C9ED28}"/>
                    </a:ext>
                  </a:extLst>
                </p:cNvPr>
                <p:cNvPicPr/>
                <p:nvPr/>
              </p:nvPicPr>
              <p:blipFill>
                <a:blip r:embed="rId1246"/>
                <a:stretch>
                  <a:fillRect/>
                </a:stretch>
              </p:blipFill>
              <p:spPr>
                <a:xfrm>
                  <a:off x="13297320" y="15375360"/>
                  <a:ext cx="361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7">
              <p14:nvContentPartPr>
                <p14:cNvPr id="735" name="잉크 734">
                  <a:extLst>
                    <a:ext uri="{FF2B5EF4-FFF2-40B4-BE49-F238E27FC236}">
                      <a16:creationId xmlns:a16="http://schemas.microsoft.com/office/drawing/2014/main" id="{ED488FED-CC85-40DC-043A-A56631669E65}"/>
                    </a:ext>
                  </a:extLst>
                </p14:cNvPr>
                <p14:cNvContentPartPr/>
                <p14:nvPr/>
              </p14:nvContentPartPr>
              <p14:xfrm>
                <a:off x="13506480" y="14922480"/>
                <a:ext cx="164520" cy="1307880"/>
              </p14:xfrm>
            </p:contentPart>
          </mc:Choice>
          <mc:Fallback xmlns="">
            <p:pic>
              <p:nvPicPr>
                <p:cNvPr id="735" name="잉크 734">
                  <a:extLst>
                    <a:ext uri="{FF2B5EF4-FFF2-40B4-BE49-F238E27FC236}">
                      <a16:creationId xmlns:a16="http://schemas.microsoft.com/office/drawing/2014/main" id="{ED488FED-CC85-40DC-043A-A56631669E65}"/>
                    </a:ext>
                  </a:extLst>
                </p:cNvPr>
                <p:cNvPicPr/>
                <p:nvPr/>
              </p:nvPicPr>
              <p:blipFill>
                <a:blip r:embed="rId1248"/>
                <a:stretch>
                  <a:fillRect/>
                </a:stretch>
              </p:blipFill>
              <p:spPr>
                <a:xfrm>
                  <a:off x="13497480" y="14913480"/>
                  <a:ext cx="182160" cy="13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9">
              <p14:nvContentPartPr>
                <p14:cNvPr id="736" name="잉크 735">
                  <a:extLst>
                    <a:ext uri="{FF2B5EF4-FFF2-40B4-BE49-F238E27FC236}">
                      <a16:creationId xmlns:a16="http://schemas.microsoft.com/office/drawing/2014/main" id="{CC2C590C-1886-0101-56FD-9311214A42A2}"/>
                    </a:ext>
                  </a:extLst>
                </p14:cNvPr>
                <p14:cNvContentPartPr/>
                <p14:nvPr/>
              </p14:nvContentPartPr>
              <p14:xfrm>
                <a:off x="13624560" y="15301200"/>
                <a:ext cx="452160" cy="483120"/>
              </p14:xfrm>
            </p:contentPart>
          </mc:Choice>
          <mc:Fallback xmlns="">
            <p:pic>
              <p:nvPicPr>
                <p:cNvPr id="736" name="잉크 735">
                  <a:extLst>
                    <a:ext uri="{FF2B5EF4-FFF2-40B4-BE49-F238E27FC236}">
                      <a16:creationId xmlns:a16="http://schemas.microsoft.com/office/drawing/2014/main" id="{CC2C590C-1886-0101-56FD-9311214A42A2}"/>
                    </a:ext>
                  </a:extLst>
                </p:cNvPr>
                <p:cNvPicPr/>
                <p:nvPr/>
              </p:nvPicPr>
              <p:blipFill>
                <a:blip r:embed="rId1250"/>
                <a:stretch>
                  <a:fillRect/>
                </a:stretch>
              </p:blipFill>
              <p:spPr>
                <a:xfrm>
                  <a:off x="13615560" y="15292200"/>
                  <a:ext cx="469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1">
              <p14:nvContentPartPr>
                <p14:cNvPr id="737" name="잉크 736">
                  <a:extLst>
                    <a:ext uri="{FF2B5EF4-FFF2-40B4-BE49-F238E27FC236}">
                      <a16:creationId xmlns:a16="http://schemas.microsoft.com/office/drawing/2014/main" id="{A2CD9B90-59E8-D859-0330-D3A8990890F3}"/>
                    </a:ext>
                  </a:extLst>
                </p14:cNvPr>
                <p14:cNvContentPartPr/>
                <p14:nvPr/>
              </p14:nvContentPartPr>
              <p14:xfrm>
                <a:off x="13911840" y="14936160"/>
                <a:ext cx="210960" cy="1215360"/>
              </p14:xfrm>
            </p:contentPart>
          </mc:Choice>
          <mc:Fallback xmlns="">
            <p:pic>
              <p:nvPicPr>
                <p:cNvPr id="737" name="잉크 736">
                  <a:extLst>
                    <a:ext uri="{FF2B5EF4-FFF2-40B4-BE49-F238E27FC236}">
                      <a16:creationId xmlns:a16="http://schemas.microsoft.com/office/drawing/2014/main" id="{A2CD9B90-59E8-D859-0330-D3A8990890F3}"/>
                    </a:ext>
                  </a:extLst>
                </p:cNvPr>
                <p:cNvPicPr/>
                <p:nvPr/>
              </p:nvPicPr>
              <p:blipFill>
                <a:blip r:embed="rId1252"/>
                <a:stretch>
                  <a:fillRect/>
                </a:stretch>
              </p:blipFill>
              <p:spPr>
                <a:xfrm>
                  <a:off x="13903200" y="14927520"/>
                  <a:ext cx="228600" cy="12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3">
              <p14:nvContentPartPr>
                <p14:cNvPr id="738" name="잉크 737">
                  <a:extLst>
                    <a:ext uri="{FF2B5EF4-FFF2-40B4-BE49-F238E27FC236}">
                      <a16:creationId xmlns:a16="http://schemas.microsoft.com/office/drawing/2014/main" id="{1CF376B4-F3DF-FEFB-0B54-54F9B576B245}"/>
                    </a:ext>
                  </a:extLst>
                </p14:cNvPr>
                <p14:cNvContentPartPr/>
                <p14:nvPr/>
              </p14:nvContentPartPr>
              <p14:xfrm>
                <a:off x="13639680" y="16155840"/>
                <a:ext cx="600840" cy="162000"/>
              </p14:xfrm>
            </p:contentPart>
          </mc:Choice>
          <mc:Fallback xmlns="">
            <p:pic>
              <p:nvPicPr>
                <p:cNvPr id="738" name="잉크 737">
                  <a:extLst>
                    <a:ext uri="{FF2B5EF4-FFF2-40B4-BE49-F238E27FC236}">
                      <a16:creationId xmlns:a16="http://schemas.microsoft.com/office/drawing/2014/main" id="{1CF376B4-F3DF-FEFB-0B54-54F9B576B245}"/>
                    </a:ext>
                  </a:extLst>
                </p:cNvPr>
                <p:cNvPicPr/>
                <p:nvPr/>
              </p:nvPicPr>
              <p:blipFill>
                <a:blip r:embed="rId1254"/>
                <a:stretch>
                  <a:fillRect/>
                </a:stretch>
              </p:blipFill>
              <p:spPr>
                <a:xfrm>
                  <a:off x="13631040" y="16146840"/>
                  <a:ext cx="618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5">
              <p14:nvContentPartPr>
                <p14:cNvPr id="739" name="잉크 738">
                  <a:extLst>
                    <a:ext uri="{FF2B5EF4-FFF2-40B4-BE49-F238E27FC236}">
                      <a16:creationId xmlns:a16="http://schemas.microsoft.com/office/drawing/2014/main" id="{6BAC9105-E2A0-7A5C-0BAB-8FE8639DD4AA}"/>
                    </a:ext>
                  </a:extLst>
                </p14:cNvPr>
                <p14:cNvContentPartPr/>
                <p14:nvPr/>
              </p14:nvContentPartPr>
              <p14:xfrm>
                <a:off x="14522040" y="15351960"/>
                <a:ext cx="437400" cy="374760"/>
              </p14:xfrm>
            </p:contentPart>
          </mc:Choice>
          <mc:Fallback xmlns="">
            <p:pic>
              <p:nvPicPr>
                <p:cNvPr id="739" name="잉크 738">
                  <a:extLst>
                    <a:ext uri="{FF2B5EF4-FFF2-40B4-BE49-F238E27FC236}">
                      <a16:creationId xmlns:a16="http://schemas.microsoft.com/office/drawing/2014/main" id="{6BAC9105-E2A0-7A5C-0BAB-8FE8639DD4AA}"/>
                    </a:ext>
                  </a:extLst>
                </p:cNvPr>
                <p:cNvPicPr/>
                <p:nvPr/>
              </p:nvPicPr>
              <p:blipFill>
                <a:blip r:embed="rId1256"/>
                <a:stretch>
                  <a:fillRect/>
                </a:stretch>
              </p:blipFill>
              <p:spPr>
                <a:xfrm>
                  <a:off x="14513040" y="15343320"/>
                  <a:ext cx="4550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7">
              <p14:nvContentPartPr>
                <p14:cNvPr id="740" name="잉크 739">
                  <a:extLst>
                    <a:ext uri="{FF2B5EF4-FFF2-40B4-BE49-F238E27FC236}">
                      <a16:creationId xmlns:a16="http://schemas.microsoft.com/office/drawing/2014/main" id="{8F4E1F5D-12E7-584E-C8C2-6E902498FF58}"/>
                    </a:ext>
                  </a:extLst>
                </p14:cNvPr>
                <p14:cNvContentPartPr/>
                <p14:nvPr/>
              </p14:nvContentPartPr>
              <p14:xfrm>
                <a:off x="15051240" y="14908440"/>
                <a:ext cx="350280" cy="874080"/>
              </p14:xfrm>
            </p:contentPart>
          </mc:Choice>
          <mc:Fallback xmlns="">
            <p:pic>
              <p:nvPicPr>
                <p:cNvPr id="740" name="잉크 739">
                  <a:extLst>
                    <a:ext uri="{FF2B5EF4-FFF2-40B4-BE49-F238E27FC236}">
                      <a16:creationId xmlns:a16="http://schemas.microsoft.com/office/drawing/2014/main" id="{8F4E1F5D-12E7-584E-C8C2-6E902498FF58}"/>
                    </a:ext>
                  </a:extLst>
                </p:cNvPr>
                <p:cNvPicPr/>
                <p:nvPr/>
              </p:nvPicPr>
              <p:blipFill>
                <a:blip r:embed="rId1258"/>
                <a:stretch>
                  <a:fillRect/>
                </a:stretch>
              </p:blipFill>
              <p:spPr>
                <a:xfrm>
                  <a:off x="15042600" y="14899800"/>
                  <a:ext cx="36792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9">
              <p14:nvContentPartPr>
                <p14:cNvPr id="741" name="잉크 740">
                  <a:extLst>
                    <a:ext uri="{FF2B5EF4-FFF2-40B4-BE49-F238E27FC236}">
                      <a16:creationId xmlns:a16="http://schemas.microsoft.com/office/drawing/2014/main" id="{B2AD2E38-91A5-7170-A061-000760B62E49}"/>
                    </a:ext>
                  </a:extLst>
                </p14:cNvPr>
                <p14:cNvContentPartPr/>
                <p14:nvPr/>
              </p14:nvContentPartPr>
              <p14:xfrm>
                <a:off x="14691960" y="15836520"/>
                <a:ext cx="560520" cy="273240"/>
              </p14:xfrm>
            </p:contentPart>
          </mc:Choice>
          <mc:Fallback xmlns="">
            <p:pic>
              <p:nvPicPr>
                <p:cNvPr id="741" name="잉크 740">
                  <a:extLst>
                    <a:ext uri="{FF2B5EF4-FFF2-40B4-BE49-F238E27FC236}">
                      <a16:creationId xmlns:a16="http://schemas.microsoft.com/office/drawing/2014/main" id="{B2AD2E38-91A5-7170-A061-000760B62E49}"/>
                    </a:ext>
                  </a:extLst>
                </p:cNvPr>
                <p:cNvPicPr/>
                <p:nvPr/>
              </p:nvPicPr>
              <p:blipFill>
                <a:blip r:embed="rId1260"/>
                <a:stretch>
                  <a:fillRect/>
                </a:stretch>
              </p:blipFill>
              <p:spPr>
                <a:xfrm>
                  <a:off x="14683320" y="15827880"/>
                  <a:ext cx="578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1">
              <p14:nvContentPartPr>
                <p14:cNvPr id="742" name="잉크 741">
                  <a:extLst>
                    <a:ext uri="{FF2B5EF4-FFF2-40B4-BE49-F238E27FC236}">
                      <a16:creationId xmlns:a16="http://schemas.microsoft.com/office/drawing/2014/main" id="{422C62F2-9449-4C83-BBEF-16CADD322586}"/>
                    </a:ext>
                  </a:extLst>
                </p14:cNvPr>
                <p14:cNvContentPartPr/>
                <p14:nvPr/>
              </p14:nvContentPartPr>
              <p14:xfrm>
                <a:off x="15636600" y="15402360"/>
                <a:ext cx="390600" cy="181080"/>
              </p14:xfrm>
            </p:contentPart>
          </mc:Choice>
          <mc:Fallback xmlns="">
            <p:pic>
              <p:nvPicPr>
                <p:cNvPr id="742" name="잉크 741">
                  <a:extLst>
                    <a:ext uri="{FF2B5EF4-FFF2-40B4-BE49-F238E27FC236}">
                      <a16:creationId xmlns:a16="http://schemas.microsoft.com/office/drawing/2014/main" id="{422C62F2-9449-4C83-BBEF-16CADD322586}"/>
                    </a:ext>
                  </a:extLst>
                </p:cNvPr>
                <p:cNvPicPr/>
                <p:nvPr/>
              </p:nvPicPr>
              <p:blipFill>
                <a:blip r:embed="rId1262"/>
                <a:stretch>
                  <a:fillRect/>
                </a:stretch>
              </p:blipFill>
              <p:spPr>
                <a:xfrm>
                  <a:off x="15627600" y="15393360"/>
                  <a:ext cx="408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3">
              <p14:nvContentPartPr>
                <p14:cNvPr id="743" name="잉크 742">
                  <a:extLst>
                    <a:ext uri="{FF2B5EF4-FFF2-40B4-BE49-F238E27FC236}">
                      <a16:creationId xmlns:a16="http://schemas.microsoft.com/office/drawing/2014/main" id="{E62875A9-1E4C-1443-9757-02AFCF8BA63B}"/>
                    </a:ext>
                  </a:extLst>
                </p14:cNvPr>
                <p14:cNvContentPartPr/>
                <p14:nvPr/>
              </p14:nvContentPartPr>
              <p14:xfrm>
                <a:off x="15631560" y="15084120"/>
                <a:ext cx="354600" cy="328320"/>
              </p14:xfrm>
            </p:contentPart>
          </mc:Choice>
          <mc:Fallback xmlns="">
            <p:pic>
              <p:nvPicPr>
                <p:cNvPr id="743" name="잉크 742">
                  <a:extLst>
                    <a:ext uri="{FF2B5EF4-FFF2-40B4-BE49-F238E27FC236}">
                      <a16:creationId xmlns:a16="http://schemas.microsoft.com/office/drawing/2014/main" id="{E62875A9-1E4C-1443-9757-02AFCF8BA63B}"/>
                    </a:ext>
                  </a:extLst>
                </p:cNvPr>
                <p:cNvPicPr/>
                <p:nvPr/>
              </p:nvPicPr>
              <p:blipFill>
                <a:blip r:embed="rId1264"/>
                <a:stretch>
                  <a:fillRect/>
                </a:stretch>
              </p:blipFill>
              <p:spPr>
                <a:xfrm>
                  <a:off x="15622560" y="15075120"/>
                  <a:ext cx="3722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5">
              <p14:nvContentPartPr>
                <p14:cNvPr id="744" name="잉크 743">
                  <a:extLst>
                    <a:ext uri="{FF2B5EF4-FFF2-40B4-BE49-F238E27FC236}">
                      <a16:creationId xmlns:a16="http://schemas.microsoft.com/office/drawing/2014/main" id="{72BF3259-0569-95F3-50CB-74F8220DD4F4}"/>
                    </a:ext>
                  </a:extLst>
                </p14:cNvPr>
                <p14:cNvContentPartPr/>
                <p14:nvPr/>
              </p14:nvContentPartPr>
              <p14:xfrm>
                <a:off x="15359400" y="15504600"/>
                <a:ext cx="647280" cy="268200"/>
              </p14:xfrm>
            </p:contentPart>
          </mc:Choice>
          <mc:Fallback xmlns="">
            <p:pic>
              <p:nvPicPr>
                <p:cNvPr id="744" name="잉크 743">
                  <a:extLst>
                    <a:ext uri="{FF2B5EF4-FFF2-40B4-BE49-F238E27FC236}">
                      <a16:creationId xmlns:a16="http://schemas.microsoft.com/office/drawing/2014/main" id="{72BF3259-0569-95F3-50CB-74F8220DD4F4}"/>
                    </a:ext>
                  </a:extLst>
                </p:cNvPr>
                <p:cNvPicPr/>
                <p:nvPr/>
              </p:nvPicPr>
              <p:blipFill>
                <a:blip r:embed="rId1266"/>
                <a:stretch>
                  <a:fillRect/>
                </a:stretch>
              </p:blipFill>
              <p:spPr>
                <a:xfrm>
                  <a:off x="15350400" y="15495600"/>
                  <a:ext cx="664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7">
              <p14:nvContentPartPr>
                <p14:cNvPr id="745" name="잉크 744">
                  <a:extLst>
                    <a:ext uri="{FF2B5EF4-FFF2-40B4-BE49-F238E27FC236}">
                      <a16:creationId xmlns:a16="http://schemas.microsoft.com/office/drawing/2014/main" id="{3A367C60-44C4-4436-004B-E5249A29A3C0}"/>
                    </a:ext>
                  </a:extLst>
                </p14:cNvPr>
                <p14:cNvContentPartPr/>
                <p14:nvPr/>
              </p14:nvContentPartPr>
              <p14:xfrm>
                <a:off x="15261840" y="15712320"/>
                <a:ext cx="744840" cy="106560"/>
              </p14:xfrm>
            </p:contentPart>
          </mc:Choice>
          <mc:Fallback xmlns="">
            <p:pic>
              <p:nvPicPr>
                <p:cNvPr id="745" name="잉크 744">
                  <a:extLst>
                    <a:ext uri="{FF2B5EF4-FFF2-40B4-BE49-F238E27FC236}">
                      <a16:creationId xmlns:a16="http://schemas.microsoft.com/office/drawing/2014/main" id="{3A367C60-44C4-4436-004B-E5249A29A3C0}"/>
                    </a:ext>
                  </a:extLst>
                </p:cNvPr>
                <p:cNvPicPr/>
                <p:nvPr/>
              </p:nvPicPr>
              <p:blipFill>
                <a:blip r:embed="rId1268"/>
                <a:stretch>
                  <a:fillRect/>
                </a:stretch>
              </p:blipFill>
              <p:spPr>
                <a:xfrm>
                  <a:off x="15253200" y="15703320"/>
                  <a:ext cx="762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9">
              <p14:nvContentPartPr>
                <p14:cNvPr id="746" name="잉크 745">
                  <a:extLst>
                    <a:ext uri="{FF2B5EF4-FFF2-40B4-BE49-F238E27FC236}">
                      <a16:creationId xmlns:a16="http://schemas.microsoft.com/office/drawing/2014/main" id="{E491E4CB-C151-2FDE-D27F-1843EB1130CB}"/>
                    </a:ext>
                  </a:extLst>
                </p14:cNvPr>
                <p14:cNvContentPartPr/>
                <p14:nvPr/>
              </p14:nvContentPartPr>
              <p14:xfrm>
                <a:off x="15456960" y="15998520"/>
                <a:ext cx="401040" cy="268920"/>
              </p14:xfrm>
            </p:contentPart>
          </mc:Choice>
          <mc:Fallback xmlns="">
            <p:pic>
              <p:nvPicPr>
                <p:cNvPr id="746" name="잉크 745">
                  <a:extLst>
                    <a:ext uri="{FF2B5EF4-FFF2-40B4-BE49-F238E27FC236}">
                      <a16:creationId xmlns:a16="http://schemas.microsoft.com/office/drawing/2014/main" id="{E491E4CB-C151-2FDE-D27F-1843EB1130CB}"/>
                    </a:ext>
                  </a:extLst>
                </p:cNvPr>
                <p:cNvPicPr/>
                <p:nvPr/>
              </p:nvPicPr>
              <p:blipFill>
                <a:blip r:embed="rId1270"/>
                <a:stretch>
                  <a:fillRect/>
                </a:stretch>
              </p:blipFill>
              <p:spPr>
                <a:xfrm>
                  <a:off x="15447960" y="15989880"/>
                  <a:ext cx="418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1">
              <p14:nvContentPartPr>
                <p14:cNvPr id="747" name="잉크 746">
                  <a:extLst>
                    <a:ext uri="{FF2B5EF4-FFF2-40B4-BE49-F238E27FC236}">
                      <a16:creationId xmlns:a16="http://schemas.microsoft.com/office/drawing/2014/main" id="{445AA4F8-6EA1-088B-5575-2A68AA78F541}"/>
                    </a:ext>
                  </a:extLst>
                </p14:cNvPr>
                <p14:cNvContentPartPr/>
                <p14:nvPr/>
              </p14:nvContentPartPr>
              <p14:xfrm>
                <a:off x="16191000" y="16340520"/>
                <a:ext cx="360" cy="360"/>
              </p14:xfrm>
            </p:contentPart>
          </mc:Choice>
          <mc:Fallback xmlns="">
            <p:pic>
              <p:nvPicPr>
                <p:cNvPr id="747" name="잉크 746">
                  <a:extLst>
                    <a:ext uri="{FF2B5EF4-FFF2-40B4-BE49-F238E27FC236}">
                      <a16:creationId xmlns:a16="http://schemas.microsoft.com/office/drawing/2014/main" id="{445AA4F8-6EA1-088B-5575-2A68AA78F5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182000" y="16331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2">
              <p14:nvContentPartPr>
                <p14:cNvPr id="753" name="잉크 752">
                  <a:extLst>
                    <a:ext uri="{FF2B5EF4-FFF2-40B4-BE49-F238E27FC236}">
                      <a16:creationId xmlns:a16="http://schemas.microsoft.com/office/drawing/2014/main" id="{614A57AA-8696-B4BD-2980-CEA41126723C}"/>
                    </a:ext>
                  </a:extLst>
                </p14:cNvPr>
                <p14:cNvContentPartPr/>
                <p14:nvPr/>
              </p14:nvContentPartPr>
              <p14:xfrm>
                <a:off x="4625640" y="14131920"/>
                <a:ext cx="12931200" cy="3193200"/>
              </p14:xfrm>
            </p:contentPart>
          </mc:Choice>
          <mc:Fallback xmlns="">
            <p:pic>
              <p:nvPicPr>
                <p:cNvPr id="753" name="잉크 752">
                  <a:extLst>
                    <a:ext uri="{FF2B5EF4-FFF2-40B4-BE49-F238E27FC236}">
                      <a16:creationId xmlns:a16="http://schemas.microsoft.com/office/drawing/2014/main" id="{614A57AA-8696-B4BD-2980-CEA41126723C}"/>
                    </a:ext>
                  </a:extLst>
                </p:cNvPr>
                <p:cNvPicPr/>
                <p:nvPr/>
              </p:nvPicPr>
              <p:blipFill>
                <a:blip r:embed="rId1273"/>
                <a:stretch>
                  <a:fillRect/>
                </a:stretch>
              </p:blipFill>
              <p:spPr>
                <a:xfrm>
                  <a:off x="4616640" y="14123280"/>
                  <a:ext cx="12948840" cy="32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4">
              <p14:nvContentPartPr>
                <p14:cNvPr id="756" name="잉크 755">
                  <a:extLst>
                    <a:ext uri="{FF2B5EF4-FFF2-40B4-BE49-F238E27FC236}">
                      <a16:creationId xmlns:a16="http://schemas.microsoft.com/office/drawing/2014/main" id="{EBB85F15-92A0-580B-3592-785661A450F4}"/>
                    </a:ext>
                  </a:extLst>
                </p14:cNvPr>
                <p14:cNvContentPartPr/>
                <p14:nvPr/>
              </p14:nvContentPartPr>
              <p14:xfrm>
                <a:off x="2948400" y="15167280"/>
                <a:ext cx="1620720" cy="1330200"/>
              </p14:xfrm>
            </p:contentPart>
          </mc:Choice>
          <mc:Fallback xmlns="">
            <p:pic>
              <p:nvPicPr>
                <p:cNvPr id="756" name="잉크 755">
                  <a:extLst>
                    <a:ext uri="{FF2B5EF4-FFF2-40B4-BE49-F238E27FC236}">
                      <a16:creationId xmlns:a16="http://schemas.microsoft.com/office/drawing/2014/main" id="{EBB85F15-92A0-580B-3592-785661A450F4}"/>
                    </a:ext>
                  </a:extLst>
                </p:cNvPr>
                <p:cNvPicPr/>
                <p:nvPr/>
              </p:nvPicPr>
              <p:blipFill>
                <a:blip r:embed="rId1275"/>
                <a:stretch>
                  <a:fillRect/>
                </a:stretch>
              </p:blipFill>
              <p:spPr>
                <a:xfrm>
                  <a:off x="2939400" y="15158280"/>
                  <a:ext cx="1638360" cy="13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757" name="잉크 756">
                  <a:extLst>
                    <a:ext uri="{FF2B5EF4-FFF2-40B4-BE49-F238E27FC236}">
                      <a16:creationId xmlns:a16="http://schemas.microsoft.com/office/drawing/2014/main" id="{B68444BF-1B83-D070-BADA-035206D347AE}"/>
                    </a:ext>
                  </a:extLst>
                </p14:cNvPr>
                <p14:cNvContentPartPr/>
                <p14:nvPr/>
              </p14:nvContentPartPr>
              <p14:xfrm>
                <a:off x="15570000" y="13467000"/>
                <a:ext cx="390600" cy="971280"/>
              </p14:xfrm>
            </p:contentPart>
          </mc:Choice>
          <mc:Fallback xmlns="">
            <p:pic>
              <p:nvPicPr>
                <p:cNvPr id="757" name="잉크 756">
                  <a:extLst>
                    <a:ext uri="{FF2B5EF4-FFF2-40B4-BE49-F238E27FC236}">
                      <a16:creationId xmlns:a16="http://schemas.microsoft.com/office/drawing/2014/main" id="{B68444BF-1B83-D070-BADA-035206D347AE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15561000" y="13458360"/>
                  <a:ext cx="408240" cy="9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8">
              <p14:nvContentPartPr>
                <p14:cNvPr id="758" name="잉크 757">
                  <a:extLst>
                    <a:ext uri="{FF2B5EF4-FFF2-40B4-BE49-F238E27FC236}">
                      <a16:creationId xmlns:a16="http://schemas.microsoft.com/office/drawing/2014/main" id="{6377FF45-254D-17BE-153B-19BCA9D74AD5}"/>
                    </a:ext>
                  </a:extLst>
                </p14:cNvPr>
                <p14:cNvContentPartPr/>
                <p14:nvPr/>
              </p14:nvContentPartPr>
              <p14:xfrm>
                <a:off x="15384960" y="13430280"/>
                <a:ext cx="1458000" cy="1090440"/>
              </p14:xfrm>
            </p:contentPart>
          </mc:Choice>
          <mc:Fallback xmlns="">
            <p:pic>
              <p:nvPicPr>
                <p:cNvPr id="758" name="잉크 757">
                  <a:extLst>
                    <a:ext uri="{FF2B5EF4-FFF2-40B4-BE49-F238E27FC236}">
                      <a16:creationId xmlns:a16="http://schemas.microsoft.com/office/drawing/2014/main" id="{6377FF45-254D-17BE-153B-19BCA9D74AD5}"/>
                    </a:ext>
                  </a:extLst>
                </p:cNvPr>
                <p:cNvPicPr/>
                <p:nvPr/>
              </p:nvPicPr>
              <p:blipFill>
                <a:blip r:embed="rId1279"/>
                <a:stretch>
                  <a:fillRect/>
                </a:stretch>
              </p:blipFill>
              <p:spPr>
                <a:xfrm>
                  <a:off x="15375960" y="13421280"/>
                  <a:ext cx="147564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0">
              <p14:nvContentPartPr>
                <p14:cNvPr id="759" name="잉크 758">
                  <a:extLst>
                    <a:ext uri="{FF2B5EF4-FFF2-40B4-BE49-F238E27FC236}">
                      <a16:creationId xmlns:a16="http://schemas.microsoft.com/office/drawing/2014/main" id="{02FD4FE6-F370-323B-5245-FCE9F1B4E9A2}"/>
                    </a:ext>
                  </a:extLst>
                </p14:cNvPr>
                <p14:cNvContentPartPr/>
                <p14:nvPr/>
              </p14:nvContentPartPr>
              <p14:xfrm>
                <a:off x="17222760" y="14539080"/>
                <a:ext cx="20880" cy="14400"/>
              </p14:xfrm>
            </p:contentPart>
          </mc:Choice>
          <mc:Fallback xmlns="">
            <p:pic>
              <p:nvPicPr>
                <p:cNvPr id="759" name="잉크 758">
                  <a:extLst>
                    <a:ext uri="{FF2B5EF4-FFF2-40B4-BE49-F238E27FC236}">
                      <a16:creationId xmlns:a16="http://schemas.microsoft.com/office/drawing/2014/main" id="{02FD4FE6-F370-323B-5245-FCE9F1B4E9A2}"/>
                    </a:ext>
                  </a:extLst>
                </p:cNvPr>
                <p:cNvPicPr/>
                <p:nvPr/>
              </p:nvPicPr>
              <p:blipFill>
                <a:blip r:embed="rId1281"/>
                <a:stretch>
                  <a:fillRect/>
                </a:stretch>
              </p:blipFill>
              <p:spPr>
                <a:xfrm>
                  <a:off x="17213760" y="14530080"/>
                  <a:ext cx="385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9" name="그룹 778">
            <a:extLst>
              <a:ext uri="{FF2B5EF4-FFF2-40B4-BE49-F238E27FC236}">
                <a16:creationId xmlns:a16="http://schemas.microsoft.com/office/drawing/2014/main" id="{22D0FBA1-22CF-C269-1ED6-CA66140F11FF}"/>
              </a:ext>
            </a:extLst>
          </p:cNvPr>
          <p:cNvGrpSpPr/>
          <p:nvPr/>
        </p:nvGrpSpPr>
        <p:grpSpPr>
          <a:xfrm>
            <a:off x="4333320" y="17546160"/>
            <a:ext cx="9820080" cy="1524960"/>
            <a:chOff x="4333320" y="17546160"/>
            <a:chExt cx="9820080" cy="15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2">
              <p14:nvContentPartPr>
                <p14:cNvPr id="761" name="잉크 760">
                  <a:extLst>
                    <a:ext uri="{FF2B5EF4-FFF2-40B4-BE49-F238E27FC236}">
                      <a16:creationId xmlns:a16="http://schemas.microsoft.com/office/drawing/2014/main" id="{7E0ACCDB-0130-A840-1EC1-927FAEEB2666}"/>
                    </a:ext>
                  </a:extLst>
                </p14:cNvPr>
                <p14:cNvContentPartPr/>
                <p14:nvPr/>
              </p14:nvContentPartPr>
              <p14:xfrm>
                <a:off x="4333320" y="17578560"/>
                <a:ext cx="693720" cy="666000"/>
              </p14:xfrm>
            </p:contentPart>
          </mc:Choice>
          <mc:Fallback xmlns="">
            <p:pic>
              <p:nvPicPr>
                <p:cNvPr id="761" name="잉크 760">
                  <a:extLst>
                    <a:ext uri="{FF2B5EF4-FFF2-40B4-BE49-F238E27FC236}">
                      <a16:creationId xmlns:a16="http://schemas.microsoft.com/office/drawing/2014/main" id="{7E0ACCDB-0130-A840-1EC1-927FAEEB2666}"/>
                    </a:ext>
                  </a:extLst>
                </p:cNvPr>
                <p:cNvPicPr/>
                <p:nvPr/>
              </p:nvPicPr>
              <p:blipFill>
                <a:blip r:embed="rId1283"/>
                <a:stretch>
                  <a:fillRect/>
                </a:stretch>
              </p:blipFill>
              <p:spPr>
                <a:xfrm>
                  <a:off x="4324680" y="17569920"/>
                  <a:ext cx="71136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4">
              <p14:nvContentPartPr>
                <p14:cNvPr id="762" name="잉크 761">
                  <a:extLst>
                    <a:ext uri="{FF2B5EF4-FFF2-40B4-BE49-F238E27FC236}">
                      <a16:creationId xmlns:a16="http://schemas.microsoft.com/office/drawing/2014/main" id="{EAABDAD6-6CFB-5438-24FB-C79F18C83213}"/>
                    </a:ext>
                  </a:extLst>
                </p14:cNvPr>
                <p14:cNvContentPartPr/>
                <p14:nvPr/>
              </p14:nvContentPartPr>
              <p14:xfrm>
                <a:off x="4775040" y="17601600"/>
                <a:ext cx="205560" cy="124920"/>
              </p14:xfrm>
            </p:contentPart>
          </mc:Choice>
          <mc:Fallback xmlns="">
            <p:pic>
              <p:nvPicPr>
                <p:cNvPr id="762" name="잉크 761">
                  <a:extLst>
                    <a:ext uri="{FF2B5EF4-FFF2-40B4-BE49-F238E27FC236}">
                      <a16:creationId xmlns:a16="http://schemas.microsoft.com/office/drawing/2014/main" id="{EAABDAD6-6CFB-5438-24FB-C79F18C83213}"/>
                    </a:ext>
                  </a:extLst>
                </p:cNvPr>
                <p:cNvPicPr/>
                <p:nvPr/>
              </p:nvPicPr>
              <p:blipFill>
                <a:blip r:embed="rId1285"/>
                <a:stretch>
                  <a:fillRect/>
                </a:stretch>
              </p:blipFill>
              <p:spPr>
                <a:xfrm>
                  <a:off x="4766040" y="17592960"/>
                  <a:ext cx="223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6">
              <p14:nvContentPartPr>
                <p14:cNvPr id="763" name="잉크 762">
                  <a:extLst>
                    <a:ext uri="{FF2B5EF4-FFF2-40B4-BE49-F238E27FC236}">
                      <a16:creationId xmlns:a16="http://schemas.microsoft.com/office/drawing/2014/main" id="{1346CB6E-B9EF-A6B0-FB35-25B29667DF00}"/>
                    </a:ext>
                  </a:extLst>
                </p14:cNvPr>
                <p14:cNvContentPartPr/>
                <p14:nvPr/>
              </p14:nvContentPartPr>
              <p14:xfrm>
                <a:off x="4775040" y="17615640"/>
                <a:ext cx="1083600" cy="670680"/>
              </p14:xfrm>
            </p:contentPart>
          </mc:Choice>
          <mc:Fallback xmlns="">
            <p:pic>
              <p:nvPicPr>
                <p:cNvPr id="763" name="잉크 762">
                  <a:extLst>
                    <a:ext uri="{FF2B5EF4-FFF2-40B4-BE49-F238E27FC236}">
                      <a16:creationId xmlns:a16="http://schemas.microsoft.com/office/drawing/2014/main" id="{1346CB6E-B9EF-A6B0-FB35-25B29667DF00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4766040" y="17606640"/>
                  <a:ext cx="1101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8">
              <p14:nvContentPartPr>
                <p14:cNvPr id="764" name="잉크 763">
                  <a:extLst>
                    <a:ext uri="{FF2B5EF4-FFF2-40B4-BE49-F238E27FC236}">
                      <a16:creationId xmlns:a16="http://schemas.microsoft.com/office/drawing/2014/main" id="{A45DEBBE-66A5-DCA9-5A4E-562E7A97511E}"/>
                    </a:ext>
                  </a:extLst>
                </p14:cNvPr>
                <p14:cNvContentPartPr/>
                <p14:nvPr/>
              </p14:nvContentPartPr>
              <p14:xfrm>
                <a:off x="6042240" y="17819040"/>
                <a:ext cx="678600" cy="559800"/>
              </p14:xfrm>
            </p:contentPart>
          </mc:Choice>
          <mc:Fallback xmlns="">
            <p:pic>
              <p:nvPicPr>
                <p:cNvPr id="764" name="잉크 763">
                  <a:extLst>
                    <a:ext uri="{FF2B5EF4-FFF2-40B4-BE49-F238E27FC236}">
                      <a16:creationId xmlns:a16="http://schemas.microsoft.com/office/drawing/2014/main" id="{A45DEBBE-66A5-DCA9-5A4E-562E7A97511E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6033240" y="17810040"/>
                  <a:ext cx="6962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0">
              <p14:nvContentPartPr>
                <p14:cNvPr id="765" name="잉크 764">
                  <a:extLst>
                    <a:ext uri="{FF2B5EF4-FFF2-40B4-BE49-F238E27FC236}">
                      <a16:creationId xmlns:a16="http://schemas.microsoft.com/office/drawing/2014/main" id="{4771F9BD-ED7F-E497-A6E7-74A0DB304A5D}"/>
                    </a:ext>
                  </a:extLst>
                </p14:cNvPr>
                <p14:cNvContentPartPr/>
                <p14:nvPr/>
              </p14:nvContentPartPr>
              <p14:xfrm>
                <a:off x="7695720" y="18017400"/>
                <a:ext cx="1109520" cy="148320"/>
              </p14:xfrm>
            </p:contentPart>
          </mc:Choice>
          <mc:Fallback xmlns="">
            <p:pic>
              <p:nvPicPr>
                <p:cNvPr id="765" name="잉크 764">
                  <a:extLst>
                    <a:ext uri="{FF2B5EF4-FFF2-40B4-BE49-F238E27FC236}">
                      <a16:creationId xmlns:a16="http://schemas.microsoft.com/office/drawing/2014/main" id="{4771F9BD-ED7F-E497-A6E7-74A0DB304A5D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7686720" y="18008760"/>
                  <a:ext cx="1127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2">
              <p14:nvContentPartPr>
                <p14:cNvPr id="766" name="잉크 765">
                  <a:extLst>
                    <a:ext uri="{FF2B5EF4-FFF2-40B4-BE49-F238E27FC236}">
                      <a16:creationId xmlns:a16="http://schemas.microsoft.com/office/drawing/2014/main" id="{E8EF9B81-B37F-4712-CF92-0F4ED1192158}"/>
                    </a:ext>
                  </a:extLst>
                </p14:cNvPr>
                <p14:cNvContentPartPr/>
                <p14:nvPr/>
              </p14:nvContentPartPr>
              <p14:xfrm>
                <a:off x="8480880" y="17749560"/>
                <a:ext cx="370080" cy="576360"/>
              </p14:xfrm>
            </p:contentPart>
          </mc:Choice>
          <mc:Fallback xmlns="">
            <p:pic>
              <p:nvPicPr>
                <p:cNvPr id="766" name="잉크 765">
                  <a:extLst>
                    <a:ext uri="{FF2B5EF4-FFF2-40B4-BE49-F238E27FC236}">
                      <a16:creationId xmlns:a16="http://schemas.microsoft.com/office/drawing/2014/main" id="{E8EF9B81-B37F-4712-CF92-0F4ED1192158}"/>
                    </a:ext>
                  </a:extLst>
                </p:cNvPr>
                <p:cNvPicPr/>
                <p:nvPr/>
              </p:nvPicPr>
              <p:blipFill>
                <a:blip r:embed="rId1293"/>
                <a:stretch>
                  <a:fillRect/>
                </a:stretch>
              </p:blipFill>
              <p:spPr>
                <a:xfrm>
                  <a:off x="8472240" y="17740920"/>
                  <a:ext cx="3877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4">
              <p14:nvContentPartPr>
                <p14:cNvPr id="767" name="잉크 766">
                  <a:extLst>
                    <a:ext uri="{FF2B5EF4-FFF2-40B4-BE49-F238E27FC236}">
                      <a16:creationId xmlns:a16="http://schemas.microsoft.com/office/drawing/2014/main" id="{A9803E43-E4D7-5D97-8D7F-09FEABB3CE2E}"/>
                    </a:ext>
                  </a:extLst>
                </p14:cNvPr>
                <p14:cNvContentPartPr/>
                <p14:nvPr/>
              </p14:nvContentPartPr>
              <p14:xfrm>
                <a:off x="10293120" y="17799240"/>
                <a:ext cx="416160" cy="537480"/>
              </p14:xfrm>
            </p:contentPart>
          </mc:Choice>
          <mc:Fallback xmlns="">
            <p:pic>
              <p:nvPicPr>
                <p:cNvPr id="767" name="잉크 766">
                  <a:extLst>
                    <a:ext uri="{FF2B5EF4-FFF2-40B4-BE49-F238E27FC236}">
                      <a16:creationId xmlns:a16="http://schemas.microsoft.com/office/drawing/2014/main" id="{A9803E43-E4D7-5D97-8D7F-09FEABB3CE2E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284120" y="17790240"/>
                  <a:ext cx="4338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6">
              <p14:nvContentPartPr>
                <p14:cNvPr id="768" name="잉크 767">
                  <a:extLst>
                    <a:ext uri="{FF2B5EF4-FFF2-40B4-BE49-F238E27FC236}">
                      <a16:creationId xmlns:a16="http://schemas.microsoft.com/office/drawing/2014/main" id="{78BE4292-7326-8162-17EC-B93260EF953D}"/>
                    </a:ext>
                  </a:extLst>
                </p14:cNvPr>
                <p14:cNvContentPartPr/>
                <p14:nvPr/>
              </p14:nvContentPartPr>
              <p14:xfrm>
                <a:off x="10791000" y="17869440"/>
                <a:ext cx="339120" cy="524160"/>
              </p14:xfrm>
            </p:contentPart>
          </mc:Choice>
          <mc:Fallback xmlns="">
            <p:pic>
              <p:nvPicPr>
                <p:cNvPr id="768" name="잉크 767">
                  <a:extLst>
                    <a:ext uri="{FF2B5EF4-FFF2-40B4-BE49-F238E27FC236}">
                      <a16:creationId xmlns:a16="http://schemas.microsoft.com/office/drawing/2014/main" id="{78BE4292-7326-8162-17EC-B93260EF953D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10782000" y="17860440"/>
                  <a:ext cx="3567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8">
              <p14:nvContentPartPr>
                <p14:cNvPr id="772" name="잉크 771">
                  <a:extLst>
                    <a:ext uri="{FF2B5EF4-FFF2-40B4-BE49-F238E27FC236}">
                      <a16:creationId xmlns:a16="http://schemas.microsoft.com/office/drawing/2014/main" id="{9FBDDB2F-1939-6C76-8412-0754BB27E053}"/>
                    </a:ext>
                  </a:extLst>
                </p14:cNvPr>
                <p14:cNvContentPartPr/>
                <p14:nvPr/>
              </p14:nvContentPartPr>
              <p14:xfrm>
                <a:off x="11334960" y="17911200"/>
                <a:ext cx="564840" cy="527040"/>
              </p14:xfrm>
            </p:contentPart>
          </mc:Choice>
          <mc:Fallback xmlns="">
            <p:pic>
              <p:nvPicPr>
                <p:cNvPr id="772" name="잉크 771">
                  <a:extLst>
                    <a:ext uri="{FF2B5EF4-FFF2-40B4-BE49-F238E27FC236}">
                      <a16:creationId xmlns:a16="http://schemas.microsoft.com/office/drawing/2014/main" id="{9FBDDB2F-1939-6C76-8412-0754BB27E053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1326320" y="17902200"/>
                  <a:ext cx="5824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0">
              <p14:nvContentPartPr>
                <p14:cNvPr id="773" name="잉크 772">
                  <a:extLst>
                    <a:ext uri="{FF2B5EF4-FFF2-40B4-BE49-F238E27FC236}">
                      <a16:creationId xmlns:a16="http://schemas.microsoft.com/office/drawing/2014/main" id="{0EE7B5A2-D636-CA44-CB87-13585A9E81AC}"/>
                    </a:ext>
                  </a:extLst>
                </p14:cNvPr>
                <p14:cNvContentPartPr/>
                <p14:nvPr/>
              </p14:nvContentPartPr>
              <p14:xfrm>
                <a:off x="12053520" y="17902920"/>
                <a:ext cx="370080" cy="480600"/>
              </p14:xfrm>
            </p:contentPart>
          </mc:Choice>
          <mc:Fallback xmlns="">
            <p:pic>
              <p:nvPicPr>
                <p:cNvPr id="773" name="잉크 772">
                  <a:extLst>
                    <a:ext uri="{FF2B5EF4-FFF2-40B4-BE49-F238E27FC236}">
                      <a16:creationId xmlns:a16="http://schemas.microsoft.com/office/drawing/2014/main" id="{0EE7B5A2-D636-CA44-CB87-13585A9E81AC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2044520" y="17893920"/>
                  <a:ext cx="3877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2">
              <p14:nvContentPartPr>
                <p14:cNvPr id="774" name="잉크 773">
                  <a:extLst>
                    <a:ext uri="{FF2B5EF4-FFF2-40B4-BE49-F238E27FC236}">
                      <a16:creationId xmlns:a16="http://schemas.microsoft.com/office/drawing/2014/main" id="{FB160F70-E98E-D3DF-DC21-0853C6CD49A6}"/>
                    </a:ext>
                  </a:extLst>
                </p14:cNvPr>
                <p14:cNvContentPartPr/>
                <p14:nvPr/>
              </p14:nvContentPartPr>
              <p14:xfrm>
                <a:off x="12510360" y="17546160"/>
                <a:ext cx="102960" cy="1104480"/>
              </p14:xfrm>
            </p:contentPart>
          </mc:Choice>
          <mc:Fallback xmlns="">
            <p:pic>
              <p:nvPicPr>
                <p:cNvPr id="774" name="잉크 773">
                  <a:extLst>
                    <a:ext uri="{FF2B5EF4-FFF2-40B4-BE49-F238E27FC236}">
                      <a16:creationId xmlns:a16="http://schemas.microsoft.com/office/drawing/2014/main" id="{FB160F70-E98E-D3DF-DC21-0853C6CD49A6}"/>
                    </a:ext>
                  </a:extLst>
                </p:cNvPr>
                <p:cNvPicPr/>
                <p:nvPr/>
              </p:nvPicPr>
              <p:blipFill>
                <a:blip r:embed="rId1303"/>
                <a:stretch>
                  <a:fillRect/>
                </a:stretch>
              </p:blipFill>
              <p:spPr>
                <a:xfrm>
                  <a:off x="12501720" y="17537520"/>
                  <a:ext cx="120600" cy="11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4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6B133CE3-32A6-58B1-7B44-B7C736C3AB76}"/>
                    </a:ext>
                  </a:extLst>
                </p14:cNvPr>
                <p14:cNvContentPartPr/>
                <p14:nvPr/>
              </p14:nvContentPartPr>
              <p14:xfrm>
                <a:off x="13408920" y="18354720"/>
                <a:ext cx="41400" cy="32760"/>
              </p14:xfrm>
            </p:contentPart>
          </mc:Choice>
          <mc:Fallback xmlns=""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6B133CE3-32A6-58B1-7B44-B7C736C3AB76}"/>
                    </a:ext>
                  </a:extLst>
                </p:cNvPr>
                <p:cNvPicPr/>
                <p:nvPr/>
              </p:nvPicPr>
              <p:blipFill>
                <a:blip r:embed="rId1305"/>
                <a:stretch>
                  <a:fillRect/>
                </a:stretch>
              </p:blipFill>
              <p:spPr>
                <a:xfrm>
                  <a:off x="13399920" y="18346080"/>
                  <a:ext cx="59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6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04E1C982-97C1-CFA1-F360-FA930CEADF2F}"/>
                    </a:ext>
                  </a:extLst>
                </p14:cNvPr>
                <p14:cNvContentPartPr/>
                <p14:nvPr/>
              </p14:nvContentPartPr>
              <p14:xfrm>
                <a:off x="4739040" y="18701040"/>
                <a:ext cx="8783280" cy="370080"/>
              </p14:xfrm>
            </p:contentPart>
          </mc:Choice>
          <mc:Fallback xmlns=""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04E1C982-97C1-CFA1-F360-FA930CEADF2F}"/>
                    </a:ext>
                  </a:extLst>
                </p:cNvPr>
                <p:cNvPicPr/>
                <p:nvPr/>
              </p:nvPicPr>
              <p:blipFill>
                <a:blip r:embed="rId1307"/>
                <a:stretch>
                  <a:fillRect/>
                </a:stretch>
              </p:blipFill>
              <p:spPr>
                <a:xfrm>
                  <a:off x="4730040" y="18692400"/>
                  <a:ext cx="8800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8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C6A8A663-0CA9-F5BA-E8DF-170335EAEDE0}"/>
                    </a:ext>
                  </a:extLst>
                </p14:cNvPr>
                <p14:cNvContentPartPr/>
                <p14:nvPr/>
              </p14:nvContentPartPr>
              <p14:xfrm>
                <a:off x="13542120" y="18428520"/>
                <a:ext cx="257040" cy="462240"/>
              </p14:xfrm>
            </p:contentPart>
          </mc:Choice>
          <mc:Fallback xmlns=""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C6A8A663-0CA9-F5BA-E8DF-170335EAEDE0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3533480" y="18419880"/>
                  <a:ext cx="2746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0">
              <p14:nvContentPartPr>
                <p14:cNvPr id="778" name="잉크 777">
                  <a:extLst>
                    <a:ext uri="{FF2B5EF4-FFF2-40B4-BE49-F238E27FC236}">
                      <a16:creationId xmlns:a16="http://schemas.microsoft.com/office/drawing/2014/main" id="{10696A42-A8B5-FDB4-57B8-3846FE87C978}"/>
                    </a:ext>
                  </a:extLst>
                </p14:cNvPr>
                <p14:cNvContentPartPr/>
                <p14:nvPr/>
              </p14:nvContentPartPr>
              <p14:xfrm>
                <a:off x="13855320" y="18553440"/>
                <a:ext cx="298080" cy="397800"/>
              </p14:xfrm>
            </p:contentPart>
          </mc:Choice>
          <mc:Fallback xmlns="">
            <p:pic>
              <p:nvPicPr>
                <p:cNvPr id="778" name="잉크 777">
                  <a:extLst>
                    <a:ext uri="{FF2B5EF4-FFF2-40B4-BE49-F238E27FC236}">
                      <a16:creationId xmlns:a16="http://schemas.microsoft.com/office/drawing/2014/main" id="{10696A42-A8B5-FDB4-57B8-3846FE87C978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3846680" y="18544440"/>
                  <a:ext cx="315720" cy="415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80" name="TextBox 779">
            <a:extLst>
              <a:ext uri="{FF2B5EF4-FFF2-40B4-BE49-F238E27FC236}">
                <a16:creationId xmlns:a16="http://schemas.microsoft.com/office/drawing/2014/main" id="{064990D9-003B-4728-89A7-D66B71F8C6FA}"/>
              </a:ext>
            </a:extLst>
          </p:cNvPr>
          <p:cNvSpPr txBox="1"/>
          <p:nvPr/>
        </p:nvSpPr>
        <p:spPr>
          <a:xfrm>
            <a:off x="25572490" y="1549211"/>
            <a:ext cx="20665669" cy="2336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/>
              <a:t>SW2 </a:t>
            </a:r>
            <a:r>
              <a:rPr lang="ko-KR" altLang="en-US" sz="5400"/>
              <a:t>인가시</a:t>
            </a:r>
            <a:r>
              <a:rPr lang="en-US" altLang="ko-KR" sz="5400"/>
              <a:t>, </a:t>
            </a:r>
            <a:r>
              <a:rPr lang="ko-KR" altLang="en-US" sz="5400"/>
              <a:t>활성화되는 스테이트 머신</a:t>
            </a:r>
            <a:endParaRPr lang="en-US" altLang="ko-KR" sz="5400"/>
          </a:p>
          <a:p>
            <a:endParaRPr lang="en-US" altLang="ko-KR" sz="5400"/>
          </a:p>
          <a:p>
            <a:r>
              <a:rPr lang="ko-KR" altLang="en-US" sz="5400"/>
              <a:t>기존의 문제점 </a:t>
            </a:r>
            <a:r>
              <a:rPr lang="en-US" altLang="ko-KR" sz="5400"/>
              <a:t>-&gt; </a:t>
            </a:r>
            <a:r>
              <a:rPr lang="ko-KR" altLang="en-US" sz="5400"/>
              <a:t>버튼의 입력이 </a:t>
            </a:r>
            <a:r>
              <a:rPr lang="en-US" altLang="ko-KR" sz="5400"/>
              <a:t>1Mhz </a:t>
            </a:r>
            <a:r>
              <a:rPr lang="ko-KR" altLang="en-US" sz="5400"/>
              <a:t>간격으로  들어온다</a:t>
            </a:r>
            <a:r>
              <a:rPr lang="en-US" altLang="ko-KR" sz="5400"/>
              <a:t>.</a:t>
            </a:r>
          </a:p>
          <a:p>
            <a:endParaRPr lang="en-US" altLang="ko-KR" sz="5400"/>
          </a:p>
          <a:p>
            <a:r>
              <a:rPr lang="en-US" altLang="ko-KR" sz="5400"/>
              <a:t>State </a:t>
            </a:r>
            <a:r>
              <a:rPr lang="ko-KR" altLang="en-US" sz="5400"/>
              <a:t>머신의 동기화 클럭으로 </a:t>
            </a:r>
            <a:r>
              <a:rPr lang="en-US" altLang="ko-KR" sz="5400"/>
              <a:t>Fnd_Countrol</a:t>
            </a:r>
            <a:r>
              <a:rPr lang="ko-KR" altLang="en-US" sz="5400"/>
              <a:t>의 클럭을 쓰게 되면</a:t>
            </a:r>
            <a:endParaRPr lang="en-US" altLang="ko-KR" sz="5400"/>
          </a:p>
          <a:p>
            <a:endParaRPr lang="en-US" altLang="ko-KR" sz="5400"/>
          </a:p>
          <a:p>
            <a:r>
              <a:rPr lang="en-US" altLang="ko-KR" sz="5400"/>
              <a:t>low frequency</a:t>
            </a:r>
            <a:r>
              <a:rPr lang="ko-KR" altLang="en-US" sz="5400"/>
              <a:t>를 </a:t>
            </a:r>
            <a:r>
              <a:rPr lang="en-US" altLang="ko-KR" sz="5400"/>
              <a:t>high frequency domain </a:t>
            </a:r>
            <a:r>
              <a:rPr lang="ko-KR" altLang="en-US" sz="5400"/>
              <a:t>의 입력을 </a:t>
            </a:r>
            <a:r>
              <a:rPr lang="en-US" altLang="ko-KR" sz="5400"/>
              <a:t>sampling </a:t>
            </a:r>
            <a:r>
              <a:rPr lang="ko-KR" altLang="en-US" sz="5400"/>
              <a:t>해야 하므로</a:t>
            </a:r>
            <a:r>
              <a:rPr lang="en-US" altLang="ko-KR" sz="5400"/>
              <a:t>, </a:t>
            </a:r>
            <a:r>
              <a:rPr lang="ko-KR" altLang="en-US" sz="5400"/>
              <a:t>원하는 입력을 넣었을 때</a:t>
            </a:r>
            <a:r>
              <a:rPr lang="en-US" altLang="ko-KR" sz="5400"/>
              <a:t>, state </a:t>
            </a:r>
            <a:r>
              <a:rPr lang="ko-KR" altLang="en-US" sz="5400"/>
              <a:t>머신 자체가 동작 할 수 없음</a:t>
            </a:r>
            <a:r>
              <a:rPr lang="en-US" altLang="ko-KR" sz="5400"/>
              <a:t>.</a:t>
            </a:r>
          </a:p>
          <a:p>
            <a:endParaRPr lang="en-US" altLang="ko-KR" sz="5400"/>
          </a:p>
          <a:p>
            <a:r>
              <a:rPr lang="ko-KR" altLang="en-US" sz="5400"/>
              <a:t>결론 </a:t>
            </a:r>
            <a:r>
              <a:rPr lang="en-US" altLang="ko-KR" sz="5400"/>
              <a:t>: 1Mhz Debouncer</a:t>
            </a:r>
            <a:r>
              <a:rPr lang="ko-KR" altLang="en-US" sz="5400"/>
              <a:t>의 도메인을 </a:t>
            </a:r>
            <a:r>
              <a:rPr lang="en-US" altLang="ko-KR" sz="5400"/>
              <a:t>2kHz</a:t>
            </a:r>
            <a:r>
              <a:rPr lang="ko-KR" altLang="en-US" sz="5400"/>
              <a:t>로 낮춘다</a:t>
            </a:r>
            <a:r>
              <a:rPr lang="en-US" altLang="ko-KR" sz="5400"/>
              <a:t>. </a:t>
            </a:r>
          </a:p>
          <a:p>
            <a:endParaRPr lang="en-US" altLang="ko-KR" sz="5400"/>
          </a:p>
          <a:p>
            <a:r>
              <a:rPr lang="en-US" altLang="ko-KR" sz="5400"/>
              <a:t>100MHz -&gt;  10ns 8cycle </a:t>
            </a:r>
          </a:p>
          <a:p>
            <a:r>
              <a:rPr lang="en-US" altLang="ko-KR" sz="5400"/>
              <a:t>1MHz -&gt; 1000ns 8cylcle</a:t>
            </a:r>
          </a:p>
          <a:p>
            <a:r>
              <a:rPr lang="en-US" altLang="ko-KR" sz="5400"/>
              <a:t>2KHz  -&gt; 50000ns 8cycle -&gt; </a:t>
            </a:r>
            <a:r>
              <a:rPr lang="ko-KR" altLang="en-US" sz="5400"/>
              <a:t>최소 입력 시간 </a:t>
            </a:r>
            <a:r>
              <a:rPr lang="en-US" altLang="ko-KR" sz="5400"/>
              <a:t>= 0.4ms</a:t>
            </a:r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ko-KR" altLang="en-US" sz="5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12">
            <p14:nvContentPartPr>
              <p14:cNvPr id="781" name="잉크 780">
                <a:extLst>
                  <a:ext uri="{FF2B5EF4-FFF2-40B4-BE49-F238E27FC236}">
                    <a16:creationId xmlns:a16="http://schemas.microsoft.com/office/drawing/2014/main" id="{6E0394DE-B4BD-7FF6-532E-1099806CABC8}"/>
                  </a:ext>
                </a:extLst>
              </p14:cNvPr>
              <p14:cNvContentPartPr/>
              <p14:nvPr/>
            </p14:nvContentPartPr>
            <p14:xfrm>
              <a:off x="7033495" y="5509698"/>
              <a:ext cx="360" cy="360"/>
            </p14:xfrm>
          </p:contentPart>
        </mc:Choice>
        <mc:Fallback xmlns="">
          <p:pic>
            <p:nvPicPr>
              <p:cNvPr id="781" name="잉크 780">
                <a:extLst>
                  <a:ext uri="{FF2B5EF4-FFF2-40B4-BE49-F238E27FC236}">
                    <a16:creationId xmlns:a16="http://schemas.microsoft.com/office/drawing/2014/main" id="{6E0394DE-B4BD-7FF6-532E-1099806CABC8}"/>
                  </a:ext>
                </a:extLst>
              </p:cNvPr>
              <p:cNvPicPr/>
              <p:nvPr/>
            </p:nvPicPr>
            <p:blipFill>
              <a:blip r:embed="rId1313"/>
              <a:stretch>
                <a:fillRect/>
              </a:stretch>
            </p:blipFill>
            <p:spPr>
              <a:xfrm>
                <a:off x="7027375" y="550357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4">
            <p14:nvContentPartPr>
              <p14:cNvPr id="782" name="잉크 781">
                <a:extLst>
                  <a:ext uri="{FF2B5EF4-FFF2-40B4-BE49-F238E27FC236}">
                    <a16:creationId xmlns:a16="http://schemas.microsoft.com/office/drawing/2014/main" id="{759ACCDF-3DC4-5231-6875-2784A7FB9940}"/>
                  </a:ext>
                </a:extLst>
              </p14:cNvPr>
              <p14:cNvContentPartPr/>
              <p14:nvPr/>
            </p14:nvContentPartPr>
            <p14:xfrm>
              <a:off x="17490775" y="8440458"/>
              <a:ext cx="360" cy="360"/>
            </p14:xfrm>
          </p:contentPart>
        </mc:Choice>
        <mc:Fallback xmlns="">
          <p:pic>
            <p:nvPicPr>
              <p:cNvPr id="782" name="잉크 781">
                <a:extLst>
                  <a:ext uri="{FF2B5EF4-FFF2-40B4-BE49-F238E27FC236}">
                    <a16:creationId xmlns:a16="http://schemas.microsoft.com/office/drawing/2014/main" id="{759ACCDF-3DC4-5231-6875-2784A7FB9940}"/>
                  </a:ext>
                </a:extLst>
              </p:cNvPr>
              <p:cNvPicPr/>
              <p:nvPr/>
            </p:nvPicPr>
            <p:blipFill>
              <a:blip r:embed="rId1313"/>
              <a:stretch>
                <a:fillRect/>
              </a:stretch>
            </p:blipFill>
            <p:spPr>
              <a:xfrm>
                <a:off x="17484655" y="84343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93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4F19900-9B1A-EAF2-0CE6-C1B23BC4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562" y="1341989"/>
            <a:ext cx="15319657" cy="13546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F565F80-6C55-5AE3-7E21-3627E9042B0B}"/>
                  </a:ext>
                </a:extLst>
              </p14:cNvPr>
              <p14:cNvContentPartPr/>
              <p14:nvPr/>
            </p14:nvContentPartPr>
            <p14:xfrm>
              <a:off x="11579280" y="2565720"/>
              <a:ext cx="208080" cy="223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F565F80-6C55-5AE3-7E21-3627E9042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70280" y="2557080"/>
                <a:ext cx="2257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AD8D4EC9-DC03-5035-349B-F715F73AC039}"/>
              </a:ext>
            </a:extLst>
          </p:cNvPr>
          <p:cNvGrpSpPr/>
          <p:nvPr/>
        </p:nvGrpSpPr>
        <p:grpSpPr>
          <a:xfrm>
            <a:off x="10660200" y="2145240"/>
            <a:ext cx="689400" cy="501120"/>
            <a:chOff x="10660200" y="2145240"/>
            <a:chExt cx="68940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DEEA83A-9612-C4C6-D30D-91622DD377C5}"/>
                    </a:ext>
                  </a:extLst>
                </p14:cNvPr>
                <p14:cNvContentPartPr/>
                <p14:nvPr/>
              </p14:nvContentPartPr>
              <p14:xfrm>
                <a:off x="10660200" y="2279160"/>
                <a:ext cx="169920" cy="3672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DEEA83A-9612-C4C6-D30D-91622DD377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51560" y="2270520"/>
                  <a:ext cx="187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1959800-389F-7C8A-FEBF-574961776C25}"/>
                    </a:ext>
                  </a:extLst>
                </p14:cNvPr>
                <p14:cNvContentPartPr/>
                <p14:nvPr/>
              </p14:nvContentPartPr>
              <p14:xfrm>
                <a:off x="10829760" y="2419560"/>
                <a:ext cx="127440" cy="1285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1959800-389F-7C8A-FEBF-574961776C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20760" y="2410560"/>
                  <a:ext cx="145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12F78D8-D2BA-C064-ACCD-055AF9363A51}"/>
                    </a:ext>
                  </a:extLst>
                </p14:cNvPr>
                <p14:cNvContentPartPr/>
                <p14:nvPr/>
              </p14:nvContentPartPr>
              <p14:xfrm>
                <a:off x="10916880" y="2397240"/>
                <a:ext cx="144000" cy="182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12F78D8-D2BA-C064-ACCD-055AF9363A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08240" y="2388240"/>
                  <a:ext cx="161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70DDEAA-9326-9C98-F5D1-10AB4BCAFF5C}"/>
                    </a:ext>
                  </a:extLst>
                </p14:cNvPr>
                <p14:cNvContentPartPr/>
                <p14:nvPr/>
              </p14:nvContentPartPr>
              <p14:xfrm>
                <a:off x="11050440" y="2397240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70DDEAA-9326-9C98-F5D1-10AB4BCAFF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1440" y="2388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75215B2-27E1-C37B-71D4-0FDA5EE0F3CD}"/>
                    </a:ext>
                  </a:extLst>
                </p14:cNvPr>
                <p14:cNvContentPartPr/>
                <p14:nvPr/>
              </p14:nvContentPartPr>
              <p14:xfrm>
                <a:off x="10986360" y="2390040"/>
                <a:ext cx="74880" cy="788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75215B2-27E1-C37B-71D4-0FDA5EE0F3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77360" y="2381400"/>
                  <a:ext cx="92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70EA967-7A3C-4E79-8616-4C14258BD9FF}"/>
                    </a:ext>
                  </a:extLst>
                </p14:cNvPr>
                <p14:cNvContentPartPr/>
                <p14:nvPr/>
              </p14:nvContentPartPr>
              <p14:xfrm>
                <a:off x="11094000" y="2475360"/>
                <a:ext cx="126360" cy="846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70EA967-7A3C-4E79-8616-4C14258BD9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085000" y="2466360"/>
                  <a:ext cx="14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CCF43BF-F7DC-5925-A8F9-DECF28DF6B4D}"/>
                    </a:ext>
                  </a:extLst>
                </p14:cNvPr>
                <p14:cNvContentPartPr/>
                <p14:nvPr/>
              </p14:nvContentPartPr>
              <p14:xfrm>
                <a:off x="11199120" y="2341800"/>
                <a:ext cx="100440" cy="511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CCF43BF-F7DC-5925-A8F9-DECF28DF6B4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90480" y="2332800"/>
                  <a:ext cx="11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F83B8C9-C439-2182-484E-EB461A553DDA}"/>
                    </a:ext>
                  </a:extLst>
                </p14:cNvPr>
                <p14:cNvContentPartPr/>
                <p14:nvPr/>
              </p14:nvContentPartPr>
              <p14:xfrm>
                <a:off x="11199120" y="2145240"/>
                <a:ext cx="150480" cy="3744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F83B8C9-C439-2182-484E-EB461A553D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90480" y="2136600"/>
                  <a:ext cx="16812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E52E801B-86ED-3F61-FAA8-C10F64A790E7}"/>
                  </a:ext>
                </a:extLst>
              </p14:cNvPr>
              <p14:cNvContentPartPr/>
              <p14:nvPr/>
            </p14:nvContentPartPr>
            <p14:xfrm>
              <a:off x="11589360" y="3286440"/>
              <a:ext cx="240480" cy="2592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E52E801B-86ED-3F61-FAA8-C10F64A790E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580720" y="3277440"/>
                <a:ext cx="25812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D46D21-3975-5718-4EB7-2E6F84CA87A2}"/>
              </a:ext>
            </a:extLst>
          </p:cNvPr>
          <p:cNvGrpSpPr/>
          <p:nvPr/>
        </p:nvGrpSpPr>
        <p:grpSpPr>
          <a:xfrm>
            <a:off x="10714200" y="3011400"/>
            <a:ext cx="567360" cy="450720"/>
            <a:chOff x="10714200" y="3011400"/>
            <a:chExt cx="56736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7AFEBFC-585B-1AA6-4685-DAFAE97FF412}"/>
                    </a:ext>
                  </a:extLst>
                </p14:cNvPr>
                <p14:cNvContentPartPr/>
                <p14:nvPr/>
              </p14:nvContentPartPr>
              <p14:xfrm>
                <a:off x="10714200" y="3263400"/>
                <a:ext cx="164880" cy="1904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7AFEBFC-585B-1AA6-4685-DAFAE97FF4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05200" y="3254400"/>
                  <a:ext cx="182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93470CC-84D6-3A1D-5A84-A16AAE3A86A3}"/>
                    </a:ext>
                  </a:extLst>
                </p14:cNvPr>
                <p14:cNvContentPartPr/>
                <p14:nvPr/>
              </p14:nvContentPartPr>
              <p14:xfrm>
                <a:off x="10945320" y="3011400"/>
                <a:ext cx="2880" cy="44388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93470CC-84D6-3A1D-5A84-A16AAE3A86A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936320" y="3002760"/>
                  <a:ext cx="205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E0A67DD-EC26-F72B-364A-D7D60C902E7F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177480" cy="3358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E0A67DD-EC26-F72B-364A-D7D60C902E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46840" y="3079080"/>
                  <a:ext cx="1951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9183EB1-0058-EE3A-8DC4-3C3197500DE1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360" cy="3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9183EB1-0058-EE3A-8DC4-3C3197500DE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6840" y="30790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65CAD4C-4F1A-905A-A4A8-503D60BD32CC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226080" cy="37440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65CAD4C-4F1A-905A-A4A8-503D60BD32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46840" y="3079080"/>
                  <a:ext cx="24372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B4B82AC4-212F-9B1A-85FB-EB8B5960ABBB}"/>
                  </a:ext>
                </a:extLst>
              </p14:cNvPr>
              <p14:cNvContentPartPr/>
              <p14:nvPr/>
            </p14:nvContentPartPr>
            <p14:xfrm>
              <a:off x="11550840" y="3203280"/>
              <a:ext cx="295560" cy="20124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B4B82AC4-212F-9B1A-85FB-EB8B5960ABB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42200" y="3194280"/>
                <a:ext cx="313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79BFEFDA-A193-356F-6476-F002BA4315A3}"/>
                  </a:ext>
                </a:extLst>
              </p14:cNvPr>
              <p14:cNvContentPartPr/>
              <p14:nvPr/>
            </p14:nvContentPartPr>
            <p14:xfrm>
              <a:off x="13537320" y="2926080"/>
              <a:ext cx="570240" cy="7884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79BFEFDA-A193-356F-6476-F002BA4315A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528680" y="2917080"/>
                <a:ext cx="58788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그룹 42">
            <a:extLst>
              <a:ext uri="{FF2B5EF4-FFF2-40B4-BE49-F238E27FC236}">
                <a16:creationId xmlns:a16="http://schemas.microsoft.com/office/drawing/2014/main" id="{291C666D-768D-6980-6722-BD1EA243E67E}"/>
              </a:ext>
            </a:extLst>
          </p:cNvPr>
          <p:cNvGrpSpPr/>
          <p:nvPr/>
        </p:nvGrpSpPr>
        <p:grpSpPr>
          <a:xfrm>
            <a:off x="16263240" y="2861280"/>
            <a:ext cx="4725360" cy="272880"/>
            <a:chOff x="16263240" y="2861280"/>
            <a:chExt cx="47253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CAE50F83-F492-831D-B64F-2F36D2383C34}"/>
                    </a:ext>
                  </a:extLst>
                </p14:cNvPr>
                <p14:cNvContentPartPr/>
                <p14:nvPr/>
              </p14:nvContentPartPr>
              <p14:xfrm>
                <a:off x="16263240" y="2889000"/>
                <a:ext cx="4725360" cy="694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CAE50F83-F492-831D-B64F-2F36D2383C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254240" y="2880360"/>
                  <a:ext cx="4743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E1B7B01-2152-70C9-500E-6588FA7EB9F0}"/>
                    </a:ext>
                  </a:extLst>
                </p14:cNvPr>
                <p14:cNvContentPartPr/>
                <p14:nvPr/>
              </p14:nvContentPartPr>
              <p14:xfrm>
                <a:off x="20762160" y="2861280"/>
                <a:ext cx="208440" cy="2728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E1B7B01-2152-70C9-500E-6588FA7EB9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53520" y="2852640"/>
                  <a:ext cx="22608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10DBFBFF-E2AC-440A-FEEA-8983857D6573}"/>
                  </a:ext>
                </a:extLst>
              </p14:cNvPr>
              <p14:cNvContentPartPr/>
              <p14:nvPr/>
            </p14:nvContentPartPr>
            <p14:xfrm>
              <a:off x="14003160" y="2884320"/>
              <a:ext cx="156600" cy="25452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10DBFBFF-E2AC-440A-FEEA-8983857D657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994160" y="2875680"/>
                <a:ext cx="17424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F13A9BB7-5A9F-C82D-BB88-7710DD56BF5C}"/>
              </a:ext>
            </a:extLst>
          </p:cNvPr>
          <p:cNvGrpSpPr/>
          <p:nvPr/>
        </p:nvGrpSpPr>
        <p:grpSpPr>
          <a:xfrm>
            <a:off x="16375920" y="2993040"/>
            <a:ext cx="637200" cy="1337400"/>
            <a:chOff x="16375920" y="2993040"/>
            <a:chExt cx="637200" cy="13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8A0D5D0A-3C39-9C8A-D1D7-CE15A44E4100}"/>
                    </a:ext>
                  </a:extLst>
                </p14:cNvPr>
                <p14:cNvContentPartPr/>
                <p14:nvPr/>
              </p14:nvContentPartPr>
              <p14:xfrm>
                <a:off x="16500480" y="2993040"/>
                <a:ext cx="50400" cy="133740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8A0D5D0A-3C39-9C8A-D1D7-CE15A44E410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491840" y="2984400"/>
                  <a:ext cx="68040" cy="13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F708078-F0BB-868E-506F-98F74A82D180}"/>
                    </a:ext>
                  </a:extLst>
                </p14:cNvPr>
                <p14:cNvContentPartPr/>
                <p14:nvPr/>
              </p14:nvContentPartPr>
              <p14:xfrm>
                <a:off x="16375920" y="3524400"/>
                <a:ext cx="334080" cy="2430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F708078-F0BB-868E-506F-98F74A82D1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367280" y="3515400"/>
                  <a:ext cx="351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9CC02B04-AF7B-010C-F537-91E5D2C55FB4}"/>
                    </a:ext>
                  </a:extLst>
                </p14:cNvPr>
                <p14:cNvContentPartPr/>
                <p14:nvPr/>
              </p14:nvContentPartPr>
              <p14:xfrm>
                <a:off x="16804680" y="3515040"/>
                <a:ext cx="208440" cy="29160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9CC02B04-AF7B-010C-F537-91E5D2C55F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795680" y="3506400"/>
                  <a:ext cx="22608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D0AE8F25-BADD-469D-EF9E-5A3956143EBE}"/>
                  </a:ext>
                </a:extLst>
              </p14:cNvPr>
              <p14:cNvContentPartPr/>
              <p14:nvPr/>
            </p14:nvContentPartPr>
            <p14:xfrm>
              <a:off x="13866000" y="4619160"/>
              <a:ext cx="159840" cy="335160"/>
            </p14:xfrm>
          </p:contentPart>
        </mc:Choice>
        <mc:Fallback xmlns=""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D0AE8F25-BADD-469D-EF9E-5A3956143EB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857000" y="4610520"/>
                <a:ext cx="1774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A250BE84-8EFD-73F3-C41A-BB4C446A9197}"/>
                  </a:ext>
                </a:extLst>
              </p14:cNvPr>
              <p14:cNvContentPartPr/>
              <p14:nvPr/>
            </p14:nvContentPartPr>
            <p14:xfrm>
              <a:off x="13655400" y="2972160"/>
              <a:ext cx="226080" cy="178596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A250BE84-8EFD-73F3-C41A-BB4C446A91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646760" y="2963520"/>
                <a:ext cx="243720" cy="18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A895E1C9-C909-3CC8-0B2B-66BEEB80F3F9}"/>
                  </a:ext>
                </a:extLst>
              </p14:cNvPr>
              <p14:cNvContentPartPr/>
              <p14:nvPr/>
            </p14:nvContentPartPr>
            <p14:xfrm>
              <a:off x="14242200" y="4162680"/>
              <a:ext cx="135000" cy="160920"/>
            </p14:xfrm>
          </p:contentPart>
        </mc:Choice>
        <mc:Fallback xmlns=""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A895E1C9-C909-3CC8-0B2B-66BEEB80F3F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233560" y="4154040"/>
                <a:ext cx="1526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D332FCA3-B54A-8B16-4286-0FF4C256A3CF}"/>
                  </a:ext>
                </a:extLst>
              </p14:cNvPr>
              <p14:cNvContentPartPr/>
              <p14:nvPr/>
            </p14:nvContentPartPr>
            <p14:xfrm>
              <a:off x="14296920" y="4253040"/>
              <a:ext cx="216000" cy="84600"/>
            </p14:xfrm>
          </p:contentPart>
        </mc:Choice>
        <mc:Fallback xmlns=""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D332FCA3-B54A-8B16-4286-0FF4C256A3C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288280" y="4244400"/>
                <a:ext cx="2336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69C52037-7425-ED69-8D8C-40326F47585D}"/>
                  </a:ext>
                </a:extLst>
              </p14:cNvPr>
              <p14:cNvContentPartPr/>
              <p14:nvPr/>
            </p14:nvContentPartPr>
            <p14:xfrm>
              <a:off x="14203680" y="4551480"/>
              <a:ext cx="117000" cy="190800"/>
            </p14:xfrm>
          </p:contentPart>
        </mc:Choice>
        <mc:Fallback xmlns=""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69C52037-7425-ED69-8D8C-40326F47585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194680" y="4542480"/>
                <a:ext cx="134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A03631D0-7034-6D03-6BF9-3FAC9BF10862}"/>
                  </a:ext>
                </a:extLst>
              </p14:cNvPr>
              <p14:cNvContentPartPr/>
              <p14:nvPr/>
            </p14:nvContentPartPr>
            <p14:xfrm>
              <a:off x="16943280" y="6279120"/>
              <a:ext cx="1481400" cy="11793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A03631D0-7034-6D03-6BF9-3FAC9BF108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934280" y="6270120"/>
                <a:ext cx="1499040" cy="1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6" name="잉크 165">
                <a:extLst>
                  <a:ext uri="{FF2B5EF4-FFF2-40B4-BE49-F238E27FC236}">
                    <a16:creationId xmlns:a16="http://schemas.microsoft.com/office/drawing/2014/main" id="{86437858-4859-606D-9EAB-2DD1DA6C31B0}"/>
                  </a:ext>
                </a:extLst>
              </p14:cNvPr>
              <p14:cNvContentPartPr/>
              <p14:nvPr/>
            </p14:nvContentPartPr>
            <p14:xfrm>
              <a:off x="16973880" y="8527320"/>
              <a:ext cx="1778400" cy="1982880"/>
            </p14:xfrm>
          </p:contentPart>
        </mc:Choice>
        <mc:Fallback xmlns="">
          <p:pic>
            <p:nvPicPr>
              <p:cNvPr id="166" name="잉크 165">
                <a:extLst>
                  <a:ext uri="{FF2B5EF4-FFF2-40B4-BE49-F238E27FC236}">
                    <a16:creationId xmlns:a16="http://schemas.microsoft.com/office/drawing/2014/main" id="{86437858-4859-606D-9EAB-2DD1DA6C31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965240" y="8518320"/>
                <a:ext cx="1796040" cy="20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BD721941-6F80-A188-4C95-1D5AF3CF7E59}"/>
                  </a:ext>
                </a:extLst>
              </p14:cNvPr>
              <p14:cNvContentPartPr/>
              <p14:nvPr/>
            </p14:nvContentPartPr>
            <p14:xfrm>
              <a:off x="19136040" y="9138240"/>
              <a:ext cx="35280" cy="531360"/>
            </p14:xfrm>
          </p:contentPart>
        </mc:Choice>
        <mc:Fallback xmlns=""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BD721941-6F80-A188-4C95-1D5AF3CF7E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127040" y="9129240"/>
                <a:ext cx="52920" cy="54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654DF98E-4CBC-FC3A-AAE4-2E04F49A2BA1}"/>
              </a:ext>
            </a:extLst>
          </p:cNvPr>
          <p:cNvGrpSpPr/>
          <p:nvPr/>
        </p:nvGrpSpPr>
        <p:grpSpPr>
          <a:xfrm>
            <a:off x="18811680" y="9964080"/>
            <a:ext cx="519120" cy="447120"/>
            <a:chOff x="18811680" y="9964080"/>
            <a:chExt cx="519120" cy="4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E3B70B2D-B2C6-8C6C-5AE5-0AF2A1C149B2}"/>
                    </a:ext>
                  </a:extLst>
                </p14:cNvPr>
                <p14:cNvContentPartPr/>
                <p14:nvPr/>
              </p14:nvContentPartPr>
              <p14:xfrm>
                <a:off x="18811680" y="9964080"/>
                <a:ext cx="171000" cy="39384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E3B70B2D-B2C6-8C6C-5AE5-0AF2A1C149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803040" y="9955440"/>
                  <a:ext cx="188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34AAB924-5E9B-9754-BB83-CFF2BC332AE3}"/>
                    </a:ext>
                  </a:extLst>
                </p14:cNvPr>
                <p14:cNvContentPartPr/>
                <p14:nvPr/>
              </p14:nvContentPartPr>
              <p14:xfrm>
                <a:off x="18901680" y="10010160"/>
                <a:ext cx="105480" cy="9972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34AAB924-5E9B-9754-BB83-CFF2BC332AE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892680" y="10001520"/>
                  <a:ext cx="123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11C993D6-F6B0-9E12-5205-62D6FA1F1D24}"/>
                    </a:ext>
                  </a:extLst>
                </p14:cNvPr>
                <p14:cNvContentPartPr/>
                <p14:nvPr/>
              </p14:nvContentPartPr>
              <p14:xfrm>
                <a:off x="18901680" y="10017360"/>
                <a:ext cx="360" cy="360"/>
              </p14:xfrm>
            </p:contentPart>
          </mc:Choice>
          <mc:Fallback xmlns=""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11C993D6-F6B0-9E12-5205-62D6FA1F1D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892680" y="10008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A62379D5-24F1-B143-5758-3DA4C4F79667}"/>
                    </a:ext>
                  </a:extLst>
                </p14:cNvPr>
                <p14:cNvContentPartPr/>
                <p14:nvPr/>
              </p14:nvContentPartPr>
              <p14:xfrm>
                <a:off x="18901680" y="10017360"/>
                <a:ext cx="429120" cy="393840"/>
              </p14:xfrm>
            </p:contentPart>
          </mc:Choice>
          <mc:Fallback xmlns=""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A62379D5-24F1-B143-5758-3DA4C4F7966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892680" y="10008360"/>
                  <a:ext cx="44676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FAF5513D-5E02-A464-98E9-83EF9E0A4DE0}"/>
                  </a:ext>
                </a:extLst>
              </p14:cNvPr>
              <p14:cNvContentPartPr/>
              <p14:nvPr/>
            </p14:nvContentPartPr>
            <p14:xfrm>
              <a:off x="19602240" y="9982440"/>
              <a:ext cx="97920" cy="440640"/>
            </p14:xfrm>
          </p:contentPart>
        </mc:Choice>
        <mc:Fallback xmlns=""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FAF5513D-5E02-A464-98E9-83EF9E0A4DE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9593240" y="9973800"/>
                <a:ext cx="1155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6A67ED82-9332-FCFB-4F1F-4F5D998CAA9D}"/>
                  </a:ext>
                </a:extLst>
              </p14:cNvPr>
              <p14:cNvContentPartPr/>
              <p14:nvPr/>
            </p14:nvContentPartPr>
            <p14:xfrm>
              <a:off x="18749760" y="7300800"/>
              <a:ext cx="93600" cy="300600"/>
            </p14:xfrm>
          </p:contentPart>
        </mc:Choice>
        <mc:Fallback xmlns=""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6A67ED82-9332-FCFB-4F1F-4F5D998CAA9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741120" y="7292160"/>
                <a:ext cx="1112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196C805D-EF18-8468-0E5E-EDF885CEBF12}"/>
                  </a:ext>
                </a:extLst>
              </p14:cNvPr>
              <p14:cNvContentPartPr/>
              <p14:nvPr/>
            </p14:nvContentPartPr>
            <p14:xfrm>
              <a:off x="18957840" y="8296560"/>
              <a:ext cx="24840" cy="36324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196C805D-EF18-8468-0E5E-EDF885CEBF1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949200" y="8287560"/>
                <a:ext cx="424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7" name="잉크 176">
                <a:extLst>
                  <a:ext uri="{FF2B5EF4-FFF2-40B4-BE49-F238E27FC236}">
                    <a16:creationId xmlns:a16="http://schemas.microsoft.com/office/drawing/2014/main" id="{9A8C0230-14C7-3F2F-D839-8037C5FEF585}"/>
                  </a:ext>
                </a:extLst>
              </p14:cNvPr>
              <p14:cNvContentPartPr/>
              <p14:nvPr/>
            </p14:nvContentPartPr>
            <p14:xfrm>
              <a:off x="19704840" y="7766280"/>
              <a:ext cx="1101600" cy="89280"/>
            </p14:xfrm>
          </p:contentPart>
        </mc:Choice>
        <mc:Fallback xmlns="">
          <p:pic>
            <p:nvPicPr>
              <p:cNvPr id="177" name="잉크 176">
                <a:extLst>
                  <a:ext uri="{FF2B5EF4-FFF2-40B4-BE49-F238E27FC236}">
                    <a16:creationId xmlns:a16="http://schemas.microsoft.com/office/drawing/2014/main" id="{9A8C0230-14C7-3F2F-D839-8037C5FEF58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9696200" y="7757640"/>
                <a:ext cx="1119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5367D599-F150-1EB8-0229-83A3AD1C577A}"/>
                  </a:ext>
                </a:extLst>
              </p14:cNvPr>
              <p14:cNvContentPartPr/>
              <p14:nvPr/>
            </p14:nvContentPartPr>
            <p14:xfrm>
              <a:off x="20238720" y="7665840"/>
              <a:ext cx="151920" cy="228960"/>
            </p14:xfrm>
          </p:contentPart>
        </mc:Choice>
        <mc:Fallback xmlns=""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5367D599-F150-1EB8-0229-83A3AD1C577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0229720" y="7656840"/>
                <a:ext cx="16956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31559BDE-E4AC-0BFA-0128-361F2F0BF82A}"/>
              </a:ext>
            </a:extLst>
          </p:cNvPr>
          <p:cNvGrpSpPr/>
          <p:nvPr/>
        </p:nvGrpSpPr>
        <p:grpSpPr>
          <a:xfrm>
            <a:off x="20256000" y="6882840"/>
            <a:ext cx="309240" cy="448560"/>
            <a:chOff x="20256000" y="6882840"/>
            <a:chExt cx="30924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F6AD38FD-FA7B-30FF-CEDC-DBF04F6894A3}"/>
                    </a:ext>
                  </a:extLst>
                </p14:cNvPr>
                <p14:cNvContentPartPr/>
                <p14:nvPr/>
              </p14:nvContentPartPr>
              <p14:xfrm>
                <a:off x="20256000" y="6956640"/>
                <a:ext cx="309240" cy="182520"/>
              </p14:xfrm>
            </p:contentPart>
          </mc:Choice>
          <mc:Fallback xmlns=""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F6AD38FD-FA7B-30FF-CEDC-DBF04F6894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0247000" y="6948000"/>
                  <a:ext cx="326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B903E859-262D-AA3C-E964-F2629D8D43A2}"/>
                    </a:ext>
                  </a:extLst>
                </p14:cNvPr>
                <p14:cNvContentPartPr/>
                <p14:nvPr/>
              </p14:nvContentPartPr>
              <p14:xfrm>
                <a:off x="20410800" y="6882840"/>
                <a:ext cx="51840" cy="448560"/>
              </p14:xfrm>
            </p:contentPart>
          </mc:Choice>
          <mc:Fallback xmlns=""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B903E859-262D-AA3C-E964-F2629D8D43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401800" y="6873840"/>
                  <a:ext cx="6948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1AD5CA62-8940-2CB7-E0AB-0BF79F27474A}"/>
              </a:ext>
            </a:extLst>
          </p:cNvPr>
          <p:cNvGrpSpPr/>
          <p:nvPr/>
        </p:nvGrpSpPr>
        <p:grpSpPr>
          <a:xfrm>
            <a:off x="22931160" y="7915320"/>
            <a:ext cx="1720800" cy="2325240"/>
            <a:chOff x="22931160" y="7915320"/>
            <a:chExt cx="1720800" cy="23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9C9E7B2D-ADBC-B90F-D120-60E678C6A01B}"/>
                    </a:ext>
                  </a:extLst>
                </p14:cNvPr>
                <p14:cNvContentPartPr/>
                <p14:nvPr/>
              </p14:nvContentPartPr>
              <p14:xfrm>
                <a:off x="22931160" y="7915320"/>
                <a:ext cx="975600" cy="217620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9C9E7B2D-ADBC-B90F-D120-60E678C6A0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922160" y="7906320"/>
                  <a:ext cx="993240" cy="21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49872F39-9EEC-2B0D-F525-B451F90330A4}"/>
                    </a:ext>
                  </a:extLst>
                </p14:cNvPr>
                <p14:cNvContentPartPr/>
                <p14:nvPr/>
              </p14:nvContentPartPr>
              <p14:xfrm>
                <a:off x="23818200" y="10033200"/>
                <a:ext cx="799560" cy="97200"/>
              </p14:xfrm>
            </p:contentPart>
          </mc:Choice>
          <mc:Fallback xmlns=""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49872F39-9EEC-2B0D-F525-B451F90330A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809560" y="10024560"/>
                  <a:ext cx="817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AE16892D-8090-B1A3-8487-DF55A0760478}"/>
                    </a:ext>
                  </a:extLst>
                </p14:cNvPr>
                <p14:cNvContentPartPr/>
                <p14:nvPr/>
              </p14:nvContentPartPr>
              <p14:xfrm>
                <a:off x="24470880" y="9892440"/>
                <a:ext cx="181080" cy="34812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AE16892D-8090-B1A3-8487-DF55A076047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461880" y="9883800"/>
                  <a:ext cx="19872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8A730D2C-E314-7255-2A75-B5DAB57FF9C3}"/>
              </a:ext>
            </a:extLst>
          </p:cNvPr>
          <p:cNvGrpSpPr/>
          <p:nvPr/>
        </p:nvGrpSpPr>
        <p:grpSpPr>
          <a:xfrm>
            <a:off x="22910640" y="2733840"/>
            <a:ext cx="1476720" cy="6498360"/>
            <a:chOff x="22910640" y="2733840"/>
            <a:chExt cx="1476720" cy="64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79957594-D4F6-85FA-BE03-01A3AB20F806}"/>
                    </a:ext>
                  </a:extLst>
                </p14:cNvPr>
                <p14:cNvContentPartPr/>
                <p14:nvPr/>
              </p14:nvContentPartPr>
              <p14:xfrm>
                <a:off x="22910640" y="2733840"/>
                <a:ext cx="1432440" cy="638748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79957594-D4F6-85FA-BE03-01A3AB20F8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901640" y="2724840"/>
                  <a:ext cx="1450080" cy="64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C9B68FEC-71FB-4455-1A06-64DF3F32A85C}"/>
                    </a:ext>
                  </a:extLst>
                </p14:cNvPr>
                <p14:cNvContentPartPr/>
                <p14:nvPr/>
              </p14:nvContentPartPr>
              <p14:xfrm>
                <a:off x="24252720" y="9014760"/>
                <a:ext cx="134640" cy="217440"/>
              </p14:xfrm>
            </p:contentPart>
          </mc:Choice>
          <mc:Fallback xmlns=""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C9B68FEC-71FB-4455-1A06-64DF3F32A85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244080" y="9005760"/>
                  <a:ext cx="15228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B15AFE23-B214-2AC7-2C71-C7D15288901F}"/>
                  </a:ext>
                </a:extLst>
              </p14:cNvPr>
              <p14:cNvContentPartPr/>
              <p14:nvPr/>
            </p14:nvContentPartPr>
            <p14:xfrm>
              <a:off x="16396440" y="7887600"/>
              <a:ext cx="33840" cy="797400"/>
            </p14:xfrm>
          </p:contentPart>
        </mc:Choice>
        <mc:Fallback xmlns=""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B15AFE23-B214-2AC7-2C71-C7D15288901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6387800" y="7878600"/>
                <a:ext cx="51480" cy="81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3CDD17B7-E985-7385-9243-C23147E45A54}"/>
              </a:ext>
            </a:extLst>
          </p:cNvPr>
          <p:cNvGrpSpPr/>
          <p:nvPr/>
        </p:nvGrpSpPr>
        <p:grpSpPr>
          <a:xfrm>
            <a:off x="10287960" y="4068360"/>
            <a:ext cx="5817240" cy="8404920"/>
            <a:chOff x="10287960" y="4068360"/>
            <a:chExt cx="5817240" cy="84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773F2E2C-F8E4-2EE0-DA59-8539C47A9CB1}"/>
                    </a:ext>
                  </a:extLst>
                </p14:cNvPr>
                <p14:cNvContentPartPr/>
                <p14:nvPr/>
              </p14:nvContentPartPr>
              <p14:xfrm>
                <a:off x="15857160" y="11885760"/>
                <a:ext cx="108720" cy="20124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773F2E2C-F8E4-2EE0-DA59-8539C47A9CB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848160" y="11877120"/>
                  <a:ext cx="126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D54BDF91-E3E3-DAF3-EABC-6386C0A98E92}"/>
                    </a:ext>
                  </a:extLst>
                </p14:cNvPr>
                <p14:cNvContentPartPr/>
                <p14:nvPr/>
              </p14:nvContentPartPr>
              <p14:xfrm>
                <a:off x="15860040" y="11899080"/>
                <a:ext cx="167040" cy="51588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D54BDF91-E3E3-DAF3-EABC-6386C0A98E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851400" y="11890440"/>
                  <a:ext cx="1846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95E169D5-4A59-637C-8B33-5B7D4C9C1B2A}"/>
                    </a:ext>
                  </a:extLst>
                </p14:cNvPr>
                <p14:cNvContentPartPr/>
                <p14:nvPr/>
              </p14:nvContentPartPr>
              <p14:xfrm>
                <a:off x="15793440" y="6102000"/>
                <a:ext cx="135000" cy="20124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95E169D5-4A59-637C-8B33-5B7D4C9C1B2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784440" y="6093360"/>
                  <a:ext cx="152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2A543F9C-DAF8-60D9-2A6B-5B89812401E2}"/>
                    </a:ext>
                  </a:extLst>
                </p14:cNvPr>
                <p14:cNvContentPartPr/>
                <p14:nvPr/>
              </p14:nvContentPartPr>
              <p14:xfrm>
                <a:off x="15788400" y="6748920"/>
                <a:ext cx="167400" cy="15048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2A543F9C-DAF8-60D9-2A6B-5B89812401E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779400" y="6739920"/>
                  <a:ext cx="185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5B33C02E-001E-266D-485D-8EB98736DD41}"/>
                    </a:ext>
                  </a:extLst>
                </p14:cNvPr>
                <p14:cNvContentPartPr/>
                <p14:nvPr/>
              </p14:nvContentPartPr>
              <p14:xfrm>
                <a:off x="15891000" y="6718680"/>
                <a:ext cx="15840" cy="26604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5B33C02E-001E-266D-485D-8EB98736DD4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5882000" y="6710040"/>
                  <a:ext cx="33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B0DEB2DC-4AB5-2391-27E1-B2585F4914AA}"/>
                    </a:ext>
                  </a:extLst>
                </p14:cNvPr>
                <p14:cNvContentPartPr/>
                <p14:nvPr/>
              </p14:nvContentPartPr>
              <p14:xfrm>
                <a:off x="15813960" y="7129800"/>
                <a:ext cx="152280" cy="21096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B0DEB2DC-4AB5-2391-27E1-B2585F4914A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804960" y="7121160"/>
                  <a:ext cx="169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108EE1EB-B0F8-D8AD-1C1C-B4269BA1D018}"/>
                    </a:ext>
                  </a:extLst>
                </p14:cNvPr>
                <p14:cNvContentPartPr/>
                <p14:nvPr/>
              </p14:nvContentPartPr>
              <p14:xfrm>
                <a:off x="15826920" y="7106760"/>
                <a:ext cx="115920" cy="36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108EE1EB-B0F8-D8AD-1C1C-B4269BA1D01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817920" y="7098120"/>
                  <a:ext cx="133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0BDD36A4-510F-1FC9-58F8-61AA5D49D80D}"/>
                    </a:ext>
                  </a:extLst>
                </p14:cNvPr>
                <p14:cNvContentPartPr/>
                <p14:nvPr/>
              </p14:nvContentPartPr>
              <p14:xfrm>
                <a:off x="15824400" y="7395480"/>
                <a:ext cx="98640" cy="28476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0BDD36A4-510F-1FC9-58F8-61AA5D49D8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815400" y="7386840"/>
                  <a:ext cx="116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CDD97E6B-F405-19FC-9227-DA0CCA58646E}"/>
                    </a:ext>
                  </a:extLst>
                </p14:cNvPr>
                <p14:cNvContentPartPr/>
                <p14:nvPr/>
              </p14:nvContentPartPr>
              <p14:xfrm>
                <a:off x="15757440" y="7806600"/>
                <a:ext cx="52200" cy="22140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CDD97E6B-F405-19FC-9227-DA0CCA5864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748800" y="7797960"/>
                  <a:ext cx="69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FD63FDF-7BF6-C6A9-096E-83D91AD0B9D6}"/>
                    </a:ext>
                  </a:extLst>
                </p14:cNvPr>
                <p14:cNvContentPartPr/>
                <p14:nvPr/>
              </p14:nvContentPartPr>
              <p14:xfrm>
                <a:off x="15780840" y="7806600"/>
                <a:ext cx="103320" cy="36072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FD63FDF-7BF6-C6A9-096E-83D91AD0B9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772200" y="7797960"/>
                  <a:ext cx="120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C34E2DF5-1F96-BF51-29EA-668DCF81706F}"/>
                    </a:ext>
                  </a:extLst>
                </p14:cNvPr>
                <p14:cNvContentPartPr/>
                <p14:nvPr/>
              </p14:nvContentPartPr>
              <p14:xfrm>
                <a:off x="15747360" y="4629600"/>
                <a:ext cx="135360" cy="23004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C34E2DF5-1F96-BF51-29EA-668DCF81706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5738360" y="4620960"/>
                  <a:ext cx="153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A4459A7A-76A6-81B2-023D-B5C980AFE2B4}"/>
                    </a:ext>
                  </a:extLst>
                </p14:cNvPr>
                <p14:cNvContentPartPr/>
                <p14:nvPr/>
              </p14:nvContentPartPr>
              <p14:xfrm>
                <a:off x="15834480" y="5074200"/>
                <a:ext cx="6120" cy="25128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A4459A7A-76A6-81B2-023D-B5C980AFE2B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5825840" y="5065200"/>
                  <a:ext cx="23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1F8EB368-5678-084F-B9CE-B6B4E817F84B}"/>
                    </a:ext>
                  </a:extLst>
                </p14:cNvPr>
                <p14:cNvContentPartPr/>
                <p14:nvPr/>
              </p14:nvContentPartPr>
              <p14:xfrm>
                <a:off x="15770400" y="5614560"/>
                <a:ext cx="174960" cy="20232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1F8EB368-5678-084F-B9CE-B6B4E817F84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5761400" y="5605920"/>
                  <a:ext cx="19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923A0CA-E806-15FA-24BA-C3E5BEFF4E5D}"/>
                    </a:ext>
                  </a:extLst>
                </p14:cNvPr>
                <p14:cNvContentPartPr/>
                <p14:nvPr/>
              </p14:nvContentPartPr>
              <p14:xfrm>
                <a:off x="15164520" y="4766760"/>
                <a:ext cx="501480" cy="5688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923A0CA-E806-15FA-24BA-C3E5BEFF4E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155880" y="4758120"/>
                  <a:ext cx="519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9CD16AA7-038D-CB23-6A18-63B68721D888}"/>
                    </a:ext>
                  </a:extLst>
                </p14:cNvPr>
                <p14:cNvContentPartPr/>
                <p14:nvPr/>
              </p14:nvContentPartPr>
              <p14:xfrm>
                <a:off x="15493200" y="4720680"/>
                <a:ext cx="138960" cy="25668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9CD16AA7-038D-CB23-6A18-63B68721D88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484200" y="4712040"/>
                  <a:ext cx="156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AD21788F-41E5-37C6-0E2A-9C07A699DF34}"/>
                    </a:ext>
                  </a:extLst>
                </p14:cNvPr>
                <p14:cNvContentPartPr/>
                <p14:nvPr/>
              </p14:nvContentPartPr>
              <p14:xfrm>
                <a:off x="15159480" y="5095080"/>
                <a:ext cx="483840" cy="9324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AD21788F-41E5-37C6-0E2A-9C07A699DF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150840" y="5086080"/>
                  <a:ext cx="501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F623F137-316C-D7CF-4CBB-3F2735A00737}"/>
                    </a:ext>
                  </a:extLst>
                </p14:cNvPr>
                <p14:cNvContentPartPr/>
                <p14:nvPr/>
              </p14:nvContentPartPr>
              <p14:xfrm>
                <a:off x="15493200" y="5037120"/>
                <a:ext cx="127080" cy="26136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F623F137-316C-D7CF-4CBB-3F2735A0073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484200" y="5028480"/>
                  <a:ext cx="144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ABFDFBB0-BE0C-72A0-4341-C66F58ACA265}"/>
                    </a:ext>
                  </a:extLst>
                </p14:cNvPr>
                <p14:cNvContentPartPr/>
                <p14:nvPr/>
              </p14:nvContentPartPr>
              <p14:xfrm>
                <a:off x="15249480" y="5536080"/>
                <a:ext cx="398520" cy="5112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ABFDFBB0-BE0C-72A0-4341-C66F58ACA26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240480" y="5527440"/>
                  <a:ext cx="416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98C700EA-27DF-5FDB-9CC6-883EC2230634}"/>
                    </a:ext>
                  </a:extLst>
                </p14:cNvPr>
                <p14:cNvContentPartPr/>
                <p14:nvPr/>
              </p14:nvContentPartPr>
              <p14:xfrm>
                <a:off x="15500760" y="5448240"/>
                <a:ext cx="165240" cy="25704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98C700EA-27DF-5FDB-9CC6-883EC22306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492120" y="5439600"/>
                  <a:ext cx="182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ECD99F0-AABF-FF86-FD9B-A5AE74D98CD3}"/>
                    </a:ext>
                  </a:extLst>
                </p14:cNvPr>
                <p14:cNvContentPartPr/>
                <p14:nvPr/>
              </p14:nvContentPartPr>
              <p14:xfrm>
                <a:off x="13853040" y="4254120"/>
                <a:ext cx="146880" cy="1393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ECD99F0-AABF-FF86-FD9B-A5AE74D98C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844400" y="4245480"/>
                  <a:ext cx="164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9134C53-5D5E-885F-59FC-102EFAAD87EF}"/>
                    </a:ext>
                  </a:extLst>
                </p14:cNvPr>
                <p14:cNvContentPartPr/>
                <p14:nvPr/>
              </p14:nvContentPartPr>
              <p14:xfrm>
                <a:off x="13912080" y="4208040"/>
                <a:ext cx="77400" cy="745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9134C53-5D5E-885F-59FC-102EFAAD87E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3903440" y="4199040"/>
                  <a:ext cx="95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4A206F0-772D-610A-9ABE-A0BF99141FC1}"/>
                    </a:ext>
                  </a:extLst>
                </p14:cNvPr>
                <p14:cNvContentPartPr/>
                <p14:nvPr/>
              </p14:nvContentPartPr>
              <p14:xfrm>
                <a:off x="13912080" y="4208040"/>
                <a:ext cx="360" cy="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4A206F0-772D-610A-9ABE-A0BF99141F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03440" y="4199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C5780B7-5B50-FF2F-E820-CDFB050931D4}"/>
                    </a:ext>
                  </a:extLst>
                </p14:cNvPr>
                <p14:cNvContentPartPr/>
                <p14:nvPr/>
              </p14:nvContentPartPr>
              <p14:xfrm>
                <a:off x="13912080" y="4184640"/>
                <a:ext cx="305640" cy="254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C5780B7-5B50-FF2F-E820-CDFB050931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903440" y="4175640"/>
                  <a:ext cx="323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BBF2872A-40AC-CCEE-2499-CAA59E3AE567}"/>
                    </a:ext>
                  </a:extLst>
                </p14:cNvPr>
                <p14:cNvContentPartPr/>
                <p14:nvPr/>
              </p14:nvContentPartPr>
              <p14:xfrm>
                <a:off x="14197920" y="4538880"/>
                <a:ext cx="160920" cy="234720"/>
              </p14:xfrm>
            </p:contentPart>
          </mc:Choice>
          <mc:Fallback xmlns=""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BBF2872A-40AC-CCEE-2499-CAA59E3AE5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189280" y="4529880"/>
                  <a:ext cx="178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FABE200D-4645-6625-BB80-A8795853282F}"/>
                    </a:ext>
                  </a:extLst>
                </p14:cNvPr>
                <p14:cNvContentPartPr/>
                <p14:nvPr/>
              </p14:nvContentPartPr>
              <p14:xfrm>
                <a:off x="14406360" y="4381200"/>
                <a:ext cx="114120" cy="390600"/>
              </p14:xfrm>
            </p:contentPart>
          </mc:Choice>
          <mc:Fallback xmlns=""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FABE200D-4645-6625-BB80-A8795853282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397720" y="4372560"/>
                  <a:ext cx="131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2DCA40B2-FBB8-1818-D901-F4258DD5019C}"/>
                    </a:ext>
                  </a:extLst>
                </p14:cNvPr>
                <p14:cNvContentPartPr/>
                <p14:nvPr/>
              </p14:nvContentPartPr>
              <p14:xfrm>
                <a:off x="14570160" y="4550040"/>
                <a:ext cx="140760" cy="23004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2DCA40B2-FBB8-1818-D901-F4258DD501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561160" y="4541040"/>
                  <a:ext cx="158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7CCCD2AF-F2D8-E86F-91DF-26727B2E2DBC}"/>
                    </a:ext>
                  </a:extLst>
                </p14:cNvPr>
                <p14:cNvContentPartPr/>
                <p14:nvPr/>
              </p14:nvContentPartPr>
              <p14:xfrm>
                <a:off x="14711640" y="4618080"/>
                <a:ext cx="83880" cy="19584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7CCCD2AF-F2D8-E86F-91DF-26727B2E2D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702640" y="4609440"/>
                  <a:ext cx="101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56CD8D52-FCD1-8629-ADCD-D2287A48E085}"/>
                    </a:ext>
                  </a:extLst>
                </p14:cNvPr>
                <p14:cNvContentPartPr/>
                <p14:nvPr/>
              </p14:nvContentPartPr>
              <p14:xfrm>
                <a:off x="14848800" y="4570200"/>
                <a:ext cx="118440" cy="359280"/>
              </p14:xfrm>
            </p:contentPart>
          </mc:Choice>
          <mc:Fallback xmlns=""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56CD8D52-FCD1-8629-ADCD-D2287A48E08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840160" y="4561200"/>
                  <a:ext cx="1360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1B10B370-ED3C-09F1-AB50-59CE0F32CF85}"/>
                    </a:ext>
                  </a:extLst>
                </p14:cNvPr>
                <p14:cNvContentPartPr/>
                <p14:nvPr/>
              </p14:nvContentPartPr>
              <p14:xfrm>
                <a:off x="15061920" y="4579560"/>
                <a:ext cx="156960" cy="206280"/>
              </p14:xfrm>
            </p:contentPart>
          </mc:Choice>
          <mc:Fallback xmlns=""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1B10B370-ED3C-09F1-AB50-59CE0F32CF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053280" y="4570920"/>
                  <a:ext cx="174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59B258E1-94AB-8D4C-029B-1F0531241836}"/>
                    </a:ext>
                  </a:extLst>
                </p14:cNvPr>
                <p14:cNvContentPartPr/>
                <p14:nvPr/>
              </p14:nvContentPartPr>
              <p14:xfrm>
                <a:off x="15967680" y="8929800"/>
                <a:ext cx="137520" cy="18036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59B258E1-94AB-8D4C-029B-1F053124183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958680" y="8921160"/>
                  <a:ext cx="155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13880148-D6CE-62CC-89E6-DEAE99A5A6C4}"/>
                    </a:ext>
                  </a:extLst>
                </p14:cNvPr>
                <p14:cNvContentPartPr/>
                <p14:nvPr/>
              </p14:nvContentPartPr>
              <p14:xfrm>
                <a:off x="16050120" y="9273600"/>
                <a:ext cx="26280" cy="178200"/>
              </p14:xfrm>
            </p:contentPart>
          </mc:Choice>
          <mc:Fallback xmlns=""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13880148-D6CE-62CC-89E6-DEAE99A5A6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041120" y="9264600"/>
                  <a:ext cx="43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BE00CBDA-D761-182E-644E-7BC5D127D33A}"/>
                    </a:ext>
                  </a:extLst>
                </p14:cNvPr>
                <p14:cNvContentPartPr/>
                <p14:nvPr/>
              </p14:nvContentPartPr>
              <p14:xfrm>
                <a:off x="15933840" y="9633960"/>
                <a:ext cx="155160" cy="18972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BE00CBDA-D761-182E-644E-7BC5D127D33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924840" y="9624960"/>
                  <a:ext cx="172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ACCAB0D8-E787-7BFE-9312-469854BF4B0B}"/>
                    </a:ext>
                  </a:extLst>
                </p14:cNvPr>
                <p14:cNvContentPartPr/>
                <p14:nvPr/>
              </p14:nvContentPartPr>
              <p14:xfrm>
                <a:off x="15893520" y="9987120"/>
                <a:ext cx="180360" cy="20376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ACCAB0D8-E787-7BFE-9312-469854BF4B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884520" y="9978480"/>
                  <a:ext cx="19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5598042A-B24C-5184-8A26-BF332F053330}"/>
                    </a:ext>
                  </a:extLst>
                </p14:cNvPr>
                <p14:cNvContentPartPr/>
                <p14:nvPr/>
              </p14:nvContentPartPr>
              <p14:xfrm>
                <a:off x="12926400" y="8899200"/>
                <a:ext cx="870480" cy="327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5598042A-B24C-5184-8A26-BF332F0533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917760" y="8890560"/>
                  <a:ext cx="888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5A648310-26A1-82E2-689F-151EE0D7BE5D}"/>
                    </a:ext>
                  </a:extLst>
                </p14:cNvPr>
                <p14:cNvContentPartPr/>
                <p14:nvPr/>
              </p14:nvContentPartPr>
              <p14:xfrm>
                <a:off x="13616880" y="8749080"/>
                <a:ext cx="162360" cy="26352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5A648310-26A1-82E2-689F-151EE0D7BE5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608240" y="8740440"/>
                  <a:ext cx="180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817CBC11-7EB7-1CE5-BB92-642196363AAA}"/>
                    </a:ext>
                  </a:extLst>
                </p14:cNvPr>
                <p14:cNvContentPartPr/>
                <p14:nvPr/>
              </p14:nvContentPartPr>
              <p14:xfrm>
                <a:off x="12992280" y="9229680"/>
                <a:ext cx="846000" cy="2124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817CBC11-7EB7-1CE5-BB92-642196363A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983280" y="9220680"/>
                  <a:ext cx="863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F5920773-F0A4-20DF-E64C-8F199239A8C0}"/>
                    </a:ext>
                  </a:extLst>
                </p14:cNvPr>
                <p14:cNvContentPartPr/>
                <p14:nvPr/>
              </p14:nvContentPartPr>
              <p14:xfrm>
                <a:off x="13634880" y="9173880"/>
                <a:ext cx="162720" cy="23868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F5920773-F0A4-20DF-E64C-8F199239A8C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626240" y="9164880"/>
                  <a:ext cx="180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FCAABB97-FBDD-2CBC-5586-E5CD6AD30206}"/>
                    </a:ext>
                  </a:extLst>
                </p14:cNvPr>
                <p14:cNvContentPartPr/>
                <p14:nvPr/>
              </p14:nvContentPartPr>
              <p14:xfrm>
                <a:off x="12839280" y="9446760"/>
                <a:ext cx="898560" cy="171900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FCAABB97-FBDD-2CBC-5586-E5CD6AD302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830640" y="9437760"/>
                  <a:ext cx="916200" cy="17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F0CAC829-E0FF-E592-86E4-8C328175141D}"/>
                    </a:ext>
                  </a:extLst>
                </p14:cNvPr>
                <p14:cNvContentPartPr/>
                <p14:nvPr/>
              </p14:nvContentPartPr>
              <p14:xfrm>
                <a:off x="13619400" y="9375120"/>
                <a:ext cx="211320" cy="29124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F0CAC829-E0FF-E592-86E4-8C32817514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610760" y="9366120"/>
                  <a:ext cx="2289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9F47EB00-6BF2-2CDE-98B6-1805E5EA5705}"/>
                    </a:ext>
                  </a:extLst>
                </p14:cNvPr>
                <p14:cNvContentPartPr/>
                <p14:nvPr/>
              </p14:nvContentPartPr>
              <p14:xfrm>
                <a:off x="12911280" y="9837000"/>
                <a:ext cx="873000" cy="165204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9F47EB00-6BF2-2CDE-98B6-1805E5EA570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02280" y="9828360"/>
                  <a:ext cx="89064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D70B6713-A2B6-44F0-2DF1-5945CD1B84E2}"/>
                    </a:ext>
                  </a:extLst>
                </p14:cNvPr>
                <p14:cNvContentPartPr/>
                <p14:nvPr/>
              </p14:nvContentPartPr>
              <p14:xfrm>
                <a:off x="13706880" y="9693720"/>
                <a:ext cx="176400" cy="35604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D70B6713-A2B6-44F0-2DF1-5945CD1B84E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697880" y="9685080"/>
                  <a:ext cx="1940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7F2D9698-6101-00CC-CAAA-D94F5960ABE9}"/>
                    </a:ext>
                  </a:extLst>
                </p14:cNvPr>
                <p14:cNvContentPartPr/>
                <p14:nvPr/>
              </p14:nvContentPartPr>
              <p14:xfrm>
                <a:off x="13950240" y="8725320"/>
                <a:ext cx="123840" cy="175680"/>
              </p14:xfrm>
            </p:contentPart>
          </mc:Choice>
          <mc:Fallback xmlns=""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7F2D9698-6101-00CC-CAAA-D94F5960ABE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941600" y="8716320"/>
                  <a:ext cx="141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776A8D60-57B0-7D3D-417D-D2EBA4F0CADC}"/>
                    </a:ext>
                  </a:extLst>
                </p14:cNvPr>
                <p14:cNvContentPartPr/>
                <p14:nvPr/>
              </p14:nvContentPartPr>
              <p14:xfrm>
                <a:off x="14079120" y="8573400"/>
                <a:ext cx="110880" cy="354600"/>
              </p14:xfrm>
            </p:contentPart>
          </mc:Choice>
          <mc:Fallback xmlns=""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776A8D60-57B0-7D3D-417D-D2EBA4F0CAD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070120" y="8564760"/>
                  <a:ext cx="1285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F77AC271-565B-5C35-AA93-22AB6A923C10}"/>
                    </a:ext>
                  </a:extLst>
                </p14:cNvPr>
                <p14:cNvContentPartPr/>
                <p14:nvPr/>
              </p14:nvContentPartPr>
              <p14:xfrm>
                <a:off x="14237520" y="8728200"/>
                <a:ext cx="75240" cy="15552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F77AC271-565B-5C35-AA93-22AB6A923C1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228880" y="8719560"/>
                  <a:ext cx="92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6E29F054-D09F-8E70-7FAC-5A8406ECD171}"/>
                    </a:ext>
                  </a:extLst>
                </p14:cNvPr>
                <p14:cNvContentPartPr/>
                <p14:nvPr/>
              </p14:nvContentPartPr>
              <p14:xfrm>
                <a:off x="14273880" y="8728200"/>
                <a:ext cx="360" cy="36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6E29F054-D09F-8E70-7FAC-5A8406ECD1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265240" y="8719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2BBB5CA3-6290-014C-A916-6700C23979D9}"/>
                    </a:ext>
                  </a:extLst>
                </p14:cNvPr>
                <p14:cNvContentPartPr/>
                <p14:nvPr/>
              </p14:nvContentPartPr>
              <p14:xfrm>
                <a:off x="14273880" y="8709840"/>
                <a:ext cx="193320" cy="20592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2BBB5CA3-6290-014C-A916-6700C23979D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265240" y="8701200"/>
                  <a:ext cx="210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6238B44A-FA28-CB5D-7B5F-3D16FDD25FCB}"/>
                    </a:ext>
                  </a:extLst>
                </p14:cNvPr>
                <p14:cNvContentPartPr/>
                <p14:nvPr/>
              </p14:nvContentPartPr>
              <p14:xfrm>
                <a:off x="14560440" y="8737560"/>
                <a:ext cx="191160" cy="459000"/>
              </p14:xfrm>
            </p:contentPart>
          </mc:Choice>
          <mc:Fallback xmlns=""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6238B44A-FA28-CB5D-7B5F-3D16FDD25FC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4551800" y="8728920"/>
                  <a:ext cx="2088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8CB0C04E-046E-B4A2-9D28-212CF7357444}"/>
                    </a:ext>
                  </a:extLst>
                </p14:cNvPr>
                <p14:cNvContentPartPr/>
                <p14:nvPr/>
              </p14:nvContentPartPr>
              <p14:xfrm>
                <a:off x="14828280" y="8743320"/>
                <a:ext cx="123480" cy="13320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8CB0C04E-046E-B4A2-9D28-212CF73574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4819640" y="8734680"/>
                  <a:ext cx="141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6F9C9BAD-714D-4FB2-3753-36F30C601492}"/>
                    </a:ext>
                  </a:extLst>
                </p14:cNvPr>
                <p14:cNvContentPartPr/>
                <p14:nvPr/>
              </p14:nvContentPartPr>
              <p14:xfrm>
                <a:off x="14007840" y="9405720"/>
                <a:ext cx="158760" cy="191520"/>
              </p14:xfrm>
            </p:contentPart>
          </mc:Choice>
          <mc:Fallback xmlns=""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6F9C9BAD-714D-4FB2-3753-36F30C60149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999200" y="9397080"/>
                  <a:ext cx="176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8D5BD12A-EE73-D9F6-C0C9-1B435017DD0E}"/>
                    </a:ext>
                  </a:extLst>
                </p14:cNvPr>
                <p14:cNvContentPartPr/>
                <p14:nvPr/>
              </p14:nvContentPartPr>
              <p14:xfrm>
                <a:off x="14153280" y="9409680"/>
                <a:ext cx="360" cy="360"/>
              </p14:xfrm>
            </p:contentPart>
          </mc:Choice>
          <mc:Fallback xmlns=""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8D5BD12A-EE73-D9F6-C0C9-1B435017DD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144640" y="9401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F96916FC-6F4F-5A74-9ACC-76D0A64BEA2A}"/>
                    </a:ext>
                  </a:extLst>
                </p14:cNvPr>
                <p14:cNvContentPartPr/>
                <p14:nvPr/>
              </p14:nvContentPartPr>
              <p14:xfrm>
                <a:off x="14125200" y="9409680"/>
                <a:ext cx="46440" cy="8136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F96916FC-6F4F-5A74-9ACC-76D0A64BEA2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116200" y="9401040"/>
                  <a:ext cx="64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4DD473BD-1FB1-23E8-3970-5A2366548570}"/>
                    </a:ext>
                  </a:extLst>
                </p14:cNvPr>
                <p14:cNvContentPartPr/>
                <p14:nvPr/>
              </p14:nvContentPartPr>
              <p14:xfrm>
                <a:off x="14212320" y="9458280"/>
                <a:ext cx="141480" cy="4428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4DD473BD-1FB1-23E8-3970-5A23665485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203680" y="9449280"/>
                  <a:ext cx="15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7FD2EF19-CC33-2199-EBE7-BB2429811EE0}"/>
                    </a:ext>
                  </a:extLst>
                </p14:cNvPr>
                <p14:cNvContentPartPr/>
                <p14:nvPr/>
              </p14:nvContentPartPr>
              <p14:xfrm>
                <a:off x="14255880" y="9324360"/>
                <a:ext cx="84960" cy="32184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7FD2EF19-CC33-2199-EBE7-BB2429811E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247240" y="9315360"/>
                  <a:ext cx="102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A00D00CB-50BF-5101-BB0A-551E9FE76186}"/>
                    </a:ext>
                  </a:extLst>
                </p14:cNvPr>
                <p14:cNvContentPartPr/>
                <p14:nvPr/>
              </p14:nvContentPartPr>
              <p14:xfrm>
                <a:off x="14340480" y="9517680"/>
                <a:ext cx="128880" cy="16488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A00D00CB-50BF-5101-BB0A-551E9FE7618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331480" y="9509040"/>
                  <a:ext cx="146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D4D741A-819C-82DA-EB06-199524AA21C5}"/>
                    </a:ext>
                  </a:extLst>
                </p14:cNvPr>
                <p14:cNvContentPartPr/>
                <p14:nvPr/>
              </p14:nvContentPartPr>
              <p14:xfrm>
                <a:off x="14520480" y="9481320"/>
                <a:ext cx="167040" cy="720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D4D741A-819C-82DA-EB06-199524AA21C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511480" y="9472680"/>
                  <a:ext cx="184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1931ED87-D8ED-0F33-B8FD-097DD352993B}"/>
                    </a:ext>
                  </a:extLst>
                </p14:cNvPr>
                <p14:cNvContentPartPr/>
                <p14:nvPr/>
              </p14:nvContentPartPr>
              <p14:xfrm>
                <a:off x="14520480" y="9390960"/>
                <a:ext cx="164520" cy="29232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1931ED87-D8ED-0F33-B8FD-097DD352993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511480" y="9382320"/>
                  <a:ext cx="182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508AB760-156A-F5BA-1EFE-A54AD1D29F75}"/>
                    </a:ext>
                  </a:extLst>
                </p14:cNvPr>
                <p14:cNvContentPartPr/>
                <p14:nvPr/>
              </p14:nvContentPartPr>
              <p14:xfrm>
                <a:off x="14719560" y="9506520"/>
                <a:ext cx="229680" cy="15804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508AB760-156A-F5BA-1EFE-A54AD1D29F7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710920" y="9497520"/>
                  <a:ext cx="247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F2D980B5-476E-188A-681E-F4E312F3D48B}"/>
                    </a:ext>
                  </a:extLst>
                </p14:cNvPr>
                <p14:cNvContentPartPr/>
                <p14:nvPr/>
              </p14:nvContentPartPr>
              <p14:xfrm>
                <a:off x="15069480" y="9689040"/>
                <a:ext cx="360" cy="36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F2D980B5-476E-188A-681E-F4E312F3D48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60840" y="9680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D8B1930F-DDA1-7CFC-803E-38979D1E5934}"/>
                    </a:ext>
                  </a:extLst>
                </p14:cNvPr>
                <p14:cNvContentPartPr/>
                <p14:nvPr/>
              </p14:nvContentPartPr>
              <p14:xfrm>
                <a:off x="15873000" y="10753920"/>
                <a:ext cx="162000" cy="12744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D8B1930F-DDA1-7CFC-803E-38979D1E593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864000" y="10745280"/>
                  <a:ext cx="179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B9814E2-EA48-3354-D642-94DD5DD2C59B}"/>
                    </a:ext>
                  </a:extLst>
                </p14:cNvPr>
                <p14:cNvContentPartPr/>
                <p14:nvPr/>
              </p14:nvContentPartPr>
              <p14:xfrm>
                <a:off x="15988560" y="10767960"/>
                <a:ext cx="13320" cy="27972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B9814E2-EA48-3354-D642-94DD5DD2C59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979560" y="10758960"/>
                  <a:ext cx="30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97034B2-DEFC-AB39-EB32-DF4A7CEA2873}"/>
                    </a:ext>
                  </a:extLst>
                </p14:cNvPr>
                <p14:cNvContentPartPr/>
                <p14:nvPr/>
              </p14:nvContentPartPr>
              <p14:xfrm>
                <a:off x="15829440" y="11195280"/>
                <a:ext cx="182520" cy="2451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97034B2-DEFC-AB39-EB32-DF4A7CEA287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5820440" y="11186280"/>
                  <a:ext cx="200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FA0DBF1D-5A58-BA97-7562-369BED4C1EF4}"/>
                    </a:ext>
                  </a:extLst>
                </p14:cNvPr>
                <p14:cNvContentPartPr/>
                <p14:nvPr/>
              </p14:nvContentPartPr>
              <p14:xfrm>
                <a:off x="15855000" y="11223000"/>
                <a:ext cx="141480" cy="3024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FA0DBF1D-5A58-BA97-7562-369BED4C1EF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5846360" y="11214000"/>
                  <a:ext cx="159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C881A8B7-57A5-0403-8E1C-9A827C2E4B58}"/>
                    </a:ext>
                  </a:extLst>
                </p14:cNvPr>
                <p14:cNvContentPartPr/>
                <p14:nvPr/>
              </p14:nvContentPartPr>
              <p14:xfrm>
                <a:off x="15883080" y="11460960"/>
                <a:ext cx="162000" cy="22680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C881A8B7-57A5-0403-8E1C-9A827C2E4B5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874440" y="11451960"/>
                  <a:ext cx="179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85396F19-53CC-D6B6-6387-C126A093DFCC}"/>
                    </a:ext>
                  </a:extLst>
                </p14:cNvPr>
                <p14:cNvContentPartPr/>
                <p14:nvPr/>
              </p14:nvContentPartPr>
              <p14:xfrm>
                <a:off x="15382320" y="4569120"/>
                <a:ext cx="152640" cy="350640"/>
              </p14:xfrm>
            </p:contentPart>
          </mc:Choice>
          <mc:Fallback xmlns=""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85396F19-53CC-D6B6-6387-C126A093DFC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373320" y="4560120"/>
                  <a:ext cx="1702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879E5EF0-B2EE-851C-5FD5-6776C42FD4E0}"/>
                    </a:ext>
                  </a:extLst>
                </p14:cNvPr>
                <p14:cNvContentPartPr/>
                <p14:nvPr/>
              </p14:nvContentPartPr>
              <p14:xfrm>
                <a:off x="15425880" y="4068360"/>
                <a:ext cx="198360" cy="17460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879E5EF0-B2EE-851C-5FD5-6776C42FD4E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417240" y="4059720"/>
                  <a:ext cx="216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9910C35C-E829-92B5-36FE-7875BF553FD5}"/>
                    </a:ext>
                  </a:extLst>
                </p14:cNvPr>
                <p14:cNvContentPartPr/>
                <p14:nvPr/>
              </p14:nvContentPartPr>
              <p14:xfrm>
                <a:off x="15549720" y="4092480"/>
                <a:ext cx="20880" cy="39312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9910C35C-E829-92B5-36FE-7875BF553FD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5540720" y="4083840"/>
                  <a:ext cx="38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4861198D-C944-F5F3-B894-404AE0C5CA1D}"/>
                    </a:ext>
                  </a:extLst>
                </p14:cNvPr>
                <p14:cNvContentPartPr/>
                <p14:nvPr/>
              </p14:nvContentPartPr>
              <p14:xfrm>
                <a:off x="15418680" y="4991040"/>
                <a:ext cx="95400" cy="23364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4861198D-C944-F5F3-B894-404AE0C5CA1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410040" y="4982400"/>
                  <a:ext cx="113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F45EBE2C-2E7B-D233-2219-4157A78FB559}"/>
                    </a:ext>
                  </a:extLst>
                </p14:cNvPr>
                <p14:cNvContentPartPr/>
                <p14:nvPr/>
              </p14:nvContentPartPr>
              <p14:xfrm>
                <a:off x="15411120" y="5480640"/>
                <a:ext cx="64440" cy="23832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F45EBE2C-2E7B-D233-2219-4157A78FB5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402120" y="5472000"/>
                  <a:ext cx="82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5D758874-B764-3D57-957D-8486B1EDD70C}"/>
                    </a:ext>
                  </a:extLst>
                </p14:cNvPr>
                <p14:cNvContentPartPr/>
                <p14:nvPr/>
              </p14:nvContentPartPr>
              <p14:xfrm>
                <a:off x="15213480" y="6145920"/>
                <a:ext cx="447120" cy="1656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5D758874-B764-3D57-957D-8486B1EDD70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204480" y="6137280"/>
                  <a:ext cx="464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CFD39952-2515-994D-2C83-D1BC0C8CF2FB}"/>
                    </a:ext>
                  </a:extLst>
                </p14:cNvPr>
                <p14:cNvContentPartPr/>
                <p14:nvPr/>
              </p14:nvContentPartPr>
              <p14:xfrm>
                <a:off x="15490680" y="6002640"/>
                <a:ext cx="192960" cy="30996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CFD39952-2515-994D-2C83-D1BC0C8CF2F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5481680" y="5994000"/>
                  <a:ext cx="2106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3FDF229D-A6FE-9128-AF9D-FD0B22EF4FE5}"/>
                    </a:ext>
                  </a:extLst>
                </p14:cNvPr>
                <p14:cNvContentPartPr/>
                <p14:nvPr/>
              </p14:nvContentPartPr>
              <p14:xfrm>
                <a:off x="15395640" y="6088320"/>
                <a:ext cx="95400" cy="24048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3FDF229D-A6FE-9128-AF9D-FD0B22EF4FE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386640" y="6079320"/>
                  <a:ext cx="113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2F3AF561-14A5-D48D-02D1-379F89D1263E}"/>
                    </a:ext>
                  </a:extLst>
                </p14:cNvPr>
                <p14:cNvContentPartPr/>
                <p14:nvPr/>
              </p14:nvContentPartPr>
              <p14:xfrm>
                <a:off x="15164880" y="9002880"/>
                <a:ext cx="428760" cy="14760"/>
              </p14:xfrm>
            </p:contentPart>
          </mc:Choice>
          <mc:Fallback xmlns=""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2F3AF561-14A5-D48D-02D1-379F89D1263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156240" y="8993880"/>
                  <a:ext cx="446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EB822F0A-E3B6-27FB-7298-30B4F037B436}"/>
                    </a:ext>
                  </a:extLst>
                </p14:cNvPr>
                <p14:cNvContentPartPr/>
                <p14:nvPr/>
              </p14:nvContentPartPr>
              <p14:xfrm>
                <a:off x="15488160" y="8885520"/>
                <a:ext cx="119520" cy="24588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EB822F0A-E3B6-27FB-7298-30B4F037B43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5479160" y="8876520"/>
                  <a:ext cx="137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559C44A4-7914-2B6A-C858-5B720E4E1E76}"/>
                    </a:ext>
                  </a:extLst>
                </p14:cNvPr>
                <p14:cNvContentPartPr/>
                <p14:nvPr/>
              </p14:nvContentPartPr>
              <p14:xfrm>
                <a:off x="15234720" y="9384480"/>
                <a:ext cx="415440" cy="1008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559C44A4-7914-2B6A-C858-5B720E4E1E7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5225720" y="9375480"/>
                  <a:ext cx="433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1C0E38D9-4048-2485-4DD7-AE6AF8B3821E}"/>
                    </a:ext>
                  </a:extLst>
                </p14:cNvPr>
                <p14:cNvContentPartPr/>
                <p14:nvPr/>
              </p14:nvContentPartPr>
              <p14:xfrm>
                <a:off x="15505800" y="9289440"/>
                <a:ext cx="137520" cy="17604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1C0E38D9-4048-2485-4DD7-AE6AF8B3821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5497160" y="9280800"/>
                  <a:ext cx="155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A0187CD8-E648-87D6-56D0-7506919E5268}"/>
                    </a:ext>
                  </a:extLst>
                </p14:cNvPr>
                <p14:cNvContentPartPr/>
                <p14:nvPr/>
              </p14:nvContentPartPr>
              <p14:xfrm>
                <a:off x="15416160" y="8825400"/>
                <a:ext cx="138960" cy="24408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A0187CD8-E648-87D6-56D0-7506919E526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5407160" y="8816400"/>
                  <a:ext cx="156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CC72AB40-2F6B-AD53-3FCD-C395E4B7D12E}"/>
                    </a:ext>
                  </a:extLst>
                </p14:cNvPr>
                <p14:cNvContentPartPr/>
                <p14:nvPr/>
              </p14:nvContentPartPr>
              <p14:xfrm>
                <a:off x="15439560" y="8238600"/>
                <a:ext cx="190080" cy="22680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CC72AB40-2F6B-AD53-3FCD-C395E4B7D12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5430560" y="8229960"/>
                  <a:ext cx="207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C67BD818-8E02-8977-D981-691A594436D0}"/>
                    </a:ext>
                  </a:extLst>
                </p14:cNvPr>
                <p14:cNvContentPartPr/>
                <p14:nvPr/>
              </p14:nvContentPartPr>
              <p14:xfrm>
                <a:off x="15572760" y="8342640"/>
                <a:ext cx="10800" cy="44136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C67BD818-8E02-8977-D981-691A594436D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5563760" y="8333640"/>
                  <a:ext cx="284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F5608EDA-610D-52BE-4A25-71C37C5F90FC}"/>
                    </a:ext>
                  </a:extLst>
                </p14:cNvPr>
                <p14:cNvContentPartPr/>
                <p14:nvPr/>
              </p14:nvContentPartPr>
              <p14:xfrm>
                <a:off x="15400680" y="9262080"/>
                <a:ext cx="69480" cy="19440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F5608EDA-610D-52BE-4A25-71C37C5F90F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5392040" y="9253080"/>
                  <a:ext cx="87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4A66BC7B-1DA4-EED7-5783-FBD895CD4AEF}"/>
                    </a:ext>
                  </a:extLst>
                </p14:cNvPr>
                <p14:cNvContentPartPr/>
                <p14:nvPr/>
              </p14:nvContentPartPr>
              <p14:xfrm>
                <a:off x="15223560" y="9836640"/>
                <a:ext cx="429120" cy="5616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4A66BC7B-1DA4-EED7-5783-FBD895CD4AE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5214920" y="9828000"/>
                  <a:ext cx="446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6828F3F5-040C-5BCC-1CD2-F28E1CA7327C}"/>
                    </a:ext>
                  </a:extLst>
                </p14:cNvPr>
                <p14:cNvContentPartPr/>
                <p14:nvPr/>
              </p14:nvContentPartPr>
              <p14:xfrm>
                <a:off x="15498240" y="9742320"/>
                <a:ext cx="111960" cy="19224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6828F3F5-040C-5BCC-1CD2-F28E1CA7327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5489600" y="9733680"/>
                  <a:ext cx="129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DE518785-BC89-B8E2-04F2-339E31667DAB}"/>
                    </a:ext>
                  </a:extLst>
                </p14:cNvPr>
                <p14:cNvContentPartPr/>
                <p14:nvPr/>
              </p14:nvContentPartPr>
              <p14:xfrm>
                <a:off x="15377640" y="9642960"/>
                <a:ext cx="105480" cy="26604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DE518785-BC89-B8E2-04F2-339E31667DA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5369000" y="9634320"/>
                  <a:ext cx="123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0B93AF7F-2FF3-F30E-0AA4-C0CE68B6AB8F}"/>
                    </a:ext>
                  </a:extLst>
                </p14:cNvPr>
                <p14:cNvContentPartPr/>
                <p14:nvPr/>
              </p14:nvContentPartPr>
              <p14:xfrm>
                <a:off x="15154440" y="10261440"/>
                <a:ext cx="423720" cy="1260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0B93AF7F-2FF3-F30E-0AA4-C0CE68B6AB8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5145440" y="10252800"/>
                  <a:ext cx="441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B9933DFB-40B9-A94E-511C-AB700D28204D}"/>
                    </a:ext>
                  </a:extLst>
                </p14:cNvPr>
                <p14:cNvContentPartPr/>
                <p14:nvPr/>
              </p14:nvContentPartPr>
              <p14:xfrm>
                <a:off x="15462240" y="10121040"/>
                <a:ext cx="170280" cy="24372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B9933DFB-40B9-A94E-511C-AB700D28204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5453600" y="10112400"/>
                  <a:ext cx="1879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2610A94F-853E-6E06-5A58-57F6584BEE58}"/>
                    </a:ext>
                  </a:extLst>
                </p14:cNvPr>
                <p14:cNvContentPartPr/>
                <p14:nvPr/>
              </p14:nvContentPartPr>
              <p14:xfrm>
                <a:off x="15277560" y="10164960"/>
                <a:ext cx="138960" cy="37692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2610A94F-853E-6E06-5A58-57F6584BEE5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268560" y="10156320"/>
                  <a:ext cx="156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42DF4022-A0AF-3DB7-FDE0-C33DB8EA4389}"/>
                    </a:ext>
                  </a:extLst>
                </p14:cNvPr>
                <p14:cNvContentPartPr/>
                <p14:nvPr/>
              </p14:nvContentPartPr>
              <p14:xfrm>
                <a:off x="10300920" y="9396360"/>
                <a:ext cx="1186200" cy="43920"/>
              </p14:xfrm>
            </p:contentPart>
          </mc:Choice>
          <mc:Fallback xmlns=""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42DF4022-A0AF-3DB7-FDE0-C33DB8EA438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292280" y="9387360"/>
                  <a:ext cx="1203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7E8EAD79-305D-4C57-F43D-3798C4DE804B}"/>
                    </a:ext>
                  </a:extLst>
                </p14:cNvPr>
                <p14:cNvContentPartPr/>
                <p14:nvPr/>
              </p14:nvContentPartPr>
              <p14:xfrm>
                <a:off x="11258160" y="9206640"/>
                <a:ext cx="183240" cy="305280"/>
              </p14:xfrm>
            </p:contentPart>
          </mc:Choice>
          <mc:Fallback xmlns=""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7E8EAD79-305D-4C57-F43D-3798C4DE804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249520" y="9197640"/>
                  <a:ext cx="2008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54CA3414-8D75-CA04-491F-7B8643DE58AD}"/>
                    </a:ext>
                  </a:extLst>
                </p14:cNvPr>
                <p14:cNvContentPartPr/>
                <p14:nvPr/>
              </p14:nvContentPartPr>
              <p14:xfrm>
                <a:off x="10439520" y="11504880"/>
                <a:ext cx="1027080" cy="95040"/>
              </p14:xfrm>
            </p:contentPart>
          </mc:Choice>
          <mc:Fallback xmlns=""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54CA3414-8D75-CA04-491F-7B8643DE58A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430880" y="11495880"/>
                  <a:ext cx="10447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36375222-567E-A109-F548-E0F7E1999B04}"/>
                    </a:ext>
                  </a:extLst>
                </p14:cNvPr>
                <p14:cNvContentPartPr/>
                <p14:nvPr/>
              </p14:nvContentPartPr>
              <p14:xfrm>
                <a:off x="11325120" y="11472480"/>
                <a:ext cx="189000" cy="270720"/>
              </p14:xfrm>
            </p:contentPart>
          </mc:Choice>
          <mc:Fallback xmlns=""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36375222-567E-A109-F548-E0F7E1999B0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316120" y="11463480"/>
                  <a:ext cx="2066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A6B00A06-DBD6-21CA-5FCD-272119AA2F88}"/>
                    </a:ext>
                  </a:extLst>
                </p14:cNvPr>
                <p14:cNvContentPartPr/>
                <p14:nvPr/>
              </p14:nvContentPartPr>
              <p14:xfrm>
                <a:off x="12903000" y="4942440"/>
                <a:ext cx="923400" cy="4428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A6B00A06-DBD6-21CA-5FCD-272119AA2F8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2894000" y="4933800"/>
                  <a:ext cx="94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B2B6858A-0ED2-63C1-5838-F12DE70B2FEC}"/>
                    </a:ext>
                  </a:extLst>
                </p14:cNvPr>
                <p14:cNvContentPartPr/>
                <p14:nvPr/>
              </p14:nvContentPartPr>
              <p14:xfrm>
                <a:off x="12939720" y="5141160"/>
                <a:ext cx="870120" cy="2592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B2B6858A-0ED2-63C1-5838-F12DE70B2FE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930720" y="5132520"/>
                  <a:ext cx="887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1E1DF54C-4B8E-19D0-112B-965D19A4F993}"/>
                    </a:ext>
                  </a:extLst>
                </p14:cNvPr>
                <p14:cNvContentPartPr/>
                <p14:nvPr/>
              </p14:nvContentPartPr>
              <p14:xfrm>
                <a:off x="13686360" y="4887000"/>
                <a:ext cx="141840" cy="17136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1E1DF54C-4B8E-19D0-112B-965D19A4F99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677360" y="4878360"/>
                  <a:ext cx="159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B98CF119-BA4E-05FE-892E-FD5F06DE4951}"/>
                    </a:ext>
                  </a:extLst>
                </p14:cNvPr>
                <p14:cNvContentPartPr/>
                <p14:nvPr/>
              </p14:nvContentPartPr>
              <p14:xfrm>
                <a:off x="13706880" y="5108760"/>
                <a:ext cx="119520" cy="20592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B98CF119-BA4E-05FE-892E-FD5F06DE495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3697880" y="5100120"/>
                  <a:ext cx="137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3249EDFC-BBE8-8272-D33B-0EBF0819E0BE}"/>
                    </a:ext>
                  </a:extLst>
                </p14:cNvPr>
                <p14:cNvContentPartPr/>
                <p14:nvPr/>
              </p14:nvContentPartPr>
              <p14:xfrm>
                <a:off x="12831720" y="5448240"/>
                <a:ext cx="909000" cy="145080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3249EDFC-BBE8-8272-D33B-0EBF0819E0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2822720" y="5439600"/>
                  <a:ext cx="926640" cy="14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DEC4694C-1D00-6849-21D0-B6E69D8DBAF1}"/>
                    </a:ext>
                  </a:extLst>
                </p14:cNvPr>
                <p14:cNvContentPartPr/>
                <p14:nvPr/>
              </p14:nvContentPartPr>
              <p14:xfrm>
                <a:off x="13616880" y="5325840"/>
                <a:ext cx="142560" cy="29376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DEC4694C-1D00-6849-21D0-B6E69D8DBAF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608240" y="5317200"/>
                  <a:ext cx="160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3420B0CA-E279-4BED-5090-917D1B7FE4F0}"/>
                    </a:ext>
                  </a:extLst>
                </p14:cNvPr>
                <p14:cNvContentPartPr/>
                <p14:nvPr/>
              </p14:nvContentPartPr>
              <p14:xfrm>
                <a:off x="12844680" y="5683680"/>
                <a:ext cx="1024200" cy="148356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3420B0CA-E279-4BED-5090-917D1B7FE4F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2836040" y="5675040"/>
                  <a:ext cx="104184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3BA1899D-3FF8-FAC6-8BED-2031E2A13CCC}"/>
                    </a:ext>
                  </a:extLst>
                </p14:cNvPr>
                <p14:cNvContentPartPr/>
                <p14:nvPr/>
              </p14:nvContentPartPr>
              <p14:xfrm>
                <a:off x="13668360" y="5602320"/>
                <a:ext cx="170640" cy="30348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3BA1899D-3FF8-FAC6-8BED-2031E2A13CC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3659360" y="5593680"/>
                  <a:ext cx="188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524FEAD7-B666-9F8A-64AF-A2A78C97F545}"/>
                    </a:ext>
                  </a:extLst>
                </p14:cNvPr>
                <p14:cNvContentPartPr/>
                <p14:nvPr/>
              </p14:nvContentPartPr>
              <p14:xfrm>
                <a:off x="10287960" y="5004000"/>
                <a:ext cx="1132200" cy="33480"/>
              </p14:xfrm>
            </p:contentPart>
          </mc:Choice>
          <mc:Fallback xmlns=""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524FEAD7-B666-9F8A-64AF-A2A78C97F54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79320" y="4995360"/>
                  <a:ext cx="114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4D9540E8-0827-9A4E-C1FF-E0495074F35A}"/>
                    </a:ext>
                  </a:extLst>
                </p14:cNvPr>
                <p14:cNvContentPartPr/>
                <p14:nvPr/>
              </p14:nvContentPartPr>
              <p14:xfrm>
                <a:off x="11291640" y="4831560"/>
                <a:ext cx="186120" cy="314640"/>
              </p14:xfrm>
            </p:contentPart>
          </mc:Choice>
          <mc:Fallback xmlns=""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4D9540E8-0827-9A4E-C1FF-E0495074F35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283000" y="4822920"/>
                  <a:ext cx="203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11C242D0-54F5-7F5D-66F1-4D3DBE4DF79C}"/>
                    </a:ext>
                  </a:extLst>
                </p14:cNvPr>
                <p14:cNvContentPartPr/>
                <p14:nvPr/>
              </p14:nvContentPartPr>
              <p14:xfrm>
                <a:off x="10371840" y="7081560"/>
                <a:ext cx="1079280" cy="9036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11C242D0-54F5-7F5D-66F1-4D3DBE4DF79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363200" y="7072560"/>
                  <a:ext cx="10969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1513691F-7DC1-CA38-CDC2-067D9E89FEAA}"/>
                    </a:ext>
                  </a:extLst>
                </p14:cNvPr>
                <p14:cNvContentPartPr/>
                <p14:nvPr/>
              </p14:nvContentPartPr>
              <p14:xfrm>
                <a:off x="11286600" y="6989040"/>
                <a:ext cx="180000" cy="300600"/>
              </p14:xfrm>
            </p:contentPart>
          </mc:Choice>
          <mc:Fallback xmlns=""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1513691F-7DC1-CA38-CDC2-067D9E89FEA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277600" y="6980040"/>
                  <a:ext cx="197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4752E0A9-C73F-EC2E-1B22-9A84B7B9B18B}"/>
                    </a:ext>
                  </a:extLst>
                </p14:cNvPr>
                <p14:cNvContentPartPr/>
                <p14:nvPr/>
              </p14:nvContentPartPr>
              <p14:xfrm>
                <a:off x="10627080" y="5076000"/>
                <a:ext cx="1180440" cy="308916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4752E0A9-C73F-EC2E-1B22-9A84B7B9B18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618080" y="5067360"/>
                  <a:ext cx="1198080" cy="31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0631E055-C473-42E6-DC39-A89EB96B901F}"/>
                    </a:ext>
                  </a:extLst>
                </p14:cNvPr>
                <p14:cNvContentPartPr/>
                <p14:nvPr/>
              </p14:nvContentPartPr>
              <p14:xfrm>
                <a:off x="11668920" y="7996680"/>
                <a:ext cx="219240" cy="244440"/>
              </p14:xfrm>
            </p:contentPart>
          </mc:Choice>
          <mc:Fallback xmlns=""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0631E055-C473-42E6-DC39-A89EB96B901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660280" y="7988040"/>
                  <a:ext cx="236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75FA80C1-041C-5C98-A1D8-85DB31E7B563}"/>
                    </a:ext>
                  </a:extLst>
                </p14:cNvPr>
                <p14:cNvContentPartPr/>
                <p14:nvPr/>
              </p14:nvContentPartPr>
              <p14:xfrm>
                <a:off x="11948280" y="7778880"/>
                <a:ext cx="807120" cy="781200"/>
              </p14:xfrm>
            </p:contentPart>
          </mc:Choice>
          <mc:Fallback xmlns=""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75FA80C1-041C-5C98-A1D8-85DB31E7B56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939280" y="7770240"/>
                  <a:ext cx="82476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AF3B0BBC-B8EA-15C5-CE5E-14F439244061}"/>
                    </a:ext>
                  </a:extLst>
                </p14:cNvPr>
                <p14:cNvContentPartPr/>
                <p14:nvPr/>
              </p14:nvContentPartPr>
              <p14:xfrm>
                <a:off x="12053400" y="8123040"/>
                <a:ext cx="160200" cy="109440"/>
              </p14:xfrm>
            </p:contentPart>
          </mc:Choice>
          <mc:Fallback xmlns=""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AF3B0BBC-B8EA-15C5-CE5E-14F43924406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2044400" y="8114400"/>
                  <a:ext cx="177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4184BC37-83C1-4ABC-78B8-D97CF73796B0}"/>
                    </a:ext>
                  </a:extLst>
                </p14:cNvPr>
                <p14:cNvContentPartPr/>
                <p14:nvPr/>
              </p14:nvContentPartPr>
              <p14:xfrm>
                <a:off x="12194880" y="7818120"/>
                <a:ext cx="5760" cy="43920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4184BC37-83C1-4ABC-78B8-D97CF73796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185880" y="7809480"/>
                  <a:ext cx="234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3A141445-E4A6-854B-A8AD-C75A6EB91038}"/>
                    </a:ext>
                  </a:extLst>
                </p14:cNvPr>
                <p14:cNvContentPartPr/>
                <p14:nvPr/>
              </p14:nvContentPartPr>
              <p14:xfrm>
                <a:off x="12251040" y="8124840"/>
                <a:ext cx="56160" cy="160200"/>
              </p14:xfrm>
            </p:contentPart>
          </mc:Choice>
          <mc:Fallback xmlns=""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3A141445-E4A6-854B-A8AD-C75A6EB9103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242400" y="8116200"/>
                  <a:ext cx="73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2CE248E9-340B-790D-88CC-AAF88AA8F23B}"/>
                    </a:ext>
                  </a:extLst>
                </p14:cNvPr>
                <p14:cNvContentPartPr/>
                <p14:nvPr/>
              </p14:nvContentPartPr>
              <p14:xfrm>
                <a:off x="12343920" y="8125560"/>
                <a:ext cx="169920" cy="18720"/>
              </p14:xfrm>
            </p:contentPart>
          </mc:Choice>
          <mc:Fallback xmlns=""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2CE248E9-340B-790D-88CC-AAF88AA8F23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335280" y="8116560"/>
                  <a:ext cx="187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42BBB021-E052-058F-14D5-3605889F65CF}"/>
                    </a:ext>
                  </a:extLst>
                </p14:cNvPr>
                <p14:cNvContentPartPr/>
                <p14:nvPr/>
              </p14:nvContentPartPr>
              <p14:xfrm>
                <a:off x="12408000" y="7931520"/>
                <a:ext cx="208080" cy="38844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42BBB021-E052-058F-14D5-3605889F65C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399360" y="7922520"/>
                  <a:ext cx="2257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5228A3B8-160F-7051-03EA-EE48326B117A}"/>
                    </a:ext>
                  </a:extLst>
                </p14:cNvPr>
                <p14:cNvContentPartPr/>
                <p14:nvPr/>
              </p14:nvContentPartPr>
              <p14:xfrm>
                <a:off x="12703200" y="7618680"/>
                <a:ext cx="2895480" cy="61128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5228A3B8-160F-7051-03EA-EE48326B117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694560" y="7609680"/>
                  <a:ext cx="291312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A60EE1CA-8F1F-EECB-C05C-BDC5A7B746C3}"/>
                    </a:ext>
                  </a:extLst>
                </p14:cNvPr>
                <p14:cNvContentPartPr/>
                <p14:nvPr/>
              </p14:nvContentPartPr>
              <p14:xfrm>
                <a:off x="15439200" y="7448760"/>
                <a:ext cx="231480" cy="31680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A60EE1CA-8F1F-EECB-C05C-BDC5A7B746C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430560" y="7440120"/>
                  <a:ext cx="249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22183D10-26B0-913F-E241-6C70B14B5C3A}"/>
                    </a:ext>
                  </a:extLst>
                </p14:cNvPr>
                <p14:cNvContentPartPr/>
                <p14:nvPr/>
              </p14:nvContentPartPr>
              <p14:xfrm>
                <a:off x="13146000" y="8259480"/>
                <a:ext cx="2509200" cy="3700800"/>
              </p14:xfrm>
            </p:contentPart>
          </mc:Choice>
          <mc:Fallback xmlns=""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22183D10-26B0-913F-E241-6C70B14B5C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137360" y="8250480"/>
                  <a:ext cx="2526840" cy="37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C32D6EC1-A2EA-902E-6D99-1499E4528DE6}"/>
                    </a:ext>
                  </a:extLst>
                </p14:cNvPr>
                <p14:cNvContentPartPr/>
                <p14:nvPr/>
              </p14:nvContentPartPr>
              <p14:xfrm>
                <a:off x="15505800" y="11797920"/>
                <a:ext cx="180360" cy="27972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C32D6EC1-A2EA-902E-6D99-1499E4528D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497160" y="11789280"/>
                  <a:ext cx="198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6B58DEEE-D4EA-02CE-2BC3-19CAD33DC8E6}"/>
                    </a:ext>
                  </a:extLst>
                </p14:cNvPr>
                <p14:cNvContentPartPr/>
                <p14:nvPr/>
              </p14:nvContentPartPr>
              <p14:xfrm>
                <a:off x="15467640" y="6778800"/>
                <a:ext cx="267120" cy="173520"/>
              </p14:xfrm>
            </p:contentPart>
          </mc:Choice>
          <mc:Fallback xmlns=""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6B58DEEE-D4EA-02CE-2BC3-19CAD33DC8E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5458640" y="6769800"/>
                  <a:ext cx="284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82899DD5-C816-23C5-221D-4FC18E595564}"/>
                    </a:ext>
                  </a:extLst>
                </p14:cNvPr>
                <p14:cNvContentPartPr/>
                <p14:nvPr/>
              </p14:nvContentPartPr>
              <p14:xfrm>
                <a:off x="15313560" y="6805800"/>
                <a:ext cx="280080" cy="28800"/>
              </p14:xfrm>
            </p:contentPart>
          </mc:Choice>
          <mc:Fallback xmlns=""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82899DD5-C816-23C5-221D-4FC18E5955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5304560" y="6797160"/>
                  <a:ext cx="297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42069BD4-D8F0-B252-A471-F3DE6815601D}"/>
                    </a:ext>
                  </a:extLst>
                </p14:cNvPr>
                <p14:cNvContentPartPr/>
                <p14:nvPr/>
              </p14:nvContentPartPr>
              <p14:xfrm>
                <a:off x="15348840" y="6563880"/>
                <a:ext cx="90720" cy="146160"/>
              </p14:xfrm>
            </p:contentPart>
          </mc:Choice>
          <mc:Fallback xmlns=""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42069BD4-D8F0-B252-A471-F3DE6815601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340200" y="6554880"/>
                  <a:ext cx="108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F681F49F-83A7-01B7-6AA4-FA7012197C2E}"/>
                    </a:ext>
                  </a:extLst>
                </p14:cNvPr>
                <p14:cNvContentPartPr/>
                <p14:nvPr/>
              </p14:nvContentPartPr>
              <p14:xfrm>
                <a:off x="15439200" y="6563880"/>
                <a:ext cx="360" cy="360"/>
              </p14:xfrm>
            </p:contentPart>
          </mc:Choice>
          <mc:Fallback xmlns=""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F681F49F-83A7-01B7-6AA4-FA7012197C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430560" y="6555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3FDF90DE-0032-4721-282B-8B8811644B3F}"/>
                    </a:ext>
                  </a:extLst>
                </p14:cNvPr>
                <p14:cNvContentPartPr/>
                <p14:nvPr/>
              </p14:nvContentPartPr>
              <p14:xfrm>
                <a:off x="15378720" y="6563880"/>
                <a:ext cx="125640" cy="180360"/>
              </p14:xfrm>
            </p:contentPart>
          </mc:Choice>
          <mc:Fallback xmlns=""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3FDF90DE-0032-4721-282B-8B8811644B3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5369720" y="6555240"/>
                  <a:ext cx="143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5A7A2BA3-CB11-DBFC-7A31-DCF0160DED8B}"/>
                    </a:ext>
                  </a:extLst>
                </p14:cNvPr>
                <p14:cNvContentPartPr/>
                <p14:nvPr/>
              </p14:nvContentPartPr>
              <p14:xfrm>
                <a:off x="15464760" y="6658560"/>
                <a:ext cx="110880" cy="150480"/>
              </p14:xfrm>
            </p:contentPart>
          </mc:Choice>
          <mc:Fallback xmlns=""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5A7A2BA3-CB11-DBFC-7A31-DCF0160DED8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5456120" y="6649920"/>
                  <a:ext cx="128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1C651E74-14DD-2886-DBFB-397DCD367258}"/>
                    </a:ext>
                  </a:extLst>
                </p14:cNvPr>
                <p14:cNvContentPartPr/>
                <p14:nvPr/>
              </p14:nvContentPartPr>
              <p14:xfrm>
                <a:off x="15092160" y="6836400"/>
                <a:ext cx="642600" cy="453240"/>
              </p14:xfrm>
            </p:contentPart>
          </mc:Choice>
          <mc:Fallback xmlns=""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1C651E74-14DD-2886-DBFB-397DCD36725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5083520" y="6827760"/>
                  <a:ext cx="660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74B3CF88-95B8-2369-413B-60D87308176F}"/>
                    </a:ext>
                  </a:extLst>
                </p14:cNvPr>
                <p14:cNvContentPartPr/>
                <p14:nvPr/>
              </p14:nvContentPartPr>
              <p14:xfrm>
                <a:off x="14964360" y="6871320"/>
                <a:ext cx="275040" cy="14400"/>
              </p14:xfrm>
            </p:contentPart>
          </mc:Choice>
          <mc:Fallback xmlns=""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74B3CF88-95B8-2369-413B-60D87308176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4955720" y="6862320"/>
                  <a:ext cx="29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419CE0B9-3D16-F2B8-4D48-36EC6E786E7D}"/>
                    </a:ext>
                  </a:extLst>
                </p14:cNvPr>
                <p14:cNvContentPartPr/>
                <p14:nvPr/>
              </p14:nvContentPartPr>
              <p14:xfrm>
                <a:off x="14963640" y="6674760"/>
                <a:ext cx="80640" cy="113400"/>
              </p14:xfrm>
            </p:contentPart>
          </mc:Choice>
          <mc:Fallback xmlns=""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419CE0B9-3D16-F2B8-4D48-36EC6E786E7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955000" y="6666120"/>
                  <a:ext cx="98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106FC1D5-99FD-2976-E28C-C4DF2B7AB52C}"/>
                    </a:ext>
                  </a:extLst>
                </p14:cNvPr>
                <p14:cNvContentPartPr/>
                <p14:nvPr/>
              </p14:nvContentPartPr>
              <p14:xfrm>
                <a:off x="15043920" y="6674760"/>
                <a:ext cx="360" cy="360"/>
              </p14:xfrm>
            </p:contentPart>
          </mc:Choice>
          <mc:Fallback xmlns=""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106FC1D5-99FD-2976-E28C-C4DF2B7AB5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35280" y="666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971BA632-C741-BE22-37F2-49AB4269F1F4}"/>
                    </a:ext>
                  </a:extLst>
                </p14:cNvPr>
                <p14:cNvContentPartPr/>
                <p14:nvPr/>
              </p14:nvContentPartPr>
              <p14:xfrm>
                <a:off x="15031320" y="6674760"/>
                <a:ext cx="77400" cy="189720"/>
              </p14:xfrm>
            </p:contentPart>
          </mc:Choice>
          <mc:Fallback xmlns=""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971BA632-C741-BE22-37F2-49AB4269F1F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022320" y="6666120"/>
                  <a:ext cx="9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C85E7812-7AE8-E328-F16C-32855D7EEA01}"/>
                    </a:ext>
                  </a:extLst>
                </p14:cNvPr>
                <p14:cNvContentPartPr/>
                <p14:nvPr/>
              </p14:nvContentPartPr>
              <p14:xfrm>
                <a:off x="15136440" y="6811200"/>
                <a:ext cx="69480" cy="168840"/>
              </p14:xfrm>
            </p:contentPart>
          </mc:Choice>
          <mc:Fallback xmlns=""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C85E7812-7AE8-E328-F16C-32855D7EEA0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127440" y="6802200"/>
                  <a:ext cx="87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46934178-92DD-2E38-D027-C804DC2F9C83}"/>
                    </a:ext>
                  </a:extLst>
                </p14:cNvPr>
                <p14:cNvContentPartPr/>
                <p14:nvPr/>
              </p14:nvContentPartPr>
              <p14:xfrm>
                <a:off x="15144000" y="8011800"/>
                <a:ext cx="657360" cy="253080"/>
              </p14:xfrm>
            </p:contentPart>
          </mc:Choice>
          <mc:Fallback xmlns=""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46934178-92DD-2E38-D027-C804DC2F9C8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5135360" y="8003160"/>
                  <a:ext cx="675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C74EFE8D-66E6-5345-A1FE-9A9032E629EB}"/>
                    </a:ext>
                  </a:extLst>
                </p14:cNvPr>
                <p14:cNvContentPartPr/>
                <p14:nvPr/>
              </p14:nvContentPartPr>
              <p14:xfrm>
                <a:off x="14954280" y="8005320"/>
                <a:ext cx="355320" cy="53640"/>
              </p14:xfrm>
            </p:contentPart>
          </mc:Choice>
          <mc:Fallback xmlns=""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C74EFE8D-66E6-5345-A1FE-9A9032E629E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4945280" y="7996680"/>
                  <a:ext cx="372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5B86EE6F-379A-0658-E4AA-7F051D746A5B}"/>
                    </a:ext>
                  </a:extLst>
                </p14:cNvPr>
                <p14:cNvContentPartPr/>
                <p14:nvPr/>
              </p14:nvContentPartPr>
              <p14:xfrm>
                <a:off x="15009720" y="7836840"/>
                <a:ext cx="73080" cy="109080"/>
              </p14:xfrm>
            </p:contentPart>
          </mc:Choice>
          <mc:Fallback xmlns=""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5B86EE6F-379A-0658-E4AA-7F051D746A5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001080" y="7827840"/>
                  <a:ext cx="90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96FC191B-2C77-0266-D0F6-64CFE2B28F7E}"/>
                    </a:ext>
                  </a:extLst>
                </p14:cNvPr>
                <p14:cNvContentPartPr/>
                <p14:nvPr/>
              </p14:nvContentPartPr>
              <p14:xfrm>
                <a:off x="15082440" y="7822800"/>
                <a:ext cx="97920" cy="145800"/>
              </p14:xfrm>
            </p:contentPart>
          </mc:Choice>
          <mc:Fallback xmlns=""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96FC191B-2C77-0266-D0F6-64CFE2B28F7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5073800" y="7814160"/>
                  <a:ext cx="115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EFE05954-C3DF-36F3-6D0C-4B031370DCE9}"/>
                    </a:ext>
                  </a:extLst>
                </p14:cNvPr>
                <p14:cNvContentPartPr/>
                <p14:nvPr/>
              </p14:nvContentPartPr>
              <p14:xfrm>
                <a:off x="15221040" y="7871400"/>
                <a:ext cx="100440" cy="205920"/>
              </p14:xfrm>
            </p:contentPart>
          </mc:Choice>
          <mc:Fallback xmlns=""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EFE05954-C3DF-36F3-6D0C-4B031370DCE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5212400" y="7862400"/>
                  <a:ext cx="1180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4" name="잉크 263">
                  <a:extLst>
                    <a:ext uri="{FF2B5EF4-FFF2-40B4-BE49-F238E27FC236}">
                      <a16:creationId xmlns:a16="http://schemas.microsoft.com/office/drawing/2014/main" id="{645E8565-A86F-37A6-10D8-FA341D7F00D4}"/>
                    </a:ext>
                  </a:extLst>
                </p14:cNvPr>
                <p14:cNvContentPartPr/>
                <p14:nvPr/>
              </p14:nvContentPartPr>
              <p14:xfrm>
                <a:off x="15829440" y="11354760"/>
                <a:ext cx="10800" cy="14040"/>
              </p14:xfrm>
            </p:contentPart>
          </mc:Choice>
          <mc:Fallback xmlns="">
            <p:pic>
              <p:nvPicPr>
                <p:cNvPr id="264" name="잉크 263">
                  <a:extLst>
                    <a:ext uri="{FF2B5EF4-FFF2-40B4-BE49-F238E27FC236}">
                      <a16:creationId xmlns:a16="http://schemas.microsoft.com/office/drawing/2014/main" id="{645E8565-A86F-37A6-10D8-FA341D7F00D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5820440" y="11345760"/>
                  <a:ext cx="2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65765E21-8AE3-6B53-AF9D-2776167B7BAE}"/>
                    </a:ext>
                  </a:extLst>
                </p14:cNvPr>
                <p14:cNvContentPartPr/>
                <p14:nvPr/>
              </p14:nvContentPartPr>
              <p14:xfrm>
                <a:off x="15349560" y="11227680"/>
                <a:ext cx="490680" cy="164520"/>
              </p14:xfrm>
            </p:contentPart>
          </mc:Choice>
          <mc:Fallback xmlns=""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65765E21-8AE3-6B53-AF9D-2776167B7B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340560" y="11218680"/>
                  <a:ext cx="508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97EBDB90-52C1-6CBE-052A-DDE066415307}"/>
                    </a:ext>
                  </a:extLst>
                </p14:cNvPr>
                <p14:cNvContentPartPr/>
                <p14:nvPr/>
              </p14:nvContentPartPr>
              <p14:xfrm>
                <a:off x="15192960" y="11242440"/>
                <a:ext cx="370440" cy="36000"/>
              </p14:xfrm>
            </p:contentPart>
          </mc:Choice>
          <mc:Fallback xmlns=""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97EBDB90-52C1-6CBE-052A-DDE0664153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183960" y="11233800"/>
                  <a:ext cx="388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47029A0D-77CB-38E4-D898-F2EB222171F1}"/>
                    </a:ext>
                  </a:extLst>
                </p14:cNvPr>
                <p14:cNvContentPartPr/>
                <p14:nvPr/>
              </p14:nvContentPartPr>
              <p14:xfrm>
                <a:off x="15216000" y="11105280"/>
                <a:ext cx="82440" cy="104400"/>
              </p14:xfrm>
            </p:contentPart>
          </mc:Choice>
          <mc:Fallback xmlns=""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47029A0D-77CB-38E4-D898-F2EB222171F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207000" y="11096280"/>
                  <a:ext cx="100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9EA5986D-42AC-AD01-4CCE-50202CCE8F5D}"/>
                    </a:ext>
                  </a:extLst>
                </p14:cNvPr>
                <p14:cNvContentPartPr/>
                <p14:nvPr/>
              </p14:nvContentPartPr>
              <p14:xfrm>
                <a:off x="15276840" y="11081520"/>
                <a:ext cx="105840" cy="137160"/>
              </p14:xfrm>
            </p:contentPart>
          </mc:Choice>
          <mc:Fallback xmlns=""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9EA5986D-42AC-AD01-4CCE-50202CCE8F5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268200" y="11072520"/>
                  <a:ext cx="123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16BD4129-4206-D65A-683D-C73FA1FB0948}"/>
                    </a:ext>
                  </a:extLst>
                </p14:cNvPr>
                <p14:cNvContentPartPr/>
                <p14:nvPr/>
              </p14:nvContentPartPr>
              <p14:xfrm>
                <a:off x="15423720" y="11128320"/>
                <a:ext cx="46440" cy="155160"/>
              </p14:xfrm>
            </p:contentPart>
          </mc:Choice>
          <mc:Fallback xmlns=""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16BD4129-4206-D65A-683D-C73FA1FB094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5415080" y="11119320"/>
                  <a:ext cx="64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1C1D0928-26EE-3444-D05C-1A860DBD20F0}"/>
                    </a:ext>
                  </a:extLst>
                </p14:cNvPr>
                <p14:cNvContentPartPr/>
                <p14:nvPr/>
              </p14:nvContentPartPr>
              <p14:xfrm>
                <a:off x="15547200" y="11216160"/>
                <a:ext cx="360" cy="360"/>
              </p14:xfrm>
            </p:contentPart>
          </mc:Choice>
          <mc:Fallback xmlns=""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1C1D0928-26EE-3444-D05C-1A860DBD20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38200" y="11207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FD5E9F3D-5DA2-2B22-A322-9FE7ED441051}"/>
                    </a:ext>
                  </a:extLst>
                </p14:cNvPr>
                <p14:cNvContentPartPr/>
                <p14:nvPr/>
              </p14:nvContentPartPr>
              <p14:xfrm>
                <a:off x="15482760" y="10780560"/>
                <a:ext cx="436680" cy="158760"/>
              </p14:xfrm>
            </p:contentPart>
          </mc:Choice>
          <mc:Fallback xmlns=""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FD5E9F3D-5DA2-2B22-A322-9FE7ED44105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5474120" y="10771920"/>
                  <a:ext cx="454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7FC7197B-1BE5-872B-C6C4-B61A75B8A2B8}"/>
                    </a:ext>
                  </a:extLst>
                </p14:cNvPr>
                <p14:cNvContentPartPr/>
                <p14:nvPr/>
              </p14:nvContentPartPr>
              <p14:xfrm>
                <a:off x="15369720" y="10776240"/>
                <a:ext cx="354600" cy="24120"/>
              </p14:xfrm>
            </p:contentPart>
          </mc:Choice>
          <mc:Fallback xmlns=""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7FC7197B-1BE5-872B-C6C4-B61A75B8A2B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5361080" y="10767600"/>
                  <a:ext cx="372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987BAAC2-82BB-B535-88A5-B2EEFC2CE5EA}"/>
                    </a:ext>
                  </a:extLst>
                </p14:cNvPr>
                <p14:cNvContentPartPr/>
                <p14:nvPr/>
              </p14:nvContentPartPr>
              <p14:xfrm>
                <a:off x="15395640" y="10617840"/>
                <a:ext cx="79920" cy="99720"/>
              </p14:xfrm>
            </p:contentPart>
          </mc:Choice>
          <mc:Fallback xmlns=""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987BAAC2-82BB-B535-88A5-B2EEFC2CE5E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5386640" y="10608840"/>
                  <a:ext cx="97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3E19B5EE-8B8D-4514-58E1-50FFA3A46EE1}"/>
                    </a:ext>
                  </a:extLst>
                </p14:cNvPr>
                <p14:cNvContentPartPr/>
                <p14:nvPr/>
              </p14:nvContentPartPr>
              <p14:xfrm>
                <a:off x="15475200" y="10611000"/>
                <a:ext cx="128520" cy="115920"/>
              </p14:xfrm>
            </p:contentPart>
          </mc:Choice>
          <mc:Fallback xmlns=""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3E19B5EE-8B8D-4514-58E1-50FFA3A46EE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5466200" y="10602000"/>
                  <a:ext cx="146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68F32E72-0BC5-5FD1-89EF-0B8D82F2CB91}"/>
                    </a:ext>
                  </a:extLst>
                </p14:cNvPr>
                <p14:cNvContentPartPr/>
                <p14:nvPr/>
              </p14:nvContentPartPr>
              <p14:xfrm>
                <a:off x="15700920" y="10629360"/>
                <a:ext cx="15840" cy="192240"/>
              </p14:xfrm>
            </p:contentPart>
          </mc:Choice>
          <mc:Fallback xmlns=""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68F32E72-0BC5-5FD1-89EF-0B8D82F2CB9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5692280" y="10620360"/>
                  <a:ext cx="3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BFC348E5-0C89-FDE3-F503-D9326425F462}"/>
                    </a:ext>
                  </a:extLst>
                </p14:cNvPr>
                <p14:cNvContentPartPr/>
                <p14:nvPr/>
              </p14:nvContentPartPr>
              <p14:xfrm>
                <a:off x="15213480" y="12309840"/>
                <a:ext cx="682920" cy="163440"/>
              </p14:xfrm>
            </p:contentPart>
          </mc:Choice>
          <mc:Fallback xmlns=""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BFC348E5-0C89-FDE3-F503-D9326425F46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5204480" y="12300840"/>
                  <a:ext cx="700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DC106136-3BD5-8B35-6F6D-1942E0CD63F2}"/>
                    </a:ext>
                  </a:extLst>
                </p14:cNvPr>
                <p14:cNvContentPartPr/>
                <p14:nvPr/>
              </p14:nvContentPartPr>
              <p14:xfrm>
                <a:off x="14923320" y="12360600"/>
                <a:ext cx="534600" cy="77760"/>
              </p14:xfrm>
            </p:contentPart>
          </mc:Choice>
          <mc:Fallback xmlns=""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DC106136-3BD5-8B35-6F6D-1942E0CD63F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4914680" y="12351600"/>
                  <a:ext cx="552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FD10D482-F3B6-6D85-82B9-E5050A4FA4E5}"/>
                    </a:ext>
                  </a:extLst>
                </p14:cNvPr>
                <p14:cNvContentPartPr/>
                <p14:nvPr/>
              </p14:nvContentPartPr>
              <p14:xfrm>
                <a:off x="15071280" y="12190680"/>
                <a:ext cx="78480" cy="159840"/>
              </p14:xfrm>
            </p:contentPart>
          </mc:Choice>
          <mc:Fallback xmlns=""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FD10D482-F3B6-6D85-82B9-E5050A4FA4E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5062280" y="12182040"/>
                  <a:ext cx="96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97024C2-1D8C-78B3-A0BE-06669F469F0B}"/>
                    </a:ext>
                  </a:extLst>
                </p14:cNvPr>
                <p14:cNvContentPartPr/>
                <p14:nvPr/>
              </p14:nvContentPartPr>
              <p14:xfrm>
                <a:off x="15123120" y="12188520"/>
                <a:ext cx="82440" cy="138960"/>
              </p14:xfrm>
            </p:contentPart>
          </mc:Choice>
          <mc:Fallback xmlns=""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97024C2-1D8C-78B3-A0BE-06669F469F0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5114120" y="12179520"/>
                  <a:ext cx="100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A9D42C2F-6F14-0279-C2B2-CC2FA5E49798}"/>
                    </a:ext>
                  </a:extLst>
                </p14:cNvPr>
                <p14:cNvContentPartPr/>
                <p14:nvPr/>
              </p14:nvContentPartPr>
              <p14:xfrm>
                <a:off x="15226080" y="12223080"/>
                <a:ext cx="77400" cy="152640"/>
              </p14:xfrm>
            </p:contentPart>
          </mc:Choice>
          <mc:Fallback xmlns=""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A9D42C2F-6F14-0279-C2B2-CC2FA5E4979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5217440" y="12214440"/>
                  <a:ext cx="95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301A4EF8-35A6-E1BE-687F-BDC572A9E61C}"/>
                    </a:ext>
                  </a:extLst>
                </p14:cNvPr>
                <p14:cNvContentPartPr/>
                <p14:nvPr/>
              </p14:nvContentPartPr>
              <p14:xfrm>
                <a:off x="15303120" y="12223080"/>
                <a:ext cx="90360" cy="249840"/>
              </p14:xfrm>
            </p:contentPart>
          </mc:Choice>
          <mc:Fallback xmlns=""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301A4EF8-35A6-E1BE-687F-BDC572A9E61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5294480" y="12214440"/>
                  <a:ext cx="1080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83" name="잉크 282">
                <a:extLst>
                  <a:ext uri="{FF2B5EF4-FFF2-40B4-BE49-F238E27FC236}">
                    <a16:creationId xmlns:a16="http://schemas.microsoft.com/office/drawing/2014/main" id="{BF737610-443A-90CE-34CD-51C401E06572}"/>
                  </a:ext>
                </a:extLst>
              </p14:cNvPr>
              <p14:cNvContentPartPr/>
              <p14:nvPr/>
            </p14:nvContentPartPr>
            <p14:xfrm>
              <a:off x="3962806" y="2649203"/>
              <a:ext cx="1856520" cy="2908080"/>
            </p14:xfrm>
          </p:contentPart>
        </mc:Choice>
        <mc:Fallback xmlns="">
          <p:pic>
            <p:nvPicPr>
              <p:cNvPr id="283" name="잉크 282">
                <a:extLst>
                  <a:ext uri="{FF2B5EF4-FFF2-40B4-BE49-F238E27FC236}">
                    <a16:creationId xmlns:a16="http://schemas.microsoft.com/office/drawing/2014/main" id="{BF737610-443A-90CE-34CD-51C401E06572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3954166" y="2640563"/>
                <a:ext cx="1874160" cy="29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84" name="잉크 283">
                <a:extLst>
                  <a:ext uri="{FF2B5EF4-FFF2-40B4-BE49-F238E27FC236}">
                    <a16:creationId xmlns:a16="http://schemas.microsoft.com/office/drawing/2014/main" id="{9ABF35E7-E47D-935A-BA73-4F6409F9F528}"/>
                  </a:ext>
                </a:extLst>
              </p14:cNvPr>
              <p14:cNvContentPartPr/>
              <p14:nvPr/>
            </p14:nvContentPartPr>
            <p14:xfrm>
              <a:off x="2317966" y="6351803"/>
              <a:ext cx="3035520" cy="1316160"/>
            </p14:xfrm>
          </p:contentPart>
        </mc:Choice>
        <mc:Fallback xmlns="">
          <p:pic>
            <p:nvPicPr>
              <p:cNvPr id="284" name="잉크 283">
                <a:extLst>
                  <a:ext uri="{FF2B5EF4-FFF2-40B4-BE49-F238E27FC236}">
                    <a16:creationId xmlns:a16="http://schemas.microsoft.com/office/drawing/2014/main" id="{9ABF35E7-E47D-935A-BA73-4F6409F9F528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309326" y="6343163"/>
                <a:ext cx="3053160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85" name="잉크 284">
                <a:extLst>
                  <a:ext uri="{FF2B5EF4-FFF2-40B4-BE49-F238E27FC236}">
                    <a16:creationId xmlns:a16="http://schemas.microsoft.com/office/drawing/2014/main" id="{E0F64D4C-4205-D409-2F80-49A89C4733A3}"/>
                  </a:ext>
                </a:extLst>
              </p14:cNvPr>
              <p14:cNvContentPartPr/>
              <p14:nvPr/>
            </p14:nvContentPartPr>
            <p14:xfrm>
              <a:off x="3163246" y="8745083"/>
              <a:ext cx="1929600" cy="3144600"/>
            </p14:xfrm>
          </p:contentPart>
        </mc:Choice>
        <mc:Fallback xmlns="">
          <p:pic>
            <p:nvPicPr>
              <p:cNvPr id="285" name="잉크 284">
                <a:extLst>
                  <a:ext uri="{FF2B5EF4-FFF2-40B4-BE49-F238E27FC236}">
                    <a16:creationId xmlns:a16="http://schemas.microsoft.com/office/drawing/2014/main" id="{E0F64D4C-4205-D409-2F80-49A89C4733A3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3154606" y="8736443"/>
                <a:ext cx="1947240" cy="316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29C550BC-AFAF-49C6-2A91-7A2312180347}"/>
              </a:ext>
            </a:extLst>
          </p:cNvPr>
          <p:cNvGrpSpPr/>
          <p:nvPr/>
        </p:nvGrpSpPr>
        <p:grpSpPr>
          <a:xfrm>
            <a:off x="3680926" y="7666883"/>
            <a:ext cx="414720" cy="1117440"/>
            <a:chOff x="3680926" y="7666883"/>
            <a:chExt cx="414720" cy="11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82C59DB7-8708-64C1-35CE-2526509BFA19}"/>
                    </a:ext>
                  </a:extLst>
                </p14:cNvPr>
                <p14:cNvContentPartPr/>
                <p14:nvPr/>
              </p14:nvContentPartPr>
              <p14:xfrm>
                <a:off x="3772366" y="7666883"/>
                <a:ext cx="166680" cy="1103040"/>
              </p14:xfrm>
            </p:contentPart>
          </mc:Choice>
          <mc:Fallback xmlns=""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82C59DB7-8708-64C1-35CE-2526509BFA1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763726" y="7657883"/>
                  <a:ext cx="184320" cy="11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761D6425-FA90-73F1-7E60-203B626DCADD}"/>
                    </a:ext>
                  </a:extLst>
                </p14:cNvPr>
                <p14:cNvContentPartPr/>
                <p14:nvPr/>
              </p14:nvContentPartPr>
              <p14:xfrm>
                <a:off x="3680926" y="8564003"/>
                <a:ext cx="414720" cy="220320"/>
              </p14:xfrm>
            </p:contentPart>
          </mc:Choice>
          <mc:Fallback xmlns=""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761D6425-FA90-73F1-7E60-203B626DCAD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671926" y="8555363"/>
                  <a:ext cx="43236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BB0B642F-2982-ADCD-1D7F-90A2A4C47B3D}"/>
              </a:ext>
            </a:extLst>
          </p:cNvPr>
          <p:cNvGrpSpPr/>
          <p:nvPr/>
        </p:nvGrpSpPr>
        <p:grpSpPr>
          <a:xfrm>
            <a:off x="4173406" y="10081763"/>
            <a:ext cx="3174840" cy="1620000"/>
            <a:chOff x="4173406" y="10081763"/>
            <a:chExt cx="3174840" cy="162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D57E27D0-1A8F-B760-F3EF-F07E67FE52C6}"/>
                    </a:ext>
                  </a:extLst>
                </p14:cNvPr>
                <p14:cNvContentPartPr/>
                <p14:nvPr/>
              </p14:nvContentPartPr>
              <p14:xfrm>
                <a:off x="4173406" y="10105163"/>
                <a:ext cx="1839240" cy="73800"/>
              </p14:xfrm>
            </p:contentPart>
          </mc:Choice>
          <mc:Fallback xmlns=""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D57E27D0-1A8F-B760-F3EF-F07E67FE52C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164406" y="10096163"/>
                  <a:ext cx="1856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D1D46171-7AC1-EB5A-65D7-B8D57B2B2338}"/>
                    </a:ext>
                  </a:extLst>
                </p14:cNvPr>
                <p14:cNvContentPartPr/>
                <p14:nvPr/>
              </p14:nvContentPartPr>
              <p14:xfrm>
                <a:off x="5898166" y="10081763"/>
                <a:ext cx="169560" cy="249120"/>
              </p14:xfrm>
            </p:contentPart>
          </mc:Choice>
          <mc:Fallback xmlns=""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D1D46171-7AC1-EB5A-65D7-B8D57B2B233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889526" y="10072763"/>
                  <a:ext cx="187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DF5CB888-9D03-B15A-B119-1B367A1DB7B0}"/>
                    </a:ext>
                  </a:extLst>
                </p14:cNvPr>
                <p14:cNvContentPartPr/>
                <p14:nvPr/>
              </p14:nvContentPartPr>
              <p14:xfrm>
                <a:off x="4384366" y="10597643"/>
                <a:ext cx="1667520" cy="111240"/>
              </p14:xfrm>
            </p:contentPart>
          </mc:Choice>
          <mc:Fallback xmlns=""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DF5CB888-9D03-B15A-B119-1B367A1DB7B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375366" y="10588643"/>
                  <a:ext cx="1685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95312D47-4055-75A8-2430-343789E8C75A}"/>
                    </a:ext>
                  </a:extLst>
                </p14:cNvPr>
                <p14:cNvContentPartPr/>
                <p14:nvPr/>
              </p14:nvContentPartPr>
              <p14:xfrm>
                <a:off x="5861446" y="10597643"/>
                <a:ext cx="192960" cy="209520"/>
              </p14:xfrm>
            </p:contentPart>
          </mc:Choice>
          <mc:Fallback xmlns=""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95312D47-4055-75A8-2430-343789E8C75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852446" y="10588643"/>
                  <a:ext cx="210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F70A19C0-7DC5-BA8E-BD3B-29321EC45B84}"/>
                    </a:ext>
                  </a:extLst>
                </p14:cNvPr>
                <p14:cNvContentPartPr/>
                <p14:nvPr/>
              </p14:nvContentPartPr>
              <p14:xfrm>
                <a:off x="4173406" y="11207123"/>
                <a:ext cx="1688040" cy="226800"/>
              </p14:xfrm>
            </p:contentPart>
          </mc:Choice>
          <mc:Fallback xmlns=""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F70A19C0-7DC5-BA8E-BD3B-29321EC45B8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164406" y="11198123"/>
                  <a:ext cx="1705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47F681A4-07D5-848D-CDCF-E6D8199D9A6A}"/>
                    </a:ext>
                  </a:extLst>
                </p14:cNvPr>
                <p14:cNvContentPartPr/>
                <p14:nvPr/>
              </p14:nvContentPartPr>
              <p14:xfrm>
                <a:off x="5790886" y="11253923"/>
                <a:ext cx="177120" cy="191160"/>
              </p14:xfrm>
            </p:contentPart>
          </mc:Choice>
          <mc:Fallback xmlns=""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47F681A4-07D5-848D-CDCF-E6D8199D9A6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782246" y="11245283"/>
                  <a:ext cx="194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CBC1CAD9-F211-75FD-1A41-8DB66792C749}"/>
                    </a:ext>
                  </a:extLst>
                </p14:cNvPr>
                <p14:cNvContentPartPr/>
                <p14:nvPr/>
              </p14:nvContentPartPr>
              <p14:xfrm>
                <a:off x="6814006" y="10128563"/>
                <a:ext cx="329040" cy="261360"/>
              </p14:xfrm>
            </p:contentPart>
          </mc:Choice>
          <mc:Fallback xmlns=""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CBC1CAD9-F211-75FD-1A41-8DB66792C74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05006" y="10119563"/>
                  <a:ext cx="346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D7CC5BC8-60B0-7EF6-A6B4-77832D78D543}"/>
                    </a:ext>
                  </a:extLst>
                </p14:cNvPr>
                <p14:cNvContentPartPr/>
                <p14:nvPr/>
              </p14:nvContentPartPr>
              <p14:xfrm>
                <a:off x="6885286" y="10733003"/>
                <a:ext cx="296280" cy="302040"/>
              </p14:xfrm>
            </p:contentPart>
          </mc:Choice>
          <mc:Fallback xmlns=""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D7CC5BC8-60B0-7EF6-A6B4-77832D78D54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876646" y="10724003"/>
                  <a:ext cx="3139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B68E08C-3721-C234-FDB9-C88EAAB5D933}"/>
                    </a:ext>
                  </a:extLst>
                </p14:cNvPr>
                <p14:cNvContentPartPr/>
                <p14:nvPr/>
              </p14:nvContentPartPr>
              <p14:xfrm>
                <a:off x="7080406" y="11328443"/>
                <a:ext cx="267840" cy="373320"/>
              </p14:xfrm>
            </p:contentPart>
          </mc:Choice>
          <mc:Fallback xmlns=""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B68E08C-3721-C234-FDB9-C88EAAB5D93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071766" y="11319443"/>
                  <a:ext cx="28548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6BB59751-CDC8-0ED4-57A2-F789926A4EBF}"/>
              </a:ext>
            </a:extLst>
          </p:cNvPr>
          <p:cNvGrpSpPr/>
          <p:nvPr/>
        </p:nvGrpSpPr>
        <p:grpSpPr>
          <a:xfrm>
            <a:off x="4102846" y="9237563"/>
            <a:ext cx="3247560" cy="468000"/>
            <a:chOff x="4102846" y="9237563"/>
            <a:chExt cx="324756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AB2BC46C-2C29-8C93-1787-6D4ABEDB2E26}"/>
                    </a:ext>
                  </a:extLst>
                </p14:cNvPr>
                <p14:cNvContentPartPr/>
                <p14:nvPr/>
              </p14:nvContentPartPr>
              <p14:xfrm>
                <a:off x="4102846" y="9401723"/>
                <a:ext cx="1989000" cy="360"/>
              </p14:xfrm>
            </p:contentPart>
          </mc:Choice>
          <mc:Fallback xmlns=""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AB2BC46C-2C29-8C93-1787-6D4ABEDB2E2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094206" y="9393083"/>
                  <a:ext cx="2006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110D089B-9626-970F-33EE-EA8E6DFAEFC5}"/>
                    </a:ext>
                  </a:extLst>
                </p14:cNvPr>
                <p14:cNvContentPartPr/>
                <p14:nvPr/>
              </p14:nvContentPartPr>
              <p14:xfrm>
                <a:off x="5946766" y="9237563"/>
                <a:ext cx="256320" cy="468000"/>
              </p14:xfrm>
            </p:contentPart>
          </mc:Choice>
          <mc:Fallback xmlns=""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110D089B-9626-970F-33EE-EA8E6DFAEFC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938126" y="9228923"/>
                  <a:ext cx="2739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F5263A46-3D0E-49B3-63DE-B8EA57E4BAD6}"/>
                    </a:ext>
                  </a:extLst>
                </p14:cNvPr>
                <p14:cNvContentPartPr/>
                <p14:nvPr/>
              </p14:nvContentPartPr>
              <p14:xfrm>
                <a:off x="6783046" y="9331523"/>
                <a:ext cx="438840" cy="252000"/>
              </p14:xfrm>
            </p:contentPart>
          </mc:Choice>
          <mc:Fallback xmlns=""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F5263A46-3D0E-49B3-63DE-B8EA57E4BAD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774046" y="9322523"/>
                  <a:ext cx="456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38DDCAF4-5938-C7E4-8660-D5AC0974D017}"/>
                    </a:ext>
                  </a:extLst>
                </p14:cNvPr>
                <p14:cNvContentPartPr/>
                <p14:nvPr/>
              </p14:nvContentPartPr>
              <p14:xfrm>
                <a:off x="6822646" y="9237563"/>
                <a:ext cx="246960" cy="247680"/>
              </p14:xfrm>
            </p:contentPart>
          </mc:Choice>
          <mc:Fallback xmlns=""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38DDCAF4-5938-C7E4-8660-D5AC0974D01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814006" y="9228923"/>
                  <a:ext cx="264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05BA436E-D64B-2343-6B44-9A74C97FDBED}"/>
                    </a:ext>
                  </a:extLst>
                </p14:cNvPr>
                <p14:cNvContentPartPr/>
                <p14:nvPr/>
              </p14:nvContentPartPr>
              <p14:xfrm>
                <a:off x="7010206" y="9448523"/>
                <a:ext cx="92880" cy="160920"/>
              </p14:xfrm>
            </p:contentPart>
          </mc:Choice>
          <mc:Fallback xmlns=""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05BA436E-D64B-2343-6B44-9A74C97FDBE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001566" y="9439883"/>
                  <a:ext cx="110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17C587D2-06E6-6D45-0B71-19B85555EB3F}"/>
                    </a:ext>
                  </a:extLst>
                </p14:cNvPr>
                <p14:cNvContentPartPr/>
                <p14:nvPr/>
              </p14:nvContentPartPr>
              <p14:xfrm>
                <a:off x="6752446" y="9308123"/>
                <a:ext cx="597960" cy="281520"/>
              </p14:xfrm>
            </p:contentPart>
          </mc:Choice>
          <mc:Fallback xmlns=""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17C587D2-06E6-6D45-0B71-19B85555EB3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743446" y="9299483"/>
                  <a:ext cx="615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294F91F1-262D-378B-26D4-561551796EE9}"/>
                    </a:ext>
                  </a:extLst>
                </p14:cNvPr>
                <p14:cNvContentPartPr/>
                <p14:nvPr/>
              </p14:nvContentPartPr>
              <p14:xfrm>
                <a:off x="6765406" y="9237563"/>
                <a:ext cx="445680" cy="385920"/>
              </p14:xfrm>
            </p:contentPart>
          </mc:Choice>
          <mc:Fallback xmlns=""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294F91F1-262D-378B-26D4-561551796EE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756766" y="9228923"/>
                  <a:ext cx="46332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C3B6147A-CCBE-F811-EC8D-FE8D6D3FD679}"/>
              </a:ext>
            </a:extLst>
          </p:cNvPr>
          <p:cNvGrpSpPr/>
          <p:nvPr/>
        </p:nvGrpSpPr>
        <p:grpSpPr>
          <a:xfrm>
            <a:off x="14471206" y="234323"/>
            <a:ext cx="1123200" cy="1418400"/>
            <a:chOff x="14471206" y="234323"/>
            <a:chExt cx="1123200" cy="14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F3C275D9-F61B-5E79-BEF2-08CB1C7F4D54}"/>
                    </a:ext>
                  </a:extLst>
                </p14:cNvPr>
                <p14:cNvContentPartPr/>
                <p14:nvPr/>
              </p14:nvContentPartPr>
              <p14:xfrm>
                <a:off x="14471206" y="234323"/>
                <a:ext cx="651600" cy="742680"/>
              </p14:xfrm>
            </p:contentPart>
          </mc:Choice>
          <mc:Fallback xmlns=""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F3C275D9-F61B-5E79-BEF2-08CB1C7F4D5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4462566" y="225323"/>
                  <a:ext cx="66924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7DC32FD9-CDFF-4B6E-897D-5EC0087FEE0B}"/>
                    </a:ext>
                  </a:extLst>
                </p14:cNvPr>
                <p14:cNvContentPartPr/>
                <p14:nvPr/>
              </p14:nvContentPartPr>
              <p14:xfrm>
                <a:off x="14559766" y="515483"/>
                <a:ext cx="1034640" cy="1137240"/>
              </p14:xfrm>
            </p:contentPart>
          </mc:Choice>
          <mc:Fallback xmlns=""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7DC32FD9-CDFF-4B6E-897D-5EC0087FEE0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4551126" y="506843"/>
                  <a:ext cx="1052280" cy="115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311" name="잉크 310">
                <a:extLst>
                  <a:ext uri="{FF2B5EF4-FFF2-40B4-BE49-F238E27FC236}">
                    <a16:creationId xmlns:a16="http://schemas.microsoft.com/office/drawing/2014/main" id="{01F4B28E-B9BD-4A36-7533-C76FE5B1DC25}"/>
                  </a:ext>
                </a:extLst>
              </p14:cNvPr>
              <p14:cNvContentPartPr/>
              <p14:nvPr/>
            </p14:nvContentPartPr>
            <p14:xfrm>
              <a:off x="19389886" y="-117397"/>
              <a:ext cx="360" cy="360"/>
            </p14:xfrm>
          </p:contentPart>
        </mc:Choice>
        <mc:Fallback xmlns="">
          <p:pic>
            <p:nvPicPr>
              <p:cNvPr id="311" name="잉크 310">
                <a:extLst>
                  <a:ext uri="{FF2B5EF4-FFF2-40B4-BE49-F238E27FC236}">
                    <a16:creationId xmlns:a16="http://schemas.microsoft.com/office/drawing/2014/main" id="{01F4B28E-B9BD-4A36-7533-C76FE5B1DC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380886" y="-1263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13" name="잉크 312">
                <a:extLst>
                  <a:ext uri="{FF2B5EF4-FFF2-40B4-BE49-F238E27FC236}">
                    <a16:creationId xmlns:a16="http://schemas.microsoft.com/office/drawing/2014/main" id="{31BE1FDB-93CC-2264-3BF0-576CE64AF1E1}"/>
                  </a:ext>
                </a:extLst>
              </p14:cNvPr>
              <p14:cNvContentPartPr/>
              <p14:nvPr/>
            </p14:nvContentPartPr>
            <p14:xfrm>
              <a:off x="18006406" y="-74557"/>
              <a:ext cx="1619280" cy="991080"/>
            </p14:xfrm>
          </p:contentPart>
        </mc:Choice>
        <mc:Fallback xmlns="">
          <p:pic>
            <p:nvPicPr>
              <p:cNvPr id="313" name="잉크 312">
                <a:extLst>
                  <a:ext uri="{FF2B5EF4-FFF2-40B4-BE49-F238E27FC236}">
                    <a16:creationId xmlns:a16="http://schemas.microsoft.com/office/drawing/2014/main" id="{31BE1FDB-93CC-2264-3BF0-576CE64AF1E1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7997766" y="-83197"/>
                <a:ext cx="1636920" cy="10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14" name="잉크 313">
                <a:extLst>
                  <a:ext uri="{FF2B5EF4-FFF2-40B4-BE49-F238E27FC236}">
                    <a16:creationId xmlns:a16="http://schemas.microsoft.com/office/drawing/2014/main" id="{5D1AD59F-5A73-15A2-0A26-3490E50E0EB5}"/>
                  </a:ext>
                </a:extLst>
              </p14:cNvPr>
              <p14:cNvContentPartPr/>
              <p14:nvPr/>
            </p14:nvContentPartPr>
            <p14:xfrm>
              <a:off x="18262366" y="234323"/>
              <a:ext cx="100080" cy="285840"/>
            </p14:xfrm>
          </p:contentPart>
        </mc:Choice>
        <mc:Fallback xmlns="">
          <p:pic>
            <p:nvPicPr>
              <p:cNvPr id="314" name="잉크 313">
                <a:extLst>
                  <a:ext uri="{FF2B5EF4-FFF2-40B4-BE49-F238E27FC236}">
                    <a16:creationId xmlns:a16="http://schemas.microsoft.com/office/drawing/2014/main" id="{5D1AD59F-5A73-15A2-0A26-3490E50E0EB5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8253726" y="225323"/>
                <a:ext cx="1177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15" name="잉크 314">
                <a:extLst>
                  <a:ext uri="{FF2B5EF4-FFF2-40B4-BE49-F238E27FC236}">
                    <a16:creationId xmlns:a16="http://schemas.microsoft.com/office/drawing/2014/main" id="{AF8ED9B7-4899-4BDE-C8D5-1BE3782DE2E7}"/>
                  </a:ext>
                </a:extLst>
              </p14:cNvPr>
              <p14:cNvContentPartPr/>
              <p14:nvPr/>
            </p14:nvContentPartPr>
            <p14:xfrm>
              <a:off x="18334726" y="327923"/>
              <a:ext cx="77400" cy="9720"/>
            </p14:xfrm>
          </p:contentPart>
        </mc:Choice>
        <mc:Fallback xmlns="">
          <p:pic>
            <p:nvPicPr>
              <p:cNvPr id="315" name="잉크 314">
                <a:extLst>
                  <a:ext uri="{FF2B5EF4-FFF2-40B4-BE49-F238E27FC236}">
                    <a16:creationId xmlns:a16="http://schemas.microsoft.com/office/drawing/2014/main" id="{AF8ED9B7-4899-4BDE-C8D5-1BE3782DE2E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8325726" y="319283"/>
                <a:ext cx="950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16" name="잉크 315">
                <a:extLst>
                  <a:ext uri="{FF2B5EF4-FFF2-40B4-BE49-F238E27FC236}">
                    <a16:creationId xmlns:a16="http://schemas.microsoft.com/office/drawing/2014/main" id="{7A9E5514-F2EF-2247-E870-EAA4EC751459}"/>
                  </a:ext>
                </a:extLst>
              </p14:cNvPr>
              <p14:cNvContentPartPr/>
              <p14:nvPr/>
            </p14:nvContentPartPr>
            <p14:xfrm>
              <a:off x="18428326" y="304523"/>
              <a:ext cx="101520" cy="24120"/>
            </p14:xfrm>
          </p:contentPart>
        </mc:Choice>
        <mc:Fallback xmlns="">
          <p:pic>
            <p:nvPicPr>
              <p:cNvPr id="316" name="잉크 315">
                <a:extLst>
                  <a:ext uri="{FF2B5EF4-FFF2-40B4-BE49-F238E27FC236}">
                    <a16:creationId xmlns:a16="http://schemas.microsoft.com/office/drawing/2014/main" id="{7A9E5514-F2EF-2247-E870-EAA4EC75145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8419686" y="295523"/>
                <a:ext cx="119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17" name="잉크 316">
                <a:extLst>
                  <a:ext uri="{FF2B5EF4-FFF2-40B4-BE49-F238E27FC236}">
                    <a16:creationId xmlns:a16="http://schemas.microsoft.com/office/drawing/2014/main" id="{E8DF3F9B-AB3C-0A5C-5A06-3B116B1D6A98}"/>
                  </a:ext>
                </a:extLst>
              </p14:cNvPr>
              <p14:cNvContentPartPr/>
              <p14:nvPr/>
            </p14:nvContentPartPr>
            <p14:xfrm>
              <a:off x="18451006" y="46763"/>
              <a:ext cx="157320" cy="471600"/>
            </p14:xfrm>
          </p:contentPart>
        </mc:Choice>
        <mc:Fallback xmlns="">
          <p:pic>
            <p:nvPicPr>
              <p:cNvPr id="317" name="잉크 316">
                <a:extLst>
                  <a:ext uri="{FF2B5EF4-FFF2-40B4-BE49-F238E27FC236}">
                    <a16:creationId xmlns:a16="http://schemas.microsoft.com/office/drawing/2014/main" id="{E8DF3F9B-AB3C-0A5C-5A06-3B116B1D6A98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8442006" y="37763"/>
                <a:ext cx="1749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18" name="잉크 317">
                <a:extLst>
                  <a:ext uri="{FF2B5EF4-FFF2-40B4-BE49-F238E27FC236}">
                    <a16:creationId xmlns:a16="http://schemas.microsoft.com/office/drawing/2014/main" id="{B78F7B67-D9F8-705D-66F1-EB7411AF55AB}"/>
                  </a:ext>
                </a:extLst>
              </p14:cNvPr>
              <p14:cNvContentPartPr/>
              <p14:nvPr/>
            </p14:nvContentPartPr>
            <p14:xfrm>
              <a:off x="18602926" y="327923"/>
              <a:ext cx="141480" cy="136440"/>
            </p14:xfrm>
          </p:contentPart>
        </mc:Choice>
        <mc:Fallback xmlns="">
          <p:pic>
            <p:nvPicPr>
              <p:cNvPr id="318" name="잉크 317">
                <a:extLst>
                  <a:ext uri="{FF2B5EF4-FFF2-40B4-BE49-F238E27FC236}">
                    <a16:creationId xmlns:a16="http://schemas.microsoft.com/office/drawing/2014/main" id="{B78F7B67-D9F8-705D-66F1-EB7411AF55A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8594286" y="319283"/>
                <a:ext cx="1591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319" name="잉크 318">
                <a:extLst>
                  <a:ext uri="{FF2B5EF4-FFF2-40B4-BE49-F238E27FC236}">
                    <a16:creationId xmlns:a16="http://schemas.microsoft.com/office/drawing/2014/main" id="{602D524F-7E24-AD6C-069C-BACF18D66D52}"/>
                  </a:ext>
                </a:extLst>
              </p14:cNvPr>
              <p14:cNvContentPartPr/>
              <p14:nvPr/>
            </p14:nvContentPartPr>
            <p14:xfrm>
              <a:off x="18780046" y="299123"/>
              <a:ext cx="150480" cy="76320"/>
            </p14:xfrm>
          </p:contentPart>
        </mc:Choice>
        <mc:Fallback xmlns="">
          <p:pic>
            <p:nvPicPr>
              <p:cNvPr id="319" name="잉크 318">
                <a:extLst>
                  <a:ext uri="{FF2B5EF4-FFF2-40B4-BE49-F238E27FC236}">
                    <a16:creationId xmlns:a16="http://schemas.microsoft.com/office/drawing/2014/main" id="{602D524F-7E24-AD6C-069C-BACF18D66D5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18771406" y="290483"/>
                <a:ext cx="1681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20" name="잉크 319">
                <a:extLst>
                  <a:ext uri="{FF2B5EF4-FFF2-40B4-BE49-F238E27FC236}">
                    <a16:creationId xmlns:a16="http://schemas.microsoft.com/office/drawing/2014/main" id="{8754CA91-8362-E059-F140-9B79CC21214B}"/>
                  </a:ext>
                </a:extLst>
              </p14:cNvPr>
              <p14:cNvContentPartPr/>
              <p14:nvPr/>
            </p14:nvContentPartPr>
            <p14:xfrm>
              <a:off x="18944206" y="-23797"/>
              <a:ext cx="68400" cy="399600"/>
            </p14:xfrm>
          </p:contentPart>
        </mc:Choice>
        <mc:Fallback xmlns="">
          <p:pic>
            <p:nvPicPr>
              <p:cNvPr id="320" name="잉크 319">
                <a:extLst>
                  <a:ext uri="{FF2B5EF4-FFF2-40B4-BE49-F238E27FC236}">
                    <a16:creationId xmlns:a16="http://schemas.microsoft.com/office/drawing/2014/main" id="{8754CA91-8362-E059-F140-9B79CC21214B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18935566" y="-32437"/>
                <a:ext cx="860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321" name="잉크 320">
                <a:extLst>
                  <a:ext uri="{FF2B5EF4-FFF2-40B4-BE49-F238E27FC236}">
                    <a16:creationId xmlns:a16="http://schemas.microsoft.com/office/drawing/2014/main" id="{E112C6CD-8528-0B71-8DBD-6EE654D1F12C}"/>
                  </a:ext>
                </a:extLst>
              </p14:cNvPr>
              <p14:cNvContentPartPr/>
              <p14:nvPr/>
            </p14:nvContentPartPr>
            <p14:xfrm>
              <a:off x="19079566" y="254843"/>
              <a:ext cx="196920" cy="311400"/>
            </p14:xfrm>
          </p:contentPart>
        </mc:Choice>
        <mc:Fallback xmlns="">
          <p:pic>
            <p:nvPicPr>
              <p:cNvPr id="321" name="잉크 320">
                <a:extLst>
                  <a:ext uri="{FF2B5EF4-FFF2-40B4-BE49-F238E27FC236}">
                    <a16:creationId xmlns:a16="http://schemas.microsoft.com/office/drawing/2014/main" id="{E112C6CD-8528-0B71-8DBD-6EE654D1F12C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9070926" y="245843"/>
                <a:ext cx="21456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85EAA999-F5C2-2B0A-9D92-8CCD12BC95FD}"/>
              </a:ext>
            </a:extLst>
          </p:cNvPr>
          <p:cNvGrpSpPr/>
          <p:nvPr/>
        </p:nvGrpSpPr>
        <p:grpSpPr>
          <a:xfrm>
            <a:off x="17983006" y="890603"/>
            <a:ext cx="1493640" cy="2750040"/>
            <a:chOff x="17983006" y="890603"/>
            <a:chExt cx="1493640" cy="27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C8B8D70B-E565-7939-6C96-8472DD034F04}"/>
                    </a:ext>
                  </a:extLst>
                </p14:cNvPr>
                <p14:cNvContentPartPr/>
                <p14:nvPr/>
              </p14:nvContentPartPr>
              <p14:xfrm>
                <a:off x="18756646" y="890603"/>
                <a:ext cx="360" cy="702000"/>
              </p14:xfrm>
            </p:contentPart>
          </mc:Choice>
          <mc:Fallback xmlns=""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C8B8D70B-E565-7939-6C96-8472DD034F0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8748006" y="881963"/>
                  <a:ext cx="180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907DDD0C-5726-215A-C1E7-C995D756D806}"/>
                    </a:ext>
                  </a:extLst>
                </p14:cNvPr>
                <p14:cNvContentPartPr/>
                <p14:nvPr/>
              </p14:nvContentPartPr>
              <p14:xfrm>
                <a:off x="18639646" y="1166723"/>
                <a:ext cx="514080" cy="452880"/>
              </p14:xfrm>
            </p:contentPart>
          </mc:Choice>
          <mc:Fallback xmlns=""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907DDD0C-5726-215A-C1E7-C995D756D8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8630646" y="1157723"/>
                  <a:ext cx="5317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11346310-1D2A-03F7-DF8E-5B695DABCBF2}"/>
                    </a:ext>
                  </a:extLst>
                </p14:cNvPr>
                <p14:cNvContentPartPr/>
                <p14:nvPr/>
              </p14:nvContentPartPr>
              <p14:xfrm>
                <a:off x="18433366" y="1687283"/>
                <a:ext cx="909000" cy="1953360"/>
              </p14:xfrm>
            </p:contentPart>
          </mc:Choice>
          <mc:Fallback xmlns=""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11346310-1D2A-03F7-DF8E-5B695DABCBF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8424366" y="1678283"/>
                  <a:ext cx="926640" cy="19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EC417D1B-C26C-90F2-417F-EC965F021AB0}"/>
                    </a:ext>
                  </a:extLst>
                </p14:cNvPr>
                <p14:cNvContentPartPr/>
                <p14:nvPr/>
              </p14:nvContentPartPr>
              <p14:xfrm>
                <a:off x="17983006" y="2156363"/>
                <a:ext cx="794520" cy="119880"/>
              </p14:xfrm>
            </p:contentPart>
          </mc:Choice>
          <mc:Fallback xmlns=""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EC417D1B-C26C-90F2-417F-EC965F021AB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7974366" y="2147723"/>
                  <a:ext cx="812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FE8A1883-141C-8F8A-55B9-F78C4E1D6185}"/>
                    </a:ext>
                  </a:extLst>
                </p14:cNvPr>
                <p14:cNvContentPartPr/>
                <p14:nvPr/>
              </p14:nvContentPartPr>
              <p14:xfrm>
                <a:off x="18100366" y="2461643"/>
                <a:ext cx="724320" cy="360"/>
              </p14:xfrm>
            </p:contentPart>
          </mc:Choice>
          <mc:Fallback xmlns=""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FE8A1883-141C-8F8A-55B9-F78C4E1D61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8091366" y="2453003"/>
                  <a:ext cx="74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E4C94C72-7C6B-EB2B-490C-8664C848150E}"/>
                    </a:ext>
                  </a:extLst>
                </p14:cNvPr>
                <p14:cNvContentPartPr/>
                <p14:nvPr/>
              </p14:nvContentPartPr>
              <p14:xfrm>
                <a:off x="18311326" y="2696003"/>
                <a:ext cx="395640" cy="49320"/>
              </p14:xfrm>
            </p:contentPart>
          </mc:Choice>
          <mc:Fallback xmlns=""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E4C94C72-7C6B-EB2B-490C-8664C848150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8302326" y="2687363"/>
                  <a:ext cx="413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A7FB9141-C43D-CF09-66EA-24FD7DA327BC}"/>
                    </a:ext>
                  </a:extLst>
                </p14:cNvPr>
                <p14:cNvContentPartPr/>
                <p14:nvPr/>
              </p14:nvContentPartPr>
              <p14:xfrm>
                <a:off x="18100366" y="2907323"/>
                <a:ext cx="483120" cy="118080"/>
              </p14:xfrm>
            </p:contentPart>
          </mc:Choice>
          <mc:Fallback xmlns=""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A7FB9141-C43D-CF09-66EA-24FD7DA327B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8091366" y="2898323"/>
                  <a:ext cx="500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34ACCC35-4AB7-64BF-C470-30A7C3E1BB7F}"/>
                    </a:ext>
                  </a:extLst>
                </p14:cNvPr>
                <p14:cNvContentPartPr/>
                <p14:nvPr/>
              </p14:nvContentPartPr>
              <p14:xfrm>
                <a:off x="19225726" y="2203883"/>
                <a:ext cx="250560" cy="360"/>
              </p14:xfrm>
            </p:contentPart>
          </mc:Choice>
          <mc:Fallback xmlns=""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34ACCC35-4AB7-64BF-C470-30A7C3E1BB7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9216726" y="2194883"/>
                  <a:ext cx="268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32" name="잉크 331">
                  <a:extLst>
                    <a:ext uri="{FF2B5EF4-FFF2-40B4-BE49-F238E27FC236}">
                      <a16:creationId xmlns:a16="http://schemas.microsoft.com/office/drawing/2014/main" id="{67D1BB80-D0F0-138B-3B3B-E9C5747C5CFA}"/>
                    </a:ext>
                  </a:extLst>
                </p14:cNvPr>
                <p14:cNvContentPartPr/>
                <p14:nvPr/>
              </p14:nvContentPartPr>
              <p14:xfrm>
                <a:off x="19389886" y="2368043"/>
                <a:ext cx="86760" cy="360"/>
              </p14:xfrm>
            </p:contentPart>
          </mc:Choice>
          <mc:Fallback xmlns="">
            <p:pic>
              <p:nvPicPr>
                <p:cNvPr id="332" name="잉크 331">
                  <a:extLst>
                    <a:ext uri="{FF2B5EF4-FFF2-40B4-BE49-F238E27FC236}">
                      <a16:creationId xmlns:a16="http://schemas.microsoft.com/office/drawing/2014/main" id="{67D1BB80-D0F0-138B-3B3B-E9C5747C5CF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9380886" y="2359043"/>
                  <a:ext cx="104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33" name="잉크 332">
                  <a:extLst>
                    <a:ext uri="{FF2B5EF4-FFF2-40B4-BE49-F238E27FC236}">
                      <a16:creationId xmlns:a16="http://schemas.microsoft.com/office/drawing/2014/main" id="{BFA3C490-6661-4F81-8A8D-26DE52DD4F0B}"/>
                    </a:ext>
                  </a:extLst>
                </p14:cNvPr>
                <p14:cNvContentPartPr/>
                <p14:nvPr/>
              </p14:nvContentPartPr>
              <p14:xfrm>
                <a:off x="19249126" y="2579003"/>
                <a:ext cx="70200" cy="18720"/>
              </p14:xfrm>
            </p:contentPart>
          </mc:Choice>
          <mc:Fallback xmlns="">
            <p:pic>
              <p:nvPicPr>
                <p:cNvPr id="333" name="잉크 332">
                  <a:extLst>
                    <a:ext uri="{FF2B5EF4-FFF2-40B4-BE49-F238E27FC236}">
                      <a16:creationId xmlns:a16="http://schemas.microsoft.com/office/drawing/2014/main" id="{BFA3C490-6661-4F81-8A8D-26DE52DD4F0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9240126" y="2570003"/>
                  <a:ext cx="87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EA9F7A48-4099-AE2E-20A5-2ACEE395BAF2}"/>
                    </a:ext>
                  </a:extLst>
                </p14:cNvPr>
                <p14:cNvContentPartPr/>
                <p14:nvPr/>
              </p14:nvContentPartPr>
              <p14:xfrm>
                <a:off x="19272526" y="2930723"/>
                <a:ext cx="148320" cy="32760"/>
              </p14:xfrm>
            </p:contentPart>
          </mc:Choice>
          <mc:Fallback xmlns=""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EA9F7A48-4099-AE2E-20A5-2ACEE395BAF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263886" y="2921723"/>
                  <a:ext cx="1659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8E8FDC8A-C4A5-784C-9569-D1AAC70C0564}"/>
              </a:ext>
            </a:extLst>
          </p:cNvPr>
          <p:cNvGrpSpPr/>
          <p:nvPr/>
        </p:nvGrpSpPr>
        <p:grpSpPr>
          <a:xfrm>
            <a:off x="3680926" y="13481243"/>
            <a:ext cx="3142080" cy="2679120"/>
            <a:chOff x="3680926" y="13481243"/>
            <a:chExt cx="3142080" cy="267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B0483960-8D41-3C05-A744-83F843F9E400}"/>
                    </a:ext>
                  </a:extLst>
                </p14:cNvPr>
                <p14:cNvContentPartPr/>
                <p14:nvPr/>
              </p14:nvContentPartPr>
              <p14:xfrm>
                <a:off x="5087806" y="15005483"/>
                <a:ext cx="95040" cy="1154880"/>
              </p14:xfrm>
            </p:contentPart>
          </mc:Choice>
          <mc:Fallback xmlns=""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B0483960-8D41-3C05-A744-83F843F9E40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078806" y="14996483"/>
                  <a:ext cx="112680" cy="11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690927DC-BB8C-AD98-BAD5-9200CB93D472}"/>
                    </a:ext>
                  </a:extLst>
                </p14:cNvPr>
                <p14:cNvContentPartPr/>
                <p14:nvPr/>
              </p14:nvContentPartPr>
              <p14:xfrm>
                <a:off x="5110846" y="14958323"/>
                <a:ext cx="1136520" cy="1067040"/>
              </p14:xfrm>
            </p:contentPart>
          </mc:Choice>
          <mc:Fallback xmlns=""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690927DC-BB8C-AD98-BAD5-9200CB93D47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101846" y="14949683"/>
                  <a:ext cx="1154160" cy="10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881CFCDD-877A-5982-8110-848C8B6E2553}"/>
                    </a:ext>
                  </a:extLst>
                </p14:cNvPr>
                <p14:cNvContentPartPr/>
                <p14:nvPr/>
              </p14:nvContentPartPr>
              <p14:xfrm>
                <a:off x="3680926" y="15544763"/>
                <a:ext cx="1482120" cy="44280"/>
              </p14:xfrm>
            </p:contentPart>
          </mc:Choice>
          <mc:Fallback xmlns=""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881CFCDD-877A-5982-8110-848C8B6E255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671926" y="15535763"/>
                  <a:ext cx="1499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FBE0AE24-66C4-636B-AD03-84B3D5532FBA}"/>
                    </a:ext>
                  </a:extLst>
                </p14:cNvPr>
                <p14:cNvContentPartPr/>
                <p14:nvPr/>
              </p14:nvContentPartPr>
              <p14:xfrm>
                <a:off x="5556526" y="13481243"/>
                <a:ext cx="360" cy="1851120"/>
              </p14:xfrm>
            </p:contentPart>
          </mc:Choice>
          <mc:Fallback xmlns=""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FBE0AE24-66C4-636B-AD03-84B3D5532FB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547886" y="13472603"/>
                  <a:ext cx="18000" cy="18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F8A77553-1D32-FAA6-203D-F41495A6F585}"/>
                    </a:ext>
                  </a:extLst>
                </p14:cNvPr>
                <p14:cNvContentPartPr/>
                <p14:nvPr/>
              </p14:nvContentPartPr>
              <p14:xfrm>
                <a:off x="3714406" y="14067683"/>
                <a:ext cx="3108600" cy="1634040"/>
              </p14:xfrm>
            </p:contentPart>
          </mc:Choice>
          <mc:Fallback xmlns=""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F8A77553-1D32-FAA6-203D-F41495A6F58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05406" y="14058683"/>
                  <a:ext cx="3126240" cy="16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D4D0C116-55D3-6094-661A-DAF39BAA9C63}"/>
                    </a:ext>
                  </a:extLst>
                </p14:cNvPr>
                <p14:cNvContentPartPr/>
                <p14:nvPr/>
              </p14:nvContentPartPr>
              <p14:xfrm>
                <a:off x="3704326" y="13948883"/>
                <a:ext cx="2589840" cy="1690200"/>
              </p14:xfrm>
            </p:contentPart>
          </mc:Choice>
          <mc:Fallback xmlns=""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D4D0C116-55D3-6094-661A-DAF39BAA9C6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695326" y="13939883"/>
                  <a:ext cx="2607480" cy="170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344" name="잉크 343">
                <a:extLst>
                  <a:ext uri="{FF2B5EF4-FFF2-40B4-BE49-F238E27FC236}">
                    <a16:creationId xmlns:a16="http://schemas.microsoft.com/office/drawing/2014/main" id="{34C3B4D3-D9E2-5D2C-8AA7-40230F607595}"/>
                  </a:ext>
                </a:extLst>
              </p14:cNvPr>
              <p14:cNvContentPartPr/>
              <p14:nvPr/>
            </p14:nvContentPartPr>
            <p14:xfrm>
              <a:off x="11980726" y="14137883"/>
              <a:ext cx="360" cy="360"/>
            </p14:xfrm>
          </p:contentPart>
        </mc:Choice>
        <mc:Fallback xmlns="">
          <p:pic>
            <p:nvPicPr>
              <p:cNvPr id="344" name="잉크 343">
                <a:extLst>
                  <a:ext uri="{FF2B5EF4-FFF2-40B4-BE49-F238E27FC236}">
                    <a16:creationId xmlns:a16="http://schemas.microsoft.com/office/drawing/2014/main" id="{34C3B4D3-D9E2-5D2C-8AA7-40230F6075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972086" y="1412888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50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769</TotalTime>
  <Words>365</Words>
  <Application>Microsoft Office PowerPoint</Application>
  <PresentationFormat>사용자 지정</PresentationFormat>
  <Paragraphs>96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Aptos</vt:lpstr>
      <vt:lpstr>Aptos Display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2026-10-13T23:47:35Z</dcterms:created>
  <dcterms:modified xsi:type="dcterms:W3CDTF">2026-10-15T00:14:53Z</dcterms:modified>
</cp:coreProperties>
</file>