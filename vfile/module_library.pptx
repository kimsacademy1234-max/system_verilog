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B999A5-531C-3E23-FC73-4104F67999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3BC52C-1BED-F0E2-729C-914C539A45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27B197-55F6-3932-BB2C-471936298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9C312-7B2E-4DDA-A9F8-AF76B6BCE6B9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0794D6-7A5C-3F85-673F-EE06C99A3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66FEA0-A576-8029-1857-6F43BDFA8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4912-53EB-4A73-A64D-7A2A2F84A5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842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EDAE88-18F3-D3F4-9FE2-18AA5680B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515D8D-466B-9A7B-618E-48128B0EA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C710D2-C227-AEC3-8CCB-337B68A32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9C312-7B2E-4DDA-A9F8-AF76B6BCE6B9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26090F-70F9-E95E-D148-F6005EC40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5217AB-9A58-2830-E153-40DF91842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4912-53EB-4A73-A64D-7A2A2F84A5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262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801A1-4F6E-FA37-AD16-8EDF8DC25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D51651-2ECA-6229-BF1D-7329B089F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82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DD8B6A-13A4-3D4B-44AB-B64E56F15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9C312-7B2E-4DDA-A9F8-AF76B6BCE6B9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CFE8F-8488-DED4-9062-875C1D6F2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0F3947-36FB-D5A9-80B1-A3900E3DD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4912-53EB-4A73-A64D-7A2A2F84A5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644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C9959E-9978-01DF-A817-E453DAED5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27F357-43C1-846D-63A2-089798BE60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DC10D7-6E4C-2EE3-5DF8-E7AD5133D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D391D7-C17B-45DC-5E89-820BBB14E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9C312-7B2E-4DDA-A9F8-AF76B6BCE6B9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10F918-8F28-B874-DE91-1B49C5242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6AD67A-66F0-9B22-263B-9E8E6623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4912-53EB-4A73-A64D-7A2A2F84A5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809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1DE79A-D13B-D523-FC02-573CCF8C8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0C0D74-AA16-3CEB-95C0-166554684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03126A-851F-17A7-35FB-9B428978F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A5C4E3C-AB79-689E-FD57-4C6DE84143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8D11D69-0CC0-4A9F-5B40-C75A18FA9B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380422-79BB-AA12-874C-4D72AAEF1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9C312-7B2E-4DDA-A9F8-AF76B6BCE6B9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B0835BF-7504-D678-4596-E5A5568A1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AD7B65E-39B0-0B66-8A09-A2E03C169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4912-53EB-4A73-A64D-7A2A2F84A5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986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0AA3B2-CB39-D45E-D81A-267EAFA66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F5759E7-1107-31EE-930E-1693BBFF2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9C312-7B2E-4DDA-A9F8-AF76B6BCE6B9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861210E-6F77-61EF-26A7-2CB7016D2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2DEF377-5D02-4E0C-DCB1-D16CEB52A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4912-53EB-4A73-A64D-7A2A2F84A5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569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667DE74-32B2-FAA8-E627-08AC643CA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9C312-7B2E-4DDA-A9F8-AF76B6BCE6B9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970C74F-5EF5-1F30-701C-0989A1CC6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827591-7812-4342-117A-1CDF8DEA4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4912-53EB-4A73-A64D-7A2A2F84A5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633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A2125-469F-C1DE-56C2-789335A70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D5CEF6-A83C-2929-8E80-C861B34F9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89398FB-13F0-3643-341A-C27E2C583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655B9B-BB7A-21FC-774A-CFBC23505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9C312-7B2E-4DDA-A9F8-AF76B6BCE6B9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702525-A5E6-E93A-A573-E9D600E44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7D4846-C6BA-3584-B07D-3828F90B3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4912-53EB-4A73-A64D-7A2A2F84A5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197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D91EC8-1A1A-4A11-3B81-D9148BBAC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068222F-31F0-91F0-1AA7-EA925F827C1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5E6359-389D-C575-44F3-D8EAA993A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0F9E02-6D92-248F-0C2D-7A4ECE64D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9C312-7B2E-4DDA-A9F8-AF76B6BCE6B9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B06F06-E049-F2B8-6B36-508D8C0CA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212769-B61B-E433-B6DF-9D2D0F870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4912-53EB-4A73-A64D-7A2A2F84A5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594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174049-85B3-47AE-3BD5-19B6B1D7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46C14F-EE25-3261-25FA-3C3D9E151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5B23A7-48AE-4C4F-EE89-CA4A7AF27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9C312-7B2E-4DDA-A9F8-AF76B6BCE6B9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8FE1C-A24F-A08C-773B-0C94E4CA7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5A753A-34B2-6660-A8BE-692213E29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4912-53EB-4A73-A64D-7A2A2F84A5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153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854E831-F47A-00AB-9653-2F725589BD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9B7DDA-ED08-C6AD-8D6A-F7E590296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0E4B8B-64B0-F1E0-36BD-DC172C893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9C312-7B2E-4DDA-A9F8-AF76B6BCE6B9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C0B1DF-9B23-E7D3-9D15-E0FBDCAEE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CEBE53-E249-D82F-A618-B9F86004F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4912-53EB-4A73-A64D-7A2A2F84A5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535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8A398C5-BDDD-19DA-730B-7CB93470E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71D8AC-7A11-6555-CC3E-348CE5329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1066F7-EF77-C4AC-4207-A2B36614D0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59C312-7B2E-4DDA-A9F8-AF76B6BCE6B9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38D252-7AA5-6254-6275-24EF346A34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3CD30F-EAC1-E39B-BF04-35E05E568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EE4912-53EB-4A73-A64D-7A2A2F84A5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76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0E15B6-E302-20F6-6E14-50CBFDBC6CB3}"/>
              </a:ext>
            </a:extLst>
          </p:cNvPr>
          <p:cNvSpPr txBox="1"/>
          <p:nvPr/>
        </p:nvSpPr>
        <p:spPr>
          <a:xfrm>
            <a:off x="381001" y="203201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 b="1">
                <a:solidFill>
                  <a:srgbClr val="3730A3"/>
                </a:solidFill>
                <a:latin typeface="Malgun Gothic" panose="020B0503020000020004" pitchFamily="50" charset="-127"/>
              </a:rPr>
              <a:t>MODULE LIBRARY</a:t>
            </a:r>
            <a:endParaRPr lang="ko-KR" altLang="en-US" sz="1001" b="1">
              <a:solidFill>
                <a:srgbClr val="3730A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4A36C7-A3A1-EAFF-BBDF-4CFB705526AF}"/>
              </a:ext>
            </a:extLst>
          </p:cNvPr>
          <p:cNvSpPr txBox="1"/>
          <p:nvPr/>
        </p:nvSpPr>
        <p:spPr>
          <a:xfrm>
            <a:off x="381002" y="406401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모듈 라이브러리 사용법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4102A2-0797-C817-60D7-636866149E64}"/>
              </a:ext>
            </a:extLst>
          </p:cNvPr>
          <p:cNvSpPr txBox="1"/>
          <p:nvPr/>
        </p:nvSpPr>
        <p:spPr>
          <a:xfrm>
            <a:off x="381002" y="787400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vfile/lib 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모듈을 블록으로 만들어 둠</a:t>
            </a:r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복사해서 붙이고 연결선으로 와이어를 이어 </a:t>
            </a:r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Top 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모듈 구성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C5061F78-058E-22D2-9FC2-97D169E28DE9}"/>
              </a:ext>
            </a:extLst>
          </p:cNvPr>
          <p:cNvSpPr/>
          <p:nvPr/>
        </p:nvSpPr>
        <p:spPr>
          <a:xfrm>
            <a:off x="431799" y="1269999"/>
            <a:ext cx="330201" cy="330201"/>
          </a:xfrm>
          <a:prstGeom prst="ellipse">
            <a:avLst/>
          </a:prstGeom>
          <a:solidFill>
            <a:srgbClr val="3730A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b="1">
                <a:latin typeface="Malgun Gothic" panose="020B0503020000020004" pitchFamily="50" charset="-127"/>
              </a:rPr>
              <a:t>1</a:t>
            </a:r>
            <a:endParaRPr lang="ko-KR" altLang="en-US" sz="1100" b="1"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FC149C-4969-9733-FD18-6FC20ECD35B6}"/>
              </a:ext>
            </a:extLst>
          </p:cNvPr>
          <p:cNvSpPr txBox="1"/>
          <p:nvPr/>
        </p:nvSpPr>
        <p:spPr>
          <a:xfrm>
            <a:off x="914401" y="1282701"/>
            <a:ext cx="1905001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1F2937"/>
                </a:solidFill>
                <a:latin typeface="Malgun Gothic" panose="020B0503020000020004" pitchFamily="50" charset="-127"/>
              </a:rPr>
              <a:t>모듈 가져오기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4EDB83-1486-E053-9EAD-CA38A2E78A10}"/>
              </a:ext>
            </a:extLst>
          </p:cNvPr>
          <p:cNvSpPr txBox="1"/>
          <p:nvPr/>
        </p:nvSpPr>
        <p:spPr>
          <a:xfrm>
            <a:off x="2540000" y="12954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2~4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번 슬라이드에서 필요한 블록 클릭 → 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Ctrl+C → 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작업 슬라이드에 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Ctrl+V. 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블록은 그룹이라 한 번에 움직임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. Ctrl+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드래그로 복제도 가능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B364D7E-75BF-1657-5A94-A42150CB0CA0}"/>
              </a:ext>
            </a:extLst>
          </p:cNvPr>
          <p:cNvSpPr/>
          <p:nvPr/>
        </p:nvSpPr>
        <p:spPr>
          <a:xfrm>
            <a:off x="431799" y="2057400"/>
            <a:ext cx="330201" cy="330201"/>
          </a:xfrm>
          <a:prstGeom prst="ellipse">
            <a:avLst/>
          </a:prstGeom>
          <a:solidFill>
            <a:srgbClr val="3730A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b="1">
                <a:latin typeface="Malgun Gothic" panose="020B0503020000020004" pitchFamily="50" charset="-127"/>
              </a:rPr>
              <a:t>2</a:t>
            </a:r>
            <a:endParaRPr lang="ko-KR" altLang="en-US" sz="1100" b="1"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3AB286-5F59-720A-053D-8E76E816D365}"/>
              </a:ext>
            </a:extLst>
          </p:cNvPr>
          <p:cNvSpPr txBox="1"/>
          <p:nvPr/>
        </p:nvSpPr>
        <p:spPr>
          <a:xfrm>
            <a:off x="914401" y="2070101"/>
            <a:ext cx="1905001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1F2937"/>
                </a:solidFill>
                <a:latin typeface="Malgun Gothic" panose="020B0503020000020004" pitchFamily="50" charset="-127"/>
              </a:rPr>
              <a:t>와이어 연결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834C80-10B8-88E5-0A93-2CA31E4922AF}"/>
              </a:ext>
            </a:extLst>
          </p:cNvPr>
          <p:cNvSpPr txBox="1"/>
          <p:nvPr/>
        </p:nvSpPr>
        <p:spPr>
          <a:xfrm>
            <a:off x="2540000" y="2082801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삽입 → 도형 → 선 → 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"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연결선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꺾임 화살표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" → 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출력 핀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초록 □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)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에서 입력 핀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파랑 □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)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으로 드래그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핀에 회색 점이 뜰 때 놓으면 붙음 → 블록을 옮겨도 선이 따라옴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6046ABA1-1956-90FC-6849-3FBA73A6CA3F}"/>
              </a:ext>
            </a:extLst>
          </p:cNvPr>
          <p:cNvSpPr/>
          <p:nvPr/>
        </p:nvSpPr>
        <p:spPr>
          <a:xfrm>
            <a:off x="431799" y="2844799"/>
            <a:ext cx="330201" cy="330201"/>
          </a:xfrm>
          <a:prstGeom prst="ellipse">
            <a:avLst/>
          </a:prstGeom>
          <a:solidFill>
            <a:srgbClr val="3730A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b="1">
                <a:latin typeface="Malgun Gothic" panose="020B0503020000020004" pitchFamily="50" charset="-127"/>
              </a:rPr>
              <a:t>3</a:t>
            </a:r>
            <a:endParaRPr lang="ko-KR" altLang="en-US" sz="1100" b="1"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6B9FB5-456C-AB08-C70B-0059AD7EF396}"/>
              </a:ext>
            </a:extLst>
          </p:cNvPr>
          <p:cNvSpPr txBox="1"/>
          <p:nvPr/>
        </p:nvSpPr>
        <p:spPr>
          <a:xfrm>
            <a:off x="914401" y="2857501"/>
            <a:ext cx="1905001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1F2937"/>
                </a:solidFill>
                <a:latin typeface="Malgun Gothic" panose="020B0503020000020004" pitchFamily="50" charset="-127"/>
              </a:rPr>
              <a:t>이름 바꾸기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B9E546-915F-EDEA-D633-71A6B3858E5F}"/>
              </a:ext>
            </a:extLst>
          </p:cNvPr>
          <p:cNvSpPr txBox="1"/>
          <p:nvPr/>
        </p:nvSpPr>
        <p:spPr>
          <a:xfrm>
            <a:off x="2540000" y="28702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인스턴스 이름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(U_?)·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포트 이름은 블록 클릭 → 글자를 한 번 더 클릭해서 수정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1B5228D-37ED-976C-683E-B5B2AFDCA8F4}"/>
              </a:ext>
            </a:extLst>
          </p:cNvPr>
          <p:cNvSpPr/>
          <p:nvPr/>
        </p:nvSpPr>
        <p:spPr>
          <a:xfrm>
            <a:off x="431799" y="3632200"/>
            <a:ext cx="330201" cy="330201"/>
          </a:xfrm>
          <a:prstGeom prst="ellipse">
            <a:avLst/>
          </a:prstGeom>
          <a:solidFill>
            <a:srgbClr val="3730A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b="1">
                <a:latin typeface="Malgun Gothic" panose="020B0503020000020004" pitchFamily="50" charset="-127"/>
              </a:rPr>
              <a:t>4</a:t>
            </a:r>
            <a:endParaRPr lang="ko-KR" altLang="en-US" sz="1100" b="1">
              <a:latin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9BD648-CD9A-7093-AD9B-7C4C6ECC27C0}"/>
              </a:ext>
            </a:extLst>
          </p:cNvPr>
          <p:cNvSpPr txBox="1"/>
          <p:nvPr/>
        </p:nvSpPr>
        <p:spPr>
          <a:xfrm>
            <a:off x="914401" y="3644901"/>
            <a:ext cx="1905001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1F2937"/>
                </a:solidFill>
                <a:latin typeface="Malgun Gothic" panose="020B0503020000020004" pitchFamily="50" charset="-127"/>
              </a:rPr>
              <a:t>버스 </a:t>
            </a:r>
            <a:r>
              <a:rPr lang="en-US" altLang="ko-KR" sz="1200" b="1">
                <a:solidFill>
                  <a:srgbClr val="1F2937"/>
                </a:solidFill>
                <a:latin typeface="Malgun Gothic" panose="020B0503020000020004" pitchFamily="50" charset="-127"/>
              </a:rPr>
              <a:t>/ 1</a:t>
            </a:r>
            <a:r>
              <a:rPr lang="ko-KR" altLang="en-US" sz="1200" b="1">
                <a:solidFill>
                  <a:srgbClr val="1F2937"/>
                </a:solidFill>
                <a:latin typeface="Malgun Gothic" panose="020B0503020000020004" pitchFamily="50" charset="-127"/>
              </a:rPr>
              <a:t>비트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2C55B6-9CD2-74BB-FBCE-6D7245A9A51D}"/>
              </a:ext>
            </a:extLst>
          </p:cNvPr>
          <p:cNvSpPr txBox="1"/>
          <p:nvPr/>
        </p:nvSpPr>
        <p:spPr>
          <a:xfrm>
            <a:off x="2540000" y="3657601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버스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여러 비트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)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는 굵은 남색 선 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2.5pt, 1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비트는 얇은 회색 선 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1.25pt. 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서식 복사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(Ctrl+Shift+C/V)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로 같은 모양 적용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F3C2D1A9-E614-33C6-21DE-C58580A284AF}"/>
              </a:ext>
            </a:extLst>
          </p:cNvPr>
          <p:cNvSpPr/>
          <p:nvPr/>
        </p:nvSpPr>
        <p:spPr>
          <a:xfrm>
            <a:off x="431799" y="4419599"/>
            <a:ext cx="330201" cy="330201"/>
          </a:xfrm>
          <a:prstGeom prst="ellipse">
            <a:avLst/>
          </a:prstGeom>
          <a:solidFill>
            <a:srgbClr val="3730A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b="1">
                <a:latin typeface="Malgun Gothic" panose="020B0503020000020004" pitchFamily="50" charset="-127"/>
              </a:rPr>
              <a:t>5</a:t>
            </a:r>
            <a:endParaRPr lang="ko-KR" altLang="en-US" sz="1100" b="1">
              <a:latin typeface="Malgun Gothic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74FA17-F3A0-06BF-1873-EB839D15BDAF}"/>
              </a:ext>
            </a:extLst>
          </p:cNvPr>
          <p:cNvSpPr txBox="1"/>
          <p:nvPr/>
        </p:nvSpPr>
        <p:spPr>
          <a:xfrm>
            <a:off x="914401" y="4432301"/>
            <a:ext cx="1905001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1F2937"/>
                </a:solidFill>
                <a:latin typeface="Malgun Gothic" panose="020B0503020000020004" pitchFamily="50" charset="-127"/>
              </a:rPr>
              <a:t>예시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AABB73-54A4-BA8A-DB62-F09A53791827}"/>
              </a:ext>
            </a:extLst>
          </p:cNvPr>
          <p:cNvSpPr txBox="1"/>
          <p:nvPr/>
        </p:nvSpPr>
        <p:spPr>
          <a:xfrm>
            <a:off x="2540000" y="44450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5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번 슬라이드 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= top_adder_fnd_8bit 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를 실제로 연결해 둔 예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블록을 끌어 보면 선이 따라오는 것 확인 가능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58CD7A-50CC-DE3B-FECD-192195A32C3A}"/>
              </a:ext>
            </a:extLst>
          </p:cNvPr>
          <p:cNvSpPr txBox="1"/>
          <p:nvPr/>
        </p:nvSpPr>
        <p:spPr>
          <a:xfrm>
            <a:off x="9525002" y="1270001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 b="1">
                <a:solidFill>
                  <a:srgbClr val="1F2937"/>
                </a:solidFill>
                <a:latin typeface="Malgun Gothic" panose="020B0503020000020004" pitchFamily="50" charset="-127"/>
              </a:rPr>
              <a:t>범례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2DAC1FC-D580-E325-57E2-85C4F79DC98B}"/>
              </a:ext>
            </a:extLst>
          </p:cNvPr>
          <p:cNvSpPr/>
          <p:nvPr/>
        </p:nvSpPr>
        <p:spPr>
          <a:xfrm>
            <a:off x="9525001" y="1638300"/>
            <a:ext cx="101600" cy="101600"/>
          </a:xfrm>
          <a:prstGeom prst="rect">
            <a:avLst/>
          </a:prstGeom>
          <a:solidFill>
            <a:srgbClr val="60A5F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169D66-E6FE-102E-1306-48F368A3A8E0}"/>
              </a:ext>
            </a:extLst>
          </p:cNvPr>
          <p:cNvSpPr txBox="1"/>
          <p:nvPr/>
        </p:nvSpPr>
        <p:spPr>
          <a:xfrm>
            <a:off x="9753600" y="1612901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입력 핀 </a:t>
            </a:r>
            <a:r>
              <a:rPr lang="en-US" altLang="ko-KR" sz="1001">
                <a:solidFill>
                  <a:srgbClr val="374151"/>
                </a:solidFill>
                <a:latin typeface="Malgun Gothic" panose="020B0503020000020004" pitchFamily="50" charset="-127"/>
              </a:rPr>
              <a:t>(1</a:t>
            </a:r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비트</a:t>
            </a:r>
            <a:r>
              <a:rPr lang="en-US" altLang="ko-KR" sz="1001">
                <a:solidFill>
                  <a:srgbClr val="374151"/>
                </a:solidFill>
                <a:latin typeface="Malgun Gothic" panose="020B0503020000020004" pitchFamily="50" charset="-127"/>
              </a:rPr>
              <a:t>)</a:t>
            </a:r>
            <a:endParaRPr lang="ko-KR" altLang="en-US" sz="1001">
              <a:solidFill>
                <a:srgbClr val="37415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F9BA471-E98B-EC20-9F65-D96689FA4265}"/>
              </a:ext>
            </a:extLst>
          </p:cNvPr>
          <p:cNvSpPr/>
          <p:nvPr/>
        </p:nvSpPr>
        <p:spPr>
          <a:xfrm>
            <a:off x="9524999" y="1930399"/>
            <a:ext cx="127001" cy="127001"/>
          </a:xfrm>
          <a:prstGeom prst="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4EF65F-FFEA-0AA7-60FF-6BA7A4ACCB77}"/>
              </a:ext>
            </a:extLst>
          </p:cNvPr>
          <p:cNvSpPr txBox="1"/>
          <p:nvPr/>
        </p:nvSpPr>
        <p:spPr>
          <a:xfrm>
            <a:off x="9753600" y="1917701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입력 핀 </a:t>
            </a:r>
            <a:r>
              <a:rPr lang="en-US" altLang="ko-KR" sz="1001">
                <a:solidFill>
                  <a:srgbClr val="374151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버스</a:t>
            </a:r>
            <a:r>
              <a:rPr lang="en-US" altLang="ko-KR" sz="1001">
                <a:solidFill>
                  <a:srgbClr val="374151"/>
                </a:solidFill>
                <a:latin typeface="Malgun Gothic" panose="020B0503020000020004" pitchFamily="50" charset="-127"/>
              </a:rPr>
              <a:t>)</a:t>
            </a:r>
            <a:endParaRPr lang="ko-KR" altLang="en-US" sz="1001">
              <a:solidFill>
                <a:srgbClr val="37415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5C89240-DC37-962C-2453-44427470B86F}"/>
              </a:ext>
            </a:extLst>
          </p:cNvPr>
          <p:cNvSpPr/>
          <p:nvPr/>
        </p:nvSpPr>
        <p:spPr>
          <a:xfrm>
            <a:off x="9525001" y="2247900"/>
            <a:ext cx="101600" cy="101600"/>
          </a:xfrm>
          <a:prstGeom prst="rect">
            <a:avLst/>
          </a:prstGeom>
          <a:solidFill>
            <a:srgbClr val="4ADE8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AB3C65-9305-A51D-71CA-7A151624CB97}"/>
              </a:ext>
            </a:extLst>
          </p:cNvPr>
          <p:cNvSpPr txBox="1"/>
          <p:nvPr/>
        </p:nvSpPr>
        <p:spPr>
          <a:xfrm>
            <a:off x="9753600" y="2222501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출력 핀 </a:t>
            </a:r>
            <a:r>
              <a:rPr lang="en-US" altLang="ko-KR" sz="1001">
                <a:solidFill>
                  <a:srgbClr val="374151"/>
                </a:solidFill>
                <a:latin typeface="Malgun Gothic" panose="020B0503020000020004" pitchFamily="50" charset="-127"/>
              </a:rPr>
              <a:t>(1</a:t>
            </a:r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비트</a:t>
            </a:r>
            <a:r>
              <a:rPr lang="en-US" altLang="ko-KR" sz="1001">
                <a:solidFill>
                  <a:srgbClr val="374151"/>
                </a:solidFill>
                <a:latin typeface="Malgun Gothic" panose="020B0503020000020004" pitchFamily="50" charset="-127"/>
              </a:rPr>
              <a:t>)</a:t>
            </a:r>
            <a:endParaRPr lang="ko-KR" altLang="en-US" sz="1001">
              <a:solidFill>
                <a:srgbClr val="37415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684BA51-11FB-D9B7-3AC0-E0B1A01BD9FE}"/>
              </a:ext>
            </a:extLst>
          </p:cNvPr>
          <p:cNvSpPr/>
          <p:nvPr/>
        </p:nvSpPr>
        <p:spPr>
          <a:xfrm>
            <a:off x="9524999" y="2539999"/>
            <a:ext cx="127001" cy="127001"/>
          </a:xfrm>
          <a:prstGeom prst="rect">
            <a:avLst/>
          </a:prstGeom>
          <a:solidFill>
            <a:srgbClr val="15803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3C2A81-277E-4146-2FF0-BDBC79E8436A}"/>
              </a:ext>
            </a:extLst>
          </p:cNvPr>
          <p:cNvSpPr txBox="1"/>
          <p:nvPr/>
        </p:nvSpPr>
        <p:spPr>
          <a:xfrm>
            <a:off x="9753600" y="2527301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출력 핀 </a:t>
            </a:r>
            <a:r>
              <a:rPr lang="en-US" altLang="ko-KR" sz="1001">
                <a:solidFill>
                  <a:srgbClr val="374151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버스</a:t>
            </a:r>
            <a:r>
              <a:rPr lang="en-US" altLang="ko-KR" sz="1001">
                <a:solidFill>
                  <a:srgbClr val="374151"/>
                </a:solidFill>
                <a:latin typeface="Malgun Gothic" panose="020B0503020000020004" pitchFamily="50" charset="-127"/>
              </a:rPr>
              <a:t>)</a:t>
            </a:r>
            <a:endParaRPr lang="ko-KR" altLang="en-US" sz="1001">
              <a:solidFill>
                <a:srgbClr val="37415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B34CA6D-71E8-D285-ADF4-40DF15E139D6}"/>
              </a:ext>
            </a:extLst>
          </p:cNvPr>
          <p:cNvSpPr/>
          <p:nvPr/>
        </p:nvSpPr>
        <p:spPr>
          <a:xfrm>
            <a:off x="9525000" y="3048002"/>
            <a:ext cx="177801" cy="152400"/>
          </a:xfrm>
          <a:prstGeom prst="roundRect">
            <a:avLst/>
          </a:prstGeom>
          <a:solidFill>
            <a:srgbClr val="EEF2FF"/>
          </a:solidFill>
          <a:ln>
            <a:solidFill>
              <a:srgbClr val="3730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AEC757-7E03-B513-0068-0F509B0DC310}"/>
              </a:ext>
            </a:extLst>
          </p:cNvPr>
          <p:cNvSpPr txBox="1"/>
          <p:nvPr/>
        </p:nvSpPr>
        <p:spPr>
          <a:xfrm>
            <a:off x="9804400" y="3035301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가산기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2C1C8EAF-C8F7-628A-5731-1BA12EA768D2}"/>
              </a:ext>
            </a:extLst>
          </p:cNvPr>
          <p:cNvSpPr/>
          <p:nvPr/>
        </p:nvSpPr>
        <p:spPr>
          <a:xfrm>
            <a:off x="9525000" y="3352802"/>
            <a:ext cx="177801" cy="152400"/>
          </a:xfrm>
          <a:prstGeom prst="roundRect">
            <a:avLst/>
          </a:prstGeom>
          <a:solidFill>
            <a:srgbClr val="ECFEFF"/>
          </a:solidFill>
          <a:ln>
            <a:solidFill>
              <a:srgbClr val="0E7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F7B271-6B0E-0269-70FB-BE681FB23E7C}"/>
              </a:ext>
            </a:extLst>
          </p:cNvPr>
          <p:cNvSpPr txBox="1"/>
          <p:nvPr/>
        </p:nvSpPr>
        <p:spPr>
          <a:xfrm>
            <a:off x="9804400" y="3340101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표시 </a:t>
            </a:r>
            <a:r>
              <a:rPr lang="en-US" altLang="ko-KR" sz="1001">
                <a:solidFill>
                  <a:srgbClr val="374151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선택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D7FB783E-3662-B9B4-956C-4C1DEF9C6C4C}"/>
              </a:ext>
            </a:extLst>
          </p:cNvPr>
          <p:cNvSpPr/>
          <p:nvPr/>
        </p:nvSpPr>
        <p:spPr>
          <a:xfrm>
            <a:off x="9525000" y="3657602"/>
            <a:ext cx="177801" cy="152400"/>
          </a:xfrm>
          <a:prstGeom prst="roundRect">
            <a:avLst/>
          </a:prstGeom>
          <a:solidFill>
            <a:srgbClr val="F5F3FF"/>
          </a:solidFill>
          <a:ln>
            <a:solidFill>
              <a:srgbClr val="6D2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55A4F4-A31A-4351-8650-C9996BCE311C}"/>
              </a:ext>
            </a:extLst>
          </p:cNvPr>
          <p:cNvSpPr txBox="1"/>
          <p:nvPr/>
        </p:nvSpPr>
        <p:spPr>
          <a:xfrm>
            <a:off x="9804400" y="3644901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>
                <a:solidFill>
                  <a:srgbClr val="374151"/>
                </a:solidFill>
                <a:latin typeface="Malgun Gothic" panose="020B0503020000020004" pitchFamily="50" charset="-127"/>
              </a:rPr>
              <a:t>Top </a:t>
            </a:r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모듈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8831063A-B9DC-472F-5CE8-90D34B151A80}"/>
              </a:ext>
            </a:extLst>
          </p:cNvPr>
          <p:cNvSpPr/>
          <p:nvPr/>
        </p:nvSpPr>
        <p:spPr>
          <a:xfrm>
            <a:off x="9525000" y="3962402"/>
            <a:ext cx="177801" cy="152400"/>
          </a:xfrm>
          <a:prstGeom prst="roundRect">
            <a:avLst/>
          </a:prstGeom>
          <a:solidFill>
            <a:srgbClr val="FEFCE8"/>
          </a:solidFill>
          <a:ln>
            <a:solidFill>
              <a:srgbClr val="A162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A71FCA-4F47-75A0-2F14-CB57F44DF669}"/>
              </a:ext>
            </a:extLst>
          </p:cNvPr>
          <p:cNvSpPr txBox="1"/>
          <p:nvPr/>
        </p:nvSpPr>
        <p:spPr>
          <a:xfrm>
            <a:off x="9804400" y="3949701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버스 </a:t>
            </a:r>
            <a:r>
              <a:rPr lang="en-US" altLang="ko-KR" sz="1001">
                <a:solidFill>
                  <a:srgbClr val="374151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상수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8632A48F-46B9-85B6-9592-95DDAD187F49}"/>
              </a:ext>
            </a:extLst>
          </p:cNvPr>
          <p:cNvSpPr/>
          <p:nvPr/>
        </p:nvSpPr>
        <p:spPr>
          <a:xfrm>
            <a:off x="9525000" y="4267202"/>
            <a:ext cx="177801" cy="152400"/>
          </a:xfrm>
          <a:prstGeom prst="roundRect">
            <a:avLst/>
          </a:prstGeom>
          <a:solidFill>
            <a:srgbClr val="FFF7ED"/>
          </a:solidFill>
          <a:ln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95D43D-4940-A61C-B0A0-DC8D5BE97FCE}"/>
              </a:ext>
            </a:extLst>
          </p:cNvPr>
          <p:cNvSpPr txBox="1"/>
          <p:nvPr/>
        </p:nvSpPr>
        <p:spPr>
          <a:xfrm>
            <a:off x="9804400" y="4254501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보드 </a:t>
            </a:r>
            <a:r>
              <a:rPr lang="en-US" altLang="ko-KR" sz="1001">
                <a:solidFill>
                  <a:srgbClr val="374151"/>
                </a:solidFill>
                <a:latin typeface="Malgun Gothic" panose="020B0503020000020004" pitchFamily="50" charset="-127"/>
              </a:rPr>
              <a:t>I/O</a:t>
            </a:r>
            <a:endParaRPr lang="ko-KR" altLang="en-US" sz="1001">
              <a:solidFill>
                <a:srgbClr val="37415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701F4ABB-E1C4-11AE-BC25-269F89555E61}"/>
              </a:ext>
            </a:extLst>
          </p:cNvPr>
          <p:cNvSpPr/>
          <p:nvPr/>
        </p:nvSpPr>
        <p:spPr>
          <a:xfrm>
            <a:off x="9525000" y="4572002"/>
            <a:ext cx="177801" cy="152400"/>
          </a:xfrm>
          <a:prstGeom prst="roundRect">
            <a:avLst/>
          </a:prstGeom>
          <a:solidFill>
            <a:srgbClr val="FEF2F2"/>
          </a:solidFill>
          <a:ln>
            <a:solidFill>
              <a:srgbClr val="B91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3117EE4-8EC8-EB35-BF10-E49E4B3A201E}"/>
              </a:ext>
            </a:extLst>
          </p:cNvPr>
          <p:cNvSpPr txBox="1"/>
          <p:nvPr/>
        </p:nvSpPr>
        <p:spPr>
          <a:xfrm>
            <a:off x="9804400" y="4559301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>
                <a:solidFill>
                  <a:srgbClr val="374151"/>
                </a:solidFill>
                <a:latin typeface="Malgun Gothic" panose="020B0503020000020004" pitchFamily="50" charset="-127"/>
              </a:rPr>
              <a:t>lib</a:t>
            </a:r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에 파일 없음</a:t>
            </a:r>
          </a:p>
        </p:txBody>
      </p:sp>
      <p:grpSp>
        <p:nvGrpSpPr>
          <p:cNvPr id="43" name="demo_in">
            <a:extLst>
              <a:ext uri="{FF2B5EF4-FFF2-40B4-BE49-F238E27FC236}">
                <a16:creationId xmlns:a16="http://schemas.microsoft.com/office/drawing/2014/main" id="{84B2DB44-55DD-3B0C-28D1-57599D21AD13}"/>
              </a:ext>
            </a:extLst>
          </p:cNvPr>
          <p:cNvGrpSpPr/>
          <p:nvPr/>
        </p:nvGrpSpPr>
        <p:grpSpPr>
          <a:xfrm>
            <a:off x="914400" y="5715001"/>
            <a:ext cx="1549401" cy="254000"/>
            <a:chOff x="914400" y="5715000"/>
            <a:chExt cx="1549400" cy="254000"/>
          </a:xfrm>
        </p:grpSpPr>
        <p:sp>
          <p:nvSpPr>
            <p:cNvPr id="41" name="demo_in_body">
              <a:extLst>
                <a:ext uri="{FF2B5EF4-FFF2-40B4-BE49-F238E27FC236}">
                  <a16:creationId xmlns:a16="http://schemas.microsoft.com/office/drawing/2014/main" id="{3DED1DF5-9086-B3AB-8EFE-CC556168540C}"/>
                </a:ext>
              </a:extLst>
            </p:cNvPr>
            <p:cNvSpPr/>
            <p:nvPr/>
          </p:nvSpPr>
          <p:spPr>
            <a:xfrm>
              <a:off x="914400" y="5715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i_a[7:0]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2" name="demo_in_pin">
              <a:extLst>
                <a:ext uri="{FF2B5EF4-FFF2-40B4-BE49-F238E27FC236}">
                  <a16:creationId xmlns:a16="http://schemas.microsoft.com/office/drawing/2014/main" id="{8D85601A-477F-F7A6-8E35-E06FEF091500}"/>
                </a:ext>
              </a:extLst>
            </p:cNvPr>
            <p:cNvSpPr/>
            <p:nvPr/>
          </p:nvSpPr>
          <p:spPr>
            <a:xfrm>
              <a:off x="2336800" y="5778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47" name="demo_m">
            <a:extLst>
              <a:ext uri="{FF2B5EF4-FFF2-40B4-BE49-F238E27FC236}">
                <a16:creationId xmlns:a16="http://schemas.microsoft.com/office/drawing/2014/main" id="{ED7DB6BF-447F-417C-5142-7DFE823FCEBD}"/>
              </a:ext>
            </a:extLst>
          </p:cNvPr>
          <p:cNvGrpSpPr/>
          <p:nvPr/>
        </p:nvGrpSpPr>
        <p:grpSpPr>
          <a:xfrm>
            <a:off x="3175002" y="5435602"/>
            <a:ext cx="1270000" cy="762000"/>
            <a:chOff x="3175000" y="5435600"/>
            <a:chExt cx="1270000" cy="762000"/>
          </a:xfrm>
        </p:grpSpPr>
        <p:sp>
          <p:nvSpPr>
            <p:cNvPr id="44" name="demo_m_body">
              <a:extLst>
                <a:ext uri="{FF2B5EF4-FFF2-40B4-BE49-F238E27FC236}">
                  <a16:creationId xmlns:a16="http://schemas.microsoft.com/office/drawing/2014/main" id="{F884303E-1454-5DAA-98C9-B537BCC628F5}"/>
                </a:ext>
              </a:extLst>
            </p:cNvPr>
            <p:cNvSpPr/>
            <p:nvPr/>
          </p:nvSpPr>
          <p:spPr>
            <a:xfrm>
              <a:off x="3302000" y="5435600"/>
              <a:ext cx="1143000" cy="762000"/>
            </a:xfrm>
            <a:prstGeom prst="roundRect">
              <a:avLst>
                <a:gd name="adj" fmla="val 6000"/>
              </a:avLst>
            </a:prstGeom>
            <a:solidFill>
              <a:srgbClr val="F3F4F6"/>
            </a:solidFill>
            <a:ln w="19050">
              <a:solidFill>
                <a:srgbClr val="374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374151"/>
                  </a:solidFill>
                  <a:latin typeface="Malgun Gothic" panose="020B0503020000020004" pitchFamily="50" charset="-127"/>
                </a:rPr>
                <a:t>module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U_?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5" name="demo_m_pin_i_a[7:0]">
              <a:extLst>
                <a:ext uri="{FF2B5EF4-FFF2-40B4-BE49-F238E27FC236}">
                  <a16:creationId xmlns:a16="http://schemas.microsoft.com/office/drawing/2014/main" id="{E111726C-EAFD-B6D9-972A-2C08E3D88938}"/>
                </a:ext>
              </a:extLst>
            </p:cNvPr>
            <p:cNvSpPr/>
            <p:nvPr/>
          </p:nvSpPr>
          <p:spPr>
            <a:xfrm>
              <a:off x="3175000" y="59055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" name="demo_m_lbl_i_a[7:0]">
              <a:extLst>
                <a:ext uri="{FF2B5EF4-FFF2-40B4-BE49-F238E27FC236}">
                  <a16:creationId xmlns:a16="http://schemas.microsoft.com/office/drawing/2014/main" id="{5C619965-53AF-BAD3-7494-7C0F97331F4B}"/>
                </a:ext>
              </a:extLst>
            </p:cNvPr>
            <p:cNvSpPr txBox="1"/>
            <p:nvPr/>
          </p:nvSpPr>
          <p:spPr>
            <a:xfrm>
              <a:off x="3352800" y="5880100"/>
              <a:ext cx="698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i_a[7:0]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704742F7-CE95-FF97-EC9D-E6197DC23E64}"/>
              </a:ext>
            </a:extLst>
          </p:cNvPr>
          <p:cNvCxnSpPr>
            <a:cxnSpLocks/>
            <a:stCxn id="42" idx="3"/>
            <a:endCxn id="45" idx="1"/>
          </p:cNvCxnSpPr>
          <p:nvPr/>
        </p:nvCxnSpPr>
        <p:spPr>
          <a:xfrm>
            <a:off x="2463801" y="5841999"/>
            <a:ext cx="711200" cy="127001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D443A18-B0D8-C72E-DE6E-754A228DF7CA}"/>
              </a:ext>
            </a:extLst>
          </p:cNvPr>
          <p:cNvSpPr txBox="1"/>
          <p:nvPr/>
        </p:nvSpPr>
        <p:spPr>
          <a:xfrm>
            <a:off x="4699002" y="5778501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← 연결 예 </a:t>
            </a:r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블록을 움직여 보면 선이 따라옴</a:t>
            </a:r>
          </a:p>
        </p:txBody>
      </p:sp>
    </p:spTree>
    <p:extLst>
      <p:ext uri="{BB962C8B-B14F-4D97-AF65-F5344CB8AC3E}">
        <p14:creationId xmlns:p14="http://schemas.microsoft.com/office/powerpoint/2010/main" val="2414788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DD61D3-A6C8-B487-3C0E-6D18471B6C1C}"/>
              </a:ext>
            </a:extLst>
          </p:cNvPr>
          <p:cNvSpPr txBox="1"/>
          <p:nvPr/>
        </p:nvSpPr>
        <p:spPr>
          <a:xfrm>
            <a:off x="381001" y="203201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 b="1">
                <a:solidFill>
                  <a:srgbClr val="3730A3"/>
                </a:solidFill>
                <a:latin typeface="Malgun Gothic" panose="020B0503020000020004" pitchFamily="50" charset="-127"/>
              </a:rPr>
              <a:t>LIBRARY ① vfile/lib — </a:t>
            </a:r>
            <a:r>
              <a:rPr lang="ko-KR" altLang="en-US" sz="1001" b="1">
                <a:solidFill>
                  <a:srgbClr val="3730A3"/>
                </a:solidFill>
                <a:latin typeface="Malgun Gothic" panose="020B0503020000020004" pitchFamily="50" charset="-127"/>
              </a:rPr>
              <a:t>가산기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E25B07-4556-B233-907D-15D5CECFA80F}"/>
              </a:ext>
            </a:extLst>
          </p:cNvPr>
          <p:cNvSpPr txBox="1"/>
          <p:nvPr/>
        </p:nvSpPr>
        <p:spPr>
          <a:xfrm>
            <a:off x="381002" y="406401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가산기 모듈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68750A-D20B-68CE-7D11-1D233D5AB2F6}"/>
              </a:ext>
            </a:extLst>
          </p:cNvPr>
          <p:cNvSpPr txBox="1"/>
          <p:nvPr/>
        </p:nvSpPr>
        <p:spPr>
          <a:xfrm>
            <a:off x="381002" y="787400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half_adder → full_adder → full_adder_4bit → full_adder_8bit 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순으로 아래 모듈을 인스턴스로 사용</a:t>
            </a:r>
          </a:p>
        </p:txBody>
      </p:sp>
      <p:grpSp>
        <p:nvGrpSpPr>
          <p:cNvPr id="14" name="lib_ha">
            <a:extLst>
              <a:ext uri="{FF2B5EF4-FFF2-40B4-BE49-F238E27FC236}">
                <a16:creationId xmlns:a16="http://schemas.microsoft.com/office/drawing/2014/main" id="{E9466C28-F2C5-88EA-CF03-3FD72D33DEFD}"/>
              </a:ext>
            </a:extLst>
          </p:cNvPr>
          <p:cNvGrpSpPr/>
          <p:nvPr/>
        </p:nvGrpSpPr>
        <p:grpSpPr>
          <a:xfrm>
            <a:off x="660400" y="1270001"/>
            <a:ext cx="1727200" cy="1016000"/>
            <a:chOff x="660400" y="1270000"/>
            <a:chExt cx="1727200" cy="1016000"/>
          </a:xfrm>
        </p:grpSpPr>
        <p:sp>
          <p:nvSpPr>
            <p:cNvPr id="5" name="lib_ha_body">
              <a:extLst>
                <a:ext uri="{FF2B5EF4-FFF2-40B4-BE49-F238E27FC236}">
                  <a16:creationId xmlns:a16="http://schemas.microsoft.com/office/drawing/2014/main" id="{BAC64B3F-D4E9-6B73-B948-6DB4236F1918}"/>
                </a:ext>
              </a:extLst>
            </p:cNvPr>
            <p:cNvSpPr/>
            <p:nvPr/>
          </p:nvSpPr>
          <p:spPr>
            <a:xfrm>
              <a:off x="762000" y="1270000"/>
              <a:ext cx="1524000" cy="1016000"/>
            </a:xfrm>
            <a:prstGeom prst="roundRect">
              <a:avLst>
                <a:gd name="adj" fmla="val 6000"/>
              </a:avLst>
            </a:prstGeom>
            <a:solidFill>
              <a:srgbClr val="EEF2FF"/>
            </a:solidFill>
            <a:ln w="19050">
              <a:solidFill>
                <a:srgbClr val="3730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3730A3"/>
                  </a:solidFill>
                  <a:latin typeface="Malgun Gothic" panose="020B0503020000020004" pitchFamily="50" charset="-127"/>
                </a:rPr>
                <a:t>half_adder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U_HA?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" name="lib_ha_pin_i_a">
              <a:extLst>
                <a:ext uri="{FF2B5EF4-FFF2-40B4-BE49-F238E27FC236}">
                  <a16:creationId xmlns:a16="http://schemas.microsoft.com/office/drawing/2014/main" id="{74D14F0B-0053-B98C-3DF9-B7901EF5ADB5}"/>
                </a:ext>
              </a:extLst>
            </p:cNvPr>
            <p:cNvSpPr/>
            <p:nvPr/>
          </p:nvSpPr>
          <p:spPr>
            <a:xfrm>
              <a:off x="660400" y="1752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" name="lib_ha_lbl_i_a">
              <a:extLst>
                <a:ext uri="{FF2B5EF4-FFF2-40B4-BE49-F238E27FC236}">
                  <a16:creationId xmlns:a16="http://schemas.microsoft.com/office/drawing/2014/main" id="{9CDCB2A9-37F1-7D9B-897C-F84BA1594111}"/>
                </a:ext>
              </a:extLst>
            </p:cNvPr>
            <p:cNvSpPr txBox="1"/>
            <p:nvPr/>
          </p:nvSpPr>
          <p:spPr>
            <a:xfrm>
              <a:off x="812800" y="1714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i_a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" name="lib_ha_pin_i_b">
              <a:extLst>
                <a:ext uri="{FF2B5EF4-FFF2-40B4-BE49-F238E27FC236}">
                  <a16:creationId xmlns:a16="http://schemas.microsoft.com/office/drawing/2014/main" id="{B6E6C692-13B7-ADD8-8C17-846B3FD7A32B}"/>
                </a:ext>
              </a:extLst>
            </p:cNvPr>
            <p:cNvSpPr/>
            <p:nvPr/>
          </p:nvSpPr>
          <p:spPr>
            <a:xfrm>
              <a:off x="660400" y="2006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" name="lib_ha_lbl_i_b">
              <a:extLst>
                <a:ext uri="{FF2B5EF4-FFF2-40B4-BE49-F238E27FC236}">
                  <a16:creationId xmlns:a16="http://schemas.microsoft.com/office/drawing/2014/main" id="{116E3109-B330-C17F-CC15-BD2697542689}"/>
                </a:ext>
              </a:extLst>
            </p:cNvPr>
            <p:cNvSpPr txBox="1"/>
            <p:nvPr/>
          </p:nvSpPr>
          <p:spPr>
            <a:xfrm>
              <a:off x="812800" y="1968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i_b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0" name="lib_ha_pin_o_sum">
              <a:extLst>
                <a:ext uri="{FF2B5EF4-FFF2-40B4-BE49-F238E27FC236}">
                  <a16:creationId xmlns:a16="http://schemas.microsoft.com/office/drawing/2014/main" id="{D21C33D5-4A0F-C144-53CF-6D3675DEB787}"/>
                </a:ext>
              </a:extLst>
            </p:cNvPr>
            <p:cNvSpPr/>
            <p:nvPr/>
          </p:nvSpPr>
          <p:spPr>
            <a:xfrm>
              <a:off x="2286000" y="17526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1" name="lib_ha_lbl_o_sum">
              <a:extLst>
                <a:ext uri="{FF2B5EF4-FFF2-40B4-BE49-F238E27FC236}">
                  <a16:creationId xmlns:a16="http://schemas.microsoft.com/office/drawing/2014/main" id="{AEE6EAF2-2BD8-5C4D-BA94-1C748C8D7D81}"/>
                </a:ext>
              </a:extLst>
            </p:cNvPr>
            <p:cNvSpPr txBox="1"/>
            <p:nvPr/>
          </p:nvSpPr>
          <p:spPr>
            <a:xfrm>
              <a:off x="1346200" y="1714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o_sum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2" name="lib_ha_pin_o_cout">
              <a:extLst>
                <a:ext uri="{FF2B5EF4-FFF2-40B4-BE49-F238E27FC236}">
                  <a16:creationId xmlns:a16="http://schemas.microsoft.com/office/drawing/2014/main" id="{4967EB53-7BF9-4025-6A6C-EAFD5777E4B3}"/>
                </a:ext>
              </a:extLst>
            </p:cNvPr>
            <p:cNvSpPr/>
            <p:nvPr/>
          </p:nvSpPr>
          <p:spPr>
            <a:xfrm>
              <a:off x="2286000" y="20066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" name="lib_ha_lbl_o_cout">
              <a:extLst>
                <a:ext uri="{FF2B5EF4-FFF2-40B4-BE49-F238E27FC236}">
                  <a16:creationId xmlns:a16="http://schemas.microsoft.com/office/drawing/2014/main" id="{038F6188-1B08-E2FE-EBEE-FE33EA400EE1}"/>
                </a:ext>
              </a:extLst>
            </p:cNvPr>
            <p:cNvSpPr txBox="1"/>
            <p:nvPr/>
          </p:nvSpPr>
          <p:spPr>
            <a:xfrm>
              <a:off x="1346200" y="1968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o_cout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26" name="lib_fa">
            <a:extLst>
              <a:ext uri="{FF2B5EF4-FFF2-40B4-BE49-F238E27FC236}">
                <a16:creationId xmlns:a16="http://schemas.microsoft.com/office/drawing/2014/main" id="{CBD1C6DB-C51C-6DC5-AB26-45D21488B5B9}"/>
              </a:ext>
            </a:extLst>
          </p:cNvPr>
          <p:cNvGrpSpPr/>
          <p:nvPr/>
        </p:nvGrpSpPr>
        <p:grpSpPr>
          <a:xfrm>
            <a:off x="3327401" y="1270002"/>
            <a:ext cx="1727200" cy="1270000"/>
            <a:chOff x="3327400" y="1270000"/>
            <a:chExt cx="1727200" cy="1270000"/>
          </a:xfrm>
        </p:grpSpPr>
        <p:sp>
          <p:nvSpPr>
            <p:cNvPr id="15" name="lib_fa_body">
              <a:extLst>
                <a:ext uri="{FF2B5EF4-FFF2-40B4-BE49-F238E27FC236}">
                  <a16:creationId xmlns:a16="http://schemas.microsoft.com/office/drawing/2014/main" id="{A43418E7-9FA3-D792-0579-FB9383D0BA45}"/>
                </a:ext>
              </a:extLst>
            </p:cNvPr>
            <p:cNvSpPr/>
            <p:nvPr/>
          </p:nvSpPr>
          <p:spPr>
            <a:xfrm>
              <a:off x="3429000" y="1270000"/>
              <a:ext cx="1524000" cy="1270000"/>
            </a:xfrm>
            <a:prstGeom prst="roundRect">
              <a:avLst>
                <a:gd name="adj" fmla="val 6000"/>
              </a:avLst>
            </a:prstGeom>
            <a:solidFill>
              <a:srgbClr val="EEF2FF"/>
            </a:solidFill>
            <a:ln w="19050">
              <a:solidFill>
                <a:srgbClr val="3730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3730A3"/>
                  </a:solidFill>
                  <a:latin typeface="Malgun Gothic" panose="020B0503020000020004" pitchFamily="50" charset="-127"/>
                </a:rPr>
                <a:t>full_adder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U_FA?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6" name="lib_fa_pin_i_a">
              <a:extLst>
                <a:ext uri="{FF2B5EF4-FFF2-40B4-BE49-F238E27FC236}">
                  <a16:creationId xmlns:a16="http://schemas.microsoft.com/office/drawing/2014/main" id="{5C57AA27-8BB9-7B51-0DF6-5830544173B1}"/>
                </a:ext>
              </a:extLst>
            </p:cNvPr>
            <p:cNvSpPr/>
            <p:nvPr/>
          </p:nvSpPr>
          <p:spPr>
            <a:xfrm>
              <a:off x="3327400" y="1752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7" name="lib_fa_lbl_i_a">
              <a:extLst>
                <a:ext uri="{FF2B5EF4-FFF2-40B4-BE49-F238E27FC236}">
                  <a16:creationId xmlns:a16="http://schemas.microsoft.com/office/drawing/2014/main" id="{BD648153-49A0-1292-32F6-ADBC31344DB5}"/>
                </a:ext>
              </a:extLst>
            </p:cNvPr>
            <p:cNvSpPr txBox="1"/>
            <p:nvPr/>
          </p:nvSpPr>
          <p:spPr>
            <a:xfrm>
              <a:off x="3479800" y="1714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i_a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8" name="lib_fa_pin_i_b">
              <a:extLst>
                <a:ext uri="{FF2B5EF4-FFF2-40B4-BE49-F238E27FC236}">
                  <a16:creationId xmlns:a16="http://schemas.microsoft.com/office/drawing/2014/main" id="{94768CC5-01F2-4ADB-83BC-722D85817E16}"/>
                </a:ext>
              </a:extLst>
            </p:cNvPr>
            <p:cNvSpPr/>
            <p:nvPr/>
          </p:nvSpPr>
          <p:spPr>
            <a:xfrm>
              <a:off x="3327400" y="2006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" name="lib_fa_lbl_i_b">
              <a:extLst>
                <a:ext uri="{FF2B5EF4-FFF2-40B4-BE49-F238E27FC236}">
                  <a16:creationId xmlns:a16="http://schemas.microsoft.com/office/drawing/2014/main" id="{B19F6C70-AB33-F350-32C7-A86E00B2EDED}"/>
                </a:ext>
              </a:extLst>
            </p:cNvPr>
            <p:cNvSpPr txBox="1"/>
            <p:nvPr/>
          </p:nvSpPr>
          <p:spPr>
            <a:xfrm>
              <a:off x="3479800" y="1968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i_b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0" name="lib_fa_pin_i_cin">
              <a:extLst>
                <a:ext uri="{FF2B5EF4-FFF2-40B4-BE49-F238E27FC236}">
                  <a16:creationId xmlns:a16="http://schemas.microsoft.com/office/drawing/2014/main" id="{2470FD97-E937-EFEF-3097-C0F7FD328C75}"/>
                </a:ext>
              </a:extLst>
            </p:cNvPr>
            <p:cNvSpPr/>
            <p:nvPr/>
          </p:nvSpPr>
          <p:spPr>
            <a:xfrm>
              <a:off x="3327400" y="2260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1" name="lib_fa_lbl_i_cin">
              <a:extLst>
                <a:ext uri="{FF2B5EF4-FFF2-40B4-BE49-F238E27FC236}">
                  <a16:creationId xmlns:a16="http://schemas.microsoft.com/office/drawing/2014/main" id="{2DEDDD22-69FE-505F-E405-17C055883A7F}"/>
                </a:ext>
              </a:extLst>
            </p:cNvPr>
            <p:cNvSpPr txBox="1"/>
            <p:nvPr/>
          </p:nvSpPr>
          <p:spPr>
            <a:xfrm>
              <a:off x="3479800" y="2222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i_cin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2" name="lib_fa_pin_o_sum">
              <a:extLst>
                <a:ext uri="{FF2B5EF4-FFF2-40B4-BE49-F238E27FC236}">
                  <a16:creationId xmlns:a16="http://schemas.microsoft.com/office/drawing/2014/main" id="{D939A47C-700A-6EC5-799F-935155C42BC8}"/>
                </a:ext>
              </a:extLst>
            </p:cNvPr>
            <p:cNvSpPr/>
            <p:nvPr/>
          </p:nvSpPr>
          <p:spPr>
            <a:xfrm>
              <a:off x="4953000" y="17526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" name="lib_fa_lbl_o_sum">
              <a:extLst>
                <a:ext uri="{FF2B5EF4-FFF2-40B4-BE49-F238E27FC236}">
                  <a16:creationId xmlns:a16="http://schemas.microsoft.com/office/drawing/2014/main" id="{7094DBD1-8B6D-A611-4E1E-5FB43EA5B27E}"/>
                </a:ext>
              </a:extLst>
            </p:cNvPr>
            <p:cNvSpPr txBox="1"/>
            <p:nvPr/>
          </p:nvSpPr>
          <p:spPr>
            <a:xfrm>
              <a:off x="4013200" y="1714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o_sum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4" name="lib_fa_pin_o_cout">
              <a:extLst>
                <a:ext uri="{FF2B5EF4-FFF2-40B4-BE49-F238E27FC236}">
                  <a16:creationId xmlns:a16="http://schemas.microsoft.com/office/drawing/2014/main" id="{BADAE4C7-9203-02EE-B916-5ED6DBBAA011}"/>
                </a:ext>
              </a:extLst>
            </p:cNvPr>
            <p:cNvSpPr/>
            <p:nvPr/>
          </p:nvSpPr>
          <p:spPr>
            <a:xfrm>
              <a:off x="4953000" y="20066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" name="lib_fa_lbl_o_cout">
              <a:extLst>
                <a:ext uri="{FF2B5EF4-FFF2-40B4-BE49-F238E27FC236}">
                  <a16:creationId xmlns:a16="http://schemas.microsoft.com/office/drawing/2014/main" id="{08BB10A2-110F-6C61-C1B8-19F47A8C10FD}"/>
                </a:ext>
              </a:extLst>
            </p:cNvPr>
            <p:cNvSpPr txBox="1"/>
            <p:nvPr/>
          </p:nvSpPr>
          <p:spPr>
            <a:xfrm>
              <a:off x="4013200" y="1968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o_cout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38" name="lib_fa4">
            <a:extLst>
              <a:ext uri="{FF2B5EF4-FFF2-40B4-BE49-F238E27FC236}">
                <a16:creationId xmlns:a16="http://schemas.microsoft.com/office/drawing/2014/main" id="{EE549E72-0055-2165-49EC-36A588FA4BFC}"/>
              </a:ext>
            </a:extLst>
          </p:cNvPr>
          <p:cNvGrpSpPr/>
          <p:nvPr/>
        </p:nvGrpSpPr>
        <p:grpSpPr>
          <a:xfrm>
            <a:off x="5969001" y="1270002"/>
            <a:ext cx="2032000" cy="1270000"/>
            <a:chOff x="5969000" y="1270000"/>
            <a:chExt cx="2032000" cy="1270000"/>
          </a:xfrm>
        </p:grpSpPr>
        <p:sp>
          <p:nvSpPr>
            <p:cNvPr id="27" name="lib_fa4_body">
              <a:extLst>
                <a:ext uri="{FF2B5EF4-FFF2-40B4-BE49-F238E27FC236}">
                  <a16:creationId xmlns:a16="http://schemas.microsoft.com/office/drawing/2014/main" id="{5890524F-4A69-F87E-C86C-4F14BE66E351}"/>
                </a:ext>
              </a:extLst>
            </p:cNvPr>
            <p:cNvSpPr/>
            <p:nvPr/>
          </p:nvSpPr>
          <p:spPr>
            <a:xfrm>
              <a:off x="6096000" y="1270000"/>
              <a:ext cx="1778000" cy="1270000"/>
            </a:xfrm>
            <a:prstGeom prst="roundRect">
              <a:avLst>
                <a:gd name="adj" fmla="val 6000"/>
              </a:avLst>
            </a:prstGeom>
            <a:solidFill>
              <a:srgbClr val="EEF2FF"/>
            </a:solidFill>
            <a:ln w="19050">
              <a:solidFill>
                <a:srgbClr val="3730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3730A3"/>
                  </a:solidFill>
                  <a:latin typeface="Malgun Gothic" panose="020B0503020000020004" pitchFamily="50" charset="-127"/>
                </a:rPr>
                <a:t>full_adder_4bit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U_ADD?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8" name="lib_fa4_pin_i_a[3:0]">
              <a:extLst>
                <a:ext uri="{FF2B5EF4-FFF2-40B4-BE49-F238E27FC236}">
                  <a16:creationId xmlns:a16="http://schemas.microsoft.com/office/drawing/2014/main" id="{B427F7EB-40EF-8D9D-A707-6BDF11429EDA}"/>
                </a:ext>
              </a:extLst>
            </p:cNvPr>
            <p:cNvSpPr/>
            <p:nvPr/>
          </p:nvSpPr>
          <p:spPr>
            <a:xfrm>
              <a:off x="5969000" y="1739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9" name="lib_fa4_lbl_i_a[3:0]">
              <a:extLst>
                <a:ext uri="{FF2B5EF4-FFF2-40B4-BE49-F238E27FC236}">
                  <a16:creationId xmlns:a16="http://schemas.microsoft.com/office/drawing/2014/main" id="{150ADC26-4A1B-EB51-EE9E-2FEEE77E3423}"/>
                </a:ext>
              </a:extLst>
            </p:cNvPr>
            <p:cNvSpPr txBox="1"/>
            <p:nvPr/>
          </p:nvSpPr>
          <p:spPr>
            <a:xfrm>
              <a:off x="6146800" y="1714500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i_a[3:0]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0" name="lib_fa4_pin_i_b[3:0]">
              <a:extLst>
                <a:ext uri="{FF2B5EF4-FFF2-40B4-BE49-F238E27FC236}">
                  <a16:creationId xmlns:a16="http://schemas.microsoft.com/office/drawing/2014/main" id="{39BF609C-4EB0-A79B-6044-D4CE5A44FE7A}"/>
                </a:ext>
              </a:extLst>
            </p:cNvPr>
            <p:cNvSpPr/>
            <p:nvPr/>
          </p:nvSpPr>
          <p:spPr>
            <a:xfrm>
              <a:off x="5969000" y="1993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1" name="lib_fa4_lbl_i_b[3:0]">
              <a:extLst>
                <a:ext uri="{FF2B5EF4-FFF2-40B4-BE49-F238E27FC236}">
                  <a16:creationId xmlns:a16="http://schemas.microsoft.com/office/drawing/2014/main" id="{FA8D9EB9-A7BC-0E4F-B771-8FB1B57E7DAD}"/>
                </a:ext>
              </a:extLst>
            </p:cNvPr>
            <p:cNvSpPr txBox="1"/>
            <p:nvPr/>
          </p:nvSpPr>
          <p:spPr>
            <a:xfrm>
              <a:off x="6146800" y="1968500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i_b[3:0]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2" name="lib_fa4_pin_i_cin">
              <a:extLst>
                <a:ext uri="{FF2B5EF4-FFF2-40B4-BE49-F238E27FC236}">
                  <a16:creationId xmlns:a16="http://schemas.microsoft.com/office/drawing/2014/main" id="{C55F1C24-330C-068B-5D84-10078C50AFFB}"/>
                </a:ext>
              </a:extLst>
            </p:cNvPr>
            <p:cNvSpPr/>
            <p:nvPr/>
          </p:nvSpPr>
          <p:spPr>
            <a:xfrm>
              <a:off x="5994400" y="2260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3" name="lib_fa4_lbl_i_cin">
              <a:extLst>
                <a:ext uri="{FF2B5EF4-FFF2-40B4-BE49-F238E27FC236}">
                  <a16:creationId xmlns:a16="http://schemas.microsoft.com/office/drawing/2014/main" id="{875C21AC-48CD-EC3B-90BB-9ECCE3C35F36}"/>
                </a:ext>
              </a:extLst>
            </p:cNvPr>
            <p:cNvSpPr txBox="1"/>
            <p:nvPr/>
          </p:nvSpPr>
          <p:spPr>
            <a:xfrm>
              <a:off x="6146800" y="2222500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i_cin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4" name="lib_fa4_pin_o_sum[3:0]">
              <a:extLst>
                <a:ext uri="{FF2B5EF4-FFF2-40B4-BE49-F238E27FC236}">
                  <a16:creationId xmlns:a16="http://schemas.microsoft.com/office/drawing/2014/main" id="{CEEDF328-F603-23AD-5597-21055836509D}"/>
                </a:ext>
              </a:extLst>
            </p:cNvPr>
            <p:cNvSpPr/>
            <p:nvPr/>
          </p:nvSpPr>
          <p:spPr>
            <a:xfrm>
              <a:off x="7874000" y="1739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5" name="lib_fa4_lbl_o_sum[3:0]">
              <a:extLst>
                <a:ext uri="{FF2B5EF4-FFF2-40B4-BE49-F238E27FC236}">
                  <a16:creationId xmlns:a16="http://schemas.microsoft.com/office/drawing/2014/main" id="{25D06EDA-C716-6F80-3D7B-8C83428DA9E2}"/>
                </a:ext>
              </a:extLst>
            </p:cNvPr>
            <p:cNvSpPr txBox="1"/>
            <p:nvPr/>
          </p:nvSpPr>
          <p:spPr>
            <a:xfrm>
              <a:off x="6807200" y="1714500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o_sum[3:0]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6" name="lib_fa4_pin_o_cout">
              <a:extLst>
                <a:ext uri="{FF2B5EF4-FFF2-40B4-BE49-F238E27FC236}">
                  <a16:creationId xmlns:a16="http://schemas.microsoft.com/office/drawing/2014/main" id="{85312B73-BD56-8358-FAD4-050A2EE095C0}"/>
                </a:ext>
              </a:extLst>
            </p:cNvPr>
            <p:cNvSpPr/>
            <p:nvPr/>
          </p:nvSpPr>
          <p:spPr>
            <a:xfrm>
              <a:off x="7874000" y="20066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" name="lib_fa4_lbl_o_cout">
              <a:extLst>
                <a:ext uri="{FF2B5EF4-FFF2-40B4-BE49-F238E27FC236}">
                  <a16:creationId xmlns:a16="http://schemas.microsoft.com/office/drawing/2014/main" id="{4767A290-1CF5-ECCF-276D-E25DC15F15D9}"/>
                </a:ext>
              </a:extLst>
            </p:cNvPr>
            <p:cNvSpPr txBox="1"/>
            <p:nvPr/>
          </p:nvSpPr>
          <p:spPr>
            <a:xfrm>
              <a:off x="6807200" y="1968500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o_cout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50" name="lib_fa8">
            <a:extLst>
              <a:ext uri="{FF2B5EF4-FFF2-40B4-BE49-F238E27FC236}">
                <a16:creationId xmlns:a16="http://schemas.microsoft.com/office/drawing/2014/main" id="{85BEE5F5-4748-63B1-695F-0274EFE64421}"/>
              </a:ext>
            </a:extLst>
          </p:cNvPr>
          <p:cNvGrpSpPr/>
          <p:nvPr/>
        </p:nvGrpSpPr>
        <p:grpSpPr>
          <a:xfrm>
            <a:off x="9017001" y="1270002"/>
            <a:ext cx="2032000" cy="1270000"/>
            <a:chOff x="9017000" y="1270000"/>
            <a:chExt cx="2032000" cy="1270000"/>
          </a:xfrm>
        </p:grpSpPr>
        <p:sp>
          <p:nvSpPr>
            <p:cNvPr id="39" name="lib_fa8_body">
              <a:extLst>
                <a:ext uri="{FF2B5EF4-FFF2-40B4-BE49-F238E27FC236}">
                  <a16:creationId xmlns:a16="http://schemas.microsoft.com/office/drawing/2014/main" id="{FD9FB400-27A8-F310-5F28-63A8B5493B45}"/>
                </a:ext>
              </a:extLst>
            </p:cNvPr>
            <p:cNvSpPr/>
            <p:nvPr/>
          </p:nvSpPr>
          <p:spPr>
            <a:xfrm>
              <a:off x="9144000" y="1270000"/>
              <a:ext cx="1778000" cy="1270000"/>
            </a:xfrm>
            <a:prstGeom prst="roundRect">
              <a:avLst>
                <a:gd name="adj" fmla="val 6000"/>
              </a:avLst>
            </a:prstGeom>
            <a:solidFill>
              <a:srgbClr val="EEF2FF"/>
            </a:solidFill>
            <a:ln w="19050">
              <a:solidFill>
                <a:srgbClr val="3730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3730A3"/>
                  </a:solidFill>
                  <a:latin typeface="Malgun Gothic" panose="020B0503020000020004" pitchFamily="50" charset="-127"/>
                </a:rPr>
                <a:t>full_adder_8bit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U_ADD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0" name="lib_fa8_pin_i_a[7:0]">
              <a:extLst>
                <a:ext uri="{FF2B5EF4-FFF2-40B4-BE49-F238E27FC236}">
                  <a16:creationId xmlns:a16="http://schemas.microsoft.com/office/drawing/2014/main" id="{22DB390C-5DA3-D4F6-9A46-3C2F3CE6D313}"/>
                </a:ext>
              </a:extLst>
            </p:cNvPr>
            <p:cNvSpPr/>
            <p:nvPr/>
          </p:nvSpPr>
          <p:spPr>
            <a:xfrm>
              <a:off x="9017000" y="1739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1" name="lib_fa8_lbl_i_a[7:0]">
              <a:extLst>
                <a:ext uri="{FF2B5EF4-FFF2-40B4-BE49-F238E27FC236}">
                  <a16:creationId xmlns:a16="http://schemas.microsoft.com/office/drawing/2014/main" id="{E03E248D-C281-5BAC-E8D6-E91E12CCF7A1}"/>
                </a:ext>
              </a:extLst>
            </p:cNvPr>
            <p:cNvSpPr txBox="1"/>
            <p:nvPr/>
          </p:nvSpPr>
          <p:spPr>
            <a:xfrm>
              <a:off x="9194800" y="1714500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i_a[7:0]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2" name="lib_fa8_pin_i_b[7:0]">
              <a:extLst>
                <a:ext uri="{FF2B5EF4-FFF2-40B4-BE49-F238E27FC236}">
                  <a16:creationId xmlns:a16="http://schemas.microsoft.com/office/drawing/2014/main" id="{B094E766-C13F-FAB3-D1BC-1B72D2E39F25}"/>
                </a:ext>
              </a:extLst>
            </p:cNvPr>
            <p:cNvSpPr/>
            <p:nvPr/>
          </p:nvSpPr>
          <p:spPr>
            <a:xfrm>
              <a:off x="9017000" y="1993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3" name="lib_fa8_lbl_i_b[7:0]">
              <a:extLst>
                <a:ext uri="{FF2B5EF4-FFF2-40B4-BE49-F238E27FC236}">
                  <a16:creationId xmlns:a16="http://schemas.microsoft.com/office/drawing/2014/main" id="{9BF30047-B022-FB9E-4D55-12915AAA9985}"/>
                </a:ext>
              </a:extLst>
            </p:cNvPr>
            <p:cNvSpPr txBox="1"/>
            <p:nvPr/>
          </p:nvSpPr>
          <p:spPr>
            <a:xfrm>
              <a:off x="9194800" y="1968500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i_b[7:0]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4" name="lib_fa8_pin_i_cin">
              <a:extLst>
                <a:ext uri="{FF2B5EF4-FFF2-40B4-BE49-F238E27FC236}">
                  <a16:creationId xmlns:a16="http://schemas.microsoft.com/office/drawing/2014/main" id="{25BEECD8-F016-13D2-4F3C-49DA69EE562F}"/>
                </a:ext>
              </a:extLst>
            </p:cNvPr>
            <p:cNvSpPr/>
            <p:nvPr/>
          </p:nvSpPr>
          <p:spPr>
            <a:xfrm>
              <a:off x="9042400" y="2260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5" name="lib_fa8_lbl_i_cin">
              <a:extLst>
                <a:ext uri="{FF2B5EF4-FFF2-40B4-BE49-F238E27FC236}">
                  <a16:creationId xmlns:a16="http://schemas.microsoft.com/office/drawing/2014/main" id="{9ADD0E21-E3DF-9958-D3A8-8A90F62B5B1C}"/>
                </a:ext>
              </a:extLst>
            </p:cNvPr>
            <p:cNvSpPr txBox="1"/>
            <p:nvPr/>
          </p:nvSpPr>
          <p:spPr>
            <a:xfrm>
              <a:off x="9194800" y="2222500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i_cin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6" name="lib_fa8_pin_o_sum[7:0]">
              <a:extLst>
                <a:ext uri="{FF2B5EF4-FFF2-40B4-BE49-F238E27FC236}">
                  <a16:creationId xmlns:a16="http://schemas.microsoft.com/office/drawing/2014/main" id="{EB475396-4303-BCB0-2656-E0EE4F26448B}"/>
                </a:ext>
              </a:extLst>
            </p:cNvPr>
            <p:cNvSpPr/>
            <p:nvPr/>
          </p:nvSpPr>
          <p:spPr>
            <a:xfrm>
              <a:off x="10922000" y="1739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" name="lib_fa8_lbl_o_sum[7:0]">
              <a:extLst>
                <a:ext uri="{FF2B5EF4-FFF2-40B4-BE49-F238E27FC236}">
                  <a16:creationId xmlns:a16="http://schemas.microsoft.com/office/drawing/2014/main" id="{EBA267E8-889F-0ABF-EA65-934DCA69B1E5}"/>
                </a:ext>
              </a:extLst>
            </p:cNvPr>
            <p:cNvSpPr txBox="1"/>
            <p:nvPr/>
          </p:nvSpPr>
          <p:spPr>
            <a:xfrm>
              <a:off x="9855200" y="1714500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o_sum[7:0]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8" name="lib_fa8_pin_o_cout">
              <a:extLst>
                <a:ext uri="{FF2B5EF4-FFF2-40B4-BE49-F238E27FC236}">
                  <a16:creationId xmlns:a16="http://schemas.microsoft.com/office/drawing/2014/main" id="{31D82351-776A-1BD9-ED0E-F3AC35EE1A10}"/>
                </a:ext>
              </a:extLst>
            </p:cNvPr>
            <p:cNvSpPr/>
            <p:nvPr/>
          </p:nvSpPr>
          <p:spPr>
            <a:xfrm>
              <a:off x="10922000" y="20066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" name="lib_fa8_lbl_o_cout">
              <a:extLst>
                <a:ext uri="{FF2B5EF4-FFF2-40B4-BE49-F238E27FC236}">
                  <a16:creationId xmlns:a16="http://schemas.microsoft.com/office/drawing/2014/main" id="{9C8B6769-DA55-802C-156E-917C8B56D6CB}"/>
                </a:ext>
              </a:extLst>
            </p:cNvPr>
            <p:cNvSpPr txBox="1"/>
            <p:nvPr/>
          </p:nvSpPr>
          <p:spPr>
            <a:xfrm>
              <a:off x="9855200" y="1968500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o_cout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389DCE42-2558-34A6-0B9E-359EC0287143}"/>
              </a:ext>
            </a:extLst>
          </p:cNvPr>
          <p:cNvSpPr txBox="1"/>
          <p:nvPr/>
        </p:nvSpPr>
        <p:spPr>
          <a:xfrm>
            <a:off x="381001" y="36830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100" b="1">
                <a:solidFill>
                  <a:srgbClr val="1F2937"/>
                </a:solidFill>
                <a:latin typeface="Malgun Gothic" panose="020B0503020000020004" pitchFamily="50" charset="-127"/>
              </a:rPr>
              <a:t>Top </a:t>
            </a:r>
            <a:r>
              <a:rPr lang="ko-KR" altLang="en-US" sz="1100" b="1">
                <a:solidFill>
                  <a:srgbClr val="1F2937"/>
                </a:solidFill>
                <a:latin typeface="Malgun Gothic" panose="020B0503020000020004" pitchFamily="50" charset="-127"/>
              </a:rPr>
              <a:t>모듈 </a:t>
            </a:r>
            <a:r>
              <a:rPr lang="en-US" altLang="ko-KR" sz="1100" b="1">
                <a:solidFill>
                  <a:srgbClr val="1F2937"/>
                </a:solidFill>
                <a:latin typeface="Malgun Gothic" panose="020B0503020000020004" pitchFamily="50" charset="-127"/>
              </a:rPr>
              <a:t>(vfile/source_file) — </a:t>
            </a:r>
            <a:r>
              <a:rPr lang="ko-KR" altLang="en-US" sz="1100" b="1">
                <a:solidFill>
                  <a:srgbClr val="1F2937"/>
                </a:solidFill>
                <a:latin typeface="Malgun Gothic" panose="020B0503020000020004" pitchFamily="50" charset="-127"/>
              </a:rPr>
              <a:t>블랙박스로 쓸 때</a:t>
            </a:r>
          </a:p>
        </p:txBody>
      </p:sp>
      <p:grpSp>
        <p:nvGrpSpPr>
          <p:cNvPr id="63" name="lib_top4">
            <a:extLst>
              <a:ext uri="{FF2B5EF4-FFF2-40B4-BE49-F238E27FC236}">
                <a16:creationId xmlns:a16="http://schemas.microsoft.com/office/drawing/2014/main" id="{EA896DAB-0421-B4F6-FCB9-E70C538C3C93}"/>
              </a:ext>
            </a:extLst>
          </p:cNvPr>
          <p:cNvGrpSpPr/>
          <p:nvPr/>
        </p:nvGrpSpPr>
        <p:grpSpPr>
          <a:xfrm>
            <a:off x="635000" y="4064002"/>
            <a:ext cx="2413001" cy="1270000"/>
            <a:chOff x="635000" y="4064000"/>
            <a:chExt cx="2413000" cy="1270000"/>
          </a:xfrm>
        </p:grpSpPr>
        <p:sp>
          <p:nvSpPr>
            <p:cNvPr id="52" name="lib_top4_body">
              <a:extLst>
                <a:ext uri="{FF2B5EF4-FFF2-40B4-BE49-F238E27FC236}">
                  <a16:creationId xmlns:a16="http://schemas.microsoft.com/office/drawing/2014/main" id="{8997AA0E-785C-5880-819C-7A1D25D5E5A4}"/>
                </a:ext>
              </a:extLst>
            </p:cNvPr>
            <p:cNvSpPr/>
            <p:nvPr/>
          </p:nvSpPr>
          <p:spPr>
            <a:xfrm>
              <a:off x="762000" y="4064000"/>
              <a:ext cx="2159000" cy="1270000"/>
            </a:xfrm>
            <a:prstGeom prst="roundRect">
              <a:avLst>
                <a:gd name="adj" fmla="val 6000"/>
              </a:avLst>
            </a:prstGeom>
            <a:solidFill>
              <a:srgbClr val="F5F3FF"/>
            </a:solidFill>
            <a:ln w="19050">
              <a:solidFill>
                <a:srgbClr val="6D28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6D28D9"/>
                  </a:solidFill>
                  <a:latin typeface="Malgun Gothic" panose="020B0503020000020004" pitchFamily="50" charset="-127"/>
                </a:rPr>
                <a:t>top_adder_fnd_4bit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U_TOP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3" name="lib_top4_pin_i_a[3:0]">
              <a:extLst>
                <a:ext uri="{FF2B5EF4-FFF2-40B4-BE49-F238E27FC236}">
                  <a16:creationId xmlns:a16="http://schemas.microsoft.com/office/drawing/2014/main" id="{85F41456-89D8-CC26-DC8D-3587F0260527}"/>
                </a:ext>
              </a:extLst>
            </p:cNvPr>
            <p:cNvSpPr/>
            <p:nvPr/>
          </p:nvSpPr>
          <p:spPr>
            <a:xfrm>
              <a:off x="635000" y="4533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" name="lib_top4_lbl_i_a[3:0]">
              <a:extLst>
                <a:ext uri="{FF2B5EF4-FFF2-40B4-BE49-F238E27FC236}">
                  <a16:creationId xmlns:a16="http://schemas.microsoft.com/office/drawing/2014/main" id="{15DF1E84-0206-E1D7-3BDA-B1E291092A13}"/>
                </a:ext>
              </a:extLst>
            </p:cNvPr>
            <p:cNvSpPr txBox="1"/>
            <p:nvPr/>
          </p:nvSpPr>
          <p:spPr>
            <a:xfrm>
              <a:off x="812800" y="4508500"/>
              <a:ext cx="1206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i_a[3:0]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5" name="lib_top4_pin_i_b[3:0]">
              <a:extLst>
                <a:ext uri="{FF2B5EF4-FFF2-40B4-BE49-F238E27FC236}">
                  <a16:creationId xmlns:a16="http://schemas.microsoft.com/office/drawing/2014/main" id="{1463A217-A1AA-A36D-3234-B5A86EF2A4F8}"/>
                </a:ext>
              </a:extLst>
            </p:cNvPr>
            <p:cNvSpPr/>
            <p:nvPr/>
          </p:nvSpPr>
          <p:spPr>
            <a:xfrm>
              <a:off x="635000" y="4787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6" name="lib_top4_lbl_i_b[3:0]">
              <a:extLst>
                <a:ext uri="{FF2B5EF4-FFF2-40B4-BE49-F238E27FC236}">
                  <a16:creationId xmlns:a16="http://schemas.microsoft.com/office/drawing/2014/main" id="{1B53BDB9-E0A1-87CA-4001-9A2C15AD4B14}"/>
                </a:ext>
              </a:extLst>
            </p:cNvPr>
            <p:cNvSpPr txBox="1"/>
            <p:nvPr/>
          </p:nvSpPr>
          <p:spPr>
            <a:xfrm>
              <a:off x="812800" y="4762500"/>
              <a:ext cx="1206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i_b[3:0]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7" name="lib_top4_pin_o_cout">
              <a:extLst>
                <a:ext uri="{FF2B5EF4-FFF2-40B4-BE49-F238E27FC236}">
                  <a16:creationId xmlns:a16="http://schemas.microsoft.com/office/drawing/2014/main" id="{0BDBBFCE-B123-D6CA-8DFC-E387435053C4}"/>
                </a:ext>
              </a:extLst>
            </p:cNvPr>
            <p:cNvSpPr/>
            <p:nvPr/>
          </p:nvSpPr>
          <p:spPr>
            <a:xfrm>
              <a:off x="2921000" y="45466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8" name="lib_top4_lbl_o_cout">
              <a:extLst>
                <a:ext uri="{FF2B5EF4-FFF2-40B4-BE49-F238E27FC236}">
                  <a16:creationId xmlns:a16="http://schemas.microsoft.com/office/drawing/2014/main" id="{85797806-9F6F-FEDF-2FB2-775246F08AD4}"/>
                </a:ext>
              </a:extLst>
            </p:cNvPr>
            <p:cNvSpPr txBox="1"/>
            <p:nvPr/>
          </p:nvSpPr>
          <p:spPr>
            <a:xfrm>
              <a:off x="1663700" y="4508500"/>
              <a:ext cx="1206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o_cout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9" name="lib_top4_pin_o_fnd_com[3:0]">
              <a:extLst>
                <a:ext uri="{FF2B5EF4-FFF2-40B4-BE49-F238E27FC236}">
                  <a16:creationId xmlns:a16="http://schemas.microsoft.com/office/drawing/2014/main" id="{4803A011-6C0B-3E52-B7A0-30966D828A9B}"/>
                </a:ext>
              </a:extLst>
            </p:cNvPr>
            <p:cNvSpPr/>
            <p:nvPr/>
          </p:nvSpPr>
          <p:spPr>
            <a:xfrm>
              <a:off x="2921000" y="4787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0" name="lib_top4_lbl_o_fnd_com[3:0]">
              <a:extLst>
                <a:ext uri="{FF2B5EF4-FFF2-40B4-BE49-F238E27FC236}">
                  <a16:creationId xmlns:a16="http://schemas.microsoft.com/office/drawing/2014/main" id="{B8EBADDF-71D2-76E7-5040-89F150EF3920}"/>
                </a:ext>
              </a:extLst>
            </p:cNvPr>
            <p:cNvSpPr txBox="1"/>
            <p:nvPr/>
          </p:nvSpPr>
          <p:spPr>
            <a:xfrm>
              <a:off x="1663700" y="4762500"/>
              <a:ext cx="1206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o_fnd_com[3:0]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1" name="lib_top4_pin_o_fnd_data[7:0]">
              <a:extLst>
                <a:ext uri="{FF2B5EF4-FFF2-40B4-BE49-F238E27FC236}">
                  <a16:creationId xmlns:a16="http://schemas.microsoft.com/office/drawing/2014/main" id="{0FAC9C05-BAB9-5A66-200F-EC20EDE1B8C2}"/>
                </a:ext>
              </a:extLst>
            </p:cNvPr>
            <p:cNvSpPr/>
            <p:nvPr/>
          </p:nvSpPr>
          <p:spPr>
            <a:xfrm>
              <a:off x="2921000" y="5041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2" name="lib_top4_lbl_o_fnd_data[7:0]">
              <a:extLst>
                <a:ext uri="{FF2B5EF4-FFF2-40B4-BE49-F238E27FC236}">
                  <a16:creationId xmlns:a16="http://schemas.microsoft.com/office/drawing/2014/main" id="{2D51BE08-BFCC-BCBB-F3AE-DCC824994820}"/>
                </a:ext>
              </a:extLst>
            </p:cNvPr>
            <p:cNvSpPr txBox="1"/>
            <p:nvPr/>
          </p:nvSpPr>
          <p:spPr>
            <a:xfrm>
              <a:off x="1663700" y="5016500"/>
              <a:ext cx="1206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o_fnd_data[7:0]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77" name="lib_top8">
            <a:extLst>
              <a:ext uri="{FF2B5EF4-FFF2-40B4-BE49-F238E27FC236}">
                <a16:creationId xmlns:a16="http://schemas.microsoft.com/office/drawing/2014/main" id="{7A98CF88-9011-8963-68D8-0F444C8F4DBB}"/>
              </a:ext>
            </a:extLst>
          </p:cNvPr>
          <p:cNvGrpSpPr/>
          <p:nvPr/>
        </p:nvGrpSpPr>
        <p:grpSpPr>
          <a:xfrm>
            <a:off x="4191000" y="4064002"/>
            <a:ext cx="2413001" cy="1270000"/>
            <a:chOff x="4191000" y="4064000"/>
            <a:chExt cx="2413000" cy="1270000"/>
          </a:xfrm>
        </p:grpSpPr>
        <p:sp>
          <p:nvSpPr>
            <p:cNvPr id="64" name="lib_top8_body">
              <a:extLst>
                <a:ext uri="{FF2B5EF4-FFF2-40B4-BE49-F238E27FC236}">
                  <a16:creationId xmlns:a16="http://schemas.microsoft.com/office/drawing/2014/main" id="{10DCC8B7-2037-563E-5DEC-C5E2C1DAB0DD}"/>
                </a:ext>
              </a:extLst>
            </p:cNvPr>
            <p:cNvSpPr/>
            <p:nvPr/>
          </p:nvSpPr>
          <p:spPr>
            <a:xfrm>
              <a:off x="4318000" y="4064000"/>
              <a:ext cx="2159000" cy="1270000"/>
            </a:xfrm>
            <a:prstGeom prst="roundRect">
              <a:avLst>
                <a:gd name="adj" fmla="val 6000"/>
              </a:avLst>
            </a:prstGeom>
            <a:solidFill>
              <a:srgbClr val="F5F3FF"/>
            </a:solidFill>
            <a:ln w="19050">
              <a:solidFill>
                <a:srgbClr val="6D28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6D28D9"/>
                  </a:solidFill>
                  <a:latin typeface="Malgun Gothic" panose="020B0503020000020004" pitchFamily="50" charset="-127"/>
                </a:rPr>
                <a:t>top_adder_fnd_8bit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U_TOP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5" name="lib_top8_pin_i_sel[1:0]">
              <a:extLst>
                <a:ext uri="{FF2B5EF4-FFF2-40B4-BE49-F238E27FC236}">
                  <a16:creationId xmlns:a16="http://schemas.microsoft.com/office/drawing/2014/main" id="{AEE64EBA-BC87-9B3E-AAF3-80A9C946E84E}"/>
                </a:ext>
              </a:extLst>
            </p:cNvPr>
            <p:cNvSpPr/>
            <p:nvPr/>
          </p:nvSpPr>
          <p:spPr>
            <a:xfrm>
              <a:off x="4191000" y="4533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6" name="lib_top8_lbl_i_sel[1:0]">
              <a:extLst>
                <a:ext uri="{FF2B5EF4-FFF2-40B4-BE49-F238E27FC236}">
                  <a16:creationId xmlns:a16="http://schemas.microsoft.com/office/drawing/2014/main" id="{C828DAC3-B8B1-1F14-DD1F-4F789BF18373}"/>
                </a:ext>
              </a:extLst>
            </p:cNvPr>
            <p:cNvSpPr txBox="1"/>
            <p:nvPr/>
          </p:nvSpPr>
          <p:spPr>
            <a:xfrm>
              <a:off x="4368800" y="4508500"/>
              <a:ext cx="1206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i_sel[1:0]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7" name="lib_top8_pin_i_a[7:0]">
              <a:extLst>
                <a:ext uri="{FF2B5EF4-FFF2-40B4-BE49-F238E27FC236}">
                  <a16:creationId xmlns:a16="http://schemas.microsoft.com/office/drawing/2014/main" id="{C6935449-8F36-2789-DF85-7391B4D8F9EA}"/>
                </a:ext>
              </a:extLst>
            </p:cNvPr>
            <p:cNvSpPr/>
            <p:nvPr/>
          </p:nvSpPr>
          <p:spPr>
            <a:xfrm>
              <a:off x="4191000" y="4787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8" name="lib_top8_lbl_i_a[7:0]">
              <a:extLst>
                <a:ext uri="{FF2B5EF4-FFF2-40B4-BE49-F238E27FC236}">
                  <a16:creationId xmlns:a16="http://schemas.microsoft.com/office/drawing/2014/main" id="{E066220B-C530-D140-6C85-B3EE83175A10}"/>
                </a:ext>
              </a:extLst>
            </p:cNvPr>
            <p:cNvSpPr txBox="1"/>
            <p:nvPr/>
          </p:nvSpPr>
          <p:spPr>
            <a:xfrm>
              <a:off x="4368800" y="4762500"/>
              <a:ext cx="1206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i_a[7:0]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9" name="lib_top8_pin_i_b[7:0]">
              <a:extLst>
                <a:ext uri="{FF2B5EF4-FFF2-40B4-BE49-F238E27FC236}">
                  <a16:creationId xmlns:a16="http://schemas.microsoft.com/office/drawing/2014/main" id="{6772DA9D-F3BA-F944-4F44-4CE575790B80}"/>
                </a:ext>
              </a:extLst>
            </p:cNvPr>
            <p:cNvSpPr/>
            <p:nvPr/>
          </p:nvSpPr>
          <p:spPr>
            <a:xfrm>
              <a:off x="4191000" y="5041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0" name="lib_top8_lbl_i_b[7:0]">
              <a:extLst>
                <a:ext uri="{FF2B5EF4-FFF2-40B4-BE49-F238E27FC236}">
                  <a16:creationId xmlns:a16="http://schemas.microsoft.com/office/drawing/2014/main" id="{3BCEA2A3-CE96-7F76-6E05-B0A4CE39BEAD}"/>
                </a:ext>
              </a:extLst>
            </p:cNvPr>
            <p:cNvSpPr txBox="1"/>
            <p:nvPr/>
          </p:nvSpPr>
          <p:spPr>
            <a:xfrm>
              <a:off x="4368800" y="5016500"/>
              <a:ext cx="1206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i_b[7:0]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1" name="lib_top8_pin_o_cout">
              <a:extLst>
                <a:ext uri="{FF2B5EF4-FFF2-40B4-BE49-F238E27FC236}">
                  <a16:creationId xmlns:a16="http://schemas.microsoft.com/office/drawing/2014/main" id="{24DC651D-6AF8-4544-AEF7-6F0CA49F4FE3}"/>
                </a:ext>
              </a:extLst>
            </p:cNvPr>
            <p:cNvSpPr/>
            <p:nvPr/>
          </p:nvSpPr>
          <p:spPr>
            <a:xfrm>
              <a:off x="6477000" y="45466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2" name="lib_top8_lbl_o_cout">
              <a:extLst>
                <a:ext uri="{FF2B5EF4-FFF2-40B4-BE49-F238E27FC236}">
                  <a16:creationId xmlns:a16="http://schemas.microsoft.com/office/drawing/2014/main" id="{D04547F7-EA97-08DD-2C2B-EB08EC079874}"/>
                </a:ext>
              </a:extLst>
            </p:cNvPr>
            <p:cNvSpPr txBox="1"/>
            <p:nvPr/>
          </p:nvSpPr>
          <p:spPr>
            <a:xfrm>
              <a:off x="5219700" y="4508500"/>
              <a:ext cx="1206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o_cout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3" name="lib_top8_pin_o_fnd_com[3:0]">
              <a:extLst>
                <a:ext uri="{FF2B5EF4-FFF2-40B4-BE49-F238E27FC236}">
                  <a16:creationId xmlns:a16="http://schemas.microsoft.com/office/drawing/2014/main" id="{19C1098C-EF76-C344-B956-5CD4497DF06B}"/>
                </a:ext>
              </a:extLst>
            </p:cNvPr>
            <p:cNvSpPr/>
            <p:nvPr/>
          </p:nvSpPr>
          <p:spPr>
            <a:xfrm>
              <a:off x="6477000" y="4787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4" name="lib_top8_lbl_o_fnd_com[3:0]">
              <a:extLst>
                <a:ext uri="{FF2B5EF4-FFF2-40B4-BE49-F238E27FC236}">
                  <a16:creationId xmlns:a16="http://schemas.microsoft.com/office/drawing/2014/main" id="{4622E5D4-EE82-EFA1-FADE-4D2DFB2321C0}"/>
                </a:ext>
              </a:extLst>
            </p:cNvPr>
            <p:cNvSpPr txBox="1"/>
            <p:nvPr/>
          </p:nvSpPr>
          <p:spPr>
            <a:xfrm>
              <a:off x="5219700" y="4762500"/>
              <a:ext cx="1206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o_fnd_com[3:0]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5" name="lib_top8_pin_o_fnd_data[7:0]">
              <a:extLst>
                <a:ext uri="{FF2B5EF4-FFF2-40B4-BE49-F238E27FC236}">
                  <a16:creationId xmlns:a16="http://schemas.microsoft.com/office/drawing/2014/main" id="{C5E31819-A1A6-0E88-61A2-80ABDF0D109B}"/>
                </a:ext>
              </a:extLst>
            </p:cNvPr>
            <p:cNvSpPr/>
            <p:nvPr/>
          </p:nvSpPr>
          <p:spPr>
            <a:xfrm>
              <a:off x="6477000" y="5041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6" name="lib_top8_lbl_o_fnd_data[7:0]">
              <a:extLst>
                <a:ext uri="{FF2B5EF4-FFF2-40B4-BE49-F238E27FC236}">
                  <a16:creationId xmlns:a16="http://schemas.microsoft.com/office/drawing/2014/main" id="{229F9CA2-DE2C-E4C9-1CDC-970B6BF58CE4}"/>
                </a:ext>
              </a:extLst>
            </p:cNvPr>
            <p:cNvSpPr txBox="1"/>
            <p:nvPr/>
          </p:nvSpPr>
          <p:spPr>
            <a:xfrm>
              <a:off x="5219700" y="5016500"/>
              <a:ext cx="1206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o_fnd_data[7:0]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2082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9B5F67-E1F8-B2E5-C0A6-83AE370195B8}"/>
              </a:ext>
            </a:extLst>
          </p:cNvPr>
          <p:cNvSpPr txBox="1"/>
          <p:nvPr/>
        </p:nvSpPr>
        <p:spPr>
          <a:xfrm>
            <a:off x="381001" y="203201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 b="1">
                <a:solidFill>
                  <a:srgbClr val="3730A3"/>
                </a:solidFill>
                <a:latin typeface="Malgun Gothic" panose="020B0503020000020004" pitchFamily="50" charset="-127"/>
              </a:rPr>
              <a:t>LIBRARY ② vfile/lib — </a:t>
            </a:r>
            <a:r>
              <a:rPr lang="ko-KR" altLang="en-US" sz="1001" b="1">
                <a:solidFill>
                  <a:srgbClr val="3730A3"/>
                </a:solidFill>
                <a:latin typeface="Malgun Gothic" panose="020B0503020000020004" pitchFamily="50" charset="-127"/>
              </a:rPr>
              <a:t>표시 </a:t>
            </a:r>
            <a:r>
              <a:rPr lang="en-US" altLang="ko-KR" sz="1001" b="1">
                <a:solidFill>
                  <a:srgbClr val="3730A3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001" b="1">
                <a:solidFill>
                  <a:srgbClr val="3730A3"/>
                </a:solidFill>
                <a:latin typeface="Malgun Gothic" panose="020B0503020000020004" pitchFamily="50" charset="-127"/>
              </a:rPr>
              <a:t>선택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7460C9-58B9-4DE5-BEFA-025C9AFC6E89}"/>
              </a:ext>
            </a:extLst>
          </p:cNvPr>
          <p:cNvSpPr txBox="1"/>
          <p:nvPr/>
        </p:nvSpPr>
        <p:spPr>
          <a:xfrm>
            <a:off x="381002" y="406401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FND </a:t>
            </a:r>
            <a:r>
              <a:rPr lang="ko-KR" altLang="en-US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표시용 모듈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F414BD-CE42-1648-687B-D3894C455427}"/>
              </a:ext>
            </a:extLst>
          </p:cNvPr>
          <p:cNvSpPr txBox="1"/>
          <p:nvPr/>
        </p:nvSpPr>
        <p:spPr>
          <a:xfrm>
            <a:off x="381002" y="787400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빨간 블록</a:t>
            </a:r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(decoder_2x4, fnd_decoder)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은 </a:t>
            </a:r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top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에서 쓰지만 </a:t>
            </a:r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vfile/lib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에 파일이 없음 → 포트는 </a:t>
            </a:r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top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의 연결 기준</a:t>
            </a:r>
          </a:p>
        </p:txBody>
      </p:sp>
      <p:grpSp>
        <p:nvGrpSpPr>
          <p:cNvPr id="16" name="lib_split">
            <a:extLst>
              <a:ext uri="{FF2B5EF4-FFF2-40B4-BE49-F238E27FC236}">
                <a16:creationId xmlns:a16="http://schemas.microsoft.com/office/drawing/2014/main" id="{E72FD931-C2FC-68CC-7262-9693A59E46B5}"/>
              </a:ext>
            </a:extLst>
          </p:cNvPr>
          <p:cNvGrpSpPr/>
          <p:nvPr/>
        </p:nvGrpSpPr>
        <p:grpSpPr>
          <a:xfrm>
            <a:off x="634999" y="1270001"/>
            <a:ext cx="2159001" cy="1524000"/>
            <a:chOff x="635000" y="1270000"/>
            <a:chExt cx="2159000" cy="1524000"/>
          </a:xfrm>
        </p:grpSpPr>
        <p:sp>
          <p:nvSpPr>
            <p:cNvPr id="5" name="lib_split_body">
              <a:extLst>
                <a:ext uri="{FF2B5EF4-FFF2-40B4-BE49-F238E27FC236}">
                  <a16:creationId xmlns:a16="http://schemas.microsoft.com/office/drawing/2014/main" id="{1753060B-7496-493F-1E3E-2AE22EE45A1B}"/>
                </a:ext>
              </a:extLst>
            </p:cNvPr>
            <p:cNvSpPr/>
            <p:nvPr/>
          </p:nvSpPr>
          <p:spPr>
            <a:xfrm>
              <a:off x="762000" y="1270000"/>
              <a:ext cx="1905000" cy="1524000"/>
            </a:xfrm>
            <a:prstGeom prst="roundRect">
              <a:avLst>
                <a:gd name="adj" fmla="val 6000"/>
              </a:avLst>
            </a:prstGeom>
            <a:solidFill>
              <a:srgbClr val="ECFEFF"/>
            </a:solidFill>
            <a:ln w="19050">
              <a:solidFill>
                <a:srgbClr val="0E74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0E7490"/>
                  </a:solidFill>
                  <a:latin typeface="Malgun Gothic" panose="020B0503020000020004" pitchFamily="50" charset="-127"/>
                </a:rPr>
                <a:t>digit_splitter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U_SPLIT  #(WIDTH=9)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" name="lib_split_pin_i_data[8:0]">
              <a:extLst>
                <a:ext uri="{FF2B5EF4-FFF2-40B4-BE49-F238E27FC236}">
                  <a16:creationId xmlns:a16="http://schemas.microsoft.com/office/drawing/2014/main" id="{78FE123F-4DB2-E83C-064F-8A389D582BBE}"/>
                </a:ext>
              </a:extLst>
            </p:cNvPr>
            <p:cNvSpPr/>
            <p:nvPr/>
          </p:nvSpPr>
          <p:spPr>
            <a:xfrm>
              <a:off x="635000" y="1739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" name="lib_split_lbl_i_data[8:0]">
              <a:extLst>
                <a:ext uri="{FF2B5EF4-FFF2-40B4-BE49-F238E27FC236}">
                  <a16:creationId xmlns:a16="http://schemas.microsoft.com/office/drawing/2014/main" id="{FFAFE3DB-277A-043A-66BA-86BD13DD322A}"/>
                </a:ext>
              </a:extLst>
            </p:cNvPr>
            <p:cNvSpPr txBox="1"/>
            <p:nvPr/>
          </p:nvSpPr>
          <p:spPr>
            <a:xfrm>
              <a:off x="812800" y="1714500"/>
              <a:ext cx="1079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i_data[8:0]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" name="lib_split_pin_o_digit_1[3:0]">
              <a:extLst>
                <a:ext uri="{FF2B5EF4-FFF2-40B4-BE49-F238E27FC236}">
                  <a16:creationId xmlns:a16="http://schemas.microsoft.com/office/drawing/2014/main" id="{A6D627BB-9CB6-12F6-BD17-0F92449ACFB5}"/>
                </a:ext>
              </a:extLst>
            </p:cNvPr>
            <p:cNvSpPr/>
            <p:nvPr/>
          </p:nvSpPr>
          <p:spPr>
            <a:xfrm>
              <a:off x="2667000" y="1739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" name="lib_split_lbl_o_digit_1[3:0]">
              <a:extLst>
                <a:ext uri="{FF2B5EF4-FFF2-40B4-BE49-F238E27FC236}">
                  <a16:creationId xmlns:a16="http://schemas.microsoft.com/office/drawing/2014/main" id="{5B6A632E-7ED5-DB1E-38D0-9790BF75B273}"/>
                </a:ext>
              </a:extLst>
            </p:cNvPr>
            <p:cNvSpPr txBox="1"/>
            <p:nvPr/>
          </p:nvSpPr>
          <p:spPr>
            <a:xfrm>
              <a:off x="1536700" y="1714500"/>
              <a:ext cx="1079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0" name="lib_split_pin_o_digit_10[3:0]">
              <a:extLst>
                <a:ext uri="{FF2B5EF4-FFF2-40B4-BE49-F238E27FC236}">
                  <a16:creationId xmlns:a16="http://schemas.microsoft.com/office/drawing/2014/main" id="{9E2FE2D3-037C-21E4-A7D1-661FBE0EB9C4}"/>
                </a:ext>
              </a:extLst>
            </p:cNvPr>
            <p:cNvSpPr/>
            <p:nvPr/>
          </p:nvSpPr>
          <p:spPr>
            <a:xfrm>
              <a:off x="2667000" y="1993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1" name="lib_split_lbl_o_digit_10[3:0]">
              <a:extLst>
                <a:ext uri="{FF2B5EF4-FFF2-40B4-BE49-F238E27FC236}">
                  <a16:creationId xmlns:a16="http://schemas.microsoft.com/office/drawing/2014/main" id="{C723A7F5-DCFC-E877-A3F1-1D71323A0193}"/>
                </a:ext>
              </a:extLst>
            </p:cNvPr>
            <p:cNvSpPr txBox="1"/>
            <p:nvPr/>
          </p:nvSpPr>
          <p:spPr>
            <a:xfrm>
              <a:off x="1536700" y="1968500"/>
              <a:ext cx="1079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2" name="lib_split_pin_o_digit_100[3:0]">
              <a:extLst>
                <a:ext uri="{FF2B5EF4-FFF2-40B4-BE49-F238E27FC236}">
                  <a16:creationId xmlns:a16="http://schemas.microsoft.com/office/drawing/2014/main" id="{0BE416EB-E5E2-E055-90D7-AD6AD7755B8C}"/>
                </a:ext>
              </a:extLst>
            </p:cNvPr>
            <p:cNvSpPr/>
            <p:nvPr/>
          </p:nvSpPr>
          <p:spPr>
            <a:xfrm>
              <a:off x="2667000" y="2247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" name="lib_split_lbl_o_digit_100[3:0]">
              <a:extLst>
                <a:ext uri="{FF2B5EF4-FFF2-40B4-BE49-F238E27FC236}">
                  <a16:creationId xmlns:a16="http://schemas.microsoft.com/office/drawing/2014/main" id="{113343E4-2DC9-5193-5023-01CDC1EADDCB}"/>
                </a:ext>
              </a:extLst>
            </p:cNvPr>
            <p:cNvSpPr txBox="1"/>
            <p:nvPr/>
          </p:nvSpPr>
          <p:spPr>
            <a:xfrm>
              <a:off x="1536700" y="2222500"/>
              <a:ext cx="1079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4" name="lib_split_pin_o_digit_1000[3:0]">
              <a:extLst>
                <a:ext uri="{FF2B5EF4-FFF2-40B4-BE49-F238E27FC236}">
                  <a16:creationId xmlns:a16="http://schemas.microsoft.com/office/drawing/2014/main" id="{00BEBF10-2611-F9B0-32E4-4C97A88781E3}"/>
                </a:ext>
              </a:extLst>
            </p:cNvPr>
            <p:cNvSpPr/>
            <p:nvPr/>
          </p:nvSpPr>
          <p:spPr>
            <a:xfrm>
              <a:off x="2667000" y="2501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5" name="lib_split_lbl_o_digit_1000[3:0]">
              <a:extLst>
                <a:ext uri="{FF2B5EF4-FFF2-40B4-BE49-F238E27FC236}">
                  <a16:creationId xmlns:a16="http://schemas.microsoft.com/office/drawing/2014/main" id="{6679AFA7-A141-F6D5-F9E0-739D31BFFD26}"/>
                </a:ext>
              </a:extLst>
            </p:cNvPr>
            <p:cNvSpPr txBox="1"/>
            <p:nvPr/>
          </p:nvSpPr>
          <p:spPr>
            <a:xfrm>
              <a:off x="1536700" y="2476500"/>
              <a:ext cx="1079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o_digit_1000[3:0]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30" name="lib_mux">
            <a:extLst>
              <a:ext uri="{FF2B5EF4-FFF2-40B4-BE49-F238E27FC236}">
                <a16:creationId xmlns:a16="http://schemas.microsoft.com/office/drawing/2014/main" id="{A522ADFF-AC81-1FEB-8857-FCB14A5CE7CA}"/>
              </a:ext>
            </a:extLst>
          </p:cNvPr>
          <p:cNvGrpSpPr/>
          <p:nvPr/>
        </p:nvGrpSpPr>
        <p:grpSpPr>
          <a:xfrm>
            <a:off x="3682999" y="1270002"/>
            <a:ext cx="2159001" cy="1778000"/>
            <a:chOff x="3683000" y="1270000"/>
            <a:chExt cx="2159000" cy="1778000"/>
          </a:xfrm>
        </p:grpSpPr>
        <p:sp>
          <p:nvSpPr>
            <p:cNvPr id="17" name="lib_mux_body">
              <a:extLst>
                <a:ext uri="{FF2B5EF4-FFF2-40B4-BE49-F238E27FC236}">
                  <a16:creationId xmlns:a16="http://schemas.microsoft.com/office/drawing/2014/main" id="{B462CE22-E961-1E0A-2EB7-2B2082BE64D3}"/>
                </a:ext>
              </a:extLst>
            </p:cNvPr>
            <p:cNvSpPr/>
            <p:nvPr/>
          </p:nvSpPr>
          <p:spPr>
            <a:xfrm>
              <a:off x="3810000" y="1270000"/>
              <a:ext cx="1905000" cy="1778000"/>
            </a:xfrm>
            <a:prstGeom prst="roundRect">
              <a:avLst>
                <a:gd name="adj" fmla="val 6000"/>
              </a:avLst>
            </a:prstGeom>
            <a:solidFill>
              <a:srgbClr val="ECFEFF"/>
            </a:solidFill>
            <a:ln w="19050">
              <a:solidFill>
                <a:srgbClr val="0E74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pl-PL" altLang="ko-KR" sz="1001" b="1">
                  <a:solidFill>
                    <a:srgbClr val="0E7490"/>
                  </a:solidFill>
                  <a:latin typeface="Malgun Gothic" panose="020B0503020000020004" pitchFamily="50" charset="-127"/>
                </a:rPr>
                <a:t>mux_4x1</a:t>
              </a:r>
            </a:p>
            <a:p>
              <a:pPr algn="ctr"/>
              <a:r>
                <a:rPr lang="pl-PL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U_MUX  #(WIDTH=4)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8" name="lib_mux_pin_i_d0[3:0]">
              <a:extLst>
                <a:ext uri="{FF2B5EF4-FFF2-40B4-BE49-F238E27FC236}">
                  <a16:creationId xmlns:a16="http://schemas.microsoft.com/office/drawing/2014/main" id="{AA3B67C0-8EFE-87D4-6FFB-7A62C2ACAD13}"/>
                </a:ext>
              </a:extLst>
            </p:cNvPr>
            <p:cNvSpPr/>
            <p:nvPr/>
          </p:nvSpPr>
          <p:spPr>
            <a:xfrm>
              <a:off x="3683000" y="1739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" name="lib_mux_lbl_i_d0[3:0]">
              <a:extLst>
                <a:ext uri="{FF2B5EF4-FFF2-40B4-BE49-F238E27FC236}">
                  <a16:creationId xmlns:a16="http://schemas.microsoft.com/office/drawing/2014/main" id="{185B2F2A-D739-2CBB-0199-D808ED54D3B4}"/>
                </a:ext>
              </a:extLst>
            </p:cNvPr>
            <p:cNvSpPr txBox="1"/>
            <p:nvPr/>
          </p:nvSpPr>
          <p:spPr>
            <a:xfrm>
              <a:off x="3860800" y="1714500"/>
              <a:ext cx="1079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0" name="lib_mux_pin_i_d1[3:0]">
              <a:extLst>
                <a:ext uri="{FF2B5EF4-FFF2-40B4-BE49-F238E27FC236}">
                  <a16:creationId xmlns:a16="http://schemas.microsoft.com/office/drawing/2014/main" id="{F1B4765F-7CDC-FF33-0380-6017CB74711B}"/>
                </a:ext>
              </a:extLst>
            </p:cNvPr>
            <p:cNvSpPr/>
            <p:nvPr/>
          </p:nvSpPr>
          <p:spPr>
            <a:xfrm>
              <a:off x="3683000" y="1993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1" name="lib_mux_lbl_i_d1[3:0]">
              <a:extLst>
                <a:ext uri="{FF2B5EF4-FFF2-40B4-BE49-F238E27FC236}">
                  <a16:creationId xmlns:a16="http://schemas.microsoft.com/office/drawing/2014/main" id="{411EBC85-33E6-6578-1465-11D3ECFB98F2}"/>
                </a:ext>
              </a:extLst>
            </p:cNvPr>
            <p:cNvSpPr txBox="1"/>
            <p:nvPr/>
          </p:nvSpPr>
          <p:spPr>
            <a:xfrm>
              <a:off x="3860800" y="1968500"/>
              <a:ext cx="1079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i_d1[3:0]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2" name="lib_mux_pin_i_d2[3:0]">
              <a:extLst>
                <a:ext uri="{FF2B5EF4-FFF2-40B4-BE49-F238E27FC236}">
                  <a16:creationId xmlns:a16="http://schemas.microsoft.com/office/drawing/2014/main" id="{9517A7FE-35BA-1874-926D-D1A7327689AA}"/>
                </a:ext>
              </a:extLst>
            </p:cNvPr>
            <p:cNvSpPr/>
            <p:nvPr/>
          </p:nvSpPr>
          <p:spPr>
            <a:xfrm>
              <a:off x="3683000" y="2247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" name="lib_mux_lbl_i_d2[3:0]">
              <a:extLst>
                <a:ext uri="{FF2B5EF4-FFF2-40B4-BE49-F238E27FC236}">
                  <a16:creationId xmlns:a16="http://schemas.microsoft.com/office/drawing/2014/main" id="{8BEE6AB3-6AF8-43AD-6A63-7DE0B43EFFB0}"/>
                </a:ext>
              </a:extLst>
            </p:cNvPr>
            <p:cNvSpPr txBox="1"/>
            <p:nvPr/>
          </p:nvSpPr>
          <p:spPr>
            <a:xfrm>
              <a:off x="3860800" y="2222500"/>
              <a:ext cx="1079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i_d2[3:0]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4" name="lib_mux_pin_i_d3[3:0]">
              <a:extLst>
                <a:ext uri="{FF2B5EF4-FFF2-40B4-BE49-F238E27FC236}">
                  <a16:creationId xmlns:a16="http://schemas.microsoft.com/office/drawing/2014/main" id="{CC6C065E-0DB5-45B0-2FB3-66AD08D77A01}"/>
                </a:ext>
              </a:extLst>
            </p:cNvPr>
            <p:cNvSpPr/>
            <p:nvPr/>
          </p:nvSpPr>
          <p:spPr>
            <a:xfrm>
              <a:off x="3683000" y="2501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" name="lib_mux_lbl_i_d3[3:0]">
              <a:extLst>
                <a:ext uri="{FF2B5EF4-FFF2-40B4-BE49-F238E27FC236}">
                  <a16:creationId xmlns:a16="http://schemas.microsoft.com/office/drawing/2014/main" id="{16EA7126-DB4F-96AA-5981-D978213458FE}"/>
                </a:ext>
              </a:extLst>
            </p:cNvPr>
            <p:cNvSpPr txBox="1"/>
            <p:nvPr/>
          </p:nvSpPr>
          <p:spPr>
            <a:xfrm>
              <a:off x="3860800" y="2476500"/>
              <a:ext cx="1079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i_d3[3:0]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6" name="lib_mux_pin_i_sel[1:0]">
              <a:extLst>
                <a:ext uri="{FF2B5EF4-FFF2-40B4-BE49-F238E27FC236}">
                  <a16:creationId xmlns:a16="http://schemas.microsoft.com/office/drawing/2014/main" id="{DF0CF86C-907D-6BBE-996F-853B496B0435}"/>
                </a:ext>
              </a:extLst>
            </p:cNvPr>
            <p:cNvSpPr/>
            <p:nvPr/>
          </p:nvSpPr>
          <p:spPr>
            <a:xfrm>
              <a:off x="3683000" y="2755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7" name="lib_mux_lbl_i_sel[1:0]">
              <a:extLst>
                <a:ext uri="{FF2B5EF4-FFF2-40B4-BE49-F238E27FC236}">
                  <a16:creationId xmlns:a16="http://schemas.microsoft.com/office/drawing/2014/main" id="{2B2C3ED0-990C-EA8D-EF60-38C8AD4B2C1D}"/>
                </a:ext>
              </a:extLst>
            </p:cNvPr>
            <p:cNvSpPr txBox="1"/>
            <p:nvPr/>
          </p:nvSpPr>
          <p:spPr>
            <a:xfrm>
              <a:off x="3860800" y="2730500"/>
              <a:ext cx="1079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i_sel[1:0]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8" name="lib_mux_pin_o_data[3:0]">
              <a:extLst>
                <a:ext uri="{FF2B5EF4-FFF2-40B4-BE49-F238E27FC236}">
                  <a16:creationId xmlns:a16="http://schemas.microsoft.com/office/drawing/2014/main" id="{45C6AE6B-4F3F-CF79-7165-4A454D6BB6BA}"/>
                </a:ext>
              </a:extLst>
            </p:cNvPr>
            <p:cNvSpPr/>
            <p:nvPr/>
          </p:nvSpPr>
          <p:spPr>
            <a:xfrm>
              <a:off x="5715000" y="1739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9" name="lib_mux_lbl_o_data[3:0]">
              <a:extLst>
                <a:ext uri="{FF2B5EF4-FFF2-40B4-BE49-F238E27FC236}">
                  <a16:creationId xmlns:a16="http://schemas.microsoft.com/office/drawing/2014/main" id="{D18A35AC-CC55-8E8F-B2A0-6D840D1DADD8}"/>
                </a:ext>
              </a:extLst>
            </p:cNvPr>
            <p:cNvSpPr txBox="1"/>
            <p:nvPr/>
          </p:nvSpPr>
          <p:spPr>
            <a:xfrm>
              <a:off x="4584700" y="1714500"/>
              <a:ext cx="1079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o_data[3:0]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36" name="lib_dec">
            <a:extLst>
              <a:ext uri="{FF2B5EF4-FFF2-40B4-BE49-F238E27FC236}">
                <a16:creationId xmlns:a16="http://schemas.microsoft.com/office/drawing/2014/main" id="{DA8B4C83-FD1C-1EE7-F16B-ECDBCF89E3A3}"/>
              </a:ext>
            </a:extLst>
          </p:cNvPr>
          <p:cNvGrpSpPr/>
          <p:nvPr/>
        </p:nvGrpSpPr>
        <p:grpSpPr>
          <a:xfrm>
            <a:off x="6731001" y="1270002"/>
            <a:ext cx="2032000" cy="762000"/>
            <a:chOff x="6731000" y="1270000"/>
            <a:chExt cx="2032000" cy="762000"/>
          </a:xfrm>
        </p:grpSpPr>
        <p:sp>
          <p:nvSpPr>
            <p:cNvPr id="31" name="lib_dec_body">
              <a:extLst>
                <a:ext uri="{FF2B5EF4-FFF2-40B4-BE49-F238E27FC236}">
                  <a16:creationId xmlns:a16="http://schemas.microsoft.com/office/drawing/2014/main" id="{B044A034-75EC-69C9-CD46-616CD96D30C5}"/>
                </a:ext>
              </a:extLst>
            </p:cNvPr>
            <p:cNvSpPr/>
            <p:nvPr/>
          </p:nvSpPr>
          <p:spPr>
            <a:xfrm>
              <a:off x="6858000" y="1270000"/>
              <a:ext cx="1778000" cy="762000"/>
            </a:xfrm>
            <a:prstGeom prst="roundRect">
              <a:avLst>
                <a:gd name="adj" fmla="val 6000"/>
              </a:avLst>
            </a:prstGeom>
            <a:solidFill>
              <a:srgbClr val="FEF2F2"/>
            </a:solidFill>
            <a:ln w="19050">
              <a:solidFill>
                <a:srgbClr val="B91C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B91C1C"/>
                  </a:solidFill>
                  <a:latin typeface="Malgun Gothic" panose="020B0503020000020004" pitchFamily="50" charset="-127"/>
                </a:rPr>
                <a:t>decoder_2x4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U_DEC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2" name="lib_dec_pin_i_sel[1:0]">
              <a:extLst>
                <a:ext uri="{FF2B5EF4-FFF2-40B4-BE49-F238E27FC236}">
                  <a16:creationId xmlns:a16="http://schemas.microsoft.com/office/drawing/2014/main" id="{D30C032C-4761-3D3D-B1F3-75B75536FF61}"/>
                </a:ext>
              </a:extLst>
            </p:cNvPr>
            <p:cNvSpPr/>
            <p:nvPr/>
          </p:nvSpPr>
          <p:spPr>
            <a:xfrm>
              <a:off x="6731000" y="1739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3" name="lib_dec_lbl_i_sel[1:0]">
              <a:extLst>
                <a:ext uri="{FF2B5EF4-FFF2-40B4-BE49-F238E27FC236}">
                  <a16:creationId xmlns:a16="http://schemas.microsoft.com/office/drawing/2014/main" id="{102956C2-A883-7594-F860-CB001E4EAC74}"/>
                </a:ext>
              </a:extLst>
            </p:cNvPr>
            <p:cNvSpPr txBox="1"/>
            <p:nvPr/>
          </p:nvSpPr>
          <p:spPr>
            <a:xfrm>
              <a:off x="6908800" y="1714500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i_sel[1:0]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4" name="lib_dec_pin_o_dec_n[3:0]">
              <a:extLst>
                <a:ext uri="{FF2B5EF4-FFF2-40B4-BE49-F238E27FC236}">
                  <a16:creationId xmlns:a16="http://schemas.microsoft.com/office/drawing/2014/main" id="{FD76697C-44CB-5AAC-60B7-3E46F3CCF0AC}"/>
                </a:ext>
              </a:extLst>
            </p:cNvPr>
            <p:cNvSpPr/>
            <p:nvPr/>
          </p:nvSpPr>
          <p:spPr>
            <a:xfrm>
              <a:off x="8636000" y="1739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5" name="lib_dec_lbl_o_dec_n[3:0]">
              <a:extLst>
                <a:ext uri="{FF2B5EF4-FFF2-40B4-BE49-F238E27FC236}">
                  <a16:creationId xmlns:a16="http://schemas.microsoft.com/office/drawing/2014/main" id="{A09F821A-D9F0-70D9-2921-19BFADCBA8FA}"/>
                </a:ext>
              </a:extLst>
            </p:cNvPr>
            <p:cNvSpPr txBox="1"/>
            <p:nvPr/>
          </p:nvSpPr>
          <p:spPr>
            <a:xfrm>
              <a:off x="7569200" y="1714500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o_dec_n[3:0]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42" name="lib_fnd">
            <a:extLst>
              <a:ext uri="{FF2B5EF4-FFF2-40B4-BE49-F238E27FC236}">
                <a16:creationId xmlns:a16="http://schemas.microsoft.com/office/drawing/2014/main" id="{32E6E584-BC41-1E88-DB59-9EF475D54530}"/>
              </a:ext>
            </a:extLst>
          </p:cNvPr>
          <p:cNvGrpSpPr/>
          <p:nvPr/>
        </p:nvGrpSpPr>
        <p:grpSpPr>
          <a:xfrm>
            <a:off x="9525001" y="1270002"/>
            <a:ext cx="2032000" cy="762000"/>
            <a:chOff x="9525000" y="1270000"/>
            <a:chExt cx="2032000" cy="762000"/>
          </a:xfrm>
        </p:grpSpPr>
        <p:sp>
          <p:nvSpPr>
            <p:cNvPr id="37" name="lib_fnd_body">
              <a:extLst>
                <a:ext uri="{FF2B5EF4-FFF2-40B4-BE49-F238E27FC236}">
                  <a16:creationId xmlns:a16="http://schemas.microsoft.com/office/drawing/2014/main" id="{3B58C22C-C63A-5F41-2A36-7C72139FD9DF}"/>
                </a:ext>
              </a:extLst>
            </p:cNvPr>
            <p:cNvSpPr/>
            <p:nvPr/>
          </p:nvSpPr>
          <p:spPr>
            <a:xfrm>
              <a:off x="9652000" y="1270000"/>
              <a:ext cx="1778000" cy="762000"/>
            </a:xfrm>
            <a:prstGeom prst="roundRect">
              <a:avLst>
                <a:gd name="adj" fmla="val 6000"/>
              </a:avLst>
            </a:prstGeom>
            <a:solidFill>
              <a:srgbClr val="FEF2F2"/>
            </a:solidFill>
            <a:ln w="19050">
              <a:solidFill>
                <a:srgbClr val="B91C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de-DE" altLang="ko-KR" sz="1001" b="1">
                  <a:solidFill>
                    <a:srgbClr val="B91C1C"/>
                  </a:solidFill>
                  <a:latin typeface="Malgun Gothic" panose="020B0503020000020004" pitchFamily="50" charset="-127"/>
                </a:rPr>
                <a:t>fnd_decoder</a:t>
              </a:r>
            </a:p>
            <a:p>
              <a:pPr algn="ctr"/>
              <a:r>
                <a:rPr lang="de-DE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U_FND_DEC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8" name="lib_fnd_pin_i_hex[3:0]">
              <a:extLst>
                <a:ext uri="{FF2B5EF4-FFF2-40B4-BE49-F238E27FC236}">
                  <a16:creationId xmlns:a16="http://schemas.microsoft.com/office/drawing/2014/main" id="{793133B3-3175-0983-4FB3-6CA91B82D26F}"/>
                </a:ext>
              </a:extLst>
            </p:cNvPr>
            <p:cNvSpPr/>
            <p:nvPr/>
          </p:nvSpPr>
          <p:spPr>
            <a:xfrm>
              <a:off x="9525000" y="1739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" name="lib_fnd_lbl_i_hex[3:0]">
              <a:extLst>
                <a:ext uri="{FF2B5EF4-FFF2-40B4-BE49-F238E27FC236}">
                  <a16:creationId xmlns:a16="http://schemas.microsoft.com/office/drawing/2014/main" id="{34B29319-4F0B-1B9E-0F37-19971DAFF8CD}"/>
                </a:ext>
              </a:extLst>
            </p:cNvPr>
            <p:cNvSpPr txBox="1"/>
            <p:nvPr/>
          </p:nvSpPr>
          <p:spPr>
            <a:xfrm>
              <a:off x="9702800" y="1714500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i_hex[3:0]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0" name="lib_fnd_pin_o_fnd_data[7:0]">
              <a:extLst>
                <a:ext uri="{FF2B5EF4-FFF2-40B4-BE49-F238E27FC236}">
                  <a16:creationId xmlns:a16="http://schemas.microsoft.com/office/drawing/2014/main" id="{DD32CF26-680A-01A4-CFBD-5B6032CAD904}"/>
                </a:ext>
              </a:extLst>
            </p:cNvPr>
            <p:cNvSpPr/>
            <p:nvPr/>
          </p:nvSpPr>
          <p:spPr>
            <a:xfrm>
              <a:off x="11430000" y="1739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1" name="lib_fnd_lbl_o_fnd_data[7:0]">
              <a:extLst>
                <a:ext uri="{FF2B5EF4-FFF2-40B4-BE49-F238E27FC236}">
                  <a16:creationId xmlns:a16="http://schemas.microsoft.com/office/drawing/2014/main" id="{849F8CE6-DF6B-4E7B-E20A-985A5B4C3AC3}"/>
                </a:ext>
              </a:extLst>
            </p:cNvPr>
            <p:cNvSpPr txBox="1"/>
            <p:nvPr/>
          </p:nvSpPr>
          <p:spPr>
            <a:xfrm>
              <a:off x="10363200" y="1714500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o_fnd_data[7:0]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5D5BFFA-5E65-4B7C-5762-3AC3E7A97C14}"/>
              </a:ext>
            </a:extLst>
          </p:cNvPr>
          <p:cNvSpPr txBox="1"/>
          <p:nvPr/>
        </p:nvSpPr>
        <p:spPr>
          <a:xfrm>
            <a:off x="762000" y="3810001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374151"/>
                </a:solidFill>
                <a:latin typeface="Malgun Gothic" panose="020B0503020000020004" pitchFamily="50" charset="-127"/>
              </a:rPr>
              <a:t>digit_splitter : </a:t>
            </a:r>
            <a:r>
              <a:rPr lang="ko-KR" altLang="en-US" sz="1100">
                <a:solidFill>
                  <a:srgbClr val="374151"/>
                </a:solidFill>
                <a:latin typeface="Malgun Gothic" panose="020B0503020000020004" pitchFamily="50" charset="-127"/>
              </a:rPr>
              <a:t>입력을 </a:t>
            </a:r>
            <a:r>
              <a:rPr lang="en-US" altLang="ko-KR" sz="1100">
                <a:solidFill>
                  <a:srgbClr val="374151"/>
                </a:solidFill>
                <a:latin typeface="Malgun Gothic" panose="020B0503020000020004" pitchFamily="50" charset="-127"/>
              </a:rPr>
              <a:t>1·10·100·1000</a:t>
            </a:r>
            <a:r>
              <a:rPr lang="ko-KR" altLang="en-US" sz="1100">
                <a:solidFill>
                  <a:srgbClr val="374151"/>
                </a:solidFill>
                <a:latin typeface="Malgun Gothic" panose="020B0503020000020004" pitchFamily="50" charset="-127"/>
              </a:rPr>
              <a:t>의 자리 숫자</a:t>
            </a:r>
            <a:r>
              <a:rPr lang="en-US" altLang="ko-KR" sz="1100">
                <a:solidFill>
                  <a:srgbClr val="374151"/>
                </a:solidFill>
                <a:latin typeface="Malgun Gothic" panose="020B0503020000020004" pitchFamily="50" charset="-127"/>
              </a:rPr>
              <a:t>(0~9)</a:t>
            </a:r>
            <a:r>
              <a:rPr lang="ko-KR" altLang="en-US" sz="1100">
                <a:solidFill>
                  <a:srgbClr val="374151"/>
                </a:solidFill>
                <a:latin typeface="Malgun Gothic" panose="020B0503020000020004" pitchFamily="50" charset="-127"/>
              </a:rPr>
              <a:t>로 나눔</a:t>
            </a:r>
          </a:p>
          <a:p>
            <a:r>
              <a:rPr lang="en-US" altLang="ko-KR" sz="1100">
                <a:solidFill>
                  <a:srgbClr val="374151"/>
                </a:solidFill>
                <a:latin typeface="Malgun Gothic" panose="020B0503020000020004" pitchFamily="50" charset="-127"/>
              </a:rPr>
              <a:t>mux_4x1 : i_sel </a:t>
            </a:r>
            <a:r>
              <a:rPr lang="ko-KR" altLang="en-US" sz="1100">
                <a:solidFill>
                  <a:srgbClr val="374151"/>
                </a:solidFill>
                <a:latin typeface="Malgun Gothic" panose="020B0503020000020004" pitchFamily="50" charset="-127"/>
              </a:rPr>
              <a:t>값에 따라 </a:t>
            </a:r>
            <a:r>
              <a:rPr lang="en-US" altLang="ko-KR" sz="1100">
                <a:solidFill>
                  <a:srgbClr val="374151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1100">
                <a:solidFill>
                  <a:srgbClr val="374151"/>
                </a:solidFill>
                <a:latin typeface="Malgun Gothic" panose="020B0503020000020004" pitchFamily="50" charset="-127"/>
              </a:rPr>
              <a:t>개 입력 중 하나 선택</a:t>
            </a:r>
          </a:p>
          <a:p>
            <a:r>
              <a:rPr lang="en-US" altLang="ko-KR" sz="1100">
                <a:solidFill>
                  <a:srgbClr val="374151"/>
                </a:solidFill>
                <a:latin typeface="Malgun Gothic" panose="020B0503020000020004" pitchFamily="50" charset="-127"/>
              </a:rPr>
              <a:t>decoder_2x4 : i_sel → </a:t>
            </a:r>
            <a:r>
              <a:rPr lang="ko-KR" altLang="en-US" sz="1100">
                <a:solidFill>
                  <a:srgbClr val="374151"/>
                </a:solidFill>
                <a:latin typeface="Malgun Gothic" panose="020B0503020000020004" pitchFamily="50" charset="-127"/>
              </a:rPr>
              <a:t>켤 자리 선택 </a:t>
            </a:r>
            <a:r>
              <a:rPr lang="en-US" altLang="ko-KR" sz="1100">
                <a:solidFill>
                  <a:srgbClr val="374151"/>
                </a:solidFill>
                <a:latin typeface="Malgun Gothic" panose="020B0503020000020004" pitchFamily="50" charset="-127"/>
              </a:rPr>
              <a:t>(Active-Low, </a:t>
            </a:r>
            <a:r>
              <a:rPr lang="ko-KR" altLang="en-US" sz="1100">
                <a:solidFill>
                  <a:srgbClr val="374151"/>
                </a:solidFill>
                <a:latin typeface="Malgun Gothic" panose="020B0503020000020004" pitchFamily="50" charset="-127"/>
              </a:rPr>
              <a:t>예 </a:t>
            </a:r>
            <a:r>
              <a:rPr lang="en-US" altLang="ko-KR" sz="1100">
                <a:solidFill>
                  <a:srgbClr val="374151"/>
                </a:solidFill>
                <a:latin typeface="Malgun Gothic" panose="020B0503020000020004" pitchFamily="50" charset="-127"/>
              </a:rPr>
              <a:t>00 → 1110)</a:t>
            </a:r>
          </a:p>
          <a:p>
            <a:r>
              <a:rPr lang="en-US" altLang="ko-KR" sz="1100">
                <a:solidFill>
                  <a:srgbClr val="374151"/>
                </a:solidFill>
                <a:latin typeface="Malgun Gothic" panose="020B0503020000020004" pitchFamily="50" charset="-127"/>
              </a:rPr>
              <a:t>fnd_decoder : 4</a:t>
            </a:r>
            <a:r>
              <a:rPr lang="ko-KR" altLang="en-US" sz="1100">
                <a:solidFill>
                  <a:srgbClr val="374151"/>
                </a:solidFill>
                <a:latin typeface="Malgun Gothic" panose="020B0503020000020004" pitchFamily="50" charset="-127"/>
              </a:rPr>
              <a:t>비트 숫자 → </a:t>
            </a:r>
            <a:r>
              <a:rPr lang="en-US" altLang="ko-KR" sz="1100">
                <a:solidFill>
                  <a:srgbClr val="374151"/>
                </a:solidFill>
                <a:latin typeface="Malgun Gothic" panose="020B0503020000020004" pitchFamily="50" charset="-127"/>
              </a:rPr>
              <a:t>7-Segment </a:t>
            </a:r>
            <a:r>
              <a:rPr lang="ko-KR" altLang="en-US" sz="1100">
                <a:solidFill>
                  <a:srgbClr val="374151"/>
                </a:solidFill>
                <a:latin typeface="Malgun Gothic" panose="020B0503020000020004" pitchFamily="50" charset="-127"/>
              </a:rPr>
              <a:t>표시 패턴 </a:t>
            </a:r>
            <a:r>
              <a:rPr lang="en-US" altLang="ko-KR" sz="1100">
                <a:solidFill>
                  <a:srgbClr val="374151"/>
                </a:solidFill>
                <a:latin typeface="Malgun Gothic" panose="020B0503020000020004" pitchFamily="50" charset="-127"/>
              </a:rPr>
              <a:t>(8</a:t>
            </a:r>
            <a:r>
              <a:rPr lang="ko-KR" altLang="en-US" sz="1100">
                <a:solidFill>
                  <a:srgbClr val="374151"/>
                </a:solidFill>
                <a:latin typeface="Malgun Gothic" panose="020B0503020000020004" pitchFamily="50" charset="-127"/>
              </a:rPr>
              <a:t>비트</a:t>
            </a:r>
            <a:r>
              <a:rPr lang="en-US" altLang="ko-KR" sz="1100">
                <a:solidFill>
                  <a:srgbClr val="374151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>
                <a:solidFill>
                  <a:srgbClr val="374151"/>
                </a:solidFill>
                <a:latin typeface="Malgun Gothic" panose="020B0503020000020004" pitchFamily="50" charset="-127"/>
              </a:rPr>
              <a:t>점 포함</a:t>
            </a:r>
            <a:r>
              <a:rPr lang="en-US" altLang="ko-KR" sz="1100">
                <a:solidFill>
                  <a:srgbClr val="374151"/>
                </a:solidFill>
                <a:latin typeface="Malgun Gothic" panose="020B0503020000020004" pitchFamily="50" charset="-127"/>
              </a:rPr>
              <a:t>)</a:t>
            </a:r>
            <a:endParaRPr lang="ko-KR" altLang="en-US" sz="1100">
              <a:solidFill>
                <a:srgbClr val="374151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718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8576B4-37A9-DCE4-0013-4C018CA7F390}"/>
              </a:ext>
            </a:extLst>
          </p:cNvPr>
          <p:cNvSpPr txBox="1"/>
          <p:nvPr/>
        </p:nvSpPr>
        <p:spPr>
          <a:xfrm>
            <a:off x="381001" y="203201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 b="1">
                <a:solidFill>
                  <a:srgbClr val="3730A3"/>
                </a:solidFill>
                <a:latin typeface="Malgun Gothic" panose="020B0503020000020004" pitchFamily="50" charset="-127"/>
              </a:rPr>
              <a:t>LIBRARY ③ </a:t>
            </a:r>
            <a:r>
              <a:rPr lang="ko-KR" altLang="en-US" sz="1001" b="1">
                <a:solidFill>
                  <a:srgbClr val="3730A3"/>
                </a:solidFill>
                <a:latin typeface="Malgun Gothic" panose="020B0503020000020004" pitchFamily="50" charset="-127"/>
              </a:rPr>
              <a:t>기본 요소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07DE24-DC9B-5273-9FD2-659DC3687EED}"/>
              </a:ext>
            </a:extLst>
          </p:cNvPr>
          <p:cNvSpPr txBox="1"/>
          <p:nvPr/>
        </p:nvSpPr>
        <p:spPr>
          <a:xfrm>
            <a:off x="381002" y="406401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게이트 </a:t>
            </a:r>
            <a:r>
              <a:rPr lang="en-US" altLang="ko-KR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버스 </a:t>
            </a:r>
            <a:r>
              <a:rPr lang="en-US" altLang="ko-KR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상수 </a:t>
            </a:r>
            <a:r>
              <a:rPr lang="en-US" altLang="ko-KR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포트 </a:t>
            </a:r>
            <a:r>
              <a:rPr lang="en-US" altLang="ko-KR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보드 </a:t>
            </a:r>
            <a:r>
              <a:rPr lang="en-US" altLang="ko-KR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I/O</a:t>
            </a:r>
            <a:endParaRPr lang="ko-KR" altLang="en-US" sz="2000" b="1">
              <a:solidFill>
                <a:srgbClr val="1F29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38E110-7198-BA11-F01E-5E26B3C1C05B}"/>
              </a:ext>
            </a:extLst>
          </p:cNvPr>
          <p:cNvSpPr txBox="1"/>
          <p:nvPr/>
        </p:nvSpPr>
        <p:spPr>
          <a:xfrm>
            <a:off x="381002" y="787400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포트 이름과 비트 폭은 글자를 클릭해서 바꿔 쓰면 됨</a:t>
            </a:r>
          </a:p>
        </p:txBody>
      </p:sp>
      <p:grpSp>
        <p:nvGrpSpPr>
          <p:cNvPr id="12" name="g_xor">
            <a:extLst>
              <a:ext uri="{FF2B5EF4-FFF2-40B4-BE49-F238E27FC236}">
                <a16:creationId xmlns:a16="http://schemas.microsoft.com/office/drawing/2014/main" id="{A505779A-5FFF-FFEF-77D3-8A8479A7E45B}"/>
              </a:ext>
            </a:extLst>
          </p:cNvPr>
          <p:cNvGrpSpPr/>
          <p:nvPr/>
        </p:nvGrpSpPr>
        <p:grpSpPr>
          <a:xfrm>
            <a:off x="406401" y="1206500"/>
            <a:ext cx="1092201" cy="1016000"/>
            <a:chOff x="406400" y="1206500"/>
            <a:chExt cx="1092200" cy="1016000"/>
          </a:xfrm>
        </p:grpSpPr>
        <p:sp>
          <p:nvSpPr>
            <p:cNvPr id="5" name="g_xor_body">
              <a:extLst>
                <a:ext uri="{FF2B5EF4-FFF2-40B4-BE49-F238E27FC236}">
                  <a16:creationId xmlns:a16="http://schemas.microsoft.com/office/drawing/2014/main" id="{F29B4C48-C0BF-9155-26F0-B34886B5ADF5}"/>
                </a:ext>
              </a:extLst>
            </p:cNvPr>
            <p:cNvSpPr/>
            <p:nvPr/>
          </p:nvSpPr>
          <p:spPr>
            <a:xfrm>
              <a:off x="508000" y="1206500"/>
              <a:ext cx="889000" cy="1016000"/>
            </a:xfrm>
            <a:prstGeom prst="roundRect">
              <a:avLst>
                <a:gd name="adj" fmla="val 6000"/>
              </a:avLst>
            </a:prstGeom>
            <a:solidFill>
              <a:srgbClr val="F3F4F6"/>
            </a:solidFill>
            <a:ln w="19050">
              <a:solidFill>
                <a:srgbClr val="374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374151"/>
                  </a:solidFill>
                  <a:latin typeface="Malgun Gothic" panose="020B0503020000020004" pitchFamily="50" charset="-127"/>
                </a:rPr>
                <a:t>XOR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^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" name="g_xor_pin_a">
              <a:extLst>
                <a:ext uri="{FF2B5EF4-FFF2-40B4-BE49-F238E27FC236}">
                  <a16:creationId xmlns:a16="http://schemas.microsoft.com/office/drawing/2014/main" id="{4473D7E3-10E6-2577-9C7B-808B39B36AFC}"/>
                </a:ext>
              </a:extLst>
            </p:cNvPr>
            <p:cNvSpPr/>
            <p:nvPr/>
          </p:nvSpPr>
          <p:spPr>
            <a:xfrm>
              <a:off x="406400" y="16891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" name="g_xor_lbl_a">
              <a:extLst>
                <a:ext uri="{FF2B5EF4-FFF2-40B4-BE49-F238E27FC236}">
                  <a16:creationId xmlns:a16="http://schemas.microsoft.com/office/drawing/2014/main" id="{28980D1C-6D8A-DF49-B8DB-165FBA35E1D1}"/>
                </a:ext>
              </a:extLst>
            </p:cNvPr>
            <p:cNvSpPr txBox="1"/>
            <p:nvPr/>
          </p:nvSpPr>
          <p:spPr>
            <a:xfrm>
              <a:off x="558800" y="1651000"/>
              <a:ext cx="571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a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" name="g_xor_pin_b">
              <a:extLst>
                <a:ext uri="{FF2B5EF4-FFF2-40B4-BE49-F238E27FC236}">
                  <a16:creationId xmlns:a16="http://schemas.microsoft.com/office/drawing/2014/main" id="{D112DBD1-8FE2-4F90-EA6B-67600C80FBD5}"/>
                </a:ext>
              </a:extLst>
            </p:cNvPr>
            <p:cNvSpPr/>
            <p:nvPr/>
          </p:nvSpPr>
          <p:spPr>
            <a:xfrm>
              <a:off x="406400" y="19431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" name="g_xor_lbl_b">
              <a:extLst>
                <a:ext uri="{FF2B5EF4-FFF2-40B4-BE49-F238E27FC236}">
                  <a16:creationId xmlns:a16="http://schemas.microsoft.com/office/drawing/2014/main" id="{61E70F02-A261-D30C-C61E-3222676F2D81}"/>
                </a:ext>
              </a:extLst>
            </p:cNvPr>
            <p:cNvSpPr txBox="1"/>
            <p:nvPr/>
          </p:nvSpPr>
          <p:spPr>
            <a:xfrm>
              <a:off x="558800" y="1905000"/>
              <a:ext cx="571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b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0" name="g_xor_pin_y">
              <a:extLst>
                <a:ext uri="{FF2B5EF4-FFF2-40B4-BE49-F238E27FC236}">
                  <a16:creationId xmlns:a16="http://schemas.microsoft.com/office/drawing/2014/main" id="{93C8B50D-8C9D-68A8-AD6B-7D8920C1DD9D}"/>
                </a:ext>
              </a:extLst>
            </p:cNvPr>
            <p:cNvSpPr/>
            <p:nvPr/>
          </p:nvSpPr>
          <p:spPr>
            <a:xfrm>
              <a:off x="1397000" y="16891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1" name="g_xor_lbl_y">
              <a:extLst>
                <a:ext uri="{FF2B5EF4-FFF2-40B4-BE49-F238E27FC236}">
                  <a16:creationId xmlns:a16="http://schemas.microsoft.com/office/drawing/2014/main" id="{1035F1DC-5E56-84D0-B760-294D9BE50186}"/>
                </a:ext>
              </a:extLst>
            </p:cNvPr>
            <p:cNvSpPr txBox="1"/>
            <p:nvPr/>
          </p:nvSpPr>
          <p:spPr>
            <a:xfrm>
              <a:off x="774700" y="1651000"/>
              <a:ext cx="571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y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20" name="g_and">
            <a:extLst>
              <a:ext uri="{FF2B5EF4-FFF2-40B4-BE49-F238E27FC236}">
                <a16:creationId xmlns:a16="http://schemas.microsoft.com/office/drawing/2014/main" id="{9927062A-A38F-F6EA-4D59-1652D6721974}"/>
              </a:ext>
            </a:extLst>
          </p:cNvPr>
          <p:cNvGrpSpPr/>
          <p:nvPr/>
        </p:nvGrpSpPr>
        <p:grpSpPr>
          <a:xfrm>
            <a:off x="1803400" y="1206500"/>
            <a:ext cx="1092201" cy="1016000"/>
            <a:chOff x="1803400" y="1206500"/>
            <a:chExt cx="1092200" cy="1016000"/>
          </a:xfrm>
        </p:grpSpPr>
        <p:sp>
          <p:nvSpPr>
            <p:cNvPr id="13" name="g_and_body">
              <a:extLst>
                <a:ext uri="{FF2B5EF4-FFF2-40B4-BE49-F238E27FC236}">
                  <a16:creationId xmlns:a16="http://schemas.microsoft.com/office/drawing/2014/main" id="{62DD5FB0-706C-7AD3-3103-AE8880342B5B}"/>
                </a:ext>
              </a:extLst>
            </p:cNvPr>
            <p:cNvSpPr/>
            <p:nvPr/>
          </p:nvSpPr>
          <p:spPr>
            <a:xfrm>
              <a:off x="1905000" y="1206500"/>
              <a:ext cx="889000" cy="1016000"/>
            </a:xfrm>
            <a:prstGeom prst="roundRect">
              <a:avLst>
                <a:gd name="adj" fmla="val 6000"/>
              </a:avLst>
            </a:prstGeom>
            <a:solidFill>
              <a:srgbClr val="F3F4F6"/>
            </a:solidFill>
            <a:ln w="19050">
              <a:solidFill>
                <a:srgbClr val="374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374151"/>
                  </a:solidFill>
                  <a:latin typeface="Malgun Gothic" panose="020B0503020000020004" pitchFamily="50" charset="-127"/>
                </a:rPr>
                <a:t>AND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&amp;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4" name="g_and_pin_a">
              <a:extLst>
                <a:ext uri="{FF2B5EF4-FFF2-40B4-BE49-F238E27FC236}">
                  <a16:creationId xmlns:a16="http://schemas.microsoft.com/office/drawing/2014/main" id="{6E49AD0B-DBDE-485E-61BC-2C24E9BA2DA6}"/>
                </a:ext>
              </a:extLst>
            </p:cNvPr>
            <p:cNvSpPr/>
            <p:nvPr/>
          </p:nvSpPr>
          <p:spPr>
            <a:xfrm>
              <a:off x="1803400" y="16891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5" name="g_and_lbl_a">
              <a:extLst>
                <a:ext uri="{FF2B5EF4-FFF2-40B4-BE49-F238E27FC236}">
                  <a16:creationId xmlns:a16="http://schemas.microsoft.com/office/drawing/2014/main" id="{63F4CE49-E488-9B9C-1EB7-FB5023937944}"/>
                </a:ext>
              </a:extLst>
            </p:cNvPr>
            <p:cNvSpPr txBox="1"/>
            <p:nvPr/>
          </p:nvSpPr>
          <p:spPr>
            <a:xfrm>
              <a:off x="1955800" y="1651000"/>
              <a:ext cx="571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a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6" name="g_and_pin_b">
              <a:extLst>
                <a:ext uri="{FF2B5EF4-FFF2-40B4-BE49-F238E27FC236}">
                  <a16:creationId xmlns:a16="http://schemas.microsoft.com/office/drawing/2014/main" id="{144F3E16-8B8D-F8F7-4223-2EACF1228E68}"/>
                </a:ext>
              </a:extLst>
            </p:cNvPr>
            <p:cNvSpPr/>
            <p:nvPr/>
          </p:nvSpPr>
          <p:spPr>
            <a:xfrm>
              <a:off x="1803400" y="19431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7" name="g_and_lbl_b">
              <a:extLst>
                <a:ext uri="{FF2B5EF4-FFF2-40B4-BE49-F238E27FC236}">
                  <a16:creationId xmlns:a16="http://schemas.microsoft.com/office/drawing/2014/main" id="{8AF0B279-6507-4FA1-F824-CF1753189D6D}"/>
                </a:ext>
              </a:extLst>
            </p:cNvPr>
            <p:cNvSpPr txBox="1"/>
            <p:nvPr/>
          </p:nvSpPr>
          <p:spPr>
            <a:xfrm>
              <a:off x="1955800" y="1905000"/>
              <a:ext cx="571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b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8" name="g_and_pin_y">
              <a:extLst>
                <a:ext uri="{FF2B5EF4-FFF2-40B4-BE49-F238E27FC236}">
                  <a16:creationId xmlns:a16="http://schemas.microsoft.com/office/drawing/2014/main" id="{5B262615-C690-606F-1EC1-7C0C7803D310}"/>
                </a:ext>
              </a:extLst>
            </p:cNvPr>
            <p:cNvSpPr/>
            <p:nvPr/>
          </p:nvSpPr>
          <p:spPr>
            <a:xfrm>
              <a:off x="2794000" y="16891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" name="g_and_lbl_y">
              <a:extLst>
                <a:ext uri="{FF2B5EF4-FFF2-40B4-BE49-F238E27FC236}">
                  <a16:creationId xmlns:a16="http://schemas.microsoft.com/office/drawing/2014/main" id="{C041CFC8-3E60-D08E-4792-82D46E3E7781}"/>
                </a:ext>
              </a:extLst>
            </p:cNvPr>
            <p:cNvSpPr txBox="1"/>
            <p:nvPr/>
          </p:nvSpPr>
          <p:spPr>
            <a:xfrm>
              <a:off x="2171700" y="1651000"/>
              <a:ext cx="571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y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28" name="g_or">
            <a:extLst>
              <a:ext uri="{FF2B5EF4-FFF2-40B4-BE49-F238E27FC236}">
                <a16:creationId xmlns:a16="http://schemas.microsoft.com/office/drawing/2014/main" id="{8B402BE2-A216-1853-0CE7-FE5DA494C349}"/>
              </a:ext>
            </a:extLst>
          </p:cNvPr>
          <p:cNvGrpSpPr/>
          <p:nvPr/>
        </p:nvGrpSpPr>
        <p:grpSpPr>
          <a:xfrm>
            <a:off x="3200401" y="1206500"/>
            <a:ext cx="1092201" cy="1016000"/>
            <a:chOff x="3200400" y="1206500"/>
            <a:chExt cx="1092200" cy="1016000"/>
          </a:xfrm>
        </p:grpSpPr>
        <p:sp>
          <p:nvSpPr>
            <p:cNvPr id="21" name="g_or_body">
              <a:extLst>
                <a:ext uri="{FF2B5EF4-FFF2-40B4-BE49-F238E27FC236}">
                  <a16:creationId xmlns:a16="http://schemas.microsoft.com/office/drawing/2014/main" id="{AFDFBC97-08CD-A246-B4AA-3CCA2BB2828E}"/>
                </a:ext>
              </a:extLst>
            </p:cNvPr>
            <p:cNvSpPr/>
            <p:nvPr/>
          </p:nvSpPr>
          <p:spPr>
            <a:xfrm>
              <a:off x="3302000" y="1206500"/>
              <a:ext cx="889000" cy="1016000"/>
            </a:xfrm>
            <a:prstGeom prst="roundRect">
              <a:avLst>
                <a:gd name="adj" fmla="val 6000"/>
              </a:avLst>
            </a:prstGeom>
            <a:solidFill>
              <a:srgbClr val="F3F4F6"/>
            </a:solidFill>
            <a:ln w="19050">
              <a:solidFill>
                <a:srgbClr val="374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374151"/>
                  </a:solidFill>
                  <a:latin typeface="Malgun Gothic" panose="020B0503020000020004" pitchFamily="50" charset="-127"/>
                </a:rPr>
                <a:t>OR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|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2" name="g_or_pin_a">
              <a:extLst>
                <a:ext uri="{FF2B5EF4-FFF2-40B4-BE49-F238E27FC236}">
                  <a16:creationId xmlns:a16="http://schemas.microsoft.com/office/drawing/2014/main" id="{8340A3DC-4562-62E0-DC51-CB06E00D7656}"/>
                </a:ext>
              </a:extLst>
            </p:cNvPr>
            <p:cNvSpPr/>
            <p:nvPr/>
          </p:nvSpPr>
          <p:spPr>
            <a:xfrm>
              <a:off x="3200400" y="16891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" name="g_or_lbl_a">
              <a:extLst>
                <a:ext uri="{FF2B5EF4-FFF2-40B4-BE49-F238E27FC236}">
                  <a16:creationId xmlns:a16="http://schemas.microsoft.com/office/drawing/2014/main" id="{C56FE60F-4762-95A6-5976-5D7801D07356}"/>
                </a:ext>
              </a:extLst>
            </p:cNvPr>
            <p:cNvSpPr txBox="1"/>
            <p:nvPr/>
          </p:nvSpPr>
          <p:spPr>
            <a:xfrm>
              <a:off x="3352800" y="1651000"/>
              <a:ext cx="571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a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4" name="g_or_pin_b">
              <a:extLst>
                <a:ext uri="{FF2B5EF4-FFF2-40B4-BE49-F238E27FC236}">
                  <a16:creationId xmlns:a16="http://schemas.microsoft.com/office/drawing/2014/main" id="{141EE697-7D28-198E-AF06-33756C2BCE8A}"/>
                </a:ext>
              </a:extLst>
            </p:cNvPr>
            <p:cNvSpPr/>
            <p:nvPr/>
          </p:nvSpPr>
          <p:spPr>
            <a:xfrm>
              <a:off x="3200400" y="19431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" name="g_or_lbl_b">
              <a:extLst>
                <a:ext uri="{FF2B5EF4-FFF2-40B4-BE49-F238E27FC236}">
                  <a16:creationId xmlns:a16="http://schemas.microsoft.com/office/drawing/2014/main" id="{E2B28ACC-539E-CCD2-3C28-C6817A6EE06C}"/>
                </a:ext>
              </a:extLst>
            </p:cNvPr>
            <p:cNvSpPr txBox="1"/>
            <p:nvPr/>
          </p:nvSpPr>
          <p:spPr>
            <a:xfrm>
              <a:off x="3352800" y="1905000"/>
              <a:ext cx="571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b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6" name="g_or_pin_y">
              <a:extLst>
                <a:ext uri="{FF2B5EF4-FFF2-40B4-BE49-F238E27FC236}">
                  <a16:creationId xmlns:a16="http://schemas.microsoft.com/office/drawing/2014/main" id="{F8AE90D2-1FD4-D099-FBD4-1AACA1E16D9B}"/>
                </a:ext>
              </a:extLst>
            </p:cNvPr>
            <p:cNvSpPr/>
            <p:nvPr/>
          </p:nvSpPr>
          <p:spPr>
            <a:xfrm>
              <a:off x="4191000" y="16891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7" name="g_or_lbl_y">
              <a:extLst>
                <a:ext uri="{FF2B5EF4-FFF2-40B4-BE49-F238E27FC236}">
                  <a16:creationId xmlns:a16="http://schemas.microsoft.com/office/drawing/2014/main" id="{742E753F-E980-6261-C029-878BFD0C2FC5}"/>
                </a:ext>
              </a:extLst>
            </p:cNvPr>
            <p:cNvSpPr txBox="1"/>
            <p:nvPr/>
          </p:nvSpPr>
          <p:spPr>
            <a:xfrm>
              <a:off x="3568700" y="1651000"/>
              <a:ext cx="571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y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34" name="g_not">
            <a:extLst>
              <a:ext uri="{FF2B5EF4-FFF2-40B4-BE49-F238E27FC236}">
                <a16:creationId xmlns:a16="http://schemas.microsoft.com/office/drawing/2014/main" id="{0BEC86E3-A478-A590-C9C9-641F975DAB57}"/>
              </a:ext>
            </a:extLst>
          </p:cNvPr>
          <p:cNvGrpSpPr/>
          <p:nvPr/>
        </p:nvGrpSpPr>
        <p:grpSpPr>
          <a:xfrm>
            <a:off x="4597400" y="1206501"/>
            <a:ext cx="1092201" cy="762000"/>
            <a:chOff x="4597400" y="1206500"/>
            <a:chExt cx="1092200" cy="762000"/>
          </a:xfrm>
        </p:grpSpPr>
        <p:sp>
          <p:nvSpPr>
            <p:cNvPr id="29" name="g_not_body">
              <a:extLst>
                <a:ext uri="{FF2B5EF4-FFF2-40B4-BE49-F238E27FC236}">
                  <a16:creationId xmlns:a16="http://schemas.microsoft.com/office/drawing/2014/main" id="{B68F9BF4-DED1-99A1-C79C-052A83C6336D}"/>
                </a:ext>
              </a:extLst>
            </p:cNvPr>
            <p:cNvSpPr/>
            <p:nvPr/>
          </p:nvSpPr>
          <p:spPr>
            <a:xfrm>
              <a:off x="4699000" y="1206500"/>
              <a:ext cx="889000" cy="762000"/>
            </a:xfrm>
            <a:prstGeom prst="roundRect">
              <a:avLst>
                <a:gd name="adj" fmla="val 6000"/>
              </a:avLst>
            </a:prstGeom>
            <a:solidFill>
              <a:srgbClr val="F3F4F6"/>
            </a:solidFill>
            <a:ln w="19050">
              <a:solidFill>
                <a:srgbClr val="374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374151"/>
                  </a:solidFill>
                  <a:latin typeface="Malgun Gothic" panose="020B0503020000020004" pitchFamily="50" charset="-127"/>
                </a:rPr>
                <a:t>NOT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~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0" name="g_not_pin_a">
              <a:extLst>
                <a:ext uri="{FF2B5EF4-FFF2-40B4-BE49-F238E27FC236}">
                  <a16:creationId xmlns:a16="http://schemas.microsoft.com/office/drawing/2014/main" id="{1B2EF6DF-9EA8-AF9A-397B-3194DFD9029D}"/>
                </a:ext>
              </a:extLst>
            </p:cNvPr>
            <p:cNvSpPr/>
            <p:nvPr/>
          </p:nvSpPr>
          <p:spPr>
            <a:xfrm>
              <a:off x="4597400" y="16891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1" name="g_not_lbl_a">
              <a:extLst>
                <a:ext uri="{FF2B5EF4-FFF2-40B4-BE49-F238E27FC236}">
                  <a16:creationId xmlns:a16="http://schemas.microsoft.com/office/drawing/2014/main" id="{1780A302-9AF1-166E-3BA4-E5DEBD006E99}"/>
                </a:ext>
              </a:extLst>
            </p:cNvPr>
            <p:cNvSpPr txBox="1"/>
            <p:nvPr/>
          </p:nvSpPr>
          <p:spPr>
            <a:xfrm>
              <a:off x="4749800" y="1651000"/>
              <a:ext cx="571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a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2" name="g_not_pin_y">
              <a:extLst>
                <a:ext uri="{FF2B5EF4-FFF2-40B4-BE49-F238E27FC236}">
                  <a16:creationId xmlns:a16="http://schemas.microsoft.com/office/drawing/2014/main" id="{D264DBC5-9798-976E-3DF7-0668B6DCAAAD}"/>
                </a:ext>
              </a:extLst>
            </p:cNvPr>
            <p:cNvSpPr/>
            <p:nvPr/>
          </p:nvSpPr>
          <p:spPr>
            <a:xfrm>
              <a:off x="5588000" y="16891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3" name="g_not_lbl_y">
              <a:extLst>
                <a:ext uri="{FF2B5EF4-FFF2-40B4-BE49-F238E27FC236}">
                  <a16:creationId xmlns:a16="http://schemas.microsoft.com/office/drawing/2014/main" id="{36FFCC74-DC90-23ED-4A4A-66E5D4DFD5AB}"/>
                </a:ext>
              </a:extLst>
            </p:cNvPr>
            <p:cNvSpPr txBox="1"/>
            <p:nvPr/>
          </p:nvSpPr>
          <p:spPr>
            <a:xfrm>
              <a:off x="4965700" y="1651000"/>
              <a:ext cx="571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y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42" name="b_split">
            <a:extLst>
              <a:ext uri="{FF2B5EF4-FFF2-40B4-BE49-F238E27FC236}">
                <a16:creationId xmlns:a16="http://schemas.microsoft.com/office/drawing/2014/main" id="{547C3F63-97F8-7E0E-5365-B96B0BB543FC}"/>
              </a:ext>
            </a:extLst>
          </p:cNvPr>
          <p:cNvGrpSpPr/>
          <p:nvPr/>
        </p:nvGrpSpPr>
        <p:grpSpPr>
          <a:xfrm>
            <a:off x="6223002" y="1206500"/>
            <a:ext cx="1778000" cy="1016000"/>
            <a:chOff x="6223000" y="1206500"/>
            <a:chExt cx="1778000" cy="1016000"/>
          </a:xfrm>
        </p:grpSpPr>
        <p:sp>
          <p:nvSpPr>
            <p:cNvPr id="35" name="b_split_body">
              <a:extLst>
                <a:ext uri="{FF2B5EF4-FFF2-40B4-BE49-F238E27FC236}">
                  <a16:creationId xmlns:a16="http://schemas.microsoft.com/office/drawing/2014/main" id="{441F5162-E8A1-5F57-B8C0-19C526501244}"/>
                </a:ext>
              </a:extLst>
            </p:cNvPr>
            <p:cNvSpPr/>
            <p:nvPr/>
          </p:nvSpPr>
          <p:spPr>
            <a:xfrm>
              <a:off x="6350000" y="1206500"/>
              <a:ext cx="1524000" cy="1016000"/>
            </a:xfrm>
            <a:prstGeom prst="roundRect">
              <a:avLst>
                <a:gd name="adj" fmla="val 6000"/>
              </a:avLst>
            </a:prstGeom>
            <a:solidFill>
              <a:srgbClr val="FEFCE8"/>
            </a:solidFill>
            <a:ln w="19050">
              <a:solidFill>
                <a:srgbClr val="A162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A16207"/>
                  </a:solidFill>
                  <a:latin typeface="Malgun Gothic" panose="020B0503020000020004" pitchFamily="50" charset="-127"/>
                </a:rPr>
                <a:t>bus split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[7:0] → [3:0], [7:4]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6" name="b_split_pin_in[7:0]">
              <a:extLst>
                <a:ext uri="{FF2B5EF4-FFF2-40B4-BE49-F238E27FC236}">
                  <a16:creationId xmlns:a16="http://schemas.microsoft.com/office/drawing/2014/main" id="{BF7A1A4F-C759-220F-F8D4-5E39EF03ABE8}"/>
                </a:ext>
              </a:extLst>
            </p:cNvPr>
            <p:cNvSpPr/>
            <p:nvPr/>
          </p:nvSpPr>
          <p:spPr>
            <a:xfrm>
              <a:off x="6223000" y="1676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" name="b_split_lbl_in[7:0]">
              <a:extLst>
                <a:ext uri="{FF2B5EF4-FFF2-40B4-BE49-F238E27FC236}">
                  <a16:creationId xmlns:a16="http://schemas.microsoft.com/office/drawing/2014/main" id="{5A4CE1F0-FAAC-3908-0527-541D6F5C014F}"/>
                </a:ext>
              </a:extLst>
            </p:cNvPr>
            <p:cNvSpPr txBox="1"/>
            <p:nvPr/>
          </p:nvSpPr>
          <p:spPr>
            <a:xfrm>
              <a:off x="6400800" y="16510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in[7:0]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8" name="b_split_pin_[3:0]">
              <a:extLst>
                <a:ext uri="{FF2B5EF4-FFF2-40B4-BE49-F238E27FC236}">
                  <a16:creationId xmlns:a16="http://schemas.microsoft.com/office/drawing/2014/main" id="{DBDD0578-5803-1278-8B55-9517EAB9EAA7}"/>
                </a:ext>
              </a:extLst>
            </p:cNvPr>
            <p:cNvSpPr/>
            <p:nvPr/>
          </p:nvSpPr>
          <p:spPr>
            <a:xfrm>
              <a:off x="7874000" y="1676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" name="b_split_lbl_[3:0]">
              <a:extLst>
                <a:ext uri="{FF2B5EF4-FFF2-40B4-BE49-F238E27FC236}">
                  <a16:creationId xmlns:a16="http://schemas.microsoft.com/office/drawing/2014/main" id="{CD314794-AD5E-003A-9F5C-CE957209FDA3}"/>
                </a:ext>
              </a:extLst>
            </p:cNvPr>
            <p:cNvSpPr txBox="1"/>
            <p:nvPr/>
          </p:nvSpPr>
          <p:spPr>
            <a:xfrm>
              <a:off x="6934200" y="16510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0" name="b_split_pin_[7:4]">
              <a:extLst>
                <a:ext uri="{FF2B5EF4-FFF2-40B4-BE49-F238E27FC236}">
                  <a16:creationId xmlns:a16="http://schemas.microsoft.com/office/drawing/2014/main" id="{F62C7544-FCFD-5781-B779-57075D970E92}"/>
                </a:ext>
              </a:extLst>
            </p:cNvPr>
            <p:cNvSpPr/>
            <p:nvPr/>
          </p:nvSpPr>
          <p:spPr>
            <a:xfrm>
              <a:off x="7874000" y="1930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1" name="b_split_lbl_[7:4]">
              <a:extLst>
                <a:ext uri="{FF2B5EF4-FFF2-40B4-BE49-F238E27FC236}">
                  <a16:creationId xmlns:a16="http://schemas.microsoft.com/office/drawing/2014/main" id="{E410DF8E-12D4-7805-A894-1832A90C99F3}"/>
                </a:ext>
              </a:extLst>
            </p:cNvPr>
            <p:cNvSpPr txBox="1"/>
            <p:nvPr/>
          </p:nvSpPr>
          <p:spPr>
            <a:xfrm>
              <a:off x="6934200" y="19050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[7:4]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50" name="b_merge">
            <a:extLst>
              <a:ext uri="{FF2B5EF4-FFF2-40B4-BE49-F238E27FC236}">
                <a16:creationId xmlns:a16="http://schemas.microsoft.com/office/drawing/2014/main" id="{2CB83A25-C39E-0C34-D63A-4D267FF71BDA}"/>
              </a:ext>
            </a:extLst>
          </p:cNvPr>
          <p:cNvGrpSpPr/>
          <p:nvPr/>
        </p:nvGrpSpPr>
        <p:grpSpPr>
          <a:xfrm>
            <a:off x="8509002" y="1206500"/>
            <a:ext cx="1778000" cy="1016000"/>
            <a:chOff x="8509000" y="1206500"/>
            <a:chExt cx="1778000" cy="1016000"/>
          </a:xfrm>
        </p:grpSpPr>
        <p:sp>
          <p:nvSpPr>
            <p:cNvPr id="43" name="b_merge_body">
              <a:extLst>
                <a:ext uri="{FF2B5EF4-FFF2-40B4-BE49-F238E27FC236}">
                  <a16:creationId xmlns:a16="http://schemas.microsoft.com/office/drawing/2014/main" id="{6A22DDED-4CEB-C717-F758-A4ECDDB6C1A0}"/>
                </a:ext>
              </a:extLst>
            </p:cNvPr>
            <p:cNvSpPr/>
            <p:nvPr/>
          </p:nvSpPr>
          <p:spPr>
            <a:xfrm>
              <a:off x="8636000" y="1206500"/>
              <a:ext cx="1524000" cy="1016000"/>
            </a:xfrm>
            <a:prstGeom prst="roundRect">
              <a:avLst>
                <a:gd name="adj" fmla="val 6000"/>
              </a:avLst>
            </a:prstGeom>
            <a:solidFill>
              <a:srgbClr val="FEFCE8"/>
            </a:solidFill>
            <a:ln w="19050">
              <a:solidFill>
                <a:srgbClr val="A162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A16207"/>
                  </a:solidFill>
                  <a:latin typeface="Malgun Gothic" panose="020B0503020000020004" pitchFamily="50" charset="-127"/>
                </a:rPr>
                <a:t>bus merge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[3:0], [7:4] → [7:0]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4" name="b_merge_pin_[3:0]">
              <a:extLst>
                <a:ext uri="{FF2B5EF4-FFF2-40B4-BE49-F238E27FC236}">
                  <a16:creationId xmlns:a16="http://schemas.microsoft.com/office/drawing/2014/main" id="{E512BDED-6C8A-9DEE-B087-2E276C064369}"/>
                </a:ext>
              </a:extLst>
            </p:cNvPr>
            <p:cNvSpPr/>
            <p:nvPr/>
          </p:nvSpPr>
          <p:spPr>
            <a:xfrm>
              <a:off x="8509000" y="1676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5" name="b_merge_lbl_[3:0]">
              <a:extLst>
                <a:ext uri="{FF2B5EF4-FFF2-40B4-BE49-F238E27FC236}">
                  <a16:creationId xmlns:a16="http://schemas.microsoft.com/office/drawing/2014/main" id="{0B0D8BB3-6DE0-8F77-7EBE-51F6158134A3}"/>
                </a:ext>
              </a:extLst>
            </p:cNvPr>
            <p:cNvSpPr txBox="1"/>
            <p:nvPr/>
          </p:nvSpPr>
          <p:spPr>
            <a:xfrm>
              <a:off x="8686800" y="16510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6" name="b_merge_pin_[7:4]">
              <a:extLst>
                <a:ext uri="{FF2B5EF4-FFF2-40B4-BE49-F238E27FC236}">
                  <a16:creationId xmlns:a16="http://schemas.microsoft.com/office/drawing/2014/main" id="{F2FDEFDD-04A6-CAA2-A494-F669F07C11DC}"/>
                </a:ext>
              </a:extLst>
            </p:cNvPr>
            <p:cNvSpPr/>
            <p:nvPr/>
          </p:nvSpPr>
          <p:spPr>
            <a:xfrm>
              <a:off x="8509000" y="1930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" name="b_merge_lbl_[7:4]">
              <a:extLst>
                <a:ext uri="{FF2B5EF4-FFF2-40B4-BE49-F238E27FC236}">
                  <a16:creationId xmlns:a16="http://schemas.microsoft.com/office/drawing/2014/main" id="{E75CEA0A-F752-3EBD-C466-0BD032E58247}"/>
                </a:ext>
              </a:extLst>
            </p:cNvPr>
            <p:cNvSpPr txBox="1"/>
            <p:nvPr/>
          </p:nvSpPr>
          <p:spPr>
            <a:xfrm>
              <a:off x="8686800" y="19050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[7:4]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8" name="b_merge_pin_out[7:0]">
              <a:extLst>
                <a:ext uri="{FF2B5EF4-FFF2-40B4-BE49-F238E27FC236}">
                  <a16:creationId xmlns:a16="http://schemas.microsoft.com/office/drawing/2014/main" id="{49A60124-5EB0-6C9C-E648-32532191E39C}"/>
                </a:ext>
              </a:extLst>
            </p:cNvPr>
            <p:cNvSpPr/>
            <p:nvPr/>
          </p:nvSpPr>
          <p:spPr>
            <a:xfrm>
              <a:off x="10160000" y="1676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" name="b_merge_lbl_out[7:0]">
              <a:extLst>
                <a:ext uri="{FF2B5EF4-FFF2-40B4-BE49-F238E27FC236}">
                  <a16:creationId xmlns:a16="http://schemas.microsoft.com/office/drawing/2014/main" id="{2CDF3568-0FA0-AADB-F032-FE4A0A928739}"/>
                </a:ext>
              </a:extLst>
            </p:cNvPr>
            <p:cNvSpPr txBox="1"/>
            <p:nvPr/>
          </p:nvSpPr>
          <p:spPr>
            <a:xfrm>
              <a:off x="9220200" y="16510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out[7:0]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58" name="b_cat">
            <a:extLst>
              <a:ext uri="{FF2B5EF4-FFF2-40B4-BE49-F238E27FC236}">
                <a16:creationId xmlns:a16="http://schemas.microsoft.com/office/drawing/2014/main" id="{F07A75F0-FC63-3395-F391-87BDF40EF1CA}"/>
              </a:ext>
            </a:extLst>
          </p:cNvPr>
          <p:cNvGrpSpPr/>
          <p:nvPr/>
        </p:nvGrpSpPr>
        <p:grpSpPr>
          <a:xfrm>
            <a:off x="6223002" y="2667000"/>
            <a:ext cx="1778000" cy="1016000"/>
            <a:chOff x="6223000" y="2667000"/>
            <a:chExt cx="1778000" cy="1016000"/>
          </a:xfrm>
        </p:grpSpPr>
        <p:sp>
          <p:nvSpPr>
            <p:cNvPr id="51" name="b_cat_body">
              <a:extLst>
                <a:ext uri="{FF2B5EF4-FFF2-40B4-BE49-F238E27FC236}">
                  <a16:creationId xmlns:a16="http://schemas.microsoft.com/office/drawing/2014/main" id="{BCFFD0F3-986A-B214-C6DA-16AF004803DF}"/>
                </a:ext>
              </a:extLst>
            </p:cNvPr>
            <p:cNvSpPr/>
            <p:nvPr/>
          </p:nvSpPr>
          <p:spPr>
            <a:xfrm>
              <a:off x="6350000" y="2667000"/>
              <a:ext cx="1524000" cy="1016000"/>
            </a:xfrm>
            <a:prstGeom prst="roundRect">
              <a:avLst>
                <a:gd name="adj" fmla="val 6000"/>
              </a:avLst>
            </a:prstGeom>
            <a:solidFill>
              <a:srgbClr val="FEFCE8"/>
            </a:solidFill>
            <a:ln w="19050">
              <a:solidFill>
                <a:srgbClr val="A162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A16207"/>
                  </a:solidFill>
                  <a:latin typeface="Malgun Gothic" panose="020B0503020000020004" pitchFamily="50" charset="-127"/>
                </a:rPr>
                <a:t>concat { }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{hi, lo}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2" name="b_cat_pin_hi">
              <a:extLst>
                <a:ext uri="{FF2B5EF4-FFF2-40B4-BE49-F238E27FC236}">
                  <a16:creationId xmlns:a16="http://schemas.microsoft.com/office/drawing/2014/main" id="{BFD5CC60-67D9-CA63-C79A-6FB00D9F1AE6}"/>
                </a:ext>
              </a:extLst>
            </p:cNvPr>
            <p:cNvSpPr/>
            <p:nvPr/>
          </p:nvSpPr>
          <p:spPr>
            <a:xfrm>
              <a:off x="6248400" y="3149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" name="b_cat_lbl_hi">
              <a:extLst>
                <a:ext uri="{FF2B5EF4-FFF2-40B4-BE49-F238E27FC236}">
                  <a16:creationId xmlns:a16="http://schemas.microsoft.com/office/drawing/2014/main" id="{E67B2ED3-01DB-C335-B155-0D6688547FA9}"/>
                </a:ext>
              </a:extLst>
            </p:cNvPr>
            <p:cNvSpPr txBox="1"/>
            <p:nvPr/>
          </p:nvSpPr>
          <p:spPr>
            <a:xfrm>
              <a:off x="6400800" y="3111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hi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4" name="b_cat_pin_lo[7:0]">
              <a:extLst>
                <a:ext uri="{FF2B5EF4-FFF2-40B4-BE49-F238E27FC236}">
                  <a16:creationId xmlns:a16="http://schemas.microsoft.com/office/drawing/2014/main" id="{A0C9A8A1-89F8-5F51-71E1-3826A8D190BA}"/>
                </a:ext>
              </a:extLst>
            </p:cNvPr>
            <p:cNvSpPr/>
            <p:nvPr/>
          </p:nvSpPr>
          <p:spPr>
            <a:xfrm>
              <a:off x="6223000" y="3390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5" name="b_cat_lbl_lo[7:0]">
              <a:extLst>
                <a:ext uri="{FF2B5EF4-FFF2-40B4-BE49-F238E27FC236}">
                  <a16:creationId xmlns:a16="http://schemas.microsoft.com/office/drawing/2014/main" id="{C00F83E1-6D96-0FCB-3D2F-DCAA8DF63B93}"/>
                </a:ext>
              </a:extLst>
            </p:cNvPr>
            <p:cNvSpPr txBox="1"/>
            <p:nvPr/>
          </p:nvSpPr>
          <p:spPr>
            <a:xfrm>
              <a:off x="6400800" y="3365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lo[7:0]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6" name="b_cat_pin_out[8:0]">
              <a:extLst>
                <a:ext uri="{FF2B5EF4-FFF2-40B4-BE49-F238E27FC236}">
                  <a16:creationId xmlns:a16="http://schemas.microsoft.com/office/drawing/2014/main" id="{1E2B384C-43B7-BC4F-2671-CB5F96907A96}"/>
                </a:ext>
              </a:extLst>
            </p:cNvPr>
            <p:cNvSpPr/>
            <p:nvPr/>
          </p:nvSpPr>
          <p:spPr>
            <a:xfrm>
              <a:off x="7874000" y="3136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7" name="b_cat_lbl_out[8:0]">
              <a:extLst>
                <a:ext uri="{FF2B5EF4-FFF2-40B4-BE49-F238E27FC236}">
                  <a16:creationId xmlns:a16="http://schemas.microsoft.com/office/drawing/2014/main" id="{F3DCD2CC-D5B1-63B3-BF0D-91A9DB26D236}"/>
                </a:ext>
              </a:extLst>
            </p:cNvPr>
            <p:cNvSpPr txBox="1"/>
            <p:nvPr/>
          </p:nvSpPr>
          <p:spPr>
            <a:xfrm>
              <a:off x="6934200" y="3111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out[8:0]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64" name="b_bit">
            <a:extLst>
              <a:ext uri="{FF2B5EF4-FFF2-40B4-BE49-F238E27FC236}">
                <a16:creationId xmlns:a16="http://schemas.microsoft.com/office/drawing/2014/main" id="{F53F579D-2653-4C1F-AEE7-6D04DDACC7C4}"/>
              </a:ext>
            </a:extLst>
          </p:cNvPr>
          <p:cNvGrpSpPr/>
          <p:nvPr/>
        </p:nvGrpSpPr>
        <p:grpSpPr>
          <a:xfrm>
            <a:off x="8509002" y="2667001"/>
            <a:ext cx="1778000" cy="762000"/>
            <a:chOff x="8509000" y="2667000"/>
            <a:chExt cx="1778000" cy="762000"/>
          </a:xfrm>
        </p:grpSpPr>
        <p:sp>
          <p:nvSpPr>
            <p:cNvPr id="59" name="b_bit_body">
              <a:extLst>
                <a:ext uri="{FF2B5EF4-FFF2-40B4-BE49-F238E27FC236}">
                  <a16:creationId xmlns:a16="http://schemas.microsoft.com/office/drawing/2014/main" id="{C008BD96-433A-291B-95BB-8679776B2CFB}"/>
                </a:ext>
              </a:extLst>
            </p:cNvPr>
            <p:cNvSpPr/>
            <p:nvPr/>
          </p:nvSpPr>
          <p:spPr>
            <a:xfrm>
              <a:off x="8636000" y="2667000"/>
              <a:ext cx="1524000" cy="762000"/>
            </a:xfrm>
            <a:prstGeom prst="roundRect">
              <a:avLst>
                <a:gd name="adj" fmla="val 6000"/>
              </a:avLst>
            </a:prstGeom>
            <a:solidFill>
              <a:srgbClr val="FEFCE8"/>
            </a:solidFill>
            <a:ln w="19050">
              <a:solidFill>
                <a:srgbClr val="A162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A16207"/>
                  </a:solidFill>
                  <a:latin typeface="Malgun Gothic" panose="020B0503020000020004" pitchFamily="50" charset="-127"/>
                </a:rPr>
                <a:t>bit select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in[n]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0" name="b_bit_pin_in[7:0]">
              <a:extLst>
                <a:ext uri="{FF2B5EF4-FFF2-40B4-BE49-F238E27FC236}">
                  <a16:creationId xmlns:a16="http://schemas.microsoft.com/office/drawing/2014/main" id="{1BF430C8-BAF6-0036-8B3A-1BDBEE6164C9}"/>
                </a:ext>
              </a:extLst>
            </p:cNvPr>
            <p:cNvSpPr/>
            <p:nvPr/>
          </p:nvSpPr>
          <p:spPr>
            <a:xfrm>
              <a:off x="8509000" y="3136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1" name="b_bit_lbl_in[7:0]">
              <a:extLst>
                <a:ext uri="{FF2B5EF4-FFF2-40B4-BE49-F238E27FC236}">
                  <a16:creationId xmlns:a16="http://schemas.microsoft.com/office/drawing/2014/main" id="{46960913-D526-6CFB-CEC6-8677D5D3B4D4}"/>
                </a:ext>
              </a:extLst>
            </p:cNvPr>
            <p:cNvSpPr txBox="1"/>
            <p:nvPr/>
          </p:nvSpPr>
          <p:spPr>
            <a:xfrm>
              <a:off x="8686800" y="3111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in[7:0]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2" name="b_bit_pin_in[n]">
              <a:extLst>
                <a:ext uri="{FF2B5EF4-FFF2-40B4-BE49-F238E27FC236}">
                  <a16:creationId xmlns:a16="http://schemas.microsoft.com/office/drawing/2014/main" id="{D57A5A89-3F62-A403-9139-F01F64E3291F}"/>
                </a:ext>
              </a:extLst>
            </p:cNvPr>
            <p:cNvSpPr/>
            <p:nvPr/>
          </p:nvSpPr>
          <p:spPr>
            <a:xfrm>
              <a:off x="10160000" y="3136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3" name="b_bit_lbl_in[n]">
              <a:extLst>
                <a:ext uri="{FF2B5EF4-FFF2-40B4-BE49-F238E27FC236}">
                  <a16:creationId xmlns:a16="http://schemas.microsoft.com/office/drawing/2014/main" id="{C6DD536D-46EF-7C8A-3B75-BA017C8EA83E}"/>
                </a:ext>
              </a:extLst>
            </p:cNvPr>
            <p:cNvSpPr txBox="1"/>
            <p:nvPr/>
          </p:nvSpPr>
          <p:spPr>
            <a:xfrm>
              <a:off x="9220200" y="3111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in[n]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68" name="c_0">
            <a:extLst>
              <a:ext uri="{FF2B5EF4-FFF2-40B4-BE49-F238E27FC236}">
                <a16:creationId xmlns:a16="http://schemas.microsoft.com/office/drawing/2014/main" id="{6A937D60-BC35-A405-E425-EC728D5C56B1}"/>
              </a:ext>
            </a:extLst>
          </p:cNvPr>
          <p:cNvGrpSpPr/>
          <p:nvPr/>
        </p:nvGrpSpPr>
        <p:grpSpPr>
          <a:xfrm>
            <a:off x="508001" y="2667001"/>
            <a:ext cx="990601" cy="762000"/>
            <a:chOff x="508000" y="2667000"/>
            <a:chExt cx="990600" cy="762000"/>
          </a:xfrm>
        </p:grpSpPr>
        <p:sp>
          <p:nvSpPr>
            <p:cNvPr id="65" name="c_0_body">
              <a:extLst>
                <a:ext uri="{FF2B5EF4-FFF2-40B4-BE49-F238E27FC236}">
                  <a16:creationId xmlns:a16="http://schemas.microsoft.com/office/drawing/2014/main" id="{8A53549E-AEFE-B6F8-D448-1A57A58B4073}"/>
                </a:ext>
              </a:extLst>
            </p:cNvPr>
            <p:cNvSpPr/>
            <p:nvPr/>
          </p:nvSpPr>
          <p:spPr>
            <a:xfrm>
              <a:off x="508000" y="2667000"/>
              <a:ext cx="889000" cy="762000"/>
            </a:xfrm>
            <a:prstGeom prst="roundRect">
              <a:avLst>
                <a:gd name="adj" fmla="val 6000"/>
              </a:avLst>
            </a:prstGeom>
            <a:solidFill>
              <a:srgbClr val="FEFCE8"/>
            </a:solidFill>
            <a:ln w="19050">
              <a:solidFill>
                <a:srgbClr val="A162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A16207"/>
                  </a:solidFill>
                  <a:latin typeface="Malgun Gothic" panose="020B0503020000020004" pitchFamily="50" charset="-127"/>
                </a:rPr>
                <a:t>1'b0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const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6" name="c_0_pin_0">
              <a:extLst>
                <a:ext uri="{FF2B5EF4-FFF2-40B4-BE49-F238E27FC236}">
                  <a16:creationId xmlns:a16="http://schemas.microsoft.com/office/drawing/2014/main" id="{9362399E-D886-8F17-549E-9C2158A0B91A}"/>
                </a:ext>
              </a:extLst>
            </p:cNvPr>
            <p:cNvSpPr/>
            <p:nvPr/>
          </p:nvSpPr>
          <p:spPr>
            <a:xfrm>
              <a:off x="1397000" y="31496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7" name="c_0_lbl_0">
              <a:extLst>
                <a:ext uri="{FF2B5EF4-FFF2-40B4-BE49-F238E27FC236}">
                  <a16:creationId xmlns:a16="http://schemas.microsoft.com/office/drawing/2014/main" id="{55612B25-5329-1C88-C511-8584713C31C2}"/>
                </a:ext>
              </a:extLst>
            </p:cNvPr>
            <p:cNvSpPr txBox="1"/>
            <p:nvPr/>
          </p:nvSpPr>
          <p:spPr>
            <a:xfrm>
              <a:off x="774700" y="3111500"/>
              <a:ext cx="571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0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72" name="c_1">
            <a:extLst>
              <a:ext uri="{FF2B5EF4-FFF2-40B4-BE49-F238E27FC236}">
                <a16:creationId xmlns:a16="http://schemas.microsoft.com/office/drawing/2014/main" id="{83FCF767-437F-773D-B9FD-CB6DD64A699C}"/>
              </a:ext>
            </a:extLst>
          </p:cNvPr>
          <p:cNvGrpSpPr/>
          <p:nvPr/>
        </p:nvGrpSpPr>
        <p:grpSpPr>
          <a:xfrm>
            <a:off x="1905000" y="2667001"/>
            <a:ext cx="990601" cy="762000"/>
            <a:chOff x="1905000" y="2667000"/>
            <a:chExt cx="990600" cy="762000"/>
          </a:xfrm>
        </p:grpSpPr>
        <p:sp>
          <p:nvSpPr>
            <p:cNvPr id="69" name="c_1_body">
              <a:extLst>
                <a:ext uri="{FF2B5EF4-FFF2-40B4-BE49-F238E27FC236}">
                  <a16:creationId xmlns:a16="http://schemas.microsoft.com/office/drawing/2014/main" id="{DCAF9241-CD06-CC0C-7249-A6B42AD33809}"/>
                </a:ext>
              </a:extLst>
            </p:cNvPr>
            <p:cNvSpPr/>
            <p:nvPr/>
          </p:nvSpPr>
          <p:spPr>
            <a:xfrm>
              <a:off x="1905000" y="2667000"/>
              <a:ext cx="889000" cy="762000"/>
            </a:xfrm>
            <a:prstGeom prst="roundRect">
              <a:avLst>
                <a:gd name="adj" fmla="val 6000"/>
              </a:avLst>
            </a:prstGeom>
            <a:solidFill>
              <a:srgbClr val="FEFCE8"/>
            </a:solidFill>
            <a:ln w="19050">
              <a:solidFill>
                <a:srgbClr val="A162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A16207"/>
                  </a:solidFill>
                  <a:latin typeface="Malgun Gothic" panose="020B0503020000020004" pitchFamily="50" charset="-127"/>
                </a:rPr>
                <a:t>1'b1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const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0" name="c_1_pin_1">
              <a:extLst>
                <a:ext uri="{FF2B5EF4-FFF2-40B4-BE49-F238E27FC236}">
                  <a16:creationId xmlns:a16="http://schemas.microsoft.com/office/drawing/2014/main" id="{5701C8D4-A91F-1362-4CBB-A65105FAA410}"/>
                </a:ext>
              </a:extLst>
            </p:cNvPr>
            <p:cNvSpPr/>
            <p:nvPr/>
          </p:nvSpPr>
          <p:spPr>
            <a:xfrm>
              <a:off x="2794000" y="31496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1" name="c_1_lbl_1">
              <a:extLst>
                <a:ext uri="{FF2B5EF4-FFF2-40B4-BE49-F238E27FC236}">
                  <a16:creationId xmlns:a16="http://schemas.microsoft.com/office/drawing/2014/main" id="{2A4C01E2-18DE-AB7B-C02D-AD0665013C40}"/>
                </a:ext>
              </a:extLst>
            </p:cNvPr>
            <p:cNvSpPr txBox="1"/>
            <p:nvPr/>
          </p:nvSpPr>
          <p:spPr>
            <a:xfrm>
              <a:off x="2171700" y="3111500"/>
              <a:ext cx="571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1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75" name="p_in1">
            <a:extLst>
              <a:ext uri="{FF2B5EF4-FFF2-40B4-BE49-F238E27FC236}">
                <a16:creationId xmlns:a16="http://schemas.microsoft.com/office/drawing/2014/main" id="{E9B3B911-C699-C92C-87C5-D5923604C5A4}"/>
              </a:ext>
            </a:extLst>
          </p:cNvPr>
          <p:cNvGrpSpPr/>
          <p:nvPr/>
        </p:nvGrpSpPr>
        <p:grpSpPr>
          <a:xfrm>
            <a:off x="508000" y="4064002"/>
            <a:ext cx="1524000" cy="254000"/>
            <a:chOff x="508000" y="4064000"/>
            <a:chExt cx="1524000" cy="254000"/>
          </a:xfrm>
        </p:grpSpPr>
        <p:sp>
          <p:nvSpPr>
            <p:cNvPr id="73" name="p_in1_body">
              <a:extLst>
                <a:ext uri="{FF2B5EF4-FFF2-40B4-BE49-F238E27FC236}">
                  <a16:creationId xmlns:a16="http://schemas.microsoft.com/office/drawing/2014/main" id="{C7B56193-E099-126F-C0F9-FFF0323DF44D}"/>
                </a:ext>
              </a:extLst>
            </p:cNvPr>
            <p:cNvSpPr/>
            <p:nvPr/>
          </p:nvSpPr>
          <p:spPr>
            <a:xfrm>
              <a:off x="508000" y="4064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i_cin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4" name="p_in1_pin">
              <a:extLst>
                <a:ext uri="{FF2B5EF4-FFF2-40B4-BE49-F238E27FC236}">
                  <a16:creationId xmlns:a16="http://schemas.microsoft.com/office/drawing/2014/main" id="{E5D8255E-7950-C2B9-05BE-3B786E98855C}"/>
                </a:ext>
              </a:extLst>
            </p:cNvPr>
            <p:cNvSpPr/>
            <p:nvPr/>
          </p:nvSpPr>
          <p:spPr>
            <a:xfrm>
              <a:off x="1930400" y="41402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78" name="p_inb">
            <a:extLst>
              <a:ext uri="{FF2B5EF4-FFF2-40B4-BE49-F238E27FC236}">
                <a16:creationId xmlns:a16="http://schemas.microsoft.com/office/drawing/2014/main" id="{3F41097D-40AB-9803-99BE-71657AA2D572}"/>
              </a:ext>
            </a:extLst>
          </p:cNvPr>
          <p:cNvGrpSpPr/>
          <p:nvPr/>
        </p:nvGrpSpPr>
        <p:grpSpPr>
          <a:xfrm>
            <a:off x="508000" y="4445001"/>
            <a:ext cx="1549401" cy="254000"/>
            <a:chOff x="508000" y="4445000"/>
            <a:chExt cx="1549400" cy="254000"/>
          </a:xfrm>
        </p:grpSpPr>
        <p:sp>
          <p:nvSpPr>
            <p:cNvPr id="76" name="p_inb_body">
              <a:extLst>
                <a:ext uri="{FF2B5EF4-FFF2-40B4-BE49-F238E27FC236}">
                  <a16:creationId xmlns:a16="http://schemas.microsoft.com/office/drawing/2014/main" id="{CD50474C-6E12-F540-1CBA-E5B60B945A68}"/>
                </a:ext>
              </a:extLst>
            </p:cNvPr>
            <p:cNvSpPr/>
            <p:nvPr/>
          </p:nvSpPr>
          <p:spPr>
            <a:xfrm>
              <a:off x="508000" y="4445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i_a[7:0]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7" name="p_inb_pin">
              <a:extLst>
                <a:ext uri="{FF2B5EF4-FFF2-40B4-BE49-F238E27FC236}">
                  <a16:creationId xmlns:a16="http://schemas.microsoft.com/office/drawing/2014/main" id="{DB1CE835-72BD-E8A1-23B3-8BC56E16DA4F}"/>
                </a:ext>
              </a:extLst>
            </p:cNvPr>
            <p:cNvSpPr/>
            <p:nvPr/>
          </p:nvSpPr>
          <p:spPr>
            <a:xfrm>
              <a:off x="1930400" y="4508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81" name="p_out1">
            <a:extLst>
              <a:ext uri="{FF2B5EF4-FFF2-40B4-BE49-F238E27FC236}">
                <a16:creationId xmlns:a16="http://schemas.microsoft.com/office/drawing/2014/main" id="{7043B491-50B4-4AD4-E631-EAEC2FC32651}"/>
              </a:ext>
            </a:extLst>
          </p:cNvPr>
          <p:cNvGrpSpPr/>
          <p:nvPr/>
        </p:nvGrpSpPr>
        <p:grpSpPr>
          <a:xfrm>
            <a:off x="2819401" y="4064002"/>
            <a:ext cx="1524000" cy="254000"/>
            <a:chOff x="2819400" y="4064000"/>
            <a:chExt cx="1524000" cy="254000"/>
          </a:xfrm>
        </p:grpSpPr>
        <p:sp>
          <p:nvSpPr>
            <p:cNvPr id="79" name="p_out1_body">
              <a:extLst>
                <a:ext uri="{FF2B5EF4-FFF2-40B4-BE49-F238E27FC236}">
                  <a16:creationId xmlns:a16="http://schemas.microsoft.com/office/drawing/2014/main" id="{1AC962DA-D582-B3B9-C91E-6A02B334CC37}"/>
                </a:ext>
              </a:extLst>
            </p:cNvPr>
            <p:cNvSpPr/>
            <p:nvPr/>
          </p:nvSpPr>
          <p:spPr>
            <a:xfrm>
              <a:off x="2921000" y="40640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o_cout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0" name="p_out1_pin">
              <a:extLst>
                <a:ext uri="{FF2B5EF4-FFF2-40B4-BE49-F238E27FC236}">
                  <a16:creationId xmlns:a16="http://schemas.microsoft.com/office/drawing/2014/main" id="{EEF437DE-8EA5-3DA0-17CB-DAC28517561B}"/>
                </a:ext>
              </a:extLst>
            </p:cNvPr>
            <p:cNvSpPr/>
            <p:nvPr/>
          </p:nvSpPr>
          <p:spPr>
            <a:xfrm>
              <a:off x="2819400" y="41402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84" name="p_outb">
            <a:extLst>
              <a:ext uri="{FF2B5EF4-FFF2-40B4-BE49-F238E27FC236}">
                <a16:creationId xmlns:a16="http://schemas.microsoft.com/office/drawing/2014/main" id="{ECA29E91-63AB-D732-8262-0496DB738CB8}"/>
              </a:ext>
            </a:extLst>
          </p:cNvPr>
          <p:cNvGrpSpPr/>
          <p:nvPr/>
        </p:nvGrpSpPr>
        <p:grpSpPr>
          <a:xfrm>
            <a:off x="2794000" y="4445001"/>
            <a:ext cx="1549401" cy="254000"/>
            <a:chOff x="2794000" y="4445000"/>
            <a:chExt cx="1549400" cy="254000"/>
          </a:xfrm>
        </p:grpSpPr>
        <p:sp>
          <p:nvSpPr>
            <p:cNvPr id="82" name="p_outb_body">
              <a:extLst>
                <a:ext uri="{FF2B5EF4-FFF2-40B4-BE49-F238E27FC236}">
                  <a16:creationId xmlns:a16="http://schemas.microsoft.com/office/drawing/2014/main" id="{2B954861-ECC2-3F8B-178B-FEE90DAAE604}"/>
                </a:ext>
              </a:extLst>
            </p:cNvPr>
            <p:cNvSpPr/>
            <p:nvPr/>
          </p:nvSpPr>
          <p:spPr>
            <a:xfrm>
              <a:off x="2921000" y="44450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o_sum[7:0]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3" name="p_outb_pin">
              <a:extLst>
                <a:ext uri="{FF2B5EF4-FFF2-40B4-BE49-F238E27FC236}">
                  <a16:creationId xmlns:a16="http://schemas.microsoft.com/office/drawing/2014/main" id="{9E839471-E810-1437-C3A6-95F73E6E896E}"/>
                </a:ext>
              </a:extLst>
            </p:cNvPr>
            <p:cNvSpPr/>
            <p:nvPr/>
          </p:nvSpPr>
          <p:spPr>
            <a:xfrm>
              <a:off x="2794000" y="45085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F740C934-F6F0-3BA3-F733-7E382DEADCC6}"/>
              </a:ext>
            </a:extLst>
          </p:cNvPr>
          <p:cNvSpPr txBox="1"/>
          <p:nvPr/>
        </p:nvSpPr>
        <p:spPr>
          <a:xfrm>
            <a:off x="508000" y="4826001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6B7280"/>
                </a:solidFill>
                <a:latin typeface="Malgun Gothic" panose="020B0503020000020004" pitchFamily="50" charset="-127"/>
              </a:rPr>
              <a:t>입력 포트 </a:t>
            </a:r>
            <a:r>
              <a:rPr lang="en-US" altLang="ko-KR" sz="900">
                <a:solidFill>
                  <a:srgbClr val="6B7280"/>
                </a:solidFill>
                <a:latin typeface="Malgun Gothic" panose="020B0503020000020004" pitchFamily="50" charset="-127"/>
              </a:rPr>
              <a:t>(Top</a:t>
            </a:r>
            <a:r>
              <a:rPr lang="ko-KR" altLang="en-US" sz="900">
                <a:solidFill>
                  <a:srgbClr val="6B7280"/>
                </a:solidFill>
                <a:latin typeface="Malgun Gothic" panose="020B0503020000020004" pitchFamily="50" charset="-127"/>
              </a:rPr>
              <a:t>의 </a:t>
            </a:r>
            <a:r>
              <a:rPr lang="en-US" altLang="ko-KR" sz="900">
                <a:solidFill>
                  <a:srgbClr val="6B7280"/>
                </a:solidFill>
                <a:latin typeface="Malgun Gothic" panose="020B0503020000020004" pitchFamily="50" charset="-127"/>
              </a:rPr>
              <a:t>input)</a:t>
            </a:r>
            <a:endParaRPr lang="ko-KR" altLang="en-US" sz="900">
              <a:solidFill>
                <a:srgbClr val="6B728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87309C1-3E7A-6E5F-5242-6A8C37441FFA}"/>
              </a:ext>
            </a:extLst>
          </p:cNvPr>
          <p:cNvSpPr txBox="1"/>
          <p:nvPr/>
        </p:nvSpPr>
        <p:spPr>
          <a:xfrm>
            <a:off x="2921001" y="4826001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6B7280"/>
                </a:solidFill>
                <a:latin typeface="Malgun Gothic" panose="020B0503020000020004" pitchFamily="50" charset="-127"/>
              </a:rPr>
              <a:t>출력 포트 </a:t>
            </a:r>
            <a:r>
              <a:rPr lang="en-US" altLang="ko-KR" sz="900">
                <a:solidFill>
                  <a:srgbClr val="6B7280"/>
                </a:solidFill>
                <a:latin typeface="Malgun Gothic" panose="020B0503020000020004" pitchFamily="50" charset="-127"/>
              </a:rPr>
              <a:t>(Top</a:t>
            </a:r>
            <a:r>
              <a:rPr lang="ko-KR" altLang="en-US" sz="900">
                <a:solidFill>
                  <a:srgbClr val="6B7280"/>
                </a:solidFill>
                <a:latin typeface="Malgun Gothic" panose="020B0503020000020004" pitchFamily="50" charset="-127"/>
              </a:rPr>
              <a:t>의 </a:t>
            </a:r>
            <a:r>
              <a:rPr lang="en-US" altLang="ko-KR" sz="900">
                <a:solidFill>
                  <a:srgbClr val="6B7280"/>
                </a:solidFill>
                <a:latin typeface="Malgun Gothic" panose="020B0503020000020004" pitchFamily="50" charset="-127"/>
              </a:rPr>
              <a:t>output)</a:t>
            </a:r>
            <a:endParaRPr lang="ko-KR" altLang="en-US" sz="900">
              <a:solidFill>
                <a:srgbClr val="6B728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346DEF3-2778-68E9-1E2F-39DD03A3FD04}"/>
              </a:ext>
            </a:extLst>
          </p:cNvPr>
          <p:cNvSpPr txBox="1"/>
          <p:nvPr/>
        </p:nvSpPr>
        <p:spPr>
          <a:xfrm>
            <a:off x="5334001" y="3810001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100" b="1">
                <a:solidFill>
                  <a:srgbClr val="1F2937"/>
                </a:solidFill>
                <a:latin typeface="Malgun Gothic" panose="020B0503020000020004" pitchFamily="50" charset="-127"/>
              </a:rPr>
              <a:t>Basys3 </a:t>
            </a:r>
            <a:r>
              <a:rPr lang="ko-KR" altLang="en-US" sz="1100" b="1">
                <a:solidFill>
                  <a:srgbClr val="1F2937"/>
                </a:solidFill>
                <a:latin typeface="Malgun Gothic" panose="020B0503020000020004" pitchFamily="50" charset="-127"/>
              </a:rPr>
              <a:t>보드</a:t>
            </a:r>
          </a:p>
        </p:txBody>
      </p:sp>
      <p:grpSp>
        <p:nvGrpSpPr>
          <p:cNvPr id="91" name="bd_swl">
            <a:extLst>
              <a:ext uri="{FF2B5EF4-FFF2-40B4-BE49-F238E27FC236}">
                <a16:creationId xmlns:a16="http://schemas.microsoft.com/office/drawing/2014/main" id="{C6A36EC3-E39E-3367-957D-CEF28C561314}"/>
              </a:ext>
            </a:extLst>
          </p:cNvPr>
          <p:cNvGrpSpPr/>
          <p:nvPr/>
        </p:nvGrpSpPr>
        <p:grpSpPr>
          <a:xfrm>
            <a:off x="5334000" y="4127500"/>
            <a:ext cx="1524000" cy="762000"/>
            <a:chOff x="5334000" y="4127500"/>
            <a:chExt cx="1524000" cy="762000"/>
          </a:xfrm>
        </p:grpSpPr>
        <p:sp>
          <p:nvSpPr>
            <p:cNvPr id="88" name="bd_swl_body">
              <a:extLst>
                <a:ext uri="{FF2B5EF4-FFF2-40B4-BE49-F238E27FC236}">
                  <a16:creationId xmlns:a16="http://schemas.microsoft.com/office/drawing/2014/main" id="{6D4E5C24-0CBD-92F8-3441-1AC3170FBAE8}"/>
                </a:ext>
              </a:extLst>
            </p:cNvPr>
            <p:cNvSpPr/>
            <p:nvPr/>
          </p:nvSpPr>
          <p:spPr>
            <a:xfrm>
              <a:off x="5334000" y="4127500"/>
              <a:ext cx="1397000" cy="762000"/>
            </a:xfrm>
            <a:prstGeom prst="roundRect">
              <a:avLst>
                <a:gd name="adj" fmla="val 6000"/>
              </a:avLst>
            </a:prstGeom>
            <a:solidFill>
              <a:srgbClr val="FFF7ED"/>
            </a:solidFill>
            <a:ln w="19050">
              <a:solidFill>
                <a:srgbClr val="C241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C2410C"/>
                  </a:solidFill>
                  <a:latin typeface="Malgun Gothic" panose="020B0503020000020004" pitchFamily="50" charset="-127"/>
                </a:rPr>
                <a:t>SW0 ~ SW7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V17 … W13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9" name="bd_swl_pin_sw[7:0]">
              <a:extLst>
                <a:ext uri="{FF2B5EF4-FFF2-40B4-BE49-F238E27FC236}">
                  <a16:creationId xmlns:a16="http://schemas.microsoft.com/office/drawing/2014/main" id="{836087EF-BFD2-F451-8D70-8A1A0A593DB4}"/>
                </a:ext>
              </a:extLst>
            </p:cNvPr>
            <p:cNvSpPr/>
            <p:nvPr/>
          </p:nvSpPr>
          <p:spPr>
            <a:xfrm>
              <a:off x="6731000" y="4597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0" name="bd_swl_lbl_sw[7:0]">
              <a:extLst>
                <a:ext uri="{FF2B5EF4-FFF2-40B4-BE49-F238E27FC236}">
                  <a16:creationId xmlns:a16="http://schemas.microsoft.com/office/drawing/2014/main" id="{D2AA9D79-87EB-05EF-5D99-D12901F9F9F2}"/>
                </a:ext>
              </a:extLst>
            </p:cNvPr>
            <p:cNvSpPr txBox="1"/>
            <p:nvPr/>
          </p:nvSpPr>
          <p:spPr>
            <a:xfrm>
              <a:off x="5854700" y="4572000"/>
              <a:ext cx="825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sw[7:0]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95" name="bd_swh">
            <a:extLst>
              <a:ext uri="{FF2B5EF4-FFF2-40B4-BE49-F238E27FC236}">
                <a16:creationId xmlns:a16="http://schemas.microsoft.com/office/drawing/2014/main" id="{D65B5F5F-FCE3-15E3-324D-04402309DB6B}"/>
              </a:ext>
            </a:extLst>
          </p:cNvPr>
          <p:cNvGrpSpPr/>
          <p:nvPr/>
        </p:nvGrpSpPr>
        <p:grpSpPr>
          <a:xfrm>
            <a:off x="5334000" y="5080002"/>
            <a:ext cx="1524000" cy="762000"/>
            <a:chOff x="5334000" y="5080000"/>
            <a:chExt cx="1524000" cy="762000"/>
          </a:xfrm>
        </p:grpSpPr>
        <p:sp>
          <p:nvSpPr>
            <p:cNvPr id="92" name="bd_swh_body">
              <a:extLst>
                <a:ext uri="{FF2B5EF4-FFF2-40B4-BE49-F238E27FC236}">
                  <a16:creationId xmlns:a16="http://schemas.microsoft.com/office/drawing/2014/main" id="{9D4058D4-2B68-5C77-6D3E-D064CF869DCB}"/>
                </a:ext>
              </a:extLst>
            </p:cNvPr>
            <p:cNvSpPr/>
            <p:nvPr/>
          </p:nvSpPr>
          <p:spPr>
            <a:xfrm>
              <a:off x="5334000" y="5080000"/>
              <a:ext cx="1397000" cy="762000"/>
            </a:xfrm>
            <a:prstGeom prst="roundRect">
              <a:avLst>
                <a:gd name="adj" fmla="val 6000"/>
              </a:avLst>
            </a:prstGeom>
            <a:solidFill>
              <a:srgbClr val="FFF7ED"/>
            </a:solidFill>
            <a:ln w="19050">
              <a:solidFill>
                <a:srgbClr val="C241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C2410C"/>
                  </a:solidFill>
                  <a:latin typeface="Malgun Gothic" panose="020B0503020000020004" pitchFamily="50" charset="-127"/>
                </a:rPr>
                <a:t>SW8 ~ SW15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V2 … R2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93" name="bd_swh_pin_sw[15:8]">
              <a:extLst>
                <a:ext uri="{FF2B5EF4-FFF2-40B4-BE49-F238E27FC236}">
                  <a16:creationId xmlns:a16="http://schemas.microsoft.com/office/drawing/2014/main" id="{525D7B46-4E8F-903F-0FB6-BC3A6975C0D6}"/>
                </a:ext>
              </a:extLst>
            </p:cNvPr>
            <p:cNvSpPr/>
            <p:nvPr/>
          </p:nvSpPr>
          <p:spPr>
            <a:xfrm>
              <a:off x="6731000" y="5549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4" name="bd_swh_lbl_sw[15:8]">
              <a:extLst>
                <a:ext uri="{FF2B5EF4-FFF2-40B4-BE49-F238E27FC236}">
                  <a16:creationId xmlns:a16="http://schemas.microsoft.com/office/drawing/2014/main" id="{8CF99C64-BE26-9D4A-EDF3-C992BE5CD8E5}"/>
                </a:ext>
              </a:extLst>
            </p:cNvPr>
            <p:cNvSpPr txBox="1"/>
            <p:nvPr/>
          </p:nvSpPr>
          <p:spPr>
            <a:xfrm>
              <a:off x="5854700" y="5524500"/>
              <a:ext cx="825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sw[15:8]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99" name="bd_btn">
            <a:extLst>
              <a:ext uri="{FF2B5EF4-FFF2-40B4-BE49-F238E27FC236}">
                <a16:creationId xmlns:a16="http://schemas.microsoft.com/office/drawing/2014/main" id="{34865D18-236D-7D61-3734-758D12AC1630}"/>
              </a:ext>
            </a:extLst>
          </p:cNvPr>
          <p:cNvGrpSpPr/>
          <p:nvPr/>
        </p:nvGrpSpPr>
        <p:grpSpPr>
          <a:xfrm>
            <a:off x="5334001" y="5969001"/>
            <a:ext cx="1498601" cy="762000"/>
            <a:chOff x="5334000" y="5969000"/>
            <a:chExt cx="1498600" cy="762000"/>
          </a:xfrm>
        </p:grpSpPr>
        <p:sp>
          <p:nvSpPr>
            <p:cNvPr id="96" name="bd_btn_body">
              <a:extLst>
                <a:ext uri="{FF2B5EF4-FFF2-40B4-BE49-F238E27FC236}">
                  <a16:creationId xmlns:a16="http://schemas.microsoft.com/office/drawing/2014/main" id="{EF7B30A3-F199-2A9F-4D18-8F4195741740}"/>
                </a:ext>
              </a:extLst>
            </p:cNvPr>
            <p:cNvSpPr/>
            <p:nvPr/>
          </p:nvSpPr>
          <p:spPr>
            <a:xfrm>
              <a:off x="5334000" y="5969000"/>
              <a:ext cx="1397000" cy="762000"/>
            </a:xfrm>
            <a:prstGeom prst="roundRect">
              <a:avLst>
                <a:gd name="adj" fmla="val 6000"/>
              </a:avLst>
            </a:prstGeom>
            <a:solidFill>
              <a:srgbClr val="FFF7ED"/>
            </a:solidFill>
            <a:ln w="19050">
              <a:solidFill>
                <a:srgbClr val="C241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pl-PL" altLang="ko-KR" sz="1001" b="1">
                  <a:solidFill>
                    <a:srgbClr val="C2410C"/>
                  </a:solidFill>
                  <a:latin typeface="Malgun Gothic" panose="020B0503020000020004" pitchFamily="50" charset="-127"/>
                </a:rPr>
                <a:t>BTN</a:t>
              </a:r>
            </a:p>
            <a:p>
              <a:pPr algn="ctr"/>
              <a:r>
                <a:rPr lang="pl-PL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U18 C / W19 L / T17 R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97" name="bd_btn_pin_btn">
              <a:extLst>
                <a:ext uri="{FF2B5EF4-FFF2-40B4-BE49-F238E27FC236}">
                  <a16:creationId xmlns:a16="http://schemas.microsoft.com/office/drawing/2014/main" id="{9D1A9BFE-A3C9-6AA8-66C4-BAD72E2C5232}"/>
                </a:ext>
              </a:extLst>
            </p:cNvPr>
            <p:cNvSpPr/>
            <p:nvPr/>
          </p:nvSpPr>
          <p:spPr>
            <a:xfrm>
              <a:off x="6731000" y="64516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8" name="bd_btn_lbl_btn">
              <a:extLst>
                <a:ext uri="{FF2B5EF4-FFF2-40B4-BE49-F238E27FC236}">
                  <a16:creationId xmlns:a16="http://schemas.microsoft.com/office/drawing/2014/main" id="{5DCDC078-684C-4BDC-EBBE-626AC87EE683}"/>
                </a:ext>
              </a:extLst>
            </p:cNvPr>
            <p:cNvSpPr txBox="1"/>
            <p:nvPr/>
          </p:nvSpPr>
          <p:spPr>
            <a:xfrm>
              <a:off x="5854700" y="6413500"/>
              <a:ext cx="825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btn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103" name="bd_led">
            <a:extLst>
              <a:ext uri="{FF2B5EF4-FFF2-40B4-BE49-F238E27FC236}">
                <a16:creationId xmlns:a16="http://schemas.microsoft.com/office/drawing/2014/main" id="{8F5A4696-ACEA-69E0-4716-6D0F5C61774F}"/>
              </a:ext>
            </a:extLst>
          </p:cNvPr>
          <p:cNvGrpSpPr/>
          <p:nvPr/>
        </p:nvGrpSpPr>
        <p:grpSpPr>
          <a:xfrm>
            <a:off x="8001001" y="4127500"/>
            <a:ext cx="1524000" cy="762000"/>
            <a:chOff x="8001000" y="4127500"/>
            <a:chExt cx="1524000" cy="762000"/>
          </a:xfrm>
        </p:grpSpPr>
        <p:sp>
          <p:nvSpPr>
            <p:cNvPr id="100" name="bd_led_body">
              <a:extLst>
                <a:ext uri="{FF2B5EF4-FFF2-40B4-BE49-F238E27FC236}">
                  <a16:creationId xmlns:a16="http://schemas.microsoft.com/office/drawing/2014/main" id="{D2C58EF9-03BE-2187-23BF-C2FC25385AB0}"/>
                </a:ext>
              </a:extLst>
            </p:cNvPr>
            <p:cNvSpPr/>
            <p:nvPr/>
          </p:nvSpPr>
          <p:spPr>
            <a:xfrm>
              <a:off x="8128000" y="4127500"/>
              <a:ext cx="1397000" cy="762000"/>
            </a:xfrm>
            <a:prstGeom prst="roundRect">
              <a:avLst>
                <a:gd name="adj" fmla="val 6000"/>
              </a:avLst>
            </a:prstGeom>
            <a:solidFill>
              <a:srgbClr val="FFF7ED"/>
            </a:solidFill>
            <a:ln w="19050">
              <a:solidFill>
                <a:srgbClr val="C241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C2410C"/>
                  </a:solidFill>
                  <a:latin typeface="Malgun Gothic" panose="020B0503020000020004" pitchFamily="50" charset="-127"/>
                </a:rPr>
                <a:t>LED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LD0 … LD15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01" name="bd_led_pin_led[15:0]">
              <a:extLst>
                <a:ext uri="{FF2B5EF4-FFF2-40B4-BE49-F238E27FC236}">
                  <a16:creationId xmlns:a16="http://schemas.microsoft.com/office/drawing/2014/main" id="{03F90B9B-000B-FD98-F45E-9D0A18E8B0FB}"/>
                </a:ext>
              </a:extLst>
            </p:cNvPr>
            <p:cNvSpPr/>
            <p:nvPr/>
          </p:nvSpPr>
          <p:spPr>
            <a:xfrm>
              <a:off x="8001000" y="4597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02" name="bd_led_lbl_led[15:0]">
              <a:extLst>
                <a:ext uri="{FF2B5EF4-FFF2-40B4-BE49-F238E27FC236}">
                  <a16:creationId xmlns:a16="http://schemas.microsoft.com/office/drawing/2014/main" id="{4B394C91-D07C-34E6-4C88-CD9F49BFDFAA}"/>
                </a:ext>
              </a:extLst>
            </p:cNvPr>
            <p:cNvSpPr txBox="1"/>
            <p:nvPr/>
          </p:nvSpPr>
          <p:spPr>
            <a:xfrm>
              <a:off x="8178800" y="4572000"/>
              <a:ext cx="825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led[15:0]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109" name="bd_fnd">
            <a:extLst>
              <a:ext uri="{FF2B5EF4-FFF2-40B4-BE49-F238E27FC236}">
                <a16:creationId xmlns:a16="http://schemas.microsoft.com/office/drawing/2014/main" id="{9FE7FBBF-1759-AF13-19A4-AA7427F09093}"/>
              </a:ext>
            </a:extLst>
          </p:cNvPr>
          <p:cNvGrpSpPr/>
          <p:nvPr/>
        </p:nvGrpSpPr>
        <p:grpSpPr>
          <a:xfrm>
            <a:off x="8001002" y="5080001"/>
            <a:ext cx="1778000" cy="1016000"/>
            <a:chOff x="8001000" y="5080000"/>
            <a:chExt cx="1778000" cy="1016000"/>
          </a:xfrm>
        </p:grpSpPr>
        <p:sp>
          <p:nvSpPr>
            <p:cNvPr id="104" name="bd_fnd_body">
              <a:extLst>
                <a:ext uri="{FF2B5EF4-FFF2-40B4-BE49-F238E27FC236}">
                  <a16:creationId xmlns:a16="http://schemas.microsoft.com/office/drawing/2014/main" id="{1F93E445-EBDB-E78F-3A18-B85A97236F96}"/>
                </a:ext>
              </a:extLst>
            </p:cNvPr>
            <p:cNvSpPr/>
            <p:nvPr/>
          </p:nvSpPr>
          <p:spPr>
            <a:xfrm>
              <a:off x="8128000" y="5080000"/>
              <a:ext cx="1651000" cy="1016000"/>
            </a:xfrm>
            <a:prstGeom prst="roundRect">
              <a:avLst>
                <a:gd name="adj" fmla="val 6000"/>
              </a:avLst>
            </a:prstGeom>
            <a:solidFill>
              <a:srgbClr val="FFF7ED"/>
            </a:solidFill>
            <a:ln w="19050">
              <a:solidFill>
                <a:srgbClr val="C241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pl-PL" altLang="ko-KR" sz="1001" b="1">
                  <a:solidFill>
                    <a:srgbClr val="C2410C"/>
                  </a:solidFill>
                  <a:latin typeface="Malgun Gothic" panose="020B0503020000020004" pitchFamily="50" charset="-127"/>
                </a:rPr>
                <a:t>7-Segment (FND)</a:t>
              </a:r>
            </a:p>
            <a:p>
              <a:pPr algn="ctr"/>
              <a:r>
                <a:rPr lang="pl-PL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com : U2 U4 V4 W4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05" name="bd_fnd_pin_com[3:0]">
              <a:extLst>
                <a:ext uri="{FF2B5EF4-FFF2-40B4-BE49-F238E27FC236}">
                  <a16:creationId xmlns:a16="http://schemas.microsoft.com/office/drawing/2014/main" id="{CB45D1CD-3103-7CAF-469E-A1EF36EFA7E3}"/>
                </a:ext>
              </a:extLst>
            </p:cNvPr>
            <p:cNvSpPr/>
            <p:nvPr/>
          </p:nvSpPr>
          <p:spPr>
            <a:xfrm>
              <a:off x="8001000" y="5549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06" name="bd_fnd_lbl_com[3:0]">
              <a:extLst>
                <a:ext uri="{FF2B5EF4-FFF2-40B4-BE49-F238E27FC236}">
                  <a16:creationId xmlns:a16="http://schemas.microsoft.com/office/drawing/2014/main" id="{9930B006-758D-8590-8616-DDE0DCAB8AA6}"/>
                </a:ext>
              </a:extLst>
            </p:cNvPr>
            <p:cNvSpPr txBox="1"/>
            <p:nvPr/>
          </p:nvSpPr>
          <p:spPr>
            <a:xfrm>
              <a:off x="8178800" y="5524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com[3:0]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07" name="bd_fnd_pin_data[7:0]">
              <a:extLst>
                <a:ext uri="{FF2B5EF4-FFF2-40B4-BE49-F238E27FC236}">
                  <a16:creationId xmlns:a16="http://schemas.microsoft.com/office/drawing/2014/main" id="{B82DB15F-3BB6-49A8-2B1D-F4A2C6AC4A92}"/>
                </a:ext>
              </a:extLst>
            </p:cNvPr>
            <p:cNvSpPr/>
            <p:nvPr/>
          </p:nvSpPr>
          <p:spPr>
            <a:xfrm>
              <a:off x="8001000" y="5803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08" name="bd_fnd_lbl_data[7:0]">
              <a:extLst>
                <a:ext uri="{FF2B5EF4-FFF2-40B4-BE49-F238E27FC236}">
                  <a16:creationId xmlns:a16="http://schemas.microsoft.com/office/drawing/2014/main" id="{04B67635-694A-4760-89E3-3983C7E18631}"/>
                </a:ext>
              </a:extLst>
            </p:cNvPr>
            <p:cNvSpPr txBox="1"/>
            <p:nvPr/>
          </p:nvSpPr>
          <p:spPr>
            <a:xfrm>
              <a:off x="8178800" y="5778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data[7:0]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88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340581-B29F-859B-882E-B55335A3E53A}"/>
              </a:ext>
            </a:extLst>
          </p:cNvPr>
          <p:cNvSpPr txBox="1"/>
          <p:nvPr/>
        </p:nvSpPr>
        <p:spPr>
          <a:xfrm>
            <a:off x="381001" y="203201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 b="1">
                <a:solidFill>
                  <a:srgbClr val="3730A3"/>
                </a:solidFill>
                <a:latin typeface="Malgun Gothic" panose="020B0503020000020004" pitchFamily="50" charset="-127"/>
              </a:rPr>
              <a:t>EXAMPLE</a:t>
            </a:r>
            <a:endParaRPr lang="ko-KR" altLang="en-US" sz="1001" b="1">
              <a:solidFill>
                <a:srgbClr val="3730A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0A3F9C-7DC3-9CC6-A8CE-752ACEAFF1E4}"/>
              </a:ext>
            </a:extLst>
          </p:cNvPr>
          <p:cNvSpPr txBox="1"/>
          <p:nvPr/>
        </p:nvSpPr>
        <p:spPr>
          <a:xfrm>
            <a:off x="381002" y="406401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top_adder_fnd_8bit </a:t>
            </a:r>
            <a:r>
              <a:rPr lang="ko-KR" altLang="en-US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연결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1F0330-5F4B-7A9F-63AB-44D4106ADEDA}"/>
              </a:ext>
            </a:extLst>
          </p:cNvPr>
          <p:cNvSpPr txBox="1"/>
          <p:nvPr/>
        </p:nvSpPr>
        <p:spPr>
          <a:xfrm>
            <a:off x="381002" y="787400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블록을 끌어 보면 선이 따라옴</a:t>
            </a:r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같은 방법으로 새 </a:t>
            </a:r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Top 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구성</a:t>
            </a:r>
          </a:p>
        </p:txBody>
      </p:sp>
      <p:sp>
        <p:nvSpPr>
          <p:cNvPr id="5" name="top_frame">
            <a:extLst>
              <a:ext uri="{FF2B5EF4-FFF2-40B4-BE49-F238E27FC236}">
                <a16:creationId xmlns:a16="http://schemas.microsoft.com/office/drawing/2014/main" id="{C967244E-18EB-A352-70FC-90592309AEC6}"/>
              </a:ext>
            </a:extLst>
          </p:cNvPr>
          <p:cNvSpPr/>
          <p:nvPr/>
        </p:nvSpPr>
        <p:spPr>
          <a:xfrm>
            <a:off x="1524001" y="1041400"/>
            <a:ext cx="8890000" cy="5588000"/>
          </a:xfrm>
          <a:prstGeom prst="roundRect">
            <a:avLst>
              <a:gd name="adj" fmla="val 2000"/>
            </a:avLst>
          </a:prstGeom>
          <a:noFill/>
          <a:ln w="12700" cap="flat" cmpd="sng" algn="ctr">
            <a:solidFill>
              <a:srgbClr val="9CA3AF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D1994-7AAC-AE3D-DF05-96128AE2FE35}"/>
              </a:ext>
            </a:extLst>
          </p:cNvPr>
          <p:cNvSpPr txBox="1"/>
          <p:nvPr/>
        </p:nvSpPr>
        <p:spPr>
          <a:xfrm>
            <a:off x="1651002" y="1092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 b="1">
                <a:solidFill>
                  <a:srgbClr val="6B7280"/>
                </a:solidFill>
                <a:latin typeface="Malgun Gothic" panose="020B0503020000020004" pitchFamily="50" charset="-127"/>
              </a:rPr>
              <a:t>top_adder_fnd_8bit</a:t>
            </a:r>
            <a:endParaRPr lang="ko-KR" altLang="en-US" sz="1001" b="1">
              <a:solidFill>
                <a:srgbClr val="6B7280"/>
              </a:solidFill>
              <a:latin typeface="Malgun Gothic" panose="020B0503020000020004" pitchFamily="50" charset="-127"/>
            </a:endParaRPr>
          </a:p>
        </p:txBody>
      </p:sp>
      <p:grpSp>
        <p:nvGrpSpPr>
          <p:cNvPr id="9" name="in_a">
            <a:extLst>
              <a:ext uri="{FF2B5EF4-FFF2-40B4-BE49-F238E27FC236}">
                <a16:creationId xmlns:a16="http://schemas.microsoft.com/office/drawing/2014/main" id="{4D67E86E-FEA1-19FC-2DC0-14C7A1040D3E}"/>
              </a:ext>
            </a:extLst>
          </p:cNvPr>
          <p:cNvGrpSpPr/>
          <p:nvPr/>
        </p:nvGrpSpPr>
        <p:grpSpPr>
          <a:xfrm>
            <a:off x="101600" y="1778002"/>
            <a:ext cx="1549401" cy="254000"/>
            <a:chOff x="101600" y="1778000"/>
            <a:chExt cx="1549400" cy="254000"/>
          </a:xfrm>
        </p:grpSpPr>
        <p:sp>
          <p:nvSpPr>
            <p:cNvPr id="7" name="in_a_body">
              <a:extLst>
                <a:ext uri="{FF2B5EF4-FFF2-40B4-BE49-F238E27FC236}">
                  <a16:creationId xmlns:a16="http://schemas.microsoft.com/office/drawing/2014/main" id="{C0E50ECB-84E3-293C-8013-3104CCCD8DAD}"/>
                </a:ext>
              </a:extLst>
            </p:cNvPr>
            <p:cNvSpPr/>
            <p:nvPr/>
          </p:nvSpPr>
          <p:spPr>
            <a:xfrm>
              <a:off x="101600" y="1778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i_a[7:0]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" name="in_a_pin">
              <a:extLst>
                <a:ext uri="{FF2B5EF4-FFF2-40B4-BE49-F238E27FC236}">
                  <a16:creationId xmlns:a16="http://schemas.microsoft.com/office/drawing/2014/main" id="{B043C82A-599D-A9B7-D5F3-9994ADA2C1DD}"/>
                </a:ext>
              </a:extLst>
            </p:cNvPr>
            <p:cNvSpPr/>
            <p:nvPr/>
          </p:nvSpPr>
          <p:spPr>
            <a:xfrm>
              <a:off x="1524000" y="1841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12" name="in_b">
            <a:extLst>
              <a:ext uri="{FF2B5EF4-FFF2-40B4-BE49-F238E27FC236}">
                <a16:creationId xmlns:a16="http://schemas.microsoft.com/office/drawing/2014/main" id="{9CFD9E43-2866-AC6E-B690-3DD9C97998E6}"/>
              </a:ext>
            </a:extLst>
          </p:cNvPr>
          <p:cNvGrpSpPr/>
          <p:nvPr/>
        </p:nvGrpSpPr>
        <p:grpSpPr>
          <a:xfrm>
            <a:off x="101600" y="2286002"/>
            <a:ext cx="1549401" cy="254000"/>
            <a:chOff x="101600" y="2286000"/>
            <a:chExt cx="1549400" cy="254000"/>
          </a:xfrm>
        </p:grpSpPr>
        <p:sp>
          <p:nvSpPr>
            <p:cNvPr id="10" name="in_b_body">
              <a:extLst>
                <a:ext uri="{FF2B5EF4-FFF2-40B4-BE49-F238E27FC236}">
                  <a16:creationId xmlns:a16="http://schemas.microsoft.com/office/drawing/2014/main" id="{DAE3BC87-7D65-460E-070F-0D05BDAB7498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i_b[7:0]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1" name="in_b_pin">
              <a:extLst>
                <a:ext uri="{FF2B5EF4-FFF2-40B4-BE49-F238E27FC236}">
                  <a16:creationId xmlns:a16="http://schemas.microsoft.com/office/drawing/2014/main" id="{AAD54CF1-544D-C134-611D-0BA404864277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15" name="in_sel">
            <a:extLst>
              <a:ext uri="{FF2B5EF4-FFF2-40B4-BE49-F238E27FC236}">
                <a16:creationId xmlns:a16="http://schemas.microsoft.com/office/drawing/2014/main" id="{C2439D71-E10F-B2C7-B97F-02E170B8F9F9}"/>
              </a:ext>
            </a:extLst>
          </p:cNvPr>
          <p:cNvGrpSpPr/>
          <p:nvPr/>
        </p:nvGrpSpPr>
        <p:grpSpPr>
          <a:xfrm>
            <a:off x="101600" y="5334002"/>
            <a:ext cx="1549401" cy="254000"/>
            <a:chOff x="101600" y="5334000"/>
            <a:chExt cx="1549400" cy="254000"/>
          </a:xfrm>
        </p:grpSpPr>
        <p:sp>
          <p:nvSpPr>
            <p:cNvPr id="13" name="in_sel_body">
              <a:extLst>
                <a:ext uri="{FF2B5EF4-FFF2-40B4-BE49-F238E27FC236}">
                  <a16:creationId xmlns:a16="http://schemas.microsoft.com/office/drawing/2014/main" id="{855CF3F8-CEF1-F6A7-A20E-56AFBBB600E3}"/>
                </a:ext>
              </a:extLst>
            </p:cNvPr>
            <p:cNvSpPr/>
            <p:nvPr/>
          </p:nvSpPr>
          <p:spPr>
            <a:xfrm>
              <a:off x="101600" y="5334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i_sel[1:0]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4" name="in_sel_pin">
              <a:extLst>
                <a:ext uri="{FF2B5EF4-FFF2-40B4-BE49-F238E27FC236}">
                  <a16:creationId xmlns:a16="http://schemas.microsoft.com/office/drawing/2014/main" id="{D46DD5F2-10AD-F700-FEFA-FD1D5D07252F}"/>
                </a:ext>
              </a:extLst>
            </p:cNvPr>
            <p:cNvSpPr/>
            <p:nvPr/>
          </p:nvSpPr>
          <p:spPr>
            <a:xfrm>
              <a:off x="1524000" y="5397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19" name="k0">
            <a:extLst>
              <a:ext uri="{FF2B5EF4-FFF2-40B4-BE49-F238E27FC236}">
                <a16:creationId xmlns:a16="http://schemas.microsoft.com/office/drawing/2014/main" id="{B165E8A8-A5F6-4864-3C3D-4BED162F1031}"/>
              </a:ext>
            </a:extLst>
          </p:cNvPr>
          <p:cNvGrpSpPr/>
          <p:nvPr/>
        </p:nvGrpSpPr>
        <p:grpSpPr>
          <a:xfrm>
            <a:off x="1904999" y="2603500"/>
            <a:ext cx="736601" cy="762000"/>
            <a:chOff x="1905000" y="2603500"/>
            <a:chExt cx="736600" cy="762000"/>
          </a:xfrm>
        </p:grpSpPr>
        <p:sp>
          <p:nvSpPr>
            <p:cNvPr id="16" name="k0_body">
              <a:extLst>
                <a:ext uri="{FF2B5EF4-FFF2-40B4-BE49-F238E27FC236}">
                  <a16:creationId xmlns:a16="http://schemas.microsoft.com/office/drawing/2014/main" id="{22D2AF57-257B-7D5C-2BA8-23B49B6ADD28}"/>
                </a:ext>
              </a:extLst>
            </p:cNvPr>
            <p:cNvSpPr/>
            <p:nvPr/>
          </p:nvSpPr>
          <p:spPr>
            <a:xfrm>
              <a:off x="1905000" y="2603500"/>
              <a:ext cx="635000" cy="762000"/>
            </a:xfrm>
            <a:prstGeom prst="roundRect">
              <a:avLst>
                <a:gd name="adj" fmla="val 6000"/>
              </a:avLst>
            </a:prstGeom>
            <a:solidFill>
              <a:srgbClr val="FEFCE8"/>
            </a:solidFill>
            <a:ln w="19050">
              <a:solidFill>
                <a:srgbClr val="A162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A16207"/>
                  </a:solidFill>
                  <a:latin typeface="Malgun Gothic" panose="020B0503020000020004" pitchFamily="50" charset="-127"/>
                </a:rPr>
                <a:t>1'b0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const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7" name="k0_pin_0">
              <a:extLst>
                <a:ext uri="{FF2B5EF4-FFF2-40B4-BE49-F238E27FC236}">
                  <a16:creationId xmlns:a16="http://schemas.microsoft.com/office/drawing/2014/main" id="{AAA67361-4BBD-8DFA-B3A7-082E6AC9F4E5}"/>
                </a:ext>
              </a:extLst>
            </p:cNvPr>
            <p:cNvSpPr/>
            <p:nvPr/>
          </p:nvSpPr>
          <p:spPr>
            <a:xfrm>
              <a:off x="2540000" y="30861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" name="k0_lbl_0">
              <a:extLst>
                <a:ext uri="{FF2B5EF4-FFF2-40B4-BE49-F238E27FC236}">
                  <a16:creationId xmlns:a16="http://schemas.microsoft.com/office/drawing/2014/main" id="{39FCB279-F84D-4B2B-7FAF-58B3BA936FEF}"/>
                </a:ext>
              </a:extLst>
            </p:cNvPr>
            <p:cNvSpPr txBox="1"/>
            <p:nvPr/>
          </p:nvSpPr>
          <p:spPr>
            <a:xfrm>
              <a:off x="2044700" y="3048000"/>
              <a:ext cx="444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0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31" name="U_ADD">
            <a:extLst>
              <a:ext uri="{FF2B5EF4-FFF2-40B4-BE49-F238E27FC236}">
                <a16:creationId xmlns:a16="http://schemas.microsoft.com/office/drawing/2014/main" id="{627134D2-C315-F13F-DF2B-31A5449995A9}"/>
              </a:ext>
            </a:extLst>
          </p:cNvPr>
          <p:cNvGrpSpPr/>
          <p:nvPr/>
        </p:nvGrpSpPr>
        <p:grpSpPr>
          <a:xfrm>
            <a:off x="2794001" y="1524002"/>
            <a:ext cx="1905001" cy="1270000"/>
            <a:chOff x="2794000" y="1524000"/>
            <a:chExt cx="1905000" cy="1270000"/>
          </a:xfrm>
        </p:grpSpPr>
        <p:sp>
          <p:nvSpPr>
            <p:cNvPr id="20" name="U_ADD_body">
              <a:extLst>
                <a:ext uri="{FF2B5EF4-FFF2-40B4-BE49-F238E27FC236}">
                  <a16:creationId xmlns:a16="http://schemas.microsoft.com/office/drawing/2014/main" id="{CC6B5263-08D4-94DD-114C-E12F2C71030E}"/>
                </a:ext>
              </a:extLst>
            </p:cNvPr>
            <p:cNvSpPr/>
            <p:nvPr/>
          </p:nvSpPr>
          <p:spPr>
            <a:xfrm>
              <a:off x="2921000" y="1524000"/>
              <a:ext cx="1651000" cy="1270000"/>
            </a:xfrm>
            <a:prstGeom prst="roundRect">
              <a:avLst>
                <a:gd name="adj" fmla="val 6000"/>
              </a:avLst>
            </a:prstGeom>
            <a:solidFill>
              <a:srgbClr val="EEF2FF"/>
            </a:solidFill>
            <a:ln w="19050">
              <a:solidFill>
                <a:srgbClr val="3730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3730A3"/>
                  </a:solidFill>
                  <a:latin typeface="Malgun Gothic" panose="020B0503020000020004" pitchFamily="50" charset="-127"/>
                </a:rPr>
                <a:t>full_adder_8bit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U_ADD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1" name="U_ADD_pin_i_a[7:0]">
              <a:extLst>
                <a:ext uri="{FF2B5EF4-FFF2-40B4-BE49-F238E27FC236}">
                  <a16:creationId xmlns:a16="http://schemas.microsoft.com/office/drawing/2014/main" id="{09B8B9B9-E428-DBDF-9F8D-0DC4B4D4D7AE}"/>
                </a:ext>
              </a:extLst>
            </p:cNvPr>
            <p:cNvSpPr/>
            <p:nvPr/>
          </p:nvSpPr>
          <p:spPr>
            <a:xfrm>
              <a:off x="2794000" y="1993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" name="U_ADD_lbl_i_a[7:0]">
              <a:extLst>
                <a:ext uri="{FF2B5EF4-FFF2-40B4-BE49-F238E27FC236}">
                  <a16:creationId xmlns:a16="http://schemas.microsoft.com/office/drawing/2014/main" id="{CA9A59CC-4ECB-CB2E-35A6-F739F8161182}"/>
                </a:ext>
              </a:extLst>
            </p:cNvPr>
            <p:cNvSpPr txBox="1"/>
            <p:nvPr/>
          </p:nvSpPr>
          <p:spPr>
            <a:xfrm>
              <a:off x="2971800" y="1968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i_a[7:0]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3" name="U_ADD_pin_i_b[7:0]">
              <a:extLst>
                <a:ext uri="{FF2B5EF4-FFF2-40B4-BE49-F238E27FC236}">
                  <a16:creationId xmlns:a16="http://schemas.microsoft.com/office/drawing/2014/main" id="{FBAF0F11-772B-0059-C6DE-B886B9F9A8BE}"/>
                </a:ext>
              </a:extLst>
            </p:cNvPr>
            <p:cNvSpPr/>
            <p:nvPr/>
          </p:nvSpPr>
          <p:spPr>
            <a:xfrm>
              <a:off x="2794000" y="2247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" name="U_ADD_lbl_i_b[7:0]">
              <a:extLst>
                <a:ext uri="{FF2B5EF4-FFF2-40B4-BE49-F238E27FC236}">
                  <a16:creationId xmlns:a16="http://schemas.microsoft.com/office/drawing/2014/main" id="{073C505F-2B00-A2EA-150B-5FF9625C273F}"/>
                </a:ext>
              </a:extLst>
            </p:cNvPr>
            <p:cNvSpPr txBox="1"/>
            <p:nvPr/>
          </p:nvSpPr>
          <p:spPr>
            <a:xfrm>
              <a:off x="2971800" y="2222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i_b[7:0]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5" name="U_ADD_pin_i_cin">
              <a:extLst>
                <a:ext uri="{FF2B5EF4-FFF2-40B4-BE49-F238E27FC236}">
                  <a16:creationId xmlns:a16="http://schemas.microsoft.com/office/drawing/2014/main" id="{B10EBB20-B72B-15AB-60C0-3EA20E623B17}"/>
                </a:ext>
              </a:extLst>
            </p:cNvPr>
            <p:cNvSpPr/>
            <p:nvPr/>
          </p:nvSpPr>
          <p:spPr>
            <a:xfrm>
              <a:off x="2819400" y="2514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" name="U_ADD_lbl_i_cin">
              <a:extLst>
                <a:ext uri="{FF2B5EF4-FFF2-40B4-BE49-F238E27FC236}">
                  <a16:creationId xmlns:a16="http://schemas.microsoft.com/office/drawing/2014/main" id="{4DF6B25C-4A55-64C5-3085-D203F15EC7F0}"/>
                </a:ext>
              </a:extLst>
            </p:cNvPr>
            <p:cNvSpPr txBox="1"/>
            <p:nvPr/>
          </p:nvSpPr>
          <p:spPr>
            <a:xfrm>
              <a:off x="2971800" y="2476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i_cin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7" name="U_ADD_pin_o_sum[7:0]">
              <a:extLst>
                <a:ext uri="{FF2B5EF4-FFF2-40B4-BE49-F238E27FC236}">
                  <a16:creationId xmlns:a16="http://schemas.microsoft.com/office/drawing/2014/main" id="{648F8A94-66A1-7CE5-AAA2-97AF27A8EE8E}"/>
                </a:ext>
              </a:extLst>
            </p:cNvPr>
            <p:cNvSpPr/>
            <p:nvPr/>
          </p:nvSpPr>
          <p:spPr>
            <a:xfrm>
              <a:off x="4572000" y="1993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8" name="U_ADD_lbl_o_sum[7:0]">
              <a:extLst>
                <a:ext uri="{FF2B5EF4-FFF2-40B4-BE49-F238E27FC236}">
                  <a16:creationId xmlns:a16="http://schemas.microsoft.com/office/drawing/2014/main" id="{82294B58-EDDC-7978-BAB8-D047C5CE60C0}"/>
                </a:ext>
              </a:extLst>
            </p:cNvPr>
            <p:cNvSpPr txBox="1"/>
            <p:nvPr/>
          </p:nvSpPr>
          <p:spPr>
            <a:xfrm>
              <a:off x="3568700" y="1968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o_sum[7:0]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9" name="U_ADD_pin_o_cout">
              <a:extLst>
                <a:ext uri="{FF2B5EF4-FFF2-40B4-BE49-F238E27FC236}">
                  <a16:creationId xmlns:a16="http://schemas.microsoft.com/office/drawing/2014/main" id="{5BC4F963-39F1-899E-DEBC-5AEC6015F7BD}"/>
                </a:ext>
              </a:extLst>
            </p:cNvPr>
            <p:cNvSpPr/>
            <p:nvPr/>
          </p:nvSpPr>
          <p:spPr>
            <a:xfrm>
              <a:off x="4572000" y="22606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0" name="U_ADD_lbl_o_cout">
              <a:extLst>
                <a:ext uri="{FF2B5EF4-FFF2-40B4-BE49-F238E27FC236}">
                  <a16:creationId xmlns:a16="http://schemas.microsoft.com/office/drawing/2014/main" id="{C6F01B68-125F-F767-042E-599F07458C19}"/>
                </a:ext>
              </a:extLst>
            </p:cNvPr>
            <p:cNvSpPr txBox="1"/>
            <p:nvPr/>
          </p:nvSpPr>
          <p:spPr>
            <a:xfrm>
              <a:off x="3568700" y="2222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o_cout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39" name="CAT">
            <a:extLst>
              <a:ext uri="{FF2B5EF4-FFF2-40B4-BE49-F238E27FC236}">
                <a16:creationId xmlns:a16="http://schemas.microsoft.com/office/drawing/2014/main" id="{5891895C-B6A6-6427-2ACA-B8BCAA0104EA}"/>
              </a:ext>
            </a:extLst>
          </p:cNvPr>
          <p:cNvGrpSpPr/>
          <p:nvPr/>
        </p:nvGrpSpPr>
        <p:grpSpPr>
          <a:xfrm>
            <a:off x="4953002" y="1514764"/>
            <a:ext cx="1333500" cy="1016000"/>
            <a:chOff x="5016500" y="1524000"/>
            <a:chExt cx="1333500" cy="1016000"/>
          </a:xfrm>
        </p:grpSpPr>
        <p:sp>
          <p:nvSpPr>
            <p:cNvPr id="32" name="CAT_body">
              <a:extLst>
                <a:ext uri="{FF2B5EF4-FFF2-40B4-BE49-F238E27FC236}">
                  <a16:creationId xmlns:a16="http://schemas.microsoft.com/office/drawing/2014/main" id="{0D7188C4-43F8-86AC-E1BA-083930BF902A}"/>
                </a:ext>
              </a:extLst>
            </p:cNvPr>
            <p:cNvSpPr/>
            <p:nvPr/>
          </p:nvSpPr>
          <p:spPr>
            <a:xfrm>
              <a:off x="5143500" y="1524000"/>
              <a:ext cx="1079500" cy="1016000"/>
            </a:xfrm>
            <a:prstGeom prst="roundRect">
              <a:avLst>
                <a:gd name="adj" fmla="val 6000"/>
              </a:avLst>
            </a:prstGeom>
            <a:solidFill>
              <a:srgbClr val="FEFCE8"/>
            </a:solidFill>
            <a:ln w="19050">
              <a:solidFill>
                <a:srgbClr val="A162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A16207"/>
                  </a:solidFill>
                  <a:latin typeface="Malgun Gothic" panose="020B0503020000020004" pitchFamily="50" charset="-127"/>
                </a:rPr>
                <a:t>concat { }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{hi, lo}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3" name="CAT_pin_lo[7:0]">
              <a:extLst>
                <a:ext uri="{FF2B5EF4-FFF2-40B4-BE49-F238E27FC236}">
                  <a16:creationId xmlns:a16="http://schemas.microsoft.com/office/drawing/2014/main" id="{C5447B82-01DF-66A2-F798-120E48824EAD}"/>
                </a:ext>
              </a:extLst>
            </p:cNvPr>
            <p:cNvSpPr/>
            <p:nvPr/>
          </p:nvSpPr>
          <p:spPr>
            <a:xfrm>
              <a:off x="5016500" y="1993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4" name="CAT_lbl_lo[7:0]">
              <a:extLst>
                <a:ext uri="{FF2B5EF4-FFF2-40B4-BE49-F238E27FC236}">
                  <a16:creationId xmlns:a16="http://schemas.microsoft.com/office/drawing/2014/main" id="{609D27D3-EDF1-9020-18B4-55CDD414FCAB}"/>
                </a:ext>
              </a:extLst>
            </p:cNvPr>
            <p:cNvSpPr txBox="1"/>
            <p:nvPr/>
          </p:nvSpPr>
          <p:spPr>
            <a:xfrm>
              <a:off x="5194300" y="1968500"/>
              <a:ext cx="666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lo[7:0]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5" name="CAT_pin_hi">
              <a:extLst>
                <a:ext uri="{FF2B5EF4-FFF2-40B4-BE49-F238E27FC236}">
                  <a16:creationId xmlns:a16="http://schemas.microsoft.com/office/drawing/2014/main" id="{6D486316-26A2-7605-77CB-08F586CA1733}"/>
                </a:ext>
              </a:extLst>
            </p:cNvPr>
            <p:cNvSpPr/>
            <p:nvPr/>
          </p:nvSpPr>
          <p:spPr>
            <a:xfrm>
              <a:off x="5041900" y="2260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" name="CAT_lbl_hi">
              <a:extLst>
                <a:ext uri="{FF2B5EF4-FFF2-40B4-BE49-F238E27FC236}">
                  <a16:creationId xmlns:a16="http://schemas.microsoft.com/office/drawing/2014/main" id="{040EA6D7-A066-DB6A-98A5-38347F02C4B4}"/>
                </a:ext>
              </a:extLst>
            </p:cNvPr>
            <p:cNvSpPr txBox="1"/>
            <p:nvPr/>
          </p:nvSpPr>
          <p:spPr>
            <a:xfrm>
              <a:off x="5194300" y="2222500"/>
              <a:ext cx="666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hi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7" name="CAT_pin_out[8:0]">
              <a:extLst>
                <a:ext uri="{FF2B5EF4-FFF2-40B4-BE49-F238E27FC236}">
                  <a16:creationId xmlns:a16="http://schemas.microsoft.com/office/drawing/2014/main" id="{51B87409-006F-5123-7CDD-2F1C78719E3B}"/>
                </a:ext>
              </a:extLst>
            </p:cNvPr>
            <p:cNvSpPr/>
            <p:nvPr/>
          </p:nvSpPr>
          <p:spPr>
            <a:xfrm>
              <a:off x="6223000" y="1993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" name="CAT_lbl_out[8:0]">
              <a:extLst>
                <a:ext uri="{FF2B5EF4-FFF2-40B4-BE49-F238E27FC236}">
                  <a16:creationId xmlns:a16="http://schemas.microsoft.com/office/drawing/2014/main" id="{C5482518-0937-254D-E5AE-17C700EED763}"/>
                </a:ext>
              </a:extLst>
            </p:cNvPr>
            <p:cNvSpPr txBox="1"/>
            <p:nvPr/>
          </p:nvSpPr>
          <p:spPr>
            <a:xfrm>
              <a:off x="5505450" y="1968500"/>
              <a:ext cx="666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out[8:0]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51" name="U_SPLIT">
            <a:extLst>
              <a:ext uri="{FF2B5EF4-FFF2-40B4-BE49-F238E27FC236}">
                <a16:creationId xmlns:a16="http://schemas.microsoft.com/office/drawing/2014/main" id="{EDF1A9BB-60C0-8733-74CF-E7893A5FCB01}"/>
              </a:ext>
            </a:extLst>
          </p:cNvPr>
          <p:cNvGrpSpPr/>
          <p:nvPr/>
        </p:nvGrpSpPr>
        <p:grpSpPr>
          <a:xfrm>
            <a:off x="6477000" y="2476500"/>
            <a:ext cx="1905001" cy="1524000"/>
            <a:chOff x="6477000" y="2476500"/>
            <a:chExt cx="1905000" cy="1524000"/>
          </a:xfrm>
        </p:grpSpPr>
        <p:sp>
          <p:nvSpPr>
            <p:cNvPr id="40" name="U_SPLIT_body">
              <a:extLst>
                <a:ext uri="{FF2B5EF4-FFF2-40B4-BE49-F238E27FC236}">
                  <a16:creationId xmlns:a16="http://schemas.microsoft.com/office/drawing/2014/main" id="{4015DF05-2743-F435-157C-F85B41CFB555}"/>
                </a:ext>
              </a:extLst>
            </p:cNvPr>
            <p:cNvSpPr/>
            <p:nvPr/>
          </p:nvSpPr>
          <p:spPr>
            <a:xfrm>
              <a:off x="6604000" y="2476500"/>
              <a:ext cx="1651000" cy="1524000"/>
            </a:xfrm>
            <a:prstGeom prst="roundRect">
              <a:avLst>
                <a:gd name="adj" fmla="val 6000"/>
              </a:avLst>
            </a:prstGeom>
            <a:solidFill>
              <a:srgbClr val="ECFEFF"/>
            </a:solidFill>
            <a:ln w="19050">
              <a:solidFill>
                <a:srgbClr val="0E74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0E7490"/>
                  </a:solidFill>
                  <a:latin typeface="Malgun Gothic" panose="020B0503020000020004" pitchFamily="50" charset="-127"/>
                </a:rPr>
                <a:t>digit_splitter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U_SPLIT #(9)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1" name="U_SPLIT_pin_i_data[8:0]">
              <a:extLst>
                <a:ext uri="{FF2B5EF4-FFF2-40B4-BE49-F238E27FC236}">
                  <a16:creationId xmlns:a16="http://schemas.microsoft.com/office/drawing/2014/main" id="{79F0B89C-DD1A-782C-1EB1-AE147519EDC8}"/>
                </a:ext>
              </a:extLst>
            </p:cNvPr>
            <p:cNvSpPr/>
            <p:nvPr/>
          </p:nvSpPr>
          <p:spPr>
            <a:xfrm>
              <a:off x="6477000" y="2946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2" name="U_SPLIT_lbl_i_data[8:0]">
              <a:extLst>
                <a:ext uri="{FF2B5EF4-FFF2-40B4-BE49-F238E27FC236}">
                  <a16:creationId xmlns:a16="http://schemas.microsoft.com/office/drawing/2014/main" id="{9441E43D-DFD9-4F29-29C2-3E8F5D97177E}"/>
                </a:ext>
              </a:extLst>
            </p:cNvPr>
            <p:cNvSpPr txBox="1"/>
            <p:nvPr/>
          </p:nvSpPr>
          <p:spPr>
            <a:xfrm>
              <a:off x="6654800" y="2921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i_data[8:0]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3" name="U_SPLIT_pin_o_digit_1[3:0]">
              <a:extLst>
                <a:ext uri="{FF2B5EF4-FFF2-40B4-BE49-F238E27FC236}">
                  <a16:creationId xmlns:a16="http://schemas.microsoft.com/office/drawing/2014/main" id="{6FB20A18-95DF-CC58-96D3-F97A768D9A8D}"/>
                </a:ext>
              </a:extLst>
            </p:cNvPr>
            <p:cNvSpPr/>
            <p:nvPr/>
          </p:nvSpPr>
          <p:spPr>
            <a:xfrm>
              <a:off x="8255000" y="2946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4" name="U_SPLIT_lbl_o_digit_1[3:0]">
              <a:extLst>
                <a:ext uri="{FF2B5EF4-FFF2-40B4-BE49-F238E27FC236}">
                  <a16:creationId xmlns:a16="http://schemas.microsoft.com/office/drawing/2014/main" id="{4173C8CC-3F95-1AD6-BE7B-EFD6426647F1}"/>
                </a:ext>
              </a:extLst>
            </p:cNvPr>
            <p:cNvSpPr txBox="1"/>
            <p:nvPr/>
          </p:nvSpPr>
          <p:spPr>
            <a:xfrm>
              <a:off x="7251700" y="2921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5" name="U_SPLIT_pin_o_digit_10[3:0]">
              <a:extLst>
                <a:ext uri="{FF2B5EF4-FFF2-40B4-BE49-F238E27FC236}">
                  <a16:creationId xmlns:a16="http://schemas.microsoft.com/office/drawing/2014/main" id="{FA14315B-EE02-FEC6-1BDD-21EACA6D4441}"/>
                </a:ext>
              </a:extLst>
            </p:cNvPr>
            <p:cNvSpPr/>
            <p:nvPr/>
          </p:nvSpPr>
          <p:spPr>
            <a:xfrm>
              <a:off x="8255000" y="3200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" name="U_SPLIT_lbl_o_digit_10[3:0]">
              <a:extLst>
                <a:ext uri="{FF2B5EF4-FFF2-40B4-BE49-F238E27FC236}">
                  <a16:creationId xmlns:a16="http://schemas.microsoft.com/office/drawing/2014/main" id="{5A6E5D6D-FC03-4A64-5325-D4F6EC5C4DC7}"/>
                </a:ext>
              </a:extLst>
            </p:cNvPr>
            <p:cNvSpPr txBox="1"/>
            <p:nvPr/>
          </p:nvSpPr>
          <p:spPr>
            <a:xfrm>
              <a:off x="7251700" y="3175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7" name="U_SPLIT_pin_o_digit_100[3:0]">
              <a:extLst>
                <a:ext uri="{FF2B5EF4-FFF2-40B4-BE49-F238E27FC236}">
                  <a16:creationId xmlns:a16="http://schemas.microsoft.com/office/drawing/2014/main" id="{44479D46-F8EB-FB00-74DF-8BC1869A87EE}"/>
                </a:ext>
              </a:extLst>
            </p:cNvPr>
            <p:cNvSpPr/>
            <p:nvPr/>
          </p:nvSpPr>
          <p:spPr>
            <a:xfrm>
              <a:off x="8255000" y="3454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" name="U_SPLIT_lbl_o_digit_100[3:0]">
              <a:extLst>
                <a:ext uri="{FF2B5EF4-FFF2-40B4-BE49-F238E27FC236}">
                  <a16:creationId xmlns:a16="http://schemas.microsoft.com/office/drawing/2014/main" id="{14280E50-3F33-38C0-6277-A59E830644D5}"/>
                </a:ext>
              </a:extLst>
            </p:cNvPr>
            <p:cNvSpPr txBox="1"/>
            <p:nvPr/>
          </p:nvSpPr>
          <p:spPr>
            <a:xfrm>
              <a:off x="7251700" y="3429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9" name="U_SPLIT_pin_o_digit_1000[3:0]">
              <a:extLst>
                <a:ext uri="{FF2B5EF4-FFF2-40B4-BE49-F238E27FC236}">
                  <a16:creationId xmlns:a16="http://schemas.microsoft.com/office/drawing/2014/main" id="{AC8E2C7D-A8EC-59AB-9CFB-63826C6C1EB8}"/>
                </a:ext>
              </a:extLst>
            </p:cNvPr>
            <p:cNvSpPr/>
            <p:nvPr/>
          </p:nvSpPr>
          <p:spPr>
            <a:xfrm>
              <a:off x="8255000" y="3708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" name="U_SPLIT_lbl_o_digit_1000[3:0]">
              <a:extLst>
                <a:ext uri="{FF2B5EF4-FFF2-40B4-BE49-F238E27FC236}">
                  <a16:creationId xmlns:a16="http://schemas.microsoft.com/office/drawing/2014/main" id="{59CB6097-B650-1EF6-EAEE-845CECE5649B}"/>
                </a:ext>
              </a:extLst>
            </p:cNvPr>
            <p:cNvSpPr txBox="1"/>
            <p:nvPr/>
          </p:nvSpPr>
          <p:spPr>
            <a:xfrm>
              <a:off x="7251700" y="3683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o_digit_1000[3:0]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65" name="U_MUX">
            <a:extLst>
              <a:ext uri="{FF2B5EF4-FFF2-40B4-BE49-F238E27FC236}">
                <a16:creationId xmlns:a16="http://schemas.microsoft.com/office/drawing/2014/main" id="{F1EA2256-AE35-A0A2-82F6-0072BC00B0A4}"/>
              </a:ext>
            </a:extLst>
          </p:cNvPr>
          <p:cNvGrpSpPr/>
          <p:nvPr/>
        </p:nvGrpSpPr>
        <p:grpSpPr>
          <a:xfrm>
            <a:off x="8508999" y="2476501"/>
            <a:ext cx="1841500" cy="1778000"/>
            <a:chOff x="8509000" y="2476500"/>
            <a:chExt cx="1841500" cy="1778000"/>
          </a:xfrm>
        </p:grpSpPr>
        <p:sp>
          <p:nvSpPr>
            <p:cNvPr id="52" name="U_MUX_body">
              <a:extLst>
                <a:ext uri="{FF2B5EF4-FFF2-40B4-BE49-F238E27FC236}">
                  <a16:creationId xmlns:a16="http://schemas.microsoft.com/office/drawing/2014/main" id="{63CB7D8F-7C51-42EB-B118-D9767956829F}"/>
                </a:ext>
              </a:extLst>
            </p:cNvPr>
            <p:cNvSpPr/>
            <p:nvPr/>
          </p:nvSpPr>
          <p:spPr>
            <a:xfrm>
              <a:off x="8636000" y="2476500"/>
              <a:ext cx="1587500" cy="1778000"/>
            </a:xfrm>
            <a:prstGeom prst="roundRect">
              <a:avLst>
                <a:gd name="adj" fmla="val 6000"/>
              </a:avLst>
            </a:prstGeom>
            <a:solidFill>
              <a:srgbClr val="ECFEFF"/>
            </a:solidFill>
            <a:ln w="19050">
              <a:solidFill>
                <a:srgbClr val="0E74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pl-PL" altLang="ko-KR" sz="1001" b="1">
                  <a:solidFill>
                    <a:srgbClr val="0E7490"/>
                  </a:solidFill>
                  <a:latin typeface="Malgun Gothic" panose="020B0503020000020004" pitchFamily="50" charset="-127"/>
                </a:rPr>
                <a:t>mux_4x1</a:t>
              </a:r>
            </a:p>
            <a:p>
              <a:pPr algn="ctr"/>
              <a:r>
                <a:rPr lang="pl-PL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U_MUX #(4)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3" name="U_MUX_pin_i_d0[3:0]">
              <a:extLst>
                <a:ext uri="{FF2B5EF4-FFF2-40B4-BE49-F238E27FC236}">
                  <a16:creationId xmlns:a16="http://schemas.microsoft.com/office/drawing/2014/main" id="{2C17D119-2755-6E43-910A-FF12DDD0CF5D}"/>
                </a:ext>
              </a:extLst>
            </p:cNvPr>
            <p:cNvSpPr/>
            <p:nvPr/>
          </p:nvSpPr>
          <p:spPr>
            <a:xfrm>
              <a:off x="8509000" y="2946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" name="U_MUX_lbl_i_d0[3:0]">
              <a:extLst>
                <a:ext uri="{FF2B5EF4-FFF2-40B4-BE49-F238E27FC236}">
                  <a16:creationId xmlns:a16="http://schemas.microsoft.com/office/drawing/2014/main" id="{C068B67B-0046-064A-CE1C-C0CD7E93BF34}"/>
                </a:ext>
              </a:extLst>
            </p:cNvPr>
            <p:cNvSpPr txBox="1"/>
            <p:nvPr/>
          </p:nvSpPr>
          <p:spPr>
            <a:xfrm>
              <a:off x="8686800" y="2921000"/>
              <a:ext cx="920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5" name="U_MUX_pin_i_d1[3:0]">
              <a:extLst>
                <a:ext uri="{FF2B5EF4-FFF2-40B4-BE49-F238E27FC236}">
                  <a16:creationId xmlns:a16="http://schemas.microsoft.com/office/drawing/2014/main" id="{D85A5294-CBE9-C4A0-7792-35627550CA95}"/>
                </a:ext>
              </a:extLst>
            </p:cNvPr>
            <p:cNvSpPr/>
            <p:nvPr/>
          </p:nvSpPr>
          <p:spPr>
            <a:xfrm>
              <a:off x="8509000" y="3200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6" name="U_MUX_lbl_i_d1[3:0]">
              <a:extLst>
                <a:ext uri="{FF2B5EF4-FFF2-40B4-BE49-F238E27FC236}">
                  <a16:creationId xmlns:a16="http://schemas.microsoft.com/office/drawing/2014/main" id="{37CBB7DB-DF7A-3574-87BD-1CD7E0BD68A6}"/>
                </a:ext>
              </a:extLst>
            </p:cNvPr>
            <p:cNvSpPr txBox="1"/>
            <p:nvPr/>
          </p:nvSpPr>
          <p:spPr>
            <a:xfrm>
              <a:off x="8686800" y="3175000"/>
              <a:ext cx="920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i_d1[3:0]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7" name="U_MUX_pin_i_d2[3:0]">
              <a:extLst>
                <a:ext uri="{FF2B5EF4-FFF2-40B4-BE49-F238E27FC236}">
                  <a16:creationId xmlns:a16="http://schemas.microsoft.com/office/drawing/2014/main" id="{9441ACF2-BBFB-AEBE-CFAC-923CBD902EDD}"/>
                </a:ext>
              </a:extLst>
            </p:cNvPr>
            <p:cNvSpPr/>
            <p:nvPr/>
          </p:nvSpPr>
          <p:spPr>
            <a:xfrm>
              <a:off x="8509000" y="3454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8" name="U_MUX_lbl_i_d2[3:0]">
              <a:extLst>
                <a:ext uri="{FF2B5EF4-FFF2-40B4-BE49-F238E27FC236}">
                  <a16:creationId xmlns:a16="http://schemas.microsoft.com/office/drawing/2014/main" id="{B83A6753-1DDF-A8FF-9DCE-5DC7F699EFEC}"/>
                </a:ext>
              </a:extLst>
            </p:cNvPr>
            <p:cNvSpPr txBox="1"/>
            <p:nvPr/>
          </p:nvSpPr>
          <p:spPr>
            <a:xfrm>
              <a:off x="8686800" y="3429000"/>
              <a:ext cx="920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i_d2[3:0]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9" name="U_MUX_pin_i_d3[3:0]">
              <a:extLst>
                <a:ext uri="{FF2B5EF4-FFF2-40B4-BE49-F238E27FC236}">
                  <a16:creationId xmlns:a16="http://schemas.microsoft.com/office/drawing/2014/main" id="{C017E261-CB7A-082A-2A75-A5F676AE35A4}"/>
                </a:ext>
              </a:extLst>
            </p:cNvPr>
            <p:cNvSpPr/>
            <p:nvPr/>
          </p:nvSpPr>
          <p:spPr>
            <a:xfrm>
              <a:off x="8509000" y="3708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0" name="U_MUX_lbl_i_d3[3:0]">
              <a:extLst>
                <a:ext uri="{FF2B5EF4-FFF2-40B4-BE49-F238E27FC236}">
                  <a16:creationId xmlns:a16="http://schemas.microsoft.com/office/drawing/2014/main" id="{473BCEBD-B16D-3A13-92E1-106776B0AE50}"/>
                </a:ext>
              </a:extLst>
            </p:cNvPr>
            <p:cNvSpPr txBox="1"/>
            <p:nvPr/>
          </p:nvSpPr>
          <p:spPr>
            <a:xfrm>
              <a:off x="8686800" y="3683000"/>
              <a:ext cx="920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i_d3[3:0]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1" name="U_MUX_pin_i_sel[1:0]">
              <a:extLst>
                <a:ext uri="{FF2B5EF4-FFF2-40B4-BE49-F238E27FC236}">
                  <a16:creationId xmlns:a16="http://schemas.microsoft.com/office/drawing/2014/main" id="{31B05648-5A6C-ACFB-4B3B-77FE5EE86AC0}"/>
                </a:ext>
              </a:extLst>
            </p:cNvPr>
            <p:cNvSpPr/>
            <p:nvPr/>
          </p:nvSpPr>
          <p:spPr>
            <a:xfrm>
              <a:off x="8509000" y="3962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2" name="U_MUX_lbl_i_sel[1:0]">
              <a:extLst>
                <a:ext uri="{FF2B5EF4-FFF2-40B4-BE49-F238E27FC236}">
                  <a16:creationId xmlns:a16="http://schemas.microsoft.com/office/drawing/2014/main" id="{ACE1B4FF-4D5C-8CD9-2BA5-D53459A0E7BB}"/>
                </a:ext>
              </a:extLst>
            </p:cNvPr>
            <p:cNvSpPr txBox="1"/>
            <p:nvPr/>
          </p:nvSpPr>
          <p:spPr>
            <a:xfrm>
              <a:off x="8686800" y="3937000"/>
              <a:ext cx="920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i_sel[1:0]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3" name="U_MUX_pin_o_data[3:0]">
              <a:extLst>
                <a:ext uri="{FF2B5EF4-FFF2-40B4-BE49-F238E27FC236}">
                  <a16:creationId xmlns:a16="http://schemas.microsoft.com/office/drawing/2014/main" id="{B1449158-96B7-D335-4669-545D76F31681}"/>
                </a:ext>
              </a:extLst>
            </p:cNvPr>
            <p:cNvSpPr/>
            <p:nvPr/>
          </p:nvSpPr>
          <p:spPr>
            <a:xfrm>
              <a:off x="10223500" y="2946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4" name="U_MUX_lbl_o_data[3:0]">
              <a:extLst>
                <a:ext uri="{FF2B5EF4-FFF2-40B4-BE49-F238E27FC236}">
                  <a16:creationId xmlns:a16="http://schemas.microsoft.com/office/drawing/2014/main" id="{6CE1EB03-8FBD-83D3-BDC2-846452092090}"/>
                </a:ext>
              </a:extLst>
            </p:cNvPr>
            <p:cNvSpPr txBox="1"/>
            <p:nvPr/>
          </p:nvSpPr>
          <p:spPr>
            <a:xfrm>
              <a:off x="9251950" y="2921000"/>
              <a:ext cx="920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o_data[3:0]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71" name="U_DEC">
            <a:extLst>
              <a:ext uri="{FF2B5EF4-FFF2-40B4-BE49-F238E27FC236}">
                <a16:creationId xmlns:a16="http://schemas.microsoft.com/office/drawing/2014/main" id="{0EBEFA02-6DD5-9375-B2C1-4B7A31CC7477}"/>
              </a:ext>
            </a:extLst>
          </p:cNvPr>
          <p:cNvGrpSpPr/>
          <p:nvPr/>
        </p:nvGrpSpPr>
        <p:grpSpPr>
          <a:xfrm>
            <a:off x="4953002" y="5334002"/>
            <a:ext cx="1778000" cy="762000"/>
            <a:chOff x="4953000" y="5334000"/>
            <a:chExt cx="1778000" cy="762000"/>
          </a:xfrm>
        </p:grpSpPr>
        <p:sp>
          <p:nvSpPr>
            <p:cNvPr id="66" name="U_DEC_body">
              <a:extLst>
                <a:ext uri="{FF2B5EF4-FFF2-40B4-BE49-F238E27FC236}">
                  <a16:creationId xmlns:a16="http://schemas.microsoft.com/office/drawing/2014/main" id="{A1A49945-C0BF-78A5-5AE7-DABA1B85B386}"/>
                </a:ext>
              </a:extLst>
            </p:cNvPr>
            <p:cNvSpPr/>
            <p:nvPr/>
          </p:nvSpPr>
          <p:spPr>
            <a:xfrm>
              <a:off x="5080000" y="5334000"/>
              <a:ext cx="1524000" cy="762000"/>
            </a:xfrm>
            <a:prstGeom prst="roundRect">
              <a:avLst>
                <a:gd name="adj" fmla="val 6000"/>
              </a:avLst>
            </a:prstGeom>
            <a:solidFill>
              <a:srgbClr val="FEF2F2"/>
            </a:solidFill>
            <a:ln w="19050">
              <a:solidFill>
                <a:srgbClr val="B91C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B91C1C"/>
                  </a:solidFill>
                  <a:latin typeface="Malgun Gothic" panose="020B0503020000020004" pitchFamily="50" charset="-127"/>
                </a:rPr>
                <a:t>decoder_2x4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U_DEC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7" name="U_DEC_pin_i_sel[1:0]">
              <a:extLst>
                <a:ext uri="{FF2B5EF4-FFF2-40B4-BE49-F238E27FC236}">
                  <a16:creationId xmlns:a16="http://schemas.microsoft.com/office/drawing/2014/main" id="{4DDA97DF-B766-7F5E-5D8C-A58C8A75B666}"/>
                </a:ext>
              </a:extLst>
            </p:cNvPr>
            <p:cNvSpPr/>
            <p:nvPr/>
          </p:nvSpPr>
          <p:spPr>
            <a:xfrm>
              <a:off x="4953000" y="5803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8" name="U_DEC_lbl_i_sel[1:0]">
              <a:extLst>
                <a:ext uri="{FF2B5EF4-FFF2-40B4-BE49-F238E27FC236}">
                  <a16:creationId xmlns:a16="http://schemas.microsoft.com/office/drawing/2014/main" id="{DE1D5B04-EC57-9D53-8067-406CF9D4C10A}"/>
                </a:ext>
              </a:extLst>
            </p:cNvPr>
            <p:cNvSpPr txBox="1"/>
            <p:nvPr/>
          </p:nvSpPr>
          <p:spPr>
            <a:xfrm>
              <a:off x="5130800" y="5778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i_sel[1:0]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9" name="U_DEC_pin_o_dec_n[3:0]">
              <a:extLst>
                <a:ext uri="{FF2B5EF4-FFF2-40B4-BE49-F238E27FC236}">
                  <a16:creationId xmlns:a16="http://schemas.microsoft.com/office/drawing/2014/main" id="{BD482A74-6962-D592-78EB-5201CE7D6403}"/>
                </a:ext>
              </a:extLst>
            </p:cNvPr>
            <p:cNvSpPr/>
            <p:nvPr/>
          </p:nvSpPr>
          <p:spPr>
            <a:xfrm>
              <a:off x="6604000" y="5803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0" name="U_DEC_lbl_o_dec_n[3:0]">
              <a:extLst>
                <a:ext uri="{FF2B5EF4-FFF2-40B4-BE49-F238E27FC236}">
                  <a16:creationId xmlns:a16="http://schemas.microsoft.com/office/drawing/2014/main" id="{66B095D9-CA3B-CBCB-86EF-0219928ED1EE}"/>
                </a:ext>
              </a:extLst>
            </p:cNvPr>
            <p:cNvSpPr txBox="1"/>
            <p:nvPr/>
          </p:nvSpPr>
          <p:spPr>
            <a:xfrm>
              <a:off x="5664200" y="5778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o_dec_n[3:0]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77" name="U_FND">
            <a:extLst>
              <a:ext uri="{FF2B5EF4-FFF2-40B4-BE49-F238E27FC236}">
                <a16:creationId xmlns:a16="http://schemas.microsoft.com/office/drawing/2014/main" id="{5EE5922C-55F0-F7A5-E810-A4FBE137CC0A}"/>
              </a:ext>
            </a:extLst>
          </p:cNvPr>
          <p:cNvGrpSpPr/>
          <p:nvPr/>
        </p:nvGrpSpPr>
        <p:grpSpPr>
          <a:xfrm>
            <a:off x="7003474" y="5956300"/>
            <a:ext cx="1778000" cy="762000"/>
            <a:chOff x="6985000" y="5461000"/>
            <a:chExt cx="1778000" cy="762000"/>
          </a:xfrm>
        </p:grpSpPr>
        <p:sp>
          <p:nvSpPr>
            <p:cNvPr id="72" name="U_FND_body">
              <a:extLst>
                <a:ext uri="{FF2B5EF4-FFF2-40B4-BE49-F238E27FC236}">
                  <a16:creationId xmlns:a16="http://schemas.microsoft.com/office/drawing/2014/main" id="{F7869862-37D5-EA0F-9CB9-705BCC61216A}"/>
                </a:ext>
              </a:extLst>
            </p:cNvPr>
            <p:cNvSpPr/>
            <p:nvPr/>
          </p:nvSpPr>
          <p:spPr>
            <a:xfrm>
              <a:off x="7112000" y="5461000"/>
              <a:ext cx="1524000" cy="762000"/>
            </a:xfrm>
            <a:prstGeom prst="roundRect">
              <a:avLst>
                <a:gd name="adj" fmla="val 6000"/>
              </a:avLst>
            </a:prstGeom>
            <a:solidFill>
              <a:srgbClr val="FEF2F2"/>
            </a:solidFill>
            <a:ln w="19050">
              <a:solidFill>
                <a:srgbClr val="B91C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de-DE" altLang="ko-KR" sz="1001" b="1">
                  <a:solidFill>
                    <a:srgbClr val="B91C1C"/>
                  </a:solidFill>
                  <a:latin typeface="Malgun Gothic" panose="020B0503020000020004" pitchFamily="50" charset="-127"/>
                </a:rPr>
                <a:t>fnd_decoder</a:t>
              </a:r>
            </a:p>
            <a:p>
              <a:pPr algn="ctr"/>
              <a:r>
                <a:rPr lang="de-DE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U_FND_DEC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3" name="U_FND_pin_i_hex[3:0]">
              <a:extLst>
                <a:ext uri="{FF2B5EF4-FFF2-40B4-BE49-F238E27FC236}">
                  <a16:creationId xmlns:a16="http://schemas.microsoft.com/office/drawing/2014/main" id="{C949CF38-1D78-DFF2-0A27-5C0F8B70B248}"/>
                </a:ext>
              </a:extLst>
            </p:cNvPr>
            <p:cNvSpPr/>
            <p:nvPr/>
          </p:nvSpPr>
          <p:spPr>
            <a:xfrm>
              <a:off x="6985000" y="5930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4" name="U_FND_lbl_i_hex[3:0]">
              <a:extLst>
                <a:ext uri="{FF2B5EF4-FFF2-40B4-BE49-F238E27FC236}">
                  <a16:creationId xmlns:a16="http://schemas.microsoft.com/office/drawing/2014/main" id="{73C4B938-D5E2-3BFE-B48A-7DE0669FE2E8}"/>
                </a:ext>
              </a:extLst>
            </p:cNvPr>
            <p:cNvSpPr txBox="1"/>
            <p:nvPr/>
          </p:nvSpPr>
          <p:spPr>
            <a:xfrm>
              <a:off x="7162800" y="5905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i_hex[3:0]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5" name="U_FND_pin_o_fnd_data[7:0]">
              <a:extLst>
                <a:ext uri="{FF2B5EF4-FFF2-40B4-BE49-F238E27FC236}">
                  <a16:creationId xmlns:a16="http://schemas.microsoft.com/office/drawing/2014/main" id="{84BCD00A-0495-0327-BE1A-63C142948F62}"/>
                </a:ext>
              </a:extLst>
            </p:cNvPr>
            <p:cNvSpPr/>
            <p:nvPr/>
          </p:nvSpPr>
          <p:spPr>
            <a:xfrm>
              <a:off x="8636000" y="5930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6" name="U_FND_lbl_o_fnd_data[7:0]">
              <a:extLst>
                <a:ext uri="{FF2B5EF4-FFF2-40B4-BE49-F238E27FC236}">
                  <a16:creationId xmlns:a16="http://schemas.microsoft.com/office/drawing/2014/main" id="{6C24A17C-7B69-DC60-5D3C-39F8DEC4C65C}"/>
                </a:ext>
              </a:extLst>
            </p:cNvPr>
            <p:cNvSpPr txBox="1"/>
            <p:nvPr/>
          </p:nvSpPr>
          <p:spPr>
            <a:xfrm>
              <a:off x="7696200" y="5905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o_fnd_data[7:0]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80" name="out_data">
            <a:extLst>
              <a:ext uri="{FF2B5EF4-FFF2-40B4-BE49-F238E27FC236}">
                <a16:creationId xmlns:a16="http://schemas.microsoft.com/office/drawing/2014/main" id="{90CDC95D-2EFC-B79A-54BF-9AD5DAF017D4}"/>
              </a:ext>
            </a:extLst>
          </p:cNvPr>
          <p:cNvGrpSpPr/>
          <p:nvPr/>
        </p:nvGrpSpPr>
        <p:grpSpPr>
          <a:xfrm>
            <a:off x="10540999" y="5715001"/>
            <a:ext cx="1549401" cy="254000"/>
            <a:chOff x="10541000" y="5715000"/>
            <a:chExt cx="1549400" cy="254000"/>
          </a:xfrm>
        </p:grpSpPr>
        <p:sp>
          <p:nvSpPr>
            <p:cNvPr id="78" name="out_data_body">
              <a:extLst>
                <a:ext uri="{FF2B5EF4-FFF2-40B4-BE49-F238E27FC236}">
                  <a16:creationId xmlns:a16="http://schemas.microsoft.com/office/drawing/2014/main" id="{F917D8C1-2435-AE3C-50E9-DE5BD7107C15}"/>
                </a:ext>
              </a:extLst>
            </p:cNvPr>
            <p:cNvSpPr/>
            <p:nvPr/>
          </p:nvSpPr>
          <p:spPr>
            <a:xfrm>
              <a:off x="10668000" y="57150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o_fnd_data[7:0]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9" name="out_data_pin">
              <a:extLst>
                <a:ext uri="{FF2B5EF4-FFF2-40B4-BE49-F238E27FC236}">
                  <a16:creationId xmlns:a16="http://schemas.microsoft.com/office/drawing/2014/main" id="{2E85BEC9-4E31-5E25-53A2-A2941A53C4BE}"/>
                </a:ext>
              </a:extLst>
            </p:cNvPr>
            <p:cNvSpPr/>
            <p:nvPr/>
          </p:nvSpPr>
          <p:spPr>
            <a:xfrm>
              <a:off x="10541000" y="57785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83" name="out_com">
            <a:extLst>
              <a:ext uri="{FF2B5EF4-FFF2-40B4-BE49-F238E27FC236}">
                <a16:creationId xmlns:a16="http://schemas.microsoft.com/office/drawing/2014/main" id="{440C86A1-2E98-497B-C5B1-60809175E057}"/>
              </a:ext>
            </a:extLst>
          </p:cNvPr>
          <p:cNvGrpSpPr/>
          <p:nvPr/>
        </p:nvGrpSpPr>
        <p:grpSpPr>
          <a:xfrm>
            <a:off x="10540999" y="5080002"/>
            <a:ext cx="1549401" cy="254000"/>
            <a:chOff x="10541000" y="5080000"/>
            <a:chExt cx="1549400" cy="254000"/>
          </a:xfrm>
        </p:grpSpPr>
        <p:sp>
          <p:nvSpPr>
            <p:cNvPr id="81" name="out_com_body">
              <a:extLst>
                <a:ext uri="{FF2B5EF4-FFF2-40B4-BE49-F238E27FC236}">
                  <a16:creationId xmlns:a16="http://schemas.microsoft.com/office/drawing/2014/main" id="{4CD9ACB4-0E8D-C88D-BBA3-D3AB0804717A}"/>
                </a:ext>
              </a:extLst>
            </p:cNvPr>
            <p:cNvSpPr/>
            <p:nvPr/>
          </p:nvSpPr>
          <p:spPr>
            <a:xfrm>
              <a:off x="10668000" y="50800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o_fnd_com[3:0]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2" name="out_com_pin">
              <a:extLst>
                <a:ext uri="{FF2B5EF4-FFF2-40B4-BE49-F238E27FC236}">
                  <a16:creationId xmlns:a16="http://schemas.microsoft.com/office/drawing/2014/main" id="{1447517B-4E96-A173-7136-5FE06046F266}"/>
                </a:ext>
              </a:extLst>
            </p:cNvPr>
            <p:cNvSpPr/>
            <p:nvPr/>
          </p:nvSpPr>
          <p:spPr>
            <a:xfrm>
              <a:off x="10541000" y="51435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86" name="out_cout">
            <a:extLst>
              <a:ext uri="{FF2B5EF4-FFF2-40B4-BE49-F238E27FC236}">
                <a16:creationId xmlns:a16="http://schemas.microsoft.com/office/drawing/2014/main" id="{D6A880A1-C788-754C-C8EE-12AAF2484F04}"/>
              </a:ext>
            </a:extLst>
          </p:cNvPr>
          <p:cNvGrpSpPr/>
          <p:nvPr/>
        </p:nvGrpSpPr>
        <p:grpSpPr>
          <a:xfrm>
            <a:off x="10566400" y="1168402"/>
            <a:ext cx="1524000" cy="254000"/>
            <a:chOff x="10566400" y="1168400"/>
            <a:chExt cx="1524000" cy="254000"/>
          </a:xfrm>
        </p:grpSpPr>
        <p:sp>
          <p:nvSpPr>
            <p:cNvPr id="84" name="out_cout_body">
              <a:extLst>
                <a:ext uri="{FF2B5EF4-FFF2-40B4-BE49-F238E27FC236}">
                  <a16:creationId xmlns:a16="http://schemas.microsoft.com/office/drawing/2014/main" id="{9046779D-5676-F911-491F-38C6215DF750}"/>
                </a:ext>
              </a:extLst>
            </p:cNvPr>
            <p:cNvSpPr/>
            <p:nvPr/>
          </p:nvSpPr>
          <p:spPr>
            <a:xfrm>
              <a:off x="10668000" y="11684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o_cout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5" name="out_cout_pin">
              <a:extLst>
                <a:ext uri="{FF2B5EF4-FFF2-40B4-BE49-F238E27FC236}">
                  <a16:creationId xmlns:a16="http://schemas.microsoft.com/office/drawing/2014/main" id="{1EDF8531-C294-9949-FC58-2F57562F488F}"/>
                </a:ext>
              </a:extLst>
            </p:cNvPr>
            <p:cNvSpPr/>
            <p:nvPr/>
          </p:nvSpPr>
          <p:spPr>
            <a:xfrm>
              <a:off x="10566400" y="1244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DD2542CD-F368-3DA0-5953-CE4722E007DF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>
            <a:off x="1650999" y="1905001"/>
            <a:ext cx="1143001" cy="15240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연결선: 꺾임 87">
            <a:extLst>
              <a:ext uri="{FF2B5EF4-FFF2-40B4-BE49-F238E27FC236}">
                <a16:creationId xmlns:a16="http://schemas.microsoft.com/office/drawing/2014/main" id="{0544C609-0C07-FAB8-7CBA-EF91313405DE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 flipV="1">
            <a:off x="1650999" y="2311400"/>
            <a:ext cx="1143001" cy="10160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8DB28D23-17C5-4218-5F1F-63F77116EF1E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2641601" y="2565401"/>
            <a:ext cx="177801" cy="571500"/>
          </a:xfrm>
          <a:prstGeom prst="bentConnector3">
            <a:avLst>
              <a:gd name="adj1" fmla="val 50000"/>
            </a:avLst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803888D9-54FC-A4AF-BC0D-91A06E7E137C}"/>
              </a:ext>
            </a:extLst>
          </p:cNvPr>
          <p:cNvCxnSpPr>
            <a:cxnSpLocks/>
            <a:stCxn id="29" idx="3"/>
            <a:endCxn id="35" idx="1"/>
          </p:cNvCxnSpPr>
          <p:nvPr/>
        </p:nvCxnSpPr>
        <p:spPr>
          <a:xfrm flipV="1">
            <a:off x="4673602" y="2302164"/>
            <a:ext cx="304800" cy="9238"/>
          </a:xfrm>
          <a:prstGeom prst="bentConnector3">
            <a:avLst>
              <a:gd name="adj1" fmla="val 50000"/>
            </a:avLst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연결선: 꺾임 90">
            <a:extLst>
              <a:ext uri="{FF2B5EF4-FFF2-40B4-BE49-F238E27FC236}">
                <a16:creationId xmlns:a16="http://schemas.microsoft.com/office/drawing/2014/main" id="{BE1D845B-9DF4-D114-80C5-CE3489BF53AD}"/>
              </a:ext>
            </a:extLst>
          </p:cNvPr>
          <p:cNvCxnSpPr>
            <a:cxnSpLocks/>
            <a:stCxn id="27" idx="3"/>
            <a:endCxn id="33" idx="1"/>
          </p:cNvCxnSpPr>
          <p:nvPr/>
        </p:nvCxnSpPr>
        <p:spPr>
          <a:xfrm flipV="1">
            <a:off x="4699002" y="2048164"/>
            <a:ext cx="254000" cy="9238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4AC251C0-55A3-8AD4-07A5-3EB9B7EDE102}"/>
              </a:ext>
            </a:extLst>
          </p:cNvPr>
          <p:cNvCxnSpPr>
            <a:cxnSpLocks/>
            <a:stCxn id="29" idx="3"/>
            <a:endCxn id="85" idx="1"/>
          </p:cNvCxnSpPr>
          <p:nvPr/>
        </p:nvCxnSpPr>
        <p:spPr>
          <a:xfrm flipV="1">
            <a:off x="4673600" y="1295400"/>
            <a:ext cx="5892800" cy="1016000"/>
          </a:xfrm>
          <a:prstGeom prst="bentConnector3">
            <a:avLst>
              <a:gd name="adj1" fmla="val 50000"/>
            </a:avLst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연결선: 꺾임 92">
            <a:extLst>
              <a:ext uri="{FF2B5EF4-FFF2-40B4-BE49-F238E27FC236}">
                <a16:creationId xmlns:a16="http://schemas.microsoft.com/office/drawing/2014/main" id="{311FE098-334E-34C1-F12B-167558C2C4B5}"/>
              </a:ext>
            </a:extLst>
          </p:cNvPr>
          <p:cNvCxnSpPr>
            <a:cxnSpLocks/>
            <a:stCxn id="37" idx="3"/>
            <a:endCxn id="41" idx="1"/>
          </p:cNvCxnSpPr>
          <p:nvPr/>
        </p:nvCxnSpPr>
        <p:spPr>
          <a:xfrm>
            <a:off x="6286502" y="2048164"/>
            <a:ext cx="190498" cy="961736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71BBE381-73A4-3E3E-FBD3-0700CDABB782}"/>
              </a:ext>
            </a:extLst>
          </p:cNvPr>
          <p:cNvCxnSpPr>
            <a:cxnSpLocks/>
            <a:stCxn id="43" idx="3"/>
            <a:endCxn id="53" idx="1"/>
          </p:cNvCxnSpPr>
          <p:nvPr/>
        </p:nvCxnSpPr>
        <p:spPr>
          <a:xfrm>
            <a:off x="8382000" y="3009900"/>
            <a:ext cx="127001" cy="1270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연결선: 꺾임 94">
            <a:extLst>
              <a:ext uri="{FF2B5EF4-FFF2-40B4-BE49-F238E27FC236}">
                <a16:creationId xmlns:a16="http://schemas.microsoft.com/office/drawing/2014/main" id="{CD00B200-D74B-AC2B-D647-972C73BBF89C}"/>
              </a:ext>
            </a:extLst>
          </p:cNvPr>
          <p:cNvCxnSpPr>
            <a:cxnSpLocks/>
            <a:stCxn id="45" idx="3"/>
            <a:endCxn id="55" idx="1"/>
          </p:cNvCxnSpPr>
          <p:nvPr/>
        </p:nvCxnSpPr>
        <p:spPr>
          <a:xfrm>
            <a:off x="8382000" y="3263900"/>
            <a:ext cx="127001" cy="1270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5C02E525-77D7-49E4-7ECF-6ABEBDC9A21C}"/>
              </a:ext>
            </a:extLst>
          </p:cNvPr>
          <p:cNvCxnSpPr>
            <a:cxnSpLocks/>
            <a:stCxn id="47" idx="3"/>
            <a:endCxn id="57" idx="1"/>
          </p:cNvCxnSpPr>
          <p:nvPr/>
        </p:nvCxnSpPr>
        <p:spPr>
          <a:xfrm>
            <a:off x="8382000" y="3517900"/>
            <a:ext cx="127001" cy="1270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연결선: 꺾임 96">
            <a:extLst>
              <a:ext uri="{FF2B5EF4-FFF2-40B4-BE49-F238E27FC236}">
                <a16:creationId xmlns:a16="http://schemas.microsoft.com/office/drawing/2014/main" id="{A1E86BAA-1F47-9984-4405-9874AFF89CDE}"/>
              </a:ext>
            </a:extLst>
          </p:cNvPr>
          <p:cNvCxnSpPr>
            <a:cxnSpLocks/>
            <a:stCxn id="49" idx="3"/>
            <a:endCxn id="59" idx="1"/>
          </p:cNvCxnSpPr>
          <p:nvPr/>
        </p:nvCxnSpPr>
        <p:spPr>
          <a:xfrm>
            <a:off x="8382000" y="3771900"/>
            <a:ext cx="127001" cy="1270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EA71994F-EB47-FA13-E9D1-2D7DCC8A2901}"/>
              </a:ext>
            </a:extLst>
          </p:cNvPr>
          <p:cNvCxnSpPr>
            <a:cxnSpLocks/>
            <a:stCxn id="14" idx="3"/>
            <a:endCxn id="61" idx="1"/>
          </p:cNvCxnSpPr>
          <p:nvPr/>
        </p:nvCxnSpPr>
        <p:spPr>
          <a:xfrm flipV="1">
            <a:off x="1651002" y="4025900"/>
            <a:ext cx="6858000" cy="143510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연결선: 꺾임 98">
            <a:extLst>
              <a:ext uri="{FF2B5EF4-FFF2-40B4-BE49-F238E27FC236}">
                <a16:creationId xmlns:a16="http://schemas.microsoft.com/office/drawing/2014/main" id="{B3A191E6-733C-CB8E-F5AD-870485F3D80E}"/>
              </a:ext>
            </a:extLst>
          </p:cNvPr>
          <p:cNvCxnSpPr>
            <a:cxnSpLocks/>
            <a:stCxn id="14" idx="3"/>
            <a:endCxn id="67" idx="1"/>
          </p:cNvCxnSpPr>
          <p:nvPr/>
        </p:nvCxnSpPr>
        <p:spPr>
          <a:xfrm>
            <a:off x="1651002" y="5461000"/>
            <a:ext cx="3302000" cy="40640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820B4C7A-C64D-60AC-6D04-67EC947D17F6}"/>
              </a:ext>
            </a:extLst>
          </p:cNvPr>
          <p:cNvCxnSpPr>
            <a:cxnSpLocks/>
            <a:stCxn id="63" idx="3"/>
            <a:endCxn id="73" idx="1"/>
          </p:cNvCxnSpPr>
          <p:nvPr/>
        </p:nvCxnSpPr>
        <p:spPr>
          <a:xfrm flipH="1">
            <a:off x="7003474" y="3009901"/>
            <a:ext cx="3347025" cy="3479799"/>
          </a:xfrm>
          <a:prstGeom prst="bentConnector5">
            <a:avLst>
              <a:gd name="adj1" fmla="val -6830"/>
              <a:gd name="adj2" fmla="val 50000"/>
              <a:gd name="adj3" fmla="val 10683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C6D07B2D-8F99-DFB3-757C-8B90B5EDE5FF}"/>
              </a:ext>
            </a:extLst>
          </p:cNvPr>
          <p:cNvCxnSpPr>
            <a:cxnSpLocks/>
            <a:stCxn id="75" idx="3"/>
            <a:endCxn id="79" idx="1"/>
          </p:cNvCxnSpPr>
          <p:nvPr/>
        </p:nvCxnSpPr>
        <p:spPr>
          <a:xfrm flipV="1">
            <a:off x="8781474" y="5842001"/>
            <a:ext cx="1759525" cy="647699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연결선: 꺾임 105">
            <a:extLst>
              <a:ext uri="{FF2B5EF4-FFF2-40B4-BE49-F238E27FC236}">
                <a16:creationId xmlns:a16="http://schemas.microsoft.com/office/drawing/2014/main" id="{7C4B321E-22E5-BB23-2D1C-69E8960C40EA}"/>
              </a:ext>
            </a:extLst>
          </p:cNvPr>
          <p:cNvCxnSpPr>
            <a:stCxn id="69" idx="3"/>
            <a:endCxn id="82" idx="1"/>
          </p:cNvCxnSpPr>
          <p:nvPr/>
        </p:nvCxnSpPr>
        <p:spPr>
          <a:xfrm flipV="1">
            <a:off x="6731002" y="5207002"/>
            <a:ext cx="3809997" cy="6604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091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57C91-98B8-5259-355E-6DA905195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EDEA5D-93A0-867F-7921-8B71132418AB}"/>
              </a:ext>
            </a:extLst>
          </p:cNvPr>
          <p:cNvSpPr txBox="1"/>
          <p:nvPr/>
        </p:nvSpPr>
        <p:spPr>
          <a:xfrm>
            <a:off x="381001" y="203201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 b="1">
                <a:solidFill>
                  <a:srgbClr val="3730A3"/>
                </a:solidFill>
                <a:latin typeface="Malgun Gothic" panose="020B0503020000020004" pitchFamily="50" charset="-127"/>
              </a:rPr>
              <a:t>EXAMPLE</a:t>
            </a:r>
            <a:endParaRPr lang="ko-KR" altLang="en-US" sz="1001" b="1">
              <a:solidFill>
                <a:srgbClr val="3730A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087E85-5A7B-C7B5-F0C6-F0A422E4DBDD}"/>
              </a:ext>
            </a:extLst>
          </p:cNvPr>
          <p:cNvSpPr txBox="1"/>
          <p:nvPr/>
        </p:nvSpPr>
        <p:spPr>
          <a:xfrm>
            <a:off x="381002" y="406401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top_adder_fnd_Clk </a:t>
            </a:r>
            <a:r>
              <a:rPr lang="ko-KR" altLang="en-US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EDE62B-9FD8-FE78-A037-22D1E2EE6187}"/>
              </a:ext>
            </a:extLst>
          </p:cNvPr>
          <p:cNvSpPr txBox="1"/>
          <p:nvPr/>
        </p:nvSpPr>
        <p:spPr>
          <a:xfrm>
            <a:off x="381002" y="787400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블록을 끌어 보면 선이 따라옴</a:t>
            </a:r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같은 방법으로 새 </a:t>
            </a:r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Top 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구성</a:t>
            </a:r>
          </a:p>
        </p:txBody>
      </p:sp>
      <p:sp>
        <p:nvSpPr>
          <p:cNvPr id="5" name="top_frame">
            <a:extLst>
              <a:ext uri="{FF2B5EF4-FFF2-40B4-BE49-F238E27FC236}">
                <a16:creationId xmlns:a16="http://schemas.microsoft.com/office/drawing/2014/main" id="{DA8B1DB7-1780-730B-5C8F-FB60B30E0D92}"/>
              </a:ext>
            </a:extLst>
          </p:cNvPr>
          <p:cNvSpPr/>
          <p:nvPr/>
        </p:nvSpPr>
        <p:spPr>
          <a:xfrm>
            <a:off x="1524001" y="1041400"/>
            <a:ext cx="8890000" cy="5588000"/>
          </a:xfrm>
          <a:prstGeom prst="roundRect">
            <a:avLst>
              <a:gd name="adj" fmla="val 2000"/>
            </a:avLst>
          </a:prstGeom>
          <a:noFill/>
          <a:ln w="12700" cap="flat" cmpd="sng" algn="ctr">
            <a:solidFill>
              <a:srgbClr val="9CA3AF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F988E9-9BF0-0D2C-6570-C56D672037A5}"/>
              </a:ext>
            </a:extLst>
          </p:cNvPr>
          <p:cNvSpPr txBox="1"/>
          <p:nvPr/>
        </p:nvSpPr>
        <p:spPr>
          <a:xfrm>
            <a:off x="1651002" y="1092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 b="1">
                <a:solidFill>
                  <a:srgbClr val="6B7280"/>
                </a:solidFill>
                <a:latin typeface="Malgun Gothic" panose="020B0503020000020004" pitchFamily="50" charset="-127"/>
              </a:rPr>
              <a:t>top_adder_fnd_8bit</a:t>
            </a:r>
            <a:endParaRPr lang="ko-KR" altLang="en-US" sz="1001" b="1">
              <a:solidFill>
                <a:srgbClr val="6B7280"/>
              </a:solidFill>
              <a:latin typeface="Malgun Gothic" panose="020B0503020000020004" pitchFamily="50" charset="-127"/>
            </a:endParaRPr>
          </a:p>
        </p:txBody>
      </p:sp>
      <p:grpSp>
        <p:nvGrpSpPr>
          <p:cNvPr id="9" name="in_a">
            <a:extLst>
              <a:ext uri="{FF2B5EF4-FFF2-40B4-BE49-F238E27FC236}">
                <a16:creationId xmlns:a16="http://schemas.microsoft.com/office/drawing/2014/main" id="{EA5D73D2-4FCB-39AD-2479-D334827CAE46}"/>
              </a:ext>
            </a:extLst>
          </p:cNvPr>
          <p:cNvGrpSpPr/>
          <p:nvPr/>
        </p:nvGrpSpPr>
        <p:grpSpPr>
          <a:xfrm>
            <a:off x="101600" y="1778002"/>
            <a:ext cx="1549401" cy="254000"/>
            <a:chOff x="101600" y="1778000"/>
            <a:chExt cx="1549400" cy="254000"/>
          </a:xfrm>
        </p:grpSpPr>
        <p:sp>
          <p:nvSpPr>
            <p:cNvPr id="7" name="in_a_body">
              <a:extLst>
                <a:ext uri="{FF2B5EF4-FFF2-40B4-BE49-F238E27FC236}">
                  <a16:creationId xmlns:a16="http://schemas.microsoft.com/office/drawing/2014/main" id="{A15CD737-8D42-DBC7-857E-5E86D5EF5606}"/>
                </a:ext>
              </a:extLst>
            </p:cNvPr>
            <p:cNvSpPr/>
            <p:nvPr/>
          </p:nvSpPr>
          <p:spPr>
            <a:xfrm>
              <a:off x="101600" y="1778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i_a[7:0]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" name="in_a_pin">
              <a:extLst>
                <a:ext uri="{FF2B5EF4-FFF2-40B4-BE49-F238E27FC236}">
                  <a16:creationId xmlns:a16="http://schemas.microsoft.com/office/drawing/2014/main" id="{B3F29087-9F71-ABB5-B763-9CA89607E7A4}"/>
                </a:ext>
              </a:extLst>
            </p:cNvPr>
            <p:cNvSpPr/>
            <p:nvPr/>
          </p:nvSpPr>
          <p:spPr>
            <a:xfrm>
              <a:off x="1524000" y="1841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12" name="in_b">
            <a:extLst>
              <a:ext uri="{FF2B5EF4-FFF2-40B4-BE49-F238E27FC236}">
                <a16:creationId xmlns:a16="http://schemas.microsoft.com/office/drawing/2014/main" id="{EE44433C-F3A7-6716-E4EC-B04080D7CDB7}"/>
              </a:ext>
            </a:extLst>
          </p:cNvPr>
          <p:cNvGrpSpPr/>
          <p:nvPr/>
        </p:nvGrpSpPr>
        <p:grpSpPr>
          <a:xfrm>
            <a:off x="101600" y="2286002"/>
            <a:ext cx="1549401" cy="254000"/>
            <a:chOff x="101600" y="2286000"/>
            <a:chExt cx="1549400" cy="254000"/>
          </a:xfrm>
        </p:grpSpPr>
        <p:sp>
          <p:nvSpPr>
            <p:cNvPr id="10" name="in_b_body">
              <a:extLst>
                <a:ext uri="{FF2B5EF4-FFF2-40B4-BE49-F238E27FC236}">
                  <a16:creationId xmlns:a16="http://schemas.microsoft.com/office/drawing/2014/main" id="{FA650D79-C609-760E-6433-C324218746AD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i_b[7:0]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1" name="in_b_pin">
              <a:extLst>
                <a:ext uri="{FF2B5EF4-FFF2-40B4-BE49-F238E27FC236}">
                  <a16:creationId xmlns:a16="http://schemas.microsoft.com/office/drawing/2014/main" id="{E0C49862-C8FE-402A-C357-6B2B5B561979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31" name="U_ADD">
            <a:extLst>
              <a:ext uri="{FF2B5EF4-FFF2-40B4-BE49-F238E27FC236}">
                <a16:creationId xmlns:a16="http://schemas.microsoft.com/office/drawing/2014/main" id="{DF529865-571C-81A9-10EF-19D47B64280A}"/>
              </a:ext>
            </a:extLst>
          </p:cNvPr>
          <p:cNvGrpSpPr/>
          <p:nvPr/>
        </p:nvGrpSpPr>
        <p:grpSpPr>
          <a:xfrm>
            <a:off x="2794001" y="1524002"/>
            <a:ext cx="1905001" cy="1270000"/>
            <a:chOff x="2794000" y="1524000"/>
            <a:chExt cx="1905000" cy="1270000"/>
          </a:xfrm>
        </p:grpSpPr>
        <p:sp>
          <p:nvSpPr>
            <p:cNvPr id="20" name="U_ADD_body">
              <a:extLst>
                <a:ext uri="{FF2B5EF4-FFF2-40B4-BE49-F238E27FC236}">
                  <a16:creationId xmlns:a16="http://schemas.microsoft.com/office/drawing/2014/main" id="{21981F4B-6E35-A00B-6503-044F1E729D81}"/>
                </a:ext>
              </a:extLst>
            </p:cNvPr>
            <p:cNvSpPr/>
            <p:nvPr/>
          </p:nvSpPr>
          <p:spPr>
            <a:xfrm>
              <a:off x="2921000" y="1524000"/>
              <a:ext cx="1651000" cy="1270000"/>
            </a:xfrm>
            <a:prstGeom prst="roundRect">
              <a:avLst>
                <a:gd name="adj" fmla="val 6000"/>
              </a:avLst>
            </a:prstGeom>
            <a:solidFill>
              <a:srgbClr val="EEF2FF"/>
            </a:solidFill>
            <a:ln w="19050">
              <a:solidFill>
                <a:srgbClr val="3730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3730A3"/>
                  </a:solidFill>
                  <a:latin typeface="Malgun Gothic" panose="020B0503020000020004" pitchFamily="50" charset="-127"/>
                </a:rPr>
                <a:t>full_adder_8bit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U_ADD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1" name="U_ADD_pin_i_a[7:0]">
              <a:extLst>
                <a:ext uri="{FF2B5EF4-FFF2-40B4-BE49-F238E27FC236}">
                  <a16:creationId xmlns:a16="http://schemas.microsoft.com/office/drawing/2014/main" id="{64D51857-5366-490B-4965-777599BDC8AC}"/>
                </a:ext>
              </a:extLst>
            </p:cNvPr>
            <p:cNvSpPr/>
            <p:nvPr/>
          </p:nvSpPr>
          <p:spPr>
            <a:xfrm>
              <a:off x="2794000" y="1993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" name="U_ADD_lbl_i_a[7:0]">
              <a:extLst>
                <a:ext uri="{FF2B5EF4-FFF2-40B4-BE49-F238E27FC236}">
                  <a16:creationId xmlns:a16="http://schemas.microsoft.com/office/drawing/2014/main" id="{9BC80ACF-3AA5-F0FA-2FEA-522AFE8340D5}"/>
                </a:ext>
              </a:extLst>
            </p:cNvPr>
            <p:cNvSpPr txBox="1"/>
            <p:nvPr/>
          </p:nvSpPr>
          <p:spPr>
            <a:xfrm>
              <a:off x="2971800" y="1968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i_a[7:0]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3" name="U_ADD_pin_i_b[7:0]">
              <a:extLst>
                <a:ext uri="{FF2B5EF4-FFF2-40B4-BE49-F238E27FC236}">
                  <a16:creationId xmlns:a16="http://schemas.microsoft.com/office/drawing/2014/main" id="{98332CC8-86EC-3817-1362-121715FC1A15}"/>
                </a:ext>
              </a:extLst>
            </p:cNvPr>
            <p:cNvSpPr/>
            <p:nvPr/>
          </p:nvSpPr>
          <p:spPr>
            <a:xfrm>
              <a:off x="2794000" y="2247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" name="U_ADD_lbl_i_b[7:0]">
              <a:extLst>
                <a:ext uri="{FF2B5EF4-FFF2-40B4-BE49-F238E27FC236}">
                  <a16:creationId xmlns:a16="http://schemas.microsoft.com/office/drawing/2014/main" id="{A07B6E3B-BA4D-3ACD-0677-0142129D461A}"/>
                </a:ext>
              </a:extLst>
            </p:cNvPr>
            <p:cNvSpPr txBox="1"/>
            <p:nvPr/>
          </p:nvSpPr>
          <p:spPr>
            <a:xfrm>
              <a:off x="2971800" y="2222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i_b[7:0]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5" name="U_ADD_pin_i_cin">
              <a:extLst>
                <a:ext uri="{FF2B5EF4-FFF2-40B4-BE49-F238E27FC236}">
                  <a16:creationId xmlns:a16="http://schemas.microsoft.com/office/drawing/2014/main" id="{14DCBA4F-A05E-7537-392C-3BB43DCB7369}"/>
                </a:ext>
              </a:extLst>
            </p:cNvPr>
            <p:cNvSpPr/>
            <p:nvPr/>
          </p:nvSpPr>
          <p:spPr>
            <a:xfrm>
              <a:off x="2819400" y="2514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" name="U_ADD_lbl_i_cin">
              <a:extLst>
                <a:ext uri="{FF2B5EF4-FFF2-40B4-BE49-F238E27FC236}">
                  <a16:creationId xmlns:a16="http://schemas.microsoft.com/office/drawing/2014/main" id="{D6DB4094-5F44-4B8E-71A3-E570860574C7}"/>
                </a:ext>
              </a:extLst>
            </p:cNvPr>
            <p:cNvSpPr txBox="1"/>
            <p:nvPr/>
          </p:nvSpPr>
          <p:spPr>
            <a:xfrm>
              <a:off x="2971800" y="2476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i_cin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7" name="U_ADD_pin_o_sum[7:0]">
              <a:extLst>
                <a:ext uri="{FF2B5EF4-FFF2-40B4-BE49-F238E27FC236}">
                  <a16:creationId xmlns:a16="http://schemas.microsoft.com/office/drawing/2014/main" id="{3F8791A2-8F8C-E445-F7FA-D2E067A8AE36}"/>
                </a:ext>
              </a:extLst>
            </p:cNvPr>
            <p:cNvSpPr/>
            <p:nvPr/>
          </p:nvSpPr>
          <p:spPr>
            <a:xfrm>
              <a:off x="4572000" y="1993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8" name="U_ADD_lbl_o_sum[7:0]">
              <a:extLst>
                <a:ext uri="{FF2B5EF4-FFF2-40B4-BE49-F238E27FC236}">
                  <a16:creationId xmlns:a16="http://schemas.microsoft.com/office/drawing/2014/main" id="{D6D9C926-5146-A4A6-6E8A-0E4226711A31}"/>
                </a:ext>
              </a:extLst>
            </p:cNvPr>
            <p:cNvSpPr txBox="1"/>
            <p:nvPr/>
          </p:nvSpPr>
          <p:spPr>
            <a:xfrm>
              <a:off x="3568700" y="1968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o_sum[7:0]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9" name="U_ADD_pin_o_cout">
              <a:extLst>
                <a:ext uri="{FF2B5EF4-FFF2-40B4-BE49-F238E27FC236}">
                  <a16:creationId xmlns:a16="http://schemas.microsoft.com/office/drawing/2014/main" id="{835DCFAC-A742-DC93-4215-861F128205D7}"/>
                </a:ext>
              </a:extLst>
            </p:cNvPr>
            <p:cNvSpPr/>
            <p:nvPr/>
          </p:nvSpPr>
          <p:spPr>
            <a:xfrm>
              <a:off x="4572000" y="22606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0" name="U_ADD_lbl_o_cout">
              <a:extLst>
                <a:ext uri="{FF2B5EF4-FFF2-40B4-BE49-F238E27FC236}">
                  <a16:creationId xmlns:a16="http://schemas.microsoft.com/office/drawing/2014/main" id="{D0E9DC53-56BF-9C04-8C1D-AAF4F3E2DBD5}"/>
                </a:ext>
              </a:extLst>
            </p:cNvPr>
            <p:cNvSpPr txBox="1"/>
            <p:nvPr/>
          </p:nvSpPr>
          <p:spPr>
            <a:xfrm>
              <a:off x="3568700" y="2222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o_cout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39" name="CAT">
            <a:extLst>
              <a:ext uri="{FF2B5EF4-FFF2-40B4-BE49-F238E27FC236}">
                <a16:creationId xmlns:a16="http://schemas.microsoft.com/office/drawing/2014/main" id="{7B8DC73E-7283-C491-A7A5-F88CDDB4FC9B}"/>
              </a:ext>
            </a:extLst>
          </p:cNvPr>
          <p:cNvGrpSpPr/>
          <p:nvPr/>
        </p:nvGrpSpPr>
        <p:grpSpPr>
          <a:xfrm>
            <a:off x="5175251" y="1449794"/>
            <a:ext cx="1333500" cy="1016000"/>
            <a:chOff x="5016500" y="1524000"/>
            <a:chExt cx="1333500" cy="1016000"/>
          </a:xfrm>
        </p:grpSpPr>
        <p:sp>
          <p:nvSpPr>
            <p:cNvPr id="32" name="CAT_body">
              <a:extLst>
                <a:ext uri="{FF2B5EF4-FFF2-40B4-BE49-F238E27FC236}">
                  <a16:creationId xmlns:a16="http://schemas.microsoft.com/office/drawing/2014/main" id="{6FA46D29-1930-F539-6A35-DBB180282CA7}"/>
                </a:ext>
              </a:extLst>
            </p:cNvPr>
            <p:cNvSpPr/>
            <p:nvPr/>
          </p:nvSpPr>
          <p:spPr>
            <a:xfrm>
              <a:off x="5143500" y="1524000"/>
              <a:ext cx="1079500" cy="1016000"/>
            </a:xfrm>
            <a:prstGeom prst="roundRect">
              <a:avLst>
                <a:gd name="adj" fmla="val 6000"/>
              </a:avLst>
            </a:prstGeom>
            <a:solidFill>
              <a:srgbClr val="FEFCE8"/>
            </a:solidFill>
            <a:ln w="19050">
              <a:solidFill>
                <a:srgbClr val="A162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A16207"/>
                  </a:solidFill>
                  <a:latin typeface="Malgun Gothic" panose="020B0503020000020004" pitchFamily="50" charset="-127"/>
                </a:rPr>
                <a:t>concat { }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{hi, lo}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3" name="CAT_pin_lo[7:0]">
              <a:extLst>
                <a:ext uri="{FF2B5EF4-FFF2-40B4-BE49-F238E27FC236}">
                  <a16:creationId xmlns:a16="http://schemas.microsoft.com/office/drawing/2014/main" id="{0547E63F-15F2-B633-33EA-60E6674E1772}"/>
                </a:ext>
              </a:extLst>
            </p:cNvPr>
            <p:cNvSpPr/>
            <p:nvPr/>
          </p:nvSpPr>
          <p:spPr>
            <a:xfrm>
              <a:off x="5016500" y="1993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4" name="CAT_lbl_lo[7:0]">
              <a:extLst>
                <a:ext uri="{FF2B5EF4-FFF2-40B4-BE49-F238E27FC236}">
                  <a16:creationId xmlns:a16="http://schemas.microsoft.com/office/drawing/2014/main" id="{CFB231E0-6264-155A-ADB7-D9F45BEE5178}"/>
                </a:ext>
              </a:extLst>
            </p:cNvPr>
            <p:cNvSpPr txBox="1"/>
            <p:nvPr/>
          </p:nvSpPr>
          <p:spPr>
            <a:xfrm>
              <a:off x="5194300" y="1968500"/>
              <a:ext cx="666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lo[7:0]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5" name="CAT_pin_hi">
              <a:extLst>
                <a:ext uri="{FF2B5EF4-FFF2-40B4-BE49-F238E27FC236}">
                  <a16:creationId xmlns:a16="http://schemas.microsoft.com/office/drawing/2014/main" id="{379387EC-C226-DF34-EB8C-0EB8ACEADC4D}"/>
                </a:ext>
              </a:extLst>
            </p:cNvPr>
            <p:cNvSpPr/>
            <p:nvPr/>
          </p:nvSpPr>
          <p:spPr>
            <a:xfrm>
              <a:off x="5041900" y="2260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" name="CAT_lbl_hi">
              <a:extLst>
                <a:ext uri="{FF2B5EF4-FFF2-40B4-BE49-F238E27FC236}">
                  <a16:creationId xmlns:a16="http://schemas.microsoft.com/office/drawing/2014/main" id="{21603600-1878-C7A6-877A-D12F5A1D7A4C}"/>
                </a:ext>
              </a:extLst>
            </p:cNvPr>
            <p:cNvSpPr txBox="1"/>
            <p:nvPr/>
          </p:nvSpPr>
          <p:spPr>
            <a:xfrm>
              <a:off x="5194300" y="2222500"/>
              <a:ext cx="666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hi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7" name="CAT_pin_out[8:0]">
              <a:extLst>
                <a:ext uri="{FF2B5EF4-FFF2-40B4-BE49-F238E27FC236}">
                  <a16:creationId xmlns:a16="http://schemas.microsoft.com/office/drawing/2014/main" id="{9333D34A-604F-7889-0185-C33EE141DBD9}"/>
                </a:ext>
              </a:extLst>
            </p:cNvPr>
            <p:cNvSpPr/>
            <p:nvPr/>
          </p:nvSpPr>
          <p:spPr>
            <a:xfrm>
              <a:off x="6223000" y="1993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" name="CAT_lbl_out[8:0]">
              <a:extLst>
                <a:ext uri="{FF2B5EF4-FFF2-40B4-BE49-F238E27FC236}">
                  <a16:creationId xmlns:a16="http://schemas.microsoft.com/office/drawing/2014/main" id="{3AF0C65F-FBD3-6FCB-BA2A-776615B080C5}"/>
                </a:ext>
              </a:extLst>
            </p:cNvPr>
            <p:cNvSpPr txBox="1"/>
            <p:nvPr/>
          </p:nvSpPr>
          <p:spPr>
            <a:xfrm>
              <a:off x="5505450" y="1968500"/>
              <a:ext cx="666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out[8:0]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51" name="U_SPLIT">
            <a:extLst>
              <a:ext uri="{FF2B5EF4-FFF2-40B4-BE49-F238E27FC236}">
                <a16:creationId xmlns:a16="http://schemas.microsoft.com/office/drawing/2014/main" id="{A03345DB-E043-44E9-A4A3-24FDEAA3F1DA}"/>
              </a:ext>
            </a:extLst>
          </p:cNvPr>
          <p:cNvGrpSpPr/>
          <p:nvPr/>
        </p:nvGrpSpPr>
        <p:grpSpPr>
          <a:xfrm>
            <a:off x="4030800" y="4122836"/>
            <a:ext cx="1905001" cy="1524000"/>
            <a:chOff x="6477000" y="2476500"/>
            <a:chExt cx="1905000" cy="1524000"/>
          </a:xfrm>
        </p:grpSpPr>
        <p:sp>
          <p:nvSpPr>
            <p:cNvPr id="40" name="U_SPLIT_body">
              <a:extLst>
                <a:ext uri="{FF2B5EF4-FFF2-40B4-BE49-F238E27FC236}">
                  <a16:creationId xmlns:a16="http://schemas.microsoft.com/office/drawing/2014/main" id="{FDD6D49A-655E-7B99-F8F9-8C099CE219E9}"/>
                </a:ext>
              </a:extLst>
            </p:cNvPr>
            <p:cNvSpPr/>
            <p:nvPr/>
          </p:nvSpPr>
          <p:spPr>
            <a:xfrm>
              <a:off x="6604000" y="2476500"/>
              <a:ext cx="1651000" cy="1524000"/>
            </a:xfrm>
            <a:prstGeom prst="roundRect">
              <a:avLst>
                <a:gd name="adj" fmla="val 6000"/>
              </a:avLst>
            </a:prstGeom>
            <a:solidFill>
              <a:srgbClr val="ECFEFF"/>
            </a:solidFill>
            <a:ln w="19050">
              <a:solidFill>
                <a:srgbClr val="0E74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0E7490"/>
                  </a:solidFill>
                  <a:latin typeface="Malgun Gothic" panose="020B0503020000020004" pitchFamily="50" charset="-127"/>
                </a:rPr>
                <a:t>digit_splitter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U_SPLIT #(9)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1" name="U_SPLIT_pin_i_data[8:0]">
              <a:extLst>
                <a:ext uri="{FF2B5EF4-FFF2-40B4-BE49-F238E27FC236}">
                  <a16:creationId xmlns:a16="http://schemas.microsoft.com/office/drawing/2014/main" id="{FF4FF111-B38B-4EA5-B5D0-06AE6203BC20}"/>
                </a:ext>
              </a:extLst>
            </p:cNvPr>
            <p:cNvSpPr/>
            <p:nvPr/>
          </p:nvSpPr>
          <p:spPr>
            <a:xfrm>
              <a:off x="6477000" y="2946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2" name="U_SPLIT_lbl_i_data[8:0]">
              <a:extLst>
                <a:ext uri="{FF2B5EF4-FFF2-40B4-BE49-F238E27FC236}">
                  <a16:creationId xmlns:a16="http://schemas.microsoft.com/office/drawing/2014/main" id="{BC36F66F-05D8-1FE1-83FF-BCA79054594E}"/>
                </a:ext>
              </a:extLst>
            </p:cNvPr>
            <p:cNvSpPr txBox="1"/>
            <p:nvPr/>
          </p:nvSpPr>
          <p:spPr>
            <a:xfrm>
              <a:off x="6654800" y="2921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i_data[8:0]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3" name="U_SPLIT_pin_o_digit_1[3:0]">
              <a:extLst>
                <a:ext uri="{FF2B5EF4-FFF2-40B4-BE49-F238E27FC236}">
                  <a16:creationId xmlns:a16="http://schemas.microsoft.com/office/drawing/2014/main" id="{7CCA737F-5401-2912-B74E-D2A62B3D1963}"/>
                </a:ext>
              </a:extLst>
            </p:cNvPr>
            <p:cNvSpPr/>
            <p:nvPr/>
          </p:nvSpPr>
          <p:spPr>
            <a:xfrm>
              <a:off x="8255000" y="2946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4" name="U_SPLIT_lbl_o_digit_1[3:0]">
              <a:extLst>
                <a:ext uri="{FF2B5EF4-FFF2-40B4-BE49-F238E27FC236}">
                  <a16:creationId xmlns:a16="http://schemas.microsoft.com/office/drawing/2014/main" id="{802CDFEC-5295-1813-0A48-2D8E521B02EF}"/>
                </a:ext>
              </a:extLst>
            </p:cNvPr>
            <p:cNvSpPr txBox="1"/>
            <p:nvPr/>
          </p:nvSpPr>
          <p:spPr>
            <a:xfrm>
              <a:off x="7251700" y="2921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5" name="U_SPLIT_pin_o_digit_10[3:0]">
              <a:extLst>
                <a:ext uri="{FF2B5EF4-FFF2-40B4-BE49-F238E27FC236}">
                  <a16:creationId xmlns:a16="http://schemas.microsoft.com/office/drawing/2014/main" id="{D0EB384D-D100-04ED-2A74-F2B48AC1D053}"/>
                </a:ext>
              </a:extLst>
            </p:cNvPr>
            <p:cNvSpPr/>
            <p:nvPr/>
          </p:nvSpPr>
          <p:spPr>
            <a:xfrm>
              <a:off x="8255000" y="3200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" name="U_SPLIT_lbl_o_digit_10[3:0]">
              <a:extLst>
                <a:ext uri="{FF2B5EF4-FFF2-40B4-BE49-F238E27FC236}">
                  <a16:creationId xmlns:a16="http://schemas.microsoft.com/office/drawing/2014/main" id="{66DED0F8-7FF2-3186-B047-CA8E040FFEEC}"/>
                </a:ext>
              </a:extLst>
            </p:cNvPr>
            <p:cNvSpPr txBox="1"/>
            <p:nvPr/>
          </p:nvSpPr>
          <p:spPr>
            <a:xfrm>
              <a:off x="7251700" y="3175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7" name="U_SPLIT_pin_o_digit_100[3:0]">
              <a:extLst>
                <a:ext uri="{FF2B5EF4-FFF2-40B4-BE49-F238E27FC236}">
                  <a16:creationId xmlns:a16="http://schemas.microsoft.com/office/drawing/2014/main" id="{61450B4C-C384-1A00-89EF-8A0626D034D0}"/>
                </a:ext>
              </a:extLst>
            </p:cNvPr>
            <p:cNvSpPr/>
            <p:nvPr/>
          </p:nvSpPr>
          <p:spPr>
            <a:xfrm>
              <a:off x="8255000" y="3454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" name="U_SPLIT_lbl_o_digit_100[3:0]">
              <a:extLst>
                <a:ext uri="{FF2B5EF4-FFF2-40B4-BE49-F238E27FC236}">
                  <a16:creationId xmlns:a16="http://schemas.microsoft.com/office/drawing/2014/main" id="{0BD0BA6B-5E13-0FCB-953C-7D59380ADBE2}"/>
                </a:ext>
              </a:extLst>
            </p:cNvPr>
            <p:cNvSpPr txBox="1"/>
            <p:nvPr/>
          </p:nvSpPr>
          <p:spPr>
            <a:xfrm>
              <a:off x="7251700" y="3429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9" name="U_SPLIT_pin_o_digit_1000[3:0]">
              <a:extLst>
                <a:ext uri="{FF2B5EF4-FFF2-40B4-BE49-F238E27FC236}">
                  <a16:creationId xmlns:a16="http://schemas.microsoft.com/office/drawing/2014/main" id="{11460BD2-AAE0-ACFD-5F33-8C14B05935EA}"/>
                </a:ext>
              </a:extLst>
            </p:cNvPr>
            <p:cNvSpPr/>
            <p:nvPr/>
          </p:nvSpPr>
          <p:spPr>
            <a:xfrm>
              <a:off x="8255000" y="3708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" name="U_SPLIT_lbl_o_digit_1000[3:0]">
              <a:extLst>
                <a:ext uri="{FF2B5EF4-FFF2-40B4-BE49-F238E27FC236}">
                  <a16:creationId xmlns:a16="http://schemas.microsoft.com/office/drawing/2014/main" id="{F9843414-8396-5020-BA6C-5ACA89B32FEC}"/>
                </a:ext>
              </a:extLst>
            </p:cNvPr>
            <p:cNvSpPr txBox="1"/>
            <p:nvPr/>
          </p:nvSpPr>
          <p:spPr>
            <a:xfrm>
              <a:off x="7251700" y="3683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o_digit_1000[3:0]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77" name="U_FND">
            <a:extLst>
              <a:ext uri="{FF2B5EF4-FFF2-40B4-BE49-F238E27FC236}">
                <a16:creationId xmlns:a16="http://schemas.microsoft.com/office/drawing/2014/main" id="{F8321CAD-1758-3E74-F0A3-C4E747919D65}"/>
              </a:ext>
            </a:extLst>
          </p:cNvPr>
          <p:cNvGrpSpPr/>
          <p:nvPr/>
        </p:nvGrpSpPr>
        <p:grpSpPr>
          <a:xfrm>
            <a:off x="8442600" y="5606335"/>
            <a:ext cx="1778000" cy="762000"/>
            <a:chOff x="6985000" y="5461000"/>
            <a:chExt cx="1778000" cy="762000"/>
          </a:xfrm>
        </p:grpSpPr>
        <p:sp>
          <p:nvSpPr>
            <p:cNvPr id="72" name="U_FND_body">
              <a:extLst>
                <a:ext uri="{FF2B5EF4-FFF2-40B4-BE49-F238E27FC236}">
                  <a16:creationId xmlns:a16="http://schemas.microsoft.com/office/drawing/2014/main" id="{93561414-16D0-9379-9378-677D1961DBB8}"/>
                </a:ext>
              </a:extLst>
            </p:cNvPr>
            <p:cNvSpPr/>
            <p:nvPr/>
          </p:nvSpPr>
          <p:spPr>
            <a:xfrm>
              <a:off x="7112000" y="5461000"/>
              <a:ext cx="1524000" cy="762000"/>
            </a:xfrm>
            <a:prstGeom prst="roundRect">
              <a:avLst>
                <a:gd name="adj" fmla="val 6000"/>
              </a:avLst>
            </a:prstGeom>
            <a:solidFill>
              <a:srgbClr val="FEF2F2"/>
            </a:solidFill>
            <a:ln w="19050">
              <a:solidFill>
                <a:srgbClr val="B91C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de-DE" altLang="ko-KR" sz="1001" b="1">
                  <a:solidFill>
                    <a:srgbClr val="B91C1C"/>
                  </a:solidFill>
                  <a:latin typeface="Malgun Gothic" panose="020B0503020000020004" pitchFamily="50" charset="-127"/>
                </a:rPr>
                <a:t>fnd_decoder</a:t>
              </a:r>
            </a:p>
            <a:p>
              <a:pPr algn="ctr"/>
              <a:r>
                <a:rPr lang="de-DE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U_FND_DEC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3" name="U_FND_pin_i_hex[3:0]">
              <a:extLst>
                <a:ext uri="{FF2B5EF4-FFF2-40B4-BE49-F238E27FC236}">
                  <a16:creationId xmlns:a16="http://schemas.microsoft.com/office/drawing/2014/main" id="{1A0B05DB-9E34-3B3D-890D-64CC88225CD4}"/>
                </a:ext>
              </a:extLst>
            </p:cNvPr>
            <p:cNvSpPr/>
            <p:nvPr/>
          </p:nvSpPr>
          <p:spPr>
            <a:xfrm>
              <a:off x="6985000" y="5930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4" name="U_FND_lbl_i_hex[3:0]">
              <a:extLst>
                <a:ext uri="{FF2B5EF4-FFF2-40B4-BE49-F238E27FC236}">
                  <a16:creationId xmlns:a16="http://schemas.microsoft.com/office/drawing/2014/main" id="{74CB3553-FE5A-3B16-D2E8-10EA74C4186D}"/>
                </a:ext>
              </a:extLst>
            </p:cNvPr>
            <p:cNvSpPr txBox="1"/>
            <p:nvPr/>
          </p:nvSpPr>
          <p:spPr>
            <a:xfrm>
              <a:off x="7162800" y="5905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i_hex[3:0]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5" name="U_FND_pin_o_fnd_data[7:0]">
              <a:extLst>
                <a:ext uri="{FF2B5EF4-FFF2-40B4-BE49-F238E27FC236}">
                  <a16:creationId xmlns:a16="http://schemas.microsoft.com/office/drawing/2014/main" id="{01B6C0EB-6EC6-5864-A904-DA24896E846D}"/>
                </a:ext>
              </a:extLst>
            </p:cNvPr>
            <p:cNvSpPr/>
            <p:nvPr/>
          </p:nvSpPr>
          <p:spPr>
            <a:xfrm>
              <a:off x="8636000" y="5930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6" name="U_FND_lbl_o_fnd_data[7:0]">
              <a:extLst>
                <a:ext uri="{FF2B5EF4-FFF2-40B4-BE49-F238E27FC236}">
                  <a16:creationId xmlns:a16="http://schemas.microsoft.com/office/drawing/2014/main" id="{C2E2559D-203D-6630-5028-2E883A4B969E}"/>
                </a:ext>
              </a:extLst>
            </p:cNvPr>
            <p:cNvSpPr txBox="1"/>
            <p:nvPr/>
          </p:nvSpPr>
          <p:spPr>
            <a:xfrm>
              <a:off x="7696200" y="5905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o_fnd_data[7:0]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80" name="out_data">
            <a:extLst>
              <a:ext uri="{FF2B5EF4-FFF2-40B4-BE49-F238E27FC236}">
                <a16:creationId xmlns:a16="http://schemas.microsoft.com/office/drawing/2014/main" id="{75D5DCCC-181C-6E6F-4D32-574FFDB79465}"/>
              </a:ext>
            </a:extLst>
          </p:cNvPr>
          <p:cNvGrpSpPr/>
          <p:nvPr/>
        </p:nvGrpSpPr>
        <p:grpSpPr>
          <a:xfrm>
            <a:off x="10566400" y="5951774"/>
            <a:ext cx="1549401" cy="254000"/>
            <a:chOff x="10541000" y="5715000"/>
            <a:chExt cx="1549400" cy="254000"/>
          </a:xfrm>
        </p:grpSpPr>
        <p:sp>
          <p:nvSpPr>
            <p:cNvPr id="78" name="out_data_body">
              <a:extLst>
                <a:ext uri="{FF2B5EF4-FFF2-40B4-BE49-F238E27FC236}">
                  <a16:creationId xmlns:a16="http://schemas.microsoft.com/office/drawing/2014/main" id="{B9D84DF3-8CF2-8472-A797-9CA2D159D916}"/>
                </a:ext>
              </a:extLst>
            </p:cNvPr>
            <p:cNvSpPr/>
            <p:nvPr/>
          </p:nvSpPr>
          <p:spPr>
            <a:xfrm>
              <a:off x="10668000" y="57150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o_fnd_data[7:0]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9" name="out_data_pin">
              <a:extLst>
                <a:ext uri="{FF2B5EF4-FFF2-40B4-BE49-F238E27FC236}">
                  <a16:creationId xmlns:a16="http://schemas.microsoft.com/office/drawing/2014/main" id="{1FEF8535-6B97-CDBF-5EFD-75FE55C1FFAC}"/>
                </a:ext>
              </a:extLst>
            </p:cNvPr>
            <p:cNvSpPr/>
            <p:nvPr/>
          </p:nvSpPr>
          <p:spPr>
            <a:xfrm>
              <a:off x="10541000" y="57785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83" name="out_com">
            <a:extLst>
              <a:ext uri="{FF2B5EF4-FFF2-40B4-BE49-F238E27FC236}">
                <a16:creationId xmlns:a16="http://schemas.microsoft.com/office/drawing/2014/main" id="{7AED2845-1B73-BDF3-0332-A1DDC1381DD0}"/>
              </a:ext>
            </a:extLst>
          </p:cNvPr>
          <p:cNvGrpSpPr/>
          <p:nvPr/>
        </p:nvGrpSpPr>
        <p:grpSpPr>
          <a:xfrm>
            <a:off x="10531186" y="5001518"/>
            <a:ext cx="1549401" cy="254000"/>
            <a:chOff x="10541000" y="5080000"/>
            <a:chExt cx="1549400" cy="254000"/>
          </a:xfrm>
        </p:grpSpPr>
        <p:sp>
          <p:nvSpPr>
            <p:cNvPr id="81" name="out_com_body">
              <a:extLst>
                <a:ext uri="{FF2B5EF4-FFF2-40B4-BE49-F238E27FC236}">
                  <a16:creationId xmlns:a16="http://schemas.microsoft.com/office/drawing/2014/main" id="{F4786AC5-53DB-7C32-D194-7988CAFE6D57}"/>
                </a:ext>
              </a:extLst>
            </p:cNvPr>
            <p:cNvSpPr/>
            <p:nvPr/>
          </p:nvSpPr>
          <p:spPr>
            <a:xfrm>
              <a:off x="10668000" y="50800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o_fnd_com[3:0]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2" name="out_com_pin">
              <a:extLst>
                <a:ext uri="{FF2B5EF4-FFF2-40B4-BE49-F238E27FC236}">
                  <a16:creationId xmlns:a16="http://schemas.microsoft.com/office/drawing/2014/main" id="{F659808D-6753-4AC3-18A1-CF54D6552790}"/>
                </a:ext>
              </a:extLst>
            </p:cNvPr>
            <p:cNvSpPr/>
            <p:nvPr/>
          </p:nvSpPr>
          <p:spPr>
            <a:xfrm>
              <a:off x="10541000" y="51435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86" name="out_cout">
            <a:extLst>
              <a:ext uri="{FF2B5EF4-FFF2-40B4-BE49-F238E27FC236}">
                <a16:creationId xmlns:a16="http://schemas.microsoft.com/office/drawing/2014/main" id="{FC3AA43A-E00F-D546-FF77-662A8382FF62}"/>
              </a:ext>
            </a:extLst>
          </p:cNvPr>
          <p:cNvGrpSpPr/>
          <p:nvPr/>
        </p:nvGrpSpPr>
        <p:grpSpPr>
          <a:xfrm>
            <a:off x="10566400" y="1168402"/>
            <a:ext cx="1524000" cy="254000"/>
            <a:chOff x="10566400" y="1168400"/>
            <a:chExt cx="1524000" cy="254000"/>
          </a:xfrm>
        </p:grpSpPr>
        <p:sp>
          <p:nvSpPr>
            <p:cNvPr id="84" name="out_cout_body">
              <a:extLst>
                <a:ext uri="{FF2B5EF4-FFF2-40B4-BE49-F238E27FC236}">
                  <a16:creationId xmlns:a16="http://schemas.microsoft.com/office/drawing/2014/main" id="{0B22A962-5CD7-B1B0-A472-FE94A34D12C7}"/>
                </a:ext>
              </a:extLst>
            </p:cNvPr>
            <p:cNvSpPr/>
            <p:nvPr/>
          </p:nvSpPr>
          <p:spPr>
            <a:xfrm>
              <a:off x="10668000" y="11684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o_cout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5" name="out_cout_pin">
              <a:extLst>
                <a:ext uri="{FF2B5EF4-FFF2-40B4-BE49-F238E27FC236}">
                  <a16:creationId xmlns:a16="http://schemas.microsoft.com/office/drawing/2014/main" id="{AEACA644-8D31-F085-E2AE-9D4410FDD3B9}"/>
                </a:ext>
              </a:extLst>
            </p:cNvPr>
            <p:cNvSpPr/>
            <p:nvPr/>
          </p:nvSpPr>
          <p:spPr>
            <a:xfrm>
              <a:off x="10566400" y="1244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808804E2-B717-3455-AD96-BB318298019E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>
            <a:off x="1650999" y="1905001"/>
            <a:ext cx="1143001" cy="15240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연결선: 꺾임 87">
            <a:extLst>
              <a:ext uri="{FF2B5EF4-FFF2-40B4-BE49-F238E27FC236}">
                <a16:creationId xmlns:a16="http://schemas.microsoft.com/office/drawing/2014/main" id="{541128B4-C24B-056A-D2DD-271A19184870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 flipV="1">
            <a:off x="1650999" y="2311400"/>
            <a:ext cx="1143001" cy="10160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BDF5ECB8-5D1F-ABCA-C6F5-A50D03EC7EF8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1406816" y="2565402"/>
            <a:ext cx="1412585" cy="720125"/>
          </a:xfrm>
          <a:prstGeom prst="bentConnector3">
            <a:avLst>
              <a:gd name="adj1" fmla="val 50000"/>
            </a:avLst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E55EFBBA-1356-D882-C4CA-572BB650165D}"/>
              </a:ext>
            </a:extLst>
          </p:cNvPr>
          <p:cNvCxnSpPr>
            <a:cxnSpLocks/>
            <a:stCxn id="29" idx="3"/>
            <a:endCxn id="35" idx="1"/>
          </p:cNvCxnSpPr>
          <p:nvPr/>
        </p:nvCxnSpPr>
        <p:spPr>
          <a:xfrm flipV="1">
            <a:off x="4673602" y="2237194"/>
            <a:ext cx="527049" cy="74208"/>
          </a:xfrm>
          <a:prstGeom prst="bentConnector3">
            <a:avLst>
              <a:gd name="adj1" fmla="val 50000"/>
            </a:avLst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연결선: 꺾임 90">
            <a:extLst>
              <a:ext uri="{FF2B5EF4-FFF2-40B4-BE49-F238E27FC236}">
                <a16:creationId xmlns:a16="http://schemas.microsoft.com/office/drawing/2014/main" id="{09AD0481-FABD-45CD-AB09-EC628FEBEB7D}"/>
              </a:ext>
            </a:extLst>
          </p:cNvPr>
          <p:cNvCxnSpPr>
            <a:cxnSpLocks/>
            <a:stCxn id="27" idx="3"/>
            <a:endCxn id="33" idx="1"/>
          </p:cNvCxnSpPr>
          <p:nvPr/>
        </p:nvCxnSpPr>
        <p:spPr>
          <a:xfrm flipV="1">
            <a:off x="4699002" y="1983194"/>
            <a:ext cx="476249" cy="74208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연결선: 꺾임 92">
            <a:extLst>
              <a:ext uri="{FF2B5EF4-FFF2-40B4-BE49-F238E27FC236}">
                <a16:creationId xmlns:a16="http://schemas.microsoft.com/office/drawing/2014/main" id="{BD0150CE-AB7E-60E2-246F-F3EC567AB6DC}"/>
              </a:ext>
            </a:extLst>
          </p:cNvPr>
          <p:cNvCxnSpPr>
            <a:cxnSpLocks/>
            <a:stCxn id="37" idx="3"/>
            <a:endCxn id="41" idx="1"/>
          </p:cNvCxnSpPr>
          <p:nvPr/>
        </p:nvCxnSpPr>
        <p:spPr>
          <a:xfrm flipH="1">
            <a:off x="4030800" y="1983194"/>
            <a:ext cx="2477951" cy="2673042"/>
          </a:xfrm>
          <a:prstGeom prst="bentConnector5">
            <a:avLst>
              <a:gd name="adj1" fmla="val -9225"/>
              <a:gd name="adj2" fmla="val 50000"/>
              <a:gd name="adj3" fmla="val 109225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8E6BD7E1-EE2B-9CE3-65AA-5D9A18A72F50}"/>
              </a:ext>
            </a:extLst>
          </p:cNvPr>
          <p:cNvCxnSpPr>
            <a:cxnSpLocks/>
            <a:stCxn id="43" idx="3"/>
            <a:endCxn id="159" idx="1"/>
          </p:cNvCxnSpPr>
          <p:nvPr/>
        </p:nvCxnSpPr>
        <p:spPr>
          <a:xfrm>
            <a:off x="5935801" y="4656236"/>
            <a:ext cx="368013" cy="4744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연결선: 꺾임 94">
            <a:extLst>
              <a:ext uri="{FF2B5EF4-FFF2-40B4-BE49-F238E27FC236}">
                <a16:creationId xmlns:a16="http://schemas.microsoft.com/office/drawing/2014/main" id="{A076B3EC-8789-ED7C-A28D-0D4864EC44A9}"/>
              </a:ext>
            </a:extLst>
          </p:cNvPr>
          <p:cNvCxnSpPr>
            <a:cxnSpLocks/>
            <a:stCxn id="45" idx="3"/>
            <a:endCxn id="162" idx="1"/>
          </p:cNvCxnSpPr>
          <p:nvPr/>
        </p:nvCxnSpPr>
        <p:spPr>
          <a:xfrm>
            <a:off x="5935801" y="4910236"/>
            <a:ext cx="368013" cy="4744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60BCA9B7-E9A1-43E1-F1A2-3E4BF374C417}"/>
              </a:ext>
            </a:extLst>
          </p:cNvPr>
          <p:cNvCxnSpPr>
            <a:cxnSpLocks/>
            <a:stCxn id="47" idx="3"/>
            <a:endCxn id="163" idx="1"/>
          </p:cNvCxnSpPr>
          <p:nvPr/>
        </p:nvCxnSpPr>
        <p:spPr>
          <a:xfrm>
            <a:off x="5935801" y="5164236"/>
            <a:ext cx="368013" cy="48642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연결선: 꺾임 96">
            <a:extLst>
              <a:ext uri="{FF2B5EF4-FFF2-40B4-BE49-F238E27FC236}">
                <a16:creationId xmlns:a16="http://schemas.microsoft.com/office/drawing/2014/main" id="{CB8AA4E9-A128-815F-1F9D-4788EFA79004}"/>
              </a:ext>
            </a:extLst>
          </p:cNvPr>
          <p:cNvCxnSpPr>
            <a:cxnSpLocks/>
            <a:stCxn id="49" idx="3"/>
            <a:endCxn id="164" idx="1"/>
          </p:cNvCxnSpPr>
          <p:nvPr/>
        </p:nvCxnSpPr>
        <p:spPr>
          <a:xfrm>
            <a:off x="5935801" y="5418236"/>
            <a:ext cx="368013" cy="48642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7" name="in_b">
            <a:extLst>
              <a:ext uri="{FF2B5EF4-FFF2-40B4-BE49-F238E27FC236}">
                <a16:creationId xmlns:a16="http://schemas.microsoft.com/office/drawing/2014/main" id="{F6F9FD84-FF42-5D9B-E1CB-92AEEE4D16F8}"/>
              </a:ext>
            </a:extLst>
          </p:cNvPr>
          <p:cNvGrpSpPr/>
          <p:nvPr/>
        </p:nvGrpSpPr>
        <p:grpSpPr>
          <a:xfrm>
            <a:off x="-16164" y="5725439"/>
            <a:ext cx="1549401" cy="254000"/>
            <a:chOff x="101600" y="2286000"/>
            <a:chExt cx="1549400" cy="254000"/>
          </a:xfrm>
        </p:grpSpPr>
        <p:sp>
          <p:nvSpPr>
            <p:cNvPr id="138" name="in_b_body">
              <a:extLst>
                <a:ext uri="{FF2B5EF4-FFF2-40B4-BE49-F238E27FC236}">
                  <a16:creationId xmlns:a16="http://schemas.microsoft.com/office/drawing/2014/main" id="{650532AD-879D-47A6-2639-425CF49868B5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i_clk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39" name="in_b_pin">
              <a:extLst>
                <a:ext uri="{FF2B5EF4-FFF2-40B4-BE49-F238E27FC236}">
                  <a16:creationId xmlns:a16="http://schemas.microsoft.com/office/drawing/2014/main" id="{3E55A4A9-DE4B-04D2-4DA9-7931849C491D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140" name="in_b">
            <a:extLst>
              <a:ext uri="{FF2B5EF4-FFF2-40B4-BE49-F238E27FC236}">
                <a16:creationId xmlns:a16="http://schemas.microsoft.com/office/drawing/2014/main" id="{E5ADBA72-04D3-5AA9-E902-3225759FC8CC}"/>
              </a:ext>
            </a:extLst>
          </p:cNvPr>
          <p:cNvGrpSpPr/>
          <p:nvPr/>
        </p:nvGrpSpPr>
        <p:grpSpPr>
          <a:xfrm>
            <a:off x="-16164" y="6273801"/>
            <a:ext cx="1549401" cy="254000"/>
            <a:chOff x="101600" y="2286000"/>
            <a:chExt cx="1549400" cy="254000"/>
          </a:xfrm>
        </p:grpSpPr>
        <p:sp>
          <p:nvSpPr>
            <p:cNvPr id="141" name="in_b_body">
              <a:extLst>
                <a:ext uri="{FF2B5EF4-FFF2-40B4-BE49-F238E27FC236}">
                  <a16:creationId xmlns:a16="http://schemas.microsoft.com/office/drawing/2014/main" id="{3F4CCAFB-724E-DB72-04B9-3A5AECA70AB1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i_reset_n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42" name="in_b_pin">
              <a:extLst>
                <a:ext uri="{FF2B5EF4-FFF2-40B4-BE49-F238E27FC236}">
                  <a16:creationId xmlns:a16="http://schemas.microsoft.com/office/drawing/2014/main" id="{76A99666-38D3-6532-70CB-7A9C4EC1FDC8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cxnSp>
        <p:nvCxnSpPr>
          <p:cNvPr id="143" name="연결선: 꺾임 142">
            <a:extLst>
              <a:ext uri="{FF2B5EF4-FFF2-40B4-BE49-F238E27FC236}">
                <a16:creationId xmlns:a16="http://schemas.microsoft.com/office/drawing/2014/main" id="{57B4601A-D5F4-F06D-69C9-76B0C756B354}"/>
              </a:ext>
            </a:extLst>
          </p:cNvPr>
          <p:cNvCxnSpPr>
            <a:cxnSpLocks/>
            <a:stCxn id="139" idx="3"/>
            <a:endCxn id="149" idx="1"/>
          </p:cNvCxnSpPr>
          <p:nvPr/>
        </p:nvCxnSpPr>
        <p:spPr>
          <a:xfrm>
            <a:off x="1533237" y="5852439"/>
            <a:ext cx="4776929" cy="183075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연결선: 꺾임 144">
            <a:extLst>
              <a:ext uri="{FF2B5EF4-FFF2-40B4-BE49-F238E27FC236}">
                <a16:creationId xmlns:a16="http://schemas.microsoft.com/office/drawing/2014/main" id="{3B2B96FF-F2B7-75FB-527D-AE35398ACBD8}"/>
              </a:ext>
            </a:extLst>
          </p:cNvPr>
          <p:cNvCxnSpPr>
            <a:cxnSpLocks/>
            <a:stCxn id="142" idx="3"/>
            <a:endCxn id="151" idx="1"/>
          </p:cNvCxnSpPr>
          <p:nvPr/>
        </p:nvCxnSpPr>
        <p:spPr>
          <a:xfrm flipV="1">
            <a:off x="1533237" y="6306877"/>
            <a:ext cx="4780392" cy="93924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연결선: 꺾임 169">
            <a:extLst>
              <a:ext uri="{FF2B5EF4-FFF2-40B4-BE49-F238E27FC236}">
                <a16:creationId xmlns:a16="http://schemas.microsoft.com/office/drawing/2014/main" id="{E9C58A56-9721-DE5C-6272-233913440030}"/>
              </a:ext>
            </a:extLst>
          </p:cNvPr>
          <p:cNvCxnSpPr>
            <a:cxnSpLocks/>
            <a:stCxn id="29" idx="3"/>
            <a:endCxn id="85" idx="1"/>
          </p:cNvCxnSpPr>
          <p:nvPr/>
        </p:nvCxnSpPr>
        <p:spPr>
          <a:xfrm flipV="1">
            <a:off x="4673602" y="1295402"/>
            <a:ext cx="5892798" cy="1016000"/>
          </a:xfrm>
          <a:prstGeom prst="bentConnector3">
            <a:avLst>
              <a:gd name="adj1" fmla="val 50000"/>
            </a:avLst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연결선: 꺾임 188">
            <a:extLst>
              <a:ext uri="{FF2B5EF4-FFF2-40B4-BE49-F238E27FC236}">
                <a16:creationId xmlns:a16="http://schemas.microsoft.com/office/drawing/2014/main" id="{FCCA1CA3-876B-9AB6-C0C3-B75109159317}"/>
              </a:ext>
            </a:extLst>
          </p:cNvPr>
          <p:cNvCxnSpPr>
            <a:cxnSpLocks/>
            <a:endCxn id="73" idx="1"/>
          </p:cNvCxnSpPr>
          <p:nvPr/>
        </p:nvCxnSpPr>
        <p:spPr>
          <a:xfrm>
            <a:off x="8029847" y="6114197"/>
            <a:ext cx="412753" cy="25538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연결선: 꺾임 190">
            <a:extLst>
              <a:ext uri="{FF2B5EF4-FFF2-40B4-BE49-F238E27FC236}">
                <a16:creationId xmlns:a16="http://schemas.microsoft.com/office/drawing/2014/main" id="{4FA19023-AB61-7B68-D0EB-9E528F1D92C2}"/>
              </a:ext>
            </a:extLst>
          </p:cNvPr>
          <p:cNvCxnSpPr>
            <a:cxnSpLocks/>
            <a:stCxn id="75" idx="3"/>
            <a:endCxn id="79" idx="1"/>
          </p:cNvCxnSpPr>
          <p:nvPr/>
        </p:nvCxnSpPr>
        <p:spPr>
          <a:xfrm flipV="1">
            <a:off x="10220600" y="6078774"/>
            <a:ext cx="345800" cy="60961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연결선: 꺾임 194">
            <a:extLst>
              <a:ext uri="{FF2B5EF4-FFF2-40B4-BE49-F238E27FC236}">
                <a16:creationId xmlns:a16="http://schemas.microsoft.com/office/drawing/2014/main" id="{40D2AA57-9983-F192-2BD7-ED506F0CF96E}"/>
              </a:ext>
            </a:extLst>
          </p:cNvPr>
          <p:cNvCxnSpPr>
            <a:cxnSpLocks/>
            <a:stCxn id="194" idx="3"/>
            <a:endCxn id="82" idx="1"/>
          </p:cNvCxnSpPr>
          <p:nvPr/>
        </p:nvCxnSpPr>
        <p:spPr>
          <a:xfrm>
            <a:off x="8222671" y="5113573"/>
            <a:ext cx="2308515" cy="14945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8" name="in_b">
            <a:extLst>
              <a:ext uri="{FF2B5EF4-FFF2-40B4-BE49-F238E27FC236}">
                <a16:creationId xmlns:a16="http://schemas.microsoft.com/office/drawing/2014/main" id="{2D68EFBE-7675-E5B5-6803-6FF27A634748}"/>
              </a:ext>
            </a:extLst>
          </p:cNvPr>
          <p:cNvGrpSpPr/>
          <p:nvPr/>
        </p:nvGrpSpPr>
        <p:grpSpPr>
          <a:xfrm>
            <a:off x="50800" y="3154777"/>
            <a:ext cx="1414608" cy="254000"/>
            <a:chOff x="101600" y="2286000"/>
            <a:chExt cx="1549400" cy="254000"/>
          </a:xfrm>
        </p:grpSpPr>
        <p:sp>
          <p:nvSpPr>
            <p:cNvPr id="199" name="in_b_body">
              <a:extLst>
                <a:ext uri="{FF2B5EF4-FFF2-40B4-BE49-F238E27FC236}">
                  <a16:creationId xmlns:a16="http://schemas.microsoft.com/office/drawing/2014/main" id="{E835D38B-0AE3-2015-FCE4-B14F7CB4889F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i_cin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00" name="in_b_pin">
              <a:extLst>
                <a:ext uri="{FF2B5EF4-FFF2-40B4-BE49-F238E27FC236}">
                  <a16:creationId xmlns:a16="http://schemas.microsoft.com/office/drawing/2014/main" id="{B0904E30-DF5B-72BC-F88D-E577AD0C7F17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C0897A2C-6EB8-775F-3D7C-0AF6A6644DF2}"/>
              </a:ext>
            </a:extLst>
          </p:cNvPr>
          <p:cNvGrpSpPr/>
          <p:nvPr/>
        </p:nvGrpSpPr>
        <p:grpSpPr>
          <a:xfrm>
            <a:off x="6161807" y="4208386"/>
            <a:ext cx="2078182" cy="2334486"/>
            <a:chOff x="5871442" y="4152311"/>
            <a:chExt cx="2078182" cy="2334486"/>
          </a:xfrm>
        </p:grpSpPr>
        <p:grpSp>
          <p:nvGrpSpPr>
            <p:cNvPr id="205" name="그룹 204">
              <a:extLst>
                <a:ext uri="{FF2B5EF4-FFF2-40B4-BE49-F238E27FC236}">
                  <a16:creationId xmlns:a16="http://schemas.microsoft.com/office/drawing/2014/main" id="{2319EFC4-2EFA-A8B8-0042-30E6B305337E}"/>
                </a:ext>
              </a:extLst>
            </p:cNvPr>
            <p:cNvGrpSpPr/>
            <p:nvPr/>
          </p:nvGrpSpPr>
          <p:grpSpPr>
            <a:xfrm>
              <a:off x="6013449" y="4584101"/>
              <a:ext cx="136815" cy="1730201"/>
              <a:chOff x="6013449" y="4584101"/>
              <a:chExt cx="136815" cy="1730201"/>
            </a:xfrm>
          </p:grpSpPr>
          <p:sp>
            <p:nvSpPr>
              <p:cNvPr id="149" name="U_SPLIT_pin_i_data[8:0]">
                <a:extLst>
                  <a:ext uri="{FF2B5EF4-FFF2-40B4-BE49-F238E27FC236}">
                    <a16:creationId xmlns:a16="http://schemas.microsoft.com/office/drawing/2014/main" id="{FD23CC41-08B2-B11A-ABA4-D29A7A3D91EB}"/>
                  </a:ext>
                </a:extLst>
              </p:cNvPr>
              <p:cNvSpPr/>
              <p:nvPr/>
            </p:nvSpPr>
            <p:spPr>
              <a:xfrm>
                <a:off x="6019801" y="5915939"/>
                <a:ext cx="127000" cy="127000"/>
              </a:xfrm>
              <a:prstGeom prst="rect">
                <a:avLst/>
              </a:prstGeom>
              <a:solidFill>
                <a:srgbClr val="1D4ED8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51" name="U_SPLIT_pin_i_data[8:0]">
                <a:extLst>
                  <a:ext uri="{FF2B5EF4-FFF2-40B4-BE49-F238E27FC236}">
                    <a16:creationId xmlns:a16="http://schemas.microsoft.com/office/drawing/2014/main" id="{03016D46-C1DD-8495-3CD2-83BD60776B94}"/>
                  </a:ext>
                </a:extLst>
              </p:cNvPr>
              <p:cNvSpPr/>
              <p:nvPr/>
            </p:nvSpPr>
            <p:spPr>
              <a:xfrm>
                <a:off x="6023264" y="6187302"/>
                <a:ext cx="127000" cy="127000"/>
              </a:xfrm>
              <a:prstGeom prst="rect">
                <a:avLst/>
              </a:prstGeom>
              <a:solidFill>
                <a:srgbClr val="1D4ED8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grpSp>
            <p:nvGrpSpPr>
              <p:cNvPr id="165" name="그룹 164">
                <a:extLst>
                  <a:ext uri="{FF2B5EF4-FFF2-40B4-BE49-F238E27FC236}">
                    <a16:creationId xmlns:a16="http://schemas.microsoft.com/office/drawing/2014/main" id="{3414AEF6-07F8-EC32-F403-82F8AE4C0B3B}"/>
                  </a:ext>
                </a:extLst>
              </p:cNvPr>
              <p:cNvGrpSpPr/>
              <p:nvPr/>
            </p:nvGrpSpPr>
            <p:grpSpPr>
              <a:xfrm>
                <a:off x="6013449" y="4584101"/>
                <a:ext cx="127000" cy="890202"/>
                <a:chOff x="8175625" y="3542100"/>
                <a:chExt cx="127000" cy="890202"/>
              </a:xfrm>
            </p:grpSpPr>
            <p:sp>
              <p:nvSpPr>
                <p:cNvPr id="159" name="U_SPLIT_pin_i_data[8:0]">
                  <a:extLst>
                    <a:ext uri="{FF2B5EF4-FFF2-40B4-BE49-F238E27FC236}">
                      <a16:creationId xmlns:a16="http://schemas.microsoft.com/office/drawing/2014/main" id="{5E9C188A-F297-69C4-EB73-6B964E7E01E6}"/>
                    </a:ext>
                  </a:extLst>
                </p:cNvPr>
                <p:cNvSpPr/>
                <p:nvPr/>
              </p:nvSpPr>
              <p:spPr>
                <a:xfrm>
                  <a:off x="8175625" y="3542100"/>
                  <a:ext cx="127000" cy="127000"/>
                </a:xfrm>
                <a:prstGeom prst="rect">
                  <a:avLst/>
                </a:prstGeom>
                <a:solidFill>
                  <a:srgbClr val="1D4ED8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1"/>
                </a:p>
              </p:txBody>
            </p:sp>
            <p:sp>
              <p:nvSpPr>
                <p:cNvPr id="162" name="U_SPLIT_pin_i_data[8:0]">
                  <a:extLst>
                    <a:ext uri="{FF2B5EF4-FFF2-40B4-BE49-F238E27FC236}">
                      <a16:creationId xmlns:a16="http://schemas.microsoft.com/office/drawing/2014/main" id="{E990D7DC-58A5-8B16-F0E3-4339678BAE1B}"/>
                    </a:ext>
                  </a:extLst>
                </p:cNvPr>
                <p:cNvSpPr/>
                <p:nvPr/>
              </p:nvSpPr>
              <p:spPr>
                <a:xfrm>
                  <a:off x="8175625" y="3796100"/>
                  <a:ext cx="127000" cy="127000"/>
                </a:xfrm>
                <a:prstGeom prst="rect">
                  <a:avLst/>
                </a:prstGeom>
                <a:solidFill>
                  <a:srgbClr val="1D4ED8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1"/>
                </a:p>
              </p:txBody>
            </p:sp>
            <p:sp>
              <p:nvSpPr>
                <p:cNvPr id="163" name="U_SPLIT_pin_i_data[8:0]">
                  <a:extLst>
                    <a:ext uri="{FF2B5EF4-FFF2-40B4-BE49-F238E27FC236}">
                      <a16:creationId xmlns:a16="http://schemas.microsoft.com/office/drawing/2014/main" id="{27D588B0-EB27-6A67-A94C-B54F3BFF8C7C}"/>
                    </a:ext>
                  </a:extLst>
                </p:cNvPr>
                <p:cNvSpPr/>
                <p:nvPr/>
              </p:nvSpPr>
              <p:spPr>
                <a:xfrm>
                  <a:off x="8175625" y="4051302"/>
                  <a:ext cx="127000" cy="127000"/>
                </a:xfrm>
                <a:prstGeom prst="rect">
                  <a:avLst/>
                </a:prstGeom>
                <a:solidFill>
                  <a:srgbClr val="1D4ED8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1"/>
                </a:p>
              </p:txBody>
            </p:sp>
            <p:sp>
              <p:nvSpPr>
                <p:cNvPr id="164" name="U_SPLIT_pin_i_data[8:0]">
                  <a:extLst>
                    <a:ext uri="{FF2B5EF4-FFF2-40B4-BE49-F238E27FC236}">
                      <a16:creationId xmlns:a16="http://schemas.microsoft.com/office/drawing/2014/main" id="{400B4471-431F-55F9-5854-B257B874369F}"/>
                    </a:ext>
                  </a:extLst>
                </p:cNvPr>
                <p:cNvSpPr/>
                <p:nvPr/>
              </p:nvSpPr>
              <p:spPr>
                <a:xfrm>
                  <a:off x="8175625" y="4305302"/>
                  <a:ext cx="127000" cy="127000"/>
                </a:xfrm>
                <a:prstGeom prst="rect">
                  <a:avLst/>
                </a:prstGeom>
                <a:solidFill>
                  <a:srgbClr val="1D4ED8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1"/>
                </a:p>
              </p:txBody>
            </p:sp>
          </p:grpSp>
        </p:grpSp>
        <p:grpSp>
          <p:nvGrpSpPr>
            <p:cNvPr id="203" name="그룹 202">
              <a:extLst>
                <a:ext uri="{FF2B5EF4-FFF2-40B4-BE49-F238E27FC236}">
                  <a16:creationId xmlns:a16="http://schemas.microsoft.com/office/drawing/2014/main" id="{35756573-06EB-F6EE-A573-272489AA97A9}"/>
                </a:ext>
              </a:extLst>
            </p:cNvPr>
            <p:cNvGrpSpPr/>
            <p:nvPr/>
          </p:nvGrpSpPr>
          <p:grpSpPr>
            <a:xfrm>
              <a:off x="5871442" y="4152311"/>
              <a:ext cx="2078182" cy="2334486"/>
              <a:chOff x="5857586" y="4154059"/>
              <a:chExt cx="2078182" cy="2334486"/>
            </a:xfrm>
          </p:grpSpPr>
          <p:sp>
            <p:nvSpPr>
              <p:cNvPr id="136" name="U_SPLIT_body">
                <a:extLst>
                  <a:ext uri="{FF2B5EF4-FFF2-40B4-BE49-F238E27FC236}">
                    <a16:creationId xmlns:a16="http://schemas.microsoft.com/office/drawing/2014/main" id="{0C302637-B250-89EC-DE2C-8D386E390ACA}"/>
                  </a:ext>
                </a:extLst>
              </p:cNvPr>
              <p:cNvSpPr/>
              <p:nvPr/>
            </p:nvSpPr>
            <p:spPr>
              <a:xfrm>
                <a:off x="6140449" y="4154059"/>
                <a:ext cx="1651001" cy="2334486"/>
              </a:xfrm>
              <a:prstGeom prst="roundRect">
                <a:avLst>
                  <a:gd name="adj" fmla="val 6000"/>
                </a:avLst>
              </a:prstGeom>
              <a:solidFill>
                <a:srgbClr val="ECFEFF"/>
              </a:solidFill>
              <a:ln w="19050">
                <a:solidFill>
                  <a:srgbClr val="0E749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5401" tIns="38100" rIns="25401" rtlCol="0" anchor="t"/>
              <a:lstStyle/>
              <a:p>
                <a:pPr algn="ctr"/>
                <a:r>
                  <a:rPr lang="en-US" altLang="ko-KR" sz="1001" b="1">
                    <a:solidFill>
                      <a:srgbClr val="0E7490"/>
                    </a:solidFill>
                    <a:latin typeface="Malgun Gothic" panose="020B0503020000020004" pitchFamily="50" charset="-127"/>
                  </a:rPr>
                  <a:t>Fnd_Controller</a:t>
                </a:r>
              </a:p>
            </p:txBody>
          </p:sp>
          <p:sp>
            <p:nvSpPr>
              <p:cNvPr id="155" name="U_SPLIT_lbl_i_data[8:0]">
                <a:extLst>
                  <a:ext uri="{FF2B5EF4-FFF2-40B4-BE49-F238E27FC236}">
                    <a16:creationId xmlns:a16="http://schemas.microsoft.com/office/drawing/2014/main" id="{14B13C7D-5D8F-F842-CD94-5E6FC05E9841}"/>
                  </a:ext>
                </a:extLst>
              </p:cNvPr>
              <p:cNvSpPr txBox="1"/>
              <p:nvPr/>
            </p:nvSpPr>
            <p:spPr>
              <a:xfrm>
                <a:off x="6227039" y="5933302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i_clk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57" name="U_SPLIT_lbl_i_data[8:0]">
                <a:extLst>
                  <a:ext uri="{FF2B5EF4-FFF2-40B4-BE49-F238E27FC236}">
                    <a16:creationId xmlns:a16="http://schemas.microsoft.com/office/drawing/2014/main" id="{3E0262E8-9FDB-0451-E6BB-98B10AA20A0B}"/>
                  </a:ext>
                </a:extLst>
              </p:cNvPr>
              <p:cNvSpPr txBox="1"/>
              <p:nvPr/>
            </p:nvSpPr>
            <p:spPr>
              <a:xfrm>
                <a:off x="6232236" y="6174600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i_reset_n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74" name="U_SPLIT_lbl_o_digit_1[3:0]">
                <a:extLst>
                  <a:ext uri="{FF2B5EF4-FFF2-40B4-BE49-F238E27FC236}">
                    <a16:creationId xmlns:a16="http://schemas.microsoft.com/office/drawing/2014/main" id="{B0E5B68A-EFCD-404F-E7FB-DB5672E496F1}"/>
                  </a:ext>
                </a:extLst>
              </p:cNvPr>
              <p:cNvSpPr txBox="1"/>
              <p:nvPr/>
            </p:nvSpPr>
            <p:spPr>
              <a:xfrm>
                <a:off x="5857586" y="4581399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i_digit_1[3:0]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76" name="U_SPLIT_lbl_o_digit_1[3:0]">
                <a:extLst>
                  <a:ext uri="{FF2B5EF4-FFF2-40B4-BE49-F238E27FC236}">
                    <a16:creationId xmlns:a16="http://schemas.microsoft.com/office/drawing/2014/main" id="{0A66AB82-B46F-40E9-BA1B-930941BC1B1E}"/>
                  </a:ext>
                </a:extLst>
              </p:cNvPr>
              <p:cNvSpPr txBox="1"/>
              <p:nvPr/>
            </p:nvSpPr>
            <p:spPr>
              <a:xfrm>
                <a:off x="5915888" y="4863019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i_digit_10[3:0]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77" name="U_SPLIT_lbl_o_digit_1[3:0]">
                <a:extLst>
                  <a:ext uri="{FF2B5EF4-FFF2-40B4-BE49-F238E27FC236}">
                    <a16:creationId xmlns:a16="http://schemas.microsoft.com/office/drawing/2014/main" id="{C87EB62C-2F61-F911-AD60-0B600CE726B5}"/>
                  </a:ext>
                </a:extLst>
              </p:cNvPr>
              <p:cNvSpPr txBox="1"/>
              <p:nvPr/>
            </p:nvSpPr>
            <p:spPr>
              <a:xfrm>
                <a:off x="5962068" y="5093858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i_digit_100[3:0]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78" name="U_SPLIT_lbl_o_digit_1[3:0]">
                <a:extLst>
                  <a:ext uri="{FF2B5EF4-FFF2-40B4-BE49-F238E27FC236}">
                    <a16:creationId xmlns:a16="http://schemas.microsoft.com/office/drawing/2014/main" id="{298B61CD-680B-DD11-557E-24D7642A3CD2}"/>
                  </a:ext>
                </a:extLst>
              </p:cNvPr>
              <p:cNvSpPr txBox="1"/>
              <p:nvPr/>
            </p:nvSpPr>
            <p:spPr>
              <a:xfrm>
                <a:off x="6017484" y="5334770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i_digit_1000[3:0]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84" name="U_SPLIT_pin_o_digit_1[3:0]">
                <a:extLst>
                  <a:ext uri="{FF2B5EF4-FFF2-40B4-BE49-F238E27FC236}">
                    <a16:creationId xmlns:a16="http://schemas.microsoft.com/office/drawing/2014/main" id="{BDE6E522-E899-6711-6D84-2EE3A17C99A2}"/>
                  </a:ext>
                </a:extLst>
              </p:cNvPr>
              <p:cNvSpPr/>
              <p:nvPr/>
            </p:nvSpPr>
            <p:spPr>
              <a:xfrm>
                <a:off x="7808768" y="6008325"/>
                <a:ext cx="127000" cy="127000"/>
              </a:xfrm>
              <a:prstGeom prst="rect">
                <a:avLst/>
              </a:prstGeom>
              <a:solidFill>
                <a:srgbClr val="15803D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86" name="U_SPLIT_lbl_o_digit_1[3:0]">
                <a:extLst>
                  <a:ext uri="{FF2B5EF4-FFF2-40B4-BE49-F238E27FC236}">
                    <a16:creationId xmlns:a16="http://schemas.microsoft.com/office/drawing/2014/main" id="{97B4B34B-7D55-30A9-7EAA-427ECEC9C718}"/>
                  </a:ext>
                </a:extLst>
              </p:cNvPr>
              <p:cNvSpPr txBox="1"/>
              <p:nvPr/>
            </p:nvSpPr>
            <p:spPr>
              <a:xfrm>
                <a:off x="6789016" y="5999089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o_hex[3:0]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94" name="U_SPLIT_pin_o_digit_1[3:0]">
                <a:extLst>
                  <a:ext uri="{FF2B5EF4-FFF2-40B4-BE49-F238E27FC236}">
                    <a16:creationId xmlns:a16="http://schemas.microsoft.com/office/drawing/2014/main" id="{48CE249C-5FBF-A327-3583-15076D70EBCE}"/>
                  </a:ext>
                </a:extLst>
              </p:cNvPr>
              <p:cNvSpPr/>
              <p:nvPr/>
            </p:nvSpPr>
            <p:spPr>
              <a:xfrm>
                <a:off x="7791450" y="4995746"/>
                <a:ext cx="127000" cy="127000"/>
              </a:xfrm>
              <a:prstGeom prst="rect">
                <a:avLst/>
              </a:prstGeom>
              <a:solidFill>
                <a:srgbClr val="15803D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202" name="U_SPLIT_lbl_o_digit_1[3:0]">
                <a:extLst>
                  <a:ext uri="{FF2B5EF4-FFF2-40B4-BE49-F238E27FC236}">
                    <a16:creationId xmlns:a16="http://schemas.microsoft.com/office/drawing/2014/main" id="{4311D96F-B156-E8AA-747B-4A0BDCF3B2CB}"/>
                  </a:ext>
                </a:extLst>
              </p:cNvPr>
              <p:cNvSpPr txBox="1"/>
              <p:nvPr/>
            </p:nvSpPr>
            <p:spPr>
              <a:xfrm>
                <a:off x="6827979" y="4985508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o_fnd_com[3:0]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34177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6BBE0-AB41-8558-EBF4-453554758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FD2472-1F66-4598-9F11-355E8EE41E66}"/>
              </a:ext>
            </a:extLst>
          </p:cNvPr>
          <p:cNvSpPr txBox="1"/>
          <p:nvPr/>
        </p:nvSpPr>
        <p:spPr>
          <a:xfrm>
            <a:off x="381001" y="203201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 b="1">
                <a:solidFill>
                  <a:srgbClr val="3730A3"/>
                </a:solidFill>
                <a:latin typeface="Malgun Gothic" panose="020B0503020000020004" pitchFamily="50" charset="-127"/>
              </a:rPr>
              <a:t>EXAMPLE</a:t>
            </a:r>
            <a:endParaRPr lang="ko-KR" altLang="en-US" sz="1001" b="1">
              <a:solidFill>
                <a:srgbClr val="3730A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0C811E-420B-6FA3-D58C-6B721FB3E486}"/>
              </a:ext>
            </a:extLst>
          </p:cNvPr>
          <p:cNvSpPr txBox="1"/>
          <p:nvPr/>
        </p:nvSpPr>
        <p:spPr>
          <a:xfrm>
            <a:off x="381002" y="406401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top_adder_fnd_Clk_v2 </a:t>
            </a:r>
            <a:r>
              <a:rPr lang="ko-KR" altLang="en-US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E5EB39-FF1D-2925-21E7-037D4BA05370}"/>
              </a:ext>
            </a:extLst>
          </p:cNvPr>
          <p:cNvSpPr txBox="1"/>
          <p:nvPr/>
        </p:nvSpPr>
        <p:spPr>
          <a:xfrm>
            <a:off x="381002" y="787400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블록을 끌어 보면 선이 따라옴</a:t>
            </a:r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같은 방법으로 새 </a:t>
            </a:r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Top 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구성</a:t>
            </a:r>
          </a:p>
        </p:txBody>
      </p:sp>
      <p:sp>
        <p:nvSpPr>
          <p:cNvPr id="5" name="top_frame">
            <a:extLst>
              <a:ext uri="{FF2B5EF4-FFF2-40B4-BE49-F238E27FC236}">
                <a16:creationId xmlns:a16="http://schemas.microsoft.com/office/drawing/2014/main" id="{2F80E53F-5079-D565-33EB-5FD42C246267}"/>
              </a:ext>
            </a:extLst>
          </p:cNvPr>
          <p:cNvSpPr/>
          <p:nvPr/>
        </p:nvSpPr>
        <p:spPr>
          <a:xfrm>
            <a:off x="1524001" y="1041400"/>
            <a:ext cx="8890000" cy="5588000"/>
          </a:xfrm>
          <a:prstGeom prst="roundRect">
            <a:avLst>
              <a:gd name="adj" fmla="val 2000"/>
            </a:avLst>
          </a:prstGeom>
          <a:noFill/>
          <a:ln w="12700" cap="flat" cmpd="sng" algn="ctr">
            <a:solidFill>
              <a:srgbClr val="9CA3AF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C54519-EB63-65AD-8502-4D0D8F438516}"/>
              </a:ext>
            </a:extLst>
          </p:cNvPr>
          <p:cNvSpPr txBox="1"/>
          <p:nvPr/>
        </p:nvSpPr>
        <p:spPr>
          <a:xfrm>
            <a:off x="1651002" y="1092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 b="1">
                <a:solidFill>
                  <a:srgbClr val="6B7280"/>
                </a:solidFill>
                <a:latin typeface="Malgun Gothic" panose="020B0503020000020004" pitchFamily="50" charset="-127"/>
              </a:rPr>
              <a:t>top_adder_fnd_8bit</a:t>
            </a:r>
            <a:endParaRPr lang="ko-KR" altLang="en-US" sz="1001" b="1">
              <a:solidFill>
                <a:srgbClr val="6B7280"/>
              </a:solidFill>
              <a:latin typeface="Malgun Gothic" panose="020B0503020000020004" pitchFamily="50" charset="-127"/>
            </a:endParaRPr>
          </a:p>
        </p:txBody>
      </p:sp>
      <p:grpSp>
        <p:nvGrpSpPr>
          <p:cNvPr id="9" name="in_a">
            <a:extLst>
              <a:ext uri="{FF2B5EF4-FFF2-40B4-BE49-F238E27FC236}">
                <a16:creationId xmlns:a16="http://schemas.microsoft.com/office/drawing/2014/main" id="{723A95AF-D350-8D1E-A9BE-229988B21474}"/>
              </a:ext>
            </a:extLst>
          </p:cNvPr>
          <p:cNvGrpSpPr/>
          <p:nvPr/>
        </p:nvGrpSpPr>
        <p:grpSpPr>
          <a:xfrm>
            <a:off x="101600" y="1778002"/>
            <a:ext cx="1549401" cy="254000"/>
            <a:chOff x="101600" y="1778000"/>
            <a:chExt cx="1549400" cy="254000"/>
          </a:xfrm>
        </p:grpSpPr>
        <p:sp>
          <p:nvSpPr>
            <p:cNvPr id="7" name="in_a_body">
              <a:extLst>
                <a:ext uri="{FF2B5EF4-FFF2-40B4-BE49-F238E27FC236}">
                  <a16:creationId xmlns:a16="http://schemas.microsoft.com/office/drawing/2014/main" id="{BC83E252-4AE4-67EB-2F8B-9078C0AB3304}"/>
                </a:ext>
              </a:extLst>
            </p:cNvPr>
            <p:cNvSpPr/>
            <p:nvPr/>
          </p:nvSpPr>
          <p:spPr>
            <a:xfrm>
              <a:off x="101600" y="1778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i_a[7:0]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" name="in_a_pin">
              <a:extLst>
                <a:ext uri="{FF2B5EF4-FFF2-40B4-BE49-F238E27FC236}">
                  <a16:creationId xmlns:a16="http://schemas.microsoft.com/office/drawing/2014/main" id="{C344FF70-896E-DBA4-8925-913E133F2B80}"/>
                </a:ext>
              </a:extLst>
            </p:cNvPr>
            <p:cNvSpPr/>
            <p:nvPr/>
          </p:nvSpPr>
          <p:spPr>
            <a:xfrm>
              <a:off x="1524000" y="1841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12" name="in_b">
            <a:extLst>
              <a:ext uri="{FF2B5EF4-FFF2-40B4-BE49-F238E27FC236}">
                <a16:creationId xmlns:a16="http://schemas.microsoft.com/office/drawing/2014/main" id="{E9F3B7F3-692A-FDB2-86A8-6631249ECB19}"/>
              </a:ext>
            </a:extLst>
          </p:cNvPr>
          <p:cNvGrpSpPr/>
          <p:nvPr/>
        </p:nvGrpSpPr>
        <p:grpSpPr>
          <a:xfrm>
            <a:off x="101600" y="2286002"/>
            <a:ext cx="1549401" cy="254000"/>
            <a:chOff x="101600" y="2286000"/>
            <a:chExt cx="1549400" cy="254000"/>
          </a:xfrm>
        </p:grpSpPr>
        <p:sp>
          <p:nvSpPr>
            <p:cNvPr id="10" name="in_b_body">
              <a:extLst>
                <a:ext uri="{FF2B5EF4-FFF2-40B4-BE49-F238E27FC236}">
                  <a16:creationId xmlns:a16="http://schemas.microsoft.com/office/drawing/2014/main" id="{862C704B-4FD3-305C-FDD9-874996D27654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i_b[7:0]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1" name="in_b_pin">
              <a:extLst>
                <a:ext uri="{FF2B5EF4-FFF2-40B4-BE49-F238E27FC236}">
                  <a16:creationId xmlns:a16="http://schemas.microsoft.com/office/drawing/2014/main" id="{263D449C-C3DE-D293-DBB4-B0D34D8F3C12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31" name="U_ADD">
            <a:extLst>
              <a:ext uri="{FF2B5EF4-FFF2-40B4-BE49-F238E27FC236}">
                <a16:creationId xmlns:a16="http://schemas.microsoft.com/office/drawing/2014/main" id="{79F54A7C-874F-14F4-B132-3AF6BED03172}"/>
              </a:ext>
            </a:extLst>
          </p:cNvPr>
          <p:cNvGrpSpPr/>
          <p:nvPr/>
        </p:nvGrpSpPr>
        <p:grpSpPr>
          <a:xfrm>
            <a:off x="2794001" y="1524002"/>
            <a:ext cx="1905001" cy="1270000"/>
            <a:chOff x="2794000" y="1524000"/>
            <a:chExt cx="1905000" cy="1270000"/>
          </a:xfrm>
        </p:grpSpPr>
        <p:sp>
          <p:nvSpPr>
            <p:cNvPr id="20" name="U_ADD_body">
              <a:extLst>
                <a:ext uri="{FF2B5EF4-FFF2-40B4-BE49-F238E27FC236}">
                  <a16:creationId xmlns:a16="http://schemas.microsoft.com/office/drawing/2014/main" id="{5C42ED60-046A-C5D9-65C3-F5D528FB7122}"/>
                </a:ext>
              </a:extLst>
            </p:cNvPr>
            <p:cNvSpPr/>
            <p:nvPr/>
          </p:nvSpPr>
          <p:spPr>
            <a:xfrm>
              <a:off x="2921000" y="1524000"/>
              <a:ext cx="1651000" cy="1270000"/>
            </a:xfrm>
            <a:prstGeom prst="roundRect">
              <a:avLst>
                <a:gd name="adj" fmla="val 6000"/>
              </a:avLst>
            </a:prstGeom>
            <a:solidFill>
              <a:srgbClr val="EEF2FF"/>
            </a:solidFill>
            <a:ln w="19050">
              <a:solidFill>
                <a:srgbClr val="3730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3730A3"/>
                  </a:solidFill>
                  <a:latin typeface="Malgun Gothic" panose="020B0503020000020004" pitchFamily="50" charset="-127"/>
                </a:rPr>
                <a:t>full_adder_8bit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U_ADD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1" name="U_ADD_pin_i_a[7:0]">
              <a:extLst>
                <a:ext uri="{FF2B5EF4-FFF2-40B4-BE49-F238E27FC236}">
                  <a16:creationId xmlns:a16="http://schemas.microsoft.com/office/drawing/2014/main" id="{4517713C-8583-68DB-F5D8-D7E536DDDF39}"/>
                </a:ext>
              </a:extLst>
            </p:cNvPr>
            <p:cNvSpPr/>
            <p:nvPr/>
          </p:nvSpPr>
          <p:spPr>
            <a:xfrm>
              <a:off x="2794000" y="1993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" name="U_ADD_lbl_i_a[7:0]">
              <a:extLst>
                <a:ext uri="{FF2B5EF4-FFF2-40B4-BE49-F238E27FC236}">
                  <a16:creationId xmlns:a16="http://schemas.microsoft.com/office/drawing/2014/main" id="{43D94077-AC3C-BDAA-9E53-146DB0C2E5C0}"/>
                </a:ext>
              </a:extLst>
            </p:cNvPr>
            <p:cNvSpPr txBox="1"/>
            <p:nvPr/>
          </p:nvSpPr>
          <p:spPr>
            <a:xfrm>
              <a:off x="2971800" y="1968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i_a[7:0]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3" name="U_ADD_pin_i_b[7:0]">
              <a:extLst>
                <a:ext uri="{FF2B5EF4-FFF2-40B4-BE49-F238E27FC236}">
                  <a16:creationId xmlns:a16="http://schemas.microsoft.com/office/drawing/2014/main" id="{D75B60D9-D28C-EFDD-4642-3EA3AF32E0EE}"/>
                </a:ext>
              </a:extLst>
            </p:cNvPr>
            <p:cNvSpPr/>
            <p:nvPr/>
          </p:nvSpPr>
          <p:spPr>
            <a:xfrm>
              <a:off x="2794000" y="2247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" name="U_ADD_lbl_i_b[7:0]">
              <a:extLst>
                <a:ext uri="{FF2B5EF4-FFF2-40B4-BE49-F238E27FC236}">
                  <a16:creationId xmlns:a16="http://schemas.microsoft.com/office/drawing/2014/main" id="{0DE55B00-AAFE-20E3-430D-798C0F71A5F0}"/>
                </a:ext>
              </a:extLst>
            </p:cNvPr>
            <p:cNvSpPr txBox="1"/>
            <p:nvPr/>
          </p:nvSpPr>
          <p:spPr>
            <a:xfrm>
              <a:off x="2971800" y="2222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i_b[7:0]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5" name="U_ADD_pin_i_cin">
              <a:extLst>
                <a:ext uri="{FF2B5EF4-FFF2-40B4-BE49-F238E27FC236}">
                  <a16:creationId xmlns:a16="http://schemas.microsoft.com/office/drawing/2014/main" id="{E6C9413E-F998-FD41-36AF-82FDC1407E7B}"/>
                </a:ext>
              </a:extLst>
            </p:cNvPr>
            <p:cNvSpPr/>
            <p:nvPr/>
          </p:nvSpPr>
          <p:spPr>
            <a:xfrm>
              <a:off x="2819400" y="2514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" name="U_ADD_lbl_i_cin">
              <a:extLst>
                <a:ext uri="{FF2B5EF4-FFF2-40B4-BE49-F238E27FC236}">
                  <a16:creationId xmlns:a16="http://schemas.microsoft.com/office/drawing/2014/main" id="{65DDA028-D58C-DA99-31BA-A6627E6CF9AC}"/>
                </a:ext>
              </a:extLst>
            </p:cNvPr>
            <p:cNvSpPr txBox="1"/>
            <p:nvPr/>
          </p:nvSpPr>
          <p:spPr>
            <a:xfrm>
              <a:off x="2971800" y="2476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i_cin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7" name="U_ADD_pin_o_sum[7:0]">
              <a:extLst>
                <a:ext uri="{FF2B5EF4-FFF2-40B4-BE49-F238E27FC236}">
                  <a16:creationId xmlns:a16="http://schemas.microsoft.com/office/drawing/2014/main" id="{7CD27984-C2E7-CCCE-F856-6FA7C52913FF}"/>
                </a:ext>
              </a:extLst>
            </p:cNvPr>
            <p:cNvSpPr/>
            <p:nvPr/>
          </p:nvSpPr>
          <p:spPr>
            <a:xfrm>
              <a:off x="4572000" y="1993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8" name="U_ADD_lbl_o_sum[7:0]">
              <a:extLst>
                <a:ext uri="{FF2B5EF4-FFF2-40B4-BE49-F238E27FC236}">
                  <a16:creationId xmlns:a16="http://schemas.microsoft.com/office/drawing/2014/main" id="{453C68CE-9067-6897-4EAC-6854CE8E2F75}"/>
                </a:ext>
              </a:extLst>
            </p:cNvPr>
            <p:cNvSpPr txBox="1"/>
            <p:nvPr/>
          </p:nvSpPr>
          <p:spPr>
            <a:xfrm>
              <a:off x="3568700" y="1968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o_sum[7:0]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9" name="U_ADD_pin_o_cout">
              <a:extLst>
                <a:ext uri="{FF2B5EF4-FFF2-40B4-BE49-F238E27FC236}">
                  <a16:creationId xmlns:a16="http://schemas.microsoft.com/office/drawing/2014/main" id="{FA82AA97-7493-79CB-AF89-41F158E1617E}"/>
                </a:ext>
              </a:extLst>
            </p:cNvPr>
            <p:cNvSpPr/>
            <p:nvPr/>
          </p:nvSpPr>
          <p:spPr>
            <a:xfrm>
              <a:off x="4572000" y="22606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0" name="U_ADD_lbl_o_cout">
              <a:extLst>
                <a:ext uri="{FF2B5EF4-FFF2-40B4-BE49-F238E27FC236}">
                  <a16:creationId xmlns:a16="http://schemas.microsoft.com/office/drawing/2014/main" id="{2DD2C2FB-1F67-E3A5-53D8-60601607C16F}"/>
                </a:ext>
              </a:extLst>
            </p:cNvPr>
            <p:cNvSpPr txBox="1"/>
            <p:nvPr/>
          </p:nvSpPr>
          <p:spPr>
            <a:xfrm>
              <a:off x="3568700" y="2222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o_cout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39" name="CAT">
            <a:extLst>
              <a:ext uri="{FF2B5EF4-FFF2-40B4-BE49-F238E27FC236}">
                <a16:creationId xmlns:a16="http://schemas.microsoft.com/office/drawing/2014/main" id="{63A6A5A7-E1F1-1867-9B84-2A848BC73A22}"/>
              </a:ext>
            </a:extLst>
          </p:cNvPr>
          <p:cNvGrpSpPr/>
          <p:nvPr/>
        </p:nvGrpSpPr>
        <p:grpSpPr>
          <a:xfrm>
            <a:off x="5175251" y="1449794"/>
            <a:ext cx="1333500" cy="1016000"/>
            <a:chOff x="5016500" y="1524000"/>
            <a:chExt cx="1333500" cy="1016000"/>
          </a:xfrm>
        </p:grpSpPr>
        <p:sp>
          <p:nvSpPr>
            <p:cNvPr id="32" name="CAT_body">
              <a:extLst>
                <a:ext uri="{FF2B5EF4-FFF2-40B4-BE49-F238E27FC236}">
                  <a16:creationId xmlns:a16="http://schemas.microsoft.com/office/drawing/2014/main" id="{D4FC1D84-F079-5C06-D901-DCC7264C93DD}"/>
                </a:ext>
              </a:extLst>
            </p:cNvPr>
            <p:cNvSpPr/>
            <p:nvPr/>
          </p:nvSpPr>
          <p:spPr>
            <a:xfrm>
              <a:off x="5143500" y="1524000"/>
              <a:ext cx="1079500" cy="1016000"/>
            </a:xfrm>
            <a:prstGeom prst="roundRect">
              <a:avLst>
                <a:gd name="adj" fmla="val 6000"/>
              </a:avLst>
            </a:prstGeom>
            <a:solidFill>
              <a:srgbClr val="FEFCE8"/>
            </a:solidFill>
            <a:ln w="19050">
              <a:solidFill>
                <a:srgbClr val="A162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A16207"/>
                  </a:solidFill>
                  <a:latin typeface="Malgun Gothic" panose="020B0503020000020004" pitchFamily="50" charset="-127"/>
                </a:rPr>
                <a:t>concat { }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{hi, lo}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3" name="CAT_pin_lo[7:0]">
              <a:extLst>
                <a:ext uri="{FF2B5EF4-FFF2-40B4-BE49-F238E27FC236}">
                  <a16:creationId xmlns:a16="http://schemas.microsoft.com/office/drawing/2014/main" id="{0AD22394-B354-1E61-52C3-3B45037C1793}"/>
                </a:ext>
              </a:extLst>
            </p:cNvPr>
            <p:cNvSpPr/>
            <p:nvPr/>
          </p:nvSpPr>
          <p:spPr>
            <a:xfrm>
              <a:off x="5016500" y="1993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4" name="CAT_lbl_lo[7:0]">
              <a:extLst>
                <a:ext uri="{FF2B5EF4-FFF2-40B4-BE49-F238E27FC236}">
                  <a16:creationId xmlns:a16="http://schemas.microsoft.com/office/drawing/2014/main" id="{6631E5F5-2252-2BBF-6A77-6BBAFB76D13C}"/>
                </a:ext>
              </a:extLst>
            </p:cNvPr>
            <p:cNvSpPr txBox="1"/>
            <p:nvPr/>
          </p:nvSpPr>
          <p:spPr>
            <a:xfrm>
              <a:off x="5194300" y="1968500"/>
              <a:ext cx="666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lo[7:0]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5" name="CAT_pin_hi">
              <a:extLst>
                <a:ext uri="{FF2B5EF4-FFF2-40B4-BE49-F238E27FC236}">
                  <a16:creationId xmlns:a16="http://schemas.microsoft.com/office/drawing/2014/main" id="{E495F15F-17CC-3ED7-355F-A0818FFB41A8}"/>
                </a:ext>
              </a:extLst>
            </p:cNvPr>
            <p:cNvSpPr/>
            <p:nvPr/>
          </p:nvSpPr>
          <p:spPr>
            <a:xfrm>
              <a:off x="5041900" y="2260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" name="CAT_lbl_hi">
              <a:extLst>
                <a:ext uri="{FF2B5EF4-FFF2-40B4-BE49-F238E27FC236}">
                  <a16:creationId xmlns:a16="http://schemas.microsoft.com/office/drawing/2014/main" id="{814EECE3-F89D-0454-B8E3-BDB5EAE06360}"/>
                </a:ext>
              </a:extLst>
            </p:cNvPr>
            <p:cNvSpPr txBox="1"/>
            <p:nvPr/>
          </p:nvSpPr>
          <p:spPr>
            <a:xfrm>
              <a:off x="5194300" y="2222500"/>
              <a:ext cx="666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hi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7" name="CAT_pin_out[8:0]">
              <a:extLst>
                <a:ext uri="{FF2B5EF4-FFF2-40B4-BE49-F238E27FC236}">
                  <a16:creationId xmlns:a16="http://schemas.microsoft.com/office/drawing/2014/main" id="{D160B15B-0EDA-517C-82C8-A5F10961304B}"/>
                </a:ext>
              </a:extLst>
            </p:cNvPr>
            <p:cNvSpPr/>
            <p:nvPr/>
          </p:nvSpPr>
          <p:spPr>
            <a:xfrm>
              <a:off x="6223000" y="1993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" name="CAT_lbl_out[8:0]">
              <a:extLst>
                <a:ext uri="{FF2B5EF4-FFF2-40B4-BE49-F238E27FC236}">
                  <a16:creationId xmlns:a16="http://schemas.microsoft.com/office/drawing/2014/main" id="{A606D085-F1B5-B680-7950-AFFCA38AC41D}"/>
                </a:ext>
              </a:extLst>
            </p:cNvPr>
            <p:cNvSpPr txBox="1"/>
            <p:nvPr/>
          </p:nvSpPr>
          <p:spPr>
            <a:xfrm>
              <a:off x="5505450" y="1968500"/>
              <a:ext cx="666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out[8:0]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51" name="U_SPLIT">
            <a:extLst>
              <a:ext uri="{FF2B5EF4-FFF2-40B4-BE49-F238E27FC236}">
                <a16:creationId xmlns:a16="http://schemas.microsoft.com/office/drawing/2014/main" id="{1C48E5DE-8DB7-A8FF-87C8-F7790F0B52ED}"/>
              </a:ext>
            </a:extLst>
          </p:cNvPr>
          <p:cNvGrpSpPr/>
          <p:nvPr/>
        </p:nvGrpSpPr>
        <p:grpSpPr>
          <a:xfrm>
            <a:off x="4030800" y="4122836"/>
            <a:ext cx="1905001" cy="1524000"/>
            <a:chOff x="6477000" y="2476500"/>
            <a:chExt cx="1905000" cy="1524000"/>
          </a:xfrm>
        </p:grpSpPr>
        <p:sp>
          <p:nvSpPr>
            <p:cNvPr id="40" name="U_SPLIT_body">
              <a:extLst>
                <a:ext uri="{FF2B5EF4-FFF2-40B4-BE49-F238E27FC236}">
                  <a16:creationId xmlns:a16="http://schemas.microsoft.com/office/drawing/2014/main" id="{B56CA695-B8AC-C7A6-E34F-F89E521ABF1F}"/>
                </a:ext>
              </a:extLst>
            </p:cNvPr>
            <p:cNvSpPr/>
            <p:nvPr/>
          </p:nvSpPr>
          <p:spPr>
            <a:xfrm>
              <a:off x="6604000" y="2476500"/>
              <a:ext cx="1651000" cy="1524000"/>
            </a:xfrm>
            <a:prstGeom prst="roundRect">
              <a:avLst>
                <a:gd name="adj" fmla="val 6000"/>
              </a:avLst>
            </a:prstGeom>
            <a:solidFill>
              <a:srgbClr val="ECFEFF"/>
            </a:solidFill>
            <a:ln w="19050">
              <a:solidFill>
                <a:srgbClr val="0E74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0E7490"/>
                  </a:solidFill>
                  <a:latin typeface="Malgun Gothic" panose="020B0503020000020004" pitchFamily="50" charset="-127"/>
                </a:rPr>
                <a:t>digit_splitter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U_SPLIT #(9)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1" name="U_SPLIT_pin_i_data[8:0]">
              <a:extLst>
                <a:ext uri="{FF2B5EF4-FFF2-40B4-BE49-F238E27FC236}">
                  <a16:creationId xmlns:a16="http://schemas.microsoft.com/office/drawing/2014/main" id="{3EF2EC51-E0CB-4EED-8A17-AD775CD95CEF}"/>
                </a:ext>
              </a:extLst>
            </p:cNvPr>
            <p:cNvSpPr/>
            <p:nvPr/>
          </p:nvSpPr>
          <p:spPr>
            <a:xfrm>
              <a:off x="6477000" y="2946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2" name="U_SPLIT_lbl_i_data[8:0]">
              <a:extLst>
                <a:ext uri="{FF2B5EF4-FFF2-40B4-BE49-F238E27FC236}">
                  <a16:creationId xmlns:a16="http://schemas.microsoft.com/office/drawing/2014/main" id="{C0C59E96-2755-ACEE-A317-51AB9A08B8C8}"/>
                </a:ext>
              </a:extLst>
            </p:cNvPr>
            <p:cNvSpPr txBox="1"/>
            <p:nvPr/>
          </p:nvSpPr>
          <p:spPr>
            <a:xfrm>
              <a:off x="6654800" y="2921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i_data[8:0]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3" name="U_SPLIT_pin_o_digit_1[3:0]">
              <a:extLst>
                <a:ext uri="{FF2B5EF4-FFF2-40B4-BE49-F238E27FC236}">
                  <a16:creationId xmlns:a16="http://schemas.microsoft.com/office/drawing/2014/main" id="{151F7536-8B3E-F2E7-DC21-F1E135BF3B6C}"/>
                </a:ext>
              </a:extLst>
            </p:cNvPr>
            <p:cNvSpPr/>
            <p:nvPr/>
          </p:nvSpPr>
          <p:spPr>
            <a:xfrm>
              <a:off x="8255000" y="2946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4" name="U_SPLIT_lbl_o_digit_1[3:0]">
              <a:extLst>
                <a:ext uri="{FF2B5EF4-FFF2-40B4-BE49-F238E27FC236}">
                  <a16:creationId xmlns:a16="http://schemas.microsoft.com/office/drawing/2014/main" id="{EDCC3909-B2EE-F5F4-0289-C4516CA5663D}"/>
                </a:ext>
              </a:extLst>
            </p:cNvPr>
            <p:cNvSpPr txBox="1"/>
            <p:nvPr/>
          </p:nvSpPr>
          <p:spPr>
            <a:xfrm>
              <a:off x="7251700" y="2921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5" name="U_SPLIT_pin_o_digit_10[3:0]">
              <a:extLst>
                <a:ext uri="{FF2B5EF4-FFF2-40B4-BE49-F238E27FC236}">
                  <a16:creationId xmlns:a16="http://schemas.microsoft.com/office/drawing/2014/main" id="{6203DBA3-1158-C2CF-31AA-789F8FB873C1}"/>
                </a:ext>
              </a:extLst>
            </p:cNvPr>
            <p:cNvSpPr/>
            <p:nvPr/>
          </p:nvSpPr>
          <p:spPr>
            <a:xfrm>
              <a:off x="8255000" y="3200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" name="U_SPLIT_lbl_o_digit_10[3:0]">
              <a:extLst>
                <a:ext uri="{FF2B5EF4-FFF2-40B4-BE49-F238E27FC236}">
                  <a16:creationId xmlns:a16="http://schemas.microsoft.com/office/drawing/2014/main" id="{9A197B38-E2F8-9D8A-6E86-76E1A4F1E514}"/>
                </a:ext>
              </a:extLst>
            </p:cNvPr>
            <p:cNvSpPr txBox="1"/>
            <p:nvPr/>
          </p:nvSpPr>
          <p:spPr>
            <a:xfrm>
              <a:off x="7251700" y="3175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7" name="U_SPLIT_pin_o_digit_100[3:0]">
              <a:extLst>
                <a:ext uri="{FF2B5EF4-FFF2-40B4-BE49-F238E27FC236}">
                  <a16:creationId xmlns:a16="http://schemas.microsoft.com/office/drawing/2014/main" id="{6F1956A6-A003-BDA3-F289-E4547CB29450}"/>
                </a:ext>
              </a:extLst>
            </p:cNvPr>
            <p:cNvSpPr/>
            <p:nvPr/>
          </p:nvSpPr>
          <p:spPr>
            <a:xfrm>
              <a:off x="8255000" y="3454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" name="U_SPLIT_lbl_o_digit_100[3:0]">
              <a:extLst>
                <a:ext uri="{FF2B5EF4-FFF2-40B4-BE49-F238E27FC236}">
                  <a16:creationId xmlns:a16="http://schemas.microsoft.com/office/drawing/2014/main" id="{9A20A8E6-07D1-712F-50F2-A51C65062C1E}"/>
                </a:ext>
              </a:extLst>
            </p:cNvPr>
            <p:cNvSpPr txBox="1"/>
            <p:nvPr/>
          </p:nvSpPr>
          <p:spPr>
            <a:xfrm>
              <a:off x="7251700" y="3429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9" name="U_SPLIT_pin_o_digit_1000[3:0]">
              <a:extLst>
                <a:ext uri="{FF2B5EF4-FFF2-40B4-BE49-F238E27FC236}">
                  <a16:creationId xmlns:a16="http://schemas.microsoft.com/office/drawing/2014/main" id="{91642C83-F054-168B-606D-87551D580D8E}"/>
                </a:ext>
              </a:extLst>
            </p:cNvPr>
            <p:cNvSpPr/>
            <p:nvPr/>
          </p:nvSpPr>
          <p:spPr>
            <a:xfrm>
              <a:off x="8255000" y="3708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" name="U_SPLIT_lbl_o_digit_1000[3:0]">
              <a:extLst>
                <a:ext uri="{FF2B5EF4-FFF2-40B4-BE49-F238E27FC236}">
                  <a16:creationId xmlns:a16="http://schemas.microsoft.com/office/drawing/2014/main" id="{D8AF4337-26C8-8622-EB7D-1B6CEE2D9E31}"/>
                </a:ext>
              </a:extLst>
            </p:cNvPr>
            <p:cNvSpPr txBox="1"/>
            <p:nvPr/>
          </p:nvSpPr>
          <p:spPr>
            <a:xfrm>
              <a:off x="7251700" y="3683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o_digit_1000[3:0]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77" name="U_FND">
            <a:extLst>
              <a:ext uri="{FF2B5EF4-FFF2-40B4-BE49-F238E27FC236}">
                <a16:creationId xmlns:a16="http://schemas.microsoft.com/office/drawing/2014/main" id="{2765E7A8-4EA4-A9FB-9E86-E28995BE93EF}"/>
              </a:ext>
            </a:extLst>
          </p:cNvPr>
          <p:cNvGrpSpPr/>
          <p:nvPr/>
        </p:nvGrpSpPr>
        <p:grpSpPr>
          <a:xfrm>
            <a:off x="8442600" y="5606335"/>
            <a:ext cx="1778000" cy="762000"/>
            <a:chOff x="6985000" y="5461000"/>
            <a:chExt cx="1778000" cy="762000"/>
          </a:xfrm>
        </p:grpSpPr>
        <p:sp>
          <p:nvSpPr>
            <p:cNvPr id="72" name="U_FND_body">
              <a:extLst>
                <a:ext uri="{FF2B5EF4-FFF2-40B4-BE49-F238E27FC236}">
                  <a16:creationId xmlns:a16="http://schemas.microsoft.com/office/drawing/2014/main" id="{CFB465CE-4F95-C37D-AAEB-F0FE6C9DE7EF}"/>
                </a:ext>
              </a:extLst>
            </p:cNvPr>
            <p:cNvSpPr/>
            <p:nvPr/>
          </p:nvSpPr>
          <p:spPr>
            <a:xfrm>
              <a:off x="7112000" y="5461000"/>
              <a:ext cx="1524000" cy="762000"/>
            </a:xfrm>
            <a:prstGeom prst="roundRect">
              <a:avLst>
                <a:gd name="adj" fmla="val 6000"/>
              </a:avLst>
            </a:prstGeom>
            <a:solidFill>
              <a:srgbClr val="FEF2F2"/>
            </a:solidFill>
            <a:ln w="19050">
              <a:solidFill>
                <a:srgbClr val="B91C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de-DE" altLang="ko-KR" sz="1001" b="1">
                  <a:solidFill>
                    <a:srgbClr val="B91C1C"/>
                  </a:solidFill>
                  <a:latin typeface="Malgun Gothic" panose="020B0503020000020004" pitchFamily="50" charset="-127"/>
                </a:rPr>
                <a:t>fnd_decoder</a:t>
              </a:r>
            </a:p>
            <a:p>
              <a:pPr algn="ctr"/>
              <a:r>
                <a:rPr lang="de-DE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U_FND_DEC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3" name="U_FND_pin_i_hex[3:0]">
              <a:extLst>
                <a:ext uri="{FF2B5EF4-FFF2-40B4-BE49-F238E27FC236}">
                  <a16:creationId xmlns:a16="http://schemas.microsoft.com/office/drawing/2014/main" id="{BF38CD52-BC06-11BA-A869-5DB7375D711A}"/>
                </a:ext>
              </a:extLst>
            </p:cNvPr>
            <p:cNvSpPr/>
            <p:nvPr/>
          </p:nvSpPr>
          <p:spPr>
            <a:xfrm>
              <a:off x="6985000" y="5930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4" name="U_FND_lbl_i_hex[3:0]">
              <a:extLst>
                <a:ext uri="{FF2B5EF4-FFF2-40B4-BE49-F238E27FC236}">
                  <a16:creationId xmlns:a16="http://schemas.microsoft.com/office/drawing/2014/main" id="{39D249A7-2EBD-13CF-5C19-432EAF0F2344}"/>
                </a:ext>
              </a:extLst>
            </p:cNvPr>
            <p:cNvSpPr txBox="1"/>
            <p:nvPr/>
          </p:nvSpPr>
          <p:spPr>
            <a:xfrm>
              <a:off x="7162800" y="5905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i_hex[3:0]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5" name="U_FND_pin_o_fnd_data[7:0]">
              <a:extLst>
                <a:ext uri="{FF2B5EF4-FFF2-40B4-BE49-F238E27FC236}">
                  <a16:creationId xmlns:a16="http://schemas.microsoft.com/office/drawing/2014/main" id="{90C9FA10-02F4-248A-6B7D-D478E95DBCDC}"/>
                </a:ext>
              </a:extLst>
            </p:cNvPr>
            <p:cNvSpPr/>
            <p:nvPr/>
          </p:nvSpPr>
          <p:spPr>
            <a:xfrm>
              <a:off x="8636000" y="5930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6" name="U_FND_lbl_o_fnd_data[7:0]">
              <a:extLst>
                <a:ext uri="{FF2B5EF4-FFF2-40B4-BE49-F238E27FC236}">
                  <a16:creationId xmlns:a16="http://schemas.microsoft.com/office/drawing/2014/main" id="{4516FADE-DF11-5322-1FDE-B6AF18A8D0A7}"/>
                </a:ext>
              </a:extLst>
            </p:cNvPr>
            <p:cNvSpPr txBox="1"/>
            <p:nvPr/>
          </p:nvSpPr>
          <p:spPr>
            <a:xfrm>
              <a:off x="7696200" y="5905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o_fnd_data[7:0]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80" name="out_data">
            <a:extLst>
              <a:ext uri="{FF2B5EF4-FFF2-40B4-BE49-F238E27FC236}">
                <a16:creationId xmlns:a16="http://schemas.microsoft.com/office/drawing/2014/main" id="{66C7EFAE-A2F2-F41B-1E81-61AAB1CD709C}"/>
              </a:ext>
            </a:extLst>
          </p:cNvPr>
          <p:cNvGrpSpPr/>
          <p:nvPr/>
        </p:nvGrpSpPr>
        <p:grpSpPr>
          <a:xfrm>
            <a:off x="10566400" y="5951774"/>
            <a:ext cx="1549401" cy="254000"/>
            <a:chOff x="10541000" y="5715000"/>
            <a:chExt cx="1549400" cy="254000"/>
          </a:xfrm>
        </p:grpSpPr>
        <p:sp>
          <p:nvSpPr>
            <p:cNvPr id="78" name="out_data_body">
              <a:extLst>
                <a:ext uri="{FF2B5EF4-FFF2-40B4-BE49-F238E27FC236}">
                  <a16:creationId xmlns:a16="http://schemas.microsoft.com/office/drawing/2014/main" id="{93DBAD93-A59F-7ADE-B77C-38D5C169F94F}"/>
                </a:ext>
              </a:extLst>
            </p:cNvPr>
            <p:cNvSpPr/>
            <p:nvPr/>
          </p:nvSpPr>
          <p:spPr>
            <a:xfrm>
              <a:off x="10668000" y="57150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o_fnd_data[7:0]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9" name="out_data_pin">
              <a:extLst>
                <a:ext uri="{FF2B5EF4-FFF2-40B4-BE49-F238E27FC236}">
                  <a16:creationId xmlns:a16="http://schemas.microsoft.com/office/drawing/2014/main" id="{53D14458-26C7-93DB-F80A-1F6D105BE190}"/>
                </a:ext>
              </a:extLst>
            </p:cNvPr>
            <p:cNvSpPr/>
            <p:nvPr/>
          </p:nvSpPr>
          <p:spPr>
            <a:xfrm>
              <a:off x="10541000" y="57785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83" name="out_com">
            <a:extLst>
              <a:ext uri="{FF2B5EF4-FFF2-40B4-BE49-F238E27FC236}">
                <a16:creationId xmlns:a16="http://schemas.microsoft.com/office/drawing/2014/main" id="{9D441408-AC25-6279-34BA-26D2E4A2C1AC}"/>
              </a:ext>
            </a:extLst>
          </p:cNvPr>
          <p:cNvGrpSpPr/>
          <p:nvPr/>
        </p:nvGrpSpPr>
        <p:grpSpPr>
          <a:xfrm>
            <a:off x="10531186" y="5001518"/>
            <a:ext cx="1549401" cy="254000"/>
            <a:chOff x="10541000" y="5080000"/>
            <a:chExt cx="1549400" cy="254000"/>
          </a:xfrm>
        </p:grpSpPr>
        <p:sp>
          <p:nvSpPr>
            <p:cNvPr id="81" name="out_com_body">
              <a:extLst>
                <a:ext uri="{FF2B5EF4-FFF2-40B4-BE49-F238E27FC236}">
                  <a16:creationId xmlns:a16="http://schemas.microsoft.com/office/drawing/2014/main" id="{55AAB690-8515-1F4B-3675-68F0AD5968D1}"/>
                </a:ext>
              </a:extLst>
            </p:cNvPr>
            <p:cNvSpPr/>
            <p:nvPr/>
          </p:nvSpPr>
          <p:spPr>
            <a:xfrm>
              <a:off x="10668000" y="50800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o_fnd_com[3:0]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2" name="out_com_pin">
              <a:extLst>
                <a:ext uri="{FF2B5EF4-FFF2-40B4-BE49-F238E27FC236}">
                  <a16:creationId xmlns:a16="http://schemas.microsoft.com/office/drawing/2014/main" id="{49229BB9-62E7-5387-3FC2-DA504A7EF439}"/>
                </a:ext>
              </a:extLst>
            </p:cNvPr>
            <p:cNvSpPr/>
            <p:nvPr/>
          </p:nvSpPr>
          <p:spPr>
            <a:xfrm>
              <a:off x="10541000" y="51435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86" name="out_cout">
            <a:extLst>
              <a:ext uri="{FF2B5EF4-FFF2-40B4-BE49-F238E27FC236}">
                <a16:creationId xmlns:a16="http://schemas.microsoft.com/office/drawing/2014/main" id="{5B3A403C-696D-7F44-539F-FB5FEA22D2F4}"/>
              </a:ext>
            </a:extLst>
          </p:cNvPr>
          <p:cNvGrpSpPr/>
          <p:nvPr/>
        </p:nvGrpSpPr>
        <p:grpSpPr>
          <a:xfrm>
            <a:off x="10566400" y="1168402"/>
            <a:ext cx="1524000" cy="254000"/>
            <a:chOff x="10566400" y="1168400"/>
            <a:chExt cx="1524000" cy="254000"/>
          </a:xfrm>
        </p:grpSpPr>
        <p:sp>
          <p:nvSpPr>
            <p:cNvPr id="84" name="out_cout_body">
              <a:extLst>
                <a:ext uri="{FF2B5EF4-FFF2-40B4-BE49-F238E27FC236}">
                  <a16:creationId xmlns:a16="http://schemas.microsoft.com/office/drawing/2014/main" id="{65F761E7-5980-3D25-B10D-98F2C2843801}"/>
                </a:ext>
              </a:extLst>
            </p:cNvPr>
            <p:cNvSpPr/>
            <p:nvPr/>
          </p:nvSpPr>
          <p:spPr>
            <a:xfrm>
              <a:off x="10668000" y="11684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o_cout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5" name="out_cout_pin">
              <a:extLst>
                <a:ext uri="{FF2B5EF4-FFF2-40B4-BE49-F238E27FC236}">
                  <a16:creationId xmlns:a16="http://schemas.microsoft.com/office/drawing/2014/main" id="{35688838-84BB-24EB-125F-63F851DD9E56}"/>
                </a:ext>
              </a:extLst>
            </p:cNvPr>
            <p:cNvSpPr/>
            <p:nvPr/>
          </p:nvSpPr>
          <p:spPr>
            <a:xfrm>
              <a:off x="10566400" y="1244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7857FB60-FAE0-E46D-4CF4-2A7081169267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>
            <a:off x="1650999" y="1905001"/>
            <a:ext cx="1143001" cy="15240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연결선: 꺾임 87">
            <a:extLst>
              <a:ext uri="{FF2B5EF4-FFF2-40B4-BE49-F238E27FC236}">
                <a16:creationId xmlns:a16="http://schemas.microsoft.com/office/drawing/2014/main" id="{DBD407A2-D558-DA03-BD8E-3D0097CD3BC9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 flipV="1">
            <a:off x="1650999" y="2311400"/>
            <a:ext cx="1143001" cy="10160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8E1838C0-8D9F-FD9B-CE80-94BCA8D06BBA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1406816" y="2565402"/>
            <a:ext cx="1412585" cy="720125"/>
          </a:xfrm>
          <a:prstGeom prst="bentConnector3">
            <a:avLst>
              <a:gd name="adj1" fmla="val 50000"/>
            </a:avLst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D0F53870-1EDE-5C79-5523-26D4AA444754}"/>
              </a:ext>
            </a:extLst>
          </p:cNvPr>
          <p:cNvCxnSpPr>
            <a:cxnSpLocks/>
            <a:stCxn id="29" idx="3"/>
            <a:endCxn id="35" idx="1"/>
          </p:cNvCxnSpPr>
          <p:nvPr/>
        </p:nvCxnSpPr>
        <p:spPr>
          <a:xfrm flipV="1">
            <a:off x="4673602" y="2237194"/>
            <a:ext cx="527049" cy="74208"/>
          </a:xfrm>
          <a:prstGeom prst="bentConnector3">
            <a:avLst>
              <a:gd name="adj1" fmla="val 50000"/>
            </a:avLst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연결선: 꺾임 90">
            <a:extLst>
              <a:ext uri="{FF2B5EF4-FFF2-40B4-BE49-F238E27FC236}">
                <a16:creationId xmlns:a16="http://schemas.microsoft.com/office/drawing/2014/main" id="{82314652-4AEB-0133-1477-5E67E3B72E6E}"/>
              </a:ext>
            </a:extLst>
          </p:cNvPr>
          <p:cNvCxnSpPr>
            <a:cxnSpLocks/>
            <a:stCxn id="27" idx="3"/>
            <a:endCxn id="33" idx="1"/>
          </p:cNvCxnSpPr>
          <p:nvPr/>
        </p:nvCxnSpPr>
        <p:spPr>
          <a:xfrm flipV="1">
            <a:off x="4699002" y="1983194"/>
            <a:ext cx="476249" cy="74208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연결선: 꺾임 92">
            <a:extLst>
              <a:ext uri="{FF2B5EF4-FFF2-40B4-BE49-F238E27FC236}">
                <a16:creationId xmlns:a16="http://schemas.microsoft.com/office/drawing/2014/main" id="{1823C334-B0F6-0AC7-A124-F75B1E13A31D}"/>
              </a:ext>
            </a:extLst>
          </p:cNvPr>
          <p:cNvCxnSpPr>
            <a:cxnSpLocks/>
            <a:stCxn id="37" idx="3"/>
            <a:endCxn id="41" idx="1"/>
          </p:cNvCxnSpPr>
          <p:nvPr/>
        </p:nvCxnSpPr>
        <p:spPr>
          <a:xfrm flipH="1">
            <a:off x="4030800" y="1983194"/>
            <a:ext cx="2477951" cy="2673042"/>
          </a:xfrm>
          <a:prstGeom prst="bentConnector5">
            <a:avLst>
              <a:gd name="adj1" fmla="val -9225"/>
              <a:gd name="adj2" fmla="val 50000"/>
              <a:gd name="adj3" fmla="val 109225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C4CEB600-1516-B43A-946A-682C9C068ECF}"/>
              </a:ext>
            </a:extLst>
          </p:cNvPr>
          <p:cNvCxnSpPr>
            <a:cxnSpLocks/>
            <a:stCxn id="43" idx="3"/>
            <a:endCxn id="159" idx="1"/>
          </p:cNvCxnSpPr>
          <p:nvPr/>
        </p:nvCxnSpPr>
        <p:spPr>
          <a:xfrm>
            <a:off x="5935801" y="4656236"/>
            <a:ext cx="368013" cy="4744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연결선: 꺾임 94">
            <a:extLst>
              <a:ext uri="{FF2B5EF4-FFF2-40B4-BE49-F238E27FC236}">
                <a16:creationId xmlns:a16="http://schemas.microsoft.com/office/drawing/2014/main" id="{34146100-F311-7C7F-CF63-1157889237CC}"/>
              </a:ext>
            </a:extLst>
          </p:cNvPr>
          <p:cNvCxnSpPr>
            <a:cxnSpLocks/>
            <a:stCxn id="45" idx="3"/>
            <a:endCxn id="162" idx="1"/>
          </p:cNvCxnSpPr>
          <p:nvPr/>
        </p:nvCxnSpPr>
        <p:spPr>
          <a:xfrm>
            <a:off x="5935801" y="4910236"/>
            <a:ext cx="368013" cy="4744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051A83CF-3ACE-E202-CED0-2E2D45C34FBA}"/>
              </a:ext>
            </a:extLst>
          </p:cNvPr>
          <p:cNvCxnSpPr>
            <a:cxnSpLocks/>
            <a:stCxn id="47" idx="3"/>
            <a:endCxn id="163" idx="1"/>
          </p:cNvCxnSpPr>
          <p:nvPr/>
        </p:nvCxnSpPr>
        <p:spPr>
          <a:xfrm>
            <a:off x="5935801" y="5164236"/>
            <a:ext cx="368013" cy="48642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연결선: 꺾임 96">
            <a:extLst>
              <a:ext uri="{FF2B5EF4-FFF2-40B4-BE49-F238E27FC236}">
                <a16:creationId xmlns:a16="http://schemas.microsoft.com/office/drawing/2014/main" id="{42E38C14-6D70-C50B-36DC-8678C91F2636}"/>
              </a:ext>
            </a:extLst>
          </p:cNvPr>
          <p:cNvCxnSpPr>
            <a:cxnSpLocks/>
            <a:stCxn id="49" idx="3"/>
            <a:endCxn id="164" idx="1"/>
          </p:cNvCxnSpPr>
          <p:nvPr/>
        </p:nvCxnSpPr>
        <p:spPr>
          <a:xfrm>
            <a:off x="5935801" y="5418236"/>
            <a:ext cx="368013" cy="48642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7" name="in_b">
            <a:extLst>
              <a:ext uri="{FF2B5EF4-FFF2-40B4-BE49-F238E27FC236}">
                <a16:creationId xmlns:a16="http://schemas.microsoft.com/office/drawing/2014/main" id="{7203BF1C-A13F-0240-6687-57F6E8ED0020}"/>
              </a:ext>
            </a:extLst>
          </p:cNvPr>
          <p:cNvGrpSpPr/>
          <p:nvPr/>
        </p:nvGrpSpPr>
        <p:grpSpPr>
          <a:xfrm>
            <a:off x="-16164" y="5725439"/>
            <a:ext cx="1549401" cy="254000"/>
            <a:chOff x="101600" y="2286000"/>
            <a:chExt cx="1549400" cy="254000"/>
          </a:xfrm>
        </p:grpSpPr>
        <p:sp>
          <p:nvSpPr>
            <p:cNvPr id="138" name="in_b_body">
              <a:extLst>
                <a:ext uri="{FF2B5EF4-FFF2-40B4-BE49-F238E27FC236}">
                  <a16:creationId xmlns:a16="http://schemas.microsoft.com/office/drawing/2014/main" id="{BC74B732-60AA-B370-1043-E496236CD794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i_clk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39" name="in_b_pin">
              <a:extLst>
                <a:ext uri="{FF2B5EF4-FFF2-40B4-BE49-F238E27FC236}">
                  <a16:creationId xmlns:a16="http://schemas.microsoft.com/office/drawing/2014/main" id="{A63BD0E6-5BAE-1BA8-6207-492B0D38D4B6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140" name="in_b">
            <a:extLst>
              <a:ext uri="{FF2B5EF4-FFF2-40B4-BE49-F238E27FC236}">
                <a16:creationId xmlns:a16="http://schemas.microsoft.com/office/drawing/2014/main" id="{6D5CF703-AA20-3C12-E878-218E08316312}"/>
              </a:ext>
            </a:extLst>
          </p:cNvPr>
          <p:cNvGrpSpPr/>
          <p:nvPr/>
        </p:nvGrpSpPr>
        <p:grpSpPr>
          <a:xfrm>
            <a:off x="-16164" y="6273801"/>
            <a:ext cx="1549401" cy="254000"/>
            <a:chOff x="101600" y="2286000"/>
            <a:chExt cx="1549400" cy="254000"/>
          </a:xfrm>
        </p:grpSpPr>
        <p:sp>
          <p:nvSpPr>
            <p:cNvPr id="141" name="in_b_body">
              <a:extLst>
                <a:ext uri="{FF2B5EF4-FFF2-40B4-BE49-F238E27FC236}">
                  <a16:creationId xmlns:a16="http://schemas.microsoft.com/office/drawing/2014/main" id="{653C455F-C611-E886-00A3-429B2B7C8B5F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i_reset_n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42" name="in_b_pin">
              <a:extLst>
                <a:ext uri="{FF2B5EF4-FFF2-40B4-BE49-F238E27FC236}">
                  <a16:creationId xmlns:a16="http://schemas.microsoft.com/office/drawing/2014/main" id="{74D44B5B-EC18-0C98-7D06-EE6967D1D805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cxnSp>
        <p:nvCxnSpPr>
          <p:cNvPr id="143" name="연결선: 꺾임 142">
            <a:extLst>
              <a:ext uri="{FF2B5EF4-FFF2-40B4-BE49-F238E27FC236}">
                <a16:creationId xmlns:a16="http://schemas.microsoft.com/office/drawing/2014/main" id="{8AEE39B6-3CA4-03D5-59FD-BF726E341A3B}"/>
              </a:ext>
            </a:extLst>
          </p:cNvPr>
          <p:cNvCxnSpPr>
            <a:cxnSpLocks/>
            <a:stCxn id="139" idx="3"/>
          </p:cNvCxnSpPr>
          <p:nvPr/>
        </p:nvCxnSpPr>
        <p:spPr>
          <a:xfrm flipV="1">
            <a:off x="1533237" y="5408206"/>
            <a:ext cx="565163" cy="444233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연결선: 꺾임 144">
            <a:extLst>
              <a:ext uri="{FF2B5EF4-FFF2-40B4-BE49-F238E27FC236}">
                <a16:creationId xmlns:a16="http://schemas.microsoft.com/office/drawing/2014/main" id="{C79CDAC0-9FBF-3A40-3289-D63ECC5863C1}"/>
              </a:ext>
            </a:extLst>
          </p:cNvPr>
          <p:cNvCxnSpPr>
            <a:cxnSpLocks/>
            <a:stCxn id="142" idx="3"/>
            <a:endCxn id="151" idx="1"/>
          </p:cNvCxnSpPr>
          <p:nvPr/>
        </p:nvCxnSpPr>
        <p:spPr>
          <a:xfrm flipV="1">
            <a:off x="1533237" y="6306877"/>
            <a:ext cx="4780392" cy="93924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연결선: 꺾임 169">
            <a:extLst>
              <a:ext uri="{FF2B5EF4-FFF2-40B4-BE49-F238E27FC236}">
                <a16:creationId xmlns:a16="http://schemas.microsoft.com/office/drawing/2014/main" id="{C236C21C-8669-4401-4143-C5B1CD8DD36F}"/>
              </a:ext>
            </a:extLst>
          </p:cNvPr>
          <p:cNvCxnSpPr>
            <a:cxnSpLocks/>
            <a:stCxn id="29" idx="3"/>
            <a:endCxn id="85" idx="1"/>
          </p:cNvCxnSpPr>
          <p:nvPr/>
        </p:nvCxnSpPr>
        <p:spPr>
          <a:xfrm flipV="1">
            <a:off x="4673602" y="1295402"/>
            <a:ext cx="5892798" cy="1016000"/>
          </a:xfrm>
          <a:prstGeom prst="bentConnector3">
            <a:avLst>
              <a:gd name="adj1" fmla="val 50000"/>
            </a:avLst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연결선: 꺾임 188">
            <a:extLst>
              <a:ext uri="{FF2B5EF4-FFF2-40B4-BE49-F238E27FC236}">
                <a16:creationId xmlns:a16="http://schemas.microsoft.com/office/drawing/2014/main" id="{2F41D323-9849-35C8-6729-C1A36E2EC500}"/>
              </a:ext>
            </a:extLst>
          </p:cNvPr>
          <p:cNvCxnSpPr>
            <a:cxnSpLocks/>
            <a:endCxn id="73" idx="1"/>
          </p:cNvCxnSpPr>
          <p:nvPr/>
        </p:nvCxnSpPr>
        <p:spPr>
          <a:xfrm>
            <a:off x="8029847" y="6114197"/>
            <a:ext cx="412753" cy="25538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연결선: 꺾임 190">
            <a:extLst>
              <a:ext uri="{FF2B5EF4-FFF2-40B4-BE49-F238E27FC236}">
                <a16:creationId xmlns:a16="http://schemas.microsoft.com/office/drawing/2014/main" id="{C5DC1B6A-2C7A-4B31-7774-8BF08AEA6C39}"/>
              </a:ext>
            </a:extLst>
          </p:cNvPr>
          <p:cNvCxnSpPr>
            <a:cxnSpLocks/>
            <a:stCxn id="75" idx="3"/>
            <a:endCxn id="79" idx="1"/>
          </p:cNvCxnSpPr>
          <p:nvPr/>
        </p:nvCxnSpPr>
        <p:spPr>
          <a:xfrm flipV="1">
            <a:off x="10220600" y="6078774"/>
            <a:ext cx="345800" cy="60961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연결선: 꺾임 194">
            <a:extLst>
              <a:ext uri="{FF2B5EF4-FFF2-40B4-BE49-F238E27FC236}">
                <a16:creationId xmlns:a16="http://schemas.microsoft.com/office/drawing/2014/main" id="{735829D4-48DD-9C0A-4372-D129D3AD883E}"/>
              </a:ext>
            </a:extLst>
          </p:cNvPr>
          <p:cNvCxnSpPr>
            <a:cxnSpLocks/>
            <a:stCxn id="194" idx="3"/>
            <a:endCxn id="82" idx="1"/>
          </p:cNvCxnSpPr>
          <p:nvPr/>
        </p:nvCxnSpPr>
        <p:spPr>
          <a:xfrm>
            <a:off x="8222671" y="5113573"/>
            <a:ext cx="2308515" cy="14945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8" name="in_b">
            <a:extLst>
              <a:ext uri="{FF2B5EF4-FFF2-40B4-BE49-F238E27FC236}">
                <a16:creationId xmlns:a16="http://schemas.microsoft.com/office/drawing/2014/main" id="{BE5A5DE1-DC6F-E8A3-CE6B-12BCAEF98C51}"/>
              </a:ext>
            </a:extLst>
          </p:cNvPr>
          <p:cNvGrpSpPr/>
          <p:nvPr/>
        </p:nvGrpSpPr>
        <p:grpSpPr>
          <a:xfrm>
            <a:off x="50800" y="3154777"/>
            <a:ext cx="1414608" cy="254000"/>
            <a:chOff x="101600" y="2286000"/>
            <a:chExt cx="1549400" cy="254000"/>
          </a:xfrm>
        </p:grpSpPr>
        <p:sp>
          <p:nvSpPr>
            <p:cNvPr id="199" name="in_b_body">
              <a:extLst>
                <a:ext uri="{FF2B5EF4-FFF2-40B4-BE49-F238E27FC236}">
                  <a16:creationId xmlns:a16="http://schemas.microsoft.com/office/drawing/2014/main" id="{0717662A-906F-0ABA-ED27-5F6382CA029F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i_cin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00" name="in_b_pin">
              <a:extLst>
                <a:ext uri="{FF2B5EF4-FFF2-40B4-BE49-F238E27FC236}">
                  <a16:creationId xmlns:a16="http://schemas.microsoft.com/office/drawing/2014/main" id="{DA93A6FB-B70E-A9CA-D499-E6EC8CB5E1A2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6330B490-98A0-2B5E-F345-C86C5806C858}"/>
              </a:ext>
            </a:extLst>
          </p:cNvPr>
          <p:cNvGrpSpPr/>
          <p:nvPr/>
        </p:nvGrpSpPr>
        <p:grpSpPr>
          <a:xfrm>
            <a:off x="6161807" y="4208386"/>
            <a:ext cx="2078182" cy="2334486"/>
            <a:chOff x="5871442" y="4152311"/>
            <a:chExt cx="2078182" cy="2334486"/>
          </a:xfrm>
        </p:grpSpPr>
        <p:grpSp>
          <p:nvGrpSpPr>
            <p:cNvPr id="205" name="그룹 204">
              <a:extLst>
                <a:ext uri="{FF2B5EF4-FFF2-40B4-BE49-F238E27FC236}">
                  <a16:creationId xmlns:a16="http://schemas.microsoft.com/office/drawing/2014/main" id="{506879C5-E9B0-E1D6-1C62-00F4E57CC2DB}"/>
                </a:ext>
              </a:extLst>
            </p:cNvPr>
            <p:cNvGrpSpPr/>
            <p:nvPr/>
          </p:nvGrpSpPr>
          <p:grpSpPr>
            <a:xfrm>
              <a:off x="6013449" y="4584101"/>
              <a:ext cx="136815" cy="1730201"/>
              <a:chOff x="6013449" y="4584101"/>
              <a:chExt cx="136815" cy="1730201"/>
            </a:xfrm>
          </p:grpSpPr>
          <p:sp>
            <p:nvSpPr>
              <p:cNvPr id="149" name="U_SPLIT_pin_i_data[8:0]">
                <a:extLst>
                  <a:ext uri="{FF2B5EF4-FFF2-40B4-BE49-F238E27FC236}">
                    <a16:creationId xmlns:a16="http://schemas.microsoft.com/office/drawing/2014/main" id="{5E0E55D5-AE9E-ED61-2B80-A31A01989A86}"/>
                  </a:ext>
                </a:extLst>
              </p:cNvPr>
              <p:cNvSpPr/>
              <p:nvPr/>
            </p:nvSpPr>
            <p:spPr>
              <a:xfrm>
                <a:off x="6019801" y="5915939"/>
                <a:ext cx="127000" cy="127000"/>
              </a:xfrm>
              <a:prstGeom prst="rect">
                <a:avLst/>
              </a:prstGeom>
              <a:solidFill>
                <a:srgbClr val="1D4ED8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51" name="U_SPLIT_pin_i_data[8:0]">
                <a:extLst>
                  <a:ext uri="{FF2B5EF4-FFF2-40B4-BE49-F238E27FC236}">
                    <a16:creationId xmlns:a16="http://schemas.microsoft.com/office/drawing/2014/main" id="{C451EE86-BB35-7248-F874-9FE2CBEA2F6A}"/>
                  </a:ext>
                </a:extLst>
              </p:cNvPr>
              <p:cNvSpPr/>
              <p:nvPr/>
            </p:nvSpPr>
            <p:spPr>
              <a:xfrm>
                <a:off x="6023264" y="6187302"/>
                <a:ext cx="127000" cy="127000"/>
              </a:xfrm>
              <a:prstGeom prst="rect">
                <a:avLst/>
              </a:prstGeom>
              <a:solidFill>
                <a:srgbClr val="1D4ED8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grpSp>
            <p:nvGrpSpPr>
              <p:cNvPr id="165" name="그룹 164">
                <a:extLst>
                  <a:ext uri="{FF2B5EF4-FFF2-40B4-BE49-F238E27FC236}">
                    <a16:creationId xmlns:a16="http://schemas.microsoft.com/office/drawing/2014/main" id="{37AC57AA-766B-3011-AEE2-BC269187E21F}"/>
                  </a:ext>
                </a:extLst>
              </p:cNvPr>
              <p:cNvGrpSpPr/>
              <p:nvPr/>
            </p:nvGrpSpPr>
            <p:grpSpPr>
              <a:xfrm>
                <a:off x="6013449" y="4584101"/>
                <a:ext cx="127000" cy="890202"/>
                <a:chOff x="8175625" y="3542100"/>
                <a:chExt cx="127000" cy="890202"/>
              </a:xfrm>
            </p:grpSpPr>
            <p:sp>
              <p:nvSpPr>
                <p:cNvPr id="159" name="U_SPLIT_pin_i_data[8:0]">
                  <a:extLst>
                    <a:ext uri="{FF2B5EF4-FFF2-40B4-BE49-F238E27FC236}">
                      <a16:creationId xmlns:a16="http://schemas.microsoft.com/office/drawing/2014/main" id="{30C05C42-9123-C226-CA75-E28B9E7652EC}"/>
                    </a:ext>
                  </a:extLst>
                </p:cNvPr>
                <p:cNvSpPr/>
                <p:nvPr/>
              </p:nvSpPr>
              <p:spPr>
                <a:xfrm>
                  <a:off x="8175625" y="3542100"/>
                  <a:ext cx="127000" cy="127000"/>
                </a:xfrm>
                <a:prstGeom prst="rect">
                  <a:avLst/>
                </a:prstGeom>
                <a:solidFill>
                  <a:srgbClr val="1D4ED8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1"/>
                </a:p>
              </p:txBody>
            </p:sp>
            <p:sp>
              <p:nvSpPr>
                <p:cNvPr id="162" name="U_SPLIT_pin_i_data[8:0]">
                  <a:extLst>
                    <a:ext uri="{FF2B5EF4-FFF2-40B4-BE49-F238E27FC236}">
                      <a16:creationId xmlns:a16="http://schemas.microsoft.com/office/drawing/2014/main" id="{FAFF18CD-BFA8-1BD9-B1BA-B47E394DB2DE}"/>
                    </a:ext>
                  </a:extLst>
                </p:cNvPr>
                <p:cNvSpPr/>
                <p:nvPr/>
              </p:nvSpPr>
              <p:spPr>
                <a:xfrm>
                  <a:off x="8175625" y="3796100"/>
                  <a:ext cx="127000" cy="127000"/>
                </a:xfrm>
                <a:prstGeom prst="rect">
                  <a:avLst/>
                </a:prstGeom>
                <a:solidFill>
                  <a:srgbClr val="1D4ED8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1"/>
                </a:p>
              </p:txBody>
            </p:sp>
            <p:sp>
              <p:nvSpPr>
                <p:cNvPr id="163" name="U_SPLIT_pin_i_data[8:0]">
                  <a:extLst>
                    <a:ext uri="{FF2B5EF4-FFF2-40B4-BE49-F238E27FC236}">
                      <a16:creationId xmlns:a16="http://schemas.microsoft.com/office/drawing/2014/main" id="{E481FBF6-2F61-804A-2204-4A883F54A59E}"/>
                    </a:ext>
                  </a:extLst>
                </p:cNvPr>
                <p:cNvSpPr/>
                <p:nvPr/>
              </p:nvSpPr>
              <p:spPr>
                <a:xfrm>
                  <a:off x="8175625" y="4051302"/>
                  <a:ext cx="127000" cy="127000"/>
                </a:xfrm>
                <a:prstGeom prst="rect">
                  <a:avLst/>
                </a:prstGeom>
                <a:solidFill>
                  <a:srgbClr val="1D4ED8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1"/>
                </a:p>
              </p:txBody>
            </p:sp>
            <p:sp>
              <p:nvSpPr>
                <p:cNvPr id="164" name="U_SPLIT_pin_i_data[8:0]">
                  <a:extLst>
                    <a:ext uri="{FF2B5EF4-FFF2-40B4-BE49-F238E27FC236}">
                      <a16:creationId xmlns:a16="http://schemas.microsoft.com/office/drawing/2014/main" id="{FE7DE207-EFEE-996E-BF9F-2207932F8055}"/>
                    </a:ext>
                  </a:extLst>
                </p:cNvPr>
                <p:cNvSpPr/>
                <p:nvPr/>
              </p:nvSpPr>
              <p:spPr>
                <a:xfrm>
                  <a:off x="8175625" y="4305302"/>
                  <a:ext cx="127000" cy="127000"/>
                </a:xfrm>
                <a:prstGeom prst="rect">
                  <a:avLst/>
                </a:prstGeom>
                <a:solidFill>
                  <a:srgbClr val="1D4ED8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1"/>
                </a:p>
              </p:txBody>
            </p:sp>
          </p:grpSp>
        </p:grpSp>
        <p:grpSp>
          <p:nvGrpSpPr>
            <p:cNvPr id="203" name="그룹 202">
              <a:extLst>
                <a:ext uri="{FF2B5EF4-FFF2-40B4-BE49-F238E27FC236}">
                  <a16:creationId xmlns:a16="http://schemas.microsoft.com/office/drawing/2014/main" id="{EFD8C2DF-F1E7-36C5-CF29-A2E1ECA9102E}"/>
                </a:ext>
              </a:extLst>
            </p:cNvPr>
            <p:cNvGrpSpPr/>
            <p:nvPr/>
          </p:nvGrpSpPr>
          <p:grpSpPr>
            <a:xfrm>
              <a:off x="5871442" y="4152311"/>
              <a:ext cx="2078182" cy="2334486"/>
              <a:chOff x="5857586" y="4154059"/>
              <a:chExt cx="2078182" cy="2334486"/>
            </a:xfrm>
          </p:grpSpPr>
          <p:sp>
            <p:nvSpPr>
              <p:cNvPr id="136" name="U_SPLIT_body">
                <a:extLst>
                  <a:ext uri="{FF2B5EF4-FFF2-40B4-BE49-F238E27FC236}">
                    <a16:creationId xmlns:a16="http://schemas.microsoft.com/office/drawing/2014/main" id="{FECB6D09-45AC-873D-D523-2B995D80B2A0}"/>
                  </a:ext>
                </a:extLst>
              </p:cNvPr>
              <p:cNvSpPr/>
              <p:nvPr/>
            </p:nvSpPr>
            <p:spPr>
              <a:xfrm>
                <a:off x="6140449" y="4154059"/>
                <a:ext cx="1651001" cy="2334486"/>
              </a:xfrm>
              <a:prstGeom prst="roundRect">
                <a:avLst>
                  <a:gd name="adj" fmla="val 6000"/>
                </a:avLst>
              </a:prstGeom>
              <a:solidFill>
                <a:srgbClr val="ECFEFF"/>
              </a:solidFill>
              <a:ln w="19050">
                <a:solidFill>
                  <a:srgbClr val="0E749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5401" tIns="38100" rIns="25401" rtlCol="0" anchor="t"/>
              <a:lstStyle/>
              <a:p>
                <a:pPr algn="ctr"/>
                <a:r>
                  <a:rPr lang="en-US" altLang="ko-KR" sz="1001" b="1">
                    <a:solidFill>
                      <a:srgbClr val="0E7490"/>
                    </a:solidFill>
                    <a:latin typeface="Malgun Gothic" panose="020B0503020000020004" pitchFamily="50" charset="-127"/>
                  </a:rPr>
                  <a:t>Fnd_Controller</a:t>
                </a:r>
              </a:p>
            </p:txBody>
          </p:sp>
          <p:sp>
            <p:nvSpPr>
              <p:cNvPr id="155" name="U_SPLIT_lbl_i_data[8:0]">
                <a:extLst>
                  <a:ext uri="{FF2B5EF4-FFF2-40B4-BE49-F238E27FC236}">
                    <a16:creationId xmlns:a16="http://schemas.microsoft.com/office/drawing/2014/main" id="{EE9DA3D0-5ED7-1938-A8E6-C4DFE7561F7C}"/>
                  </a:ext>
                </a:extLst>
              </p:cNvPr>
              <p:cNvSpPr txBox="1"/>
              <p:nvPr/>
            </p:nvSpPr>
            <p:spPr>
              <a:xfrm>
                <a:off x="6227039" y="5933302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i_clk_100Hz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57" name="U_SPLIT_lbl_i_data[8:0]">
                <a:extLst>
                  <a:ext uri="{FF2B5EF4-FFF2-40B4-BE49-F238E27FC236}">
                    <a16:creationId xmlns:a16="http://schemas.microsoft.com/office/drawing/2014/main" id="{37884063-91F3-AFE9-183B-AE6D0A2A555D}"/>
                  </a:ext>
                </a:extLst>
              </p:cNvPr>
              <p:cNvSpPr txBox="1"/>
              <p:nvPr/>
            </p:nvSpPr>
            <p:spPr>
              <a:xfrm>
                <a:off x="6232236" y="6174600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i_reset_n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74" name="U_SPLIT_lbl_o_digit_1[3:0]">
                <a:extLst>
                  <a:ext uri="{FF2B5EF4-FFF2-40B4-BE49-F238E27FC236}">
                    <a16:creationId xmlns:a16="http://schemas.microsoft.com/office/drawing/2014/main" id="{99A1BDCE-3C24-6D5F-E5CC-45B59BBD5226}"/>
                  </a:ext>
                </a:extLst>
              </p:cNvPr>
              <p:cNvSpPr txBox="1"/>
              <p:nvPr/>
            </p:nvSpPr>
            <p:spPr>
              <a:xfrm>
                <a:off x="5857586" y="4581399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i_digit_1[3:0]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76" name="U_SPLIT_lbl_o_digit_1[3:0]">
                <a:extLst>
                  <a:ext uri="{FF2B5EF4-FFF2-40B4-BE49-F238E27FC236}">
                    <a16:creationId xmlns:a16="http://schemas.microsoft.com/office/drawing/2014/main" id="{DE78ADA1-5FA4-AC0E-94DD-26DC3A070085}"/>
                  </a:ext>
                </a:extLst>
              </p:cNvPr>
              <p:cNvSpPr txBox="1"/>
              <p:nvPr/>
            </p:nvSpPr>
            <p:spPr>
              <a:xfrm>
                <a:off x="5915888" y="4863019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i_digit_10[3:0]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77" name="U_SPLIT_lbl_o_digit_1[3:0]">
                <a:extLst>
                  <a:ext uri="{FF2B5EF4-FFF2-40B4-BE49-F238E27FC236}">
                    <a16:creationId xmlns:a16="http://schemas.microsoft.com/office/drawing/2014/main" id="{D51D675E-3FC4-C407-9472-C7BFB593A7FF}"/>
                  </a:ext>
                </a:extLst>
              </p:cNvPr>
              <p:cNvSpPr txBox="1"/>
              <p:nvPr/>
            </p:nvSpPr>
            <p:spPr>
              <a:xfrm>
                <a:off x="5962068" y="5093858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i_digit_100[3:0]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78" name="U_SPLIT_lbl_o_digit_1[3:0]">
                <a:extLst>
                  <a:ext uri="{FF2B5EF4-FFF2-40B4-BE49-F238E27FC236}">
                    <a16:creationId xmlns:a16="http://schemas.microsoft.com/office/drawing/2014/main" id="{9BB1DCF6-EDFE-36A0-BAD5-74FBF2BE7122}"/>
                  </a:ext>
                </a:extLst>
              </p:cNvPr>
              <p:cNvSpPr txBox="1"/>
              <p:nvPr/>
            </p:nvSpPr>
            <p:spPr>
              <a:xfrm>
                <a:off x="6017484" y="5334770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i_digit_1000[3:0]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84" name="U_SPLIT_pin_o_digit_1[3:0]">
                <a:extLst>
                  <a:ext uri="{FF2B5EF4-FFF2-40B4-BE49-F238E27FC236}">
                    <a16:creationId xmlns:a16="http://schemas.microsoft.com/office/drawing/2014/main" id="{81BB5BC8-4ABB-136C-BD48-71911B559D76}"/>
                  </a:ext>
                </a:extLst>
              </p:cNvPr>
              <p:cNvSpPr/>
              <p:nvPr/>
            </p:nvSpPr>
            <p:spPr>
              <a:xfrm>
                <a:off x="7808768" y="6008325"/>
                <a:ext cx="127000" cy="127000"/>
              </a:xfrm>
              <a:prstGeom prst="rect">
                <a:avLst/>
              </a:prstGeom>
              <a:solidFill>
                <a:srgbClr val="15803D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86" name="U_SPLIT_lbl_o_digit_1[3:0]">
                <a:extLst>
                  <a:ext uri="{FF2B5EF4-FFF2-40B4-BE49-F238E27FC236}">
                    <a16:creationId xmlns:a16="http://schemas.microsoft.com/office/drawing/2014/main" id="{95FC252D-D257-AA69-297B-962E04251ADB}"/>
                  </a:ext>
                </a:extLst>
              </p:cNvPr>
              <p:cNvSpPr txBox="1"/>
              <p:nvPr/>
            </p:nvSpPr>
            <p:spPr>
              <a:xfrm>
                <a:off x="6789016" y="5999089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o_hex[3:0]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94" name="U_SPLIT_pin_o_digit_1[3:0]">
                <a:extLst>
                  <a:ext uri="{FF2B5EF4-FFF2-40B4-BE49-F238E27FC236}">
                    <a16:creationId xmlns:a16="http://schemas.microsoft.com/office/drawing/2014/main" id="{34814EE0-DA24-6242-BAB0-73C22D32642D}"/>
                  </a:ext>
                </a:extLst>
              </p:cNvPr>
              <p:cNvSpPr/>
              <p:nvPr/>
            </p:nvSpPr>
            <p:spPr>
              <a:xfrm>
                <a:off x="7791450" y="4995746"/>
                <a:ext cx="127000" cy="127000"/>
              </a:xfrm>
              <a:prstGeom prst="rect">
                <a:avLst/>
              </a:prstGeom>
              <a:solidFill>
                <a:srgbClr val="15803D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202" name="U_SPLIT_lbl_o_digit_1[3:0]">
                <a:extLst>
                  <a:ext uri="{FF2B5EF4-FFF2-40B4-BE49-F238E27FC236}">
                    <a16:creationId xmlns:a16="http://schemas.microsoft.com/office/drawing/2014/main" id="{861D54F7-3A4C-8AE4-B0EA-B8E286AEC07B}"/>
                  </a:ext>
                </a:extLst>
              </p:cNvPr>
              <p:cNvSpPr txBox="1"/>
              <p:nvPr/>
            </p:nvSpPr>
            <p:spPr>
              <a:xfrm>
                <a:off x="6827979" y="4985508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o_fnd_com[3:0]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</p:grpSp>
      </p:grpSp>
      <p:grpSp>
        <p:nvGrpSpPr>
          <p:cNvPr id="14" name="U_SPLIT">
            <a:extLst>
              <a:ext uri="{FF2B5EF4-FFF2-40B4-BE49-F238E27FC236}">
                <a16:creationId xmlns:a16="http://schemas.microsoft.com/office/drawing/2014/main" id="{7A6F8E15-2230-2FD8-A68C-AFEDF633DF06}"/>
              </a:ext>
            </a:extLst>
          </p:cNvPr>
          <p:cNvGrpSpPr/>
          <p:nvPr/>
        </p:nvGrpSpPr>
        <p:grpSpPr>
          <a:xfrm>
            <a:off x="2077315" y="4876801"/>
            <a:ext cx="1651002" cy="1422260"/>
            <a:chOff x="6477000" y="2476500"/>
            <a:chExt cx="1905000" cy="1524000"/>
          </a:xfrm>
        </p:grpSpPr>
        <p:sp>
          <p:nvSpPr>
            <p:cNvPr id="15" name="U_SPLIT_body">
              <a:extLst>
                <a:ext uri="{FF2B5EF4-FFF2-40B4-BE49-F238E27FC236}">
                  <a16:creationId xmlns:a16="http://schemas.microsoft.com/office/drawing/2014/main" id="{4EFEEB04-70A0-1CD3-2C45-CB23DE5CC5A9}"/>
                </a:ext>
              </a:extLst>
            </p:cNvPr>
            <p:cNvSpPr/>
            <p:nvPr/>
          </p:nvSpPr>
          <p:spPr>
            <a:xfrm>
              <a:off x="6604000" y="2476500"/>
              <a:ext cx="1651000" cy="1524000"/>
            </a:xfrm>
            <a:prstGeom prst="roundRect">
              <a:avLst>
                <a:gd name="adj" fmla="val 6000"/>
              </a:avLst>
            </a:prstGeom>
            <a:solidFill>
              <a:srgbClr val="ECFEFF"/>
            </a:solidFill>
            <a:ln w="19050">
              <a:solidFill>
                <a:srgbClr val="0E74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0E7490"/>
                  </a:solidFill>
                  <a:latin typeface="Malgun Gothic" panose="020B0503020000020004" pitchFamily="50" charset="-127"/>
                </a:rPr>
                <a:t>clock_div</a:t>
              </a:r>
            </a:p>
            <a:p>
              <a:pPr algn="ctr"/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6" name="U_SPLIT_pin_i_data[8:0]">
              <a:extLst>
                <a:ext uri="{FF2B5EF4-FFF2-40B4-BE49-F238E27FC236}">
                  <a16:creationId xmlns:a16="http://schemas.microsoft.com/office/drawing/2014/main" id="{57799043-BC16-3E2F-9F1E-5A4335FED70A}"/>
                </a:ext>
              </a:extLst>
            </p:cNvPr>
            <p:cNvSpPr/>
            <p:nvPr/>
          </p:nvSpPr>
          <p:spPr>
            <a:xfrm>
              <a:off x="6477000" y="2946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7" name="U_SPLIT_lbl_i_data[8:0]">
              <a:extLst>
                <a:ext uri="{FF2B5EF4-FFF2-40B4-BE49-F238E27FC236}">
                  <a16:creationId xmlns:a16="http://schemas.microsoft.com/office/drawing/2014/main" id="{EC063173-7FD1-7D64-7FA3-05CD7ACE0FD6}"/>
                </a:ext>
              </a:extLst>
            </p:cNvPr>
            <p:cNvSpPr txBox="1"/>
            <p:nvPr/>
          </p:nvSpPr>
          <p:spPr>
            <a:xfrm>
              <a:off x="6654800" y="2921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i_clk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6" name="U_SPLIT_pin_o_digit_1000[3:0]">
              <a:extLst>
                <a:ext uri="{FF2B5EF4-FFF2-40B4-BE49-F238E27FC236}">
                  <a16:creationId xmlns:a16="http://schemas.microsoft.com/office/drawing/2014/main" id="{3132CA75-F858-F5E8-A587-428E67E1F7BF}"/>
                </a:ext>
              </a:extLst>
            </p:cNvPr>
            <p:cNvSpPr/>
            <p:nvPr/>
          </p:nvSpPr>
          <p:spPr>
            <a:xfrm>
              <a:off x="8255000" y="3708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7" name="U_SPLIT_lbl_o_digit_1000[3:0]">
              <a:extLst>
                <a:ext uri="{FF2B5EF4-FFF2-40B4-BE49-F238E27FC236}">
                  <a16:creationId xmlns:a16="http://schemas.microsoft.com/office/drawing/2014/main" id="{32E4A577-5EA8-BDA1-36F4-569DAB34BF55}"/>
                </a:ext>
              </a:extLst>
            </p:cNvPr>
            <p:cNvSpPr txBox="1"/>
            <p:nvPr/>
          </p:nvSpPr>
          <p:spPr>
            <a:xfrm>
              <a:off x="7251700" y="3683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o_clk_100Hz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F86B5C24-92D7-4ECE-4967-684D2AD93888}"/>
              </a:ext>
            </a:extLst>
          </p:cNvPr>
          <p:cNvCxnSpPr>
            <a:cxnSpLocks/>
            <a:stCxn id="56" idx="3"/>
            <a:endCxn id="149" idx="1"/>
          </p:cNvCxnSpPr>
          <p:nvPr/>
        </p:nvCxnSpPr>
        <p:spPr>
          <a:xfrm flipV="1">
            <a:off x="3728317" y="6035514"/>
            <a:ext cx="2581849" cy="50208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in_b_pin">
            <a:extLst>
              <a:ext uri="{FF2B5EF4-FFF2-40B4-BE49-F238E27FC236}">
                <a16:creationId xmlns:a16="http://schemas.microsoft.com/office/drawing/2014/main" id="{00018130-EA11-AA68-F54A-E8A4834E366E}"/>
              </a:ext>
            </a:extLst>
          </p:cNvPr>
          <p:cNvSpPr/>
          <p:nvPr/>
        </p:nvSpPr>
        <p:spPr>
          <a:xfrm>
            <a:off x="2068849" y="6002757"/>
            <a:ext cx="127000" cy="127000"/>
          </a:xfrm>
          <a:prstGeom prst="rect">
            <a:avLst/>
          </a:prstGeom>
          <a:solidFill>
            <a:srgbClr val="15803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2919C3BF-2057-4B7E-FDDB-453B4FD93449}"/>
              </a:ext>
            </a:extLst>
          </p:cNvPr>
          <p:cNvCxnSpPr>
            <a:cxnSpLocks/>
            <a:endCxn id="62" idx="1"/>
          </p:cNvCxnSpPr>
          <p:nvPr/>
        </p:nvCxnSpPr>
        <p:spPr>
          <a:xfrm flipV="1">
            <a:off x="1514187" y="6066257"/>
            <a:ext cx="554662" cy="333827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206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CF59C6-7EF7-37D1-E1BC-4FCAB1BAB376}"/>
              </a:ext>
            </a:extLst>
          </p:cNvPr>
          <p:cNvSpPr txBox="1"/>
          <p:nvPr/>
        </p:nvSpPr>
        <p:spPr>
          <a:xfrm>
            <a:off x="381001" y="203201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 b="1">
                <a:solidFill>
                  <a:srgbClr val="3730A3"/>
                </a:solidFill>
                <a:latin typeface="Malgun Gothic" panose="020B0503020000020004" pitchFamily="50" charset="-127"/>
              </a:rPr>
              <a:t>WORKSPACE</a:t>
            </a:r>
            <a:endParaRPr lang="ko-KR" altLang="en-US" sz="1001" b="1">
              <a:solidFill>
                <a:srgbClr val="3730A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9A0A0B-264F-838E-E9A7-87174F552F70}"/>
              </a:ext>
            </a:extLst>
          </p:cNvPr>
          <p:cNvSpPr txBox="1"/>
          <p:nvPr/>
        </p:nvSpPr>
        <p:spPr>
          <a:xfrm>
            <a:off x="381002" y="406401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Top </a:t>
            </a:r>
            <a:r>
              <a:rPr lang="ko-KR" altLang="en-US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모듈 작업판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B2C091-5E1A-4F34-F1B3-416BC93AE926}"/>
              </a:ext>
            </a:extLst>
          </p:cNvPr>
          <p:cNvSpPr txBox="1"/>
          <p:nvPr/>
        </p:nvSpPr>
        <p:spPr>
          <a:xfrm>
            <a:off x="381002" y="787400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이 슬라이드를 복제</a:t>
            </a:r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(Ctrl+D)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해서 새 </a:t>
            </a:r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Top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을 구성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D45E427-43BE-6E28-AB42-1AC4CA1ACA6F}"/>
              </a:ext>
            </a:extLst>
          </p:cNvPr>
          <p:cNvSpPr/>
          <p:nvPr/>
        </p:nvSpPr>
        <p:spPr>
          <a:xfrm>
            <a:off x="1524000" y="1143001"/>
            <a:ext cx="9144000" cy="5461001"/>
          </a:xfrm>
          <a:prstGeom prst="roundRect">
            <a:avLst>
              <a:gd name="adj" fmla="val 2000"/>
            </a:avLst>
          </a:prstGeom>
          <a:noFill/>
          <a:ln w="19050" cap="flat" cmpd="sng" algn="ctr">
            <a:solidFill>
              <a:srgbClr val="9CA3AF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CFD27A-779E-C6D2-7AE3-4BD0EF5C0705}"/>
              </a:ext>
            </a:extLst>
          </p:cNvPr>
          <p:cNvSpPr txBox="1"/>
          <p:nvPr/>
        </p:nvSpPr>
        <p:spPr>
          <a:xfrm>
            <a:off x="1651002" y="1193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 b="1">
                <a:solidFill>
                  <a:srgbClr val="6B7280"/>
                </a:solidFill>
                <a:latin typeface="Malgun Gothic" panose="020B0503020000020004" pitchFamily="50" charset="-127"/>
              </a:rPr>
              <a:t>top_module_name</a:t>
            </a:r>
            <a:endParaRPr lang="ko-KR" altLang="en-US" sz="1001" b="1">
              <a:solidFill>
                <a:srgbClr val="6B728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229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396</TotalTime>
  <Words>1651</Words>
  <Application>Microsoft Office PowerPoint</Application>
  <PresentationFormat>와이드스크린</PresentationFormat>
  <Paragraphs>323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안성 정</dc:creator>
  <cp:lastModifiedBy>안성 정</cp:lastModifiedBy>
  <cp:revision>3</cp:revision>
  <dcterms:created xsi:type="dcterms:W3CDTF">2026-10-03T05:53:57Z</dcterms:created>
  <dcterms:modified xsi:type="dcterms:W3CDTF">2026-10-03T21:06:22Z</dcterms:modified>
</cp:coreProperties>
</file>