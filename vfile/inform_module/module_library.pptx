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9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999A5-531C-3E23-FC73-4104F6799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3BC52C-1BED-F0E2-729C-914C539A4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7B197-55F6-3932-BB2C-471936298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0794D6-7A5C-3F85-673F-EE06C99A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66FEA0-A576-8029-1857-6F43BDFA8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842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AE88-18F3-D3F4-9FE2-18AA5680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515D8D-466B-9A7B-618E-48128B0EA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C710D2-C227-AEC3-8CCB-337B68A32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26090F-70F9-E95E-D148-F6005EC4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217AB-9A58-2830-E153-40DF91842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62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801A1-4F6E-FA37-AD16-8EDF8DC2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D51651-2ECA-6229-BF1D-7329B089F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DD8B6A-13A4-3D4B-44AB-B64E56F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FCFE8F-8488-DED4-9062-875C1D6F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F3947-36FB-D5A9-80B1-A3900E3DD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4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9959E-9978-01DF-A817-E453DAED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27F357-43C1-846D-63A2-089798BE60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DC10D7-6E4C-2EE3-5DF8-E7AD5133D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D391D7-C17B-45DC-5E89-820BBB14E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10F918-8F28-B874-DE91-1B49C524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6AD67A-66F0-9B22-263B-9E8E6623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8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DE79A-D13B-D523-FC02-573CCF8C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0C0D74-AA16-3CEB-95C0-166554684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3126A-851F-17A7-35FB-9B428978F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5C4E3C-AB79-689E-FD57-4C6DE8414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D11D69-0CC0-4A9F-5B40-C75A18FA9B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380422-79BB-AA12-874C-4D72AAEF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B0835BF-7504-D678-4596-E5A5568A1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AD7B65E-39B0-0B66-8A09-A2E03C16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98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AA3B2-CB39-D45E-D81A-267EAFA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5759E7-1107-31EE-930E-1693BBFF2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61210E-6F77-61EF-26A7-2CB70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DEF377-5D02-4E0C-DCB1-D16CEB52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569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67DE74-32B2-FAA8-E627-08AC643C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970C74F-5EF5-1F30-701C-0989A1CC6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27591-7812-4342-117A-1CDF8DEA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633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A2125-469F-C1DE-56C2-789335A70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5CEF6-A83C-2929-8E80-C861B34F9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9398FB-13F0-3643-341A-C27E2C583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655B9B-BB7A-21FC-774A-CFBC2350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702525-A5E6-E93A-A573-E9D600E44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7D4846-C6BA-3584-B07D-3828F90B3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19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91EC8-1A1A-4A11-3B81-D9148BBAC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068222F-31F0-91F0-1AA7-EA925F827C1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E6359-389D-C575-44F3-D8EAA993A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0F9E02-6D92-248F-0C2D-7A4ECE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B06F06-E049-F2B8-6B36-508D8C0C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212769-B61B-E433-B6DF-9D2D0F870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59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74049-85B3-47AE-3BD5-19B6B1D7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46C14F-EE25-3261-25FA-3C3D9E151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B23A7-48AE-4C4F-EE89-CA4A7AF27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8FE1C-A24F-A08C-773B-0C94E4CA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5A753A-34B2-6660-A8BE-692213E29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153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854E831-F47A-00AB-9653-2F725589B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9B7DDA-ED08-C6AD-8D6A-F7E590296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E4B8B-64B0-F1E0-36BD-DC172C89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0B1DF-9B23-E7D3-9D15-E0FBDCAEE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EBE53-E249-D82F-A618-B9F86004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5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A398C5-BDDD-19DA-730B-7CB93470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71D8AC-7A11-6555-CC3E-348CE5329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1066F7-EF77-C4AC-4207-A2B36614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9C312-7B2E-4DDA-A9F8-AF76B6BCE6B9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38D252-7AA5-6254-6275-24EF346A34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3CD30F-EAC1-E39B-BF04-35E05E568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76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0E15B6-E302-20F6-6E14-50CBFDBC6CB3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MODULE LIBRARY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4A36C7-A3A1-EAFF-BBDF-4CFB705526A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모듈 라이브러리 사용법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4102A2-0797-C817-60D7-636866149E64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모듈을 블록으로 만들어 둠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복사해서 붙이고 연결선으로 와이어를 이어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 구성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5061F78-058E-22D2-9FC2-97D169E28DE9}"/>
              </a:ext>
            </a:extLst>
          </p:cNvPr>
          <p:cNvSpPr/>
          <p:nvPr/>
        </p:nvSpPr>
        <p:spPr>
          <a:xfrm>
            <a:off x="431799" y="12699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1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C149C-4969-9733-FD18-6FC20ECD35B6}"/>
              </a:ext>
            </a:extLst>
          </p:cNvPr>
          <p:cNvSpPr txBox="1"/>
          <p:nvPr/>
        </p:nvSpPr>
        <p:spPr>
          <a:xfrm>
            <a:off x="914401" y="12827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모듈 가져오기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EDB83-1486-E053-9EAD-CA38A2E78A10}"/>
              </a:ext>
            </a:extLst>
          </p:cNvPr>
          <p:cNvSpPr txBox="1"/>
          <p:nvPr/>
        </p:nvSpPr>
        <p:spPr>
          <a:xfrm>
            <a:off x="2540000" y="12954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2~4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슬라이드에서 필요한 블록 클릭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Ctrl+C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작업 슬라이드에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Ctrl+V.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블록은 그룹이라 한 번에 움직임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Ctrl+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드래그로 복제도 가능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B364D7E-75BF-1657-5A94-A42150CB0CA0}"/>
              </a:ext>
            </a:extLst>
          </p:cNvPr>
          <p:cNvSpPr/>
          <p:nvPr/>
        </p:nvSpPr>
        <p:spPr>
          <a:xfrm>
            <a:off x="431799" y="20574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2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3AB286-5F59-720A-053D-8E76E816D365}"/>
              </a:ext>
            </a:extLst>
          </p:cNvPr>
          <p:cNvSpPr txBox="1"/>
          <p:nvPr/>
        </p:nvSpPr>
        <p:spPr>
          <a:xfrm>
            <a:off x="914401" y="20701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와이어 연결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34C80-10B8-88E5-0A93-2CA31E4922AF}"/>
              </a:ext>
            </a:extLst>
          </p:cNvPr>
          <p:cNvSpPr txBox="1"/>
          <p:nvPr/>
        </p:nvSpPr>
        <p:spPr>
          <a:xfrm>
            <a:off x="2540000" y="20828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삽입 → 도형 → 선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연결선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꺾임 화살표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출력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초록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에서 입력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파랑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으로 드래그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핀에 회색 점이 뜰 때 놓으면 붙음 → 블록을 옮겨도 선이 따라옴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046ABA1-1956-90FC-6849-3FBA73A6CA3F}"/>
              </a:ext>
            </a:extLst>
          </p:cNvPr>
          <p:cNvSpPr/>
          <p:nvPr/>
        </p:nvSpPr>
        <p:spPr>
          <a:xfrm>
            <a:off x="431799" y="28447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3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B9FB5-456C-AB08-C70B-0059AD7EF396}"/>
              </a:ext>
            </a:extLst>
          </p:cNvPr>
          <p:cNvSpPr txBox="1"/>
          <p:nvPr/>
        </p:nvSpPr>
        <p:spPr>
          <a:xfrm>
            <a:off x="914401" y="28575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이름 바꾸기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B9E546-915F-EDEA-D633-71A6B3858E5F}"/>
              </a:ext>
            </a:extLst>
          </p:cNvPr>
          <p:cNvSpPr txBox="1"/>
          <p:nvPr/>
        </p:nvSpPr>
        <p:spPr>
          <a:xfrm>
            <a:off x="2540000" y="28702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인스턴스 이름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(U_?)·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포트 이름은 블록 클릭 → 글자를 한 번 더 클릭해서 수정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1B5228D-37ED-976C-683E-B5B2AFDCA8F4}"/>
              </a:ext>
            </a:extLst>
          </p:cNvPr>
          <p:cNvSpPr/>
          <p:nvPr/>
        </p:nvSpPr>
        <p:spPr>
          <a:xfrm>
            <a:off x="431799" y="36322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4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9BD648-CD9A-7093-AD9B-7C4C6ECC27C0}"/>
              </a:ext>
            </a:extLst>
          </p:cNvPr>
          <p:cNvSpPr txBox="1"/>
          <p:nvPr/>
        </p:nvSpPr>
        <p:spPr>
          <a:xfrm>
            <a:off x="914401" y="36449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/ 1</a:t>
            </a:r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비트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C55B6-9CD2-74BB-FBCE-6D7245A9A51D}"/>
              </a:ext>
            </a:extLst>
          </p:cNvPr>
          <p:cNvSpPr txBox="1"/>
          <p:nvPr/>
        </p:nvSpPr>
        <p:spPr>
          <a:xfrm>
            <a:off x="2540000" y="36576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여러 비트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는 굵은 남색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2.5pt, 1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비트는 얇은 회색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1.25pt.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서식 복사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(Ctrl+Shift+C/V)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로 같은 모양 적용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3C2D1A9-E614-33C6-21DE-C58580A284AF}"/>
              </a:ext>
            </a:extLst>
          </p:cNvPr>
          <p:cNvSpPr/>
          <p:nvPr/>
        </p:nvSpPr>
        <p:spPr>
          <a:xfrm>
            <a:off x="431799" y="44195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5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74FA17-F3A0-06BF-1873-EB839D15BDAF}"/>
              </a:ext>
            </a:extLst>
          </p:cNvPr>
          <p:cNvSpPr txBox="1"/>
          <p:nvPr/>
        </p:nvSpPr>
        <p:spPr>
          <a:xfrm>
            <a:off x="914401" y="44323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예시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AABB73-54A4-BA8A-DB62-F09A53791827}"/>
              </a:ext>
            </a:extLst>
          </p:cNvPr>
          <p:cNvSpPr txBox="1"/>
          <p:nvPr/>
        </p:nvSpPr>
        <p:spPr>
          <a:xfrm>
            <a:off x="2540000" y="44450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5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= top_adder_fnd_8bit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를 실제로 연결해 둔 예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블록을 끌어 보면 선이 따라오는 것 확인 가능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CD7A-50CC-DE3B-FECD-192195A32C3A}"/>
              </a:ext>
            </a:extLst>
          </p:cNvPr>
          <p:cNvSpPr txBox="1"/>
          <p:nvPr/>
        </p:nvSpPr>
        <p:spPr>
          <a:xfrm>
            <a:off x="9525002" y="1270001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범례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2DAC1FC-D580-E325-57E2-85C4F79DC98B}"/>
              </a:ext>
            </a:extLst>
          </p:cNvPr>
          <p:cNvSpPr/>
          <p:nvPr/>
        </p:nvSpPr>
        <p:spPr>
          <a:xfrm>
            <a:off x="9525001" y="1638300"/>
            <a:ext cx="101600" cy="101600"/>
          </a:xfrm>
          <a:prstGeom prst="rect">
            <a:avLst/>
          </a:prstGeom>
          <a:solidFill>
            <a:srgbClr val="60A5F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169D66-E6FE-102E-1306-48F368A3A8E0}"/>
              </a:ext>
            </a:extLst>
          </p:cNvPr>
          <p:cNvSpPr txBox="1"/>
          <p:nvPr/>
        </p:nvSpPr>
        <p:spPr>
          <a:xfrm>
            <a:off x="9753600" y="1612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F9BA471-E98B-EC20-9F65-D96689FA4265}"/>
              </a:ext>
            </a:extLst>
          </p:cNvPr>
          <p:cNvSpPr/>
          <p:nvPr/>
        </p:nvSpPr>
        <p:spPr>
          <a:xfrm>
            <a:off x="9524999" y="1930399"/>
            <a:ext cx="127001" cy="127001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4EF65F-FFEA-0AA7-60FF-6BA7A4ACCB77}"/>
              </a:ext>
            </a:extLst>
          </p:cNvPr>
          <p:cNvSpPr txBox="1"/>
          <p:nvPr/>
        </p:nvSpPr>
        <p:spPr>
          <a:xfrm>
            <a:off x="9753600" y="1917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5C89240-DC37-962C-2453-44427470B86F}"/>
              </a:ext>
            </a:extLst>
          </p:cNvPr>
          <p:cNvSpPr/>
          <p:nvPr/>
        </p:nvSpPr>
        <p:spPr>
          <a:xfrm>
            <a:off x="9525001" y="2247900"/>
            <a:ext cx="101600" cy="101600"/>
          </a:xfrm>
          <a:prstGeom prst="rect">
            <a:avLst/>
          </a:prstGeom>
          <a:solidFill>
            <a:srgbClr val="4ADE8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AB3C65-9305-A51D-71CA-7A151624CB97}"/>
              </a:ext>
            </a:extLst>
          </p:cNvPr>
          <p:cNvSpPr txBox="1"/>
          <p:nvPr/>
        </p:nvSpPr>
        <p:spPr>
          <a:xfrm>
            <a:off x="9753600" y="2222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84BA51-11FB-D9B7-3AC0-E0B1A01BD9FE}"/>
              </a:ext>
            </a:extLst>
          </p:cNvPr>
          <p:cNvSpPr/>
          <p:nvPr/>
        </p:nvSpPr>
        <p:spPr>
          <a:xfrm>
            <a:off x="9524999" y="2539999"/>
            <a:ext cx="127001" cy="127001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3C2A81-277E-4146-2FF0-BDBC79E8436A}"/>
              </a:ext>
            </a:extLst>
          </p:cNvPr>
          <p:cNvSpPr txBox="1"/>
          <p:nvPr/>
        </p:nvSpPr>
        <p:spPr>
          <a:xfrm>
            <a:off x="9753600" y="2527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B34CA6D-71E8-D285-ADF4-40DF15E139D6}"/>
              </a:ext>
            </a:extLst>
          </p:cNvPr>
          <p:cNvSpPr/>
          <p:nvPr/>
        </p:nvSpPr>
        <p:spPr>
          <a:xfrm>
            <a:off x="9525000" y="3048002"/>
            <a:ext cx="177801" cy="152400"/>
          </a:xfrm>
          <a:prstGeom prst="roundRect">
            <a:avLst/>
          </a:prstGeom>
          <a:solidFill>
            <a:srgbClr val="EEF2FF"/>
          </a:solidFill>
          <a:ln>
            <a:solidFill>
              <a:srgbClr val="3730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AEC757-7E03-B513-0068-0F509B0DC310}"/>
              </a:ext>
            </a:extLst>
          </p:cNvPr>
          <p:cNvSpPr txBox="1"/>
          <p:nvPr/>
        </p:nvSpPr>
        <p:spPr>
          <a:xfrm>
            <a:off x="9804400" y="3035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C1C8EAF-C8F7-628A-5731-1BA12EA768D2}"/>
              </a:ext>
            </a:extLst>
          </p:cNvPr>
          <p:cNvSpPr/>
          <p:nvPr/>
        </p:nvSpPr>
        <p:spPr>
          <a:xfrm>
            <a:off x="9525000" y="3352802"/>
            <a:ext cx="177801" cy="152400"/>
          </a:xfrm>
          <a:prstGeom prst="roundRect">
            <a:avLst/>
          </a:prstGeom>
          <a:solidFill>
            <a:srgbClr val="ECFEFF"/>
          </a:solidFill>
          <a:ln>
            <a:solidFill>
              <a:srgbClr val="0E74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F7B271-6B0E-0269-70FB-BE681FB23E7C}"/>
              </a:ext>
            </a:extLst>
          </p:cNvPr>
          <p:cNvSpPr txBox="1"/>
          <p:nvPr/>
        </p:nvSpPr>
        <p:spPr>
          <a:xfrm>
            <a:off x="9804400" y="33401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7FB783E-3662-B9B4-956C-4C1DEF9C6C4C}"/>
              </a:ext>
            </a:extLst>
          </p:cNvPr>
          <p:cNvSpPr/>
          <p:nvPr/>
        </p:nvSpPr>
        <p:spPr>
          <a:xfrm>
            <a:off x="9525000" y="3657602"/>
            <a:ext cx="177801" cy="152400"/>
          </a:xfrm>
          <a:prstGeom prst="round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55A4F4-A31A-4351-8650-C9996BCE311C}"/>
              </a:ext>
            </a:extLst>
          </p:cNvPr>
          <p:cNvSpPr txBox="1"/>
          <p:nvPr/>
        </p:nvSpPr>
        <p:spPr>
          <a:xfrm>
            <a:off x="9804400" y="3644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모듈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831063A-B9DC-472F-5CE8-90D34B151A80}"/>
              </a:ext>
            </a:extLst>
          </p:cNvPr>
          <p:cNvSpPr/>
          <p:nvPr/>
        </p:nvSpPr>
        <p:spPr>
          <a:xfrm>
            <a:off x="9525000" y="3962402"/>
            <a:ext cx="177801" cy="152400"/>
          </a:xfrm>
          <a:prstGeom prst="roundRect">
            <a:avLst/>
          </a:prstGeom>
          <a:solidFill>
            <a:srgbClr val="FEFCE8"/>
          </a:solidFill>
          <a:ln>
            <a:solidFill>
              <a:srgbClr val="A162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A71FCA-4F47-75A0-2F14-CB57F44DF669}"/>
              </a:ext>
            </a:extLst>
          </p:cNvPr>
          <p:cNvSpPr txBox="1"/>
          <p:nvPr/>
        </p:nvSpPr>
        <p:spPr>
          <a:xfrm>
            <a:off x="9804400" y="3949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상수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632A48F-46B9-85B6-9592-95DDAD187F49}"/>
              </a:ext>
            </a:extLst>
          </p:cNvPr>
          <p:cNvSpPr/>
          <p:nvPr/>
        </p:nvSpPr>
        <p:spPr>
          <a:xfrm>
            <a:off x="9525000" y="4267202"/>
            <a:ext cx="177801" cy="152400"/>
          </a:xfrm>
          <a:prstGeom prst="roundRect">
            <a:avLst/>
          </a:prstGeom>
          <a:solidFill>
            <a:srgbClr val="FFF7ED"/>
          </a:solidFill>
          <a:ln>
            <a:solidFill>
              <a:srgbClr val="C24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5D43D-4940-A61C-B0A0-DC8D5BE97FCE}"/>
              </a:ext>
            </a:extLst>
          </p:cNvPr>
          <p:cNvSpPr txBox="1"/>
          <p:nvPr/>
        </p:nvSpPr>
        <p:spPr>
          <a:xfrm>
            <a:off x="9804400" y="4254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I/O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01F4ABB-E1C4-11AE-BC25-269F89555E61}"/>
              </a:ext>
            </a:extLst>
          </p:cNvPr>
          <p:cNvSpPr/>
          <p:nvPr/>
        </p:nvSpPr>
        <p:spPr>
          <a:xfrm>
            <a:off x="9525000" y="4572002"/>
            <a:ext cx="177801" cy="152400"/>
          </a:xfrm>
          <a:prstGeom prst="roundRect">
            <a:avLst/>
          </a:prstGeom>
          <a:solidFill>
            <a:srgbClr val="FEF2F2"/>
          </a:solidFill>
          <a:ln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117EE4-8EC8-EB35-BF10-E49E4B3A201E}"/>
              </a:ext>
            </a:extLst>
          </p:cNvPr>
          <p:cNvSpPr txBox="1"/>
          <p:nvPr/>
        </p:nvSpPr>
        <p:spPr>
          <a:xfrm>
            <a:off x="9804400" y="4559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lib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에 파일 없음</a:t>
            </a:r>
          </a:p>
        </p:txBody>
      </p:sp>
      <p:grpSp>
        <p:nvGrpSpPr>
          <p:cNvPr id="43" name="demo_in">
            <a:extLst>
              <a:ext uri="{FF2B5EF4-FFF2-40B4-BE49-F238E27FC236}">
                <a16:creationId xmlns:a16="http://schemas.microsoft.com/office/drawing/2014/main" id="{84B2DB44-55DD-3B0C-28D1-57599D21AD13}"/>
              </a:ext>
            </a:extLst>
          </p:cNvPr>
          <p:cNvGrpSpPr/>
          <p:nvPr/>
        </p:nvGrpSpPr>
        <p:grpSpPr>
          <a:xfrm>
            <a:off x="914400" y="5715001"/>
            <a:ext cx="1549401" cy="254000"/>
            <a:chOff x="914400" y="5715000"/>
            <a:chExt cx="1549400" cy="254000"/>
          </a:xfrm>
        </p:grpSpPr>
        <p:sp>
          <p:nvSpPr>
            <p:cNvPr id="41" name="demo_in_body">
              <a:extLst>
                <a:ext uri="{FF2B5EF4-FFF2-40B4-BE49-F238E27FC236}">
                  <a16:creationId xmlns:a16="http://schemas.microsoft.com/office/drawing/2014/main" id="{3DED1DF5-9086-B3AB-8EFE-CC556168540C}"/>
                </a:ext>
              </a:extLst>
            </p:cNvPr>
            <p:cNvSpPr/>
            <p:nvPr/>
          </p:nvSpPr>
          <p:spPr>
            <a:xfrm>
              <a:off x="914400" y="571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demo_in_pin">
              <a:extLst>
                <a:ext uri="{FF2B5EF4-FFF2-40B4-BE49-F238E27FC236}">
                  <a16:creationId xmlns:a16="http://schemas.microsoft.com/office/drawing/2014/main" id="{8D85601A-477F-F7A6-8E35-E06FEF091500}"/>
                </a:ext>
              </a:extLst>
            </p:cNvPr>
            <p:cNvSpPr/>
            <p:nvPr/>
          </p:nvSpPr>
          <p:spPr>
            <a:xfrm>
              <a:off x="2336800" y="577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47" name="demo_m">
            <a:extLst>
              <a:ext uri="{FF2B5EF4-FFF2-40B4-BE49-F238E27FC236}">
                <a16:creationId xmlns:a16="http://schemas.microsoft.com/office/drawing/2014/main" id="{ED7DB6BF-447F-417C-5142-7DFE823FCEBD}"/>
              </a:ext>
            </a:extLst>
          </p:cNvPr>
          <p:cNvGrpSpPr/>
          <p:nvPr/>
        </p:nvGrpSpPr>
        <p:grpSpPr>
          <a:xfrm>
            <a:off x="3175002" y="5435602"/>
            <a:ext cx="1270000" cy="762000"/>
            <a:chOff x="3175000" y="5435600"/>
            <a:chExt cx="1270000" cy="762000"/>
          </a:xfrm>
        </p:grpSpPr>
        <p:sp>
          <p:nvSpPr>
            <p:cNvPr id="44" name="demo_m_body">
              <a:extLst>
                <a:ext uri="{FF2B5EF4-FFF2-40B4-BE49-F238E27FC236}">
                  <a16:creationId xmlns:a16="http://schemas.microsoft.com/office/drawing/2014/main" id="{F884303E-1454-5DAA-98C9-B537BCC628F5}"/>
                </a:ext>
              </a:extLst>
            </p:cNvPr>
            <p:cNvSpPr/>
            <p:nvPr/>
          </p:nvSpPr>
          <p:spPr>
            <a:xfrm>
              <a:off x="3302000" y="5435600"/>
              <a:ext cx="1143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module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demo_m_pin_i_a[7:0]">
              <a:extLst>
                <a:ext uri="{FF2B5EF4-FFF2-40B4-BE49-F238E27FC236}">
                  <a16:creationId xmlns:a16="http://schemas.microsoft.com/office/drawing/2014/main" id="{E111726C-EAFD-B6D9-972A-2C08E3D88938}"/>
                </a:ext>
              </a:extLst>
            </p:cNvPr>
            <p:cNvSpPr/>
            <p:nvPr/>
          </p:nvSpPr>
          <p:spPr>
            <a:xfrm>
              <a:off x="3175000" y="5905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demo_m_lbl_i_a[7:0]">
              <a:extLst>
                <a:ext uri="{FF2B5EF4-FFF2-40B4-BE49-F238E27FC236}">
                  <a16:creationId xmlns:a16="http://schemas.microsoft.com/office/drawing/2014/main" id="{5C619965-53AF-BAD3-7494-7C0F97331F4B}"/>
                </a:ext>
              </a:extLst>
            </p:cNvPr>
            <p:cNvSpPr txBox="1"/>
            <p:nvPr/>
          </p:nvSpPr>
          <p:spPr>
            <a:xfrm>
              <a:off x="3352800" y="5880100"/>
              <a:ext cx="698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704742F7-CE95-FF97-EC9D-E6197DC23E64}"/>
              </a:ext>
            </a:extLst>
          </p:cNvPr>
          <p:cNvCxnSpPr>
            <a:cxnSpLocks/>
            <a:stCxn id="42" idx="3"/>
            <a:endCxn id="45" idx="1"/>
          </p:cNvCxnSpPr>
          <p:nvPr/>
        </p:nvCxnSpPr>
        <p:spPr>
          <a:xfrm>
            <a:off x="2463801" y="5841999"/>
            <a:ext cx="711200" cy="12700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D443A18-B0D8-C72E-DE6E-754A228DF7CA}"/>
              </a:ext>
            </a:extLst>
          </p:cNvPr>
          <p:cNvSpPr txBox="1"/>
          <p:nvPr/>
        </p:nvSpPr>
        <p:spPr>
          <a:xfrm>
            <a:off x="4699002" y="57785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← 연결 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움직여 보면 선이 따라옴</a:t>
            </a:r>
          </a:p>
        </p:txBody>
      </p:sp>
    </p:spTree>
    <p:extLst>
      <p:ext uri="{BB962C8B-B14F-4D97-AF65-F5344CB8AC3E}">
        <p14:creationId xmlns:p14="http://schemas.microsoft.com/office/powerpoint/2010/main" val="241478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DD61D3-A6C8-B487-3C0E-6D18471B6C1C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①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E25B07-4556-B233-907D-15D5CECFA80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가산기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750A-D20B-68CE-7D11-1D233D5AB2F6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half_adder → full_adder → full_adder_4bit → full_adder_8bit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순으로 아래 모듈을 인스턴스로 사용</a:t>
            </a:r>
          </a:p>
        </p:txBody>
      </p:sp>
      <p:grpSp>
        <p:nvGrpSpPr>
          <p:cNvPr id="14" name="lib_ha">
            <a:extLst>
              <a:ext uri="{FF2B5EF4-FFF2-40B4-BE49-F238E27FC236}">
                <a16:creationId xmlns:a16="http://schemas.microsoft.com/office/drawing/2014/main" id="{E9466C28-F2C5-88EA-CF03-3FD72D33DEFD}"/>
              </a:ext>
            </a:extLst>
          </p:cNvPr>
          <p:cNvGrpSpPr/>
          <p:nvPr/>
        </p:nvGrpSpPr>
        <p:grpSpPr>
          <a:xfrm>
            <a:off x="660400" y="1270001"/>
            <a:ext cx="1727200" cy="1016000"/>
            <a:chOff x="660400" y="1270000"/>
            <a:chExt cx="1727200" cy="1016000"/>
          </a:xfrm>
        </p:grpSpPr>
        <p:sp>
          <p:nvSpPr>
            <p:cNvPr id="5" name="lib_ha_body">
              <a:extLst>
                <a:ext uri="{FF2B5EF4-FFF2-40B4-BE49-F238E27FC236}">
                  <a16:creationId xmlns:a16="http://schemas.microsoft.com/office/drawing/2014/main" id="{BAC64B3F-D4E9-6B73-B948-6DB4236F1918}"/>
                </a:ext>
              </a:extLst>
            </p:cNvPr>
            <p:cNvSpPr/>
            <p:nvPr/>
          </p:nvSpPr>
          <p:spPr>
            <a:xfrm>
              <a:off x="762000" y="1270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half_adder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U_HA?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ha_pin_i_a">
              <a:extLst>
                <a:ext uri="{FF2B5EF4-FFF2-40B4-BE49-F238E27FC236}">
                  <a16:creationId xmlns:a16="http://schemas.microsoft.com/office/drawing/2014/main" id="{74D14F0B-0053-B98C-3DF9-B7901EF5ADB5}"/>
                </a:ext>
              </a:extLst>
            </p:cNvPr>
            <p:cNvSpPr/>
            <p:nvPr/>
          </p:nvSpPr>
          <p:spPr>
            <a:xfrm>
              <a:off x="660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ha_lbl_i_a">
              <a:extLst>
                <a:ext uri="{FF2B5EF4-FFF2-40B4-BE49-F238E27FC236}">
                  <a16:creationId xmlns:a16="http://schemas.microsoft.com/office/drawing/2014/main" id="{9CDCB2A9-37F1-7D9B-897C-F84BA1594111}"/>
                </a:ext>
              </a:extLst>
            </p:cNvPr>
            <p:cNvSpPr txBox="1"/>
            <p:nvPr/>
          </p:nvSpPr>
          <p:spPr>
            <a:xfrm>
              <a:off x="812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ha_pin_i_b">
              <a:extLst>
                <a:ext uri="{FF2B5EF4-FFF2-40B4-BE49-F238E27FC236}">
                  <a16:creationId xmlns:a16="http://schemas.microsoft.com/office/drawing/2014/main" id="{B6E6C692-13B7-ADD8-8C17-846B3FD7A32B}"/>
                </a:ext>
              </a:extLst>
            </p:cNvPr>
            <p:cNvSpPr/>
            <p:nvPr/>
          </p:nvSpPr>
          <p:spPr>
            <a:xfrm>
              <a:off x="660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ha_lbl_i_b">
              <a:extLst>
                <a:ext uri="{FF2B5EF4-FFF2-40B4-BE49-F238E27FC236}">
                  <a16:creationId xmlns:a16="http://schemas.microsoft.com/office/drawing/2014/main" id="{116E3109-B330-C17F-CC15-BD2697542689}"/>
                </a:ext>
              </a:extLst>
            </p:cNvPr>
            <p:cNvSpPr txBox="1"/>
            <p:nvPr/>
          </p:nvSpPr>
          <p:spPr>
            <a:xfrm>
              <a:off x="812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ha_pin_o_sum">
              <a:extLst>
                <a:ext uri="{FF2B5EF4-FFF2-40B4-BE49-F238E27FC236}">
                  <a16:creationId xmlns:a16="http://schemas.microsoft.com/office/drawing/2014/main" id="{D21C33D5-4A0F-C144-53CF-6D3675DEB787}"/>
                </a:ext>
              </a:extLst>
            </p:cNvPr>
            <p:cNvSpPr/>
            <p:nvPr/>
          </p:nvSpPr>
          <p:spPr>
            <a:xfrm>
              <a:off x="2286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ha_lbl_o_sum">
              <a:extLst>
                <a:ext uri="{FF2B5EF4-FFF2-40B4-BE49-F238E27FC236}">
                  <a16:creationId xmlns:a16="http://schemas.microsoft.com/office/drawing/2014/main" id="{AEE6EAF2-2BD8-5C4D-BA94-1C748C8D7D81}"/>
                </a:ext>
              </a:extLst>
            </p:cNvPr>
            <p:cNvSpPr txBox="1"/>
            <p:nvPr/>
          </p:nvSpPr>
          <p:spPr>
            <a:xfrm>
              <a:off x="1346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ha_pin_o_cout">
              <a:extLst>
                <a:ext uri="{FF2B5EF4-FFF2-40B4-BE49-F238E27FC236}">
                  <a16:creationId xmlns:a16="http://schemas.microsoft.com/office/drawing/2014/main" id="{4967EB53-7BF9-4025-6A6C-EAFD5777E4B3}"/>
                </a:ext>
              </a:extLst>
            </p:cNvPr>
            <p:cNvSpPr/>
            <p:nvPr/>
          </p:nvSpPr>
          <p:spPr>
            <a:xfrm>
              <a:off x="2286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ha_lbl_o_cout">
              <a:extLst>
                <a:ext uri="{FF2B5EF4-FFF2-40B4-BE49-F238E27FC236}">
                  <a16:creationId xmlns:a16="http://schemas.microsoft.com/office/drawing/2014/main" id="{038F6188-1B08-E2FE-EBEE-FE33EA400EE1}"/>
                </a:ext>
              </a:extLst>
            </p:cNvPr>
            <p:cNvSpPr txBox="1"/>
            <p:nvPr/>
          </p:nvSpPr>
          <p:spPr>
            <a:xfrm>
              <a:off x="1346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6" name="lib_fa">
            <a:extLst>
              <a:ext uri="{FF2B5EF4-FFF2-40B4-BE49-F238E27FC236}">
                <a16:creationId xmlns:a16="http://schemas.microsoft.com/office/drawing/2014/main" id="{CBD1C6DB-C51C-6DC5-AB26-45D21488B5B9}"/>
              </a:ext>
            </a:extLst>
          </p:cNvPr>
          <p:cNvGrpSpPr/>
          <p:nvPr/>
        </p:nvGrpSpPr>
        <p:grpSpPr>
          <a:xfrm>
            <a:off x="3327401" y="1270002"/>
            <a:ext cx="1727200" cy="1270000"/>
            <a:chOff x="3327400" y="1270000"/>
            <a:chExt cx="1727200" cy="1270000"/>
          </a:xfrm>
        </p:grpSpPr>
        <p:sp>
          <p:nvSpPr>
            <p:cNvPr id="15" name="lib_fa_body">
              <a:extLst>
                <a:ext uri="{FF2B5EF4-FFF2-40B4-BE49-F238E27FC236}">
                  <a16:creationId xmlns:a16="http://schemas.microsoft.com/office/drawing/2014/main" id="{A43418E7-9FA3-D792-0579-FB9383D0BA45}"/>
                </a:ext>
              </a:extLst>
            </p:cNvPr>
            <p:cNvSpPr/>
            <p:nvPr/>
          </p:nvSpPr>
          <p:spPr>
            <a:xfrm>
              <a:off x="3429000" y="1270000"/>
              <a:ext cx="1524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lib_fa_pin_i_a">
              <a:extLst>
                <a:ext uri="{FF2B5EF4-FFF2-40B4-BE49-F238E27FC236}">
                  <a16:creationId xmlns:a16="http://schemas.microsoft.com/office/drawing/2014/main" id="{5C57AA27-8BB9-7B51-0DF6-5830544173B1}"/>
                </a:ext>
              </a:extLst>
            </p:cNvPr>
            <p:cNvSpPr/>
            <p:nvPr/>
          </p:nvSpPr>
          <p:spPr>
            <a:xfrm>
              <a:off x="3327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lib_fa_lbl_i_a">
              <a:extLst>
                <a:ext uri="{FF2B5EF4-FFF2-40B4-BE49-F238E27FC236}">
                  <a16:creationId xmlns:a16="http://schemas.microsoft.com/office/drawing/2014/main" id="{BD648153-49A0-1292-32F6-ADBC31344DB5}"/>
                </a:ext>
              </a:extLst>
            </p:cNvPr>
            <p:cNvSpPr txBox="1"/>
            <p:nvPr/>
          </p:nvSpPr>
          <p:spPr>
            <a:xfrm>
              <a:off x="3479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fa_pin_i_b">
              <a:extLst>
                <a:ext uri="{FF2B5EF4-FFF2-40B4-BE49-F238E27FC236}">
                  <a16:creationId xmlns:a16="http://schemas.microsoft.com/office/drawing/2014/main" id="{94768CC5-01F2-4ADB-83BC-722D85817E16}"/>
                </a:ext>
              </a:extLst>
            </p:cNvPr>
            <p:cNvSpPr/>
            <p:nvPr/>
          </p:nvSpPr>
          <p:spPr>
            <a:xfrm>
              <a:off x="3327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fa_lbl_i_b">
              <a:extLst>
                <a:ext uri="{FF2B5EF4-FFF2-40B4-BE49-F238E27FC236}">
                  <a16:creationId xmlns:a16="http://schemas.microsoft.com/office/drawing/2014/main" id="{B19F6C70-AB33-F350-32C7-A86E00B2EDED}"/>
                </a:ext>
              </a:extLst>
            </p:cNvPr>
            <p:cNvSpPr txBox="1"/>
            <p:nvPr/>
          </p:nvSpPr>
          <p:spPr>
            <a:xfrm>
              <a:off x="3479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fa_pin_i_cin">
              <a:extLst>
                <a:ext uri="{FF2B5EF4-FFF2-40B4-BE49-F238E27FC236}">
                  <a16:creationId xmlns:a16="http://schemas.microsoft.com/office/drawing/2014/main" id="{2470FD97-E937-EFEF-3097-C0F7FD328C75}"/>
                </a:ext>
              </a:extLst>
            </p:cNvPr>
            <p:cNvSpPr/>
            <p:nvPr/>
          </p:nvSpPr>
          <p:spPr>
            <a:xfrm>
              <a:off x="3327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fa_lbl_i_cin">
              <a:extLst>
                <a:ext uri="{FF2B5EF4-FFF2-40B4-BE49-F238E27FC236}">
                  <a16:creationId xmlns:a16="http://schemas.microsoft.com/office/drawing/2014/main" id="{2DEDDD22-69FE-505F-E405-17C055883A7F}"/>
                </a:ext>
              </a:extLst>
            </p:cNvPr>
            <p:cNvSpPr txBox="1"/>
            <p:nvPr/>
          </p:nvSpPr>
          <p:spPr>
            <a:xfrm>
              <a:off x="3479800" y="2222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fa_pin_o_sum">
              <a:extLst>
                <a:ext uri="{FF2B5EF4-FFF2-40B4-BE49-F238E27FC236}">
                  <a16:creationId xmlns:a16="http://schemas.microsoft.com/office/drawing/2014/main" id="{D939A47C-700A-6EC5-799F-935155C42BC8}"/>
                </a:ext>
              </a:extLst>
            </p:cNvPr>
            <p:cNvSpPr/>
            <p:nvPr/>
          </p:nvSpPr>
          <p:spPr>
            <a:xfrm>
              <a:off x="4953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fa_lbl_o_sum">
              <a:extLst>
                <a:ext uri="{FF2B5EF4-FFF2-40B4-BE49-F238E27FC236}">
                  <a16:creationId xmlns:a16="http://schemas.microsoft.com/office/drawing/2014/main" id="{7094DBD1-8B6D-A611-4E1E-5FB43EA5B27E}"/>
                </a:ext>
              </a:extLst>
            </p:cNvPr>
            <p:cNvSpPr txBox="1"/>
            <p:nvPr/>
          </p:nvSpPr>
          <p:spPr>
            <a:xfrm>
              <a:off x="4013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fa_pin_o_cout">
              <a:extLst>
                <a:ext uri="{FF2B5EF4-FFF2-40B4-BE49-F238E27FC236}">
                  <a16:creationId xmlns:a16="http://schemas.microsoft.com/office/drawing/2014/main" id="{BADAE4C7-9203-02EE-B916-5ED6DBBAA011}"/>
                </a:ext>
              </a:extLst>
            </p:cNvPr>
            <p:cNvSpPr/>
            <p:nvPr/>
          </p:nvSpPr>
          <p:spPr>
            <a:xfrm>
              <a:off x="4953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fa_lbl_o_cout">
              <a:extLst>
                <a:ext uri="{FF2B5EF4-FFF2-40B4-BE49-F238E27FC236}">
                  <a16:creationId xmlns:a16="http://schemas.microsoft.com/office/drawing/2014/main" id="{08BB10A2-110F-6C61-C1B8-19F47A8C10FD}"/>
                </a:ext>
              </a:extLst>
            </p:cNvPr>
            <p:cNvSpPr txBox="1"/>
            <p:nvPr/>
          </p:nvSpPr>
          <p:spPr>
            <a:xfrm>
              <a:off x="4013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8" name="lib_fa4">
            <a:extLst>
              <a:ext uri="{FF2B5EF4-FFF2-40B4-BE49-F238E27FC236}">
                <a16:creationId xmlns:a16="http://schemas.microsoft.com/office/drawing/2014/main" id="{EE549E72-0055-2165-49EC-36A588FA4BFC}"/>
              </a:ext>
            </a:extLst>
          </p:cNvPr>
          <p:cNvGrpSpPr/>
          <p:nvPr/>
        </p:nvGrpSpPr>
        <p:grpSpPr>
          <a:xfrm>
            <a:off x="5969001" y="1270002"/>
            <a:ext cx="2032000" cy="1270000"/>
            <a:chOff x="5969000" y="1270000"/>
            <a:chExt cx="2032000" cy="1270000"/>
          </a:xfrm>
        </p:grpSpPr>
        <p:sp>
          <p:nvSpPr>
            <p:cNvPr id="27" name="lib_fa4_body">
              <a:extLst>
                <a:ext uri="{FF2B5EF4-FFF2-40B4-BE49-F238E27FC236}">
                  <a16:creationId xmlns:a16="http://schemas.microsoft.com/office/drawing/2014/main" id="{5890524F-4A69-F87E-C86C-4F14BE66E351}"/>
                </a:ext>
              </a:extLst>
            </p:cNvPr>
            <p:cNvSpPr/>
            <p:nvPr/>
          </p:nvSpPr>
          <p:spPr>
            <a:xfrm>
              <a:off x="6096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fa4_pin_i_a[3:0]">
              <a:extLst>
                <a:ext uri="{FF2B5EF4-FFF2-40B4-BE49-F238E27FC236}">
                  <a16:creationId xmlns:a16="http://schemas.microsoft.com/office/drawing/2014/main" id="{B427F7EB-40EF-8D9D-A707-6BDF11429EDA}"/>
                </a:ext>
              </a:extLst>
            </p:cNvPr>
            <p:cNvSpPr/>
            <p:nvPr/>
          </p:nvSpPr>
          <p:spPr>
            <a:xfrm>
              <a:off x="5969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fa4_lbl_i_a[3:0]">
              <a:extLst>
                <a:ext uri="{FF2B5EF4-FFF2-40B4-BE49-F238E27FC236}">
                  <a16:creationId xmlns:a16="http://schemas.microsoft.com/office/drawing/2014/main" id="{150ADC26-4A1B-EB51-EE9E-2FEEE77E3423}"/>
                </a:ext>
              </a:extLst>
            </p:cNvPr>
            <p:cNvSpPr txBox="1"/>
            <p:nvPr/>
          </p:nvSpPr>
          <p:spPr>
            <a:xfrm>
              <a:off x="6146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lib_fa4_pin_i_b[3:0]">
              <a:extLst>
                <a:ext uri="{FF2B5EF4-FFF2-40B4-BE49-F238E27FC236}">
                  <a16:creationId xmlns:a16="http://schemas.microsoft.com/office/drawing/2014/main" id="{39BF609C-4EB0-A79B-6044-D4CE5A44FE7A}"/>
                </a:ext>
              </a:extLst>
            </p:cNvPr>
            <p:cNvSpPr/>
            <p:nvPr/>
          </p:nvSpPr>
          <p:spPr>
            <a:xfrm>
              <a:off x="5969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lib_fa4_lbl_i_b[3:0]">
              <a:extLst>
                <a:ext uri="{FF2B5EF4-FFF2-40B4-BE49-F238E27FC236}">
                  <a16:creationId xmlns:a16="http://schemas.microsoft.com/office/drawing/2014/main" id="{FA8D9EB9-A7BC-0E4F-B771-8FB1B57E7DAD}"/>
                </a:ext>
              </a:extLst>
            </p:cNvPr>
            <p:cNvSpPr txBox="1"/>
            <p:nvPr/>
          </p:nvSpPr>
          <p:spPr>
            <a:xfrm>
              <a:off x="6146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fa4_pin_i_cin">
              <a:extLst>
                <a:ext uri="{FF2B5EF4-FFF2-40B4-BE49-F238E27FC236}">
                  <a16:creationId xmlns:a16="http://schemas.microsoft.com/office/drawing/2014/main" id="{C55F1C24-330C-068B-5D84-10078C50AFFB}"/>
                </a:ext>
              </a:extLst>
            </p:cNvPr>
            <p:cNvSpPr/>
            <p:nvPr/>
          </p:nvSpPr>
          <p:spPr>
            <a:xfrm>
              <a:off x="5994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fa4_lbl_i_cin">
              <a:extLst>
                <a:ext uri="{FF2B5EF4-FFF2-40B4-BE49-F238E27FC236}">
                  <a16:creationId xmlns:a16="http://schemas.microsoft.com/office/drawing/2014/main" id="{875C21AC-48CD-EC3B-90BB-9ECCE3C35F36}"/>
                </a:ext>
              </a:extLst>
            </p:cNvPr>
            <p:cNvSpPr txBox="1"/>
            <p:nvPr/>
          </p:nvSpPr>
          <p:spPr>
            <a:xfrm>
              <a:off x="6146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fa4_pin_o_sum[3:0]">
              <a:extLst>
                <a:ext uri="{FF2B5EF4-FFF2-40B4-BE49-F238E27FC236}">
                  <a16:creationId xmlns:a16="http://schemas.microsoft.com/office/drawing/2014/main" id="{CEEDF328-F603-23AD-5597-21055836509D}"/>
                </a:ext>
              </a:extLst>
            </p:cNvPr>
            <p:cNvSpPr/>
            <p:nvPr/>
          </p:nvSpPr>
          <p:spPr>
            <a:xfrm>
              <a:off x="7874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fa4_lbl_o_sum[3:0]">
              <a:extLst>
                <a:ext uri="{FF2B5EF4-FFF2-40B4-BE49-F238E27FC236}">
                  <a16:creationId xmlns:a16="http://schemas.microsoft.com/office/drawing/2014/main" id="{25D06EDA-C716-6F80-3D7B-8C83428DA9E2}"/>
                </a:ext>
              </a:extLst>
            </p:cNvPr>
            <p:cNvSpPr txBox="1"/>
            <p:nvPr/>
          </p:nvSpPr>
          <p:spPr>
            <a:xfrm>
              <a:off x="6807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lib_fa4_pin_o_cout">
              <a:extLst>
                <a:ext uri="{FF2B5EF4-FFF2-40B4-BE49-F238E27FC236}">
                  <a16:creationId xmlns:a16="http://schemas.microsoft.com/office/drawing/2014/main" id="{85312B73-BD56-8358-FAD4-050A2EE095C0}"/>
                </a:ext>
              </a:extLst>
            </p:cNvPr>
            <p:cNvSpPr/>
            <p:nvPr/>
          </p:nvSpPr>
          <p:spPr>
            <a:xfrm>
              <a:off x="7874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lib_fa4_lbl_o_cout">
              <a:extLst>
                <a:ext uri="{FF2B5EF4-FFF2-40B4-BE49-F238E27FC236}">
                  <a16:creationId xmlns:a16="http://schemas.microsoft.com/office/drawing/2014/main" id="{4767A290-1CF5-ECCF-276D-E25DC15F15D9}"/>
                </a:ext>
              </a:extLst>
            </p:cNvPr>
            <p:cNvSpPr txBox="1"/>
            <p:nvPr/>
          </p:nvSpPr>
          <p:spPr>
            <a:xfrm>
              <a:off x="6807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lib_fa8">
            <a:extLst>
              <a:ext uri="{FF2B5EF4-FFF2-40B4-BE49-F238E27FC236}">
                <a16:creationId xmlns:a16="http://schemas.microsoft.com/office/drawing/2014/main" id="{85BEE5F5-4748-63B1-695F-0274EFE64421}"/>
              </a:ext>
            </a:extLst>
          </p:cNvPr>
          <p:cNvGrpSpPr/>
          <p:nvPr/>
        </p:nvGrpSpPr>
        <p:grpSpPr>
          <a:xfrm>
            <a:off x="9017001" y="1270002"/>
            <a:ext cx="2032000" cy="1270000"/>
            <a:chOff x="9017000" y="1270000"/>
            <a:chExt cx="2032000" cy="1270000"/>
          </a:xfrm>
        </p:grpSpPr>
        <p:sp>
          <p:nvSpPr>
            <p:cNvPr id="39" name="lib_fa8_body">
              <a:extLst>
                <a:ext uri="{FF2B5EF4-FFF2-40B4-BE49-F238E27FC236}">
                  <a16:creationId xmlns:a16="http://schemas.microsoft.com/office/drawing/2014/main" id="{FD9FB400-27A8-F310-5F28-63A8B5493B45}"/>
                </a:ext>
              </a:extLst>
            </p:cNvPr>
            <p:cNvSpPr/>
            <p:nvPr/>
          </p:nvSpPr>
          <p:spPr>
            <a:xfrm>
              <a:off x="9144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a8_pin_i_a[7:0]">
              <a:extLst>
                <a:ext uri="{FF2B5EF4-FFF2-40B4-BE49-F238E27FC236}">
                  <a16:creationId xmlns:a16="http://schemas.microsoft.com/office/drawing/2014/main" id="{22DB390C-5DA3-D4F6-9A46-3C2F3CE6D313}"/>
                </a:ext>
              </a:extLst>
            </p:cNvPr>
            <p:cNvSpPr/>
            <p:nvPr/>
          </p:nvSpPr>
          <p:spPr>
            <a:xfrm>
              <a:off x="9017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a8_lbl_i_a[7:0]">
              <a:extLst>
                <a:ext uri="{FF2B5EF4-FFF2-40B4-BE49-F238E27FC236}">
                  <a16:creationId xmlns:a16="http://schemas.microsoft.com/office/drawing/2014/main" id="{E03E248D-C281-5BAC-E8D6-E91E12CCF7A1}"/>
                </a:ext>
              </a:extLst>
            </p:cNvPr>
            <p:cNvSpPr txBox="1"/>
            <p:nvPr/>
          </p:nvSpPr>
          <p:spPr>
            <a:xfrm>
              <a:off x="9194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lib_fa8_pin_i_b[7:0]">
              <a:extLst>
                <a:ext uri="{FF2B5EF4-FFF2-40B4-BE49-F238E27FC236}">
                  <a16:creationId xmlns:a16="http://schemas.microsoft.com/office/drawing/2014/main" id="{B094E766-C13F-FAB3-D1BC-1B72D2E39F25}"/>
                </a:ext>
              </a:extLst>
            </p:cNvPr>
            <p:cNvSpPr/>
            <p:nvPr/>
          </p:nvSpPr>
          <p:spPr>
            <a:xfrm>
              <a:off x="9017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" name="lib_fa8_lbl_i_b[7:0]">
              <a:extLst>
                <a:ext uri="{FF2B5EF4-FFF2-40B4-BE49-F238E27FC236}">
                  <a16:creationId xmlns:a16="http://schemas.microsoft.com/office/drawing/2014/main" id="{9BF30047-B022-FB9E-4D55-12915AAA9985}"/>
                </a:ext>
              </a:extLst>
            </p:cNvPr>
            <p:cNvSpPr txBox="1"/>
            <p:nvPr/>
          </p:nvSpPr>
          <p:spPr>
            <a:xfrm>
              <a:off x="9194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lib_fa8_pin_i_cin">
              <a:extLst>
                <a:ext uri="{FF2B5EF4-FFF2-40B4-BE49-F238E27FC236}">
                  <a16:creationId xmlns:a16="http://schemas.microsoft.com/office/drawing/2014/main" id="{25BEECD8-F016-13D2-4F3C-49DA69EE562F}"/>
                </a:ext>
              </a:extLst>
            </p:cNvPr>
            <p:cNvSpPr/>
            <p:nvPr/>
          </p:nvSpPr>
          <p:spPr>
            <a:xfrm>
              <a:off x="9042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lib_fa8_lbl_i_cin">
              <a:extLst>
                <a:ext uri="{FF2B5EF4-FFF2-40B4-BE49-F238E27FC236}">
                  <a16:creationId xmlns:a16="http://schemas.microsoft.com/office/drawing/2014/main" id="{9ADD0E21-E3DF-9958-D3A8-8A90F62B5B1C}"/>
                </a:ext>
              </a:extLst>
            </p:cNvPr>
            <p:cNvSpPr txBox="1"/>
            <p:nvPr/>
          </p:nvSpPr>
          <p:spPr>
            <a:xfrm>
              <a:off x="9194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lib_fa8_pin_o_sum[7:0]">
              <a:extLst>
                <a:ext uri="{FF2B5EF4-FFF2-40B4-BE49-F238E27FC236}">
                  <a16:creationId xmlns:a16="http://schemas.microsoft.com/office/drawing/2014/main" id="{EB475396-4303-BCB0-2656-E0EE4F26448B}"/>
                </a:ext>
              </a:extLst>
            </p:cNvPr>
            <p:cNvSpPr/>
            <p:nvPr/>
          </p:nvSpPr>
          <p:spPr>
            <a:xfrm>
              <a:off x="10922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lib_fa8_lbl_o_sum[7:0]">
              <a:extLst>
                <a:ext uri="{FF2B5EF4-FFF2-40B4-BE49-F238E27FC236}">
                  <a16:creationId xmlns:a16="http://schemas.microsoft.com/office/drawing/2014/main" id="{EBA267E8-889F-0ABF-EA65-934DCA69B1E5}"/>
                </a:ext>
              </a:extLst>
            </p:cNvPr>
            <p:cNvSpPr txBox="1"/>
            <p:nvPr/>
          </p:nvSpPr>
          <p:spPr>
            <a:xfrm>
              <a:off x="9855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lib_fa8_pin_o_cout">
              <a:extLst>
                <a:ext uri="{FF2B5EF4-FFF2-40B4-BE49-F238E27FC236}">
                  <a16:creationId xmlns:a16="http://schemas.microsoft.com/office/drawing/2014/main" id="{31D82351-776A-1BD9-ED0E-F3AC35EE1A10}"/>
                </a:ext>
              </a:extLst>
            </p:cNvPr>
            <p:cNvSpPr/>
            <p:nvPr/>
          </p:nvSpPr>
          <p:spPr>
            <a:xfrm>
              <a:off x="10922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lib_fa8_lbl_o_cout">
              <a:extLst>
                <a:ext uri="{FF2B5EF4-FFF2-40B4-BE49-F238E27FC236}">
                  <a16:creationId xmlns:a16="http://schemas.microsoft.com/office/drawing/2014/main" id="{9C8B6769-DA55-802C-156E-917C8B56D6CB}"/>
                </a:ext>
              </a:extLst>
            </p:cNvPr>
            <p:cNvSpPr txBox="1"/>
            <p:nvPr/>
          </p:nvSpPr>
          <p:spPr>
            <a:xfrm>
              <a:off x="9855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89DCE42-2558-34A6-0B9E-359EC0287143}"/>
              </a:ext>
            </a:extLst>
          </p:cNvPr>
          <p:cNvSpPr txBox="1"/>
          <p:nvPr/>
        </p:nvSpPr>
        <p:spPr>
          <a:xfrm>
            <a:off x="381001" y="3683000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모듈 </a:t>
            </a:r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(vfile/source_file) —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블랙박스로 쓸 때</a:t>
            </a:r>
          </a:p>
        </p:txBody>
      </p:sp>
      <p:grpSp>
        <p:nvGrpSpPr>
          <p:cNvPr id="63" name="lib_top4">
            <a:extLst>
              <a:ext uri="{FF2B5EF4-FFF2-40B4-BE49-F238E27FC236}">
                <a16:creationId xmlns:a16="http://schemas.microsoft.com/office/drawing/2014/main" id="{EA896DAB-0421-B4F6-FCB9-E70C538C3C93}"/>
              </a:ext>
            </a:extLst>
          </p:cNvPr>
          <p:cNvGrpSpPr/>
          <p:nvPr/>
        </p:nvGrpSpPr>
        <p:grpSpPr>
          <a:xfrm>
            <a:off x="635000" y="4064002"/>
            <a:ext cx="2413001" cy="1270000"/>
            <a:chOff x="635000" y="4064000"/>
            <a:chExt cx="2413000" cy="1270000"/>
          </a:xfrm>
        </p:grpSpPr>
        <p:sp>
          <p:nvSpPr>
            <p:cNvPr id="52" name="lib_top4_body">
              <a:extLst>
                <a:ext uri="{FF2B5EF4-FFF2-40B4-BE49-F238E27FC236}">
                  <a16:creationId xmlns:a16="http://schemas.microsoft.com/office/drawing/2014/main" id="{8997AA0E-785C-5880-819C-7A1D25D5E5A4}"/>
                </a:ext>
              </a:extLst>
            </p:cNvPr>
            <p:cNvSpPr/>
            <p:nvPr/>
          </p:nvSpPr>
          <p:spPr>
            <a:xfrm>
              <a:off x="762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lib_top4_pin_i_a[3:0]">
              <a:extLst>
                <a:ext uri="{FF2B5EF4-FFF2-40B4-BE49-F238E27FC236}">
                  <a16:creationId xmlns:a16="http://schemas.microsoft.com/office/drawing/2014/main" id="{85F41456-89D8-CC26-DC8D-3587F0260527}"/>
                </a:ext>
              </a:extLst>
            </p:cNvPr>
            <p:cNvSpPr/>
            <p:nvPr/>
          </p:nvSpPr>
          <p:spPr>
            <a:xfrm>
              <a:off x="635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lib_top4_lbl_i_a[3:0]">
              <a:extLst>
                <a:ext uri="{FF2B5EF4-FFF2-40B4-BE49-F238E27FC236}">
                  <a16:creationId xmlns:a16="http://schemas.microsoft.com/office/drawing/2014/main" id="{15DF1E84-0206-E1D7-3BDA-B1E291092A13}"/>
                </a:ext>
              </a:extLst>
            </p:cNvPr>
            <p:cNvSpPr txBox="1"/>
            <p:nvPr/>
          </p:nvSpPr>
          <p:spPr>
            <a:xfrm>
              <a:off x="812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lib_top4_pin_i_b[3:0]">
              <a:extLst>
                <a:ext uri="{FF2B5EF4-FFF2-40B4-BE49-F238E27FC236}">
                  <a16:creationId xmlns:a16="http://schemas.microsoft.com/office/drawing/2014/main" id="{1463A217-A1AA-A36D-3234-B5A86EF2A4F8}"/>
                </a:ext>
              </a:extLst>
            </p:cNvPr>
            <p:cNvSpPr/>
            <p:nvPr/>
          </p:nvSpPr>
          <p:spPr>
            <a:xfrm>
              <a:off x="635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lib_top4_lbl_i_b[3:0]">
              <a:extLst>
                <a:ext uri="{FF2B5EF4-FFF2-40B4-BE49-F238E27FC236}">
                  <a16:creationId xmlns:a16="http://schemas.microsoft.com/office/drawing/2014/main" id="{1B53BDB9-E0A1-87CA-4001-9A2C15AD4B14}"/>
                </a:ext>
              </a:extLst>
            </p:cNvPr>
            <p:cNvSpPr txBox="1"/>
            <p:nvPr/>
          </p:nvSpPr>
          <p:spPr>
            <a:xfrm>
              <a:off x="812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lib_top4_pin_o_cout">
              <a:extLst>
                <a:ext uri="{FF2B5EF4-FFF2-40B4-BE49-F238E27FC236}">
                  <a16:creationId xmlns:a16="http://schemas.microsoft.com/office/drawing/2014/main" id="{0BDBBFCE-B123-D6CA-8DFC-E387435053C4}"/>
                </a:ext>
              </a:extLst>
            </p:cNvPr>
            <p:cNvSpPr/>
            <p:nvPr/>
          </p:nvSpPr>
          <p:spPr>
            <a:xfrm>
              <a:off x="2921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lib_top4_lbl_o_cout">
              <a:extLst>
                <a:ext uri="{FF2B5EF4-FFF2-40B4-BE49-F238E27FC236}">
                  <a16:creationId xmlns:a16="http://schemas.microsoft.com/office/drawing/2014/main" id="{85797806-9F6F-FEDF-2FB2-775246F08AD4}"/>
                </a:ext>
              </a:extLst>
            </p:cNvPr>
            <p:cNvSpPr txBox="1"/>
            <p:nvPr/>
          </p:nvSpPr>
          <p:spPr>
            <a:xfrm>
              <a:off x="1663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lib_top4_pin_o_fnd_com[3:0]">
              <a:extLst>
                <a:ext uri="{FF2B5EF4-FFF2-40B4-BE49-F238E27FC236}">
                  <a16:creationId xmlns:a16="http://schemas.microsoft.com/office/drawing/2014/main" id="{4803A011-6C0B-3E52-B7A0-30966D828A9B}"/>
                </a:ext>
              </a:extLst>
            </p:cNvPr>
            <p:cNvSpPr/>
            <p:nvPr/>
          </p:nvSpPr>
          <p:spPr>
            <a:xfrm>
              <a:off x="2921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lib_top4_lbl_o_fnd_com[3:0]">
              <a:extLst>
                <a:ext uri="{FF2B5EF4-FFF2-40B4-BE49-F238E27FC236}">
                  <a16:creationId xmlns:a16="http://schemas.microsoft.com/office/drawing/2014/main" id="{B8EBADDF-71D2-76E7-5040-89F150EF3920}"/>
                </a:ext>
              </a:extLst>
            </p:cNvPr>
            <p:cNvSpPr txBox="1"/>
            <p:nvPr/>
          </p:nvSpPr>
          <p:spPr>
            <a:xfrm>
              <a:off x="1663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lib_top4_pin_o_fnd_data[7:0]">
              <a:extLst>
                <a:ext uri="{FF2B5EF4-FFF2-40B4-BE49-F238E27FC236}">
                  <a16:creationId xmlns:a16="http://schemas.microsoft.com/office/drawing/2014/main" id="{0FAC9C05-BAB9-5A66-200F-EC20EDE1B8C2}"/>
                </a:ext>
              </a:extLst>
            </p:cNvPr>
            <p:cNvSpPr/>
            <p:nvPr/>
          </p:nvSpPr>
          <p:spPr>
            <a:xfrm>
              <a:off x="2921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lib_top4_lbl_o_fnd_data[7:0]">
              <a:extLst>
                <a:ext uri="{FF2B5EF4-FFF2-40B4-BE49-F238E27FC236}">
                  <a16:creationId xmlns:a16="http://schemas.microsoft.com/office/drawing/2014/main" id="{2D51BE08-BFCC-BCBB-F3AE-DCC824994820}"/>
                </a:ext>
              </a:extLst>
            </p:cNvPr>
            <p:cNvSpPr txBox="1"/>
            <p:nvPr/>
          </p:nvSpPr>
          <p:spPr>
            <a:xfrm>
              <a:off x="1663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lib_top8">
            <a:extLst>
              <a:ext uri="{FF2B5EF4-FFF2-40B4-BE49-F238E27FC236}">
                <a16:creationId xmlns:a16="http://schemas.microsoft.com/office/drawing/2014/main" id="{7A98CF88-9011-8963-68D8-0F444C8F4DBB}"/>
              </a:ext>
            </a:extLst>
          </p:cNvPr>
          <p:cNvGrpSpPr/>
          <p:nvPr/>
        </p:nvGrpSpPr>
        <p:grpSpPr>
          <a:xfrm>
            <a:off x="4191000" y="4064002"/>
            <a:ext cx="2413001" cy="1270000"/>
            <a:chOff x="4191000" y="4064000"/>
            <a:chExt cx="2413000" cy="1270000"/>
          </a:xfrm>
        </p:grpSpPr>
        <p:sp>
          <p:nvSpPr>
            <p:cNvPr id="64" name="lib_top8_body">
              <a:extLst>
                <a:ext uri="{FF2B5EF4-FFF2-40B4-BE49-F238E27FC236}">
                  <a16:creationId xmlns:a16="http://schemas.microsoft.com/office/drawing/2014/main" id="{10DCC8B7-2037-563E-5DEC-C5E2C1DAB0DD}"/>
                </a:ext>
              </a:extLst>
            </p:cNvPr>
            <p:cNvSpPr/>
            <p:nvPr/>
          </p:nvSpPr>
          <p:spPr>
            <a:xfrm>
              <a:off x="4318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lib_top8_pin_i_sel[1:0]">
              <a:extLst>
                <a:ext uri="{FF2B5EF4-FFF2-40B4-BE49-F238E27FC236}">
                  <a16:creationId xmlns:a16="http://schemas.microsoft.com/office/drawing/2014/main" id="{AEE64EBA-BC87-9B3E-AAF3-80A9C946E84E}"/>
                </a:ext>
              </a:extLst>
            </p:cNvPr>
            <p:cNvSpPr/>
            <p:nvPr/>
          </p:nvSpPr>
          <p:spPr>
            <a:xfrm>
              <a:off x="4191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lib_top8_lbl_i_sel[1:0]">
              <a:extLst>
                <a:ext uri="{FF2B5EF4-FFF2-40B4-BE49-F238E27FC236}">
                  <a16:creationId xmlns:a16="http://schemas.microsoft.com/office/drawing/2014/main" id="{C828DAC3-B8B1-1F14-DD1F-4F789BF18373}"/>
                </a:ext>
              </a:extLst>
            </p:cNvPr>
            <p:cNvSpPr txBox="1"/>
            <p:nvPr/>
          </p:nvSpPr>
          <p:spPr>
            <a:xfrm>
              <a:off x="4368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lib_top8_pin_i_a[7:0]">
              <a:extLst>
                <a:ext uri="{FF2B5EF4-FFF2-40B4-BE49-F238E27FC236}">
                  <a16:creationId xmlns:a16="http://schemas.microsoft.com/office/drawing/2014/main" id="{C6935449-8F36-2789-DF85-7391B4D8F9EA}"/>
                </a:ext>
              </a:extLst>
            </p:cNvPr>
            <p:cNvSpPr/>
            <p:nvPr/>
          </p:nvSpPr>
          <p:spPr>
            <a:xfrm>
              <a:off x="4191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lib_top8_lbl_i_a[7:0]">
              <a:extLst>
                <a:ext uri="{FF2B5EF4-FFF2-40B4-BE49-F238E27FC236}">
                  <a16:creationId xmlns:a16="http://schemas.microsoft.com/office/drawing/2014/main" id="{E066220B-C530-D140-6C85-B3EE83175A10}"/>
                </a:ext>
              </a:extLst>
            </p:cNvPr>
            <p:cNvSpPr txBox="1"/>
            <p:nvPr/>
          </p:nvSpPr>
          <p:spPr>
            <a:xfrm>
              <a:off x="4368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lib_top8_pin_i_b[7:0]">
              <a:extLst>
                <a:ext uri="{FF2B5EF4-FFF2-40B4-BE49-F238E27FC236}">
                  <a16:creationId xmlns:a16="http://schemas.microsoft.com/office/drawing/2014/main" id="{6772DA9D-F3BA-F944-4F44-4CE575790B80}"/>
                </a:ext>
              </a:extLst>
            </p:cNvPr>
            <p:cNvSpPr/>
            <p:nvPr/>
          </p:nvSpPr>
          <p:spPr>
            <a:xfrm>
              <a:off x="4191000" y="504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lib_top8_lbl_i_b[7:0]">
              <a:extLst>
                <a:ext uri="{FF2B5EF4-FFF2-40B4-BE49-F238E27FC236}">
                  <a16:creationId xmlns:a16="http://schemas.microsoft.com/office/drawing/2014/main" id="{3BCEA2A3-CE96-7F76-6E05-B0A4CE39BEAD}"/>
                </a:ext>
              </a:extLst>
            </p:cNvPr>
            <p:cNvSpPr txBox="1"/>
            <p:nvPr/>
          </p:nvSpPr>
          <p:spPr>
            <a:xfrm>
              <a:off x="43688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1" name="lib_top8_pin_o_cout">
              <a:extLst>
                <a:ext uri="{FF2B5EF4-FFF2-40B4-BE49-F238E27FC236}">
                  <a16:creationId xmlns:a16="http://schemas.microsoft.com/office/drawing/2014/main" id="{24DC651D-6AF8-4544-AEF7-6F0CA49F4FE3}"/>
                </a:ext>
              </a:extLst>
            </p:cNvPr>
            <p:cNvSpPr/>
            <p:nvPr/>
          </p:nvSpPr>
          <p:spPr>
            <a:xfrm>
              <a:off x="6477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lib_top8_lbl_o_cout">
              <a:extLst>
                <a:ext uri="{FF2B5EF4-FFF2-40B4-BE49-F238E27FC236}">
                  <a16:creationId xmlns:a16="http://schemas.microsoft.com/office/drawing/2014/main" id="{D04547F7-EA97-08DD-2C2B-EB08EC079874}"/>
                </a:ext>
              </a:extLst>
            </p:cNvPr>
            <p:cNvSpPr txBox="1"/>
            <p:nvPr/>
          </p:nvSpPr>
          <p:spPr>
            <a:xfrm>
              <a:off x="5219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lib_top8_pin_o_fnd_com[3:0]">
              <a:extLst>
                <a:ext uri="{FF2B5EF4-FFF2-40B4-BE49-F238E27FC236}">
                  <a16:creationId xmlns:a16="http://schemas.microsoft.com/office/drawing/2014/main" id="{19C1098C-EF76-C344-B956-5CD4497DF06B}"/>
                </a:ext>
              </a:extLst>
            </p:cNvPr>
            <p:cNvSpPr/>
            <p:nvPr/>
          </p:nvSpPr>
          <p:spPr>
            <a:xfrm>
              <a:off x="6477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lib_top8_lbl_o_fnd_com[3:0]">
              <a:extLst>
                <a:ext uri="{FF2B5EF4-FFF2-40B4-BE49-F238E27FC236}">
                  <a16:creationId xmlns:a16="http://schemas.microsoft.com/office/drawing/2014/main" id="{4622E5D4-EE82-EFA1-FADE-4D2DFB2321C0}"/>
                </a:ext>
              </a:extLst>
            </p:cNvPr>
            <p:cNvSpPr txBox="1"/>
            <p:nvPr/>
          </p:nvSpPr>
          <p:spPr>
            <a:xfrm>
              <a:off x="5219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lib_top8_pin_o_fnd_data[7:0]">
              <a:extLst>
                <a:ext uri="{FF2B5EF4-FFF2-40B4-BE49-F238E27FC236}">
                  <a16:creationId xmlns:a16="http://schemas.microsoft.com/office/drawing/2014/main" id="{C5E31819-A1A6-0E88-61A2-80ABDF0D109B}"/>
                </a:ext>
              </a:extLst>
            </p:cNvPr>
            <p:cNvSpPr/>
            <p:nvPr/>
          </p:nvSpPr>
          <p:spPr>
            <a:xfrm>
              <a:off x="6477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lib_top8_lbl_o_fnd_data[7:0]">
              <a:extLst>
                <a:ext uri="{FF2B5EF4-FFF2-40B4-BE49-F238E27FC236}">
                  <a16:creationId xmlns:a16="http://schemas.microsoft.com/office/drawing/2014/main" id="{229F9CA2-DE2C-E4C9-1CDC-970B6BF58CE4}"/>
                </a:ext>
              </a:extLst>
            </p:cNvPr>
            <p:cNvSpPr txBox="1"/>
            <p:nvPr/>
          </p:nvSpPr>
          <p:spPr>
            <a:xfrm>
              <a:off x="5219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208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9B5F67-E1F8-B2E5-C0A6-83AE370195B8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②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460C9-58B9-4DE5-BEFA-025C9AFC6E89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FND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표시용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F414BD-CE42-1648-687B-D3894C45542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빨간 블록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(decoder_2x4, fnd_decoder)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은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에서 쓰지만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 파일이 없음 → 포트는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의 연결 기준</a:t>
            </a:r>
          </a:p>
        </p:txBody>
      </p:sp>
      <p:grpSp>
        <p:nvGrpSpPr>
          <p:cNvPr id="16" name="lib_split">
            <a:extLst>
              <a:ext uri="{FF2B5EF4-FFF2-40B4-BE49-F238E27FC236}">
                <a16:creationId xmlns:a16="http://schemas.microsoft.com/office/drawing/2014/main" id="{E72FD931-C2FC-68CC-7262-9693A59E46B5}"/>
              </a:ext>
            </a:extLst>
          </p:cNvPr>
          <p:cNvGrpSpPr/>
          <p:nvPr/>
        </p:nvGrpSpPr>
        <p:grpSpPr>
          <a:xfrm>
            <a:off x="634999" y="1270001"/>
            <a:ext cx="2159001" cy="1524000"/>
            <a:chOff x="635000" y="1270000"/>
            <a:chExt cx="2159000" cy="1524000"/>
          </a:xfrm>
        </p:grpSpPr>
        <p:sp>
          <p:nvSpPr>
            <p:cNvPr id="5" name="lib_split_body">
              <a:extLst>
                <a:ext uri="{FF2B5EF4-FFF2-40B4-BE49-F238E27FC236}">
                  <a16:creationId xmlns:a16="http://schemas.microsoft.com/office/drawing/2014/main" id="{1753060B-7496-493F-1E3E-2AE22EE45A1B}"/>
                </a:ext>
              </a:extLst>
            </p:cNvPr>
            <p:cNvSpPr/>
            <p:nvPr/>
          </p:nvSpPr>
          <p:spPr>
            <a:xfrm>
              <a:off x="762000" y="1270000"/>
              <a:ext cx="1905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 #(WIDTH=9)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split_pin_i_data[8:0]">
              <a:extLst>
                <a:ext uri="{FF2B5EF4-FFF2-40B4-BE49-F238E27FC236}">
                  <a16:creationId xmlns:a16="http://schemas.microsoft.com/office/drawing/2014/main" id="{78FE123F-4DB2-E83C-064F-8A389D582BBE}"/>
                </a:ext>
              </a:extLst>
            </p:cNvPr>
            <p:cNvSpPr/>
            <p:nvPr/>
          </p:nvSpPr>
          <p:spPr>
            <a:xfrm>
              <a:off x="63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split_lbl_i_data[8:0]">
              <a:extLst>
                <a:ext uri="{FF2B5EF4-FFF2-40B4-BE49-F238E27FC236}">
                  <a16:creationId xmlns:a16="http://schemas.microsoft.com/office/drawing/2014/main" id="{FFAFE3DB-277A-043A-66BA-86BD13DD322A}"/>
                </a:ext>
              </a:extLst>
            </p:cNvPr>
            <p:cNvSpPr txBox="1"/>
            <p:nvPr/>
          </p:nvSpPr>
          <p:spPr>
            <a:xfrm>
              <a:off x="812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split_pin_o_digit_1[3:0]">
              <a:extLst>
                <a:ext uri="{FF2B5EF4-FFF2-40B4-BE49-F238E27FC236}">
                  <a16:creationId xmlns:a16="http://schemas.microsoft.com/office/drawing/2014/main" id="{A6D627BB-9CB6-12F6-BD17-0F92449ACFB5}"/>
                </a:ext>
              </a:extLst>
            </p:cNvPr>
            <p:cNvSpPr/>
            <p:nvPr/>
          </p:nvSpPr>
          <p:spPr>
            <a:xfrm>
              <a:off x="2667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split_lbl_o_digit_1[3:0]">
              <a:extLst>
                <a:ext uri="{FF2B5EF4-FFF2-40B4-BE49-F238E27FC236}">
                  <a16:creationId xmlns:a16="http://schemas.microsoft.com/office/drawing/2014/main" id="{5B6A632E-7ED5-DB1E-38D0-9790BF75B273}"/>
                </a:ext>
              </a:extLst>
            </p:cNvPr>
            <p:cNvSpPr txBox="1"/>
            <p:nvPr/>
          </p:nvSpPr>
          <p:spPr>
            <a:xfrm>
              <a:off x="1536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split_pin_o_digit_10[3:0]">
              <a:extLst>
                <a:ext uri="{FF2B5EF4-FFF2-40B4-BE49-F238E27FC236}">
                  <a16:creationId xmlns:a16="http://schemas.microsoft.com/office/drawing/2014/main" id="{9E2FE2D3-037C-21E4-A7D1-661FBE0EB9C4}"/>
                </a:ext>
              </a:extLst>
            </p:cNvPr>
            <p:cNvSpPr/>
            <p:nvPr/>
          </p:nvSpPr>
          <p:spPr>
            <a:xfrm>
              <a:off x="2667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split_lbl_o_digit_10[3:0]">
              <a:extLst>
                <a:ext uri="{FF2B5EF4-FFF2-40B4-BE49-F238E27FC236}">
                  <a16:creationId xmlns:a16="http://schemas.microsoft.com/office/drawing/2014/main" id="{C723A7F5-DCFC-E877-A3F1-1D71323A0193}"/>
                </a:ext>
              </a:extLst>
            </p:cNvPr>
            <p:cNvSpPr txBox="1"/>
            <p:nvPr/>
          </p:nvSpPr>
          <p:spPr>
            <a:xfrm>
              <a:off x="15367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split_pin_o_digit_100[3:0]">
              <a:extLst>
                <a:ext uri="{FF2B5EF4-FFF2-40B4-BE49-F238E27FC236}">
                  <a16:creationId xmlns:a16="http://schemas.microsoft.com/office/drawing/2014/main" id="{0BE416EB-E5E2-E055-90D7-AD6AD7755B8C}"/>
                </a:ext>
              </a:extLst>
            </p:cNvPr>
            <p:cNvSpPr/>
            <p:nvPr/>
          </p:nvSpPr>
          <p:spPr>
            <a:xfrm>
              <a:off x="2667000" y="224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split_lbl_o_digit_100[3:0]">
              <a:extLst>
                <a:ext uri="{FF2B5EF4-FFF2-40B4-BE49-F238E27FC236}">
                  <a16:creationId xmlns:a16="http://schemas.microsoft.com/office/drawing/2014/main" id="{113343E4-2DC9-5193-5023-01CDC1EADDCB}"/>
                </a:ext>
              </a:extLst>
            </p:cNvPr>
            <p:cNvSpPr txBox="1"/>
            <p:nvPr/>
          </p:nvSpPr>
          <p:spPr>
            <a:xfrm>
              <a:off x="15367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lib_split_pin_o_digit_1000[3:0]">
              <a:extLst>
                <a:ext uri="{FF2B5EF4-FFF2-40B4-BE49-F238E27FC236}">
                  <a16:creationId xmlns:a16="http://schemas.microsoft.com/office/drawing/2014/main" id="{00BEBF10-2611-F9B0-32E4-4C97A88781E3}"/>
                </a:ext>
              </a:extLst>
            </p:cNvPr>
            <p:cNvSpPr/>
            <p:nvPr/>
          </p:nvSpPr>
          <p:spPr>
            <a:xfrm>
              <a:off x="2667000" y="250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lib_split_lbl_o_digit_1000[3:0]">
              <a:extLst>
                <a:ext uri="{FF2B5EF4-FFF2-40B4-BE49-F238E27FC236}">
                  <a16:creationId xmlns:a16="http://schemas.microsoft.com/office/drawing/2014/main" id="{6679AFA7-A141-F6D5-F9E0-739D31BFFD26}"/>
                </a:ext>
              </a:extLst>
            </p:cNvPr>
            <p:cNvSpPr txBox="1"/>
            <p:nvPr/>
          </p:nvSpPr>
          <p:spPr>
            <a:xfrm>
              <a:off x="15367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0" name="lib_mux">
            <a:extLst>
              <a:ext uri="{FF2B5EF4-FFF2-40B4-BE49-F238E27FC236}">
                <a16:creationId xmlns:a16="http://schemas.microsoft.com/office/drawing/2014/main" id="{A522ADFF-AC81-1FEB-8857-FCB14A5CE7CA}"/>
              </a:ext>
            </a:extLst>
          </p:cNvPr>
          <p:cNvGrpSpPr/>
          <p:nvPr/>
        </p:nvGrpSpPr>
        <p:grpSpPr>
          <a:xfrm>
            <a:off x="3682999" y="1270002"/>
            <a:ext cx="2159001" cy="1778000"/>
            <a:chOff x="3683000" y="1270000"/>
            <a:chExt cx="2159000" cy="1778000"/>
          </a:xfrm>
        </p:grpSpPr>
        <p:sp>
          <p:nvSpPr>
            <p:cNvPr id="17" name="lib_mux_body">
              <a:extLst>
                <a:ext uri="{FF2B5EF4-FFF2-40B4-BE49-F238E27FC236}">
                  <a16:creationId xmlns:a16="http://schemas.microsoft.com/office/drawing/2014/main" id="{B462CE22-E961-1E0A-2EB7-2B2082BE64D3}"/>
                </a:ext>
              </a:extLst>
            </p:cNvPr>
            <p:cNvSpPr/>
            <p:nvPr/>
          </p:nvSpPr>
          <p:spPr>
            <a:xfrm>
              <a:off x="3810000" y="1270000"/>
              <a:ext cx="19050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 #(WIDTH=4)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mux_pin_i_d0[3:0]">
              <a:extLst>
                <a:ext uri="{FF2B5EF4-FFF2-40B4-BE49-F238E27FC236}">
                  <a16:creationId xmlns:a16="http://schemas.microsoft.com/office/drawing/2014/main" id="{AA3B67C0-8EFE-87D4-6FFB-7A62C2ACAD13}"/>
                </a:ext>
              </a:extLst>
            </p:cNvPr>
            <p:cNvSpPr/>
            <p:nvPr/>
          </p:nvSpPr>
          <p:spPr>
            <a:xfrm>
              <a:off x="3683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mux_lbl_i_d0[3:0]">
              <a:extLst>
                <a:ext uri="{FF2B5EF4-FFF2-40B4-BE49-F238E27FC236}">
                  <a16:creationId xmlns:a16="http://schemas.microsoft.com/office/drawing/2014/main" id="{185B2F2A-D739-2CBB-0199-D808ED54D3B4}"/>
                </a:ext>
              </a:extLst>
            </p:cNvPr>
            <p:cNvSpPr txBox="1"/>
            <p:nvPr/>
          </p:nvSpPr>
          <p:spPr>
            <a:xfrm>
              <a:off x="3860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mux_pin_i_d1[3:0]">
              <a:extLst>
                <a:ext uri="{FF2B5EF4-FFF2-40B4-BE49-F238E27FC236}">
                  <a16:creationId xmlns:a16="http://schemas.microsoft.com/office/drawing/2014/main" id="{F1B4765F-7CDC-FF33-0380-6017CB74711B}"/>
                </a:ext>
              </a:extLst>
            </p:cNvPr>
            <p:cNvSpPr/>
            <p:nvPr/>
          </p:nvSpPr>
          <p:spPr>
            <a:xfrm>
              <a:off x="3683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mux_lbl_i_d1[3:0]">
              <a:extLst>
                <a:ext uri="{FF2B5EF4-FFF2-40B4-BE49-F238E27FC236}">
                  <a16:creationId xmlns:a16="http://schemas.microsoft.com/office/drawing/2014/main" id="{411EBC85-33E6-6578-1465-11D3ECFB98F2}"/>
                </a:ext>
              </a:extLst>
            </p:cNvPr>
            <p:cNvSpPr txBox="1"/>
            <p:nvPr/>
          </p:nvSpPr>
          <p:spPr>
            <a:xfrm>
              <a:off x="38608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mux_pin_i_d2[3:0]">
              <a:extLst>
                <a:ext uri="{FF2B5EF4-FFF2-40B4-BE49-F238E27FC236}">
                  <a16:creationId xmlns:a16="http://schemas.microsoft.com/office/drawing/2014/main" id="{9517A7FE-35BA-1874-926D-D1A7327689AA}"/>
                </a:ext>
              </a:extLst>
            </p:cNvPr>
            <p:cNvSpPr/>
            <p:nvPr/>
          </p:nvSpPr>
          <p:spPr>
            <a:xfrm>
              <a:off x="3683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mux_lbl_i_d2[3:0]">
              <a:extLst>
                <a:ext uri="{FF2B5EF4-FFF2-40B4-BE49-F238E27FC236}">
                  <a16:creationId xmlns:a16="http://schemas.microsoft.com/office/drawing/2014/main" id="{8BEE6AB3-6AF8-43AD-6A63-7DE0B43EFFB0}"/>
                </a:ext>
              </a:extLst>
            </p:cNvPr>
            <p:cNvSpPr txBox="1"/>
            <p:nvPr/>
          </p:nvSpPr>
          <p:spPr>
            <a:xfrm>
              <a:off x="38608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mux_pin_i_d3[3:0]">
              <a:extLst>
                <a:ext uri="{FF2B5EF4-FFF2-40B4-BE49-F238E27FC236}">
                  <a16:creationId xmlns:a16="http://schemas.microsoft.com/office/drawing/2014/main" id="{CC6C065E-0DB5-45B0-2FB3-66AD08D77A01}"/>
                </a:ext>
              </a:extLst>
            </p:cNvPr>
            <p:cNvSpPr/>
            <p:nvPr/>
          </p:nvSpPr>
          <p:spPr>
            <a:xfrm>
              <a:off x="3683000" y="250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mux_lbl_i_d3[3:0]">
              <a:extLst>
                <a:ext uri="{FF2B5EF4-FFF2-40B4-BE49-F238E27FC236}">
                  <a16:creationId xmlns:a16="http://schemas.microsoft.com/office/drawing/2014/main" id="{16EA7126-DB4F-96AA-5981-D978213458FE}"/>
                </a:ext>
              </a:extLst>
            </p:cNvPr>
            <p:cNvSpPr txBox="1"/>
            <p:nvPr/>
          </p:nvSpPr>
          <p:spPr>
            <a:xfrm>
              <a:off x="38608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lib_mux_pin_i_sel[1:0]">
              <a:extLst>
                <a:ext uri="{FF2B5EF4-FFF2-40B4-BE49-F238E27FC236}">
                  <a16:creationId xmlns:a16="http://schemas.microsoft.com/office/drawing/2014/main" id="{DF0CF86C-907D-6BBE-996F-853B496B0435}"/>
                </a:ext>
              </a:extLst>
            </p:cNvPr>
            <p:cNvSpPr/>
            <p:nvPr/>
          </p:nvSpPr>
          <p:spPr>
            <a:xfrm>
              <a:off x="3683000" y="2755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lib_mux_lbl_i_sel[1:0]">
              <a:extLst>
                <a:ext uri="{FF2B5EF4-FFF2-40B4-BE49-F238E27FC236}">
                  <a16:creationId xmlns:a16="http://schemas.microsoft.com/office/drawing/2014/main" id="{2B2C3ED0-990C-EA8D-EF60-38C8AD4B2C1D}"/>
                </a:ext>
              </a:extLst>
            </p:cNvPr>
            <p:cNvSpPr txBox="1"/>
            <p:nvPr/>
          </p:nvSpPr>
          <p:spPr>
            <a:xfrm>
              <a:off x="3860800" y="2730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mux_pin_o_data[3:0]">
              <a:extLst>
                <a:ext uri="{FF2B5EF4-FFF2-40B4-BE49-F238E27FC236}">
                  <a16:creationId xmlns:a16="http://schemas.microsoft.com/office/drawing/2014/main" id="{45C6AE6B-4F3F-CF79-7165-4A454D6BB6BA}"/>
                </a:ext>
              </a:extLst>
            </p:cNvPr>
            <p:cNvSpPr/>
            <p:nvPr/>
          </p:nvSpPr>
          <p:spPr>
            <a:xfrm>
              <a:off x="5715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mux_lbl_o_data[3:0]">
              <a:extLst>
                <a:ext uri="{FF2B5EF4-FFF2-40B4-BE49-F238E27FC236}">
                  <a16:creationId xmlns:a16="http://schemas.microsoft.com/office/drawing/2014/main" id="{D18A35AC-CC55-8E8F-B2A0-6D840D1DADD8}"/>
                </a:ext>
              </a:extLst>
            </p:cNvPr>
            <p:cNvSpPr txBox="1"/>
            <p:nvPr/>
          </p:nvSpPr>
          <p:spPr>
            <a:xfrm>
              <a:off x="4584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6" name="lib_dec">
            <a:extLst>
              <a:ext uri="{FF2B5EF4-FFF2-40B4-BE49-F238E27FC236}">
                <a16:creationId xmlns:a16="http://schemas.microsoft.com/office/drawing/2014/main" id="{DA8B4C83-FD1C-1EE7-F16B-ECDBCF89E3A3}"/>
              </a:ext>
            </a:extLst>
          </p:cNvPr>
          <p:cNvGrpSpPr/>
          <p:nvPr/>
        </p:nvGrpSpPr>
        <p:grpSpPr>
          <a:xfrm>
            <a:off x="6731001" y="1270002"/>
            <a:ext cx="2032000" cy="762000"/>
            <a:chOff x="6731000" y="1270000"/>
            <a:chExt cx="2032000" cy="762000"/>
          </a:xfrm>
        </p:grpSpPr>
        <p:sp>
          <p:nvSpPr>
            <p:cNvPr id="31" name="lib_dec_body">
              <a:extLst>
                <a:ext uri="{FF2B5EF4-FFF2-40B4-BE49-F238E27FC236}">
                  <a16:creationId xmlns:a16="http://schemas.microsoft.com/office/drawing/2014/main" id="{B044A034-75EC-69C9-CD46-616CD96D30C5}"/>
                </a:ext>
              </a:extLst>
            </p:cNvPr>
            <p:cNvSpPr/>
            <p:nvPr/>
          </p:nvSpPr>
          <p:spPr>
            <a:xfrm>
              <a:off x="6858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dec_pin_i_sel[1:0]">
              <a:extLst>
                <a:ext uri="{FF2B5EF4-FFF2-40B4-BE49-F238E27FC236}">
                  <a16:creationId xmlns:a16="http://schemas.microsoft.com/office/drawing/2014/main" id="{D30C032C-4761-3D3D-B1F3-75B75536FF61}"/>
                </a:ext>
              </a:extLst>
            </p:cNvPr>
            <p:cNvSpPr/>
            <p:nvPr/>
          </p:nvSpPr>
          <p:spPr>
            <a:xfrm>
              <a:off x="6731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dec_lbl_i_sel[1:0]">
              <a:extLst>
                <a:ext uri="{FF2B5EF4-FFF2-40B4-BE49-F238E27FC236}">
                  <a16:creationId xmlns:a16="http://schemas.microsoft.com/office/drawing/2014/main" id="{102956C2-A883-7594-F860-CB001E4EAC74}"/>
                </a:ext>
              </a:extLst>
            </p:cNvPr>
            <p:cNvSpPr txBox="1"/>
            <p:nvPr/>
          </p:nvSpPr>
          <p:spPr>
            <a:xfrm>
              <a:off x="6908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dec_pin_o_dec_n[3:0]">
              <a:extLst>
                <a:ext uri="{FF2B5EF4-FFF2-40B4-BE49-F238E27FC236}">
                  <a16:creationId xmlns:a16="http://schemas.microsoft.com/office/drawing/2014/main" id="{FD76697C-44CB-5AAC-60B7-3E46F3CCF0AC}"/>
                </a:ext>
              </a:extLst>
            </p:cNvPr>
            <p:cNvSpPr/>
            <p:nvPr/>
          </p:nvSpPr>
          <p:spPr>
            <a:xfrm>
              <a:off x="8636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dec_lbl_o_dec_n[3:0]">
              <a:extLst>
                <a:ext uri="{FF2B5EF4-FFF2-40B4-BE49-F238E27FC236}">
                  <a16:creationId xmlns:a16="http://schemas.microsoft.com/office/drawing/2014/main" id="{A09F821A-D9F0-70D9-2921-19BFADCBA8FA}"/>
                </a:ext>
              </a:extLst>
            </p:cNvPr>
            <p:cNvSpPr txBox="1"/>
            <p:nvPr/>
          </p:nvSpPr>
          <p:spPr>
            <a:xfrm>
              <a:off x="7569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lib_fnd">
            <a:extLst>
              <a:ext uri="{FF2B5EF4-FFF2-40B4-BE49-F238E27FC236}">
                <a16:creationId xmlns:a16="http://schemas.microsoft.com/office/drawing/2014/main" id="{32E6E584-BC41-1E88-DB59-9EF475D54530}"/>
              </a:ext>
            </a:extLst>
          </p:cNvPr>
          <p:cNvGrpSpPr/>
          <p:nvPr/>
        </p:nvGrpSpPr>
        <p:grpSpPr>
          <a:xfrm>
            <a:off x="9525001" y="1270002"/>
            <a:ext cx="2032000" cy="762000"/>
            <a:chOff x="9525000" y="1270000"/>
            <a:chExt cx="2032000" cy="762000"/>
          </a:xfrm>
        </p:grpSpPr>
        <p:sp>
          <p:nvSpPr>
            <p:cNvPr id="37" name="lib_fnd_body">
              <a:extLst>
                <a:ext uri="{FF2B5EF4-FFF2-40B4-BE49-F238E27FC236}">
                  <a16:creationId xmlns:a16="http://schemas.microsoft.com/office/drawing/2014/main" id="{3B58C22C-C63A-5F41-2A36-7C72139FD9DF}"/>
                </a:ext>
              </a:extLst>
            </p:cNvPr>
            <p:cNvSpPr/>
            <p:nvPr/>
          </p:nvSpPr>
          <p:spPr>
            <a:xfrm>
              <a:off x="9652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lib_fnd_pin_i_hex[3:0]">
              <a:extLst>
                <a:ext uri="{FF2B5EF4-FFF2-40B4-BE49-F238E27FC236}">
                  <a16:creationId xmlns:a16="http://schemas.microsoft.com/office/drawing/2014/main" id="{793133B3-3175-0983-4FB3-6CA91B82D26F}"/>
                </a:ext>
              </a:extLst>
            </p:cNvPr>
            <p:cNvSpPr/>
            <p:nvPr/>
          </p:nvSpPr>
          <p:spPr>
            <a:xfrm>
              <a:off x="952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lib_fnd_lbl_i_hex[3:0]">
              <a:extLst>
                <a:ext uri="{FF2B5EF4-FFF2-40B4-BE49-F238E27FC236}">
                  <a16:creationId xmlns:a16="http://schemas.microsoft.com/office/drawing/2014/main" id="{34B29319-4F0B-1B9E-0F37-19971DAFF8CD}"/>
                </a:ext>
              </a:extLst>
            </p:cNvPr>
            <p:cNvSpPr txBox="1"/>
            <p:nvPr/>
          </p:nvSpPr>
          <p:spPr>
            <a:xfrm>
              <a:off x="9702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nd_pin_o_fnd_data[7:0]">
              <a:extLst>
                <a:ext uri="{FF2B5EF4-FFF2-40B4-BE49-F238E27FC236}">
                  <a16:creationId xmlns:a16="http://schemas.microsoft.com/office/drawing/2014/main" id="{DD32CF26-680A-01A4-CFBD-5B6032CAD904}"/>
                </a:ext>
              </a:extLst>
            </p:cNvPr>
            <p:cNvSpPr/>
            <p:nvPr/>
          </p:nvSpPr>
          <p:spPr>
            <a:xfrm>
              <a:off x="11430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nd_lbl_o_fnd_data[7:0]">
              <a:extLst>
                <a:ext uri="{FF2B5EF4-FFF2-40B4-BE49-F238E27FC236}">
                  <a16:creationId xmlns:a16="http://schemas.microsoft.com/office/drawing/2014/main" id="{849F8CE6-DF6B-4E7B-E20A-985A5B4C3AC3}"/>
                </a:ext>
              </a:extLst>
            </p:cNvPr>
            <p:cNvSpPr txBox="1"/>
            <p:nvPr/>
          </p:nvSpPr>
          <p:spPr>
            <a:xfrm>
              <a:off x="10363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5D5BFFA-5E65-4B7C-5762-3AC3E7A97C14}"/>
              </a:ext>
            </a:extLst>
          </p:cNvPr>
          <p:cNvSpPr txBox="1"/>
          <p:nvPr/>
        </p:nvSpPr>
        <p:spPr>
          <a:xfrm>
            <a:off x="762000" y="3810001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digit_splitter :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입력을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1·10·100·1000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의 자리 숫자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(0~9)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로 나눔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mux_4x1 : i_sel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값에 따라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개 입력 중 하나 선택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decoder_2x4 : i_sel →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켤 자리 선택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(Active-Low,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예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00 → 1110)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fnd_decoder : 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 숫자 →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7-Segment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표시 패턴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(8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점 포함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100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182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8576B4-37A9-DCE4-0013-4C018CA7F390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③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기본 요소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07DE24-DC9B-5273-9FD2-659DC3687EE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게이트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상수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포트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I/O</a:t>
            </a:r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8E110-7198-BA11-F01E-5E26B3C1C05B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포트 이름과 비트 폭은 글자를 클릭해서 바꿔 쓰면 됨</a:t>
            </a:r>
          </a:p>
        </p:txBody>
      </p:sp>
      <p:grpSp>
        <p:nvGrpSpPr>
          <p:cNvPr id="12" name="g_xor">
            <a:extLst>
              <a:ext uri="{FF2B5EF4-FFF2-40B4-BE49-F238E27FC236}">
                <a16:creationId xmlns:a16="http://schemas.microsoft.com/office/drawing/2014/main" id="{A505779A-5FFF-FFEF-77D3-8A8479A7E45B}"/>
              </a:ext>
            </a:extLst>
          </p:cNvPr>
          <p:cNvGrpSpPr/>
          <p:nvPr/>
        </p:nvGrpSpPr>
        <p:grpSpPr>
          <a:xfrm>
            <a:off x="406401" y="1206500"/>
            <a:ext cx="1092201" cy="1016000"/>
            <a:chOff x="406400" y="1206500"/>
            <a:chExt cx="1092200" cy="1016000"/>
          </a:xfrm>
        </p:grpSpPr>
        <p:sp>
          <p:nvSpPr>
            <p:cNvPr id="5" name="g_xor_body">
              <a:extLst>
                <a:ext uri="{FF2B5EF4-FFF2-40B4-BE49-F238E27FC236}">
                  <a16:creationId xmlns:a16="http://schemas.microsoft.com/office/drawing/2014/main" id="{F29B4C48-C0BF-9155-26F0-B34886B5ADF5}"/>
                </a:ext>
              </a:extLst>
            </p:cNvPr>
            <p:cNvSpPr/>
            <p:nvPr/>
          </p:nvSpPr>
          <p:spPr>
            <a:xfrm>
              <a:off x="508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XOR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^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g_xor_pin_a">
              <a:extLst>
                <a:ext uri="{FF2B5EF4-FFF2-40B4-BE49-F238E27FC236}">
                  <a16:creationId xmlns:a16="http://schemas.microsoft.com/office/drawing/2014/main" id="{4473D7E3-10E6-2577-9C7B-808B39B36AFC}"/>
                </a:ext>
              </a:extLst>
            </p:cNvPr>
            <p:cNvSpPr/>
            <p:nvPr/>
          </p:nvSpPr>
          <p:spPr>
            <a:xfrm>
              <a:off x="406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g_xor_lbl_a">
              <a:extLst>
                <a:ext uri="{FF2B5EF4-FFF2-40B4-BE49-F238E27FC236}">
                  <a16:creationId xmlns:a16="http://schemas.microsoft.com/office/drawing/2014/main" id="{28980D1C-6D8A-DF49-B8DB-165FBA35E1D1}"/>
                </a:ext>
              </a:extLst>
            </p:cNvPr>
            <p:cNvSpPr txBox="1"/>
            <p:nvPr/>
          </p:nvSpPr>
          <p:spPr>
            <a:xfrm>
              <a:off x="558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g_xor_pin_b">
              <a:extLst>
                <a:ext uri="{FF2B5EF4-FFF2-40B4-BE49-F238E27FC236}">
                  <a16:creationId xmlns:a16="http://schemas.microsoft.com/office/drawing/2014/main" id="{D112DBD1-8FE2-4F90-EA6B-67600C80FBD5}"/>
                </a:ext>
              </a:extLst>
            </p:cNvPr>
            <p:cNvSpPr/>
            <p:nvPr/>
          </p:nvSpPr>
          <p:spPr>
            <a:xfrm>
              <a:off x="406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g_xor_lbl_b">
              <a:extLst>
                <a:ext uri="{FF2B5EF4-FFF2-40B4-BE49-F238E27FC236}">
                  <a16:creationId xmlns:a16="http://schemas.microsoft.com/office/drawing/2014/main" id="{61E70F02-A261-D30C-C61E-3222676F2D81}"/>
                </a:ext>
              </a:extLst>
            </p:cNvPr>
            <p:cNvSpPr txBox="1"/>
            <p:nvPr/>
          </p:nvSpPr>
          <p:spPr>
            <a:xfrm>
              <a:off x="558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g_xor_pin_y">
              <a:extLst>
                <a:ext uri="{FF2B5EF4-FFF2-40B4-BE49-F238E27FC236}">
                  <a16:creationId xmlns:a16="http://schemas.microsoft.com/office/drawing/2014/main" id="{93C8B50D-8C9D-68A8-AD6B-7D8920C1DD9D}"/>
                </a:ext>
              </a:extLst>
            </p:cNvPr>
            <p:cNvSpPr/>
            <p:nvPr/>
          </p:nvSpPr>
          <p:spPr>
            <a:xfrm>
              <a:off x="1397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g_xor_lbl_y">
              <a:extLst>
                <a:ext uri="{FF2B5EF4-FFF2-40B4-BE49-F238E27FC236}">
                  <a16:creationId xmlns:a16="http://schemas.microsoft.com/office/drawing/2014/main" id="{1035F1DC-5E56-84D0-B760-294D9BE50186}"/>
                </a:ext>
              </a:extLst>
            </p:cNvPr>
            <p:cNvSpPr txBox="1"/>
            <p:nvPr/>
          </p:nvSpPr>
          <p:spPr>
            <a:xfrm>
              <a:off x="774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0" name="g_and">
            <a:extLst>
              <a:ext uri="{FF2B5EF4-FFF2-40B4-BE49-F238E27FC236}">
                <a16:creationId xmlns:a16="http://schemas.microsoft.com/office/drawing/2014/main" id="{9927062A-A38F-F6EA-4D59-1652D6721974}"/>
              </a:ext>
            </a:extLst>
          </p:cNvPr>
          <p:cNvGrpSpPr/>
          <p:nvPr/>
        </p:nvGrpSpPr>
        <p:grpSpPr>
          <a:xfrm>
            <a:off x="1803400" y="1206500"/>
            <a:ext cx="1092201" cy="1016000"/>
            <a:chOff x="1803400" y="1206500"/>
            <a:chExt cx="1092200" cy="1016000"/>
          </a:xfrm>
        </p:grpSpPr>
        <p:sp>
          <p:nvSpPr>
            <p:cNvPr id="13" name="g_and_body">
              <a:extLst>
                <a:ext uri="{FF2B5EF4-FFF2-40B4-BE49-F238E27FC236}">
                  <a16:creationId xmlns:a16="http://schemas.microsoft.com/office/drawing/2014/main" id="{62DD5FB0-706C-7AD3-3103-AE8880342B5B}"/>
                </a:ext>
              </a:extLst>
            </p:cNvPr>
            <p:cNvSpPr/>
            <p:nvPr/>
          </p:nvSpPr>
          <p:spPr>
            <a:xfrm>
              <a:off x="1905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AND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&amp;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g_and_pin_a">
              <a:extLst>
                <a:ext uri="{FF2B5EF4-FFF2-40B4-BE49-F238E27FC236}">
                  <a16:creationId xmlns:a16="http://schemas.microsoft.com/office/drawing/2014/main" id="{6E49AD0B-DBDE-485E-61BC-2C24E9BA2DA6}"/>
                </a:ext>
              </a:extLst>
            </p:cNvPr>
            <p:cNvSpPr/>
            <p:nvPr/>
          </p:nvSpPr>
          <p:spPr>
            <a:xfrm>
              <a:off x="1803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g_and_lbl_a">
              <a:extLst>
                <a:ext uri="{FF2B5EF4-FFF2-40B4-BE49-F238E27FC236}">
                  <a16:creationId xmlns:a16="http://schemas.microsoft.com/office/drawing/2014/main" id="{63F4CE49-E488-9B9C-1EB7-FB5023937944}"/>
                </a:ext>
              </a:extLst>
            </p:cNvPr>
            <p:cNvSpPr txBox="1"/>
            <p:nvPr/>
          </p:nvSpPr>
          <p:spPr>
            <a:xfrm>
              <a:off x="1955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g_and_pin_b">
              <a:extLst>
                <a:ext uri="{FF2B5EF4-FFF2-40B4-BE49-F238E27FC236}">
                  <a16:creationId xmlns:a16="http://schemas.microsoft.com/office/drawing/2014/main" id="{144F3E16-8B8D-F8F7-4223-2EACF1228E68}"/>
                </a:ext>
              </a:extLst>
            </p:cNvPr>
            <p:cNvSpPr/>
            <p:nvPr/>
          </p:nvSpPr>
          <p:spPr>
            <a:xfrm>
              <a:off x="1803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g_and_lbl_b">
              <a:extLst>
                <a:ext uri="{FF2B5EF4-FFF2-40B4-BE49-F238E27FC236}">
                  <a16:creationId xmlns:a16="http://schemas.microsoft.com/office/drawing/2014/main" id="{8AF0B279-6507-4FA1-F824-CF1753189D6D}"/>
                </a:ext>
              </a:extLst>
            </p:cNvPr>
            <p:cNvSpPr txBox="1"/>
            <p:nvPr/>
          </p:nvSpPr>
          <p:spPr>
            <a:xfrm>
              <a:off x="1955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g_and_pin_y">
              <a:extLst>
                <a:ext uri="{FF2B5EF4-FFF2-40B4-BE49-F238E27FC236}">
                  <a16:creationId xmlns:a16="http://schemas.microsoft.com/office/drawing/2014/main" id="{5B262615-C690-606F-1EC1-7C0C7803D310}"/>
                </a:ext>
              </a:extLst>
            </p:cNvPr>
            <p:cNvSpPr/>
            <p:nvPr/>
          </p:nvSpPr>
          <p:spPr>
            <a:xfrm>
              <a:off x="2794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g_and_lbl_y">
              <a:extLst>
                <a:ext uri="{FF2B5EF4-FFF2-40B4-BE49-F238E27FC236}">
                  <a16:creationId xmlns:a16="http://schemas.microsoft.com/office/drawing/2014/main" id="{C041CFC8-3E60-D08E-4792-82D46E3E7781}"/>
                </a:ext>
              </a:extLst>
            </p:cNvPr>
            <p:cNvSpPr txBox="1"/>
            <p:nvPr/>
          </p:nvSpPr>
          <p:spPr>
            <a:xfrm>
              <a:off x="2171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8" name="g_or">
            <a:extLst>
              <a:ext uri="{FF2B5EF4-FFF2-40B4-BE49-F238E27FC236}">
                <a16:creationId xmlns:a16="http://schemas.microsoft.com/office/drawing/2014/main" id="{8B402BE2-A216-1853-0CE7-FE5DA494C349}"/>
              </a:ext>
            </a:extLst>
          </p:cNvPr>
          <p:cNvGrpSpPr/>
          <p:nvPr/>
        </p:nvGrpSpPr>
        <p:grpSpPr>
          <a:xfrm>
            <a:off x="3200401" y="1206500"/>
            <a:ext cx="1092201" cy="1016000"/>
            <a:chOff x="3200400" y="1206500"/>
            <a:chExt cx="1092200" cy="1016000"/>
          </a:xfrm>
        </p:grpSpPr>
        <p:sp>
          <p:nvSpPr>
            <p:cNvPr id="21" name="g_or_body">
              <a:extLst>
                <a:ext uri="{FF2B5EF4-FFF2-40B4-BE49-F238E27FC236}">
                  <a16:creationId xmlns:a16="http://schemas.microsoft.com/office/drawing/2014/main" id="{AFDFBC97-08CD-A246-B4AA-3CCA2BB2828E}"/>
                </a:ext>
              </a:extLst>
            </p:cNvPr>
            <p:cNvSpPr/>
            <p:nvPr/>
          </p:nvSpPr>
          <p:spPr>
            <a:xfrm>
              <a:off x="3302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|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g_or_pin_a">
              <a:extLst>
                <a:ext uri="{FF2B5EF4-FFF2-40B4-BE49-F238E27FC236}">
                  <a16:creationId xmlns:a16="http://schemas.microsoft.com/office/drawing/2014/main" id="{8340A3DC-4562-62E0-DC51-CB06E00D7656}"/>
                </a:ext>
              </a:extLst>
            </p:cNvPr>
            <p:cNvSpPr/>
            <p:nvPr/>
          </p:nvSpPr>
          <p:spPr>
            <a:xfrm>
              <a:off x="3200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g_or_lbl_a">
              <a:extLst>
                <a:ext uri="{FF2B5EF4-FFF2-40B4-BE49-F238E27FC236}">
                  <a16:creationId xmlns:a16="http://schemas.microsoft.com/office/drawing/2014/main" id="{C56FE60F-4762-95A6-5976-5D7801D07356}"/>
                </a:ext>
              </a:extLst>
            </p:cNvPr>
            <p:cNvSpPr txBox="1"/>
            <p:nvPr/>
          </p:nvSpPr>
          <p:spPr>
            <a:xfrm>
              <a:off x="3352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g_or_pin_b">
              <a:extLst>
                <a:ext uri="{FF2B5EF4-FFF2-40B4-BE49-F238E27FC236}">
                  <a16:creationId xmlns:a16="http://schemas.microsoft.com/office/drawing/2014/main" id="{141EE697-7D28-198E-AF06-33756C2BCE8A}"/>
                </a:ext>
              </a:extLst>
            </p:cNvPr>
            <p:cNvSpPr/>
            <p:nvPr/>
          </p:nvSpPr>
          <p:spPr>
            <a:xfrm>
              <a:off x="3200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g_or_lbl_b">
              <a:extLst>
                <a:ext uri="{FF2B5EF4-FFF2-40B4-BE49-F238E27FC236}">
                  <a16:creationId xmlns:a16="http://schemas.microsoft.com/office/drawing/2014/main" id="{E2B28ACC-539E-CCD2-3C28-C6817A6EE06C}"/>
                </a:ext>
              </a:extLst>
            </p:cNvPr>
            <p:cNvSpPr txBox="1"/>
            <p:nvPr/>
          </p:nvSpPr>
          <p:spPr>
            <a:xfrm>
              <a:off x="3352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g_or_pin_y">
              <a:extLst>
                <a:ext uri="{FF2B5EF4-FFF2-40B4-BE49-F238E27FC236}">
                  <a16:creationId xmlns:a16="http://schemas.microsoft.com/office/drawing/2014/main" id="{F8AE90D2-1FD4-D099-FBD4-1AACA1E16D9B}"/>
                </a:ext>
              </a:extLst>
            </p:cNvPr>
            <p:cNvSpPr/>
            <p:nvPr/>
          </p:nvSpPr>
          <p:spPr>
            <a:xfrm>
              <a:off x="4191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g_or_lbl_y">
              <a:extLst>
                <a:ext uri="{FF2B5EF4-FFF2-40B4-BE49-F238E27FC236}">
                  <a16:creationId xmlns:a16="http://schemas.microsoft.com/office/drawing/2014/main" id="{742E753F-E980-6261-C029-878BFD0C2FC5}"/>
                </a:ext>
              </a:extLst>
            </p:cNvPr>
            <p:cNvSpPr txBox="1"/>
            <p:nvPr/>
          </p:nvSpPr>
          <p:spPr>
            <a:xfrm>
              <a:off x="3568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4" name="g_not">
            <a:extLst>
              <a:ext uri="{FF2B5EF4-FFF2-40B4-BE49-F238E27FC236}">
                <a16:creationId xmlns:a16="http://schemas.microsoft.com/office/drawing/2014/main" id="{0BEC86E3-A478-A590-C9C9-641F975DAB57}"/>
              </a:ext>
            </a:extLst>
          </p:cNvPr>
          <p:cNvGrpSpPr/>
          <p:nvPr/>
        </p:nvGrpSpPr>
        <p:grpSpPr>
          <a:xfrm>
            <a:off x="4597400" y="1206501"/>
            <a:ext cx="1092201" cy="762000"/>
            <a:chOff x="4597400" y="1206500"/>
            <a:chExt cx="1092200" cy="762000"/>
          </a:xfrm>
        </p:grpSpPr>
        <p:sp>
          <p:nvSpPr>
            <p:cNvPr id="29" name="g_not_body">
              <a:extLst>
                <a:ext uri="{FF2B5EF4-FFF2-40B4-BE49-F238E27FC236}">
                  <a16:creationId xmlns:a16="http://schemas.microsoft.com/office/drawing/2014/main" id="{B68F9BF4-DED1-99A1-C79C-052A83C6336D}"/>
                </a:ext>
              </a:extLst>
            </p:cNvPr>
            <p:cNvSpPr/>
            <p:nvPr/>
          </p:nvSpPr>
          <p:spPr>
            <a:xfrm>
              <a:off x="4699000" y="12065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NOT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~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g_not_pin_a">
              <a:extLst>
                <a:ext uri="{FF2B5EF4-FFF2-40B4-BE49-F238E27FC236}">
                  <a16:creationId xmlns:a16="http://schemas.microsoft.com/office/drawing/2014/main" id="{1B2EF6DF-9EA8-AF9A-397B-3194DFD9029D}"/>
                </a:ext>
              </a:extLst>
            </p:cNvPr>
            <p:cNvSpPr/>
            <p:nvPr/>
          </p:nvSpPr>
          <p:spPr>
            <a:xfrm>
              <a:off x="4597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g_not_lbl_a">
              <a:extLst>
                <a:ext uri="{FF2B5EF4-FFF2-40B4-BE49-F238E27FC236}">
                  <a16:creationId xmlns:a16="http://schemas.microsoft.com/office/drawing/2014/main" id="{1780A302-9AF1-166E-3BA4-E5DEBD006E99}"/>
                </a:ext>
              </a:extLst>
            </p:cNvPr>
            <p:cNvSpPr txBox="1"/>
            <p:nvPr/>
          </p:nvSpPr>
          <p:spPr>
            <a:xfrm>
              <a:off x="4749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g_not_pin_y">
              <a:extLst>
                <a:ext uri="{FF2B5EF4-FFF2-40B4-BE49-F238E27FC236}">
                  <a16:creationId xmlns:a16="http://schemas.microsoft.com/office/drawing/2014/main" id="{D264DBC5-9798-976E-3DF7-0668B6DCAAAD}"/>
                </a:ext>
              </a:extLst>
            </p:cNvPr>
            <p:cNvSpPr/>
            <p:nvPr/>
          </p:nvSpPr>
          <p:spPr>
            <a:xfrm>
              <a:off x="5588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g_not_lbl_y">
              <a:extLst>
                <a:ext uri="{FF2B5EF4-FFF2-40B4-BE49-F238E27FC236}">
                  <a16:creationId xmlns:a16="http://schemas.microsoft.com/office/drawing/2014/main" id="{36FFCC74-DC90-23ED-4A4A-66E5D4DFD5AB}"/>
                </a:ext>
              </a:extLst>
            </p:cNvPr>
            <p:cNvSpPr txBox="1"/>
            <p:nvPr/>
          </p:nvSpPr>
          <p:spPr>
            <a:xfrm>
              <a:off x="4965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b_split">
            <a:extLst>
              <a:ext uri="{FF2B5EF4-FFF2-40B4-BE49-F238E27FC236}">
                <a16:creationId xmlns:a16="http://schemas.microsoft.com/office/drawing/2014/main" id="{547C3F63-97F8-7E0E-5365-B96B0BB543FC}"/>
              </a:ext>
            </a:extLst>
          </p:cNvPr>
          <p:cNvGrpSpPr/>
          <p:nvPr/>
        </p:nvGrpSpPr>
        <p:grpSpPr>
          <a:xfrm>
            <a:off x="6223002" y="1206500"/>
            <a:ext cx="1778000" cy="1016000"/>
            <a:chOff x="6223000" y="1206500"/>
            <a:chExt cx="1778000" cy="1016000"/>
          </a:xfrm>
        </p:grpSpPr>
        <p:sp>
          <p:nvSpPr>
            <p:cNvPr id="35" name="b_split_body">
              <a:extLst>
                <a:ext uri="{FF2B5EF4-FFF2-40B4-BE49-F238E27FC236}">
                  <a16:creationId xmlns:a16="http://schemas.microsoft.com/office/drawing/2014/main" id="{441F5162-E8A1-5F57-B8C0-19C526501244}"/>
                </a:ext>
              </a:extLst>
            </p:cNvPr>
            <p:cNvSpPr/>
            <p:nvPr/>
          </p:nvSpPr>
          <p:spPr>
            <a:xfrm>
              <a:off x="6350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split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[7:0] → [3:0], [7:4]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b_split_pin_in[7:0]">
              <a:extLst>
                <a:ext uri="{FF2B5EF4-FFF2-40B4-BE49-F238E27FC236}">
                  <a16:creationId xmlns:a16="http://schemas.microsoft.com/office/drawing/2014/main" id="{BF7A1A4F-C759-220F-F8D4-5E39EF03ABE8}"/>
                </a:ext>
              </a:extLst>
            </p:cNvPr>
            <p:cNvSpPr/>
            <p:nvPr/>
          </p:nvSpPr>
          <p:spPr>
            <a:xfrm>
              <a:off x="6223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b_split_lbl_in[7:0]">
              <a:extLst>
                <a:ext uri="{FF2B5EF4-FFF2-40B4-BE49-F238E27FC236}">
                  <a16:creationId xmlns:a16="http://schemas.microsoft.com/office/drawing/2014/main" id="{5A4CE1F0-FAAC-3908-0527-541D6F5C014F}"/>
                </a:ext>
              </a:extLst>
            </p:cNvPr>
            <p:cNvSpPr txBox="1"/>
            <p:nvPr/>
          </p:nvSpPr>
          <p:spPr>
            <a:xfrm>
              <a:off x="6400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b_split_pin_[3:0]">
              <a:extLst>
                <a:ext uri="{FF2B5EF4-FFF2-40B4-BE49-F238E27FC236}">
                  <a16:creationId xmlns:a16="http://schemas.microsoft.com/office/drawing/2014/main" id="{DBDD0578-5803-1278-8B55-9517EAB9EAA7}"/>
                </a:ext>
              </a:extLst>
            </p:cNvPr>
            <p:cNvSpPr/>
            <p:nvPr/>
          </p:nvSpPr>
          <p:spPr>
            <a:xfrm>
              <a:off x="7874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b_split_lbl_[3:0]">
              <a:extLst>
                <a:ext uri="{FF2B5EF4-FFF2-40B4-BE49-F238E27FC236}">
                  <a16:creationId xmlns:a16="http://schemas.microsoft.com/office/drawing/2014/main" id="{CD314794-AD5E-003A-9F5C-CE957209FDA3}"/>
                </a:ext>
              </a:extLst>
            </p:cNvPr>
            <p:cNvSpPr txBox="1"/>
            <p:nvPr/>
          </p:nvSpPr>
          <p:spPr>
            <a:xfrm>
              <a:off x="6934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b_split_pin_[7:4]">
              <a:extLst>
                <a:ext uri="{FF2B5EF4-FFF2-40B4-BE49-F238E27FC236}">
                  <a16:creationId xmlns:a16="http://schemas.microsoft.com/office/drawing/2014/main" id="{F62C7544-FCFD-5781-B779-57075D970E92}"/>
                </a:ext>
              </a:extLst>
            </p:cNvPr>
            <p:cNvSpPr/>
            <p:nvPr/>
          </p:nvSpPr>
          <p:spPr>
            <a:xfrm>
              <a:off x="7874000" y="193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b_split_lbl_[7:4]">
              <a:extLst>
                <a:ext uri="{FF2B5EF4-FFF2-40B4-BE49-F238E27FC236}">
                  <a16:creationId xmlns:a16="http://schemas.microsoft.com/office/drawing/2014/main" id="{E410DF8E-12D4-7805-A894-1832A90C99F3}"/>
                </a:ext>
              </a:extLst>
            </p:cNvPr>
            <p:cNvSpPr txBox="1"/>
            <p:nvPr/>
          </p:nvSpPr>
          <p:spPr>
            <a:xfrm>
              <a:off x="69342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b_merge">
            <a:extLst>
              <a:ext uri="{FF2B5EF4-FFF2-40B4-BE49-F238E27FC236}">
                <a16:creationId xmlns:a16="http://schemas.microsoft.com/office/drawing/2014/main" id="{2CB83A25-C39E-0C34-D63A-4D267FF71BDA}"/>
              </a:ext>
            </a:extLst>
          </p:cNvPr>
          <p:cNvGrpSpPr/>
          <p:nvPr/>
        </p:nvGrpSpPr>
        <p:grpSpPr>
          <a:xfrm>
            <a:off x="8509002" y="1206500"/>
            <a:ext cx="1778000" cy="1016000"/>
            <a:chOff x="8509000" y="1206500"/>
            <a:chExt cx="1778000" cy="1016000"/>
          </a:xfrm>
        </p:grpSpPr>
        <p:sp>
          <p:nvSpPr>
            <p:cNvPr id="43" name="b_merge_body">
              <a:extLst>
                <a:ext uri="{FF2B5EF4-FFF2-40B4-BE49-F238E27FC236}">
                  <a16:creationId xmlns:a16="http://schemas.microsoft.com/office/drawing/2014/main" id="{6A22DDED-4CEB-C717-F758-A4ECDDB6C1A0}"/>
                </a:ext>
              </a:extLst>
            </p:cNvPr>
            <p:cNvSpPr/>
            <p:nvPr/>
          </p:nvSpPr>
          <p:spPr>
            <a:xfrm>
              <a:off x="8636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merge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[3:0], [7:4] → [7:0]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b_merge_pin_[3:0]">
              <a:extLst>
                <a:ext uri="{FF2B5EF4-FFF2-40B4-BE49-F238E27FC236}">
                  <a16:creationId xmlns:a16="http://schemas.microsoft.com/office/drawing/2014/main" id="{E512BDED-6C8A-9DEE-B087-2E276C064369}"/>
                </a:ext>
              </a:extLst>
            </p:cNvPr>
            <p:cNvSpPr/>
            <p:nvPr/>
          </p:nvSpPr>
          <p:spPr>
            <a:xfrm>
              <a:off x="8509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b_merge_lbl_[3:0]">
              <a:extLst>
                <a:ext uri="{FF2B5EF4-FFF2-40B4-BE49-F238E27FC236}">
                  <a16:creationId xmlns:a16="http://schemas.microsoft.com/office/drawing/2014/main" id="{0B0D8BB3-6DE0-8F77-7EBE-51F6158134A3}"/>
                </a:ext>
              </a:extLst>
            </p:cNvPr>
            <p:cNvSpPr txBox="1"/>
            <p:nvPr/>
          </p:nvSpPr>
          <p:spPr>
            <a:xfrm>
              <a:off x="8686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b_merge_pin_[7:4]">
              <a:extLst>
                <a:ext uri="{FF2B5EF4-FFF2-40B4-BE49-F238E27FC236}">
                  <a16:creationId xmlns:a16="http://schemas.microsoft.com/office/drawing/2014/main" id="{F2FDEFDD-04A6-CAA2-A494-F669F07C11DC}"/>
                </a:ext>
              </a:extLst>
            </p:cNvPr>
            <p:cNvSpPr/>
            <p:nvPr/>
          </p:nvSpPr>
          <p:spPr>
            <a:xfrm>
              <a:off x="8509000" y="193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b_merge_lbl_[7:4]">
              <a:extLst>
                <a:ext uri="{FF2B5EF4-FFF2-40B4-BE49-F238E27FC236}">
                  <a16:creationId xmlns:a16="http://schemas.microsoft.com/office/drawing/2014/main" id="{E75CEA0A-F752-3EBD-C466-0BD032E58247}"/>
                </a:ext>
              </a:extLst>
            </p:cNvPr>
            <p:cNvSpPr txBox="1"/>
            <p:nvPr/>
          </p:nvSpPr>
          <p:spPr>
            <a:xfrm>
              <a:off x="86868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b_merge_pin_out[7:0]">
              <a:extLst>
                <a:ext uri="{FF2B5EF4-FFF2-40B4-BE49-F238E27FC236}">
                  <a16:creationId xmlns:a16="http://schemas.microsoft.com/office/drawing/2014/main" id="{49A60124-5EB0-6C9C-E648-32532191E39C}"/>
                </a:ext>
              </a:extLst>
            </p:cNvPr>
            <p:cNvSpPr/>
            <p:nvPr/>
          </p:nvSpPr>
          <p:spPr>
            <a:xfrm>
              <a:off x="10160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b_merge_lbl_out[7:0]">
              <a:extLst>
                <a:ext uri="{FF2B5EF4-FFF2-40B4-BE49-F238E27FC236}">
                  <a16:creationId xmlns:a16="http://schemas.microsoft.com/office/drawing/2014/main" id="{2CDF3568-0FA0-AADB-F032-FE4A0A928739}"/>
                </a:ext>
              </a:extLst>
            </p:cNvPr>
            <p:cNvSpPr txBox="1"/>
            <p:nvPr/>
          </p:nvSpPr>
          <p:spPr>
            <a:xfrm>
              <a:off x="9220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8" name="b_cat">
            <a:extLst>
              <a:ext uri="{FF2B5EF4-FFF2-40B4-BE49-F238E27FC236}">
                <a16:creationId xmlns:a16="http://schemas.microsoft.com/office/drawing/2014/main" id="{F07A75F0-FC63-3395-F391-87BDF40EF1CA}"/>
              </a:ext>
            </a:extLst>
          </p:cNvPr>
          <p:cNvGrpSpPr/>
          <p:nvPr/>
        </p:nvGrpSpPr>
        <p:grpSpPr>
          <a:xfrm>
            <a:off x="6223002" y="2667000"/>
            <a:ext cx="1778000" cy="1016000"/>
            <a:chOff x="6223000" y="2667000"/>
            <a:chExt cx="1778000" cy="1016000"/>
          </a:xfrm>
        </p:grpSpPr>
        <p:sp>
          <p:nvSpPr>
            <p:cNvPr id="51" name="b_cat_body">
              <a:extLst>
                <a:ext uri="{FF2B5EF4-FFF2-40B4-BE49-F238E27FC236}">
                  <a16:creationId xmlns:a16="http://schemas.microsoft.com/office/drawing/2014/main" id="{BCFFD0F3-986A-B214-C6DA-16AF004803DF}"/>
                </a:ext>
              </a:extLst>
            </p:cNvPr>
            <p:cNvSpPr/>
            <p:nvPr/>
          </p:nvSpPr>
          <p:spPr>
            <a:xfrm>
              <a:off x="6350000" y="2667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2" name="b_cat_pin_hi">
              <a:extLst>
                <a:ext uri="{FF2B5EF4-FFF2-40B4-BE49-F238E27FC236}">
                  <a16:creationId xmlns:a16="http://schemas.microsoft.com/office/drawing/2014/main" id="{BFD5CC60-67D9-CA63-C79A-6FB00D9F1AE6}"/>
                </a:ext>
              </a:extLst>
            </p:cNvPr>
            <p:cNvSpPr/>
            <p:nvPr/>
          </p:nvSpPr>
          <p:spPr>
            <a:xfrm>
              <a:off x="6248400" y="3149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" name="b_cat_lbl_hi">
              <a:extLst>
                <a:ext uri="{FF2B5EF4-FFF2-40B4-BE49-F238E27FC236}">
                  <a16:creationId xmlns:a16="http://schemas.microsoft.com/office/drawing/2014/main" id="{E67B2ED3-01DB-C335-B155-0D6688547FA9}"/>
                </a:ext>
              </a:extLst>
            </p:cNvPr>
            <p:cNvSpPr txBox="1"/>
            <p:nvPr/>
          </p:nvSpPr>
          <p:spPr>
            <a:xfrm>
              <a:off x="6400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4" name="b_cat_pin_lo[7:0]">
              <a:extLst>
                <a:ext uri="{FF2B5EF4-FFF2-40B4-BE49-F238E27FC236}">
                  <a16:creationId xmlns:a16="http://schemas.microsoft.com/office/drawing/2014/main" id="{A0C9A8A1-89F8-5F51-71E1-3826A8D190BA}"/>
                </a:ext>
              </a:extLst>
            </p:cNvPr>
            <p:cNvSpPr/>
            <p:nvPr/>
          </p:nvSpPr>
          <p:spPr>
            <a:xfrm>
              <a:off x="6223000" y="339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" name="b_cat_lbl_lo[7:0]">
              <a:extLst>
                <a:ext uri="{FF2B5EF4-FFF2-40B4-BE49-F238E27FC236}">
                  <a16:creationId xmlns:a16="http://schemas.microsoft.com/office/drawing/2014/main" id="{C00F83E1-6D96-0FCB-3D2F-DCAA8DF63B93}"/>
                </a:ext>
              </a:extLst>
            </p:cNvPr>
            <p:cNvSpPr txBox="1"/>
            <p:nvPr/>
          </p:nvSpPr>
          <p:spPr>
            <a:xfrm>
              <a:off x="6400800" y="336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b_cat_pin_out[8:0]">
              <a:extLst>
                <a:ext uri="{FF2B5EF4-FFF2-40B4-BE49-F238E27FC236}">
                  <a16:creationId xmlns:a16="http://schemas.microsoft.com/office/drawing/2014/main" id="{1E2B384C-43B7-BC4F-2671-CB5F96907A96}"/>
                </a:ext>
              </a:extLst>
            </p:cNvPr>
            <p:cNvSpPr/>
            <p:nvPr/>
          </p:nvSpPr>
          <p:spPr>
            <a:xfrm>
              <a:off x="7874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b_cat_lbl_out[8:0]">
              <a:extLst>
                <a:ext uri="{FF2B5EF4-FFF2-40B4-BE49-F238E27FC236}">
                  <a16:creationId xmlns:a16="http://schemas.microsoft.com/office/drawing/2014/main" id="{F3DCD2CC-D5B1-63B3-BF0D-91A9DB26D236}"/>
                </a:ext>
              </a:extLst>
            </p:cNvPr>
            <p:cNvSpPr txBox="1"/>
            <p:nvPr/>
          </p:nvSpPr>
          <p:spPr>
            <a:xfrm>
              <a:off x="6934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4" name="b_bit">
            <a:extLst>
              <a:ext uri="{FF2B5EF4-FFF2-40B4-BE49-F238E27FC236}">
                <a16:creationId xmlns:a16="http://schemas.microsoft.com/office/drawing/2014/main" id="{F53F579D-2653-4C1F-AEE7-6D04DDACC7C4}"/>
              </a:ext>
            </a:extLst>
          </p:cNvPr>
          <p:cNvGrpSpPr/>
          <p:nvPr/>
        </p:nvGrpSpPr>
        <p:grpSpPr>
          <a:xfrm>
            <a:off x="8509002" y="2667001"/>
            <a:ext cx="1778000" cy="762000"/>
            <a:chOff x="8509000" y="2667000"/>
            <a:chExt cx="1778000" cy="762000"/>
          </a:xfrm>
        </p:grpSpPr>
        <p:sp>
          <p:nvSpPr>
            <p:cNvPr id="59" name="b_bit_body">
              <a:extLst>
                <a:ext uri="{FF2B5EF4-FFF2-40B4-BE49-F238E27FC236}">
                  <a16:creationId xmlns:a16="http://schemas.microsoft.com/office/drawing/2014/main" id="{C008BD96-433A-291B-95BB-8679776B2CFB}"/>
                </a:ext>
              </a:extLst>
            </p:cNvPr>
            <p:cNvSpPr/>
            <p:nvPr/>
          </p:nvSpPr>
          <p:spPr>
            <a:xfrm>
              <a:off x="8636000" y="2667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bit select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0" name="b_bit_pin_in[7:0]">
              <a:extLst>
                <a:ext uri="{FF2B5EF4-FFF2-40B4-BE49-F238E27FC236}">
                  <a16:creationId xmlns:a16="http://schemas.microsoft.com/office/drawing/2014/main" id="{1BF430C8-BAF6-0036-8B3A-1BDBEE6164C9}"/>
                </a:ext>
              </a:extLst>
            </p:cNvPr>
            <p:cNvSpPr/>
            <p:nvPr/>
          </p:nvSpPr>
          <p:spPr>
            <a:xfrm>
              <a:off x="8509000" y="3136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b_bit_lbl_in[7:0]">
              <a:extLst>
                <a:ext uri="{FF2B5EF4-FFF2-40B4-BE49-F238E27FC236}">
                  <a16:creationId xmlns:a16="http://schemas.microsoft.com/office/drawing/2014/main" id="{46960913-D526-6CFB-CEC6-8677D5D3B4D4}"/>
                </a:ext>
              </a:extLst>
            </p:cNvPr>
            <p:cNvSpPr txBox="1"/>
            <p:nvPr/>
          </p:nvSpPr>
          <p:spPr>
            <a:xfrm>
              <a:off x="8686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2" name="b_bit_pin_in[n]">
              <a:extLst>
                <a:ext uri="{FF2B5EF4-FFF2-40B4-BE49-F238E27FC236}">
                  <a16:creationId xmlns:a16="http://schemas.microsoft.com/office/drawing/2014/main" id="{D57A5A89-3F62-A403-9139-F01F64E3291F}"/>
                </a:ext>
              </a:extLst>
            </p:cNvPr>
            <p:cNvSpPr/>
            <p:nvPr/>
          </p:nvSpPr>
          <p:spPr>
            <a:xfrm>
              <a:off x="10160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b_bit_lbl_in[n]">
              <a:extLst>
                <a:ext uri="{FF2B5EF4-FFF2-40B4-BE49-F238E27FC236}">
                  <a16:creationId xmlns:a16="http://schemas.microsoft.com/office/drawing/2014/main" id="{C6DD536D-46EF-7C8A-3B75-BA017C8EA83E}"/>
                </a:ext>
              </a:extLst>
            </p:cNvPr>
            <p:cNvSpPr txBox="1"/>
            <p:nvPr/>
          </p:nvSpPr>
          <p:spPr>
            <a:xfrm>
              <a:off x="9220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8" name="c_0">
            <a:extLst>
              <a:ext uri="{FF2B5EF4-FFF2-40B4-BE49-F238E27FC236}">
                <a16:creationId xmlns:a16="http://schemas.microsoft.com/office/drawing/2014/main" id="{6A937D60-BC35-A405-E425-EC728D5C56B1}"/>
              </a:ext>
            </a:extLst>
          </p:cNvPr>
          <p:cNvGrpSpPr/>
          <p:nvPr/>
        </p:nvGrpSpPr>
        <p:grpSpPr>
          <a:xfrm>
            <a:off x="508001" y="2667001"/>
            <a:ext cx="990601" cy="762000"/>
            <a:chOff x="508000" y="2667000"/>
            <a:chExt cx="990600" cy="762000"/>
          </a:xfrm>
        </p:grpSpPr>
        <p:sp>
          <p:nvSpPr>
            <p:cNvPr id="65" name="c_0_body">
              <a:extLst>
                <a:ext uri="{FF2B5EF4-FFF2-40B4-BE49-F238E27FC236}">
                  <a16:creationId xmlns:a16="http://schemas.microsoft.com/office/drawing/2014/main" id="{8A53549E-AEFE-B6F8-D448-1A57A58B4073}"/>
                </a:ext>
              </a:extLst>
            </p:cNvPr>
            <p:cNvSpPr/>
            <p:nvPr/>
          </p:nvSpPr>
          <p:spPr>
            <a:xfrm>
              <a:off x="508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6" name="c_0_pin_0">
              <a:extLst>
                <a:ext uri="{FF2B5EF4-FFF2-40B4-BE49-F238E27FC236}">
                  <a16:creationId xmlns:a16="http://schemas.microsoft.com/office/drawing/2014/main" id="{9362399E-D886-8F17-549E-9C2158A0B91A}"/>
                </a:ext>
              </a:extLst>
            </p:cNvPr>
            <p:cNvSpPr/>
            <p:nvPr/>
          </p:nvSpPr>
          <p:spPr>
            <a:xfrm>
              <a:off x="1397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c_0_lbl_0">
              <a:extLst>
                <a:ext uri="{FF2B5EF4-FFF2-40B4-BE49-F238E27FC236}">
                  <a16:creationId xmlns:a16="http://schemas.microsoft.com/office/drawing/2014/main" id="{55612B25-5329-1C88-C511-8584713C31C2}"/>
                </a:ext>
              </a:extLst>
            </p:cNvPr>
            <p:cNvSpPr txBox="1"/>
            <p:nvPr/>
          </p:nvSpPr>
          <p:spPr>
            <a:xfrm>
              <a:off x="774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2" name="c_1">
            <a:extLst>
              <a:ext uri="{FF2B5EF4-FFF2-40B4-BE49-F238E27FC236}">
                <a16:creationId xmlns:a16="http://schemas.microsoft.com/office/drawing/2014/main" id="{83FCF767-437F-773D-B9FD-CB6DD64A699C}"/>
              </a:ext>
            </a:extLst>
          </p:cNvPr>
          <p:cNvGrpSpPr/>
          <p:nvPr/>
        </p:nvGrpSpPr>
        <p:grpSpPr>
          <a:xfrm>
            <a:off x="1905000" y="2667001"/>
            <a:ext cx="990601" cy="762000"/>
            <a:chOff x="1905000" y="2667000"/>
            <a:chExt cx="990600" cy="762000"/>
          </a:xfrm>
        </p:grpSpPr>
        <p:sp>
          <p:nvSpPr>
            <p:cNvPr id="69" name="c_1_body">
              <a:extLst>
                <a:ext uri="{FF2B5EF4-FFF2-40B4-BE49-F238E27FC236}">
                  <a16:creationId xmlns:a16="http://schemas.microsoft.com/office/drawing/2014/main" id="{DCAF9241-CD06-CC0C-7249-A6B42AD33809}"/>
                </a:ext>
              </a:extLst>
            </p:cNvPr>
            <p:cNvSpPr/>
            <p:nvPr/>
          </p:nvSpPr>
          <p:spPr>
            <a:xfrm>
              <a:off x="1905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1'b1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0" name="c_1_pin_1">
              <a:extLst>
                <a:ext uri="{FF2B5EF4-FFF2-40B4-BE49-F238E27FC236}">
                  <a16:creationId xmlns:a16="http://schemas.microsoft.com/office/drawing/2014/main" id="{5701C8D4-A91F-1362-4CBB-A65105FAA410}"/>
                </a:ext>
              </a:extLst>
            </p:cNvPr>
            <p:cNvSpPr/>
            <p:nvPr/>
          </p:nvSpPr>
          <p:spPr>
            <a:xfrm>
              <a:off x="2794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1" name="c_1_lbl_1">
              <a:extLst>
                <a:ext uri="{FF2B5EF4-FFF2-40B4-BE49-F238E27FC236}">
                  <a16:creationId xmlns:a16="http://schemas.microsoft.com/office/drawing/2014/main" id="{2A4C01E2-18DE-AB7B-C02D-AD0665013C40}"/>
                </a:ext>
              </a:extLst>
            </p:cNvPr>
            <p:cNvSpPr txBox="1"/>
            <p:nvPr/>
          </p:nvSpPr>
          <p:spPr>
            <a:xfrm>
              <a:off x="2171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1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5" name="p_in1">
            <a:extLst>
              <a:ext uri="{FF2B5EF4-FFF2-40B4-BE49-F238E27FC236}">
                <a16:creationId xmlns:a16="http://schemas.microsoft.com/office/drawing/2014/main" id="{E9B3B911-C699-C92C-87C5-D5923604C5A4}"/>
              </a:ext>
            </a:extLst>
          </p:cNvPr>
          <p:cNvGrpSpPr/>
          <p:nvPr/>
        </p:nvGrpSpPr>
        <p:grpSpPr>
          <a:xfrm>
            <a:off x="508000" y="4064002"/>
            <a:ext cx="1524000" cy="254000"/>
            <a:chOff x="508000" y="4064000"/>
            <a:chExt cx="1524000" cy="254000"/>
          </a:xfrm>
        </p:grpSpPr>
        <p:sp>
          <p:nvSpPr>
            <p:cNvPr id="73" name="p_in1_body">
              <a:extLst>
                <a:ext uri="{FF2B5EF4-FFF2-40B4-BE49-F238E27FC236}">
                  <a16:creationId xmlns:a16="http://schemas.microsoft.com/office/drawing/2014/main" id="{C7B56193-E099-126F-C0F9-FFF0323DF44D}"/>
                </a:ext>
              </a:extLst>
            </p:cNvPr>
            <p:cNvSpPr/>
            <p:nvPr/>
          </p:nvSpPr>
          <p:spPr>
            <a:xfrm>
              <a:off x="508000" y="406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4" name="p_in1_pin">
              <a:extLst>
                <a:ext uri="{FF2B5EF4-FFF2-40B4-BE49-F238E27FC236}">
                  <a16:creationId xmlns:a16="http://schemas.microsoft.com/office/drawing/2014/main" id="{E5D8255E-7950-C2B9-05BE-3B786E98855C}"/>
                </a:ext>
              </a:extLst>
            </p:cNvPr>
            <p:cNvSpPr/>
            <p:nvPr/>
          </p:nvSpPr>
          <p:spPr>
            <a:xfrm>
              <a:off x="1930400" y="41402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78" name="p_inb">
            <a:extLst>
              <a:ext uri="{FF2B5EF4-FFF2-40B4-BE49-F238E27FC236}">
                <a16:creationId xmlns:a16="http://schemas.microsoft.com/office/drawing/2014/main" id="{3F41097D-40AB-9803-99BE-71657AA2D572}"/>
              </a:ext>
            </a:extLst>
          </p:cNvPr>
          <p:cNvGrpSpPr/>
          <p:nvPr/>
        </p:nvGrpSpPr>
        <p:grpSpPr>
          <a:xfrm>
            <a:off x="508000" y="4445001"/>
            <a:ext cx="1549401" cy="254000"/>
            <a:chOff x="508000" y="4445000"/>
            <a:chExt cx="1549400" cy="254000"/>
          </a:xfrm>
        </p:grpSpPr>
        <p:sp>
          <p:nvSpPr>
            <p:cNvPr id="76" name="p_inb_body">
              <a:extLst>
                <a:ext uri="{FF2B5EF4-FFF2-40B4-BE49-F238E27FC236}">
                  <a16:creationId xmlns:a16="http://schemas.microsoft.com/office/drawing/2014/main" id="{CD50474C-6E12-F540-1CBA-E5B60B945A68}"/>
                </a:ext>
              </a:extLst>
            </p:cNvPr>
            <p:cNvSpPr/>
            <p:nvPr/>
          </p:nvSpPr>
          <p:spPr>
            <a:xfrm>
              <a:off x="508000" y="444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p_inb_pin">
              <a:extLst>
                <a:ext uri="{FF2B5EF4-FFF2-40B4-BE49-F238E27FC236}">
                  <a16:creationId xmlns:a16="http://schemas.microsoft.com/office/drawing/2014/main" id="{DB1CE835-72BD-E8A1-23B3-8BC56E16DA4F}"/>
                </a:ext>
              </a:extLst>
            </p:cNvPr>
            <p:cNvSpPr/>
            <p:nvPr/>
          </p:nvSpPr>
          <p:spPr>
            <a:xfrm>
              <a:off x="1930400" y="450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1" name="p_out1">
            <a:extLst>
              <a:ext uri="{FF2B5EF4-FFF2-40B4-BE49-F238E27FC236}">
                <a16:creationId xmlns:a16="http://schemas.microsoft.com/office/drawing/2014/main" id="{7043B491-50B4-4AD4-E631-EAEC2FC32651}"/>
              </a:ext>
            </a:extLst>
          </p:cNvPr>
          <p:cNvGrpSpPr/>
          <p:nvPr/>
        </p:nvGrpSpPr>
        <p:grpSpPr>
          <a:xfrm>
            <a:off x="2819401" y="4064002"/>
            <a:ext cx="1524000" cy="254000"/>
            <a:chOff x="2819400" y="4064000"/>
            <a:chExt cx="1524000" cy="254000"/>
          </a:xfrm>
        </p:grpSpPr>
        <p:sp>
          <p:nvSpPr>
            <p:cNvPr id="79" name="p_out1_body">
              <a:extLst>
                <a:ext uri="{FF2B5EF4-FFF2-40B4-BE49-F238E27FC236}">
                  <a16:creationId xmlns:a16="http://schemas.microsoft.com/office/drawing/2014/main" id="{1AC962DA-D582-B3B9-C91E-6A02B334CC37}"/>
                </a:ext>
              </a:extLst>
            </p:cNvPr>
            <p:cNvSpPr/>
            <p:nvPr/>
          </p:nvSpPr>
          <p:spPr>
            <a:xfrm>
              <a:off x="2921000" y="4064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0" name="p_out1_pin">
              <a:extLst>
                <a:ext uri="{FF2B5EF4-FFF2-40B4-BE49-F238E27FC236}">
                  <a16:creationId xmlns:a16="http://schemas.microsoft.com/office/drawing/2014/main" id="{EEF437DE-8EA5-3DA0-17CB-DAC28517561B}"/>
                </a:ext>
              </a:extLst>
            </p:cNvPr>
            <p:cNvSpPr/>
            <p:nvPr/>
          </p:nvSpPr>
          <p:spPr>
            <a:xfrm>
              <a:off x="2819400" y="41402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4" name="p_outb">
            <a:extLst>
              <a:ext uri="{FF2B5EF4-FFF2-40B4-BE49-F238E27FC236}">
                <a16:creationId xmlns:a16="http://schemas.microsoft.com/office/drawing/2014/main" id="{ECA29E91-63AB-D732-8262-0496DB738CB8}"/>
              </a:ext>
            </a:extLst>
          </p:cNvPr>
          <p:cNvGrpSpPr/>
          <p:nvPr/>
        </p:nvGrpSpPr>
        <p:grpSpPr>
          <a:xfrm>
            <a:off x="2794000" y="4445001"/>
            <a:ext cx="1549401" cy="254000"/>
            <a:chOff x="2794000" y="4445000"/>
            <a:chExt cx="1549400" cy="254000"/>
          </a:xfrm>
        </p:grpSpPr>
        <p:sp>
          <p:nvSpPr>
            <p:cNvPr id="82" name="p_outb_body">
              <a:extLst>
                <a:ext uri="{FF2B5EF4-FFF2-40B4-BE49-F238E27FC236}">
                  <a16:creationId xmlns:a16="http://schemas.microsoft.com/office/drawing/2014/main" id="{2B954861-ECC2-3F8B-178B-FEE90DAAE604}"/>
                </a:ext>
              </a:extLst>
            </p:cNvPr>
            <p:cNvSpPr/>
            <p:nvPr/>
          </p:nvSpPr>
          <p:spPr>
            <a:xfrm>
              <a:off x="2921000" y="444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p_outb_pin">
              <a:extLst>
                <a:ext uri="{FF2B5EF4-FFF2-40B4-BE49-F238E27FC236}">
                  <a16:creationId xmlns:a16="http://schemas.microsoft.com/office/drawing/2014/main" id="{9E839471-E810-1437-C3A6-95F73E6E896E}"/>
                </a:ext>
              </a:extLst>
            </p:cNvPr>
            <p:cNvSpPr/>
            <p:nvPr/>
          </p:nvSpPr>
          <p:spPr>
            <a:xfrm>
              <a:off x="2794000" y="450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740C934-F6F0-3BA3-F733-7E382DEADCC6}"/>
              </a:ext>
            </a:extLst>
          </p:cNvPr>
          <p:cNvSpPr txBox="1"/>
          <p:nvPr/>
        </p:nvSpPr>
        <p:spPr>
          <a:xfrm>
            <a:off x="508000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입력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input)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7309C1-3E7A-6E5F-5242-6A8C37441FFA}"/>
              </a:ext>
            </a:extLst>
          </p:cNvPr>
          <p:cNvSpPr txBox="1"/>
          <p:nvPr/>
        </p:nvSpPr>
        <p:spPr>
          <a:xfrm>
            <a:off x="2921001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출력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output)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346DEF3-2778-68E9-1E2F-39DD03A3FD04}"/>
              </a:ext>
            </a:extLst>
          </p:cNvPr>
          <p:cNvSpPr txBox="1"/>
          <p:nvPr/>
        </p:nvSpPr>
        <p:spPr>
          <a:xfrm>
            <a:off x="5334001" y="38100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Basys3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보드</a:t>
            </a:r>
          </a:p>
        </p:txBody>
      </p:sp>
      <p:grpSp>
        <p:nvGrpSpPr>
          <p:cNvPr id="91" name="bd_swl">
            <a:extLst>
              <a:ext uri="{FF2B5EF4-FFF2-40B4-BE49-F238E27FC236}">
                <a16:creationId xmlns:a16="http://schemas.microsoft.com/office/drawing/2014/main" id="{C6A36EC3-E39E-3367-957D-CEF28C561314}"/>
              </a:ext>
            </a:extLst>
          </p:cNvPr>
          <p:cNvGrpSpPr/>
          <p:nvPr/>
        </p:nvGrpSpPr>
        <p:grpSpPr>
          <a:xfrm>
            <a:off x="5334000" y="4127500"/>
            <a:ext cx="1524000" cy="762000"/>
            <a:chOff x="5334000" y="4127500"/>
            <a:chExt cx="1524000" cy="762000"/>
          </a:xfrm>
        </p:grpSpPr>
        <p:sp>
          <p:nvSpPr>
            <p:cNvPr id="88" name="bd_swl_body">
              <a:extLst>
                <a:ext uri="{FF2B5EF4-FFF2-40B4-BE49-F238E27FC236}">
                  <a16:creationId xmlns:a16="http://schemas.microsoft.com/office/drawing/2014/main" id="{6D4E5C24-0CBD-92F8-3441-1AC3170FBAE8}"/>
                </a:ext>
              </a:extLst>
            </p:cNvPr>
            <p:cNvSpPr/>
            <p:nvPr/>
          </p:nvSpPr>
          <p:spPr>
            <a:xfrm>
              <a:off x="5334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SW0 ~ SW7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V17 … W13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bd_swl_pin_sw[7:0]">
              <a:extLst>
                <a:ext uri="{FF2B5EF4-FFF2-40B4-BE49-F238E27FC236}">
                  <a16:creationId xmlns:a16="http://schemas.microsoft.com/office/drawing/2014/main" id="{836087EF-BFD2-F451-8D70-8A1A0A593DB4}"/>
                </a:ext>
              </a:extLst>
            </p:cNvPr>
            <p:cNvSpPr/>
            <p:nvPr/>
          </p:nvSpPr>
          <p:spPr>
            <a:xfrm>
              <a:off x="6731000" y="4597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bd_swl_lbl_sw[7:0]">
              <a:extLst>
                <a:ext uri="{FF2B5EF4-FFF2-40B4-BE49-F238E27FC236}">
                  <a16:creationId xmlns:a16="http://schemas.microsoft.com/office/drawing/2014/main" id="{D2AA9D79-87EB-05EF-5D99-D12901F9F9F2}"/>
                </a:ext>
              </a:extLst>
            </p:cNvPr>
            <p:cNvSpPr txBox="1"/>
            <p:nvPr/>
          </p:nvSpPr>
          <p:spPr>
            <a:xfrm>
              <a:off x="58547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5" name="bd_swh">
            <a:extLst>
              <a:ext uri="{FF2B5EF4-FFF2-40B4-BE49-F238E27FC236}">
                <a16:creationId xmlns:a16="http://schemas.microsoft.com/office/drawing/2014/main" id="{D65B5F5F-FCE3-15E3-324D-04402309DB6B}"/>
              </a:ext>
            </a:extLst>
          </p:cNvPr>
          <p:cNvGrpSpPr/>
          <p:nvPr/>
        </p:nvGrpSpPr>
        <p:grpSpPr>
          <a:xfrm>
            <a:off x="5334000" y="5080002"/>
            <a:ext cx="1524000" cy="762000"/>
            <a:chOff x="5334000" y="5080000"/>
            <a:chExt cx="1524000" cy="762000"/>
          </a:xfrm>
        </p:grpSpPr>
        <p:sp>
          <p:nvSpPr>
            <p:cNvPr id="92" name="bd_swh_body">
              <a:extLst>
                <a:ext uri="{FF2B5EF4-FFF2-40B4-BE49-F238E27FC236}">
                  <a16:creationId xmlns:a16="http://schemas.microsoft.com/office/drawing/2014/main" id="{9D4058D4-2B68-5C77-6D3E-D064CF869DCB}"/>
                </a:ext>
              </a:extLst>
            </p:cNvPr>
            <p:cNvSpPr/>
            <p:nvPr/>
          </p:nvSpPr>
          <p:spPr>
            <a:xfrm>
              <a:off x="5334000" y="5080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SW8 ~ SW15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V2 … R2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bd_swh_pin_sw[15:8]">
              <a:extLst>
                <a:ext uri="{FF2B5EF4-FFF2-40B4-BE49-F238E27FC236}">
                  <a16:creationId xmlns:a16="http://schemas.microsoft.com/office/drawing/2014/main" id="{525D7B46-4E8F-903F-0FB6-BC3A6975C0D6}"/>
                </a:ext>
              </a:extLst>
            </p:cNvPr>
            <p:cNvSpPr/>
            <p:nvPr/>
          </p:nvSpPr>
          <p:spPr>
            <a:xfrm>
              <a:off x="6731000" y="554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bd_swh_lbl_sw[15:8]">
              <a:extLst>
                <a:ext uri="{FF2B5EF4-FFF2-40B4-BE49-F238E27FC236}">
                  <a16:creationId xmlns:a16="http://schemas.microsoft.com/office/drawing/2014/main" id="{8CF99C64-BE26-9D4A-EDF3-C992BE5CD8E5}"/>
                </a:ext>
              </a:extLst>
            </p:cNvPr>
            <p:cNvSpPr txBox="1"/>
            <p:nvPr/>
          </p:nvSpPr>
          <p:spPr>
            <a:xfrm>
              <a:off x="5854700" y="5524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sw[15:8]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9" name="bd_btn">
            <a:extLst>
              <a:ext uri="{FF2B5EF4-FFF2-40B4-BE49-F238E27FC236}">
                <a16:creationId xmlns:a16="http://schemas.microsoft.com/office/drawing/2014/main" id="{34865D18-236D-7D61-3734-758D12AC1630}"/>
              </a:ext>
            </a:extLst>
          </p:cNvPr>
          <p:cNvGrpSpPr/>
          <p:nvPr/>
        </p:nvGrpSpPr>
        <p:grpSpPr>
          <a:xfrm>
            <a:off x="5334001" y="5969001"/>
            <a:ext cx="1498601" cy="762000"/>
            <a:chOff x="5334000" y="5969000"/>
            <a:chExt cx="1498600" cy="762000"/>
          </a:xfrm>
        </p:grpSpPr>
        <p:sp>
          <p:nvSpPr>
            <p:cNvPr id="96" name="bd_btn_body">
              <a:extLst>
                <a:ext uri="{FF2B5EF4-FFF2-40B4-BE49-F238E27FC236}">
                  <a16:creationId xmlns:a16="http://schemas.microsoft.com/office/drawing/2014/main" id="{EF7B30A3-F199-2A9F-4D18-8F4195741740}"/>
                </a:ext>
              </a:extLst>
            </p:cNvPr>
            <p:cNvSpPr/>
            <p:nvPr/>
          </p:nvSpPr>
          <p:spPr>
            <a:xfrm>
              <a:off x="5334000" y="5969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BTN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U18 C / W19 L / T17 R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7" name="bd_btn_pin_btn">
              <a:extLst>
                <a:ext uri="{FF2B5EF4-FFF2-40B4-BE49-F238E27FC236}">
                  <a16:creationId xmlns:a16="http://schemas.microsoft.com/office/drawing/2014/main" id="{9D1A9BFE-A3C9-6AA8-66C4-BAD72E2C5232}"/>
                </a:ext>
              </a:extLst>
            </p:cNvPr>
            <p:cNvSpPr/>
            <p:nvPr/>
          </p:nvSpPr>
          <p:spPr>
            <a:xfrm>
              <a:off x="6731000" y="6451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bd_btn_lbl_btn">
              <a:extLst>
                <a:ext uri="{FF2B5EF4-FFF2-40B4-BE49-F238E27FC236}">
                  <a16:creationId xmlns:a16="http://schemas.microsoft.com/office/drawing/2014/main" id="{5DCDC078-684C-4BDC-EBBE-626AC87EE683}"/>
                </a:ext>
              </a:extLst>
            </p:cNvPr>
            <p:cNvSpPr txBox="1"/>
            <p:nvPr/>
          </p:nvSpPr>
          <p:spPr>
            <a:xfrm>
              <a:off x="5854700" y="6413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btn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3" name="bd_led">
            <a:extLst>
              <a:ext uri="{FF2B5EF4-FFF2-40B4-BE49-F238E27FC236}">
                <a16:creationId xmlns:a16="http://schemas.microsoft.com/office/drawing/2014/main" id="{8F5A4696-ACEA-69E0-4716-6D0F5C61774F}"/>
              </a:ext>
            </a:extLst>
          </p:cNvPr>
          <p:cNvGrpSpPr/>
          <p:nvPr/>
        </p:nvGrpSpPr>
        <p:grpSpPr>
          <a:xfrm>
            <a:off x="8001001" y="4127500"/>
            <a:ext cx="1524000" cy="762000"/>
            <a:chOff x="8001000" y="4127500"/>
            <a:chExt cx="1524000" cy="762000"/>
          </a:xfrm>
        </p:grpSpPr>
        <p:sp>
          <p:nvSpPr>
            <p:cNvPr id="100" name="bd_led_body">
              <a:extLst>
                <a:ext uri="{FF2B5EF4-FFF2-40B4-BE49-F238E27FC236}">
                  <a16:creationId xmlns:a16="http://schemas.microsoft.com/office/drawing/2014/main" id="{D2C58EF9-03BE-2187-23BF-C2FC25385AB0}"/>
                </a:ext>
              </a:extLst>
            </p:cNvPr>
            <p:cNvSpPr/>
            <p:nvPr/>
          </p:nvSpPr>
          <p:spPr>
            <a:xfrm>
              <a:off x="8128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LED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LD0 … LD15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1" name="bd_led_pin_led[15:0]">
              <a:extLst>
                <a:ext uri="{FF2B5EF4-FFF2-40B4-BE49-F238E27FC236}">
                  <a16:creationId xmlns:a16="http://schemas.microsoft.com/office/drawing/2014/main" id="{03F90B9B-000B-FD98-F45E-9D0A18E8B0FB}"/>
                </a:ext>
              </a:extLst>
            </p:cNvPr>
            <p:cNvSpPr/>
            <p:nvPr/>
          </p:nvSpPr>
          <p:spPr>
            <a:xfrm>
              <a:off x="8001000" y="4597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bd_led_lbl_led[15:0]">
              <a:extLst>
                <a:ext uri="{FF2B5EF4-FFF2-40B4-BE49-F238E27FC236}">
                  <a16:creationId xmlns:a16="http://schemas.microsoft.com/office/drawing/2014/main" id="{4B394C91-D07C-34E6-4C88-CD9F49BFDFAA}"/>
                </a:ext>
              </a:extLst>
            </p:cNvPr>
            <p:cNvSpPr txBox="1"/>
            <p:nvPr/>
          </p:nvSpPr>
          <p:spPr>
            <a:xfrm>
              <a:off x="81788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led[15:0]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9" name="bd_fnd">
            <a:extLst>
              <a:ext uri="{FF2B5EF4-FFF2-40B4-BE49-F238E27FC236}">
                <a16:creationId xmlns:a16="http://schemas.microsoft.com/office/drawing/2014/main" id="{9FE7FBBF-1759-AF13-19A4-AA7427F09093}"/>
              </a:ext>
            </a:extLst>
          </p:cNvPr>
          <p:cNvGrpSpPr/>
          <p:nvPr/>
        </p:nvGrpSpPr>
        <p:grpSpPr>
          <a:xfrm>
            <a:off x="8001002" y="5080001"/>
            <a:ext cx="1778000" cy="1016000"/>
            <a:chOff x="8001000" y="5080000"/>
            <a:chExt cx="1778000" cy="1016000"/>
          </a:xfrm>
        </p:grpSpPr>
        <p:sp>
          <p:nvSpPr>
            <p:cNvPr id="104" name="bd_fnd_body">
              <a:extLst>
                <a:ext uri="{FF2B5EF4-FFF2-40B4-BE49-F238E27FC236}">
                  <a16:creationId xmlns:a16="http://schemas.microsoft.com/office/drawing/2014/main" id="{1F93E445-EBDB-E78F-3A18-B85A97236F96}"/>
                </a:ext>
              </a:extLst>
            </p:cNvPr>
            <p:cNvSpPr/>
            <p:nvPr/>
          </p:nvSpPr>
          <p:spPr>
            <a:xfrm>
              <a:off x="8128000" y="5080000"/>
              <a:ext cx="1651000" cy="1016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7-Segment (FND)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com : U2 U4 V4 W4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bd_fnd_pin_com[3:0]">
              <a:extLst>
                <a:ext uri="{FF2B5EF4-FFF2-40B4-BE49-F238E27FC236}">
                  <a16:creationId xmlns:a16="http://schemas.microsoft.com/office/drawing/2014/main" id="{CB45D1CD-3103-7CAF-469E-A1EF36EFA7E3}"/>
                </a:ext>
              </a:extLst>
            </p:cNvPr>
            <p:cNvSpPr/>
            <p:nvPr/>
          </p:nvSpPr>
          <p:spPr>
            <a:xfrm>
              <a:off x="8001000" y="554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6" name="bd_fnd_lbl_com[3:0]">
              <a:extLst>
                <a:ext uri="{FF2B5EF4-FFF2-40B4-BE49-F238E27FC236}">
                  <a16:creationId xmlns:a16="http://schemas.microsoft.com/office/drawing/2014/main" id="{9930B006-758D-8590-8616-DDE0DCAB8AA6}"/>
                </a:ext>
              </a:extLst>
            </p:cNvPr>
            <p:cNvSpPr txBox="1"/>
            <p:nvPr/>
          </p:nvSpPr>
          <p:spPr>
            <a:xfrm>
              <a:off x="8178800" y="5524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7" name="bd_fnd_pin_data[7:0]">
              <a:extLst>
                <a:ext uri="{FF2B5EF4-FFF2-40B4-BE49-F238E27FC236}">
                  <a16:creationId xmlns:a16="http://schemas.microsoft.com/office/drawing/2014/main" id="{B82DB15F-3BB6-49A8-2B1D-F4A2C6AC4A92}"/>
                </a:ext>
              </a:extLst>
            </p:cNvPr>
            <p:cNvSpPr/>
            <p:nvPr/>
          </p:nvSpPr>
          <p:spPr>
            <a:xfrm>
              <a:off x="8001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8" name="bd_fnd_lbl_data[7:0]">
              <a:extLst>
                <a:ext uri="{FF2B5EF4-FFF2-40B4-BE49-F238E27FC236}">
                  <a16:creationId xmlns:a16="http://schemas.microsoft.com/office/drawing/2014/main" id="{04B67635-694A-4760-89E3-3983C7E18631}"/>
                </a:ext>
              </a:extLst>
            </p:cNvPr>
            <p:cNvSpPr txBox="1"/>
            <p:nvPr/>
          </p:nvSpPr>
          <p:spPr>
            <a:xfrm>
              <a:off x="8178800" y="577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8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340581-B29F-859B-882E-B55335A3E53A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0A3F9C-7DC3-9CC6-A8CE-752ACEAFF1E4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top_adder_fnd_8bit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연결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F0330-5F4B-7A9F-63AB-44D4106ADEDA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C967244E-18EB-A352-70FC-90592309AEC6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D1994-7AAC-AE3D-DF05-96128AE2FE3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4D67E86E-FEA1-19FC-2DC0-14C7A1040D3E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C0E50ECB-84E3-293C-8013-3104CCCD8DAD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043C82A-599D-A9B7-D5F3-9994ADA2C1DD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9CFD9E43-2866-AC6E-B690-3DD9C97998E6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DAE3BC87-7D65-460E-070F-0D05BDAB7498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AAD54CF1-544D-C134-611D-0BA40486427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C2439D71-E10F-B2C7-B97F-02E170B8F9F9}"/>
              </a:ext>
            </a:extLst>
          </p:cNvPr>
          <p:cNvGrpSpPr/>
          <p:nvPr/>
        </p:nvGrpSpPr>
        <p:grpSpPr>
          <a:xfrm>
            <a:off x="101600" y="5334002"/>
            <a:ext cx="1549401" cy="254000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855CF3F8-CEF1-F6A7-A20E-56AFBBB600E3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D46DD5F2-10AD-F700-FEFA-FD1D5D07252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B165E8A8-A5F6-4864-3C3D-4BED162F1031}"/>
              </a:ext>
            </a:extLst>
          </p:cNvPr>
          <p:cNvGrpSpPr/>
          <p:nvPr/>
        </p:nvGrpSpPr>
        <p:grpSpPr>
          <a:xfrm>
            <a:off x="1904999" y="2603500"/>
            <a:ext cx="736601" cy="762000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22D2AF57-257B-7D5C-2BA8-23B49B6ADD28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AAA67361-4BBD-8DFA-B3A7-082E6AC9F4E5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9FCB279-F84D-4B2B-7FAF-58B3BA936FEF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627134D2-C315-F13F-DF2B-31A5449995A9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CC6B5263-08D4-94DD-114C-E12F2C71030E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09B8B9B9-E428-DBDF-9F8D-0DC4B4D4D7AE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CA9A59CC-4ECB-CB2E-35A6-F739F8161182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BAF0F11-772B-0059-C6DE-B886B9F9A8B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73C505F-2B00-A2EA-150B-5FF9625C273F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B10EBB20-B72B-15AB-60C0-3EA20E623B17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4DF6B25C-4A55-64C5-3085-D203F15EC7F0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648F8A94-66A1-7CE5-AAA2-97AF27A8EE8E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82294B58-EDDC-7978-BAB8-D047C5CE60C0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5BC4F963-39F1-899E-DEBC-5AEC6015F7B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C6F01B68-125F-F767-042E-599F07458C19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5891895C-B6A6-6427-2ACA-B8BCAA0104EA}"/>
              </a:ext>
            </a:extLst>
          </p:cNvPr>
          <p:cNvGrpSpPr/>
          <p:nvPr/>
        </p:nvGrpSpPr>
        <p:grpSpPr>
          <a:xfrm>
            <a:off x="4953002" y="151476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0D7188C4-43F8-86AC-E1BA-083930BF902A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C5447B82-01DF-66A2-F798-120E48824EAD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09D27D3-EDF1-9020-18B4-55CDD414FCAB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6D486316-26A2-7605-77CB-08F586CA1733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040EA6D7-A066-DB6A-98A5-38347F02C4B4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51B87409-006F-5123-7CDD-2F1C78719E3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5482518-0937-254D-E5AE-17C700EED763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EDF1A9BB-60C0-8733-74CF-E7893A5FCB01}"/>
              </a:ext>
            </a:extLst>
          </p:cNvPr>
          <p:cNvGrpSpPr/>
          <p:nvPr/>
        </p:nvGrpSpPr>
        <p:grpSpPr>
          <a:xfrm>
            <a:off x="6477000" y="2476500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15DF05-2743-F435-157C-F85B41CFB555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79F0B89C-DD1A-782C-1EB1-AE147519EDC8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9441E43D-DFD9-4F29-29C2-3E8F5D97177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FB20A18-95DF-CC58-96D3-F97A768D9A8D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4173C8CC-3F95-1AD6-BE7B-EFD6426647F1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FA14315B-EE02-FEC6-1BDD-21EACA6D444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5A6E5D6D-FC03-4A64-5325-D4F6EC5C4DC7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44479D46-F8EB-FB00-74DF-8BC1869A87EE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14280E50-3F33-38C0-6277-A59E830644D5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AC8E2C7D-A8EC-59AB-9CFB-63826C6C1EB8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59CB6097-B650-1EF6-EAEE-845CECE5649B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1EA2256-AE35-A0A2-82F6-0072BC00B0A4}"/>
              </a:ext>
            </a:extLst>
          </p:cNvPr>
          <p:cNvGrpSpPr/>
          <p:nvPr/>
        </p:nvGrpSpPr>
        <p:grpSpPr>
          <a:xfrm>
            <a:off x="8508999" y="2476501"/>
            <a:ext cx="1841500" cy="177800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63CB7D8F-7C51-42EB-B118-D9767956829F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2C17D119-2755-6E43-910A-FF12DDD0CF5D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C068B67B-0046-064A-CE1C-C0CD7E93BF34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D85A5294-CBE9-C4A0-7792-35627550CA95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37CBB7DB-DF7A-3574-87BD-1CD7E0BD68A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9441ACF2-BBFB-AEBE-CFAC-923CBD902EDD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B83A6753-1DDF-A8FF-9DCE-5DC7F699EFEC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C017E261-CB7A-082A-2A75-A5F676AE35A4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473BCEBD-B16D-3A13-92E1-106776B0AE50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31B05648-5A6C-ACFB-4B3B-77FE5EE86AC0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ACE1B4FF-4D5C-8CD9-2BA5-D53459A0E7BB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B1449158-96B7-D335-4669-545D76F31681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6CE1EB03-8FBD-83D3-BDC2-846452092090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0EBEFA02-6DD5-9375-B2C1-4B7A31CC7477}"/>
              </a:ext>
            </a:extLst>
          </p:cNvPr>
          <p:cNvGrpSpPr/>
          <p:nvPr/>
        </p:nvGrpSpPr>
        <p:grpSpPr>
          <a:xfrm>
            <a:off x="4953002" y="5334002"/>
            <a:ext cx="1778000" cy="762000"/>
            <a:chOff x="4953000" y="5334000"/>
            <a:chExt cx="1778000" cy="762000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A1A49945-C0BF-78A5-5AE7-DABA1B85B386}"/>
                </a:ext>
              </a:extLst>
            </p:cNvPr>
            <p:cNvSpPr/>
            <p:nvPr/>
          </p:nvSpPr>
          <p:spPr>
            <a:xfrm>
              <a:off x="5080000" y="5334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4DDA97DF-B766-7F5E-5D8C-A58C8A75B666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DE1D5B04-EC57-9D53-8067-406CF9D4C10A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BD482A74-6962-D592-78EB-5201CE7D6403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66B095D9-CA3B-CBCB-86EF-0219928ED1E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5EE5922C-55F0-F7A5-E810-A4FBE137CC0A}"/>
              </a:ext>
            </a:extLst>
          </p:cNvPr>
          <p:cNvGrpSpPr/>
          <p:nvPr/>
        </p:nvGrpSpPr>
        <p:grpSpPr>
          <a:xfrm>
            <a:off x="7003474" y="5956300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F7869862-37D5-EA0F-9CB9-705BCC61216A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C949CF38-1D78-DFF2-0A27-5C0F8B70B248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3C4B938-D5E2-3BFE-B48A-7DE0669FE2E8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84BCD00A-0495-0327-BE1A-63C142948F62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C24A17C-7B69-DC60-5D3C-39F8DEC4C65C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90CDC95D-2EFC-B79A-54BF-9AD5DAF017D4}"/>
              </a:ext>
            </a:extLst>
          </p:cNvPr>
          <p:cNvGrpSpPr/>
          <p:nvPr/>
        </p:nvGrpSpPr>
        <p:grpSpPr>
          <a:xfrm>
            <a:off x="10540999" y="5715001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F917D8C1-2435-AE3C-50E9-DE5BD7107C15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2E85BEC9-4E31-5E25-53A2-A2941A53C4BE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440C86A1-2E98-497B-C5B1-60809175E057}"/>
              </a:ext>
            </a:extLst>
          </p:cNvPr>
          <p:cNvGrpSpPr/>
          <p:nvPr/>
        </p:nvGrpSpPr>
        <p:grpSpPr>
          <a:xfrm>
            <a:off x="10540999" y="5080002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4CD9ACB4-0E8D-C88D-BBA3-D3AB0804717A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1447517B-4E96-A173-7136-5FE06046F266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D6A880A1-C788-754C-C8EE-12AAF2484F0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046779D-5676-F911-491F-38C6215DF750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1EDF8531-C294-9949-FC58-2F57562F488F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DD2542CD-F368-3DA0-5953-CE4722E007DF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0544C609-0C07-FAB8-7CBA-EF91313405DE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DB28D23-17C5-4218-5F1F-63F77116EF1E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41601" y="2565401"/>
            <a:ext cx="177801" cy="5715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803888D9-54FC-A4AF-BC0D-91A06E7E137C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302164"/>
            <a:ext cx="304800" cy="923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BE1D845B-9DF4-D114-80C5-CE3489BF53A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2048164"/>
            <a:ext cx="254000" cy="92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4AC251C0-55A3-8AD4-07A5-3EB9B7EDE102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0" y="1295400"/>
            <a:ext cx="5892800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311FE098-334E-34C1-F12B-167558C2C4B5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6286502" y="2048164"/>
            <a:ext cx="190498" cy="96173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1BBE381-73A4-3E3E-FBD3-0700CDABB782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>
            <a:off x="8382000" y="3009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D00B200-D74B-AC2B-D647-972C73BBF89C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8382000" y="3263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5C02E525-77D7-49E4-7ECF-6ABEBDC9A21C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>
            <a:off x="8382000" y="3517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A1E86BAA-1F47-9984-4405-9874AFF89CDE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>
            <a:off x="8382000" y="3771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A71994F-EB47-FA13-E9D1-2D7DCC8A2901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651002" y="4025900"/>
            <a:ext cx="6858000" cy="14351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B3A191E6-733C-CB8E-F5AD-870485F3D80E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651002" y="5461000"/>
            <a:ext cx="3302000" cy="406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20B4C7A-C64D-60AC-6D04-67EC947D17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7003474" y="3009901"/>
            <a:ext cx="3347025" cy="3479799"/>
          </a:xfrm>
          <a:prstGeom prst="bentConnector5">
            <a:avLst>
              <a:gd name="adj1" fmla="val -6830"/>
              <a:gd name="adj2" fmla="val 50000"/>
              <a:gd name="adj3" fmla="val 10683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C6D07B2D-8F99-DFB3-757C-8B90B5EDE5FF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781474" y="5842001"/>
            <a:ext cx="1759525" cy="64769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C4B321E-22E5-BB23-2D1C-69E8960C40EA}"/>
              </a:ext>
            </a:extLst>
          </p:cNvPr>
          <p:cNvCxnSpPr>
            <a:stCxn id="69" idx="3"/>
            <a:endCxn id="82" idx="1"/>
          </p:cNvCxnSpPr>
          <p:nvPr/>
        </p:nvCxnSpPr>
        <p:spPr>
          <a:xfrm flipV="1">
            <a:off x="6731002" y="5207002"/>
            <a:ext cx="3809997" cy="660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091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57C91-98B8-5259-355E-6DA905195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EDEA5D-93A0-867F-7921-8B71132418AB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087E85-5A7B-C7B5-F0C6-F0A422E4DBD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DE62B-9FD8-FE78-A037-22D1E2EE618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DA8B1DB7-1780-730B-5C8F-FB60B30E0D92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F988E9-9BF0-0D2C-6570-C56D672037A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EA5D73D2-4FCB-39AD-2479-D334827CAE46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A15CD737-8D42-DBC7-857E-5E86D5EF5606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3F29087-9F71-ABB5-B763-9CA89607E7A4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E44433C-F3A7-6716-E4EC-B04080D7CDB7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A650D79-C609-760E-6433-C324218746AD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E0C49862-C8FE-402A-C357-6B2B5B561979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DF529865-571C-81A9-10EF-19D47B64280A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21981F4B-6E35-A00B-6503-044F1E729D81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64D51857-5366-490B-4965-777599BDC8AC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9BC80ACF-3AA5-F0FA-2FEA-522AFE8340D5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98332CC8-86EC-3817-1362-121715FC1A15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A07B6E3B-BA4D-3ACD-0677-0142129D461A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14DCBA4F-A05E-7537-392C-3BB43DCB7369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D6DB4094-5F44-4B8E-71A3-E570860574C7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3F8791A2-8F8C-E445-F7FA-D2E067A8AE36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D6D9C926-5146-A4A6-6E8A-0E4226711A31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835DCFAC-A742-DC93-4215-861F128205D7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D0E9DC53-56BF-9C04-8C1D-AAF4F3E2DBD5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7B8DC73E-7283-C491-A7A5-F88CDDB4FC9B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6FA46D29-1930-F539-6A35-DBB180282CA7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547E63F-15F2-B633-33EA-60E6674E1772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CFB231E0-6264-155A-ADB7-D9F45BEE5178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379387EC-C226-DF34-EB8C-0EB8ACEADC4D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21603600-1878-C7A6-877A-D12F5A1D7A4C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9333D34A-604F-7889-0185-C33EE141DBD9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3AF0C65F-FBD3-6FCB-BA2A-776615B080C5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A03345DB-E043-44E9-A4A3-24FDEAA3F1DA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FDD6D49A-655E-7B99-F8F9-8C099CE219E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FF4FF111-B38B-4EA5-B5D0-06AE6203BC20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BC36F66F-05D8-1FE1-83FF-BCA79054594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7CCA737F-5401-2912-B74E-D2A62B3D1963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802CDFEC-5295-1813-0A48-2D8E521B02EF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0EB384D-D100-04ED-2A74-F2B48AC1D053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66DED0F8-7FF2-3186-B047-CA8E040FFEEC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1450B4C-C384-1A00-89EF-8A0626D034D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0BD0BA6B-5E13-0FCB-953C-7D59380ADBE2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11460BD2-AAE0-ACFD-5F33-8C14B05935EA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F9843414-8396-5020-BA6C-5ACA89B32FEC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F8321CAD-1758-3E74-F0A3-C4E747919D65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93561414-16D0-9379-9378-677D1961DBB8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1A0B05DB-9E34-3B3D-890D-64CC88225CD4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4CB3553-FE5A-3B16-D2E8-10EA74C4186D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01B6C0EB-6EC6-5864-A904-DA24896E846D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C2E2559D-203D-6630-5028-2E883A4B969E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5D5DCCC-181C-6E6F-4D32-574FFDB79465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B9D84DF3-8CF2-8472-A797-9CA2D159D916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FEF8535-6B97-CDBF-5EFD-75FE55C1FFAC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7AED2845-1B73-BDF3-0332-A1DDC1381DD0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F4786AC5-53DB-7C32-D194-7988CAFE6D57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F659808D-6753-4AC3-18A1-CF54D6552790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FC3AA43A-E00F-D546-FF77-662A8382FF62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0B22A962-5CD7-B1B0-A472-FE94A34D12C7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AEACA644-8D31-F085-E2AE-9D4410FDD3B9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808804E2-B717-3455-AD96-BB318298019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541128B4-C24B-056A-D2DD-271A1918487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BDF5ECB8-5D1F-ABCA-C6F5-A50D03EC7EF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E55EFBBA-1356-D882-C4CA-572BB650165D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09AD0481-FABD-45CD-AB09-EC628FEBEB7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0150CE-AB7E-60E2-246F-F3EC567AB6DC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E6BD7E1-EE2B-9CE3-65AA-5D9A18A72F50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A076B3EC-8789-ED7C-A28D-0D4864EC44A9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0BCA9B7-E9A1-43E1-F1A2-3E4BF374C417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CB8AA4E9-A128-815F-1F9D-4788EFA79004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F6F9FD84-FF42-5D9B-E1CB-92AEEE4D16F8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650532AD-879D-47A6-2639-425CF49868B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3E55A4A9-DE4B-04D2-4DA9-7931849C491D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E5ADBA72-04D3-5AA9-E902-3225759FC8CC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3F4CCAFB-724E-DB72-04B9-3A5AECA70AB1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6A99666-38D3-6532-70CB-7A9C4EC1FDC8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57B4601A-D5F4-F06D-69C9-76B0C756B354}"/>
              </a:ext>
            </a:extLst>
          </p:cNvPr>
          <p:cNvCxnSpPr>
            <a:cxnSpLocks/>
            <a:stCxn id="139" idx="3"/>
            <a:endCxn id="149" idx="1"/>
          </p:cNvCxnSpPr>
          <p:nvPr/>
        </p:nvCxnSpPr>
        <p:spPr>
          <a:xfrm>
            <a:off x="1533237" y="5852439"/>
            <a:ext cx="4776929" cy="18307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3B2B96FF-F2B7-75FB-527D-AE35398ACBD8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E9C58A56-9721-DE5C-6272-233913440030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FCCA1CA3-876B-9AB6-C0C3-B75109159317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4FA19023-AB61-7B68-D0EB-9E528F1D92C2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40D2AA57-9983-F192-2BD7-ED506F0CF96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2D68EFBE-7675-E5B5-6803-6FF27A634748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E835D38B-0AE3-2015-FCE4-B14F7CB488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B0904E30-DF5B-72BC-F88D-E577AD0C7F1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C0897A2C-6EB8-775F-3D7C-0AF6A6644DF2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2319EFC4-2EFA-A8B8-0042-30E6B305337E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FD23CC41-08B2-B11A-ABA4-D29A7A3D91EB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03016D46-C1DD-8495-3CD2-83BD60776B94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414AEF6-07F8-EC32-F403-82F8AE4C0B3B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5E9C188A-F297-69C4-EB73-6B964E7E01E6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E990D7DC-58A5-8B16-F0E3-4339678BAE1B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27D588B0-EB27-6A67-A94C-B54F3BFF8C7C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400B4471-431F-55F9-5854-B257B874369F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35756573-06EB-F6EE-A573-272489AA97A9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0C302637-B250-89EC-DE2C-8D386E390ACA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14B13C7D-5D8F-F842-CD94-5E6FC05E9841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E0262E8-9FDB-0451-E6BB-98B10AA20A0B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B0E5B68A-EFCD-404F-E7FB-DB5672E496F1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0A66AB82-B46F-40E9-BA1B-930941BC1B1E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87EB62C-2F61-F911-AD60-0B600CE726B5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298B61CD-680B-DD11-557E-24D7642A3CD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BDE6E522-E899-6711-6D84-2EE3A17C99A2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7B4B34B-7D55-30A9-7EAA-427ECEC9C718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48CE249C-5FBF-A327-3583-15076D70EBCE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4311D96F-B156-E8AA-747B-4A0BDCF3B2C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177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6BBE0-AB41-8558-EBF4-453554758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FD2472-1F66-4598-9F11-355E8EE41E66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C811E-420B-6FA3-D58C-6B721FB3E486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top_adder_fnd_Clk_v2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5EB39-FF1D-2925-21E7-037D4BA05370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80E53F-5079-D565-33EB-5FD42C246267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C54519-EB63-65AD-8502-4D0D8F438516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723A95AF-D350-8D1E-A9BE-229988B21474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BC83E252-4AE4-67EB-2F8B-9078C0AB3304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C344FF70-896E-DBA4-8925-913E133F2B80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9F3B7F3-692A-FDB2-86A8-6631249ECB19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862C704B-4FD3-305C-FDD9-874996D2765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263D449C-C3DE-D293-DBB4-B0D34D8F3C1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79F54A7C-874F-14F4-B132-3AF6BED03172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5C42ED60-046A-C5D9-65C3-F5D528FB7122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4517713C-8583-68DB-F5D8-D7E536DDDF39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43D94077-AC3C-BDAA-9E53-146DB0C2E5C0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D75B60D9-D28C-EFDD-4642-3EA3AF32E0E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DE55B00-AAFE-20E3-430D-798C0F71A5F0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E6C9413E-F998-FD41-36AF-82FDC1407E7B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65DDA028-D58C-DA99-31BA-A6627E6CF9AC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7CD27984-C2E7-CCCE-F856-6FA7C52913F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453C68CE-9067-6897-4EAC-6854CE8E2F75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FA82AA97-7493-79CB-AF89-41F158E1617E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2DD2C2FB-1F67-E3A5-53D8-60601607C16F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63A6A5A7-E1F1-1867-9B84-2A848BC73A22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D4FC1D84-F079-5C06-D901-DCC7264C93D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AD22394-B354-1E61-52C3-3B45037C1793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631E5F5-2252-2BBF-6A77-6BBAFB76D13C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E495F15F-17CC-3ED7-355F-A0818FFB41A8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814EECE3-F89D-0454-B8E3-BDB5EAE06360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D160B15B-0EDA-517C-82C8-A5F10961304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A606D085-F1B5-B680-7950-AFFCA38AC41D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1C48E5DE-8DB7-A8FF-87C8-F7790F0B52ED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B56CA695-B8AC-C7A6-E34F-F89E521ABF1F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3EF2EC51-E0CB-4EED-8A17-AD775CD95CEF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0C59E96-2755-ACEE-A317-51AB9A08B8C8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151F7536-8B3E-F2E7-DC21-F1E135BF3B6C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DCC3909-B2EE-F5F4-0289-C4516CA5663D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6203DBA3-1158-C2CF-31AA-789F8FB873C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9A197B38-E2F8-9D8A-6E86-76E1A4F1E514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F1956A6-A003-BDA3-F289-E4547CB2945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9A20A8E6-07D1-712F-50F2-A51C65062C1E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91642C83-F054-168B-606D-87551D580D8E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D8AF4337-26C8-8622-EB7D-1B6CEE2D9E31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2765E7A8-4EA4-A9FB-9E86-E28995BE93EF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CFB465CE-4F95-C37D-AAEB-F0FE6C9DE7EF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BF38CD52-BC06-11BA-A869-5DB7375D711A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39D249A7-2EBD-13CF-5C19-432EAF0F2344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90C9FA10-02F4-248A-6B7D-D478E95DBCDC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4516FADE-DF11-5322-1FDE-B6AF18A8D0A7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66C7EFAE-A2F2-F41B-1E81-61AAB1CD709C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93DBAD93-A59F-7ADE-B77C-38D5C169F94F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53D14458-26C7-93DB-F80A-1F6D105BE190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9D441408-AC25-6279-34BA-26D2E4A2C1AC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55AAB690-8515-1F4B-3675-68F0AD5968D1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49229BB9-62E7-5387-3FC2-DA504A7EF439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5B3A403C-696D-7F44-539F-FB5FEA22D2F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65F761E7-5980-3D25-B10D-98F2C2843801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35688838-84BB-24EB-125F-63F851DD9E56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857FB60-FAE0-E46D-4CF4-2A7081169267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DBD407A2-D558-DA03-BD8E-3D0097CD3BC9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E1838C0-8D9F-FD9B-CE80-94BCA8D06BBA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D0F53870-1EDE-5C79-5523-26D4AA444754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82314652-4AEB-0133-1477-5E67E3B72E6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1823C334-B0F6-0AC7-A124-F75B1E13A31D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C4CEB600-1516-B43A-946A-682C9C068ECF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4146100-F311-7C7F-CF63-1157889237CC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051A83CF-3ACE-E202-CED0-2E2D45C34FBA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42E38C14-6D70-C50B-36DC-8678C91F2636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7203BF1C-A13F-0240-6687-57F6E8ED0020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BC74B732-60AA-B370-1043-E496236CD79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A63BD0E6-5BAE-1BA8-6207-492B0D38D4B6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6D5CF703-AA20-3C12-E878-218E08316312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653C455F-C611-E886-00A3-429B2B7C8B5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4D44B5B-EC18-0C98-7D06-EE6967D1D805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AEE39B6-3CA4-03D5-59FD-BF726E341A3B}"/>
              </a:ext>
            </a:extLst>
          </p:cNvPr>
          <p:cNvCxnSpPr>
            <a:cxnSpLocks/>
            <a:stCxn id="139" idx="3"/>
          </p:cNvCxnSpPr>
          <p:nvPr/>
        </p:nvCxnSpPr>
        <p:spPr>
          <a:xfrm flipV="1">
            <a:off x="1533237" y="5408206"/>
            <a:ext cx="565163" cy="44423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C79CDAC0-9FBF-3A40-3289-D63ECC5863C1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C236C21C-8669-4401-4143-C5B1CD8DD36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2F41D323-9849-35C8-6729-C1A36E2EC500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C5DC1B6A-2C7A-4B31-7774-8BF08AEA6C39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735829D4-48DD-9C0A-4372-D129D3AD883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BE5A5DE1-DC6F-E8A3-CE6B-12BCAEF98C51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0717662A-906F-0ABA-ED27-5F6382CA02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DA93A6FB-B70E-A9CA-D499-E6EC8CB5E1A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330B490-98A0-2B5E-F345-C86C5806C858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506879C5-E9B0-E1D6-1C62-00F4E57CC2DB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5E0E55D5-AE9E-ED61-2B80-A31A01989A86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C451EE86-BB35-7248-F874-9FE2CBEA2F6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7AC57AA-766B-3011-AEE2-BC269187E21F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0C05C42-9123-C226-CA75-E28B9E7652EC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FAFF18CD-BFA8-1BD9-B1BA-B47E394DB2DE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E481FBF6-2F61-804A-2204-4A883F54A59E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FE7DE207-EFEE-996E-BF9F-2207932F8055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EFD8C2DF-F1E7-36C5-CF29-A2E1ECA9102E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FECB6D09-45AC-873D-D523-2B995D80B2A0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EE9DA3D0-5ED7-1938-A8E6-C4DFE7561F7C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7884063-91F3-AFE9-183B-AE6D0A2A555D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99A1BDCE-3C24-6D5F-E5CC-45B59BBD5226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DE78ADA1-5FA4-AC0E-94DD-26DC3A070085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D51D675E-3FC4-C407-9472-C7BFB593A7FF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9BB1DCF6-EDFE-36A0-BAD5-74FBF2BE712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81BB5BC8-4ABB-136C-BD48-71911B559D76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5FC252D-D257-AA69-297B-962E04251ADB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4814EE0-DA24-6242-BAB0-73C22D32642D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61D54F7-3A4C-8AE4-B0EA-B8E286AEC07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grpSp>
        <p:nvGrpSpPr>
          <p:cNvPr id="14" name="U_SPLIT">
            <a:extLst>
              <a:ext uri="{FF2B5EF4-FFF2-40B4-BE49-F238E27FC236}">
                <a16:creationId xmlns:a16="http://schemas.microsoft.com/office/drawing/2014/main" id="{7A6F8E15-2230-2FD8-A68C-AFEDF633DF06}"/>
              </a:ext>
            </a:extLst>
          </p:cNvPr>
          <p:cNvGrpSpPr/>
          <p:nvPr/>
        </p:nvGrpSpPr>
        <p:grpSpPr>
          <a:xfrm>
            <a:off x="2077315" y="4876801"/>
            <a:ext cx="1651002" cy="1422260"/>
            <a:chOff x="6477000" y="2476500"/>
            <a:chExt cx="1905000" cy="1524000"/>
          </a:xfrm>
        </p:grpSpPr>
        <p:sp>
          <p:nvSpPr>
            <p:cNvPr id="15" name="U_SPLIT_body">
              <a:extLst>
                <a:ext uri="{FF2B5EF4-FFF2-40B4-BE49-F238E27FC236}">
                  <a16:creationId xmlns:a16="http://schemas.microsoft.com/office/drawing/2014/main" id="{4EFEEB04-70A0-1CD3-2C45-CB23DE5CC5A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U_SPLIT_pin_i_data[8:0]">
              <a:extLst>
                <a:ext uri="{FF2B5EF4-FFF2-40B4-BE49-F238E27FC236}">
                  <a16:creationId xmlns:a16="http://schemas.microsoft.com/office/drawing/2014/main" id="{57799043-BC16-3E2F-9F1E-5A4335FED70A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U_SPLIT_lbl_i_data[8:0]">
              <a:extLst>
                <a:ext uri="{FF2B5EF4-FFF2-40B4-BE49-F238E27FC236}">
                  <a16:creationId xmlns:a16="http://schemas.microsoft.com/office/drawing/2014/main" id="{EC063173-7FD1-7D64-7FA3-05CD7ACE0FD6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U_SPLIT_pin_o_digit_1000[3:0]">
              <a:extLst>
                <a:ext uri="{FF2B5EF4-FFF2-40B4-BE49-F238E27FC236}">
                  <a16:creationId xmlns:a16="http://schemas.microsoft.com/office/drawing/2014/main" id="{3132CA75-F858-F5E8-A587-428E67E1F7B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U_SPLIT_lbl_o_digit_1000[3:0]">
              <a:extLst>
                <a:ext uri="{FF2B5EF4-FFF2-40B4-BE49-F238E27FC236}">
                  <a16:creationId xmlns:a16="http://schemas.microsoft.com/office/drawing/2014/main" id="{32E4A577-5EA8-BDA1-36F4-569DAB34BF55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F86B5C24-92D7-4ECE-4967-684D2AD93888}"/>
              </a:ext>
            </a:extLst>
          </p:cNvPr>
          <p:cNvCxnSpPr>
            <a:cxnSpLocks/>
            <a:stCxn id="56" idx="3"/>
            <a:endCxn id="149" idx="1"/>
          </p:cNvCxnSpPr>
          <p:nvPr/>
        </p:nvCxnSpPr>
        <p:spPr>
          <a:xfrm flipV="1">
            <a:off x="3728317" y="6035514"/>
            <a:ext cx="2581849" cy="50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n_b_pin">
            <a:extLst>
              <a:ext uri="{FF2B5EF4-FFF2-40B4-BE49-F238E27FC236}">
                <a16:creationId xmlns:a16="http://schemas.microsoft.com/office/drawing/2014/main" id="{00018130-EA11-AA68-F54A-E8A4834E366E}"/>
              </a:ext>
            </a:extLst>
          </p:cNvPr>
          <p:cNvSpPr/>
          <p:nvPr/>
        </p:nvSpPr>
        <p:spPr>
          <a:xfrm>
            <a:off x="2068849" y="6002757"/>
            <a:ext cx="127000" cy="127000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2919C3BF-2057-4B7E-FDDB-453B4FD93449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1514187" y="6066257"/>
            <a:ext cx="554662" cy="33382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06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29A7-E971-0B96-571B-5907908DA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op_frame">
            <a:extLst>
              <a:ext uri="{FF2B5EF4-FFF2-40B4-BE49-F238E27FC236}">
                <a16:creationId xmlns:a16="http://schemas.microsoft.com/office/drawing/2014/main" id="{39ABE9D4-AB8D-B315-2CDD-76598F39C0FA}"/>
              </a:ext>
            </a:extLst>
          </p:cNvPr>
          <p:cNvSpPr/>
          <p:nvPr/>
        </p:nvSpPr>
        <p:spPr>
          <a:xfrm>
            <a:off x="4634424" y="1805588"/>
            <a:ext cx="5209352" cy="3729957"/>
          </a:xfrm>
          <a:prstGeom prst="roundRect">
            <a:avLst>
              <a:gd name="adj" fmla="val 2000"/>
            </a:avLst>
          </a:prstGeom>
          <a:solidFill>
            <a:srgbClr val="92D050">
              <a:alpha val="14000"/>
            </a:srgb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C2A94-25A8-C907-2926-FAE11022A85A}"/>
              </a:ext>
            </a:extLst>
          </p:cNvPr>
          <p:cNvSpPr txBox="1"/>
          <p:nvPr/>
        </p:nvSpPr>
        <p:spPr>
          <a:xfrm>
            <a:off x="561780" y="204197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FBE83-EE07-6A7A-D283-5DD36D26458A}"/>
              </a:ext>
            </a:extLst>
          </p:cNvPr>
          <p:cNvSpPr txBox="1"/>
          <p:nvPr/>
        </p:nvSpPr>
        <p:spPr>
          <a:xfrm>
            <a:off x="52578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프로젝트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37250D58-0FD3-E613-7DF8-60FBCF43915E}"/>
              </a:ext>
            </a:extLst>
          </p:cNvPr>
          <p:cNvSpPr/>
          <p:nvPr/>
        </p:nvSpPr>
        <p:spPr>
          <a:xfrm>
            <a:off x="1310640" y="885243"/>
            <a:ext cx="8875597" cy="4867384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51" name="U_SPLIT">
            <a:extLst>
              <a:ext uri="{FF2B5EF4-FFF2-40B4-BE49-F238E27FC236}">
                <a16:creationId xmlns:a16="http://schemas.microsoft.com/office/drawing/2014/main" id="{FAF134BC-DAFF-6A71-2CC8-7139C34C8878}"/>
              </a:ext>
            </a:extLst>
          </p:cNvPr>
          <p:cNvGrpSpPr/>
          <p:nvPr/>
        </p:nvGrpSpPr>
        <p:grpSpPr>
          <a:xfrm>
            <a:off x="5359061" y="1930380"/>
            <a:ext cx="1426394" cy="1132609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3F0620-5FD6-F6DC-98F1-5AEEC6F08F8D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D1E587C8-706A-23F4-8ADE-B40E7E9648D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FF58EA5A-AAF5-88BA-A5CF-5C2BB3DBE40F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i_data[13:0]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A2148DFE-8F22-ACC2-BB2C-F0D832D15235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F7B94FC-AE8D-FD63-D44E-F32256B25068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5E763FFF-BDC7-1ABB-D306-6AE2EBBDE2BC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F4751D55-B06A-24EE-77AF-BFFC55AFAAE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3DCA3024-BA02-478B-E0FC-4D47DF2EB3F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D2D3FB96-5969-E274-45AA-0A2B2667EDDD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C5AA0AB5-8E87-DD35-5B6C-0CCF1D0E37E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C88B7BB0-7216-B3F7-1108-DDEDFBD06487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7BC541EA-4589-F45A-75FF-693C3A0D5664}"/>
              </a:ext>
            </a:extLst>
          </p:cNvPr>
          <p:cNvGrpSpPr/>
          <p:nvPr/>
        </p:nvGrpSpPr>
        <p:grpSpPr>
          <a:xfrm>
            <a:off x="7728821" y="4844859"/>
            <a:ext cx="1331300" cy="566305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67367F7D-F1B7-2CF0-6044-158B7336DF5C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900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42452281-AFEF-A4A0-EE26-6B75DB7F4CB2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C1E977E1-15D0-3E90-99BC-573BE5621B82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D3B5C3EC-933A-1812-2482-D8EF010A8C29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6313183-0A47-7665-5F4D-F8076F18A452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7E42DF0-4375-C808-74A4-DDA88876783C}"/>
              </a:ext>
            </a:extLst>
          </p:cNvPr>
          <p:cNvGrpSpPr/>
          <p:nvPr/>
        </p:nvGrpSpPr>
        <p:grpSpPr>
          <a:xfrm>
            <a:off x="10224147" y="5249028"/>
            <a:ext cx="1160134" cy="188768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24F6525D-D142-3FD9-74AB-A3C4BF597EBB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A860BFA-79EB-1348-305E-E0D7B07C86C8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862C78DF-7A58-E965-A796-78A3D92AAF96}"/>
              </a:ext>
            </a:extLst>
          </p:cNvPr>
          <p:cNvGrpSpPr/>
          <p:nvPr/>
        </p:nvGrpSpPr>
        <p:grpSpPr>
          <a:xfrm>
            <a:off x="10197780" y="4542815"/>
            <a:ext cx="1160134" cy="188768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210F4D82-8A06-B7C6-3AC8-588B9FDFCC04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D2C584A5-0617-FD8F-68A9-F2BFA4BDFAB7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DA0D8BC4-729A-FF1C-3475-81B86A450C41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6785455" y="2326794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58305ED-8E75-7C96-9957-1C760AC75551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6785455" y="2515562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849D1F6-F12C-3F2E-6A4D-25805D93E0AB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6785455" y="2704330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68742BE7-72B8-4D83-1AC8-83901DB75631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6785455" y="2893098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0A3B604A-57A0-6391-59A5-04E7C397BE2D}"/>
              </a:ext>
            </a:extLst>
          </p:cNvPr>
          <p:cNvGrpSpPr/>
          <p:nvPr/>
        </p:nvGrpSpPr>
        <p:grpSpPr>
          <a:xfrm>
            <a:off x="32631" y="4992736"/>
            <a:ext cx="1160134" cy="188768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A2DC1670-5BAA-AE81-CB23-5DFBBE6B4716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9C8B289D-D37E-9D84-6B86-77BE1C39C4FF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A288025E-BED5-B0B3-B65D-A389AABB3C56}"/>
              </a:ext>
            </a:extLst>
          </p:cNvPr>
          <p:cNvGrpSpPr/>
          <p:nvPr/>
        </p:nvGrpSpPr>
        <p:grpSpPr>
          <a:xfrm>
            <a:off x="32631" y="5472999"/>
            <a:ext cx="1160134" cy="188768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B3233398-10FD-8A6E-BD07-4A5A4101D620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2B47849D-0BC9-4A92-3B1F-E0A369097F7A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FC603BF-3AB2-D2E2-DC9C-6336D9C8481E}"/>
              </a:ext>
            </a:extLst>
          </p:cNvPr>
          <p:cNvCxnSpPr>
            <a:cxnSpLocks/>
            <a:stCxn id="139" idx="3"/>
            <a:endCxn id="59" idx="1"/>
          </p:cNvCxnSpPr>
          <p:nvPr/>
        </p:nvCxnSpPr>
        <p:spPr>
          <a:xfrm flipV="1">
            <a:off x="1192765" y="4475134"/>
            <a:ext cx="4037920" cy="61198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5EC74F22-E3C7-33B5-AD89-36452B294E85}"/>
              </a:ext>
            </a:extLst>
          </p:cNvPr>
          <p:cNvCxnSpPr>
            <a:cxnSpLocks/>
            <a:stCxn id="184" idx="3"/>
            <a:endCxn id="73" idx="1"/>
          </p:cNvCxnSpPr>
          <p:nvPr/>
        </p:nvCxnSpPr>
        <p:spPr>
          <a:xfrm flipH="1">
            <a:off x="7728821" y="3419209"/>
            <a:ext cx="781924" cy="1822064"/>
          </a:xfrm>
          <a:prstGeom prst="bentConnector5">
            <a:avLst>
              <a:gd name="adj1" fmla="val -21891"/>
              <a:gd name="adj2" fmla="val 50000"/>
              <a:gd name="adj3" fmla="val 121891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AA29D397-9480-EFE8-7D21-0AB55253EE48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>
            <a:off x="9060121" y="5241273"/>
            <a:ext cx="1164026" cy="10213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7BAEF6-C41D-4030-4FF1-D8E5D1E905D8}"/>
              </a:ext>
            </a:extLst>
          </p:cNvPr>
          <p:cNvGrpSpPr/>
          <p:nvPr/>
        </p:nvGrpSpPr>
        <p:grpSpPr>
          <a:xfrm>
            <a:off x="6954680" y="1993960"/>
            <a:ext cx="1556065" cy="1734948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89E3962F-5F93-C142-62A2-1F905D36D7A8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653A30E4-CB10-B270-C3CB-B3379C5C6C83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5C142853-ADA9-FE31-A752-7B40A924D98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26CAED22-ACB6-17E6-E8E5-8E9A2169CBAD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FC21D98-D02B-161B-6EB5-422979076748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342A792B-FFF2-FBF8-9DA1-AB12C15BD414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DA4ED3D7-B46E-0885-AC96-B40CCFAF0557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78CE23D3-2063-64F6-C420-398A2A1457C4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DCD45EC2-963E-8F9F-865D-9D5A26C6F09A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203B8C6E-740D-DC76-A76E-8736BF4A2FCB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900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C1B7A4C7-ABB2-410D-EA36-712DAE87F94B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85EE1D90-D230-75D0-22B5-A13149194E5F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FD36A202-AD05-C8A7-6982-EDAC397FCC77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64499B78-6FA2-0887-5F82-5F1C2BFCAF77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25DA11D-94D1-3DC3-FA3A-AAE536138019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396BC4B1-ECC1-5580-AB32-6AEE50214BEF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E8B5B123-BB02-C000-A54F-30593A4EADB1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CC0902E7-5832-CB9C-8688-4146F14A1ACC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05804EA-198E-4524-BAD0-053982CAC5CF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514F27F-09C0-FB9E-3C3C-BEE222656D3E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6DD974DB-0AC8-560B-498E-FEBBFE4085CB}"/>
              </a:ext>
            </a:extLst>
          </p:cNvPr>
          <p:cNvCxnSpPr>
            <a:cxnSpLocks/>
            <a:stCxn id="142" idx="3"/>
            <a:endCxn id="71" idx="1"/>
          </p:cNvCxnSpPr>
          <p:nvPr/>
        </p:nvCxnSpPr>
        <p:spPr>
          <a:xfrm flipV="1">
            <a:off x="1192765" y="5036778"/>
            <a:ext cx="4043638" cy="53060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B843A2E-8488-FCDF-3E49-463A46E56232}"/>
              </a:ext>
            </a:extLst>
          </p:cNvPr>
          <p:cNvCxnSpPr>
            <a:cxnSpLocks/>
            <a:endCxn id="82" idx="1"/>
          </p:cNvCxnSpPr>
          <p:nvPr/>
        </p:nvCxnSpPr>
        <p:spPr>
          <a:xfrm rot="16200000" flipH="1">
            <a:off x="8353236" y="2792654"/>
            <a:ext cx="1970930" cy="1718159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U_SPLIT">
            <a:extLst>
              <a:ext uri="{FF2B5EF4-FFF2-40B4-BE49-F238E27FC236}">
                <a16:creationId xmlns:a16="http://schemas.microsoft.com/office/drawing/2014/main" id="{61EF202F-252D-4D56-AE13-B7EA8D48DE41}"/>
              </a:ext>
            </a:extLst>
          </p:cNvPr>
          <p:cNvGrpSpPr/>
          <p:nvPr/>
        </p:nvGrpSpPr>
        <p:grpSpPr>
          <a:xfrm>
            <a:off x="5230685" y="4105184"/>
            <a:ext cx="1236209" cy="1056998"/>
            <a:chOff x="6477000" y="2476500"/>
            <a:chExt cx="1905000" cy="1524000"/>
          </a:xfrm>
        </p:grpSpPr>
        <p:sp>
          <p:nvSpPr>
            <p:cNvPr id="55" name="U_SPLIT_body">
              <a:extLst>
                <a:ext uri="{FF2B5EF4-FFF2-40B4-BE49-F238E27FC236}">
                  <a16:creationId xmlns:a16="http://schemas.microsoft.com/office/drawing/2014/main" id="{4FE55462-8ABD-BA35-69C0-168572CAD60B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SPLIT_pin_i_data[8:0]">
              <a:extLst>
                <a:ext uri="{FF2B5EF4-FFF2-40B4-BE49-F238E27FC236}">
                  <a16:creationId xmlns:a16="http://schemas.microsoft.com/office/drawing/2014/main" id="{F7270276-C36A-750E-77AB-2BBC7E32D0A1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0" name="U_SPLIT_lbl_i_data[8:0]">
              <a:extLst>
                <a:ext uri="{FF2B5EF4-FFF2-40B4-BE49-F238E27FC236}">
                  <a16:creationId xmlns:a16="http://schemas.microsoft.com/office/drawing/2014/main" id="{95111889-1243-80AD-B9F5-9ED550A30A2A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SPLIT_pin_o_digit_1000[3:0]">
              <a:extLst>
                <a:ext uri="{FF2B5EF4-FFF2-40B4-BE49-F238E27FC236}">
                  <a16:creationId xmlns:a16="http://schemas.microsoft.com/office/drawing/2014/main" id="{1CEB1FC7-D362-BF43-4A77-509C0AB349C2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4" name="U_SPLIT_lbl_o_digit_1000[3:0]">
              <a:extLst>
                <a:ext uri="{FF2B5EF4-FFF2-40B4-BE49-F238E27FC236}">
                  <a16:creationId xmlns:a16="http://schemas.microsoft.com/office/drawing/2014/main" id="{8BE4570E-AA66-4671-B7EF-390A307396BA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68" name="U_SPLIT_lbl_i_data[8:0]">
            <a:extLst>
              <a:ext uri="{FF2B5EF4-FFF2-40B4-BE49-F238E27FC236}">
                <a16:creationId xmlns:a16="http://schemas.microsoft.com/office/drawing/2014/main" id="{CC58DEBD-7F94-2C34-A173-A3D02A497847}"/>
              </a:ext>
            </a:extLst>
          </p:cNvPr>
          <p:cNvSpPr txBox="1"/>
          <p:nvPr/>
        </p:nvSpPr>
        <p:spPr>
          <a:xfrm>
            <a:off x="5359061" y="4977806"/>
            <a:ext cx="618104" cy="19211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600" b="1">
                <a:solidFill>
                  <a:srgbClr val="1F2937"/>
                </a:solidFill>
                <a:latin typeface="Malgun Gothic" panose="020B0503020000020004" pitchFamily="50" charset="-127"/>
              </a:rPr>
              <a:t>i_reset_n</a:t>
            </a:r>
            <a:endParaRPr lang="ko-KR" altLang="en-US" sz="6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1" name="U_SPLIT_pin_i_data[8:0]">
            <a:extLst>
              <a:ext uri="{FF2B5EF4-FFF2-40B4-BE49-F238E27FC236}">
                <a16:creationId xmlns:a16="http://schemas.microsoft.com/office/drawing/2014/main" id="{362DC062-A5AC-FF20-0EB6-23AA19506F13}"/>
              </a:ext>
            </a:extLst>
          </p:cNvPr>
          <p:cNvSpPr/>
          <p:nvPr/>
        </p:nvSpPr>
        <p:spPr>
          <a:xfrm>
            <a:off x="5236403" y="4992736"/>
            <a:ext cx="82414" cy="88083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1557BDA-53E8-DA5B-07E2-E0961214ACA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46028" y="3891693"/>
            <a:ext cx="1653465" cy="598872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EB3D51B4-BE73-9ED4-82C8-321D36678004}"/>
              </a:ext>
            </a:extLst>
          </p:cNvPr>
          <p:cNvCxnSpPr>
            <a:cxnSpLocks/>
            <a:endCxn id="151" idx="1"/>
          </p:cNvCxnSpPr>
          <p:nvPr/>
        </p:nvCxnSpPr>
        <p:spPr>
          <a:xfrm flipV="1">
            <a:off x="4638391" y="3553521"/>
            <a:ext cx="2429968" cy="1482649"/>
          </a:xfrm>
          <a:prstGeom prst="bentConnector3">
            <a:avLst>
              <a:gd name="adj1" fmla="val 95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0B25C81-6083-773F-9442-CFB69AE5E107}"/>
              </a:ext>
            </a:extLst>
          </p:cNvPr>
          <p:cNvSpPr txBox="1"/>
          <p:nvPr/>
        </p:nvSpPr>
        <p:spPr>
          <a:xfrm>
            <a:off x="4698972" y="1790974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FND_CONTROLLER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6F33A03-4001-8AF6-4973-C112C046BC5E}"/>
              </a:ext>
            </a:extLst>
          </p:cNvPr>
          <p:cNvSpPr txBox="1"/>
          <p:nvPr/>
        </p:nvSpPr>
        <p:spPr>
          <a:xfrm>
            <a:off x="1353359" y="909225"/>
            <a:ext cx="134412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‘Counter_10000’</a:t>
            </a:r>
            <a:endParaRPr lang="ko-KR" altLang="en-US" sz="12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8" name="top_frame">
            <a:extLst>
              <a:ext uri="{FF2B5EF4-FFF2-40B4-BE49-F238E27FC236}">
                <a16:creationId xmlns:a16="http://schemas.microsoft.com/office/drawing/2014/main" id="{3C0BE5C8-429E-A5AE-6499-B37B096076EC}"/>
              </a:ext>
            </a:extLst>
          </p:cNvPr>
          <p:cNvSpPr/>
          <p:nvPr/>
        </p:nvSpPr>
        <p:spPr>
          <a:xfrm>
            <a:off x="1542906" y="1826873"/>
            <a:ext cx="3002080" cy="2364256"/>
          </a:xfrm>
          <a:prstGeom prst="roundRect">
            <a:avLst>
              <a:gd name="adj" fmla="val 2000"/>
            </a:avLst>
          </a:prstGeom>
          <a:solidFill>
            <a:schemeClr val="accent1">
              <a:alpha val="9000"/>
            </a:scheme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129" name="lib_dec">
            <a:extLst>
              <a:ext uri="{FF2B5EF4-FFF2-40B4-BE49-F238E27FC236}">
                <a16:creationId xmlns:a16="http://schemas.microsoft.com/office/drawing/2014/main" id="{9EB05DFF-F9C2-0E91-EE3F-E5B2EA6C04F2}"/>
              </a:ext>
            </a:extLst>
          </p:cNvPr>
          <p:cNvGrpSpPr/>
          <p:nvPr/>
        </p:nvGrpSpPr>
        <p:grpSpPr>
          <a:xfrm>
            <a:off x="1590787" y="2256221"/>
            <a:ext cx="1186180" cy="1564000"/>
            <a:chOff x="6731000" y="1270000"/>
            <a:chExt cx="1186180" cy="1564000"/>
          </a:xfrm>
        </p:grpSpPr>
        <p:sp>
          <p:nvSpPr>
            <p:cNvPr id="130" name="lib_dec_body">
              <a:extLst>
                <a:ext uri="{FF2B5EF4-FFF2-40B4-BE49-F238E27FC236}">
                  <a16:creationId xmlns:a16="http://schemas.microsoft.com/office/drawing/2014/main" id="{156E3F90-5D71-ABA2-E72A-84D89105F733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1" name="lib_dec_pin_i_sel[1:0]">
              <a:extLst>
                <a:ext uri="{FF2B5EF4-FFF2-40B4-BE49-F238E27FC236}">
                  <a16:creationId xmlns:a16="http://schemas.microsoft.com/office/drawing/2014/main" id="{2491E474-44B5-53A2-9D3A-0BA9E86C525F}"/>
                </a:ext>
              </a:extLst>
            </p:cNvPr>
            <p:cNvSpPr/>
            <p:nvPr/>
          </p:nvSpPr>
          <p:spPr>
            <a:xfrm>
              <a:off x="6731000" y="225806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lib_dec_lbl_i_sel[1:0]">
              <a:extLst>
                <a:ext uri="{FF2B5EF4-FFF2-40B4-BE49-F238E27FC236}">
                  <a16:creationId xmlns:a16="http://schemas.microsoft.com/office/drawing/2014/main" id="{93DBDBCF-A13F-44FD-8E0E-18EB8B50971D}"/>
                </a:ext>
              </a:extLst>
            </p:cNvPr>
            <p:cNvSpPr txBox="1"/>
            <p:nvPr/>
          </p:nvSpPr>
          <p:spPr>
            <a:xfrm>
              <a:off x="6887088" y="2249936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3" name="lib_dec_pin_o_dec_n[3:0]">
              <a:extLst>
                <a:ext uri="{FF2B5EF4-FFF2-40B4-BE49-F238E27FC236}">
                  <a16:creationId xmlns:a16="http://schemas.microsoft.com/office/drawing/2014/main" id="{81B03ADB-5272-BD01-CDB6-F2C72289046A}"/>
                </a:ext>
              </a:extLst>
            </p:cNvPr>
            <p:cNvSpPr/>
            <p:nvPr/>
          </p:nvSpPr>
          <p:spPr>
            <a:xfrm>
              <a:off x="7674265" y="246974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lib_dec_pin_i_sel[1:0]">
              <a:extLst>
                <a:ext uri="{FF2B5EF4-FFF2-40B4-BE49-F238E27FC236}">
                  <a16:creationId xmlns:a16="http://schemas.microsoft.com/office/drawing/2014/main" id="{234F7BA1-D973-EC3C-2182-E6E580401986}"/>
                </a:ext>
              </a:extLst>
            </p:cNvPr>
            <p:cNvSpPr/>
            <p:nvPr/>
          </p:nvSpPr>
          <p:spPr>
            <a:xfrm>
              <a:off x="6731000" y="2518533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3" name="lib_dec_lbl_i_sel[1:0]">
              <a:extLst>
                <a:ext uri="{FF2B5EF4-FFF2-40B4-BE49-F238E27FC236}">
                  <a16:creationId xmlns:a16="http://schemas.microsoft.com/office/drawing/2014/main" id="{69E7B222-8E8E-F792-3283-DC71A639528B}"/>
                </a:ext>
              </a:extLst>
            </p:cNvPr>
            <p:cNvSpPr txBox="1"/>
            <p:nvPr/>
          </p:nvSpPr>
          <p:spPr>
            <a:xfrm>
              <a:off x="6901180" y="2492417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35" name="lib_dec">
            <a:extLst>
              <a:ext uri="{FF2B5EF4-FFF2-40B4-BE49-F238E27FC236}">
                <a16:creationId xmlns:a16="http://schemas.microsoft.com/office/drawing/2014/main" id="{27006872-2317-3911-CD08-16563062031D}"/>
              </a:ext>
            </a:extLst>
          </p:cNvPr>
          <p:cNvGrpSpPr/>
          <p:nvPr/>
        </p:nvGrpSpPr>
        <p:grpSpPr>
          <a:xfrm>
            <a:off x="3069052" y="2279601"/>
            <a:ext cx="1068975" cy="1564000"/>
            <a:chOff x="6739910" y="1270000"/>
            <a:chExt cx="1068975" cy="1564000"/>
          </a:xfrm>
        </p:grpSpPr>
        <p:sp>
          <p:nvSpPr>
            <p:cNvPr id="144" name="lib_dec_body">
              <a:extLst>
                <a:ext uri="{FF2B5EF4-FFF2-40B4-BE49-F238E27FC236}">
                  <a16:creationId xmlns:a16="http://schemas.microsoft.com/office/drawing/2014/main" id="{0F67CA00-84AA-222B-0A21-2B7BFAC62CC5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6" name="lib_dec_pin_i_sel[1:0]">
              <a:extLst>
                <a:ext uri="{FF2B5EF4-FFF2-40B4-BE49-F238E27FC236}">
                  <a16:creationId xmlns:a16="http://schemas.microsoft.com/office/drawing/2014/main" id="{F7966D17-04C0-876D-5E21-23C8F009F53D}"/>
                </a:ext>
              </a:extLst>
            </p:cNvPr>
            <p:cNvSpPr/>
            <p:nvPr/>
          </p:nvSpPr>
          <p:spPr>
            <a:xfrm>
              <a:off x="6739910" y="244706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7" name="lib_dec_lbl_i_sel[1:0]">
              <a:extLst>
                <a:ext uri="{FF2B5EF4-FFF2-40B4-BE49-F238E27FC236}">
                  <a16:creationId xmlns:a16="http://schemas.microsoft.com/office/drawing/2014/main" id="{642E380B-D84B-8140-24AA-19BEDACD9541}"/>
                </a:ext>
              </a:extLst>
            </p:cNvPr>
            <p:cNvSpPr txBox="1"/>
            <p:nvPr/>
          </p:nvSpPr>
          <p:spPr>
            <a:xfrm>
              <a:off x="6921454" y="2455322"/>
              <a:ext cx="468081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8" name="lib_dec_pin_o_dec_n[3:0]">
              <a:extLst>
                <a:ext uri="{FF2B5EF4-FFF2-40B4-BE49-F238E27FC236}">
                  <a16:creationId xmlns:a16="http://schemas.microsoft.com/office/drawing/2014/main" id="{CE03AB28-733F-609F-5B84-C6538982AFA7}"/>
                </a:ext>
              </a:extLst>
            </p:cNvPr>
            <p:cNvSpPr/>
            <p:nvPr/>
          </p:nvSpPr>
          <p:spPr>
            <a:xfrm>
              <a:off x="7681885" y="153248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7" name="lib_dec_pin_i_sel[1:0]">
              <a:extLst>
                <a:ext uri="{FF2B5EF4-FFF2-40B4-BE49-F238E27FC236}">
                  <a16:creationId xmlns:a16="http://schemas.microsoft.com/office/drawing/2014/main" id="{5FF4652B-0598-8D42-7CD0-ECDB2A6EB728}"/>
                </a:ext>
              </a:extLst>
            </p:cNvPr>
            <p:cNvSpPr/>
            <p:nvPr/>
          </p:nvSpPr>
          <p:spPr>
            <a:xfrm>
              <a:off x="6739910" y="266882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152" name="lib_dec_lbl_i_sel[1:0]">
            <a:extLst>
              <a:ext uri="{FF2B5EF4-FFF2-40B4-BE49-F238E27FC236}">
                <a16:creationId xmlns:a16="http://schemas.microsoft.com/office/drawing/2014/main" id="{3E26429F-4540-B81F-1EA9-82E2229C21D3}"/>
              </a:ext>
            </a:extLst>
          </p:cNvPr>
          <p:cNvSpPr txBox="1"/>
          <p:nvPr/>
        </p:nvSpPr>
        <p:spPr>
          <a:xfrm>
            <a:off x="3274017" y="2546639"/>
            <a:ext cx="777574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700" b="1">
                <a:solidFill>
                  <a:srgbClr val="1F2937"/>
                </a:solidFill>
                <a:latin typeface="Malgun Gothic" panose="020B0503020000020004" pitchFamily="50" charset="-127"/>
              </a:rPr>
              <a:t>[13:0]o_counter</a:t>
            </a:r>
            <a:endParaRPr lang="ko-KR" altLang="en-US" sz="7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ED1BC3D-318C-25B9-18E7-81506A89B55B}"/>
              </a:ext>
            </a:extLst>
          </p:cNvPr>
          <p:cNvSpPr txBox="1"/>
          <p:nvPr/>
        </p:nvSpPr>
        <p:spPr>
          <a:xfrm>
            <a:off x="1555774" y="1847655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Counter_datapath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cxnSp>
        <p:nvCxnSpPr>
          <p:cNvPr id="160" name="연결선: 꺾임 159">
            <a:extLst>
              <a:ext uri="{FF2B5EF4-FFF2-40B4-BE49-F238E27FC236}">
                <a16:creationId xmlns:a16="http://schemas.microsoft.com/office/drawing/2014/main" id="{E01D941A-04E4-104C-282D-AC8DF60475B6}"/>
              </a:ext>
            </a:extLst>
          </p:cNvPr>
          <p:cNvCxnSpPr>
            <a:cxnSpLocks/>
            <a:endCxn id="146" idx="1"/>
          </p:cNvCxnSpPr>
          <p:nvPr/>
        </p:nvCxnSpPr>
        <p:spPr>
          <a:xfrm flipV="1">
            <a:off x="2663034" y="3520162"/>
            <a:ext cx="406018" cy="409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0CCD5ABD-3E05-728D-835B-01B61AF71BAD}"/>
              </a:ext>
            </a:extLst>
          </p:cNvPr>
          <p:cNvCxnSpPr>
            <a:cxnSpLocks/>
            <a:endCxn id="168" idx="1"/>
          </p:cNvCxnSpPr>
          <p:nvPr/>
        </p:nvCxnSpPr>
        <p:spPr>
          <a:xfrm rot="5400000" flipH="1" flipV="1">
            <a:off x="482349" y="4472724"/>
            <a:ext cx="2012908" cy="2039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E0BD66A2-26F2-ED9C-BA17-8E37F9F0FF6A}"/>
              </a:ext>
            </a:extLst>
          </p:cNvPr>
          <p:cNvCxnSpPr>
            <a:cxnSpLocks/>
            <a:stCxn id="139" idx="0"/>
            <a:endCxn id="131" idx="1"/>
          </p:cNvCxnSpPr>
          <p:nvPr/>
        </p:nvCxnSpPr>
        <p:spPr>
          <a:xfrm rot="5400000" flipH="1" flipV="1">
            <a:off x="501930" y="3951071"/>
            <a:ext cx="1732147" cy="4455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연결선: 꺾임 179">
            <a:extLst>
              <a:ext uri="{FF2B5EF4-FFF2-40B4-BE49-F238E27FC236}">
                <a16:creationId xmlns:a16="http://schemas.microsoft.com/office/drawing/2014/main" id="{9E232401-B9BF-453C-0021-C0481D06279D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4138027" y="2325529"/>
            <a:ext cx="1221034" cy="28005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65479CE5-4C67-E11F-B5DC-3B61A518C514}"/>
              </a:ext>
            </a:extLst>
          </p:cNvPr>
          <p:cNvSpPr txBox="1"/>
          <p:nvPr/>
        </p:nvSpPr>
        <p:spPr>
          <a:xfrm>
            <a:off x="1655132" y="2261712"/>
            <a:ext cx="929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tick_gen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68675611-0621-26E7-CA8D-AB4699D069A4}"/>
              </a:ext>
            </a:extLst>
          </p:cNvPr>
          <p:cNvSpPr txBox="1"/>
          <p:nvPr/>
        </p:nvSpPr>
        <p:spPr>
          <a:xfrm>
            <a:off x="3190447" y="2284572"/>
            <a:ext cx="7596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counter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307291B5-5384-5A02-25EF-65F95AF60AE3}"/>
              </a:ext>
            </a:extLst>
          </p:cNvPr>
          <p:cNvCxnSpPr>
            <a:cxnSpLocks/>
          </p:cNvCxnSpPr>
          <p:nvPr/>
        </p:nvCxnSpPr>
        <p:spPr>
          <a:xfrm flipV="1">
            <a:off x="1386818" y="3749502"/>
            <a:ext cx="1693575" cy="39326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lib_dec_lbl_i_sel[1:0]">
            <a:extLst>
              <a:ext uri="{FF2B5EF4-FFF2-40B4-BE49-F238E27FC236}">
                <a16:creationId xmlns:a16="http://schemas.microsoft.com/office/drawing/2014/main" id="{51370A2B-116A-2FB1-3F7C-FF02BEF16A65}"/>
              </a:ext>
            </a:extLst>
          </p:cNvPr>
          <p:cNvSpPr txBox="1"/>
          <p:nvPr/>
        </p:nvSpPr>
        <p:spPr>
          <a:xfrm>
            <a:off x="3245814" y="3670566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800" b="1">
                <a:solidFill>
                  <a:srgbClr val="1F2937"/>
                </a:solidFill>
                <a:latin typeface="Malgun Gothic" panose="020B0503020000020004" pitchFamily="50" charset="-127"/>
              </a:rPr>
              <a:t>i_reset</a:t>
            </a:r>
            <a:endParaRPr lang="ko-KR" altLang="en-US" sz="8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471706D-C6C3-9655-7041-67EB0BED7397}"/>
              </a:ext>
            </a:extLst>
          </p:cNvPr>
          <p:cNvSpPr txBox="1"/>
          <p:nvPr/>
        </p:nvSpPr>
        <p:spPr>
          <a:xfrm>
            <a:off x="3435908" y="130962"/>
            <a:ext cx="8585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목표 </a:t>
            </a:r>
            <a:r>
              <a:rPr lang="en-US" altLang="ko-KR" sz="1400"/>
              <a:t>: </a:t>
            </a:r>
            <a:r>
              <a:rPr lang="ko-KR" altLang="en-US" sz="1400"/>
              <a:t>보드 클럭 자원을 온전히 이용하여 </a:t>
            </a:r>
            <a:r>
              <a:rPr lang="en-US" altLang="ko-KR" sz="1400"/>
              <a:t>Tick</a:t>
            </a:r>
            <a:r>
              <a:rPr lang="ko-KR" altLang="en-US" sz="1400"/>
              <a:t>을 만들고 보드에서 </a:t>
            </a:r>
            <a:r>
              <a:rPr lang="en-US" altLang="ko-KR" sz="1400"/>
              <a:t>9999 </a:t>
            </a:r>
            <a:r>
              <a:rPr lang="ko-KR" altLang="en-US" sz="1400"/>
              <a:t>까지 출력 </a:t>
            </a:r>
            <a:r>
              <a:rPr lang="en-US" altLang="ko-KR" sz="1400"/>
              <a:t>(  </a:t>
            </a:r>
            <a:r>
              <a:rPr lang="ko-KR" altLang="en-US" sz="1400"/>
              <a:t>더 추가</a:t>
            </a:r>
            <a:r>
              <a:rPr lang="en-US" altLang="ko-KR" sz="1400"/>
              <a:t>)</a:t>
            </a:r>
          </a:p>
          <a:p>
            <a:r>
              <a:rPr lang="ko-KR" altLang="en-US" sz="1400"/>
              <a:t>조합회로</a:t>
            </a:r>
            <a:r>
              <a:rPr lang="en-US" altLang="ko-KR" sz="1400"/>
              <a:t>/ </a:t>
            </a:r>
            <a:r>
              <a:rPr lang="ko-KR" altLang="en-US" sz="1400"/>
              <a:t>순차회로  구별 할것</a:t>
            </a:r>
            <a:r>
              <a:rPr lang="en-US" altLang="ko-KR" sz="1400"/>
              <a:t> – </a:t>
            </a:r>
            <a:r>
              <a:rPr lang="ko-KR" altLang="en-US" sz="1400"/>
              <a:t>색깔을 달리하면 됨</a:t>
            </a:r>
            <a:r>
              <a:rPr lang="en-US" altLang="ko-KR" sz="1400"/>
              <a:t>. </a:t>
            </a:r>
            <a:r>
              <a:rPr lang="ko-KR" altLang="en-US" sz="1400"/>
              <a:t>제시된 블럭다이어그램 재구성 </a:t>
            </a:r>
          </a:p>
        </p:txBody>
      </p:sp>
    </p:spTree>
    <p:extLst>
      <p:ext uri="{BB962C8B-B14F-4D97-AF65-F5344CB8AC3E}">
        <p14:creationId xmlns:p14="http://schemas.microsoft.com/office/powerpoint/2010/main" val="383789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2AA31-4E74-A119-2062-38FBCCE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A2FB67-17CE-6897-0CCE-08BB2BD639AF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984B1D-826A-0900-065F-AF85D1E1ADBE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602599-81FA-8264-A344-6112C3A1CEB8}"/>
              </a:ext>
            </a:extLst>
          </p:cNvPr>
          <p:cNvSpPr/>
          <p:nvPr/>
        </p:nvSpPr>
        <p:spPr>
          <a:xfrm>
            <a:off x="1741436" y="683400"/>
            <a:ext cx="7620000" cy="576819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1ABAF-4DBD-31E3-B8BF-4137E9F98262}"/>
              </a:ext>
            </a:extLst>
          </p:cNvPr>
          <p:cNvSpPr txBox="1"/>
          <p:nvPr/>
        </p:nvSpPr>
        <p:spPr>
          <a:xfrm>
            <a:off x="1842686" y="724221"/>
            <a:ext cx="3037489" cy="2225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A6CF7240-5792-9CB1-1B04-941D87A7CE1C}"/>
              </a:ext>
            </a:extLst>
          </p:cNvPr>
          <p:cNvGrpSpPr/>
          <p:nvPr/>
        </p:nvGrpSpPr>
        <p:grpSpPr>
          <a:xfrm>
            <a:off x="607439" y="1275304"/>
            <a:ext cx="1235246" cy="204104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6ED5B1F1-DF20-B5CD-AEA7-E9F6EE78C969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0DFD3B7C-6576-0A6B-2763-DC3583B4FDB1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6E06B829-3DA0-ED0F-277A-E50C8B905ABE}"/>
              </a:ext>
            </a:extLst>
          </p:cNvPr>
          <p:cNvGrpSpPr/>
          <p:nvPr/>
        </p:nvGrpSpPr>
        <p:grpSpPr>
          <a:xfrm>
            <a:off x="607439" y="1683513"/>
            <a:ext cx="1235246" cy="204104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369D320-001F-0D56-7652-27EDA0739D5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FC0FDF64-977F-5222-F191-12A2CBED31F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522CB9B3-BBB3-A34C-AE23-2D1F6CE802A1}"/>
              </a:ext>
            </a:extLst>
          </p:cNvPr>
          <p:cNvGrpSpPr/>
          <p:nvPr/>
        </p:nvGrpSpPr>
        <p:grpSpPr>
          <a:xfrm>
            <a:off x="607439" y="4132765"/>
            <a:ext cx="1235246" cy="204104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B019DC77-0F98-2176-905B-A64F4E939636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1A74ACF7-B0F5-2363-D581-B110451530FD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4ADBB7EC-FE24-AAD8-B26C-C301E2BD9B49}"/>
              </a:ext>
            </a:extLst>
          </p:cNvPr>
          <p:cNvGrpSpPr/>
          <p:nvPr/>
        </p:nvGrpSpPr>
        <p:grpSpPr>
          <a:xfrm>
            <a:off x="2045183" y="1938642"/>
            <a:ext cx="587249" cy="612313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D073BC98-48DE-8C2C-54F5-6DB43D8E3034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33505BDD-8444-30C8-DD1B-C6A0BFDD7238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8421B3F-B2F1-75D7-2FAD-9BBB7A62A662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E64B0305-DF7E-3EFA-D2DA-AF3EDA4D1C85}"/>
              </a:ext>
            </a:extLst>
          </p:cNvPr>
          <p:cNvGrpSpPr/>
          <p:nvPr/>
        </p:nvGrpSpPr>
        <p:grpSpPr>
          <a:xfrm>
            <a:off x="2753932" y="1071200"/>
            <a:ext cx="1518745" cy="1020522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645569AD-7196-E2B1-8F56-C7988B02F6CA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9D1159A4-A831-F41D-42CC-45CEEE476145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FE384B19-4406-49D4-FCA6-624B7ECB280C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52256D9-2CE0-D7DE-ECB2-93A20C1023FD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8931EBFA-2643-EF4B-89FA-0D39C4587AE6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8D45D7AF-FC66-75DE-B4D5-B737235C6603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09644006-D686-7C95-1C01-34632A49EE2E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231ED6FD-FD63-4B63-E4F9-E2892538718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70839842-3F3B-4EA4-58B5-B967D2DAEEAF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48DA7BB1-D19E-DDD1-CB70-36EFCC29054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1A06C417-20F9-A81A-D69F-D92474B21B5C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A5E65985-3744-3FD1-6F4F-0195D1B11C7A}"/>
              </a:ext>
            </a:extLst>
          </p:cNvPr>
          <p:cNvGrpSpPr/>
          <p:nvPr/>
        </p:nvGrpSpPr>
        <p:grpSpPr>
          <a:xfrm>
            <a:off x="4475177" y="1063777"/>
            <a:ext cx="1063121" cy="816417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47CFECA2-59D0-0BA9-B473-69C59EB0C43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27FDE3A3-22A8-7C13-3DC9-EA663C854115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E3962C0E-1C56-B3AE-B81A-183AE72332A7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C8F25384-3C17-6E7D-E148-E258C3A59B77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7F8636BA-0436-CC8E-4C8A-6C5EC893B7B9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B3B94D96-7714-C854-46D2-44236B0F8008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8EA1613-58DD-5504-7A17-40EE3170998E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32F587E4-FBCE-20BD-A863-7D75CA597FA9}"/>
              </a:ext>
            </a:extLst>
          </p:cNvPr>
          <p:cNvGrpSpPr/>
          <p:nvPr/>
        </p:nvGrpSpPr>
        <p:grpSpPr>
          <a:xfrm>
            <a:off x="5335795" y="1928438"/>
            <a:ext cx="1518745" cy="1224626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C375F5C7-4152-744C-FA40-00DC12023427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BFD1E272-47C8-F915-D631-98CACF51830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7A00259-F181-DE7C-F335-A4ED120BF8C5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49C10DB-D285-04CE-454F-81D599F787CE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BB032349-395A-4CFF-0F56-1F9F8ABAF58C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25CB05A-69CE-C360-7890-8AF716607BA0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3F5379AA-6272-D14B-0854-EBD7AEDA5E5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8AAAD453-A6B9-9E10-49CD-DA477057D7F8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441218C7-207D-9527-58FC-BAC23D18C6A8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528A7828-55AB-D5B1-51CF-971557E823E4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65305DC7-1055-E07B-C94F-0CFFE460A1D3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4F7BD95-7BEB-C4B4-9824-E27E1B0639C6}"/>
              </a:ext>
            </a:extLst>
          </p:cNvPr>
          <p:cNvGrpSpPr/>
          <p:nvPr/>
        </p:nvGrpSpPr>
        <p:grpSpPr>
          <a:xfrm>
            <a:off x="7310164" y="1836590"/>
            <a:ext cx="1468120" cy="142873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207A759B-2313-7317-B249-D57F81869AF6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3DB68C59-6E7D-61E3-BBF8-20D202F82491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4C40EBA8-BFB9-9CB8-9C97-4F1B1269B0AE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9750887E-1A70-4E34-5E01-1B79EC928050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BE4E0DAC-CE9F-E178-114C-8918B1BE282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2694DEF0-896E-4B5C-E0B5-D49ECE5CEDD0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7BAB2009-F82B-EFF2-338A-08674FBA37DD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0F0FF1CD-4988-D1AD-1766-B1CCEA069BAE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1ED14D07-521A-8E33-68DA-8A5CA13A887B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A4A39AA8-EEF9-8AD7-3B60-C694F904A74E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13AE3EB4-3B15-E23C-5814-806A13A0C8B1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4C1B96C4-1E1A-6A58-8F43-AE3C5FCEEE14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93187DEB-58D9-2AAF-7154-D6ECAE897BC4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60FB851D-A7F1-73F7-A0F0-7A7CE3CFE52C}"/>
              </a:ext>
            </a:extLst>
          </p:cNvPr>
          <p:cNvGrpSpPr/>
          <p:nvPr/>
        </p:nvGrpSpPr>
        <p:grpSpPr>
          <a:xfrm>
            <a:off x="4817533" y="3988987"/>
            <a:ext cx="1417495" cy="2061617"/>
            <a:chOff x="4953000" y="5334000"/>
            <a:chExt cx="1778000" cy="1749279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5E7C68A8-A039-E442-DA50-F0F5CEB61DF2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181CC5AE-107D-E899-F40F-9F7AA421B64D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17DA3101-2B05-F50D-5650-4C02D6126E45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34A76DA0-2142-F747-4D1C-AE79805C40EC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DC6C103D-CC5B-09D5-4A9C-00E2E2CABD3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9E8BDD1E-5F9F-5490-CD42-62B502EE9366}"/>
              </a:ext>
            </a:extLst>
          </p:cNvPr>
          <p:cNvGrpSpPr/>
          <p:nvPr/>
        </p:nvGrpSpPr>
        <p:grpSpPr>
          <a:xfrm>
            <a:off x="6975660" y="5414538"/>
            <a:ext cx="1417495" cy="612313"/>
            <a:chOff x="6985000" y="5461001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538C92C8-2502-9785-F75B-DA488F700D1E}"/>
                </a:ext>
              </a:extLst>
            </p:cNvPr>
            <p:cNvSpPr/>
            <p:nvPr/>
          </p:nvSpPr>
          <p:spPr>
            <a:xfrm>
              <a:off x="7112000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88717F2A-6980-1373-5BAF-0488336DB9AF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4BC648DF-D14B-6278-8CF8-614AD29367BF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A49DB7BD-EBB8-B01B-111F-2273DE8F3AF7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D071E19D-4575-757F-1F52-3E4FA70E9408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E304413F-89E5-3E7C-9A23-B4FDFC357233}"/>
              </a:ext>
            </a:extLst>
          </p:cNvPr>
          <p:cNvGrpSpPr/>
          <p:nvPr/>
        </p:nvGrpSpPr>
        <p:grpSpPr>
          <a:xfrm>
            <a:off x="8930159" y="4438921"/>
            <a:ext cx="1235246" cy="204104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42A1E425-9FC3-5D2E-5959-D5B499B659D1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87A956D9-A9A2-656B-BA62-B8531B810D65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A51EC875-2C21-4D78-8B5E-289EA9F9EE70}"/>
              </a:ext>
            </a:extLst>
          </p:cNvPr>
          <p:cNvGrpSpPr/>
          <p:nvPr/>
        </p:nvGrpSpPr>
        <p:grpSpPr>
          <a:xfrm>
            <a:off x="8930159" y="3928661"/>
            <a:ext cx="1235246" cy="204104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B1915E60-26EB-E50C-9DB8-81E74B5DE7EF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2F07B8F9-7B97-530C-D775-51750E3956B3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E1001E30-C020-C826-F308-C123DAC5137E}"/>
              </a:ext>
            </a:extLst>
          </p:cNvPr>
          <p:cNvGrpSpPr/>
          <p:nvPr/>
        </p:nvGrpSpPr>
        <p:grpSpPr>
          <a:xfrm>
            <a:off x="8950409" y="785454"/>
            <a:ext cx="1214996" cy="204104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1B1D0C9-A064-171D-2465-EBB60FC37F9F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E600552B-8B8C-0752-2A2F-ADF57ED68140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B60E4A87-2E25-EE1D-5206-8B254AC9CCE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842684" y="1377356"/>
            <a:ext cx="911248" cy="12246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F0AD0E0-D90C-F0B7-B348-9E85F862BEC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842684" y="1703922"/>
            <a:ext cx="911248" cy="81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F40E00A4-884D-B46E-1B19-16CD970BBCB7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32433" y="1908027"/>
            <a:ext cx="141750" cy="45923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A0759B76-2550-3C7A-7081-355CC00A87A7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252428" y="1696500"/>
            <a:ext cx="242999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C77D482E-E3B6-4FB3-8DF7-96CCC681AD9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272678" y="1492396"/>
            <a:ext cx="202499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C099CC83-B1FE-FB65-93A5-EA60747B825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252426" y="887504"/>
            <a:ext cx="4697983" cy="81641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EEFD9E-2CFD-27CD-0D37-B637807DCB32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5335795" y="1492396"/>
            <a:ext cx="202503" cy="864662"/>
          </a:xfrm>
          <a:prstGeom prst="bentConnector5">
            <a:avLst>
              <a:gd name="adj1" fmla="val -89998"/>
              <a:gd name="adj2" fmla="val 50000"/>
              <a:gd name="adj3" fmla="val 189998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7AF4563-83BF-C957-B587-B717A412104D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 flipV="1">
            <a:off x="6854540" y="2265209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5E384798-D0C9-652E-4FF7-95CB07C8E850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6854540" y="2469314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3828F16B-8282-3FC1-2D3A-BCE03617831D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 flipV="1">
            <a:off x="6854540" y="2673418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F4E47799-438C-27A9-2EF2-4F35B1C370CB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 flipV="1">
            <a:off x="6854540" y="2877522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D6CED9C-6C16-14A6-B55C-5C567726915E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842686" y="3081626"/>
            <a:ext cx="5467481" cy="115319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A346CFC7-E5FA-3613-0B1D-1895BBF801DD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842685" y="4234817"/>
            <a:ext cx="2974848" cy="38281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360225CA-6C17-DC8A-4143-2C800D7CB9E9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6975660" y="2265209"/>
            <a:ext cx="1802624" cy="3577947"/>
          </a:xfrm>
          <a:prstGeom prst="bentConnector5">
            <a:avLst>
              <a:gd name="adj1" fmla="val -12682"/>
              <a:gd name="adj2" fmla="val 50000"/>
              <a:gd name="adj3" fmla="val 112682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14DA5138-6E1E-AFC5-7B4C-E6C16A31E783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393155" y="4540973"/>
            <a:ext cx="537004" cy="130218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52DF3DE-5D20-F778-9BE2-23FB0840C578}"/>
              </a:ext>
            </a:extLst>
          </p:cNvPr>
          <p:cNvCxnSpPr>
            <a:cxnSpLocks/>
            <a:stCxn id="69" idx="3"/>
            <a:endCxn id="82" idx="1"/>
          </p:cNvCxnSpPr>
          <p:nvPr/>
        </p:nvCxnSpPr>
        <p:spPr>
          <a:xfrm flipV="1">
            <a:off x="6235028" y="4030713"/>
            <a:ext cx="2695131" cy="586914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U_DEC_pin_i_sel[1:0]">
            <a:extLst>
              <a:ext uri="{FF2B5EF4-FFF2-40B4-BE49-F238E27FC236}">
                <a16:creationId xmlns:a16="http://schemas.microsoft.com/office/drawing/2014/main" id="{342465B3-4346-0AD0-A834-EE0B24B70984}"/>
              </a:ext>
            </a:extLst>
          </p:cNvPr>
          <p:cNvSpPr/>
          <p:nvPr/>
        </p:nvSpPr>
        <p:spPr>
          <a:xfrm>
            <a:off x="4819822" y="5456040"/>
            <a:ext cx="101250" cy="149676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</p:spTree>
    <p:extLst>
      <p:ext uri="{BB962C8B-B14F-4D97-AF65-F5344CB8AC3E}">
        <p14:creationId xmlns:p14="http://schemas.microsoft.com/office/powerpoint/2010/main" val="531450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814</TotalTime>
  <Words>2063</Words>
  <Application>Microsoft Office PowerPoint</Application>
  <PresentationFormat>와이드스크린</PresentationFormat>
  <Paragraphs>407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6</cp:revision>
  <dcterms:created xsi:type="dcterms:W3CDTF">2026-10-03T05:53:57Z</dcterms:created>
  <dcterms:modified xsi:type="dcterms:W3CDTF">2026-10-07T09:08:35Z</dcterms:modified>
</cp:coreProperties>
</file>