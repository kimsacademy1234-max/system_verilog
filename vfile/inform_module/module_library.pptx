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92" r:id="rId9"/>
    <p:sldId id="264" r:id="rId10"/>
    <p:sldId id="295" r:id="rId11"/>
    <p:sldId id="296" r:id="rId12"/>
    <p:sldId id="302" r:id="rId13"/>
    <p:sldId id="307" r:id="rId14"/>
    <p:sldId id="315" r:id="rId15"/>
    <p:sldId id="310" r:id="rId16"/>
    <p:sldId id="313" r:id="rId17"/>
    <p:sldId id="311" r:id="rId18"/>
    <p:sldId id="312" r:id="rId19"/>
    <p:sldId id="314" r:id="rId20"/>
    <p:sldId id="320" r:id="rId21"/>
    <p:sldId id="316" r:id="rId22"/>
    <p:sldId id="319" r:id="rId23"/>
    <p:sldId id="317" r:id="rId24"/>
    <p:sldId id="31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96" autoAdjust="0"/>
    <p:restoredTop sz="94660"/>
  </p:normalViewPr>
  <p:slideViewPr>
    <p:cSldViewPr snapToGrid="0">
      <p:cViewPr>
        <p:scale>
          <a:sx n="100" d="100"/>
          <a:sy n="100" d="100"/>
        </p:scale>
        <p:origin x="111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6:25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58 24575,'-1'4'0,"1"0"0,-1 0 0,0 0 0,0 0 0,0 0 0,-1 0 0,1 0 0,-1 0 0,-1 0 0,1-1 0,0 1 0,-1-1 0,0 1 0,-4 3 0,-2 1 0,-1 0 0,1-1 0,-1 0 0,-13 7 0,18-11 0,1 0 0,0 1 0,0-1 0,0 1 0,1-1 0,-6 9 0,5-8 0,1 0 0,-1 0 0,0 0 0,0 0 0,-5 4 0,8-8 0,0 0 0,1 1 0,-1-1 0,0 0 0,0 1 0,0-1 0,1 0 0,-1 0 0,0 0 0,0 1 0,0-1 0,0 0 0,0 0 0,1 0 0,-1 0 0,0 0 0,0-1 0,0 1 0,0 0 0,0 0 0,1 0 0,-1-1 0,0 1 0,0 0 0,0-1 0,1 1 0,-1 0 0,0-1 0,1 1 0,-1-1 0,0 1 0,1-1 0,-1 1 0,1-1 0,-1 1 0,1-1 0,-1 0 0,1 1 0,-1-2 0,-3-3 0,0-1 0,0 0 0,-3-8 0,5 11 0,-17-31 0,10 19 0,-10-23 0,15 28 0,-1 1 0,-1 0 0,0 0 0,0 1 0,-14-15 0,20 23 0,-1-1 0,1 1 0,-1 0 0,0-1 0,1 1 0,-1-1 0,0 1 0,0 0 0,1 0 0,-1-1 0,0 1 0,0 0 0,1 0 0,-1 0 0,0 0 0,0 0 0,0 0 0,1 0 0,-1 0 0,0 0 0,0 0 0,0 0 0,1 0 0,-1 0 0,0 1 0,0-1 0,1 0 0,-1 0 0,0 1 0,0-1 0,1 0 0,-1 1 0,1-1 0,-1 1 0,0-1 0,1 1 0,-1-1 0,1 1 0,-1-1 0,0 2 0,-25 28 0,21-25 0,-9 15 0,1 1 0,1-1 0,-10 29 0,-7 10 0,39-85 0,-2 5 0,14-29 0,-14 38 0,-1-1 0,-1-1 0,0 1 0,5-25 0,-9 32 0,1-1 0,-1 1 0,2 0 0,-1-1 0,5-6 0,-7 13 0,-1 0 0,0 0 0,0 0 0,0 0 0,0 0 0,0 0 0,0-1 0,0 1 0,0 0 0,0 0 0,1 0 0,-1 0 0,0 0 0,0 0 0,0 0 0,0 0 0,0 0 0,0 0 0,1-1 0,-1 1 0,0 0 0,0 0 0,0 0 0,0 0 0,1 0 0,-1 0 0,0 0 0,0 0 0,0 0 0,0 0 0,1 0 0,-1 0 0,0 0 0,0 0 0,0 0 0,0 0 0,1 1 0,4 4 0,5 15 0,-5-10 0,0-1 0,0 0 0,-1 1 0,4 10 0,9 21 0,-4-16 0,-9-16 0,1 0 0,0 0 0,0-1 0,8 10 0,36 47 0,-44-55 0,9 11 0,-13-21 0,-1 0 0,0 1 0,1-1 0,-1 0 0,1 0 0,-1 1 0,1-1 0,-1 0 0,1 0 0,-1 1 0,1-1 0,-1 0 0,1 0 0,-1 0 0,1 0 0,-1 0 0,1 0 0,-1 0 0,1 0 0,-1 0 0,1 0 0,-1 0 0,1 0 0,-1 0 0,1 0 0,-1 0 0,1 0 0,-1 0 0,1 0 0,-1-1 0,1 1 0,-1 0 0,1 0 0,-1-1 0,1 1 0,-1 0 0,0-1 0,1 1 0,-1 0 0,1-1 0,-1 1 0,0 0 0,0-1 0,1 0 0,9-10 0,-1-1 0,-1 0 0,0 0 0,-1-1 0,9-23 0,9-17 0,-18 40 0,16-25 0,-22 36 0,1 0 0,0 0 0,0 0 0,0 0 0,0 0 0,0 0 0,1 0 0,-1 1 0,1-1 0,-1 1 0,1-1 0,0 1 0,3-1 0,-4 1 0,-1 1 0,1 0 0,-1 0 0,1 0 0,-1 0 0,1 0 0,-1 1 0,0-1 0,1 0 0,-1 0 0,1 1 0,-1-1 0,0 1 0,1-1 0,-1 1 0,0-1 0,1 1 0,-1 0 0,0-1 0,0 1 0,0 0 0,0 0 0,0 0 0,0 0 0,0 0 0,0 0 0,0 0 0,-1 0 0,1 0 0,0 0 0,-1 0 0,1 2 0,4 6 0,-1-1 0,0 1 0,2 10 0,-5-14 0,6 29 0,-6-27 0,0-1 0,0 1 0,1-1 0,-1 1 0,2-1 0,2 6 0,-1-4 0,-1-1 0,0 1 0,-1 0 0,0-1 0,0 1 0,-1 0 0,0 0 0,-1 9 0,1 3 0,1-12 0,-4-22 0,-2-3 0,-4-33 0,7 39 0,0 7 0,0 0 0,0 0 0,-1 0 0,1 1 0,-3-5 0,-6-15 0,-3-47 0,13 69 0,0 0 0,0 0 0,0 0 0,0 0 0,0 0 0,-1 0 0,1 0 0,0 0 0,-1 0 0,1 0 0,-1 0 0,0 0 0,1 0 0,-1 0 0,0 0 0,0 0 0,1 1 0,-1-1 0,0 0 0,0 0 0,0 1 0,0-1 0,0 0 0,0 1 0,-1-1 0,1 1 0,0-1 0,0 1 0,0 0 0,-1-1 0,1 1 0,-2 0 0,1 0 0,0 0 0,0 0 0,0 0 0,0 0 0,0 1 0,0-1 0,0 1 0,0-1 0,1 1 0,-1 0 0,0-1 0,0 1 0,1 0 0,-1 0 0,0 0 0,1 0 0,-1 0 0,1 1 0,-1-1 0,0 2 0,-22 22 0,-31 37 0,-8 31 0,63-92 0,0-1 0,-1 1 0,1-1 0,0 0 0,0 1 0,-1-1 0,1 1 0,0-1 0,0 1 0,-1-1 0,1 0 0,-1 1 0,1-1 0,0 0 0,-1 1 0,1-1 0,-1 0 0,1 0 0,-1 1 0,1-1 0,-1 0 0,1 0 0,-1 0 0,1 0 0,-1 1 0,1-1 0,-1 0 0,1 0 0,-1 0 0,0 0 0,0 0 0,0-1 0,1 1 0,-1-1 0,0 0 0,0 1 0,1-1 0,-1 0 0,1 1 0,-1-1 0,0 0 0,1 0 0,0 1 0,-1-1 0,1 0 0,-1 0 0,1-1 0,-8-34 0,5 23 0,0-1 0,-1 1 0,-7-16 0,-5-14 0,13 33 0,0 1 0,-1 0 0,0 0 0,-1 0 0,0 0 0,-10-12 0,14 20 0,1 1 0,0-1 0,-1 1 0,1 0 0,0-1 0,-1 1 0,1 0 0,-1-1 0,1 1 0,-1 0 0,1 0 0,-1-1 0,1 1 0,-1 0 0,1 0 0,-1 0 0,0 0 0,1-1 0,-1 1 0,1 0 0,-1 0 0,0 0 0,1 0 0,-1 0 0,1 0 0,-1 0 0,1 0 0,-1 1 0,-1-1 0,1 1 0,-1-1 0,1 1 0,-1 0 0,1 0 0,-1 0 0,1 0 0,0 0 0,0 0 0,-1 0 0,0 2 0,-19 29 0,10-14 0,-1 0 0,-16 18 0,-5 7 0,22-28 0,-2 0 0,0-1 0,-20 17 0,38-37 0,-1 1 0,0-1 0,0 0 0,2-6 0,5-6 0,71-112 0,-77 118 0,-5 10 0,1 0 0,0 0 0,0 0 0,0 0 0,0 0 0,0 0 0,0 0 0,1 0 0,-1 0 0,3-1 0,-4 2 0,1 1 0,-1 0 0,1 0 0,-1 0 0,0 0 0,1 0 0,-1 0 0,1 0 0,-1 0 0,0 0 0,1 0 0,-1 0 0,1 0 0,-1 0 0,0 0 0,1 0 0,-1 0 0,1 0 0,-1 0 0,0 1 0,1-1 0,-1 0 0,0 0 0,1 0 0,-1 1 0,0-1 0,1 0 0,-1 0 0,0 1 0,0-1 0,1 0 0,-1 0 0,0 1 0,0-1 0,0 0 0,1 1 0,-1-1 0,8 14 0,-7-12 0,3 6 0,1 1 0,1-1 0,0 0 0,0-1 0,1 1 0,0-1 0,0 0 0,1-1 0,16 12 0,-2-4-56,-18-13-26,-1 1 0,1 0 0,-1 0 1,0 0-1,0 0 0,0 0 0,0 0 0,-1 1 1,1-1-1,-1 1 0,0 0 0,1 0 0,-2 0 1,1 0-1,2 3 0,-2 4-6744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3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0 24575,'-22'21'20,"-23"26"0,33-32-254,-1-1 0,0-1 0,-1 0-1,-1 0 1,-30 19 0,38-29-6592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39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24575,'2'0'0,"3"0"0,1 3 0,1 3 0,-2 3 0,3 4 0,2 0 0,2 2 0,2 1 0,-1 1 0,1-2 0,-2-2 0,-1-1 0,-2 0 0,-1-1 0,2 0 0,-3-3-8191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40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24575,'190'-1'0,"198"2"0,-324 4-1365,-51-3-5461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41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24575,'-2'15'0,"0"0"0,-1 1 0,-1-1 0,-1-1 0,-1 1 0,0-1 0,-11 18 0,5-8 0,-11 33 0,17-38-115,-24 66-1135,23-72-5576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42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24575,'4'3'0,"0"0"0,0-1 0,0 0 0,1 1 0,4 0 0,13 8 0,-14-7 0,-1 0 0,1 0 0,-1-1 0,1 0 0,0-1 0,0 1 0,1-1 0,-1 0 0,0-1 0,1 0 0,-1 0 0,1-1 0,0 1 0,15-3 0,-19 2 0,0 0 0,0-1 0,0 1 0,0-1 0,0 0 0,-1-1 0,1 1 0,0-1 0,-1 1 0,1-1 0,-1 0 0,6-4 0,-7 4 0,-1 0 0,0 0 0,1 0 0,-1 0 0,0 0 0,0-1 0,0 1 0,-1-1 0,1 1 0,-1-1 0,1 1 0,-1-1 0,0 0 0,0 1 0,0-1 0,-1 0 0,1 0 0,-1 0 0,0-2 0,0 0 0,0 0 0,0 0 0,0 0 0,-1 0 0,0 1 0,-1-1 0,1 0 0,-1 1 0,0-1 0,-2-4 0,1 7 0,1-1 0,0 0 0,-1 1 0,1 0 0,-1-1 0,0 1 0,0 0 0,0 0 0,0 0 0,-1 1 0,1-1 0,-1 1 0,1-1 0,-1 1 0,-7-2 0,6 2 0,-1 0 0,0 0 0,0 1 0,0-1 0,1 1 0,-1 0 0,0 0 0,0 1 0,0 0 0,-8 1 0,12-2 0,0 1 0,0-1 0,1 1 0,-1 0 0,0-1 0,0 1 0,0 0 0,1 0 0,-1 0 0,0 0 0,1 0 0,-1 0 0,1 0 0,-1 0 0,1 1 0,0-1 0,0 0 0,0 1 0,0-1 0,0 1 0,0-1 0,0 1 0,0-1 0,1 1 0,-1 0 0,1-1 0,-1 1 0,1 0 0,0-1 0,0 1 0,0 0 0,0-1 0,0 4 0,1-4 0,-1 0 0,0 1 0,1-1 0,0 0 0,-1 0 0,1 0 0,0 0 0,-1 0 0,1 0 0,0 0 0,0 0 0,0 0 0,0 0 0,0 0 0,1 0 0,-1 0 0,0 0 0,0-1 0,1 1 0,-1-1 0,0 1 0,1-1 0,-1 1 0,1-1 0,-1 1 0,1-1 0,2 0 0,5 2 0,0-2 0,1 1 0,12-1 0,-11 0 0,79-2-1365,-56 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43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24575,'2'80'0,"-4"85"0,1-156-227,0 0-1,-1 0 1,-1 0-1,0 0 1,-6 13-1,4-13-6598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3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1779 24575,'12'-118'0,"-13"-1294"0,0 1388 0,-9-40 0,6 42 0,0-1 0,1-25 0,3 44-78,0-2-83,0 0 1,0 0-1,1 0 0,0 0 0,0 0 0,1 0 0,4-10 0,-2 10-6665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34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135 130 24575,'-13'7'0,"0"0"0,1 1 0,0 0 0,-16 15 0,23-19 0,-1 1 0,2-1 0,-1 1 0,1 0 0,0 0 0,0 0 0,1 0 0,-1 1 0,1 0 0,1-1 0,-1 1 0,1 0 0,1 0 0,-2 8 0,0 7 0,2 0 0,3 34 0,0-15 0,-2-32 0,0 0 0,1 0 0,0 0 0,1 0 0,0 0 0,5 12 0,-6-18 0,1 1 0,-1 0 0,1-1 0,0 1 0,0-1 0,0 0 0,0 1 0,0-1 0,1 0 0,-1 0 0,1 0 0,-1 0 0,1-1 0,0 1 0,0 0 0,0-1 0,0 0 0,0 0 0,0 0 0,1 0 0,5 1 0,-3-1 0,0 0 0,0 0 0,0-1 0,0 0 0,0 0 0,0 0 0,0-1 0,0 0 0,-1 0 0,1 0 0,0 0 0,0-1 0,-1 0 0,1 0 0,-1 0 0,1 0 0,-1-1 0,0 0 0,6-4 0,-5 2 0,-1 0 0,0 0 0,0 0 0,0 0 0,-1 0 0,0-1 0,0 0 0,0 0 0,-1 0 0,0 0 0,-1 0 0,0 0 0,0-1 0,2-10 0,0-22 0,-2 0 0,-3 1 0,-8-63 0,7 90 0,-1-1 0,-1 1 0,1 0 0,-2 0 0,0 0 0,-1 0 0,-8-11 0,9 15 0,0 0 0,-1 0 0,0 1 0,0 0 0,-1 0 0,0 0 0,0 0 0,-1 1 0,0 0 0,-15-7 0,21 11-97,0 0-1,0 0 1,0 1-1,0-1 1,0 1-1,0-1 1,0 1-1,0-1 1,0 1-1,0 0 1,0 0-1,0 0 0,-4 1 1,-3 1-6729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35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24575,'3'0'0,"0"1"0,0-1 0,0 1 0,0 0 0,-1-1 0,1 1 0,0 0 0,0 0 0,-1 1 0,1-1 0,4 3 0,26 21 0,-27-20 0,52 42 0,102 79 0,-138-110-682,28 28-1,-42-37-6143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1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0 24575,'-1'0'0,"0"1"0,0-1 0,0 0 0,0 0 0,0 1 0,0-1 0,0 1 0,0-1 0,1 0 0,-1 1 0,0 0 0,0-1 0,0 1 0,1-1 0,-1 1 0,0 0 0,1-1 0,-1 1 0,1 0 0,-1-1 0,1 1 0,-1 0 0,1 0 0,0 0 0,-1-1 0,1 1 0,0 0 0,0 0 0,0 0 0,-1 1 0,-1 32 0,2-28 0,0 366 0,0-10 0,-7-271 0,-25 106 0,6-50 0,1-5 0,-4 42 0,17-92 0,-21 281 0,34-25-1365,-1-344-5461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1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24575,'5'3'0,"1"-1"0,-1 0 0,1 0 0,0 0 0,0-1 0,0 1 0,0-1 0,0 0 0,11 0 0,173 3 0,-127-5 0,91 8 0,-47 6 0,292 22 0,-328-36 0,-46 0 0,-1 0 0,1 2 0,45 5 0,-32 2-455,1-2 0,78 3 0,-103-9-6371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19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24575,'0'0'0,"1"0"0,-1 0 0,0 0 0,1 0 0,-1 0 0,1 1 0,-1-1 0,1 0 0,-1 0 0,0 0 0,1 0 0,-1 1 0,1-1 0,-1 0 0,0 0 0,1 1 0,-1-1 0,0 0 0,0 0 0,1 1 0,-1-1 0,0 0 0,0 1 0,1-1 0,-1 0 0,0 1 0,0-1 0,0 0 0,0 1 0,0-1 0,1 1 0,-1 0 0,7 14 0,-2 4 0,-1-1 0,0 1 0,0 22 0,-4 60 0,0-56 0,-1 5 0,0 5 0,2 0 0,15 82 0,-14-116-6,-2-17-145,0 0 0,1 0 0,0 0 0,-1 0 0,1 0 0,1 0 0,-1 0 0,3 4 0,1-2-6675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20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24575,'11'1'0,"0"1"0,1-1 0,-2 2 0,1-1 0,0 1 0,0 1 0,-1 0 0,17 8 0,19 6 0,400 110 0,-392-119 0,-40-8 0,0 1 0,0 1 0,-1 0 0,24 8 0,-37-11 0,1 0 0,0 0 0,-1 1 0,1-1 0,0 0 0,-1 0 0,1 1 0,0-1 0,-1 0 0,1 1 0,-1-1 0,1 1 0,-1-1 0,1 0 0,-1 1 0,1-1 0,-1 1 0,0-1 0,1 1 0,-1-1 0,0 1 0,1-1 0,-1 1 0,0 0 0,0-1 0,0 1 0,0-1 0,1 1 0,-1-1 0,0 1 0,0 0 0,0-1 0,-1 1 0,1-1 0,0 1 0,0 0 0,0-1 0,0 1 0,-1-1 0,1 1 0,0-1 0,0 1 0,-1-1 0,1 1 0,-1-1 0,1 1 0,0-1 0,-1 1 0,0 0 0,-2 1 0,0 0 0,0 1 0,0-1 0,-1 0 0,1-1 0,0 1 0,-7 2 0,-142 36 0,61-18 0,-177 57 0,243-69 0,2 1 0,-1 1 0,2 1 0,-38 26 0,50-32 0,0 1-1365,1-2-5461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2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24575,'4'2'0,"-1"1"0,1-1 0,-1 0 0,1-1 0,0 1 0,0-1 0,0 1 0,0-1 0,0 0 0,0 0 0,0 0 0,1-1 0,6 1 0,8 0 0,32-3 0,-39 2 0,-10 0 0,0 0 0,0-1 0,0 1 0,0 0 0,0 0 0,0-1 0,0 1 0,0-1 0,-1 1 0,1-1 0,0 0 0,0 0 0,-1 0 0,1 1 0,0-1 0,-1 0 0,0-1 0,1 1 0,-1 0 0,0 0 0,1-1 0,-1 1 0,0 0 0,0-1 0,0 1 0,0-1 0,-1 1 0,1-1 0,0 1 0,-1-1 0,1 1 0,-1-1 0,0 0 0,0 1 0,1-1 0,-1 0 0,0 1 0,-1-1 0,0-3 0,1 2 0,-1-1 0,0 1 0,0 0 0,0-1 0,0 1 0,-1 0 0,0 0 0,0 0 0,0 0 0,0 0 0,0 0 0,-1 0 0,1 1 0,-1-1 0,0 1 0,0 0 0,0-1 0,-6-2 0,4 3 0,1 1 0,0 0 0,-1 0 0,1 0 0,-1 0 0,0 0 0,1 1 0,-1-1 0,0 1 0,0 0 0,1 1 0,-1-1 0,0 1 0,1 0 0,-1 0 0,1 0 0,-9 3 0,10-3 0,1 0 0,0 0 0,0 0 0,-1 0 0,1 0 0,0 0 0,0 1 0,0-1 0,1 1 0,-1-1 0,0 1 0,1 0 0,-1 0 0,1-1 0,0 1 0,-1 0 0,1 0 0,0 0 0,0 0 0,1 0 0,-1 1 0,0-1 0,1 0 0,0 0 0,-1 0 0,1 0 0,0 0 0,0 1 0,1-1 0,-1 0 0,1 0 0,-1 0 0,2 4 0,-1-4-72,0 0 1,0-1-1,0 1 0,0 0 0,0 0 0,1 0 0,-1-1 0,1 1 1,-1-1-1,1 1 0,0-1 0,0 1 0,0-1 0,0 0 0,0 0 1,0 0-1,0 0 0,3 1 0,10 4-6754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22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24575,'208'8'0,"-64"-4"0,48 4 0,-77-2 0,-25-2 0,-40 1 38,52 12 1,-65-10-400,1-1 1,1-1-1,47 0 1,-76-5-6466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23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24575,'2'32'0,"14"60"0,-5-29 0,18 122 0,-25-156 0,17 97 0,-19-115-455,0 0 0,0 18 0,-3-26-6371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2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24575,'32'2'0,"0"1"0,0 1 0,45 11 0,-10-2 0,154 19 0,-25-5 0,-173-22 0,33 10 0,-39-10 0,-1 0 0,1-1 0,0 0 0,20 1 0,-22-4 0,0 0 0,0 1 0,-1 1 0,1 0 0,-1 1 0,0 0 0,0 1 0,17 8 0,-29-12 0,0 0 0,-1 0 0,1 0 0,0 0 0,-1 0 0,1 0 0,-1 1 0,1-1 0,-1 0 0,0 1 0,0-1 0,0 1 0,0-1 0,0 1 0,0-1 0,0 1 0,0 2 0,0-3 0,-1 1 0,0-1 0,0 0 0,-1 1 0,1-1 0,0 1 0,0-1 0,-1 0 0,1 1 0,-1-1 0,0 0 0,1 1 0,-1-1 0,0 0 0,0 0 0,-2 3 0,-1 0 0,-1 0 0,0 0 0,0-1 0,0 1 0,-1-1 0,0 0 0,1 0 0,-1-1 0,-7 3 0,-14 2 0,-1 0 0,0-2 0,0-1 0,-47 3 0,-38 5 0,48 1 0,-117 38 0,113-32 0,43-13 0,0 1 0,-37 16 0,19-4-31,16-7-636,-39 21 0,57-27-6159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26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3 103 24575,'36'1'0,"-17"0"0,37-3 0,-53 1 0,0 1 0,-1-1 0,1 0 0,0 0 0,-1 1 0,0-2 0,1 1 0,-1 0 0,0 0 0,1-1 0,-1 1 0,0-1 0,0 1 0,0-1 0,0 0 0,-1 0 0,1 1 0,-1-1 0,1 0 0,1-3 0,-2 2 0,1 0 0,-1 0 0,0 1 0,0-1 0,0 0 0,0 0 0,-1 0 0,1 0 0,-1 0 0,0 0 0,0 0 0,0 0 0,-1 0 0,1 0 0,-2-5 0,1 7 0,0 0 0,0-1 0,0 1 0,0 0 0,0 0 0,-1-1 0,1 1 0,0 0 0,-1 0 0,1 0 0,-1 0 0,1 0 0,-1 1 0,0-1 0,1 0 0,-1 1 0,0-1 0,1 1 0,-1-1 0,0 1 0,0 0 0,0-1 0,1 1 0,-1 0 0,0 0 0,0 0 0,0 0 0,0 0 0,-2 1 0,-6 0 0,-1 0 0,1 1 0,-17 5 0,22-6 0,1 0 0,-1 1 0,0-1 0,1 1 0,-1 0 0,1 0 0,-8 5 0,10-5 0,1-1 0,-1 1 0,1 0 0,0-1 0,-1 1 0,1 0 0,0 0 0,0 0 0,1 0 0,-1 0 0,0 0 0,1 0 0,-1 0 0,1 0 0,0 0 0,0 0 0,0 0 0,0 3 0,0-3 6,0 1-1,1 0 1,-1 0-1,1-1 0,0 1 1,-1-1-1,1 1 1,1 0-1,-1-1 1,0 0-1,1 1 1,-1-1-1,1 0 0,0 1 1,0-1-1,0 0 1,0 0-1,1 0 1,-1-1-1,0 1 1,4 1-1,0 0-154,0 0 1,0-1-1,0 0 1,1 0-1,-1 0 1,1-1-1,0 1 1,-1-2-1,8 2 1,2-1-6678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2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24575,'0'-1'0,"1"1"0,0-1 0,0 0 0,-1 1 0,1-1 0,0 1 0,0-1 0,0 1 0,0 0 0,0-1 0,0 1 0,0 0 0,0-1 0,0 1 0,0 0 0,0 0 0,0 0 0,0 0 0,0 0 0,0 0 0,3 0 0,-2 0 0,246-4 0,-143 6 0,-30-3 0,70 1 0,-115 2 0,0 0 0,51 11 0,-77-12 0,-1-1 0,0 1 0,1 0 0,-1 0 0,0 0 0,1 1 0,-1-1 0,0 1 0,0-1 0,-1 1 0,1 0 0,0 0 0,4 4 0,-5-3 0,0 0 0,-1-1 0,1 1 0,-1 0 0,0 0 0,0 0 0,0 0 0,0 0 0,-1 1 0,1-1 0,-1 0 0,0 0 0,-1 4 0,10 402 0,1-325 0,29 182 0,0-12 0,-13-98 0,-15-106 0,5 100 0,-6 201 0,-9-276 0,-3 80 0,-1-139-1365,-2-2-5461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3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1 546 24575,'0'-1'0,"0"1"0,1-1 0,-1 1 0,1-1 0,-1 1 0,0 0 0,1-1 0,-1 1 0,1 0 0,-1-1 0,1 1 0,0 0 0,-1-1 0,1 1 0,-1 0 0,1 0 0,0 0 0,-1-1 0,1 1 0,-1 0 0,1 0 0,0 0 0,-1 0 0,2 0 0,20-2 0,-19 2 0,318-2 0,-175 3 0,5372-1 0,-5516 1 0,0-1 0,1 0 0,-1 0 0,0-1 0,0 1 0,1 0 0,-1 0 0,0-1 0,0 0 0,0 1 0,0-1 0,0 0 0,0 0 0,0 1 0,4-4 0,-5 3 0,0-1 0,1 1 0,-1-1 0,0 0 0,0 0 0,0 0 0,0 0 0,-1 1 0,1-1 0,0 0 0,-1 0 0,0 0 0,0 0 0,1 0 0,-2-3 0,-1-108 0,0-8 0,4 99 0,0 0 0,1 1 0,11-32 0,5 7 1,-14 36-229,0-1 1,-1 0-1,0 0 0,-1-1 1,3-20-1,-6 22-6598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32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24575,'5'8'0,"0"0"0,1-1 0,0 1 0,0-1 0,1-1 0,0 1 0,0-1 0,1 0 0,0 0 0,17 9 0,-20-12 0,1-1 0,0 1 0,1-1 0,-1 0 0,0 0 0,1-1 0,0 1 0,-1-1 0,1-1 0,0 1 0,-1-1 0,1 0 0,0 0 0,0 0 0,-1-1 0,1 0 0,12-3 0,-14 2 0,-1 1 0,0-1 0,0-1 0,0 1 0,0 0 0,0-1 0,-1 0 0,1 1 0,-1-1 0,0 0 0,0-1 0,0 1 0,-1 0 0,1-1 0,-1 1 0,0-1 0,0 0 0,0 1 0,-1-1 0,0 0 0,0 0 0,0 0 0,0 0 0,-1 0 0,1 0 0,-1 0 0,0 0 0,-1 0 0,-1-6 0,2 8 0,-1 1 0,1-1 0,-1 1 0,0-1 0,0 1 0,0 0 0,0-1 0,0 1 0,0 0 0,-1-1 0,1 1 0,0 0 0,-1 0 0,1 0 0,-1 0 0,1 0 0,-1 0 0,0 1 0,1-1 0,-4-1 0,-3 0 0,0 0 0,0 1 0,-14-2 0,0 0 0,14 2 0,0 0 0,-1 0 0,1 1 0,-1-1 0,1 2 0,-1-1 0,1 1 0,-12 2 0,16-3 0,0 1 0,0 0 0,1 1 0,-1-1 0,0 0 0,1 1 0,0 0 0,-1 0 0,1-1 0,0 2 0,0-1 0,0 0 0,0 0 0,1 1 0,-1-1 0,1 1 0,0 0 0,0 0 0,0 0 0,-2 4 0,3-6 4,1 0-1,0-1 0,-1 1 0,1 0 1,0-1-1,0 1 0,0 0 1,0 0-1,0-1 0,0 1 1,0 0-1,0 0 0,0-1 0,0 1 1,0 0-1,0-1 0,1 1 1,-1 0-1,0-1 0,1 1 1,-1 0-1,0-1 0,1 1 0,-1 0 1,1-1-1,-1 1 0,2 0 1,1 1-213,-1-1 1,1 1 0,-1-1 0,1 0-1,0 0 1,4 2 0,15 3-6618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33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24575,'2'2'0,"0"2"0,1 6 0,-1 8 0,-1 4 0,0 6 0,-1 2 0,1 0 0,-1 1 0,-2 2 0,-3-1 0,0-3 0,1-4 0,1-6-8191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3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27 161 24575,'0'2'0,"1"-1"0,-1 1 0,1 0 0,0-1 0,-1 1 0,1-1 0,0 1 0,0-1 0,0 0 0,0 1 0,1-1 0,-1 0 0,0 0 0,1 1 0,-1-1 0,4 1 0,26 16 0,-17-13 0,0 0 0,0 0 0,1-1 0,-1-1 0,1 0 0,0-1 0,0 0 0,0-1 0,15 0 0,-28-1 0,0 0 0,0-1 0,0 1 0,0 0 0,0-1 0,0 0 0,-1 1 0,1-1 0,0 0 0,-1 0 0,1 0 0,-1 0 0,1 0 0,-1 0 0,1 0 0,-1 0 0,0 0 0,0-1 0,1 1 0,-1 0 0,0-1 0,0 1 0,-1-1 0,1 1 0,0-1 0,-1 1 0,1-1 0,-1 1 0,1-1 0,-1 0 0,0-1 0,2-8 0,-2 1 0,1-1 0,-3-18 0,1 17 0,0 6 0,1 0 0,-1 0 0,0 0 0,-1 0 0,0 0 0,0 0 0,0 1 0,-1-1 0,0 0 0,0 1 0,-1 0 0,0 0 0,-5-6 0,5 7 0,-1 1 0,1-1 0,-1 1 0,0 0 0,0 0 0,0 0 0,0 1 0,-1 0 0,1 0 0,-1 0 0,1 0 0,-1 0 0,0 1 0,0 0 0,0 0 0,-7 0 0,11 1 0,-10-1 0,-1 1 0,1 0 0,-20 1 0,30 0 0,-1-1 0,0 0 0,0 1 0,1 0 0,-1 0 0,0-1 0,1 1 0,-1 1 0,1-1 0,-1 0 0,1 0 0,0 1 0,-1-1 0,1 1 0,0 0 0,0-1 0,0 1 0,1 0 0,-1 0 0,-2 4 0,0 3 0,0 0 0,0 0 0,1 1 0,1-1 0,0 0 0,-1 19 0,3 1 0,3 29 0,-3-55 0,0-1 0,1 0 0,-1 0 0,1 0 0,-1 1 0,1-1 0,0 0 0,0 0 0,0 0 0,0 0 0,0 0 0,1 0 0,-1 0 0,1 0 0,0-1 0,-1 1 0,1 0 0,3 1 0,-2-1 0,1 0 0,0-1 0,0 1 0,-1-1 0,1 0 0,0 0 0,0 0 0,1 0 0,-1-1 0,0 1 0,6-1 0,64 1-1365,-35-2-5461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3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48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24575,'637'0'-1365,"-618"0"-5461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4:49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24575,'0'0'0,"0"0"0,0 0 0,0 0 0,-1 0 0,1-1 0,0 1 0,0 0 0,0 0 0,0 0 0,0 0 0,-1 1 0,1-1 0,0 0 0,0 0 0,0 0 0,0 0 0,0 0 0,0 0 0,-1 0 0,1 0 0,0 0 0,0 0 0,0 0 0,0 0 0,0 0 0,0 0 0,0 0 0,-1 1 0,1-1 0,0 0 0,0 0 0,0 0 0,0 0 0,0 0 0,0 0 0,0 0 0,0 0 0,0 1 0,0-1 0,0 0 0,0 0 0,3 6 0,9 3 0,17 5 0,-22-12 0,0 1 0,0 1 0,-1-1 0,0 1 0,7 4 0,-5-2 0,-5-4 0,-1 0 0,1 1 0,0-1 0,-1 0 0,0 1 0,0-1 0,3 5 0,-5-6 0,1 0 0,-1 0 0,0 0 0,1 0 0,-1 0 0,0 0 0,0 1 0,0-1 0,0 0 0,0 0 0,-1 0 0,1 0 0,0 1 0,-1-1 0,1 0 0,0 0 0,-1 0 0,0 0 0,1 0 0,-1 0 0,0 0 0,0 0 0,1 0 0,-3 1 0,-6 6 0,0 0 0,-1 0 0,-12 8 0,12-10 0,1 0 0,0 1 0,0 0 0,-11 13 0,5-4-1365,8-9-5461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37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24575,'0'1'0,"1"0"0,-1 0 0,0 0 0,0 0 0,0 0 0,1 0 0,-1 0 0,1 0 0,-1 0 0,1 0 0,-1-1 0,1 1 0,-1 0 0,1 0 0,0 0 0,0-1 0,-1 1 0,1 0 0,0-1 0,0 1 0,0-1 0,2 2 0,-1-1 0,0 0 0,1-1 0,-1 1 0,0 0 0,1-1 0,-1 1 0,0-1 0,1 0 0,-1 0 0,5 1 0,-5-1 0,-1-1 0,1 1 0,-1 0 0,1 0 0,0 0 0,-1-1 0,1 1 0,-1-1 0,1 1 0,0-1 0,-1 0 0,0 1 0,1-1 0,2-1 0,-4 1 0,1 0 0,-1 1 0,1-1 0,-1 0 0,1 1 0,-1-1 0,0 0 0,1 1 0,-1-1 0,0 0 0,0 0 0,1 1 0,-1-1 0,0 0 0,0 0 0,0 0 0,0 1 0,0-1 0,0 0 0,-1 0 0,1 1 0,0-1 0,0 0 0,-1 0 0,1 1 0,0-1 0,-1 0 0,0 0 0,0 0 0,1 0 0,-1 0 0,0 1 0,0-1 0,0 0 0,0 0 0,0 1 0,0-1 0,0 1 0,0-1 0,0 1 0,0-1 0,0 1 0,0-1 0,0 1 0,0 0 0,-1 0 0,0-1 0,1 1 0,1 0 0,0 0 0,-1 0 0,1 0 0,0 0 0,-1 0 0,1 0 0,-1 0 0,1 0 0,0 0 0,-1 0 0,1 0 0,0 0 0,-1 0 0,1 0 0,0 1 0,-1-1 0,1 0 0,0 0 0,-1 0 0,1 0 0,0 0 0,0 1 0,-1-1 0,1 0 0,0 0 0,0 1 0,-1-1 0,1 0 0,0 0 0,0 1 0,0-1 0,-1 0 0,1 0 0,0 1 0,0-1 0,0 0 0,0 1 0,0-1 0,0 0 0,0 0 0,0 1 0,0-1 0,0 0 0,0 1 0,0-1 0,0 0 0,0 1 0,0-1 0,0 0 0,0 0 0,0 1 0,1-1 0,-1 0 0,0 1 0,0-1 0,0 0 0,1 1 0,0 0 0,0 0 0,0 0 0,0 0 0,0 0 0,0 0 0,0 0 0,0 0 0,0-1 0,0 1 0,1 0 0,-1-1 0,0 1 0,1 0 0,-1-1 0,0 1 0,1-1 0,-1 0 0,1 1 0,-1-1 0,1 0 0,-1 0 0,1 0 0,-1 0 0,1 0 0,-1 0 0,1 0 0,-1 0 0,1 0 0,-1-1 0,1 1 0,-1 0 0,1-1 0,-1 1 0,2-2 0,-2 2 0,0 0 0,0-1 0,0 1 0,0-1 0,0 1 0,-1-1 0,1 1 0,0-1 0,0 1 0,-1-1 0,1 0 0,0 1 0,-1-1 0,1 0 0,-1 0 0,1 1 0,-1-1 0,1 0 0,-1 0 0,0 1 0,1-2 0,-1 1 0,0 0 0,-1 0 0,1 0 0,0 0 0,-1 0 0,1 0 0,0 0 0,-1 0 0,0 0 0,1 0 0,-1 0 0,1 0 0,-1 0 0,0 1 0,0-1 0,0 0 0,1 0 0,-1 1 0,0-1 0,0 1 0,0-1 0,0 1 0,-2-1 0,2 0 0,0 0 0,0 0 0,0 1 0,0-1 0,0 0 0,-1 1 0,1-1 0,0 1 0,0-1 0,-1 1 0,1 0 0,0 0 0,-1-1 0,1 1 0,0 0 0,-1 0 0,1 0 0,-1 0 0,1 0 0,0 0 0,-1 1 0,1-1 0,0 0 0,-1 0 0,1 1 0,0-1 0,-1 1 0,1-1 0,0 1 0,0-1 0,0 1 0,0 0 0,0 0 0,0-1 0,0 1 0,0 0 0,0 0 0,-1 1 0,0 0 0,1 1 0,0-1 0,0 0 0,0 1 0,0-1 0,0 1 0,1-1 0,-1 0 0,1 1 0,0-1 0,-1 1 0,1-1 0,1 1 0,-1-1 0,0 1 0,1-1 0,1 4 0,-1-2 0,1-1 0,0 0 0,0 0 0,1 1 0,-1-1 0,1-1 0,-1 1 0,1 0 0,0 0 0,0-1 0,1 0 0,-1 1 0,0-1 0,1 0 0,0 0 0,0-1 0,7 4 0,-8-4 0,0 0 0,0-1 0,1 1 0,-1 0 0,0-1 0,1 1 0,-1-1 0,1 0 0,-1 0 0,0 0 0,1 0 0,-1-1 0,1 1 0,-1-1 0,0 0 0,0 1 0,1-1 0,-1-1 0,0 1 0,0 0 0,0-1 0,0 1 0,3-3 0,-5 4 0,0-1 0,0 0 0,0 0 0,0 0 0,0 0 0,0 0 0,0 1 0,-1-1 0,1-1 0,0 1 0,-1 0 0,1 0 0,-1 0 0,1 0 0,-1 0 0,1 0 0,-1-1 0,0 1 0,0 0 0,0 0 0,0-3 0,0 2 0,-1 1 0,1-1 0,-1 0 0,0 1 0,0-1 0,0 0 0,0 1 0,0-1 0,-1 1 0,1-1 0,0 1 0,-1 0 0,-1-2 0,-1 0 0,0 0 0,-1 0 0,1 1 0,-1 0 0,1-1 0,-1 1 0,0 1 0,0-1 0,0 1 0,0-1 0,-6 0 0,9 2 0,1 0 0,-1 0 0,1 0 0,0 0 0,-1 0 0,1 0 0,-1 1 0,1-1 0,0 0 0,-1 1 0,1-1 0,0 0 0,0 1 0,-1 0 0,1-1 0,0 1 0,0 0 0,0-1 0,0 1 0,0 0 0,0 0 0,0 0 0,0 0 0,0-1 0,0 1 0,0 0 0,1 1 0,-1-1 0,1 0 0,-1 0 0,1 0 0,-1 0 0,1 0 0,0 0 0,-1 1 0,1-1 0,0 0 0,0 0 0,0 0 0,0 0 0,0 1 0,1-1 0,-1 0 0,0 0 0,1 0 0,-1 0 0,1 0 0,0 2 0,-1-2 0,0-1 0,0 1 0,1-1 0,-1 1 0,0 0 0,0-1 0,1 1 0,-1-1 0,0 1 0,1-1 0,-1 0 0,1 1 0,-1-1 0,1 1 0,-1-1 0,1 1 0,-1-1 0,1 0 0,-1 1 0,1-1 0,-1 0 0,1 0 0,0 1 0,-1-1 0,1 0 0,0 0 0,-1 0 0,1 0 0,0 0 0,-1 1 0,1-1 0,0 0 0,-1 0 0,1 0 0,0-1 0,-1 1 0,1 0 0,0 0 0,-1 0 0,1 0 0,0 0 0,-1-1 0,2 1 0,-1-1 0,1 0 0,-1 0 0,1 0 0,-1 0 0,0 0 0,0-1 0,1 1 0,-1 0 0,0 0 0,0-1 0,-1 1 0,1 0 0,0-1 0,0 1 0,0-3 0,-1-18 0,0 22 0,0-1 0,0 1 0,0-1 0,0 1 0,0-1 0,0 1 0,0 0 0,-1-1 0,1 1 0,0-1 0,0 1 0,0-1 0,-1 1 0,1 0 0,0-1 0,0 1 0,-1-1 0,1 1 0,0 0 0,-1-1 0,1 1 0,-1 0 0,1 0 0,-1-1 0,1 1 0,0 0 0,-1 0 0,1-1 0,-1 1 0,1 0 0,-1 0 0,1 0 0,-1 0 0,1 0 0,-1 0 0,0 0 0,1 0 0,-1 0 0,1 0 0,-1 0 0,1 0 0,-1 0 0,1 0 0,-2 0 0,1 1 0,1-1 0,-1 1 0,0-1 0,0 1 0,1 0 0,-1-1 0,0 1 0,1 0 0,-1-1 0,1 1 0,-1 0 0,1-1 0,-1 1 0,1 0 0,0 0 0,-1 0 0,1-1 0,0 1 0,0 0 0,0 0 0,0 0 0,-1 0 0,2 0 0,-1-1 0,0 1 0,0 0 0,0 0 0,0 0 0,1 1 0,-1 0 0,1-1 0,-1 1 0,1-1 0,0 1 0,-1-1 0,1 1 0,0-1 0,0 1 0,0-1 0,0 1 0,0-1 0,1 0 0,-1 0 0,0 1 0,3 0 0,-3-1 0,0-1 0,1 1 0,-1-1 0,0 1 0,1-1 0,-1 1 0,1-1 0,-1 0 0,1 1 0,0-1 0,-1 0 0,1 0 0,-1 0 0,1 0 0,-1 0 0,1 0 0,-1-1 0,1 1 0,-1 0 0,1-1 0,-1 1 0,1-1 0,-1 1 0,1-1 0,-1 1 0,2-2 0,-3 2 0,0-1 0,0 1 0,0 0 0,0-1 0,0 1 0,0-1 0,0 1 0,0 0 0,0-1 0,0 1 0,0 0 0,-1-1 0,1 1 0,0 0 0,0 0 0,0-1 0,-1 1 0,1 0 0,0-1 0,0 1 0,-1 0 0,1 0 0,0-1 0,-1 1 0,1 0 0,0 0 0,-1 0 0,1 0 0,0-1 0,-1 1 0,1 0 0,-1 0 0,1 0 0,0 0 0,-1 0 0,1 0 0,-1 0 0,1 0 0,-1 0 0,1 0 0,-1 0 0,-19-3 0,8 3-1365,2 2-5461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0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1902 24575,'11'-82'0,"-10"-596"0,-2 332 0,-1 324 0,-8-42 0,0 3 0,9 13 0,1 36 0,0 0 0,0 0 0,-1 0 0,-1 1 0,-1-1 0,-6-18 0,4 19 0,2 0 0,-1 0 0,2-1 0,-1 1 0,1-14 0,3-59 0,0 33 0,-2 25 0,-9-40 0,-1-13 0,11 73 0,-2-1 0,1 1 0,-1 0 0,-2-6 0,2 8 0,1 1 0,-1-1 0,1 1 0,0-1 0,0 0 0,1 1 0,-1-1 0,1 0 0,0 1 0,0-1 0,1 0 0,-1 0 0,1 1 0,1-5 0,2-1-1365,0 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2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24575,'-19'15'0,"14"-11"0,0-1 0,0 1 0,1 0 0,0 0 0,0 0 0,0 1 0,1-1 0,-4 7 0,1 0 0,1 0 0,1 0 0,0 1 0,1-1 0,0 1 0,-1 18 0,4 75 0,2-49 0,-2-50 0,0-1 0,0 1 0,1 0 0,0-1 0,0 1 0,4 9 0,-4-13 0,0-1 0,0 1 0,0-1 0,0 1 0,0-1 0,0 0 0,1 1 0,-1-1 0,1 0 0,-1 0 0,1 0 0,-1 0 0,1 0 0,0 0 0,-1 0 0,1-1 0,0 1 0,0 0 0,0-1 0,0 1 0,0-1 0,0 0 0,0 1 0,0-1 0,0 0 0,0 0 0,2 0 0,1 0 0,0 0 0,-1 0 0,1-1 0,-1 1 0,1-1 0,-1 0 0,1 0 0,-1 0 0,1-1 0,-1 1 0,6-4 0,-6 3 0,1-1 0,-1-1 0,0 1 0,0 0 0,-1-1 0,1 0 0,-1 0 0,0 0 0,3-4 0,2-4 0,-1-1 0,0 0 0,-1 0 0,-1 0 0,0-1 0,3-14 0,-5 5 0,0-1 0,-2-42 0,-1 58 0,0-1 0,0-1 0,-1 1 0,-1 0 0,-4-15 0,6 22 0,-1 0 0,0 0 0,0 1 0,0-1 0,0 0 0,0 1 0,0-1 0,0 0 0,-1 1 0,1-1 0,-1 1 0,1-1 0,-1 1 0,0 0 0,0 0 0,1 0 0,-1 0 0,0 0 0,0 0 0,0 0 0,-1 0 0,1 0 0,0 1 0,0-1 0,0 1 0,-1 0 0,1-1 0,-3 1 0,1 0-72,0 0 1,0-1-1,0 2 0,0-1 0,0 0 0,0 1 0,0-1 0,1 1 1,-1 0-1,0 0 0,0 1 0,1-1 0,-1 0 0,1 1 0,-1 0 1,1 0-1,0 0 0,-4 2 0,1 4-6754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24575,'5'3'0,"-1"0"0,1 0 0,0 0 0,8 2 0,4 3 0,142 69 0,1 2-1365,-147-73-5461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3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24575,'455'0'0,"-430"2"-1365,-15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5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0 24575,'-4'3'0,"-3"8"0,-3 4 0,-3 4 0,1 0 0,1 5 0,0 0 0,3-1 0,1-3 0,2 1 0,-2-2 0,2-1 0,0-2 0,1-2 0,-1-2 0,0-1 0,5-3 0,1-3-8191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5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24575,'4'3'0,"1"3"0,0 2 0,-2 0 0,2 3 0,-1 1 0,1 3 0,0 1 0,2 0 0,1-1 0,0-1 0,-1-1 0,-2-4-8191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6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24575,'0'3'0,"-4"3"0,-3 3 0,-2 2 0,-1 2 0,-2-1 0,1 1 0,-1-1 0,1-2 0,-1-2 0,3 1 0,0-3 0,6-1 0,5-2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6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24575,'2'0'0,"0"1"0,0-1 0,-1 0 0,1 1 0,-1-1 0,1 1 0,0 0 0,-1-1 0,1 1 0,-1 0 0,0 0 0,1 0 0,-1 0 0,0 0 0,0 0 0,1 0 0,0 1 0,18 24 0,-16-21 0,8 14 0,-1 1 0,-2 0 0,0 0 0,-1 1 0,5 25 0,-4-15 0,-9-30-80,0 1 0,1-1-1,-1 1 1,1-1 0,-1 0-1,1 1 1,0-1 0,-1 0-1,1 1 1,0-1 0,0 0 0,0 0-1,0 0 1,1 0 0,-1 0-1,2 1 1,5 2-6746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47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27 124 24575,'11'-1'0,"0"0"0,0 0 0,1-1 0,-2 0 0,1 0 0,0-1 0,14-6 0,-22 8 0,0-1 0,1 1 0,-1-1 0,0 0 0,0 0 0,-1 0 0,1 0 0,0-1 0,-1 1 0,0-1 0,1 1 0,-1-1 0,0 1 0,-1-1 0,1 0 0,-1 0 0,1 0 0,1-5 0,-3 6 0,0 0 0,0 1 0,0-1 0,0 0 0,0 0 0,0 1 0,0-1 0,0 0 0,-1 1 0,1-1 0,-1 0 0,0 1 0,0-1 0,1 0 0,-1 1 0,0-1 0,0 1 0,-1-1 0,1 1 0,0 0 0,-1-1 0,1 1 0,-1 0 0,1 0 0,-1 0 0,0 0 0,1 0 0,-1 0 0,0 0 0,0 1 0,0-1 0,0 0 0,0 1 0,0-1 0,-2 1 0,-4-2 0,0 0 0,0 1 0,-1 0 0,1 1 0,0-1 0,0 1 0,-14 2 0,19-2 0,1 0 0,-1 1 0,1-1 0,0 1 0,-1-1 0,1 1 0,0 0 0,0-1 0,-1 1 0,1 0 0,0 0 0,0 1 0,0-1 0,0 0 0,0 1 0,1-1 0,-1 0 0,0 1 0,1 0 0,-1-1 0,1 1 0,0 0 0,0 0 0,0 0 0,0-1 0,0 1 0,0 0 0,0 0 0,0 3 0,-1 6 0,1-1 0,1 1 0,0 0 0,0-1 0,1 1 0,1-1 0,0 1 0,8 19 0,-8-25 0,0-1 0,1 1 0,0-1 0,0 0 0,0 0 0,0 0 0,1 0 0,0 0 0,0 0 0,0-1 0,0 0 0,1 0 0,0 0 0,-1 0 0,1 0 0,0-1 0,1 0 0,-1 0 0,0 0 0,1 0 0,7 1 0,4-1-160,0 0 0,0-1 0,33-1 0,-38 0-565,1-1-6101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50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24575,'2'2'0,"1"1"0,-1 0 0,0 0 0,0-1 0,0 1 0,-1 0 0,1 0 0,-1 1 0,0-1 0,0 0 0,0 0 0,0 6 0,1 42 0,-2-37 0,-1 112 0,1-146 0,2 0 0,0 0 0,2 0 0,1 1 0,0-1 0,2 1 0,17-35 0,-22 51 0,-1 0 0,0 1 0,1-1 0,0 1 0,0-1 0,0 1 0,0-1 0,0 1 0,0 0 0,1 0 0,-1 0 0,1 0 0,0 0 0,-1 1 0,1-1 0,0 0 0,0 1 0,1 0 0,-1 0 0,0 0 0,0 0 0,1 0 0,-1 0 0,1 1 0,-1 0 0,0-1 0,1 1 0,-1 0 0,6 1 0,-4-1 0,0 0 0,-1 0 0,1 0 0,-1 1 0,1-1 0,-1 1 0,1 0 0,7 3 0,-10-3 0,0 0 0,0 0 0,-1 0 0,1 1 0,-1-1 0,1 0 0,-1 1 0,0-1 0,1 1 0,-1-1 0,0 1 0,0 0 0,0-1 0,-1 1 0,1 0 0,0-1 0,-1 1 0,1 0 0,-1 0 0,0 0 0,0 2 0,4 31 0,-1-9 0,7 30 0,-9-50 0,2 9 0,0-13 0,2-8 0,16-43 0,-15 35 0,0 0 0,1 0 0,12-19 0,-16 29 0,1 0 0,-1 0 0,1 0 0,0 0 0,0 1 0,0-1 0,1 1 0,-1 0 0,1 0 0,0 1 0,0-1 0,0 1 0,0 0 0,11-3 0,-6 2 0,0 1 0,0 0 0,0 0 0,1 1 0,-1 0 0,1 0 0,-1 1 0,1 1 0,15 1 0,-24-1 0,1 0 0,-1 0 0,0 0 0,0 0 0,0 0 0,0 1 0,0-1 0,0 0 0,0 1 0,-1 0 0,1-1 0,-1 1 0,1 0 0,-1 0 0,0-1 0,0 1 0,0 0 0,0 0 0,0 0 0,0 0 0,0 3 0,2 4 0,-1 1 0,0-1 0,0 12 0,1 22-455,3 0 0,16 58 0,-18-88-6371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5:50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7:17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120 104 24575,'-1'1'0,"0"1"0,0 0 0,0-1 0,0 1 0,0-1 0,-1 0 0,1 1 0,0-1 0,-1 0 0,1 0 0,-1 0 0,1 0 0,-3 2 0,3-3 0,1 0 0,0 0 0,-1 0 0,1 0 0,-1 0 0,1 0 0,0 0 0,-1 0 0,1 0 0,0 0 0,-1 0 0,1 0 0,-1 0 0,1 0 0,0 0 0,-1 0 0,1-1 0,0 1 0,-1 0 0,1 0 0,0 0 0,-1 0 0,1-1 0,0 1 0,-1 0 0,1 0 0,-8-15 0,1-13 0,5 18 0,0-1 0,-2 0 0,1 1 0,-10-18 0,5 20 0,8 8 0,0 0 0,0 0 0,-1-1 0,1 1 0,0 0 0,0 0 0,0 0 0,0 0 0,0 0 0,-1 0 0,1 0 0,0 0 0,0 1 0,0-1 0,0 0 0,0 0 0,0 0 0,-1 0 0,1 0 0,0 0 0,0 0 0,0 0 0,0 0 0,0 0 0,0 0 0,0 0 0,0 0 0,-1 0 0,1 1 0,0-1 0,0 0 0,0 0 0,0 0 0,0 0 0,0 0 0,0 0 0,0 0 0,0 0 0,0 1 0,0-1 0,0 0 0,0 0 0,0 1 0,-1 1 0,1-1 0,0 0 0,0 1 0,0-1 0,1 0 0,-1 1 0,0-1 0,1 0 0,-1 0 0,1 1 0,1 1 0,-2-1 3,1-1-1,0 1 0,0-1 1,-1 1-1,1-1 0,-1 1 1,1 0-1,-1-1 0,0 1 1,0 0-1,0-1 0,0 1 1,0 0-1,0-1 0,0 1 1,-1-1-1,1 1 0,-2 2 1,0 1-50,-1 0 0,0-1-1,-1 1 1,-4 5 0,-4 5-1127,0 3-5652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1:57:18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24575,'0'3'0,"0"5"0,4 0 0,5-1 0,4 2 0,1-4 0,-2-6 0,-4-3-8191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25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3282 0 24575,'-14'13'0,"0"0"0,0-1 0,-1-1 0,-23 12 0,2 0 0,-30 26 0,40-28 0,0-2 0,-35 18 0,-260 157 0,293-174 0,0-2 0,-37 17 0,-123 52 0,-53 23 0,-50 31 0,81-45 0,-4-18 0,204-74 0,-107 34 0,78-25 0,-37 19 0,-13 4 0,34-17 0,-161 52 0,-58 13 0,68-12 0,115-47 0,-20 8 0,78-23 0,-9 5 0,41-14 0,-1 0 0,0 0 0,1 0 0,-1 0 0,0 0 0,1 1 0,0-1 0,-1 1 0,1-1 0,0 1 0,-1-1 0,1 1 0,0 0 0,0 0 0,0 0 0,0 0 0,1-1 0,-1 1 0,0 0 0,1 1 0,-1-1 0,1 0 0,0 0 0,-1 3 0,1 4 0,0 1 0,1-1 0,0 0 0,2 12 0,-2-14 0,28 132 0,3 19 0,-31-146 0,-1 24 0,0-27 0,0 1 0,0 0 0,4 18 0,-4-26 0,1 0 0,-1-1 0,1 1 0,0 0 0,-1 0 0,1 0 0,0 0 0,0-1 0,0 1 0,0-1 0,1 1 0,-1-1 0,0 1 0,1-1 0,-1 0 0,1 1 0,-1-1 0,1 0 0,-1 0 0,1 0 0,0-1 0,2 2 0,3 0 0,1 0 0,-1-1 0,0 0 0,11 0 0,-1 0 0,59 8 0,102 6 0,142-15 0,-154 0 0,-156 0-455,0 1 0,15 3 0,-11-1-6371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07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24575,'8'298'0,"-2"47"0,-7-220 0,1 269-1365,0-398-5461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0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24575,'1'-1'0,"-1"0"0,0 0 0,0 0 0,1 0 0,-1 0 0,0 0 0,1 1 0,-1-1 0,1 0 0,-1 0 0,1 0 0,-1 1 0,1-1 0,-1 0 0,1 1 0,0-1 0,-1 0 0,1 1 0,0-1 0,0 1 0,-1-1 0,1 1 0,0 0 0,1-1 0,23-8 0,-18 7 0,11-3 0,1 1 0,0 0 0,26 0 0,60 5 0,-45 0 0,-46-1 0,29 0 0,-1 1 0,73 14 0,-85-8 0,41 17 0,-55-17 0,-1 1 0,1 0 0,-1 1 0,16 13 0,-25-16 0,1 0 0,-1 1 0,0 0 0,0 0 0,9 16 0,21 44 0,-29-51 0,26 61 0,-12-24 0,-16-40 0,0 0 0,-1 1 0,-1-1 0,0 1 0,0 0 0,-1 0 0,-1 0 0,0 0 0,-2 21 0,1-19 0,-1-1 0,-3 22 0,3-32 0,-1 1 0,1-1 0,-1 0 0,0 0 0,0 0 0,0 0 0,-1-1 0,0 1 0,0-1 0,-4 7 0,-25 26 0,-41 37 0,55-59 0,-1-2 0,0-1 0,-38 18 0,54-28 0,-14 5 0,0-1 0,-29 7 0,-11 4 0,56-17 0,-17 7 0,1 0 0,-1-2 0,0 0 0,0-2 0,-27 3 0,15-6 0,-41 7 0,56-5 0,-18 0 0,20-2 0,0 1 0,-16 3 0,-1 6 27,26-8-182,-1 0 1,0 0-1,1 0 0,-1-1 1,0 0-1,0 0 0,0-1 1,-6 1-1,-1-3-6671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10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26 121 24575,'22'0'0,"-10"1"0,0-1 0,13-2 0,-23 2 0,-1-1 0,1 1 0,-1 0 0,1-1 0,-1 1 0,0-1 0,1 1 0,-1-1 0,0 0 0,1 1 0,-1-1 0,0 0 0,0 0 0,1 0 0,-1 0 0,0-1 0,0 1 0,0 0 0,0 0 0,0-1 0,-1 1 0,1 0 0,0-1 0,-1 1 0,1-1 0,0 1 0,-1-1 0,0 0 0,1 1 0,-1-1 0,0 1 0,0-1 0,0 0 0,0 1 0,0-1 0,0 0 0,0 1 0,0-1 0,-1-2 0,0 0 0,0 0 0,0 0 0,0 1 0,0-1 0,-1 0 0,1 1 0,-1 0 0,0-1 0,0 1 0,0 0 0,0 0 0,-1 0 0,1 0 0,-1 1 0,1-1 0,-5-2 0,3 3 0,0 0 0,0 0 0,-1 1 0,1-1 0,0 1 0,-1 0 0,1 0 0,-1 1 0,1 0 0,-1-1 0,0 2 0,1-1 0,-1 1 0,1-1 0,-8 4 0,11-4 0,0 0 0,1 1 0,-1-1 0,0 0 0,0 1 0,1-1 0,-1 1 0,0-1 0,0 1 0,1 0 0,-1-1 0,1 1 0,-1 0 0,0-1 0,1 1 0,-1 0 0,1 0 0,0 0 0,-1 0 0,1-1 0,0 1 0,-1 0 0,1 0 0,0 0 0,0 0 0,0 0 0,-1 0 0,1 0 0,0 0 0,0 0 0,0 0 0,1 0 0,-1 0 0,0 0 0,0 0 0,0-1 0,1 1 0,-1 0 0,0 0 0,1 0 0,0 1 0,1 1 0,-1 0 0,1 0 0,0 0 0,0-1 0,0 1 0,1-1 0,-1 0 0,0 1 0,1-1 0,3 2 0,1 0-455,1-1 0,9 4 0,-1-2-6371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12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24575,'8'1'0,"-1"0"0,0 0 0,0 1 0,12 4 0,6 1 0,44 8 0,134 7 0,72-18 0,-185-5 0,32 9 0,-13-1 0,406-6 0,-249-2 0,-22 1 0,-220 1 44,-1 2 1,34 7-1,-30-4-793,33 3 0,-49-9-6077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1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88 24575,'-11'-1'0,"7"1"0,-1 0 0,1 0 0,0 0 0,-1 1 0,-3 0 0,7 0 0,-1-1 0,1 1 0,0-1 0,0 1 0,0-1 0,0 1 0,0 0 0,0 0 0,0 0 0,0-1 0,0 1 0,0 0 0,0 0 0,0 1 0,1-1 0,-1 0 0,0 0 0,1 0 0,-1 0 0,0 1 0,0 1 0,-1 5 0,1 0 0,-1 0 0,1 0 0,1 0 0,-1 9 0,4 42 0,-3-56 0,0 0 0,1 0 0,-1 0 0,1-1 0,0 1 0,0 0 0,0 0 0,0 0 0,0-1 0,0 1 0,1 0 0,-1-1 0,1 0 0,-1 1 0,4 3 0,-2-4 0,0 0 0,0 0 0,0 0 0,0 0 0,0-1 0,0 1 0,0-1 0,0 0 0,0 0 0,1 0 0,-1 0 0,5 0 0,0 0 0,-1-1 0,1 0 0,0 0 0,-1 0 0,13-4 0,-17 4 0,-1-1 0,1 0 0,-1 0 0,1 0 0,-1 0 0,0-1 0,1 1 0,-1-1 0,0 1 0,0-1 0,0 0 0,0 0 0,0 0 0,0 0 0,-1 0 0,1-1 0,-1 1 0,1-1 0,-1 1 0,1-4 0,1 0 0,-2-1 0,1 1 0,-1 0 0,0-1 0,0 0 0,0-7 0,-2-41 0,-1 31 0,2 17 0,0 1 0,-1 0 0,1 0 0,-2 0 0,1 0 0,0 0 0,-1 0 0,-4-9 0,4 12 0,0-1 0,0 1 0,0-1 0,-1 1 0,1 0 0,-1 0 0,0 0 0,0 0 0,0 1 0,0-1 0,0 1 0,-1 0 0,-4-2 0,4 2 14,0 0-1,-1 0 0,1 0 0,-1 1 1,1 0-1,-1 0 0,0 0 1,-8 0-1,11 1-70,0 1 0,1-1 0,-1 0 0,0 1-1,0-1 1,1 1 0,-1-1 0,0 1 0,1 0 0,-1 0 0,1 0 0,-1 0-1,1 0 1,-1 0 0,1 0 0,0 1 0,-1-1 0,1 0 0,0 1 0,0-1 0,0 1-1,0 0 1,0-1 0,0 1 0,-1 3 0,-2 10-6769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1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24575,'12'12'0,"0"-1"0,1-1 0,22 15 0,9 5 0,49 39 0,-78-60-67,-10-6-95,-1-1 0,0 1-1,1 0 1,-1 1 0,0-1 0,-1 1-1,5 4 1,0 5-6664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34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3632 2479 24575,'-1'-1'0,"1"0"0,-1 0 0,1 0 0,-1 1 0,1-1 0,-1 0 0,1 0 0,-1 0 0,0 1 0,1-1 0,-1 0 0,0 1 0,0-1 0,0 0 0,1 1 0,-1-1 0,-2 0 0,-2-2 0,-25-22 0,17 13 0,-1 1 0,-1 0 0,0 2 0,0-1 0,-23-9 0,-66-25 0,15 2 0,-43-25 0,102 48 0,0 0 0,-58-26 0,61 32 0,-48-31 0,46 27 0,-113-54 0,61 34 0,-135-65 0,80 33 0,-9 10 0,57 20 0,-31-13 0,42 17 0,-96-47 0,128 60 0,-68-21 0,93 37 0,-14-5 0,-53-26 0,33 10 0,-101-34 0,125 50 0,-52-29 0,7 2 0,61 32 0,-1 1 0,0 0 0,-20-3 0,20 4 0,0-1 0,1 0 0,-1-1 0,-26-15 0,40 20 0,-21-11 0,-1-1 0,-40-16 0,41 20 0,-27-16 0,-3 0 0,-138-68 0,99 40 0,6-1 0,48 35 0,26 14 0,-17-11 0,3 0 0,15 11 0,1-1 0,0 0 0,-14-13 0,20 16 0,1 0 0,-1 0 0,1 0 0,0 0 0,0-1 0,0 1 0,0-1 0,0 1 0,1-1 0,-1 0 0,1 0 0,0 0 0,0 0 0,-1-7 0,-10-58 0,7 44 0,-4-41 0,7-22 0,-2-27 0,-4-121 0,8 208 0,0 24 0,0 1 0,0 0 0,1 0 0,-1-1 0,1 1 0,-1 0 0,1 0 0,0-1 0,1-2 0,-1 4 0,0 1 0,0 0 0,0 0 0,0-1 0,0 1 0,0 0 0,0 0 0,0 0 0,0 0 0,0 0 0,0 0 0,1 1 0,-1-1 0,0 0 0,1 1 0,-1-1 0,0 1 0,1-1 0,-1 1 0,1 0 0,1 0 0,6-1 0,0 2 0,0-1 0,0 2 0,14 3 0,16 2 0,-19-5 0,51 6 0,-24 1 0,-1-3 0,60-1 0,465-5-1365,-559 0-5461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36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24575,'693'0'0,"-673"1"0,28 6 0,9 0 0,16 0 0,11 1 0,301-8 0,-181-1 0,-200 1-170,1 0-1,0 1 0,-1-1 1,1 1-1,0 0 0,-1 1 1,7 2-1,1 2-6655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39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24575,'74'1'0,"84"-2"0,-140-1 0,-1-1 0,1-1 0,22-8 0,-22 6 0,1 0 0,34-4 0,145 8 0,-102 4 0,-21-3 0,83 2 0,-95 6 0,21 1 0,-36-9 0,-19 0 0,-1 2 0,41 5 0,-30-1-209,0-2-1,42-2 1,-61-1-528,-5 0-6089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1:16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30 24575,'-9'-1'0,"0"0"0,0-1 0,1 0 0,-18-6 0,14 3 0,-17-2 0,22 5 0,-1 1 0,1 1 0,0-1 0,0 1 0,-1 1 0,1-1 0,0 1 0,-11 4 0,14-4 0,1 0 0,0 0 0,0 1 0,0 0 0,0 0 0,1-1 0,-1 2 0,0-1 0,1 0 0,-1 1 0,1-1 0,0 1 0,-1 0 0,1 0 0,0 0 0,1 0 0,-1 0 0,0 0 0,1 1 0,-2 5 0,1-4 0,1-1 0,0 1 0,0 0 0,1 0 0,-1 0 0,1-1 0,0 1 0,0 0 0,1 0 0,-1 0 0,1 0 0,0-1 0,0 1 0,0 0 0,0-1 0,1 1 0,0-1 0,0 1 0,0-1 0,0 0 0,1 0 0,-1 0 0,1 0 0,0-1 0,0 1 0,0-1 0,1 0 0,-1 0 0,1 0 0,-1 0 0,1-1 0,6 4 0,25 10 0,-25-13 0,0 2 0,-1-1 0,16 12 0,-22-14 0,-1 0 0,1 0 0,-1 1 0,1-1 0,-1 1 0,0 0 0,0 0 0,0 0 0,0 0 0,0 0 0,-1 0 0,1 1 0,-1-1 0,0 0 0,0 1 0,1 3 0,-1-1 0,0-1 0,-1 1 0,1 0 0,-1 0 0,0-1 0,-1 9 0,1-12 0,0-1 0,0 0 0,-1 1 0,1-1 0,0 1 0,-1-1 0,0 1 0,1-1 0,-1 0 0,0 1 0,1-1 0,-1 0 0,0 0 0,0 0 0,0 0 0,0 0 0,0 0 0,0 0 0,0 0 0,0 0 0,0 0 0,-1-1 0,1 1 0,0 0 0,0-1 0,-1 1 0,1-1 0,0 0 0,-3 1 0,-14 1 0,0-1 0,-27-3 0,12 0 0,-2-1 120,32 3-269,0-1 1,0 0-1,1 0 1,-1 0-1,0 0 1,0-1-1,1 1 1,-1-1-1,-3-3 1,-3-4-6678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1:16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24575,'7'0'0,"2"3"0,1 0 0,2 5 0,-1 4 0,2 4 0,-2 2 0,0-2 0,-2-1 0,0 2 0,0 0 0,-1-3-8191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1:19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 24575,'0'489'0,"0"-488"0,-2 30 0,2-29 0,0 0 0,0 0 0,-1 0 0,1 0 0,-1 0 0,0 0 0,1 0 0,-1 0 0,0 0 0,0 0 0,-2 2 0,3-4 0,0 0 0,0 0 0,0 1 0,0-1 0,0 0 0,-1 0 0,1 0 0,0 0 0,0 0 0,0 1 0,0-1 0,-1 0 0,1 0 0,0 0 0,0 0 0,0 0 0,-1 0 0,1 0 0,0 0 0,0 0 0,0 0 0,-1 0 0,1 0 0,0 0 0,0 0 0,-1 0 0,1 0 0,0 0 0,0 0 0,0 0 0,-1 0 0,1 0 0,0 0 0,0 0 0,0-1 0,-1 1 0,1 0 0,0 0 0,0 0 0,0 0 0,0-1 0,0 1 0,-1 0 0,1 0 0,0 0 0,0 0 0,0-1 0,0 1 0,0 0 0,0 0 0,0-1 0,0 1 0,0 0 0,-1 0 0,1-1 0,-3-14 0,-1-19 0,2 0 0,3-50 0,0 33 0,-1 22 0,2 1 0,4-34 0,-4 52 0,0 0 0,1 0 0,-1 0 0,2 0 0,-1 0 0,1 1 0,1 0 0,0 0 0,8-13 0,-7 15 0,1 1 0,0-1 0,0 1 0,0 1 0,1-1 0,0 1 0,0 1 0,9-5 0,20-12 0,-31 17 0,0 0 0,1 1 0,-1 0 0,12-4 0,-16 6 0,-1 1 0,0-1 0,0 1 0,1 0 0,-1 0 0,0 0 0,1-1 0,-1 1 0,0 1 0,0-1 0,1 0 0,-1 0 0,0 0 0,1 1 0,-1-1 0,0 1 0,0-1 0,0 1 0,0 0 0,1-1 0,-1 1 0,0 0 0,0 0 0,0 0 0,0 0 0,0 0 0,-1 0 0,1 0 0,0 0 0,0 0 0,0 0 0,0 3 0,1 0 0,-1 0 0,0 0 0,0 0 0,0 1 0,0-1 0,-1 0 0,1 1 0,-1-1 0,0 0 0,-1 9 0,0-11 0,1 0 0,0 0 0,-1 0 0,1 0 0,-1 0 0,0 0 0,1 0 0,-1 0 0,0 0 0,0-1 0,0 1 0,-1 0 0,1 0 0,0-1 0,0 1 0,-1-1 0,1 0 0,-1 1 0,1-1 0,-1 0 0,1 0 0,-1 0 0,0 0 0,-2 1 0,-4 0 0,0-1 0,0 1 0,-1-2 0,1 1 0,-1-1 0,-9-1 0,-14 0 0,31 1 0,0 0 0,1 0 0,-1 0 0,0 0 0,0 0 0,0 0 0,1 0 0,-1 1 0,0-1 0,0 0 0,1 1 0,-1-1 0,-1 1 0,2-1 0,0 0 0,0 1 0,0-1 0,0 0 0,0 0 0,0 0 0,-1 1 0,1-1 0,0 0 0,0 0 0,0 1 0,0-1 0,0 0 0,0 0 0,0 1 0,0-1 0,0 0 0,0 0 0,0 1 0,0-1 0,0 0 0,0 0 0,0 1 0,0-1 0,0 0 0,0 0 0,1 1 0,-1-1 0,1 3 0,1 0 0,0-1 0,0 1 0,0-1 0,4 4 0,11 10 0,23 16 0,8 7 0,49 41 0,-5-3 0,-80-65-1365,-4 0-5461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1:2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24575,'1321'0'0,"-1294"-1"0,41-9 0,-46 7 0,7-3 0,-14 3 0,24-3 0,71-5-1365,-97 9-5461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1:25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24575,'781'0'0,"-704"8"0,-5-1 0,275-6 0,-167-2 0,-3 1-1365,-162 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1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24575,'1'17'0,"4"27"0,1 4 0,-5-16 0,2-1 0,11 58 0,-8-59 0,4 47 0,-8-57 0,34 291 0,-29-207 0,-5-57 0,4 7 0,-3-33 0,0 21 0,-3-26-1365,0-2-5461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1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24575,'178'-1'0,"196"2"0,-334 1 0,0 1 0,0 2 0,0 2 0,-1 2 0,62 23 0,-79-23 0,0 2 0,28 17 0,-35-18 0,41 29 0,-47-31 0,-1-1 0,1 1 0,-1 1 0,7 9 0,-8-9 0,-1-1 0,0 1 0,0 0 0,-1 1 0,0 0 0,-1 0 0,1 0 0,3 15 0,3 19 0,-5-27 0,-2 1 0,0-1 0,-1 1 0,2 30 0,-5-37 0,1 4 0,-1-1 0,-1 0 0,-2 19 0,2-28 0,0-1 0,-1 1 0,1-1 0,-1 0 0,1 0 0,-1 1 0,0-1 0,-1 0 0,1-1 0,-1 1 0,1 0 0,-1-1 0,0 0 0,-4 5 0,-6 3 0,0 0 0,-1-1 0,1 0 0,-2-1 0,1-1 0,-23 9 0,7-5 0,-33 20 0,-24 10 0,-116 42 0,188-78 0,1-2 0,0 0 0,-1-1 0,0 0 0,0-2 0,0 0 0,-25-2 0,-88 0 0,123 1 5,0 1 0,0 0 0,0 0-1,0 1 1,0-1 0,0 1 0,-6 4-1,-9 2-1407,9-4-5423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19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28 104 24575,'0'2'0,"0"0"0,0 0 0,1 0 0,-1-1 0,0 1 0,1 0 0,-1 0 0,1-1 0,0 1 0,0 0 0,-1-1 0,1 1 0,0-1 0,0 1 0,0-1 0,1 0 0,-1 1 0,0-1 0,0 0 0,1 0 0,-1 0 0,0 0 0,1 0 0,-1 0 0,1 0 0,-1 0 0,3 0 0,0 0 0,0 1 0,0-1 0,0 0 0,0-1 0,1 1 0,-1-1 0,0 0 0,0 0 0,8-1 0,-11 0 0,1 1 0,-1-1 0,1 0 0,-1 1 0,1-1 0,-1 0 0,0 0 0,1 0 0,-1 0 0,0 0 0,0 0 0,0-1 0,0 1 0,0 0 0,0-1 0,0 1 0,0-1 0,0 1 0,0-1 0,-1 1 0,1-1 0,-1 0 0,1 1 0,-1-1 0,1-2 0,0-3 0,0 1 0,0-1 0,-1 0 0,0 0 0,0-7 0,-1 11 0,1 0 0,-1 0 0,0 0 0,1 1 0,-1-1 0,0 0 0,0 1 0,-1-1 0,1 0 0,0 1 0,-1 0 0,0-1 0,1 1 0,-1 0 0,0 0 0,0 0 0,0 0 0,0 0 0,0 1 0,0-1 0,-1 1 0,1-1 0,-3 0 0,0 0 0,0 0 0,0 0 0,0 0 0,0 1 0,0 0 0,0 0 0,-1 1 0,1-1 0,0 1 0,-9 1 0,13 0 0,-1-1 0,1 1 0,-1-1 0,1 1 0,-1 0 0,1-1 0,-1 1 0,1 0 0,-1 0 0,1 0 0,0 0 0,0 1 0,-1-1 0,1 0 0,0 0 0,0 1 0,0-1 0,0 1 0,0-1 0,0 1 0,1-1 0,-1 1 0,0 0 0,1 0 0,-1-1 0,1 1 0,0 0 0,-1 0 0,1-1 0,0 1 0,0 0 0,0 2 0,0-1 0,0 0 0,0-1 0,1 1 0,-1-1 0,0 1 0,1-1 0,0 1 0,-1-1 0,1 1 0,0-1 0,0 0 0,0 1 0,1-1 0,-1 0 0,0 0 0,1 0 0,-1 0 0,1 0 0,0 0 0,0 0 0,-1-1 0,4 3 0,-2-3-195,0 0 0,0 0 0,0 0 0,0 0 0,0 0 0,4 0 0,5 0-6631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2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24575,'2'1'0,"0"-1"0,0 1 0,0 0 0,0-1 0,0 1 0,0 0 0,2 2 0,6 3 0,27 7 0,-1-1 0,55 8 0,-41-10 0,158 24 0,3-13 0,-83-9 0,261-2 0,-264-11 0,226 1 0,-316-2 0,56-11 0,-55 7 0,51-3 0,197 10 0,-246-4-1365,-17 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21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24575,'-9'7'0,"1"1"0,-1-1 0,1 2 0,1-1 0,-1 1 0,1 0 0,1 1 0,0 0 0,-8 16 0,7-12 0,2 1 0,0 0 0,0 0 0,1 0 0,1 1 0,-3 26 0,5-35 0,-3 49 0,4-50 0,0 0 0,1 0 0,-1 0 0,1 0 0,0 0 0,1-1 0,1 8 0,-1-10 0,-1 0 0,1-1 0,-1 1 0,1-1 0,0 1 0,0-1 0,0 0 0,0 0 0,0 0 0,1 0 0,-1 0 0,1 0 0,-1-1 0,1 1 0,-1-1 0,1 0 0,0 0 0,-1 0 0,6 1 0,1 0 0,-1-1 0,1 0 0,-1-1 0,1 0 0,12-2 0,-19 2 0,0 0 0,0 0 0,-1-1 0,1 1 0,0-1 0,-1 0 0,1 1 0,-1-1 0,1 0 0,-1 0 0,1 0 0,-1 0 0,1 0 0,-1-1 0,0 1 0,0 0 0,1-1 0,-1 1 0,0-1 0,0 0 0,0 1 0,1-3 0,0-3 0,0 1 0,0-1 0,-1 0 0,2-13 0,1-3 0,8-23 0,-7 26 0,0 0 0,-1-1 0,2-23 0,-5 14 0,-2-38 0,1 66 5,-1-1 0,1 1 0,-1 0 0,0 0 0,0 0 0,0 0 0,0 0 0,0-1 0,0 2 0,0-1 0,0 0 0,-1 0 0,1 0 0,-1 1 0,1-1 0,-1 1 0,0-1 0,0 1 0,1 0 0,-1 0 0,0 0 0,0 0 0,-3-1 0,2 0-104,0 1 0,0 0 0,0 0 0,0 0 0,-1 1 0,1-1 0,0 1 0,0 0 0,0 0 0,-1 0 0,1 1 0,0-1 0,0 1 0,-6 1 0,-1 5-6727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21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24575,'2'3'0,"3"0"0,6 7 0,4 3 0,7 3 0,2 4 0,1 1 0,6 0 0,1-2 0,-2 1 0,-2-2 0,-3-5 0,-4-2 0,-8-3 0,-12-3 0,-7-2-8191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0:22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24575,'2'0'0,"6"0"0,9 0 0,10 3 0,4 0 0,5 0 0,2 0 0,0-2 0,4 0 0,2 0 0,-3-1 0,-5 0 0,-5 0 0,-7 0 0,-5 0 0,-3 0 0,-2 0 0,-4 0-8191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01:5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24575,'5'3'0,"2"4"0,2 0 0,2-1 0,1-1 0,0 1 0,1 0 0,3 1 0,-1 0 0,1 1 0,0 0 0,0-3 0,-4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1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24575,'608'0'-1365,"-596"0"-5461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24575,'0'4'0,"0"-1"0,0 0 0,1 1 0,-1-1 0,1 0 0,0 0 0,0 1 0,0-1 0,0 0 0,0 0 0,1 0 0,-1 0 0,1 0 0,-1-1 0,1 1 0,0 0 0,0-1 0,3 3 0,3 3 0,0-1 0,1 0 0,0 0 0,0-1 0,0 0 0,1-1 0,17 6 0,23 15 0,-46-24 0,-1 0 0,1 1 0,-1 0 0,1 0 0,-1 0 0,4 5 0,-6-7 0,0 0 0,0 0 0,-1 1 0,1-1 0,0 0 0,0 1 0,-1-1 0,1 1 0,-1-1 0,1 1 0,-1-1 0,0 1 0,1 0 0,-1-1 0,0 1 0,0-1 0,0 1 0,0 0 0,0-1 0,0 1 0,-1 2 0,0 0 0,-1 0 0,0-1 0,1 0 0,-1 1 0,0-1 0,0 0 0,0 0 0,-1 0 0,-4 5 0,-29 21 0,25-20 0,-81 71-1365,81-70-5461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3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24575,'0'1662'0,"0"-1653"-92,-2 50 316,1-51-474,0-1 1,0 1-1,0-1 1,-1 0-1,-5 13 1,-2-2-6577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3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24575,'3'3'0,"3"0"0,3 7 0,2 3 0,5-1 0,-1 2 0,0-3 0,0-3 0,0-2 0,2-12 0,-2-6 0,0-2 0,-4 2-8191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4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24575,'0'0'0,"-1"0"0,1 1 0,-1-1 0,1 0 0,-1 0 0,1 1 0,0-1 0,-1 0 0,1 1 0,0-1 0,-1 1 0,1-1 0,0 0 0,-1 1 0,1-1 0,0 1 0,0-1 0,-1 1 0,1-1 0,0 1 0,0-1 0,0 1 0,-1-1 0,1 2 0,-3 15 0,3-15 0,-1 3 0,0 1 0,1-1 0,-1 1 0,2 9 0,-1-14 0,0 0 0,0 1 0,0-1 0,1 0 0,-1 1 0,1-1 0,-1 0 0,1 1 0,-1-1 0,1 0 0,-1 0 0,1 0 0,0 0 0,0 1 0,0-1 0,0 0 0,-1-1 0,1 1 0,0 0 0,1 0 0,-1 0 0,0-1 0,0 1 0,1 0 0,2 1 0,0-1 0,0 0 0,0 0 0,0 0 0,0 0 0,0-1 0,0 1 0,0-1 0,0 0 0,0-1 0,4 0 0,-6 1 0,0-1 0,-1 1 0,1-1 0,-1 0 0,1 1 0,-1-1 0,1 0 0,-1 0 0,1 0 0,-1 0 0,0 0 0,1-1 0,-1 1 0,0 0 0,0-1 0,0 1 0,0-1 0,0 1 0,0-1 0,0 1 0,0-1 0,-1 0 0,1 1 0,-1-1 0,1 0 0,-1 0 0,1 0 0,-1-2 0,0 2 0,0 0 0,1 1 0,-1-1 0,-1 1 0,1-1 0,0 1 0,0-1 0,0 0 0,-1 1 0,1-1 0,-1 1 0,1-1 0,-1 1 0,1-1 0,-1 1 0,0 0 0,0-1 0,0 1 0,0 0 0,1 0 0,-1 0 0,-1 0 0,1 0 0,0 0 0,0 0 0,0 0 0,0 0 0,-1 0 0,-1 0 0,-1-1 0,-1 0 0,1 1 0,-1 0 0,1 0 0,0 1 0,-1-1 0,-8 1 0,11 0-10,5-1-386,-1 0-563,6-1-5867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4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24575,'0'3'0,"0"6"0,0 8 0,3 6 0,0 7 0,3 2 0,0 4 0,-1 1 0,-2-1 0,0-2 0,-2-6 0,2-1 0,3-2 0,1-3 0,-5-6 0,-3-4 0,-3-6-8191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5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24575,'0'11'0,"0"10"0,0 6 0,5 7 0,4 0 0,3-2 0,5-4 0,2-7 0,2-7 0,1-6 0,-2-7 0,-3-3-8191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5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24575,'3'0'0,"0"3"0,0 6 0,0 2-8191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5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24575,'3'0'0,"3"0"0,3 0 0,5 0 0,3 0 0,-2 3 0,-1 1 0,-2-1-8191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 24575,'17'-1'0,"-11"0"0,0 1 0,0 0 0,1 1 0,-1-1 0,11 4 0,-16-4 0,0 0 0,-1 0 0,1 0 0,-1 1 0,1-1 0,0 0 0,-1 0 0,1 1 0,-1-1 0,1 0 0,0 1 0,-1-1 0,1 0 0,-1 1 0,1-1 0,-1 1 0,0-1 0,1 1 0,-1 0 0,1-1 0,-1 1 0,0-1 0,1 1 0,-1 0 0,0-1 0,0 1 0,1 0 0,-1-1 0,0 1 0,0 0 0,0-1 0,0 1 0,0 0 0,0 0 0,0-1 0,0 1 0,0 0 0,0-1 0,0 1 0,0 0 0,-1-1 0,1 1 0,0 0 0,0-1 0,-1 1 0,1 0 0,0-1 0,-1 2 0,-2 1 0,1 1 0,0-1 0,-1 0 0,1 0 0,-1-1 0,0 1 0,-4 2 0,-5 4 0,-21 19 0,30-24 0,-1-1 0,1 1 0,0 0 0,0 0 0,0 1 0,0-1 0,1 1 0,0-1 0,-3 9 0,4-12 0,1 0 0,0 0 0,-1 0 0,1 0 0,0 0 0,0 0 0,-1 0 0,1 0 0,0 0 0,0 0 0,0 0 0,0 0 0,1 1 0,-1-1 0,0 0 0,0 0 0,0 0 0,1 0 0,-1 0 0,1 0 0,-1 0 0,0 0 0,1 0 0,0 0 0,-1-1 0,1 1 0,-1 0 0,1 0 0,0 0 0,0-1 0,-1 1 0,1 0 0,0-1 0,0 1 0,0-1 0,0 1 0,0-1 0,-1 1 0,1-1 0,0 0 0,1 1 0,5 0 0,0 1 0,0-1 0,-1-1 0,13 0 0,-13 0 0,34-1-1365,-24 0-5461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6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24575,'5'0'0,"4"0"0,4 0 0,1 0 0,1 0 0,3 0 0,4-3 0,-3-3 0,-1-2 0,-4 2-8191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6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24575,'3'0'0,"5"0"0,4 0 0,3 0 0,1 0 0,0-3 0,-2-1-8191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7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24575,'0'6'0,"0"7"0,3 9 0,0 5 0,5 5 0,1 4 0,0-3 0,-3-3 0,-2-5 0,-1-3 0,-2 3 0,-1-1 0,0 3 0,0-2 0,-1-5-8191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7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24575,'-2'0'0,"1"0"0,6 0 0,10 0 0,5 0 0,3 6 0,4 1 0,-3 3 0,-1 2 0,-4 2 0,-6 1 0,-4 2 0,-4 5 0,-3 5 0,-2 0 0,-1-3-8191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8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24575,'-1'9'0,"2"15"0,0-23 0,-1 0 0,0 1 0,1-1 0,-1 0 0,0 0 0,1 0 0,-1 0 0,1 0 0,0 0 0,-1 0 0,1 0 0,0 0 0,-1 0 0,1 0 0,0 0 0,0 0 0,1 0 0,2 2 0,0-1 0,1 0 0,-1-1 0,1 1 0,-1-1 0,1 0 0,-1 0 0,6 0 0,37 1 0,-43-3 0,0 1 0,-1 0 0,1-1 0,0 0 0,-1 0 0,1 0 0,0-1 0,-1 1 0,7-5 0,-9 6 0,0-1 0,1 0 0,-1 0 0,0 0 0,0-1 0,0 1 0,0 0 0,0 0 0,0-1 0,0 1 0,0-1 0,-1 1 0,1-1 0,0 1 0,-1-1 0,1 1 0,-1-1 0,0 1 0,1-1 0,-1 0 0,0 1 0,0-1 0,0 0 0,0 1 0,0-1 0,0 0 0,-1-1 0,1 1 0,0 1 0,-1 0 0,1 0 0,0-1 0,-1 1 0,0 0 0,1 0 0,-1 0 0,1 0 0,-1 0 0,0 0 0,0 0 0,1 0 0,-1 0 0,0 0 0,0 1 0,0-1 0,0 0 0,0 1 0,0-1 0,0 1 0,0-1 0,0 1 0,0-1 0,-1 1 0,-1-1 0,-2 1 0,-1-1 0,0 1 0,0-1 0,-6 2 0,9-1 0,-12 2-682,-24 4-1,17 0-6143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8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24575,'3'3'0,"2"3"0,4 2 0,5-2 0,6-1 0,6-2 0,6-1 0,1-1 0,-6 2 0,-7 1-8191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09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24575,'0'1'0,"0"0"0,1-1 0,-1 1 0,0-1 0,1 1 0,-1 0 0,1-1 0,-1 1 0,1-1 0,-1 0 0,1 1 0,-1-1 0,1 1 0,-1-1 0,1 0 0,-1 1 0,1-1 0,-1 0 0,1 0 0,0 0 0,-1 1 0,2-1 0,1 1 0,1 0 0,0 1 0,0 0 0,0 0 0,0 0 0,-1 1 0,1-1 0,3 5 0,-6-6 0,0-1 0,-1 1 0,1 0 0,-1-1 0,1 1 0,-1 0 0,1 0 0,-1 0 0,1 0 0,-1 0 0,0 0 0,1 0 0,-1-1 0,0 1 0,0 0 0,0 0 0,0 1 0,0 0 0,0-1 0,0 0 0,-1 0 0,1 0 0,0 0 0,-1 0 0,1 1 0,-1-1 0,1 0 0,-1 0 0,0 0 0,1 0 0,-1-1 0,0 1 0,1 0 0,-1 0 0,-2 1 0,0 0 0,0 0 0,1 0 0,-2-1 0,1 1 0,0-1 0,0 0 0,0 0 0,0 0 0,-1-1 0,1 1 0,-5-1 0,2 1 0,1 0 0,0 0 0,-7 2 0,12-3 0,-1 0 0,1 0 0,-1 0 0,1 1 0,-1-1 0,1 0 0,-1 0 0,1 0 0,-1 1 0,1-1 0,0 0 0,-1 1 0,1-1 0,0 0 0,-1 1 0,1-1 0,0 1 0,-1-1 0,1 0 0,0 1 0,-1-1 0,1 1 0,0-1 0,0 1 0,0-1 0,0 1 0,-1-1 0,1 1 0,0 0 0,0-1 0,0 1 0,0-1 0,0 1 0,0-1 0,0 1 0,0-1 0,0 1 0,0-1 0,1 1 0,-1-1 0,0 1 0,0-1 0,0 1 0,1-1 0,-1 1 0,0-1 0,0 1 0,1-1 0,-1 1 0,0-1 0,1 1 0,1 1 0,0 1 0,0-1 0,1 1 0,-1-1 0,0 0 0,1 0 0,3 2 0,2 0 11,0-1 0,0 0 0,0 0-1,0-1 1,1 0 0,15 1 0,53-3-566,-54-1-331,0 1-5940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0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24575,'58'-1'0,"64"2"0,-119-1 0,-1 1 0,1-1 0,-1 1 0,1 0 0,-1-1 0,1 1 0,-1 0 0,0 1 0,1-1 0,-1 0 0,0 1 0,4 3 0,-5-5 0,0 1 0,-1 0 0,1 0 0,0 0 0,-1 0 0,1 0 0,-1-1 0,1 1 0,-1 0 0,1 0 0,-1 1 0,0-1 0,1 0 0,-1 0 0,0 0 0,0 0 0,0 0 0,0 0 0,0 0 0,0 0 0,0 1 0,0-1 0,0 0 0,0 0 0,0 0 0,-1 0 0,1 0 0,0 0 0,-1 0 0,1 0 0,-1 0 0,1 0 0,-1 0 0,1 0 0,-2 1 0,0 1 0,-1 0 0,0 1 0,-1-1 0,1-1 0,0 1 0,-1 0 0,1-1 0,-7 3 0,-8 6 0,-13 14-682,-47 46-1,65-58-6143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0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24575,'3'0'0,"5"3"0,5 3 0,6 4 0,1 3 0,-3 2 0,-4-2-8191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0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24575,'8'0'0,"7"0"0,8 0 0,14 0 0,7 0 0,2 0 0,0 0 0,-3 0 0,0 0 0,-6 0 0,-9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24575,'0'6'0,"0"4"0,0 4 0,0 1 0,0 2 0,0 1 0,0-1 0,0-2-8191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1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24575,'0'1'0,"0"14"0,0 1 0,1-1 0,1 1 0,3 18 0,-4-31 0,0 1 0,0-1 0,0 1 0,1-1 0,-1 1 0,1-1 0,-1 0 0,1 0 0,0 0 0,0 0 0,0 0 0,1 0 0,-1-1 0,1 1 0,-1-1 0,1 0 0,0 0 0,0 0 0,-1 0 0,1 0 0,1-1 0,-1 1 0,4 0 0,-4-1 0,0 0 0,1 0 0,-1 0 0,0-1 0,1 0 0,-1 0 0,0 0 0,1 0 0,-1-1 0,0 1 0,7-3 0,-9 2 0,1 1 0,-1-1 0,0 0 0,1 0 0,-1 0 0,0 0 0,0 0 0,1 0 0,-1 0 0,0-1 0,0 1 0,0 0 0,-1-1 0,1 1 0,0-1 0,0 1 0,-1-1 0,1 1 0,-1-1 0,1 0 0,-1 1 0,1-1 0,-1 0 0,0 1 0,0-1 0,0 0 0,0 1 0,0-3 0,0 1 0,-1 1 0,1-1 0,-1 0 0,1 1 0,-1-1 0,0 1 0,0-1 0,0 1 0,0 0 0,0-1 0,0 1 0,-1 0 0,1 0 0,-1 0 0,-3-4 0,-6-9 0,11 14 0,0 1 0,-1 0 0,1-1 0,0 1 0,0-1 0,0 1 0,0-1 0,0 1 0,0-1 0,0 1 0,0 0 0,0-1 0,0 1 0,0-1 0,0 1 0,0-1 0,0 1 0,0-1 0,0 1 0,0-1 0,1 1 0,-1 0 0,0-1 0,0 1 0,0-1 0,1 1 0,-1 0 0,0-1 0,0 1 0,1 0 0,-1-1 0,0 1 0,1 0 0,-1 0 0,0-1 0,1 1 0,-1 0 0,1 0 0,-1 0 0,0-1 0,2 1 0,20-8 0,-17 6 0,19-5 0,49-7 0,-71 13 0,12-2-1365,-3 0-5461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2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24575,'0'778'0,"0"-776"-47,0 3-85,0 0 0,0-1 1,0 1-1,1 0 0,-1 0 0,1-1 0,0 1 1,0-1-1,4 9 0,1-2-6694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2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24575,'0'9'0,"0"10"0,0 6 0,0 6 0,3 3 0,0 0 0,0-4 0,0-5 0,-1-5-8191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3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0 24575,'3'0'0,"2"0"0,4 0 0,3 0 0,1 0 0,2 3 0,-2 3 0,-4 4 0,-3 6 0,-9 5 0,-8 3 0,-7 2 0,-2 2 0,-3 2 0,-3-1 0,1 0 0,4-5-8191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3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24575,'5'0'0,"9"-3"0,10-1 0,11-2 0,4-4 0,1-2 0,-2-2 0,-7-1 0,-6-2 0,-8-5 0,-6-2 0,2-6 0,-1 3-8191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24575,'0'3'0,"0"9"0,0 11 0,0 7 0,0 10 0,0 0 0,0-3 0,-5 0 0,-1-14 0,-1-12-8191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3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24575,'0'909'-1365,"0"-898"-5461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5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24575,'0'5'0,"1"0"0,0 0 0,0 0 0,0-1 0,1 1 0,-1-1 0,1 1 0,0-1 0,0 1 0,1-1 0,-1 0 0,1 0 0,4 5 0,-6-9 0,-1 1 0,1-1 0,0 0 0,-1 1 0,1-1 0,0 0 0,0 0 0,-1 1 0,1-1 0,0 0 0,0 0 0,-1 0 0,1 0 0,0 0 0,0 0 0,-1 0 0,1 0 0,0-1 0,-1 1 0,1 0 0,0 0 0,1-1 0,17-11 0,-10 6 0,-3 2 0,-1 1 0,1 1 0,1 0 0,-1 0 0,0 0 0,0 1 0,1-1 0,-1 2 0,12-1 0,-17 1 0,0 0 0,0 1 0,1-1 0,-1 0 0,0 1 0,0-1 0,0 1 0,0-1 0,0 1 0,0-1 0,0 1 0,0 0 0,0 0 0,0-1 0,0 1 0,0 0 0,0 0 0,0 0 0,0 2 0,0-3 0,-1 1 0,0 0 0,1 0 0,-1 0 0,0-1 0,0 1 0,1 0 0,-1 0 0,0 0 0,0 0 0,0 0 0,0-1 0,0 1 0,0 0 0,0 0 0,0 0 0,0 0 0,-1 0 0,1 0 0,0-1 0,0 1 0,-1 0 0,1 0 0,0 0 0,-1-1 0,1 1 0,-1 0 0,1 0 0,-2 0 0,0 2 0,0-1 0,-1 0 0,1 0 0,-1-1 0,1 1 0,-1 0 0,0-1 0,1 0 0,-1 0 0,0 0 0,0 0 0,0 0 0,-3 0 0,-2 0 0,-1 0 0,1-1 0,-11-1 0,9-1 0,15-1 0,16-1 0,-12 3 0,27 0 0,-34 1 0,1 0 0,0 1 0,0-1 0,-1 1 0,1 0 0,0-1 0,-1 1 0,1 1 0,0-1 0,2 2 0,-4-2 0,-1-1 0,1 1 0,0-1 0,-1 1 0,1 0 0,0 0 0,-1-1 0,1 1 0,-1 0 0,1 0 0,-1 0 0,1 0 0,-1 0 0,1 0 0,-1-1 0,0 1 0,0 0 0,1 0 0,-1 0 0,0 0 0,0 0 0,0 1 0,0-1 0,0 0 0,0 0 0,0 0 0,0 0 0,0 0 0,-1 0 0,1 0 0,0 0 0,-1-1 0,1 2 0,-3 3 0,1 0 0,0-1 0,-1 1 0,0-1 0,-4 5 0,-3 3 0,-1 0 0,0-1 0,-22 17 0,-42 23 0,20-14 0,33-18 0,21-19 0,1 0 0,0 1 0,-1-1 0,1 1 0,0-1 0,-1 1 0,1-1 0,0 1 0,-1-1 0,1 1 0,0-1 0,0 1 0,0 0 0,-1-1 0,1 1 0,0-1 0,0 1 0,0-1 0,0 1 0,0 0 0,0 0 0,0-1 0,1 1 0,-1-1 0,0 1 0,0-1 0,0 0 0,1 1 0,-1-1 0,0 1 0,1-1 0,-1 0 0,0 1 0,1-1 0,-1 0 0,0 0 0,1 1 0,-1-1 0,1 0 0,-1 0 0,4 1 0,-1 0 0,0 0 0,0 0 0,6 0 0,93 0 0,-73-2 0,5-1-682,58-13-1,-55 7-6143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5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24575,'3'1'0,"0"-1"0,0 1 0,0 0 0,0 0 0,0 0 0,-1 0 0,1 1 0,0-1 0,-1 1 0,1 0 0,-1 0 0,1 0 0,-1 0 0,4 4 0,-5-4 0,0 0 0,0-1 0,1 1 0,-1 0 0,0 0 0,0 0 0,-1 0 0,1 0 0,0 0 0,0 3 0,0-4 0,-1 0 0,0 1 0,0-1 0,0 0 0,0 0 0,0 0 0,0 0 0,-1 0 0,1 1 0,0-1 0,0 0 0,-1 0 0,1 0 0,-1 0 0,1 0 0,-1 0 0,1 0 0,-1 0 0,1 0 0,-2 1 0,-3 2 0,1 0 0,-1-1 0,0 1 0,0-1 0,0 0 0,0-1 0,-7 3 0,3-1 0,0 0 0,-9 7 0,16-9 0,0-1 0,0 1 0,0-1 0,0 1 0,0 0 0,1 0 0,-1 0 0,1 0 0,-1 0 0,1 0 0,0 0 0,0 1 0,-2 2 0,3-4 0,0 0 0,0 0 0,-1-1 0,1 1 0,0 0 0,0 0 0,0-1 0,0 1 0,0 0 0,0-1 0,0 1 0,0 0 0,1 0 0,-1-1 0,0 1 0,0 0 0,0 0 0,1-1 0,-1 1 0,0-1 0,1 1 0,-1 0 0,1-1 0,-1 1 0,0-1 0,1 1 0,-1-1 0,1 1 0,-1-1 0,1 1 0,0-1 0,-1 1 0,1-1 0,-1 0 0,1 1 0,0-1 0,-1 0 0,2 0 0,2 2 0,1-1 0,0 1 0,-1-1 0,6 0 0,-8-1 0,15 2-227,0-1-1,0 0 1,0-1-1,0-1 1,18-4-1,-22 1-6598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6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24575,'0'51'0,"-5"225"0,-1-181 0,-13 289 0,19-372 0,-1-2 0,1 1 0,0 0 0,3 17 0,-2-26 0,-1 1 0,1-1 0,-1 0 0,1 0 0,0 1 0,-1-1 0,1 0 0,0 0 0,0 0 0,1 0 0,-1-1 0,0 1 0,0 0 0,1 0 0,-1-1 0,1 1 0,0-1 0,-1 1 0,1-1 0,0 0 0,0 0 0,3 2 0,2-1-134,1-1 0,-1 1-1,1-1 1,0-1 0,13 0-1,-15 0-424,36-2-6267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7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24575,'52'-1'0,"58"2"0,-109-1 0,1 0 0,-1 0 0,0 1 0,1-1 0,-1 0 0,0 0 0,1 1 0,-1-1 0,0 1 0,1-1 0,-1 1 0,0 0 0,0 0 0,0-1 0,0 1 0,0 0 0,0 0 0,0 0 0,2 2 0,-3-2 0,0-1 0,0 1 0,1 0 0,-1-1 0,0 1 0,0 0 0,0-1 0,0 1 0,0 0 0,0-1 0,0 1 0,0 0 0,0 0 0,0-1 0,0 1 0,0 1 0,-1 0 0,1 0 0,-1-1 0,0 1 0,0 0 0,0-1 0,0 1 0,0-1 0,-2 3 0,-18 19 0,-40 33 0,27-26 0,-31 28-1365,38-34-5461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24575,'0'9'0,"0"10"0,3 14 0,0 15 0,3 10 0,0 4 0,1 2 0,0-1 0,-1 0 0,3-3 0,0-5 0,1-8 0,-1-5 0,0-7 0,-1-13 0,-2-15 0,-2-9-8191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8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24575,'6'7'0,"-1"0"0,7 12 0,3 5 0,-10-19 0,0 1 0,0-1 0,0-1 0,0 1 0,1-1 0,0 0 0,-1 0 0,1-1 0,1 0 0,-1 0 0,0 0 0,1-1 0,-1 0 0,11 1 0,8 0 0,-1-1 0,41-2 0,-44-1 0,68-1-1365,-79 2-5461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8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24575,'8'0'0,"4"0"0,11 0 0,4 0 0,5 0 0,1 0 0,4 0 0,4 0 0,2 0 0,-3 0 0,-2 0 0,-6 0 0,-5 0 0,-6 0 0,-5 0-8191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39 24575,'-1'16'0,"1"-4"0,0 0 0,0 0 0,1 0 0,5 22 0,-5-31 0,-1 0 0,1 0 0,0-1 0,1 1 0,-1 0 0,0-1 0,1 1 0,-1-1 0,1 1 0,-1-1 0,1 0 0,0 0 0,0 0 0,0 0 0,0 0 0,1-1 0,-1 1 0,0 0 0,1-1 0,-1 0 0,0 0 0,1 0 0,0 0 0,-1 0 0,4 0 0,-2 0 0,0 0 0,0-1 0,1 1 0,-1-1 0,0 0 0,0-1 0,0 1 0,0-1 0,1 0 0,-1 0 0,4-2 0,-6 2 0,1 0 0,-1-1 0,0 1 0,0-1 0,0 1 0,0-1 0,0 0 0,0 0 0,-1 0 0,1 0 0,-1-1 0,1 1 0,-1 0 0,1-1 0,-1 1 0,0-1 0,0 0 0,0 1 0,0-6 0,1 1 0,-1 0 0,0 0 0,0-1 0,0 1 0,-1 0 0,0-1 0,-2-11 0,2 16 0,0 0 0,-1 0 0,0 0 0,0 0 0,0 0 0,0 0 0,0 0 0,0 1 0,0-1 0,-1 1 0,0-1 0,1 1 0,-1-1 0,0 1 0,0 0 0,0 0 0,0 0 0,0 0 0,0 0 0,-1 1 0,-2-2 0,-3 0 0,0 0 0,0 1 0,-1 0 0,1 1 0,0 0 0,-1 1 0,1-1 0,0 2 0,-15 2 0,19-3 15,1 1 0,-1 0 0,1 0 0,-1 1 0,1-1 0,0 1 0,-3 2 0,5-4-54,0 0 0,0 1 0,1-1 0,-1 1 0,0-1 0,1 1-1,-1-1 1,1 1 0,-1-1 0,1 1 0,-1 0 0,1-1 0,-1 1 0,1 0 0,-1 0 0,1-1 0,0 1 0,-1 0-1,1 0 1,0 0 0,0-1 0,-1 1 0,1 0 0,0 0 0,0 0 0,0 0 0,0-1 0,0 1 0,0 0 0,0 0 0,0 0-1,1 0 1,-1 0 0,0-1 0,0 1 0,0 0 0,1 1 0,4 5-6787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19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24575,'3'0'0,"3"0"0,5 0 0,4 0 0,7 0 0,1 0 0,3 0 0,-1 0 0,1 0 0,-3 0 0,1 0 0,1 0 0,-1 0 0,-3 0 0,-1 0 0,-5 0-8191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2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24575,'5'0'0,"7"0"0,8 0 0,4 0 0,6 0 0,6 0 0,4 0 0,1 0 0,5 0 0,-1 0 0,-1 0 0,-5 0 0,-7 3 0,-8 1-8191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20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24575,'10'9'0,"0"0"0,0 0 0,0-2 0,23 13 0,-7-4 0,123 75 0,-144-88 0,0 1 0,0-1 0,0 1 0,0 0 0,0 0 0,7 10 0,-11-13 0,0 0 0,0 1 0,0-1 0,-1 0 0,1 1 0,0-1 0,0 1 0,-1 0 0,1-1 0,-1 1 0,1-1 0,-1 1 0,0 0 0,0 0 0,0-1 0,1 1 0,-1 0 0,-1-1 0,1 1 0,0 0 0,0-1 0,0 1 0,-1 0 0,1-1 0,-1 1 0,1 0 0,-1-1 0,0 1 0,0-1 0,1 1 0,-3 1 0,-1 3 0,-1 0 0,0-1 0,0 1 0,-1-1 0,-10 7 0,-36 20 0,17-11 0,-14 13 0,-60 53 0,99-78-341,2-1 0,-1 1-1,-8 13 1,6-5-6485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22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 24575,'-22'0'0,"9"-1"0,0 1 0,0 1 0,-24 4 0,33-4 0,1 0 0,0 0 0,0 0 0,-1 1 0,1-1 0,0 1 0,0 0 0,0 0 0,1 0 0,-1 0 0,0 1 0,1-1 0,-1 1 0,1 0 0,0 0 0,0 0 0,0 0 0,0 0 0,-2 6 0,1-2 0,1-1 0,0 1 0,0 0 0,1 0 0,0 0 0,0 0 0,0 0 0,1 12 0,0-15 0,1 0 0,-1 0 0,1 0 0,-1 0 0,1 1 0,0-1 0,0-1 0,1 1 0,-1 0 0,1 0 0,0 0 0,0-1 0,0 1 0,0-1 0,5 5 0,2 1 0,1-1 0,1-1 0,-1 0 0,1 0 0,0-1 0,0-1 0,15 5 0,34 19 0,-56-27 0,0 1 0,0 0 0,0 0 0,0 0 0,0 1 0,-1-1 0,1 1 0,-1 0 0,0 0 0,0 0 0,0 1 0,-1-1 0,1 1 0,-1 0 0,0 0 0,0 0 0,-1 0 0,1 0 0,-1 0 0,0 0 0,0 0 0,-1 1 0,1-1 0,-1 0 0,0 1 0,-1 8 0,0-12 0,1-1 0,-1 1 0,1 0 0,-1-1 0,1 1 0,-1 0 0,0-1 0,0 1 0,1-1 0,-1 0 0,0 1 0,0-1 0,-1 0 0,1 1 0,0-1 0,0 0 0,0 0 0,-1 0 0,1 0 0,0 0 0,-1-1 0,1 1 0,-1 0 0,1-1 0,-1 1 0,1-1 0,-4 1 0,-4 0 0,-1 1 0,1-2 0,-15 0 0,15 0 0,-11 0 0,4 1 0,1-2 0,0 0 0,-23-4 0,36 4-57,0 1 0,-1-1 1,1 0-1,0 0 0,0 0 0,0 0 0,0-1 0,0 1 0,0-1 0,0 1 0,0-1 1,0 0-1,1 0 0,-1 0 0,1 0 0,-1 0 0,1 0 0,-1 0 0,1 0 1,0-1-1,0 1 0,0 0 0,-1-5 0,0-7-6769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22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24575,'3'0'0,"5"0"0,7 0 0,5 0 0,5 0 0,3 0 0,-1 0 0,-2 0 0,-1 0 0,-1 0 0,-3 0 0,1 0 0,-1 0 0,-4-3 0,-2-3 0,-4-2-8191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24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46 24575,'0'0'0,"0"0"0,1 1 0,-1-1 0,1 0 0,-1 0 0,1 0 0,-1 1 0,0-1 0,1 0 0,-1 0 0,0 1 0,1-1 0,-1 0 0,0 1 0,1-1 0,-1 0 0,0 1 0,1-1 0,-1 1 0,0-1 0,0 0 0,0 1 0,1-1 0,-1 1 0,0-1 0,0 1 0,0 0 0,3 16 0,-3-14 0,3 41 0,-1 0 0,-6 69 0,1-79 0,-8 39 0,9-59 0,-2 0 0,0 0 0,0-1 0,-1 0 0,-9 17 0,14-29 0,-1 0 0,1 0 0,-1-1 0,1 1 0,-1 0 0,1 0 0,-1 0 0,0-1 0,1 1 0,-1 0 0,0-1 0,-1 1 0,2 0 0,0-1 0,0 0 0,-1 0 0,1 0 0,0 0 0,0 0 0,-1 0 0,1 0 0,0 0 0,0 0 0,-1 0 0,1 0 0,0 0 0,0 0 0,-1-1 0,1 1 0,0 0 0,0 0 0,0 0 0,-1 0 0,1 0 0,0 0 0,0-1 0,0 1 0,-1 0 0,1 0 0,0 0 0,0-1 0,-2-1 0,1 0 0,0-1 0,1 1 0,-1-1 0,0 1 0,1 0 0,-1-1 0,0-3 0,-2-25 0,1-1 0,1 1 0,2-1 0,1 0 0,7-44 0,10-11 0,-16 78 0,0 0 0,0 1 0,1-1 0,0 1 0,0 0 0,1 0 0,6-9 0,4-3 0,-11 14 0,1 0 0,-1 0 0,1 0 0,11-8 0,-15 12 0,1 1 0,0 0 0,-1 0 0,1 0 0,0 0 0,0 1 0,0-1 0,0 0 0,0 1 0,0 0 0,0-1 0,0 1 0,0 0 0,0 0 0,0 0 0,0 1 0,0-1 0,0 0 0,0 1 0,0 0 0,3 0 0,-3 1 0,1-1 0,-1 1 0,1 0 0,-1-1 0,0 1 0,1 0 0,-1 1 0,0-1 0,0 0 0,0 1 0,-1-1 0,1 1 0,0-1 0,1 5 0,2 4 0,-1 1 0,5 16 0,-5-12 0,-3-15 0,4 16 0,4 18 0,-8-29 0,-1 1 0,1-1 0,-1 0 0,0 1 0,0-1 0,-1 10 0,-1-4 0,0-1 0,1 1 0,1-1 0,-1 1 0,3 13 0,-1-19 0,0-1 0,0 1 0,0-1 0,1 1 0,0-1 0,0 0 0,0 0 0,1 0 0,-1 0 0,1 0 0,0-1 0,7 8 0,3 1 0,0-1 0,1 0 0,0-1 0,27 15 0,23 17 0,-16-4-1365,-36-28-5461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3:2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1:34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24575,'0'-1'0,"0"-1"0,1 1 0,-1 0 0,1 0 0,-1 0 0,1 0 0,-1 0 0,1 0 0,0 0 0,-1 0 0,1 0 0,0 0 0,0 0 0,0 0 0,-1 1 0,1-1 0,0 0 0,0 1 0,0-1 0,0 0 0,1 1 0,-1-1 0,0 1 0,0 0 0,0-1 0,0 1 0,2 0 0,36-7 0,-37 6 0,325-4 0,-197 7 0,293-2-1365,-395 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1:35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24575,'0'2'0,"0"0"0,1 0 0,-1 0 0,1 1 0,0-1 0,0 0 0,-1 0 0,1 0 0,1 0 0,-1 0 0,0-1 0,0 1 0,1 0 0,-1-1 0,1 1 0,0 0 0,-1-1 0,5 3 0,38 21 0,-35-20 0,1 0 0,-1 0 0,0 1 0,0 0 0,-1 0 0,1 1 0,-1 0 0,-1 0 0,1 1 0,-1 0 0,6 11 0,-11-16 0,0 1 0,0 0 0,0 0 0,0 0 0,-1 0 0,0 0 0,0 0 0,0 0 0,0 0 0,-1 1 0,0-1 0,0 0 0,0 0 0,0 1 0,-1-1 0,1 0 0,-1 0 0,0 1 0,0-1 0,-1 0 0,1 0 0,-1-1 0,0 1 0,0 0 0,0 0 0,-1-1 0,1 1 0,-4 3 0,-6 5 0,0-1 0,-1 0 0,0-1 0,0 0 0,-1-1 0,-26 13 0,-25 16 0,55-30-341,0 0 0,0 0-1,-8 10 1,0 2-6485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2839 1 24575,'-21'0'0,"9"0"0,-1-1 0,1 2 0,0 0 0,0 1 0,-16 4 0,-6 6 0,1 2 0,-35 20 0,-1-3 0,51-24 0,-1 1 0,-30 19 0,42-23 0,0-1 0,1 1 0,-1-1 0,-10 2 0,7-2 0,-13 7 0,-2 2 0,-91 45 0,10-4 0,18-8 0,42-23 0,16-7 0,-58 20 0,44-22 0,-54 26 0,73-28 0,-51 13 0,-29-1 0,66-15 0,10-1 0,-40 17 0,-15 4 0,82-27 0,-111 31 0,62-14 0,-99 18 0,94-27 0,-72 21 0,-12 9 0,66-20 0,-56 26 0,99-34 0,16-6 0,-33 6 0,30-8 0,-22 7 0,11 0 0,0-2 0,-39 5 0,67-13 0,-16 2 0,0 1 0,1 0 0,-27 10 0,38-12 0,1 1 0,0 0 0,0 0 0,0 0 0,1 1 0,-1 0 0,0 0 0,1 0 0,0 0 0,0 0 0,-1 1 0,2-1 0,-1 1 0,0 0 0,1 0 0,-1 0 0,1 0 0,0 1 0,-1 4 0,1-1 0,0 1 0,0-1 0,1 0 0,0 15 0,2 35 0,0-25 0,0 3 0,-1 105 0,-4-111 0,3-24 0,0 0 0,0 0 0,1 0 0,-1 0 0,2 9 0,-1-13 0,1-1 0,-1 1 0,1-1 0,-1 1 0,1-1 0,0 1 0,-1-1 0,1 0 0,0 1 0,0-1 0,0 0 0,0 0 0,0 0 0,0 0 0,1 0 0,-1 0 0,0 0 0,0 0 0,1 0 0,-1-1 0,0 1 0,1 0 0,-1-1 0,3 1 0,4 1 0,-1 0 0,1-1 0,10 1 0,-16-2 0,154 2 0,-78-4 0,-64 2 0,27 0 0,73 9 0,-30 6 0,-50-10 87,9 2-1539,-30-4-5374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24575,'7'0'0,"-1"1"0,1-1 0,0 1 0,-1 0 0,1 1 0,-1 0 0,1 0 0,-1 0 0,0 1 0,0 0 0,0 1 0,0-1 0,6 6 0,25 22 0,-16-13 0,-13-12 0,0 0 0,11 5 0,9 5 0,18 17 0,45 35 0,-87-65-195,1 1 0,-1-1 0,1 1 0,0-1 0,0-1 0,5 3 0,1-1-6631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24575,'9'1'0,"0"0"0,15 3 0,3 2 0,120-3-47,-95-3-1271,-40 0-5508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24575,'0'-1'0,"0"1"0,0-1 0,1 1 0,-1-1 0,0 1 0,0-1 0,0 1 0,1-1 0,-1 1 0,0 0 0,1-1 0,-1 1 0,0-1 0,1 1 0,-1 0 0,1-1 0,-1 1 0,0 0 0,1-1 0,-1 1 0,1 0 0,-1 0 0,1 0 0,-1-1 0,1 1 0,-1 0 0,1 0 0,16-3 0,-15 3 0,6-1 0,0 1 0,0 1 0,1 0 0,-1 0 0,14 4 0,-2 1 0,21 11 0,-24-8 0,0 1 0,-2 1 0,1 0 0,18 19 0,-30-26 0,0 0 0,0 1 0,-1 0 0,0 0 0,0 0 0,0 0 0,-1 1 0,1-1 0,2 11 0,5 10 0,2 0 0,12 43 0,-19-54 0,-2 1 0,0-1 0,0 1 0,0 23 0,-5 87 0,1-119 0,0 0 0,0-1 0,-1 1 0,0-1 0,0 1 0,-1-1 0,1 0 0,-1 0 0,-1 0 0,1-1 0,-1 1 0,1-1 0,-1 0 0,-1 0 0,1 0 0,-1 0 0,0-1 0,0 0 0,0 0 0,0-1 0,0 1 0,-1-1 0,0 0 0,-5 1 0,-59 19 0,0 0 0,31-10 0,38-12 0,5 0 0,9-1 0,468-1 0,-464 0 0,0 0 0,0-1 0,0 0 0,-1-2 0,1 0 0,-1-1 0,32-15 0,-24 7 0,-7 5 0,-1 0 0,34-11 0,-41 17 0,0 0 0,-1-1 0,1 0 0,-1-1 0,1 0 0,-1 0 0,0-1 0,-1 0 0,1-1 0,8-8 0,-10 8 0,1-1 0,-1 0 0,-1 0 0,1 0 0,-1-1 0,-1 0 0,1 0 0,-1 0 0,0-1 0,3-11 0,1-6 0,-1-1 0,-2-1 0,6-54 0,-10 72 0,-2-1 0,1 1 0,-1 0 0,0 0 0,-6-21 0,5 25 0,0-1 0,0 1 0,-1 0 0,0 0 0,-1 0 0,1 0 0,-1 0 0,0 1 0,-9-10 0,5 8 0,0 0 0,-1 1 0,0 0 0,0 1 0,-1 0 0,-13-5 0,5 2 0,-38-15 0,-64-17 0,30 12 0,51 18 0,0 1 0,-63-5 0,28 5 0,11 3-147,-88 3-1,104 4-922,29-1-5756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24575,'2'0'0,"0"1"0,0-1 0,0 1 0,0 0 0,0-1 0,0 1 0,0 0 0,-1 0 0,4 2 0,5 3 0,-2-3 0,0 0 0,0-1 0,0 1 0,0-2 0,0 1 0,1-1 0,-1-1 0,0 0 0,1 0 0,14-3 0,-22 3 0,1-1 0,-1 1 0,0-1 0,1 0 0,-1 1 0,0-1 0,0 0 0,1 0 0,-1 0 0,0 0 0,0-1 0,0 1 0,0 0 0,0 0 0,0-1 0,0 1 0,-1 0 0,1-1 0,0 1 0,-1-1 0,1 1 0,-1-1 0,1 1 0,-1-3 0,2-3 0,-1-1 0,-1 1 0,0-15 0,0 16 0,0 1 0,0-1 0,0 1 0,-1-1 0,1 1 0,-1-1 0,-1 1 0,-2-10 0,3 13 0,0 0 0,-1-1 0,1 1 0,-1 0 0,1 0 0,-1 0 0,0 0 0,1 0 0,-1 0 0,0 0 0,0 1 0,0-1 0,0 1 0,-1-1 0,1 1 0,0 0 0,-4-1 0,-1-1 0,0 1 0,0 1 0,0-1 0,1 1 0,-1 1 0,-10-1 0,15 1 0,-1 0 0,1 1 0,0-1 0,0 0 0,0 1 0,0-1 0,0 1 0,0 0 0,0-1 0,0 1 0,1 0 0,-1 0 0,0 1 0,0-1 0,1 0 0,-1 1 0,1-1 0,-1 1 0,1-1 0,-1 1 0,1 0 0,0 0 0,0 0 0,0 0 0,-2 2 0,1 3 0,1-1 0,-1 1 0,1-1 0,1 1 0,-1 12 0,1-15 0,0-1 0,0 1 0,0 0 0,1 0 0,-1 0 0,1-1 0,0 1 0,0 0 0,0-1 0,1 1 0,2 4 0,-3-6-114,0-1 1,0 1-1,1-1 0,-1 0 0,1 1 1,-1-1-1,1 0 0,-1 0 0,1 0 1,-1 0-1,3 1 0,7 1-6712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24575,'2207'0'-1365,"-2193"0"-5461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24575,'-5'1'0,"1"-1"0,0 1 0,0 0 0,0 0 0,-1 0 0,1 1 0,0 0 0,1 0 0,-1 0 0,0 0 0,0 1 0,1-1 0,0 1 0,-1 0 0,-4 5 0,0 2 0,0 0 0,0 0 0,1 1 0,-8 15 0,10-16 0,-32 64 0,33-64 0,0 1 0,1 0 0,0 0 0,0 0 0,-2 15 0,5-22 0,0 0 0,0 0 0,0 0 0,1 0 0,-1 0 0,1 0 0,0 0 0,0 0 0,0 0 0,0-1 0,1 1 0,-1 0 0,1-1 0,0 1 0,0-1 0,0 0 0,0 0 0,1 0 0,-1 0 0,1 0 0,5 4 0,-3-3 0,0 0 0,0-1 0,1 1 0,-1-1 0,1 0 0,0-1 0,0 0 0,0 0 0,0 0 0,0-1 0,12 2 0,-12-3 0,6 1 0,-1-1 0,1 0 0,-1 0 0,23-5 0,-31 3 0,0 1 0,0 0 0,-1-1 0,1 1 0,0-1 0,-1 0 0,1 0 0,-1 0 0,0 0 0,0 0 0,0-1 0,0 1 0,0-1 0,0 1 0,0-1 0,-1 0 0,1 0 0,-1 0 0,2-5 0,1-5 0,0 0 0,-1-1 0,2-19 0,-2 14 0,3-17 0,-2 14 0,0 1 0,-2 0 0,1-30 0,-3 48 0,0 1 0,0 0 0,-1-1 0,1 1 0,0-1 0,-1 1 0,1 0 0,-1-1 0,0 1 0,0 0 0,0 0 0,0-1 0,0 1 0,0 0 0,-1 0 0,1 0 0,0 1 0,-1-1 0,0 0 0,1 1 0,-1-1 0,0 1 0,0-1 0,1 1 0,-1 0 0,0 0 0,0 0 0,-1 0 0,1 0 0,0 0 0,0 1 0,0-1 0,0 1 0,-1 0 0,-2-1 0,-11 1-1365,1 0-5461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24575,'2'3'0,"4"3"0,4 5 0,4 4 0,3 1 0,1 3 0,3 4 0,4 2 0,2-3 0,-1-2 0,-2-3 0,-2-1 0,-1-4 0,-3-3 0,-4-4-8191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24575,'1248'0'0,"-1219"2"0,50 9 0,-23-2 0,30 8 0,-57-10 0,1-1 0,38 2 0,70-9 0,35 1 0,-46 14 0,-76-6 0,63-1 0,-99-7-1365,-2 0-5461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 24575,'-21'0'0,"7"-1"0,0 1 0,0 1 0,0 0 0,-26 7 0,29-5 0,0 2 0,0-1 0,1 1 0,0 1 0,0 0 0,0 1 0,1 0 0,0 0 0,0 1 0,0 0 0,1 1 0,0 0 0,1 0 0,0 1 0,0 0 0,1 1 0,-8 16 0,9-15 0,1 0 0,0 1 0,0 0 0,1-1 0,-2 19 0,5-27 0,-1 0 0,1 1 0,0-1 0,0 1 0,1-1 0,-1 0 0,1 1 0,0-1 0,0 0 0,0 1 0,0-1 0,1 0 0,0 0 0,0 0 0,0 0 0,0-1 0,0 1 0,1 0 0,4 4 0,-2-3 0,0-1 0,0 0 0,0 0 0,1-1 0,0 1 0,-1-1 0,1-1 0,0 1 0,0-1 0,1 0 0,11 1 0,-1 0 0,0-2 0,1-1 0,21-2 0,-34 2 0,0-1 0,0 1 0,-1-1 0,1 0 0,0-1 0,-1 1 0,1-1 0,-1 0 0,1 0 0,-1-1 0,0 1 0,0-1 0,0 0 0,0 0 0,-1 0 0,1-1 0,-1 0 0,1 1 0,-1-1 0,0-1 0,-1 1 0,4-7 0,0-1 0,-1 0 0,0 0 0,-1-1 0,-1 1 0,4-20 0,-6 27 0,-1-1 0,1 1 0,-1-1 0,0 0 0,0 1 0,-1-1 0,1 1 0,-1-1 0,0 1 0,-1-1 0,1 1 0,-1 0 0,0 0 0,0-1 0,-5-6 0,-3-3-1365,0 3-5461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24575,'0'5'0,"3"4"0,2 1 0,5 1 0,4 0 0,3 2 0,4 4 0,0-2 0,-1-1 0,1-2 0,-3-1 0,-3 0 0,-2-2 0,0-2 0,2-3 0,-2-2-8191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24575,'367'0'-1365,"-353"0"-5461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2674 1505 24575,'-8'0'0,"1"-1"0,-1 0 0,1 0 0,-1-1 0,1 0 0,0-1 0,0 1 0,-1-2 0,-6-3 0,-42-20 0,28 14 0,-52-33 0,77 43 0,-73-46 0,11 10 0,11 6 0,-26-7 0,-18-11 0,83 43 0,-1 0 0,-30-9 0,-10-5 0,-4-1 0,16 7 0,-116-55 0,137 61 0,0 0 0,-1 2 0,0 0 0,-26-3 0,-4 0 0,-84-30 0,-5-2 0,-13-5 0,139 42 0,-78-30 0,-13-8 0,-42-21 0,91 38 0,27 12 0,0 0 0,-50-36 0,59 34 0,-2 0 0,1 1 0,-43-18 0,50 27 0,-73-33 0,77 32 0,-1 0 0,1 0 0,1-2 0,-17-15 0,-5-5 0,22 20 0,1 0 0,-1-1 0,2-1 0,-16-21 0,24 30 0,0-1 0,0 1 0,1-1 0,0 0 0,-1 1 0,2-1 0,-1 0 0,0 0 0,0-7 0,0-4 0,2-19 0,0 14 0,-1-24 0,2-38 0,-2 80 0,0 1 0,0 0 0,0-1 0,1 1 0,-1 0 0,1-1 0,-1 1 0,1 0 0,-1-1 0,1 1 0,0 0 0,0 0 0,-1 0 0,1 0 0,0 0 0,0 0 0,0 0 0,0 0 0,0 0 0,0 1 0,0-1 0,1 0 0,-1 1 0,0-1 0,0 0 0,0 1 0,1 0 0,-1-1 0,2 1 0,4-1 0,1 0 0,-1 0 0,1 1 0,7 1 0,-3 0 0,382 2-54,-255-3-1257,-124 0-5515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990 43 24575,'-812'0'0,"796"0"0,0-1 0,1-1 0,-1 0 0,0-2 0,1 0 0,-30-12 0,17 6-1365,17 6-5461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24575,'9'1'0,"-1"0"0,0 0 0,1 0 0,-1 1 0,12 5 0,39 20 0,-43-19 0,159 95 0,-168-99 0,-1 0 0,0 1 0,0 0 0,0 0 0,-1 1 0,1 0 0,-1 0 0,-1 0 0,1 0 0,-1 1 0,0 0 0,0 0 0,-1 1 0,0-1 0,0 1 0,0-1 0,-1 1 0,2 9 0,-1 8 0,-1 0 0,-1 1 0,-3 38 0,1-9 0,1-49 0,0 0 0,-1 0 0,1-1 0,-1 1 0,0 0 0,0-1 0,-1 1 0,1-1 0,-1 1 0,-1-1 0,1 0 0,0 0 0,-1 0 0,0 0 0,0 0 0,-1-1 0,1 0 0,-1 1 0,0-1 0,-6 5 0,-26 17 0,18-12 0,-19 16 0,26-21 0,0-1 0,-1 0 0,0 0 0,-14 5 0,11-5 0,-14 6 0,-33 11 0,31-13 0,10-4 0,21-8 0,0 0 0,0 0 0,0 0 0,0 0 0,0 0 0,0 0 0,0 0 0,0 0 0,0 0 0,0 0 0,0 1 0,0-1 0,0 0 0,0 0 0,0 0 0,0 0 0,0 0 0,0 0 0,0 0 0,0 0 0,0 0 0,0 0 0,0 0 0,0 0 0,0 0 0,0 0 0,0 1 0,0-1 0,0 0 0,0 0 0,0 0 0,0 0 0,0 0 0,0 0 0,1 0 0,-1 0 0,0 0 0,0 0 0,0 0 0,0 0 0,0 0 0,0 0 0,0 0 0,0 0 0,0 0 0,0 0 0,0 0 0,0 0 0,0 0 0,0 0 0,1 0 0,-1 0 0,0 0 0,0 0 0,0 0 0,0 0 0,0 0 0,0 0 0,7 0 0,181 1 0,-82-3 0,399 2 0,-499 0 0,0 0 0,0-1 0,0 0 0,0 0 0,-1-1 0,1 0 0,0 0 0,-1 0 0,1-1 0,-1 0 0,5-3 0,9-5 0,-3 1 0,25-18 0,-31 20 0,0-1 0,0-1 0,-1 0 0,14-20 0,-18 23 0,-1 1 0,0-1 0,-1-1 0,0 1 0,0 0 0,0-1 0,-1 0 0,0 0 0,2-14 0,-2-14 0,-2-61 0,-2 32 0,1 55 0,0 0 0,0 0 0,-1 0 0,0 0 0,0 0 0,-1 0 0,0 1 0,-1-1 0,-7-13 0,4 10 0,-1 1 0,1 0 0,-2 1 0,0 0 0,0 0 0,-12-10 0,17 17 0,-1 1 0,1 0 0,-1 0 0,0 0 0,1 1 0,-1 0 0,-8-3 0,-2 1 0,-19-2 0,1 0 0,-35-12 0,1-3 0,-79-38 0,131 53 0,1-1 0,-1 2 0,0 0 0,0 1 0,-20-3 0,9 4 0,-25-8 0,27 5 0,-36-3 0,-72 8 0,70 2 0,57-1-136,-1 0-1,1 0 1,0 0-1,0 1 1,-1 0-1,1 0 1,0 1-1,0-1 0,-7 4 1,-1 5-6690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63 24575,'0'1'0,"1"0"0,-1 0 0,1 0 0,-1 1 0,1-1 0,-1 0 0,1 0 0,0 0 0,-1-1 0,1 1 0,0 0 0,0 0 0,0 0 0,1 0 0,0 2 0,7 3 0,-1 1 0,1-1 0,0 0 0,0-1 0,0 0 0,0-1 0,1 0 0,0 0 0,0-1 0,0-1 0,0 1 0,0-2 0,1 0 0,-1 0 0,0-1 0,17-2 0,-25 2 0,-1 0 0,1-1 0,-1 1 0,0 0 0,1 0 0,-1-1 0,0 1 0,1-1 0,-1 0 0,0 1 0,0-1 0,1 0 0,-1 0 0,0 0 0,0 0 0,0 0 0,0 0 0,0 0 0,0 0 0,0 0 0,-1 0 0,1-1 0,0 1 0,0-2 0,0 0 0,0 1 0,-1-1 0,0 1 0,1-1 0,-1 1 0,0-1 0,0 0 0,0 1 0,0-1 0,-1 1 0,1-1 0,-1 1 0,0-5 0,-1 3 0,0-1 0,1 1 0,-1 0 0,-1 0 0,1 0 0,0 0 0,-1 1 0,0-1 0,0 0 0,0 1 0,0 0 0,0 0 0,0 0 0,-1 0 0,1 1 0,-1 0 0,-7-4 0,5 4 0,1 0 0,0 0 0,-1 1 0,1-1 0,0 1 0,-1 1 0,1-1 0,-1 1 0,1 0 0,-1 1 0,1-1 0,-1 1 0,-8 3 0,9-2 0,1 0 0,0 0 0,-1 1 0,1 0 0,0 0 0,1 0 0,-1 0 0,0 0 0,1 1 0,0 0 0,-1 0 0,1 0 0,1 0 0,-1 1 0,-2 4 0,2-2 0,0 0 0,0 0 0,0 0 0,1 0 0,0 1 0,0-1 0,1 1 0,0 0 0,-1 11 0,2-17 3,0-1 0,0 0-1,0 1 1,1-1-1,-1 0 1,0 1 0,1-1-1,-1 0 1,0 0 0,1 1-1,0-1 1,-1 0-1,1 0 1,0 0 0,-1 0-1,1 0 1,0 0 0,0 0-1,0 0 1,0 0-1,0 0 1,0 0 0,0 0-1,0-1 1,0 1 0,0-1-1,0 1 1,0-1-1,0 1 1,1-1 0,1 1-1,3 0-137,1 0 0,0 0 0,0-1 0,10-1-1,-7 1-637,12-1-6053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24575,'44'1'0,"-1"2"0,61 12 0,-74-10 0,49 2 0,32-7 0,-40-1 0,-13 0 0,62 2 0,-68 6 0,11 0 0,3-7 0,29 1 0,-89 0 21,0 0-1,0 1 1,-1-1-1,1 2 1,6 2-1,13 6-1508,-13-8-5338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24575,'0'390'0,"0"-741"0,0 343 0,1 1 0,-1-1 0,1 1 0,2-9 0,-3 14 0,1 0 0,-1-1 0,1 1 0,0 0 0,0 0 0,0-1 0,1 1 0,-1 0 0,0 0 0,1 0 0,-1 1 0,1-1 0,-1 0 0,1 0 0,0 1 0,2-2 0,-1 1 0,0 0 0,1 0 0,-1 0 0,0 1 0,7-2 0,-9 3 0,0-1 0,0 1 0,0 0 0,0 0 0,0 0 0,0 0 0,0 0 0,0 1 0,0-1 0,0 0 0,0 0 0,0 1 0,0-1 0,0 1 0,0-1 0,0 1 0,0-1 0,0 1 0,0 0 0,0-1 0,-1 1 0,1 0 0,0 0 0,1 1 0,0 2 0,0-1 0,0 1 0,-1 0 0,1 0 0,-1 0 0,2 7 0,4 27 0,-5-29 0,-1-6 0,-1 1 0,0-1 0,1 1 0,-1 0 0,0-1 0,-1 1 0,1 0 0,0-1 0,-1 1 0,-1 4 0,1-6 0,0 1 0,0 0 0,-1-1 0,1 1 0,-1-1 0,1 0 0,-1 1 0,0-1 0,0 0 0,0 0 0,0 0 0,0-1 0,-3 3 0,-11 5 0,13-7 0,-1 0 0,1 0 0,-1 0 0,1 0 0,-3 4 0,5-5 0,0 0 0,0 0 0,0 0 0,0 1 0,1-1 0,-1 0 0,0 0 0,1 1 0,-1-1 0,1 0 0,-1 1 0,1-1 0,0 1 0,-1-1 0,1 1 0,0-1 0,0 0 0,0 1 0,0 1 0,1 3 0,0-1 0,1 1 0,-1-1 0,1 1 0,0-1 0,0 0 0,0 0 0,1 0 0,0 0 0,3 5 0,6 7 0,17 18 0,-14-19 0,0-1 0,0-1 0,28 21 0,-37-31-108,2 1-101,-1 0-1,1 1 0,-1-1 1,-1 2-1,9 9 1,-5-1-6617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24575,'-30'-1'0,"-33"2"0,62-1 0,-1 1 0,1-1 0,0 0 0,-1 1 0,1-1 0,0 1 0,-1-1 0,1 1 0,0-1 0,0 1 0,0 0 0,-1 0 0,1 0 0,0 0 0,0 0 0,0 0 0,0 0 0,1 0 0,-1 0 0,0 0 0,0 1 0,1-1 0,-1 0 0,0 1 0,1-1 0,-1 0 0,1 1 0,0-1 0,-1 1 0,1 2 0,-1-1 0,1 0 0,0 0 0,0 0 0,0 0 0,1 0 0,-1 0 0,1 0 0,-1 0 0,1-1 0,0 1 0,0 0 0,0 0 0,0 0 0,3 4 0,1-1 0,1 0 0,0 0 0,0 0 0,0-1 0,1 0 0,0 0 0,9 5 0,-2-2 0,0 1 0,1 0 0,18 6 0,-30-14 0,0 1 0,1 0 0,-1 0 0,0 0 0,0 0 0,0 0 0,0 1 0,5 5 0,-7-7 0,-1 0 0,1 0 0,0 0 0,0 0 0,-1 0 0,1 1 0,0-1 0,-1 0 0,1 0 0,-1 1 0,0-1 0,1 1 0,-1-1 0,0 0 0,0 1 0,0-1 0,0 1 0,0-1 0,0 0 0,0 1 0,0-1 0,0 1 0,-1-1 0,1 0 0,-1 1 0,1-1 0,-1 0 0,0 2 0,-1 0 0,0 0 0,0-1 0,0 1 0,0-1 0,0 0 0,-1 0 0,1 0 0,-1 0 0,1 0 0,-1 0 0,0-1 0,0 1 0,1-1 0,-5 1 0,-3 2 0,0-1 0,-20 2 0,26-4 11,0-1 0,1 0 0,-1 0 0,0 0 0,0 0 0,0-1-1,0 0 1,0 1 0,1-2 0,-6-1 0,7 2-89,0 0 0,0 0 0,0 0-1,0-1 1,1 1 0,-1-1 0,0 0 0,1 1 0,-1-1-1,1 0 1,-1 0 0,1 0 0,0 0 0,-1 0 0,1 0-1,0 0 1,0-1 0,-1-3 0,0-6-6748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24575,'2'0'0,"4"0"0,2 0 0,5 2 0,2 4 0,-1 3 0,-1 0 0,-3 1 0,-3 1 0,0 2 0,-1 3 0,0-1 0,1-4 0,0-2-8191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0 24575,'0'5'0,"0"7"0,0 8 0,-2 6 0,-4 4 0,-2 1 0,-2 3 0,-5-1 0,-1 0 0,-1 0 0,1 2 0,3-3 0,3-6-8191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24575,'1'1'0,"0"1"0,0-1 0,0 1 0,0 0 0,0-1 0,0 1 0,-1 0 0,2 2 0,0 4 0,43 123 0,-37-106 0,1 0 0,18 34 0,-26-57 0,-1 0 0,1-1 0,0 1 0,0-1 0,0 1 0,0-1 0,0 0 0,0 1 0,1-1 0,-1 0 0,0 0 0,1 0 0,-1 0 0,0 0 0,1 0 0,-1 0 0,3 0 0,-3 0 0,0-1 0,1 0 0,-1 0 0,0 0 0,1 0 0,-1-1 0,0 1 0,0 0 0,1-1 0,-1 1 0,0 0 0,1-1 0,-1 0 0,0 1 0,0-1 0,0 0 0,0 0 0,0 1 0,0-1 0,0 0 0,2-2 0,3-4 0,0-1 0,0 0 0,8-15 0,12-29 0,-23 46 0,90-229-1365,-85 212-5461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24575,'-1'10'0,"0"0"0,0-1 0,-1 1 0,-1-1 0,1 1 0,-8 15 0,7-16 0,-1 1 0,1 0 0,0-1 0,1 1 0,0 0 0,0 13 0,1-18 0,1 0 0,0-1 0,1 1 0,-1 0 0,1-1 0,0 1 0,0 0 0,0-1 0,1 0 0,0 1 0,-1-1 0,1 0 0,1 0 0,-1 0 0,0 0 0,1 0 0,0 0 0,0-1 0,0 0 0,0 1 0,0-1 0,0-1 0,1 1 0,0 0 0,-1-1 0,1 0 0,0 0 0,0 0 0,0 0 0,0-1 0,0 0 0,8 2 0,-7-2 0,0-1 0,0 0 0,0 0 0,0 0 0,-1 0 0,1-1 0,0 1 0,6-3 0,-8 2 0,-1 0 0,0 0 0,0 0 0,0 0 0,0-1 0,0 1 0,0 0 0,-1-1 0,1 1 0,0-1 0,-1 0 0,1 0 0,-1 0 0,1 0 0,-1 0 0,0 0 0,0 0 0,0 0 0,0 0 0,1-5 0,0-4 0,0-1 0,-1 0 0,0 0 0,0 0 0,-1 0 0,-2-13 0,1 0 0,0 10 0,2 7 0,-1 0 0,-1 1 0,0-1 0,0 1 0,-2-8 0,3 13 0,-1 0 0,0 0 0,0 0 0,0 0 0,1 0 0,-2 1 0,1-1 0,0 0 0,0 1 0,0-1 0,-1 1 0,1-1 0,-1 1 0,1 0 0,-1-1 0,1 1 0,-1 0 0,0 0 0,0 0 0,1 1 0,-1-1 0,-4-1 0,-5 0 0,0 1 0,-1 0 0,1 1 0,-1 0 0,-18 3 0,27-2 14,0-1-1,0 1 0,1 0 0,-1 0 1,1 0-1,-1 0 0,1 0 1,-4 3-1,6-4-49,-1 0 0,1 1-1,-1-1 1,1 0 0,-1 1 0,1-1-1,-1 1 1,1-1 0,-1 1 0,1-1 0,0 1-1,-1-1 1,1 1 0,0 0 0,-1-1-1,1 1 1,0-1 0,0 1 0,0 0 0,-1-1-1,1 1 1,0 0 0,0-1 0,0 1 0,0 0-1,0-1 1,0 1 0,0 0 0,0 0-1,0-1 1,1 1 0,-1-1 0,0 1 0,0 0-1,0-1 1,1 1 0,-1 0 0,0-1-1,1 1 1,0 0 0,4 5-6790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24575,'0'501'0,"-1"-557"0,0 0 0,8-77 0,-5 118 0,1 1 0,0 0 0,1 0 0,1 0 0,0 0 0,0 1 0,1 0 0,13-21 0,-16 30 0,0 1 0,0-1 0,0 1 0,0 0 0,1 0 0,0 0 0,-1 0 0,1 1 0,0-1 0,0 1 0,0 0 0,0 0 0,0 1 0,1-1 0,-1 1 0,0 0 0,1 1 0,-1-1 0,1 1 0,-1 0 0,1 0 0,-1 0 0,1 1 0,-1-1 0,0 1 0,7 3 0,-9-4 0,1 1 0,-1 0 0,0 0 0,1 1 0,-1-1 0,0 1 0,0-1 0,0 1 0,0 0 0,0 0 0,0-1 0,0 2 0,-1-1 0,1 0 0,-1 0 0,1 0 0,-1 1 0,0-1 0,1 1 0,-1-1 0,-1 1 0,1 0 0,0-1 0,0 1 0,-1 0 0,0 0 0,1 0 0,-1-1 0,0 1 0,0 0 0,-1 0 0,1 0 0,0-1 0,-2 6 0,1-5 0,-1-1 0,1 0 0,0 0 0,-1 0 0,1 0 0,-1 0 0,0 0 0,0 0 0,0 0 0,0-1 0,0 1 0,0-1 0,0 0 0,0 1 0,0-1 0,-1 0 0,1 0 0,0-1 0,-1 1 0,-3 0 0,-5 1 0,0 0 0,0-1 0,-12-1 0,17 0 0,4-1 0,0 1 0,-1 0 0,1 0 0,0 1 0,0-1 0,-1 0 0,-2 2 0,5-2 0,0 0 0,0 0 0,0 0 0,0 0 0,-1 0 0,1 0 0,0 1 0,0-1 0,0 0 0,0 0 0,0 0 0,-1 0 0,1 0 0,0 1 0,0-1 0,0 0 0,0 0 0,0 0 0,0 0 0,0 1 0,0-1 0,0 0 0,0 0 0,0 0 0,-1 1 0,1-1 0,0 0 0,0 0 0,0 0 0,0 1 0,1-1 0,2 8 0,10 7 0,-12-14 0,34 31 0,54 40 0,-39-34 0,-30-23-1365,-2-3-5461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24575,'0'-2'0,"3"-1"0,4-1 0,4 2 0,5 0 0,1 1 0,1 0 0,-1 1 0,-1 0 0,2 0 0,-1 0 0,0 1 0,1-1 0,-2 0-8191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24575,'0'361'0,"5"-498"0,-2 115 0,0 0 0,1 0 0,1 0 0,9-25 0,-10 37 0,0-1 0,1 1 0,0 0 0,0 1 0,1-1 0,1 1 0,8-10 0,-11 14 0,1 1 0,-1 0 0,1 0 0,0 0 0,0 0 0,0 1 0,1 0 0,-1 0 0,1 1 0,-1-1 0,1 1 0,0 1 0,10-3 0,-6 3 0,0 0 0,0 0 0,0 1 0,0 1 0,0 0 0,16 3 0,-25-3 0,1 0 0,-1-1 0,0 1 0,1 0 0,-1 0 0,0 0 0,0-1 0,0 2 0,1-1 0,-1 0 0,0 0 0,0 0 0,-1 0 0,2 2 0,0 0 0,-1 0 0,1 0 0,-1 0 0,0 1 0,0-1 0,0 5 0,1 1 0,-2 0 0,1 0 0,-1 1 0,-1 8 0,1-16 0,0 0 0,0 0 0,0 0 0,-1 0 0,1 0 0,0 0 0,-1 0 0,0 0 0,1 0 0,-1 0 0,0-1 0,0 1 0,0 0 0,0-1 0,0 1 0,0-1 0,0 1 0,-1-1 0,1 1 0,0-1 0,-1 0 0,1 0 0,-1 0 0,1 0 0,-1 0 0,0 0 0,1 0 0,-1 0 0,0-1 0,1 1 0,-1-1 0,-3 1 0,-10 1 0,0-1 0,-27-2 0,-8 1 0,49 0 0,0 0 0,0 0 0,0 0 0,0 1 0,1-1 0,-1 0 0,0 0 0,0 1 0,0-1 0,1 0 0,-1 1 0,0 0 0,0-1 0,1 0 0,0 0 0,0 0 0,0 1 0,0-1 0,0 0 0,-1 0 0,1 1 0,0-1 0,0 0 0,0 0 0,0 0 0,0 1 0,0-1 0,0 0 0,0 0 0,0 1 0,0-1 0,0 0 0,0 0 0,0 1 0,0-1 0,0 0 0,0 0 0,0 1 0,0-1 0,1 0 0,0 3 0,0-1 0,0 0 0,1 0 0,-1 0 0,1-1 0,-1 1 0,3 2 0,41 34 0,49 33 0,-8-6 0,-79-60-455,0 0 0,14 8 0,-7-7-6371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24575,'-13'0'0,"0"-1"0,-1 2 0,-24 3 0,34-3 0,0 0 0,0 0 0,0 1 0,0-1 0,0 1 0,1 0 0,-1 0 0,1 0 0,-1 1 0,1-1 0,0 1 0,0 0 0,-6 7 0,6-6 0,1 0 0,-1 0 0,0 0 0,1 0 0,0 1 0,0-1 0,0 1 0,1 0 0,-1 0 0,1 0 0,0 0 0,0 0 0,1 0 0,-1 0 0,1 0 0,0 0 0,0 0 0,1 0 0,-1 0 0,1 0 0,0 0 0,0 0 0,1 0 0,-1-1 0,1 1 0,0 0 0,0-1 0,1 0 0,-1 1 0,1-1 0,4 6 0,-3-5 0,1-1 0,-1 1 0,1-1 0,-1 1 0,1-1 0,0-1 0,8 5 0,3 0 0,21 7 0,-11-4 0,-23-10 0,0 0 0,1 1 0,-1 0 0,0 0 0,0 0 0,0 0 0,0 1 0,0-1 0,0 1 0,0 0 0,-1 0 0,4 5 0,-5-5 0,1 0 0,-1 0 0,0 0 0,0-1 0,0 1 0,0 0 0,-1 0 0,1 1 0,-1-1 0,0 0 0,0 0 0,0 0 0,0 0 0,0 0 0,0 0 0,-2 6 0,1-6 0,0 1 0,0 0 0,-1-1 0,1 1 0,-1-1 0,0 1 0,0-1 0,0 0 0,0 0 0,0 0 0,0 0 0,-1 0 0,0-1 0,1 1 0,-1-1 0,0 0 0,0 0 0,0 0 0,0 0 0,-1 0 0,-2 1 0,2-2 0,-1 1 0,1-1 0,0 0 0,0-1 0,0 1 0,-1-1 0,1 0 0,0 0 0,-1 0 0,1-1 0,0 1 0,0-1 0,-1 0 0,1-1 0,0 1 0,0-1 0,-5-2 0,3-1-124,0 0 0,0 0 0,0-1 0,0 0 0,1 0 0,0 0-1,0-1 1,0 1 0,1-1 0,-5-9 0,-1-4-6702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24575,'5'0'0,"3"0"0,8 0 0,2 0 0,2 0 0,-1 0 0,-2 0 0,0 3 0,-5 3 0,0 2 0,-4 4 0,-2 1 0,-3 2 0,1-3 0,-1-3-8191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24575,'5'0'0,"12"0"0,9 3 0,5 0 0,8 2 0,-1 1 0,0-1 0,-4-1 0,-6-2 0,-8 0-8191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24575,'0'7'0,"1"0"0,0 0 0,2 8 0,0 0 0,5 48 0,3 93 0,-8-114 0,2 0 0,15 63 0,-16-84 0,-3-15 0,1 1 0,-1-1 0,2 1 0,-1-1 0,0 0 0,5 7 0,-6-11 0,0 0 0,1 0 0,0 0 0,-1 0 0,1 0 0,0 0 0,0 0 0,0-1 0,0 1 0,0-1 0,0 1 0,0-1 0,0 0 0,1 0 0,-1 0 0,0 0 0,1-1 0,2 1 0,3 0 20,0 0 0,0-1 0,0 0 0,0-1 0,7-1 0,-10 1-185,1 0 0,-1 0 0,0-1 0,-1 0 0,1 0 0,0 0 0,0-1 0,5-4 0,1-3-6661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49 24575,'-4'2'0,"1"0"0,0 1 0,0-1 0,0 1 0,1 0 0,-1 0 0,1 0 0,-1 0 0,1 1 0,0-1 0,0 1 0,0-1 0,0 1 0,-1 7 0,-1 0 0,1 1 0,0-1 0,-2 22 0,5-29 0,-1-1 0,1 0 0,0 1 0,0-1 0,0 0 0,1 1 0,-1-1 0,1 0 0,1 5 0,-2-6 0,1-1 0,0 0 0,-1 0 0,1 0 0,0 0 0,0 1 0,-1-1 0,1 0 0,0-1 0,0 1 0,0 0 0,0 0 0,0 0 0,0-1 0,1 1 0,-1 0 0,0-1 0,0 1 0,0-1 0,1 0 0,-1 1 0,0-1 0,0 0 0,1 0 0,0 0 0,1 0 0,-1 0 0,0 0 0,0 0 0,1 0 0,-1 0 0,0-1 0,0 1 0,0-1 0,0 0 0,0 0 0,0 0 0,0 0 0,0 0 0,0 0 0,0 0 0,0-1 0,0 1 0,-1-1 0,1 0 0,0 1 0,-1-1 0,0 0 0,1 0 0,-1 0 0,0 0 0,0 0 0,0 0 0,1-4 0,1-3 0,0 0 0,-1 0 0,0 0 0,-1 0 0,0 0 0,0-10 0,-2-88 0,1 99 0,2 7 0,3 12 0,-5-9 0,15 37 0,-5-11 0,15 31 0,-21-51 0,1 0 0,-1 0 0,2 0 0,-1-1 0,1 0 0,0 0 0,0-1 0,7 7 0,-9-11-195,-1 1 0,1-1 0,-1 0 0,1 0 0,-1-1 0,9 3 0,1-1-6631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24575,'0'-3'0,"2"0"0,6 0 0,3 0 0,3 1 0,0 1 0,1 1 0,0-1 0,-3 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24575,'3'0'0,"2"0"0,3 0 0,5 0 0,7 0 0,2 0 0,4 0 0,0 0 0,1 0 0,-3 0 0,-3 0 0,-3 0 0,-4 0-8191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24575,'-6'90'0,"1"-31"0,2 222 0,3-183 0,-1-85 0,1-10 0,0-1 0,-1 1 0,1 0 0,0-1 0,1 4 0,-1-5 0,0 0 0,0-1 0,1 1 0,-1 0 0,0 0 0,1 0 0,-1 0 0,1 0 0,-1 0 0,1-1 0,-1 1 0,1 0 0,-1-1 0,1 1 0,0 0 0,-1-1 0,1 1 0,1 0 0,11 6-1365,2 0-5461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24575,'-12'0'0,"1"0"0,0 1 0,0 1 0,1-1 0,-16 6 0,23-6 0,0 0 0,0 1 0,0-1 0,0 1 0,0 0 0,0-1 0,0 2 0,1-1 0,-1 0 0,1 0 0,-1 1 0,1 0 0,0-1 0,0 1 0,0 0 0,0 0 0,1 0 0,-1 1 0,1-1 0,-1 0 0,1 1 0,-1 4 0,1-5 0,1 1 0,-1-1 0,1 1 0,-1-1 0,1 1 0,0-1 0,1 1 0,-1-1 0,0 1 0,1-1 0,0 1 0,0-1 0,0 0 0,1 5 0,1-4 0,-1 1 0,1-1 0,-1 0 0,1 0 0,0 0 0,1 0 0,-1-1 0,1 1 0,4 2 0,2 2 0,0-1 0,0 0 0,17 8 0,-21-12 0,1-1 0,-1 0 0,1 0 0,0 0 0,-1-1 0,1 0 0,12 1 0,-17-2-91,-1 0 0,0-1 0,0 1 0,1 0 0,-1 0 0,0-1 0,1 1 0,-1-1 0,0 1 0,0-1 0,0 1 0,0-1 0,1 0 0,1-2 0,2-4-6735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24575,'-17'358'0,"13"-321"0,4-22 0,-2 0 0,0 0 0,0 0 0,-7 19 0,15-47 0,1 1 0,0-1 0,0 1 0,1 1 0,0-1 0,17-16 0,-21 25 0,0 0 0,0-1 0,1 1 0,-1 1 0,1-1 0,0 1 0,0 0 0,6-2 0,-9 3 0,1 1 0,0-1 0,0 0 0,0 1 0,0 0 0,-1 0 0,1 0 0,0 0 0,0 0 0,0 1 0,0-1 0,0 1 0,-1 0 0,1 0 0,5 2 0,-6-1 0,-1-1 0,1 1 0,-1-1 0,1 1 0,-1 0 0,0 0 0,1 0 0,-1 0 0,0 0 0,0 0 0,0 0 0,0 0 0,-1 0 0,1 0 0,-1 0 0,1 1 0,0 3 0,0 5 0,0 0 0,-2 16 0,1-17 0,0 0-273,0 0 0,1 1 0,0-1 0,3 15 0,1-7-6553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24575,'2778'0'0,"-2764"-1"0,0 0 0,1-2 0,20-5 0,-17 3 0,25-3 0,149 4 0,-29 2 0,72-18 0,-199 17 0,126-1-14,-99 5-1337,-52-1-5475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24575,'7'91'0,"-1"-15"0,-5-56 0,0 0 0,2 0 0,4 23 0,20 103 0,-23-115 0,1 7 0,2 62 0,-8 608 0,1-390 0,7-193 0,-2-43 0,-2-46 0,8 35 0,1 19 0,-7-28 0,6 119 0,-11 578 0,0-344 0,0-53 0,6-257 0,1-17 0,-6 156 61,-2-126-1487,1-103-5400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24575,'0'0'0,"0"1"0,1 0 0,-1-1 0,0 1 0,1 0 0,-1-1 0,0 1 0,1 0 0,-1-1 0,1 1 0,-1-1 0,1 1 0,-1-1 0,1 1 0,-1-1 0,1 0 0,0 1 0,-1-1 0,1 1 0,-1-1 0,2 0 0,15 7 0,-16-7 0,20 7 0,1-1 0,0-1 0,0-1 0,0-2 0,26 0 0,144-3 0,-174 0 0,0-1 0,0-1 0,-1-1 0,22-8 0,-16 5 0,33-5 0,2 8 0,1-1 0,17-2 0,101 5 0,-93 3 0,774-1-1365,-845 0-5461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0 24575,'-1'0'0,"-10"0"0,0 1 0,-18 2 0,25-2 0,0 0 0,0 1 0,0-1 0,0 1 0,1 0 0,-1 0 0,1 0 0,-1 1 0,1-1 0,-5 5 0,2-1 0,0 1 0,1-1 0,0 1 0,0 0 0,0 1 0,1-1 0,0 1 0,0 0 0,-3 8 0,4-5 0,0-1 0,1 1 0,0-1 0,0 1 0,1 0 0,0 22 0,1-23 0,0-3 0,1 0 0,-1 0 0,1 0 0,1 8 0,-1-13 0,0 1 0,-1-1 0,1 0 0,0 0 0,0 0 0,1 0 0,-1 0 0,0 0 0,1 0 0,-1 0 0,1-1 0,-1 1 0,1 0 0,0-1 0,-1 0 0,4 2 0,-1 0 0,1-1 0,0 0 0,0 0 0,0 0 0,0-1 0,0 1 0,10 0 0,-2-2 0,26-1 0,-35 1 0,-1-1 0,1 1 0,-1-1 0,1 0 0,-1 0 0,1 0 0,-1-1 0,0 0 0,1 1 0,-1-1 0,0 0 0,0-1 0,0 1 0,-1 0 0,1-1 0,0 0 0,-1 0 0,1 0 0,-1 0 0,3-6 0,-1 2 0,-1 0 0,-1 0 0,1 0 0,-1 0 0,0-1 0,-1 1 0,0-1 0,0 1 0,0-16 0,-1 12 0,-2-79 0,2 87 7,-1 0 0,1 1 0,-1-1 0,0 0 0,0 1 1,0-1-1,0 1 0,0 0 0,0-1 0,-1 1 0,1 0 0,-1 0 0,0 0 0,1 0 0,-1 0 0,-3-2 0,0 0-255,0 0 1,0 0-1,-1 1 1,0 0-1,-7-3 1,1 1-6579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24575,'26'12'0,"-20"-10"0,1 1 0,-1 0 0,0 1 0,8 4 0,8 7 0,0-1 0,2-1 0,27 11 0,-25-13 0,-1 2 0,38 25 0,26 29-1365,-77-57-5461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24575,'0'-3'0,"2"0"0,6 2 0,3 5 0,2 0 0,4 1 0,1 1 0,0 2 0,-2 3 0,2 1 0,0 0 0,-1-4 0,2 3 0,-1 2 0,-3-2-8191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0 24575,'-6'1'0,"1"-1"0,-1 1 0,1 0 0,0 1 0,0 0 0,0-1 0,0 2 0,0-1 0,0 1 0,0 0 0,1 0 0,-1 0 0,-4 5 0,-2 2 0,1 0 0,1 1 0,0 0 0,-9 13 0,14-17 0,0 0 0,0 0 0,1 1 0,-1-1 0,2 1 0,-1 0 0,1 0 0,0 0 0,0 0 0,1 0 0,0 0 0,0 1 0,1-1 0,0 0 0,1 1 0,-1-1 0,1 0 0,3 9 0,-3-11 0,1-1 0,0 0 0,0 0 0,0 0 0,1 0 0,-1 0 0,1-1 0,0 1 0,1-1 0,-1 0 0,0 0 0,1 0 0,0 0 0,0-1 0,0 0 0,0 1 0,1-2 0,-1 1 0,1-1 0,0 1 0,-1-1 0,1-1 0,0 1 0,0-1 0,6 1 0,-6-1 0,8 0 0,-1 0 0,19-2 0,-28 1 0,0 0 0,0-1 0,0 1 0,0-1 0,0 0 0,0 0 0,0 0 0,0-1 0,-1 1 0,1-1 0,0 1 0,-1-1 0,1 0 0,-1 0 0,4-4 0,-2 1 0,-1-1 0,1 0 0,-1 1 0,0-1 0,-1-1 0,1 1 0,-1 0 0,-1-1 0,1 1 0,-1-1 0,1-9 0,0-9 0,-2-43 0,0 48 0,-1 15 0,1 0 0,0-1 0,-1 1 0,0 0 0,0 0 0,-3-10 0,3 13 0,0 0 0,0 0 0,0 0 0,0 1 0,0-1 0,-1 0 0,1 0 0,0 1 0,-1-1 0,1 1 0,-1 0 0,1-1 0,-1 1 0,0 0 0,0 0 0,1 0 0,-1 0 0,0 0 0,-3 0 0,0 0-341,0 0 0,0 0-1,-6 0 1,-1 1-6485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24575,'9'6'0,"-1"-1"0,11 11 0,-10-9 0,13 9 0,-5-6 0,81 54 0,-82-51-273,-1 1 0,0 0 0,-1 1 0,18 27 0,-23-31-6553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24575,'471'0'0,"-457"1"65,27 5 0,-3 0-1560,-23-4-5331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24575,'0'382'0,"0"-381"0,2 15 0,-2-15 0,0-1 0,0 0 0,0 1 0,0-1 0,0 0 0,1 0 0,-1 1 0,0-1 0,0 0 0,0 0 0,0 1 0,1-1 0,-1 0 0,0 0 0,0 0 0,0 1 0,1-1 0,-1 0 0,0 0 0,0 0 0,1 0 0,-1 0 0,0 1 0,0-1 0,1 0 0,-1 0 0,0 0 0,0 0 0,1 0 0,-1 0 0,0 0 0,1 0 0,-1 0 0,0 0 0,0 0 0,1 0 0,-1 0 0,0-1 0,0 1 0,1 0 0,-1 0 0,0 0 0,0 0 0,1 0 0,-1-1 0,0 1 0,0 0 0,0 0 0,1 0 0,-1-1 0,0 1 0,0 0 0,0-1 0,4-2 0,0-1 0,-1 0 0,1 0 0,-1-1 0,0 1 0,0-1 0,4-8 0,13-40 0,-13 33 0,7-18 0,1 0 0,36-64 0,-49 99 0,0 0 0,0 0 0,0 1 0,0-1 0,0 1 0,1-1 0,-1 1 0,1 0 0,-1 0 0,1 0 0,0 1 0,0-1 0,0 1 0,4-2 0,-1 1 0,1 1 0,0 0 0,0 0 0,0 1 0,11 1 0,-13-1 0,0 0 0,0 1 0,0 0 0,0 0 0,8 3 0,-11-3 0,-1-1 0,1 1 0,-1 0 0,1 0 0,-1 1 0,1-1 0,-1 0 0,0 0 0,1 1 0,-1-1 0,0 1 0,0-1 0,0 1 0,0 0 0,0-1 0,0 1 0,0 0 0,-1 0 0,2 3 0,-1 2 0,1 0 0,-1 0 0,-1 0 0,1 1 0,-1-1 0,-1 9 0,1-12 0,0 0 0,-1 0 0,1 0 0,-1-1 0,0 1 0,-1 0 0,1 0 0,0-1 0,-1 1 0,0-1 0,1 1 0,-6 5 0,6-7 0,-2-1 0,1 1 0,0 0 0,0-1 0,0 1 0,-1-1 0,1 0 0,-1 0 0,1 0 0,-1 0 0,1 0 0,-1-1 0,1 1 0,-4 0 0,-6-1 0,1 0 0,-12-1 0,5-1 0,-22 2 0,-35-3 0,65 1 0,1-1 0,-12-3 0,4 0 0,16 6 0,1 0 0,0-1 0,-1 1 0,1 0 0,-1 0 0,1 0 0,-1 0 0,1-1 0,0 1 0,-1 0 0,1 0 0,-1 0 0,1 0 0,-1 0 0,1 1 0,-1-1 0,1 0 0,-1 0 0,1 0 0,-1 0 0,1 0 0,0 1 0,-1-1 0,1 0 0,-1 0 0,1 1 0,0-1 0,-1 1 0,1-1 0,0 1 0,0 0 0,0-1 0,0 1 0,0 0 0,0-1 0,1 1 0,-1 0 0,0-1 0,0 1 0,1-1 0,-1 1 0,0-1 0,1 1 0,-1 0 0,0-1 0,1 1 0,-1-1 0,1 0 0,-1 1 0,1-1 0,0 1 0,10 9 0,17 10 0,-2-1 0,15 13 0,165 120 0,-160-118-1365,-36-27-5461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24575,'-29'-1'0,"-45"3"0,66-1 0,0 0 0,0 1 0,0 0 0,0 0 0,1 1 0,-1 0 0,-7 5 0,13-7 0,0 0 0,1 0 0,-1 1 0,0-1 0,0 0 0,1 1 0,-1 0 0,0-1 0,1 1 0,0 0 0,-1 0 0,1 0 0,0 0 0,0 0 0,0 0 0,0 0 0,0 0 0,1 1 0,-1-1 0,0 0 0,1 1 0,0-1 0,-1 0 0,1 1 0,0-1 0,0 1 0,0-1 0,1 0 0,-1 1 0,0-1 0,1 0 0,-1 1 0,1-1 0,0 0 0,0 0 0,0 0 0,0 0 0,0 1 0,0-1 0,0-1 0,3 4 0,2 1 0,0 0 0,0 0 0,1 0 0,0-1 0,0 0 0,12 5 0,12 10 0,-19-12 0,26 11 0,-29-15 0,-1 0 0,1 1 0,0 0 0,-1 1 0,15 12 0,-20-15 0,-1 0 0,0 0 0,0 0 0,0 0 0,0 0 0,-1 1 0,1-1 0,-1 1 0,0-1 0,2 7 0,-2-3 0,0-1 0,0 0 0,0 1 0,-1-1 0,0 11 0,-1-16 0,1 1 0,0-1 0,0 0 0,-1 1 0,1-1 0,0 1 0,-1-1 0,1 0 0,-1 1 0,0-1 0,1 0 0,-1 0 0,0 0 0,0 1 0,0-1 0,0 0 0,0 0 0,0 0 0,0 0 0,0-1 0,0 1 0,0 0 0,0 0 0,0-1 0,-1 1 0,1-1 0,0 1 0,0-1 0,-2 1 0,-4 0 0,0 0 0,0-1 0,1 1 0,-12-3 0,7 2 0,-3-1-117,5 1 167,1 0 0,0-1 1,0 0-1,-11-3 0,16 3-125,1 0 0,0 0 0,-1 0 0,1 0 0,0 0 0,0-1 0,0 1 0,0-1 0,0 0 0,0 1 1,1-1-1,-1 0 0,0 0 0,1 0 0,-1-1 0,1 1 0,0 0 0,0 0 0,-2-4 0,-1-6-6751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24575,'2'-3'0,"4"0"0,2 0 0,2 0 0,2 4 0,2 4 0,-1 3 0,3 6 0,-1 2 0,-3 4 0,-5 1 0,-2-3-8191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24575,'1'2'0,"0"-1"0,0 1 0,0 0 0,0-1 0,0 1 0,-1 0 0,1 0 0,0 0 0,-1 0 0,0 0 0,1 0 0,-1 0 0,0-1 0,0 4 0,0 1 0,0 0 0,0 0 0,-2 8 0,-15 51 0,4-14 0,-4 11 0,10-39 0,-8 45 0,14-53-1365,2-4-5461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16 148 24575,'0'9'0,"0"-1"0,1 0 0,0 1 0,0-1 0,3 9 0,-4-14 0,1-1 0,0 0 0,0 1 0,0-1 0,0 0 0,0 0 0,1 0 0,-1 0 0,0 0 0,1 0 0,0 0 0,-1 0 0,1 0 0,0-1 0,0 1 0,0-1 0,0 0 0,0 1 0,0-1 0,4 1 0,6 1 0,0-1 0,-1 0 0,1-2 0,0 1 0,0-1 0,19-4 0,-28 4 0,-1 0 0,1-1 0,-1 0 0,1 1 0,-1-1 0,1 0 0,-1 0 0,0-1 0,0 1 0,1 0 0,-1-1 0,0 1 0,0-1 0,3-3 0,-3 2 0,0 0 0,0 0 0,0-1 0,0 1 0,-1 0 0,1-1 0,-1 1 0,0-1 0,1-6 0,0 0 0,-1-1 0,0 1 0,-1-1 0,0 0 0,0 1 0,-3-18 0,1 22 0,1-1 0,0 1 0,-1-1 0,0 1 0,0 0 0,-1 0 0,0 0 0,-4-7 0,5 10 0,0 0 0,0 0 0,0 1 0,-1-1 0,1 1 0,-1-1 0,0 1 0,1 0 0,-1 0 0,0 0 0,0 1 0,0-1 0,0 1 0,0 0 0,-1 0 0,-4-1 0,3 1 0,0 0 0,0 1 0,0-1 0,0 1 0,0 1 0,0-1 0,-1 1 0,1 0 0,0 0 0,0 1 0,1 0 0,-1 0 0,0 0 0,0 0 0,1 1 0,-1 0 0,1 0 0,0 0 0,0 1 0,0-1 0,-4 6 0,5-6 0,0 0 0,0 0 0,0 0 0,1 1 0,-1-1 0,1 1 0,0 0 0,0 0 0,0 0 0,1 0 0,-1 0 0,1 0 0,0 0 0,0 1 0,0-1 0,0 0 0,1 1 0,-1 5 0,1-7 0,0 5 0,0 1 0,1-1 0,1 10 0,-2-16 0,1 1 0,-1-1 0,1 0 0,0 0 0,0 1 0,0-1 0,0 0 0,0 0 0,0 0 0,0 0 0,1-1 0,-1 1 0,1 0 0,-1 0 0,1-1 0,1 2 0,4 1 0,0 0 0,0 0 0,0-1 0,11 3 0,5 3 0,-13-5-227,-1-1-1,1 1 1,0-2-1,0 1 1,16 0-1,-12-2-6598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47 24575,'-1'47'0,"2"53"0,-1-98 0,1 0 0,-1-1 0,0 1 0,1 0 0,0 0 0,-1 0 0,1 0 0,0 0 0,0-1 0,0 1 0,0 0 0,0-1 0,0 1 0,0-1 0,1 1 0,-1-1 0,1 0 0,-1 1 0,0-1 0,1 0 0,0 0 0,-1 0 0,1 0 0,0-1 0,-1 1 0,1 0 0,0-1 0,2 1 0,5 1 0,1 0 0,-1-1 0,1-1 0,11 0 0,-16 0 0,5 0 0,-3 0 0,0 0 0,-1-1 0,13-2 0,-17 3 0,0-1 0,0 1 0,-1-1 0,1 0 0,0 0 0,0 0 0,-1 0 0,1 0 0,0 0 0,-1-1 0,1 1 0,-1 0 0,0-1 0,1 1 0,-1-1 0,0 0 0,2-3 0,-1-1 0,0 1 0,0-1 0,0 0 0,-1 0 0,0 0 0,0 0 0,0 0 0,-1-9 0,0-7 0,-3-21 0,2 39 0,1-1 0,-1 1 0,0 0 0,0 0 0,0-1 0,-1 1 0,0 0 0,1 0 0,-1 1 0,0-1 0,-5-6 0,5 7 0,0 1 0,-1-1 0,1 1 0,-1 0 0,1 0 0,-1 0 0,0 0 0,0 1 0,0-1 0,1 1 0,-1 0 0,0 0 0,-1 0 0,1 0 0,-5 0 0,2 0 0,-1 1 0,0-1 0,0 2 0,1-1 0,-1 1 0,0 0 0,1 0 0,-1 1 0,-9 4 0,14-5 0,-1 0 0,0 1 0,0 0 0,1-1 0,-1 1 0,1 0 0,-1 0 0,1 1 0,0-1 0,0 1 0,0-1 0,0 1 0,0 0 0,0-1 0,1 1 0,-1 0 0,1 0 0,0 0 0,0 1 0,0-1 0,0 0 0,0 7 0,-1 5-1365,2-2-5461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24575,'0'3'0,"0"5"0,0 9 0,0 7 0,0 6 0,0 1 0,0 0 0,0-3 0,0-1 0,0-3 0,0-2 0,0-4 0,0-4-8191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62 24575,'-2'0'0,"1"0"0,-1 1 0,1-1 0,-1 0 0,0 1 0,1-1 0,-1 1 0,1 0 0,-1 0 0,1-1 0,-1 1 0,1 0 0,0 0 0,-1 0 0,1 1 0,0-1 0,0 0 0,0 1 0,0-1 0,0 0 0,0 1 0,0-1 0,0 1 0,0 0 0,1-1 0,-1 1 0,0 3 0,-1 1 0,1-1 0,-1 1 0,2 0 0,-1 0 0,0 0 0,1 0 0,1 7 0,-1-10 0,0-1 0,0 0 0,1 1 0,-1-1 0,1 0 0,0 0 0,0 0 0,-1 0 0,1 1 0,0-1 0,1 0 0,-1-1 0,0 1 0,0 0 0,3 2 0,-1-1 0,-1-1 0,1 0 0,0 0 0,0 0 0,0-1 0,0 1 0,0-1 0,0 1 0,4 0 0,6 0 0,-1 0 0,1 0 0,0-1 0,13-2 0,-22 1 0,15 0 0,36-2 0,-53 2 0,-1 0 0,1 0 0,0-1 0,-1 1 0,1-1 0,0 0 0,-1 1 0,1-1 0,-1 0 0,1 0 0,-1 0 0,1 0 0,-1 0 0,1-1 0,-1 1 0,0 0 0,0-1 0,0 1 0,0-1 0,0 1 0,0-1 0,0 0 0,0 1 0,0-1 0,-1 0 0,1 0 0,0-2 0,1-5 0,-1 1 0,0-1 0,0 1 0,-2-16 0,1 19 0,0-3 0,0 1 0,0 0 0,-1 0 0,0 0 0,-1 0 0,0 0 0,-3-8 0,4 12 0,0 0 0,0 1 0,-1-1 0,1 1 0,-1-1 0,0 1 0,1 0 0,-1 0 0,0 0 0,0 0 0,0 0 0,-1 0 0,1 0 0,0 1 0,-1-1 0,1 1 0,-1 0 0,1 0 0,-1 0 0,-3-1 0,1 1 0,-1 0 0,0 0 0,0 0 0,1 1 0,-1 0 0,0 1 0,0-1 0,1 1 0,-12 3 0,15-3 0,0 0 0,0 0 0,0 0 0,0 0 0,-1 0 0,1 0 0,1 1 0,-1-1 0,0 1 0,0-1 0,0 1 0,1 0 0,-1 0 0,1 0 0,0 0 0,-1 0 0,1 0 0,0 0 0,0 1 0,0-1 0,0 0 0,0 1 0,1-1 0,-1 0 0,1 1 0,-1-1 0,1 4 0,0-5 4,0 0 0,0 0 0,0 0 0,0 0 0,0 1-1,0-1 1,1 0 0,-1 0 0,0 0 0,1 0 0,-1 0-1,0 0 1,1 0 0,0 0 0,-1 0 0,1 0 0,-1 0 0,1 0-1,1 1 1,0 0-210,0-1 0,0 1 0,0-1 0,0 1 0,0-1 0,5 2 0,13 4-6620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24575,'-2'10'0,"-3"8"0,-1 6 0,1 7 0,-1-3 0,0 0 0,1-1 0,2 1 0,1 0 0,1-2 0,1-4 0,0-2 0,0 1 0,3-2 0,0-4-8191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24575,'-3'0'0,"-4"3"0,-2 8 0,1 4 0,2 8 0,-1 4 0,1 1 0,2 2 0,1 4 0,0-1 0,-1-5 0,1-1 0,1-3 0,0-3 0,1-3 0,1-1 0,0-5-8191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0 364 24575,'2'1'0,"0"-1"0,1 0 0,-1 1 0,0-1 0,0 1 0,2 1 0,8 2 0,-2-2 0,0 0 0,0-1 0,0 0 0,15-2 0,-20 0 0,-1 1 0,0-1 0,1 0 0,-1-1 0,1 1 0,-1-1 0,0 0 0,0 0 0,0 0 0,0-1 0,0 0 0,4-4 0,-3 3 0,-1-1 0,0 0 0,0 1 0,-1-2 0,1 1 0,-1 0 0,0-1 0,0 1 0,3-10 0,-3 6 0,-1 0 0,0-1 0,0 1 0,-1-1 0,0-16 0,-3-82 0,2 103 0,-1 1 0,0-1 0,0 0 0,0 0 0,0 0 0,-1 0 0,0 1 0,0-1 0,0 1 0,0 0 0,-1 0 0,1-1 0,-7-6 0,5 7 0,0 0 0,-1 1 0,1-1 0,-1 1 0,1 0 0,-1 0 0,0 0 0,0 1 0,0 0 0,0 0 0,-8-2 0,12 4 0,-1-1 0,0 1 0,0 0 0,0-1 0,0 1 0,0 0 0,0 1 0,0-1 0,0 0 0,0 0 0,0 1 0,1-1 0,-1 1 0,0 0 0,0 0 0,0 0 0,1 0 0,-1 0 0,0 0 0,-2 2 0,2 0 0,0-1 0,0 1 0,0 0 0,0-1 0,1 1 0,-1 1 0,1-1 0,-1 0 0,1 0 0,0 0 0,-1 6 0,-5 19 0,2 1 0,-3 32 0,7-49 0,1 1 0,0-1 0,1 0 0,0 1 0,0-1 0,1 0 0,6 21 0,-6-29 0,0 1 0,0-1 0,0 0 0,0 0 0,0 0 0,1 0 0,0-1 0,0 1 0,0-1 0,5 5 0,-3-3 0,1-1 0,-1-1 0,1 1 0,0-1 0,0 0 0,8 3 0,1-2 0,0 0 0,0-1 0,0-1 0,0 0 0,19-1 0,1-2-1365,-21 1-5461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24575,'0'3'0,"-1"0"0,1 0 0,-1-1 0,1 1 0,-1 0 0,0 0 0,-2 4 0,-1 1 0,-2 7 0,1 0 0,0 1 0,1-1 0,1 1 0,-4 28 0,7-42 0,-1 10 0,1-1 0,0 1 0,3 18 0,-3-27 0,1 1 0,0-1 0,0 0 0,0 0 0,0 0 0,0 0 0,0 0 0,1 0 0,-1 0 0,1-1 0,0 1 0,0 0 0,0-1 0,0 0 0,0 1 0,1-1 0,3 3 0,1-1 0,0-1 0,0 0 0,0 0 0,13 3 0,3 2 0,-19-7 0,-1 1 0,1-1 0,0 0 0,0 0 0,0-1 0,-1 1 0,7-1 0,-9 0 0,1 0 0,-1-1 0,0 1 0,1-1 0,-1 1 0,0-1 0,1 1 0,-1-1 0,0 0 0,0 0 0,1 0 0,-1 1 0,0-1 0,0-1 0,0 1 0,0 0 0,0 0 0,0 0 0,0 0 0,-1-1 0,1 1 0,0 0 0,0-3 0,1-2 0,0 0 0,0 1 0,-1-1 0,0 0 0,0 0 0,0-8 0,-1-39 0,-1 33 0,1-12 0,1 11 0,-4-25 0,3 43 0,-1 1 0,0 0 0,0-1 0,0 1 0,0-1 0,0 1 0,0 0 0,0 0 0,-1 0 0,1 0 0,0 0 0,-1 0 0,0 0 0,0 1 0,1-1 0,-1 0 0,0 1 0,0 0 0,0-1 0,0 1 0,0 0 0,-4-1 0,2 0 0,-1 1 0,1-1 0,-1 1 0,0 0 0,1 0 0,-1 1 0,0-1 0,1 1 0,-1 1 0,-5 0 0,8-1 6,1 0 0,-1 1-1,1-1 1,0 1 0,-1-1-1,1 1 1,0 0 0,0-1 0,0 1-1,-1 0 1,1 0 0,0 0-1,0 0 1,0 0 0,0 0-1,0 1 1,0-1 0,1 0 0,-1 0-1,-1 3 1,1 0-192,0-1 1,0 1-1,0-1 0,0 1 1,1-1-1,0 1 1,-1 6-1,2 3-6640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51 114 24575,'0'0'0,"-1"0"0,1 1 0,0-1 0,-1 0 0,1 0 0,-1 0 0,1 1 0,-1-1 0,1 0 0,0 1 0,-1-1 0,1 0 0,0 1 0,-1-1 0,1 0 0,0 1 0,-1-1 0,1 1 0,0-1 0,0 1 0,-1-1 0,1 1 0,0-1 0,0 1 0,0-1 0,-1 2 0,-1 15 0,1-16 0,0 10 0,0 0 0,1 0 0,0 0 0,1 0 0,0 0 0,0-1 0,3 12 0,-3-18 0,0-1 0,0 1 0,0-1 0,1 0 0,-1 1 0,1-1 0,-1 0 0,1 0 0,0 0 0,0 0 0,1-1 0,-1 1 0,0-1 0,1 1 0,-1-1 0,1 0 0,0 0 0,0 0 0,0 0 0,0-1 0,0 0 0,0 1 0,0-1 0,0 0 0,4 0 0,0 1 0,1-1 0,-1 0 0,1-1 0,-1 0 0,1-1 0,-1 1 0,0-1 0,10-3 0,-12 2 0,-1 1 0,0-1 0,0 0 0,0 0 0,0-1 0,0 1 0,0-1 0,-1 0 0,1 0 0,-1-1 0,0 1 0,1-1 0,-1 1 0,4-9 0,-2 3 0,-2 0 0,1 0 0,-1 0 0,0-1 0,0 1 0,-1-1 0,-1 0 0,1 0 0,-1 1 0,-1-1 0,0 0 0,0 0 0,-1 0 0,0 0 0,0 0 0,-1 0 0,-5-15 0,6 22 0,-1 0 0,0-1 0,0 1 0,0 0 0,0 0 0,0 0 0,0 0 0,-1 1 0,0-1 0,1 1 0,-1-1 0,-6-2 0,3 1 0,0 0 0,-1 1 0,0 0 0,1 1 0,-10-3 0,10 4 0,1 0 0,0 1 0,0-1 0,-1 1 0,1 1 0,0-1 0,-1 1 0,1 0 0,0 0 0,-9 4 0,8-3 0,-1 2 0,0-1 0,1 1 0,0 0 0,0 0 0,0 1 0,-8 9 0,9-9 0,0 1 0,0 0 0,1 0 0,0 0 0,0 1 0,0-1 0,-4 14 0,6-15 0,0 0 0,0 1 0,1-1 0,0 1 0,0-1 0,1 1 0,-1 0 0,1-1 0,0 1 0,2 10 0,-1-13 6,-1-1 0,1 0-1,0 0 1,-1 0 0,1 0 0,0 0-1,1 0 1,-1 0 0,0 0 0,0 0-1,1-1 1,-1 1 0,1 0 0,-1-1-1,1 0 1,0 1 0,-1-1-1,1 0 1,2 1 0,4 2-337,0 0 0,-1-1 0,12 2 0,-18-4 175,22 5-6670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67 24575,'-16'0'0,"3"-1"0,0 1 0,1 1 0,-14 3 0,22-4 0,0 1 0,1 0 0,-1 1 0,1-1 0,0 1 0,-1-1 0,1 1 0,0 0 0,0 1 0,0-1 0,0 1 0,0-1 0,0 1 0,1 0 0,-3 4 0,2-4 0,1 1 0,1 0 0,-1 0 0,0 0 0,1 0 0,0 0 0,0 0 0,0 0 0,0 8 0,-1 4 0,2 20 0,0-25 0,1-1 0,-1 0 0,1 0 0,0 0 0,1 0 0,0-1 0,0 1 0,7 14 0,-7-19 0,0-1 0,0 0 0,0 0 0,1 0 0,-1 0 0,1 0 0,0-1 0,0 1 0,0-1 0,1 0 0,-1 0 0,1 0 0,-1 0 0,1-1 0,0 0 0,0 1 0,8 1 0,-7-2 0,0 0 0,1-1 0,-1 0 0,1-1 0,-1 1 0,1-1 0,-1 0 0,1-1 0,-1 0 0,1 1 0,10-5 0,-13 4 0,1 0 0,-1-1 0,0 0 0,0 0 0,1 0 0,-1 0 0,0 0 0,-1-1 0,1 0 0,0 1 0,-1-1 0,1 0 0,-1 0 0,0 0 0,0-1 0,0 1 0,0-1 0,2-6 0,-1 1 0,-1 0 0,0 0 0,0 0 0,-1-1 0,0-12 0,-3-49 0,0 30 0,2 30 0,-1 0 0,-1-1 0,0 1 0,0 1 0,-1-1 0,0 0 0,-8-17 0,10 26 0,-1-1 0,1 0 0,-1 1 0,1 0 0,-1-1 0,0 1 0,0 0 0,0 0 0,-4-3 0,5 4 0,0 0 0,0 1 0,1-1 0,-1 1 0,0 0 0,0-1 0,0 1 0,0 0 0,0 0 0,0 0 0,0-1 0,0 1 0,0 0 0,0 0 0,1 1 0,-1-1 0,0 0 0,0 0 0,0 0 0,0 1 0,0-1 0,0 0 0,0 1 0,0-1 0,1 1 0,-1-1 0,0 1 0,0-1 0,0 1 0,1 0 0,-1 0 0,0 0 0,-1 1 11,0 1 0,1 0 0,-1-1 0,0 1-1,1 0 1,0-1 0,0 1 0,0 0 0,0 0 0,-1 4-1,0 3-752,-1 17 0,2-8-6084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24575,'3'3'0,"4"5"0,4 2 0,5 1 0,2-1 0,2 0 0,0 4 0,3 1 0,3 2 0,1 1 0,-2 2 0,-4-4-8191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24575,'379'0'-1365,"-363"0"-5461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24575,'0'5'0,"-2"2"0,-3-1 0,-4-1 0,1-1-8191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24575,'-5'3'0,"1"1"0,0 0 0,0 0 0,1 0 0,-1 1 0,1-1 0,-5 8 0,4-6 0,-3 6 0,0-1 0,0 1 0,2 0 0,-1 1 0,1 0 0,1 0 0,0 0 0,1 0 0,0 0 0,1 1 0,0 0 0,0 19 0,2-31 0,0 1 0,0-1 0,1 1 0,-1-1 0,1 1 0,-1-1 0,1 1 0,0-1 0,0 0 0,0 1 0,0-1 0,0 0 0,0 0 0,0 0 0,1 0 0,-1 0 0,1 0 0,1 2 0,0-2 0,0 0 0,0 0 0,0 0 0,0-1 0,0 1 0,0-1 0,1 0 0,-1 0 0,0 0 0,1 0 0,5 0 0,1 0 0,-1-1 0,1 1 0,0-2 0,0 1 0,0-2 0,12-2 0,-18 3 0,-1 0 0,0-1 0,0 1 0,0 0 0,0-1 0,0 0 0,0 0 0,0 0 0,0 0 0,-1-1 0,1 1 0,-1-1 0,0 1 0,1-1 0,-1 0 0,0 0 0,-1 0 0,1 0 0,0-1 0,-1 1 0,2-6 0,6-22 0,-2 1 0,6-50 0,-12 78 0,-1-1 0,0 1 0,0 0 0,0-1 0,0 1 0,0 0 0,0 0 0,0-1 0,-1 1 0,1 0 0,-1 0 0,0 0 0,1 0 0,-1 0 0,0 0 0,0 0 0,0 0 0,0 0 0,-1 0 0,1 0 0,0 1 0,-1-1 0,1 0 0,-1 1 0,1 0 0,-1-1 0,0 1 0,0 0 0,0 0 0,1 0 0,-1 0 0,0 0 0,0 0 0,-3 0 0,-9-5-68,11 5-50,0-1 0,0 1 0,0 0 0,0 0 0,-1 0 0,1 1 0,0-1 1,-1 1-1,1 0 0,-5 0 0,0 2-6708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24575,'1'2'0,"0"0"0,-1 0 0,1-1 0,0 1 0,0 0 0,0-1 0,1 1 0,-1-1 0,0 1 0,3 2 0,-1-2 0,12 12 0,0-1 0,1 0 0,34 19 0,-12-10 0,70 29 0,-49-26-1365,-45-19-5461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24575,'5'0'0,"5"0"0,9 0 0,0 0-8191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49 24575,'-7'0'0,"3"0"0,0 0 0,0 0 0,1 0 0,-6 2 0,8-2 0,0 0 0,-1 1 0,1-1 0,0 1 0,0-1 0,1 1 0,-1-1 0,0 1 0,0 0 0,0 0 0,0-1 0,0 1 0,1 0 0,-1 0 0,0 0 0,1 0 0,-1 0 0,0 0 0,1 0 0,-1 1 0,0 1 0,0 0 0,0 0 0,0 0 0,1 0 0,-1 0 0,1 0 0,0 0 0,0 0 0,0 0 0,0 0 0,1 5 0,-1-7 0,1 1 0,-1-1 0,0 0 0,1 1 0,-1-1 0,1 1 0,-1-1 0,1 0 0,0 0 0,0 0 0,-1 1 0,1-1 0,0 0 0,0 0 0,0 0 0,0 0 0,0 0 0,0-1 0,0 1 0,0 0 0,1 0 0,-1-1 0,0 1 0,0-1 0,1 1 0,1 0 0,1-1 0,0 0 0,-1 0 0,1 0 0,-1 0 0,1-1 0,0 0 0,-1 0 0,1 0 0,-1 0 0,1 0 0,-1-1 0,0 1 0,0-1 0,1 0 0,-1 0 0,0-1 0,2-2 0,1 0 0,0-1 0,0 0 0,-1-1 0,1 1 0,-2-1 0,9-14 0,-12 18 0,0 0 0,1 1 0,-1-1 0,0 0 0,-1 0 0,1 0 0,0-4 0,-1 7 0,0-1 0,0 0 0,0 0 0,0 0 0,0 0 0,0 1 0,0-1 0,0 0 0,0 0 0,-1 0 0,1 1 0,0-1 0,0 0 0,-1 1 0,1-1 0,-1 0 0,1 0 0,-1 1 0,1-1 0,-1 1 0,1-1 0,-1 1 0,1-1 0,-1 1 0,1-1 0,-1 1 0,0-1 0,1 1 0,-1 0 0,0-1 0,-1 1 0,-9-3 0,0 1 0,0 1 0,0 0 0,-1 0 0,-19 3 0,11-1 0,15-1-136,1 0-1,0 1 1,0-1-1,-1 1 1,1 0-1,0 0 1,0 0-1,0 1 0,-4 1 1,-2 4-6690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24575,'7'0'0,"4"0"0,8 0 0,4 3 0,4 0 0,1 0 0,3 0 0,-2 1 0,1 1 0,1 1 0,-4 0 0,-1-1 0,-4-2 0,-2 0 0,-3-2 0,-4-1-8191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24575,'0'5'0,"0"4"0,0 6 0,0 2 0,0 1 0,-3 0 0,0-1 0,1 0 0,-1-4-8191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24575,'0'3'0,"0"2"0,0 4 0,-2 10 0,-1 7 0,-2 1 0,-1-4-8191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15 24575,'3'-3'0,"4"0"0,4 0 0,3 0 0,0 1 0,1 1 0,0 3 0,-3 4 0,-8 3 0,-6 2 0,-6 0 0,-4-2 0,-6-1 0,-3-1 0,1-1 0,-2-1 0,1 0 0,4-1-8191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24575,'0'5'0,"0"9"0,2 5 0,4 1 0,2 0 0,2-1 0,0-1 0,0-4 0,1-4 0,-1-4-8191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24575,'0'304'0,"0"-290"0,-1 0 0,0 0 0,-1 0 0,0 0 0,-8 23 0,7-25-455,0 0 0,-2 16 0,4-22-6371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24575,'-9'0'0,"0"1"0,0-1 0,0 2 0,0-1 0,0 1 0,-11 5 0,15-5 0,1 0 0,-1 0 0,1 1 0,0 0 0,0 0 0,0 0 0,0 1 0,0-1 0,0 1 0,1 0 0,0 0 0,0 1 0,-3 4 0,-2 4 0,2 0 0,0 1 0,-8 22 0,12-27 0,-1 0 0,1 0 0,1 1 0,-1-1 0,2 1 0,-1 18 0,1-25 0,1 0 0,-1 0 0,1 0 0,-1 0 0,1 0 0,0 0 0,0 0 0,0 0 0,0-1 0,1 1 0,-1 0 0,1-1 0,-1 1 0,1-1 0,0 0 0,0 1 0,2 1 0,-1-1 0,1-1 0,-1 0 0,0 0 0,1 0 0,-1-1 0,1 1 0,-1-1 0,1 0 0,-1 0 0,1 0 0,0 0 0,4-1 0,-3 1 0,0-1 0,0 0 0,0-1 0,0 1 0,-1-1 0,1 0 0,9-3 0,-12 3 0,1-1 0,0 1 0,0-1 0,-1 0 0,1 0 0,-1 0 0,0 0 0,1 0 0,-1 0 0,0-1 0,0 1 0,0-1 0,2-4 0,0 0 0,-1-1 0,0 1 0,0-1 0,-1 0 0,1 0 0,-2 0 0,1 0 0,-1-1 0,1-12 0,-2 11 0,0 0 0,-1 1 0,0-1 0,0 0 0,-1 1 0,0 0 0,-7-19 0,8 25-124,0 0 0,-1 0 0,1 1 0,-1-1 0,0 0 0,0 0-1,0 1 1,0 0 0,0-1 0,-3-1 0,-7-5-6702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24575,'0'5'0,"2"7"0,6 3 0,5 2 0,1 1 0,3-1 0,0-3 0,0-1 0,-3-1 0,-1-2 0,-2 0 0,-1-2-8191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24575,'5'0'0,"3"0"0,3 0 0,2 0 0,1 0 0,0 0 0,0 0 0,5 0 0,-1 0-8191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24575,'-1'83'0,"2"86"0,-1-164 0,0-1 0,0 0 0,1 0 0,-1 0 0,1 0 0,0 0 0,1 5 0,-2-9 0,0 0 0,0 0 0,0 0 0,0 0 0,0 0 0,0 1 0,0-1 0,0 0 0,0 0 0,0 0 0,0 0 0,0 0 0,0 0 0,0 0 0,0 0 0,0 0 0,0 0 0,0 1 0,0-1 0,0 0 0,0 0 0,0 0 0,1 0 0,-1 0 0,0 0 0,0 0 0,0 0 0,0 0 0,0 0 0,0 0 0,0 0 0,0 0 0,0 0 0,0 0 0,0 0 0,0 0 0,0 0 0,1 0 0,-1 0 0,0 0 0,0 0 0,0 0 0,0 0 0,0 0 0,0 0 0,0 0 0,0 0 0,0 0 0,0 0 0,0 0 0,1 0 0,-1 0 0,0 0 0,0 0 0,0 0 0,0 0 0,0 0 0,0 0 0,0 0 0,0 0 0,0 0 0,0 0 0,0 0 0,0-1 0,0 1 0,2-6 0,-1 6 0,2-14 0,0 1 0,0 1 0,0 0 0,2 0 0,6-15 0,-10 24 0,1 1 0,-1 0 0,0-1 0,1 1 0,-1 0 0,1 0 0,0 0 0,0 0 0,0 1 0,-1-1 0,2 0 0,-1 1 0,0 0 0,0-1 0,0 1 0,0 0 0,1 0 0,-1 0 0,1 1 0,-1-1 0,0 1 0,1-1 0,-1 1 0,1 0 0,-1 0 0,5 0 0,0 2-151,-1 0-1,0 0 0,1 1 0,-1 0 1,0 0-1,-1 1 0,1-1 1,9 9-1,-3-2-6674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 24575,'12'1'0,"-6"-1"0,0 0 0,0 0 0,0 0 0,0-1 0,11-2 0,-16 2 0,0 1 0,1-1 0,-1 0 0,0 1 0,0-1 0,1 0 0,-1 0 0,0 0 0,0 0 0,0 0 0,0 0 0,0 0 0,0 0 0,0-1 0,-1 1 0,1 0 0,0-1 0,0 1 0,-1 0 0,1-1 0,-1 1 0,0-1 0,1 1 0,-1-1 0,0 1 0,1-1 0,-1 1 0,0-1 0,-1-2 0,1 3 0,0-1 0,0 1 0,0 0 0,-1-1 0,1 1 0,0 0 0,-1 0 0,1 0 0,-1-1 0,0 1 0,1 0 0,-1 0 0,0 0 0,1 0 0,-1 0 0,0 0 0,0 0 0,0 1 0,0-1 0,0 0 0,0 0 0,0 1 0,0-1 0,0 1 0,0-1 0,0 1 0,0-1 0,-1 1 0,0-1 0,-6 0 0,1-1 0,-1 1 0,-11 0 0,14 1 0,-8-1 0,1 1 0,-23 3 0,32-2 0,-1 0 0,1-1 0,-1 1 0,0 1 0,1-1 0,0 1 0,-1-1 0,1 1 0,0 0 0,0 0 0,0 1 0,0-1 0,-5 6 0,7-6 0,0 0 0,-1 0 0,1 0 0,0 1 0,1-1 0,-1 1 0,0-1 0,1 1 0,-1-1 0,1 1 0,-1-1 0,1 1 0,0-1 0,0 1 0,0-1 0,1 1 0,-1-1 0,0 1 0,2 4 0,0-1 0,0 1 0,0-1 0,1 0 0,-1 0 0,1 0 0,6 8 0,-6-10 8,1 0 0,-1 0 0,1-1 0,0 1 0,0-1 0,0 0 0,0-1 0,0 1 0,0-1 0,1 0 0,0 0 0,-1 0 0,1-1 0,5 2 0,0-1-256,0-1 1,0 0-1,0 0 1,0-1-1,18-3 1,-8 0-6579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24575,'-22'21'0,"17"-16"0,-1 0 0,1 0 0,1 1 0,-1-1 0,1 1 0,0 0 0,-5 9 0,6-9 0,1-1 0,0 1 0,0 0 0,0 0 0,1 1 0,-1-1 0,1 0 0,0 8 0,1-12 0,0 0 0,0 0 0,0 0 0,0 0 0,1 0 0,-1 0 0,0 0 0,1 0 0,0 0 0,-1 0 0,1 0 0,0 0 0,0-1 0,0 1 0,0 0 0,0 0 0,0-1 0,0 1 0,0-1 0,1 1 0,-1-1 0,1 0 0,-1 1 0,1-1 0,-1 0 0,1 0 0,0 0 0,2 1 0,1 0 0,0-1 0,0 1 0,0-1 0,8 1 0,-11-2 0,0 0 0,0 0 0,0 0 0,0 0 0,0-1 0,0 1 0,0 0 0,0-1 0,0 0 0,0 1 0,0-1 0,0 0 0,-1 0 0,1 0 0,2-2 0,1-2-245,-1 0 0,0-1-1,-1 1 1,6-11 0,-9 16 106,11-22-6687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24575,'8'0'0,"2"-1"0,0 1 0,0 1 0,0 0 0,15 4 0,-23-5 0,1 1 0,-1 0 0,0 0 0,1 0 0,-1 1 0,0-1 0,0 1 0,0-1 0,1 1 0,-1 0 0,-1-1 0,1 1 0,0 0 0,0 1 0,-1-1 0,1 0 0,-1 0 0,0 1 0,1-1 0,-1 1 0,0-1 0,1 5 0,-2-6 3,0 0-1,1 0 0,-1 1 1,0-1-1,0 0 1,1 0-1,-1 0 0,0 0 1,0 0-1,0 0 1,-1 1-1,1-1 0,0 0 1,0 0-1,0 0 1,-1 0-1,1 0 0,-1 0 1,1 0-1,-1 0 1,1 0-1,-1 0 0,1 0 1,-1 0-1,0 0 1,1 0-1,-1-1 0,0 1 1,0 0-1,0-1 1,1 1-1,-1 0 0,0-1 1,0 1-1,0-1 1,0 1-1,0-1 0,0 0 1,0 1-1,0-1 1,-1 0-1,-5 1-196,-1 0 1,1 0-1,0-1 1,-13 0-1,15-1-304,-7 1-6328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111 105 24575,'1'-2'0,"0"0"0,1-1 0,-1 1 0,0 0 0,0-1 0,0 1 0,0-1 0,0 1 0,-1-1 0,1 1 0,-1-1 0,1-2 0,0-4 0,-1 1 0,0-12 0,0 19 0,0-1 0,0 1 0,-1 0 0,1 0 0,0 0 0,-1-1 0,1 1 0,-1 0 0,1 0 0,-1 0 0,1 0 0,-1 0 0,0 0 0,1 0 0,-1 0 0,0 0 0,-1-1 0,0 0 0,0 1 0,0 0 0,0 0 0,0 0 0,0 0 0,0 0 0,0 0 0,-4-1 0,1 2 0,0-1 0,-1 0 0,1 1 0,0 0 0,-1 0 0,1 1 0,-6 1 0,9-1 0,0 0 0,-1-1 0,1 2 0,0-1 0,0 0 0,0 0 0,0 1 0,0-1 0,0 1 0,0 0 0,1 0 0,-1-1 0,0 1 0,1 1 0,-1-1 0,1 0 0,0 0 0,0 0 0,-1 1 0,0 4 0,1-3 0,-1 0 0,2 0 0,-1 0 0,0 0 0,1 0 0,-1 0 0,1 0 0,0 1 0,0-1 0,1 0 0,-1 0 0,2 7 0,-1-9 0,0 0 0,0 0 0,0 0 0,0 0 0,0-1 0,0 1 0,1 0 0,-1-1 0,0 1 0,1-1 0,-1 1 0,1-1 0,0 0 0,-1 0 0,1 1 0,0-1 0,-1-1 0,1 1 0,0 0 0,0 0 0,0-1 0,0 1 0,3-1 0,5 2 0,0-1 0,1 0 0,12-2 0,-12 1 0,45-1-1365,-32 0-5461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24575,'0'3'0,"2"0"0,8 0 0,4 0 0,5-1 0,1-1 0,-1-1 0,-1 1 0,-3-1-8191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1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24575,'-2'0'0,"1"1"0,0-1 0,-1 0 0,1 1 0,0-1 0,-1 0 0,1 1 0,0 0 0,0-1 0,0 1 0,-1 0 0,1 0 0,0-1 0,0 1 0,0 0 0,0 0 0,0 1 0,0-1 0,1 0 0,-1 0 0,0 0 0,0 0 0,1 1 0,-2 1 0,0 4 0,-1 0 0,1 0 0,-2 12 0,3-15 0,-5 33 0,-2 42 0,2-19 0,3-38 0,1-11 0,1 0 0,0 0 0,0 0 0,2 22 0,0-27 0,1 0 0,0 0 0,0 1 0,5 8 0,0-1 0,-6-12 0,0 0 0,0 0 0,0-1 0,0 1 0,1 0 0,-1-1 0,1 1 0,-1-1 0,1 0 0,-1 1 0,1-1 0,0 0 0,0 0 0,-1 0 0,1 0 0,0 0 0,0-1 0,0 1 0,3 0 0,4 1 0,1-1 0,17 0 0,-17-1 0,15 1 0,-4-1 0,0 1 0,23 4 0,-26-1-111,59 10-1143,-61-12-5572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62 24575,'-24'26'0,"15"-14"0,3-6 0,1 1 0,0 0 0,0 0 0,1 0 0,0 0 0,0 1 0,-6 15 0,6-7 0,0 1 0,1-1 0,1 0 0,-2 33 0,4-47 0,0 0 0,0-1 0,0 1 0,1 0 0,-1-1 0,0 1 0,1-1 0,-1 1 0,1-1 0,-1 1 0,1-1 0,0 1 0,-1-1 0,1 1 0,0-1 0,0 0 0,0 0 0,0 1 0,0-1 0,0 0 0,2 1 0,-1 0 0,1-1 0,-1 0 0,0 0 0,1 0 0,-1 0 0,1-1 0,0 1 0,-1-1 0,1 1 0,0-1 0,3 0 0,-2 0 0,0-1 0,0 1 0,0-1 0,0 0 0,0 0 0,0 0 0,0 0 0,-1-1 0,1 0 0,0 0 0,-1 0 0,6-4 0,-5 3 0,0-1 0,0 0 0,-1 0 0,1-1 0,-1 1 0,0-1 0,0 1 0,4-10 0,-2 2 0,-1 0 0,0-1 0,-1 1 0,0-1 0,-1 1 0,0-1 0,0-24 0,-2 24 0,1-3 0,-3-19 0,2 31 0,-1-1 0,1 1 0,-1 0 0,0 0 0,0 0 0,-1-1 0,1 1 0,-1 1 0,-2-6 0,2 7 0,0 0 0,0 0 0,0 0 0,0 0 0,0 0 0,0 0 0,0 1 0,0-1 0,-1 1 0,1 0 0,0 0 0,-1 0 0,1 0 0,-1 0 0,1 1 0,-5-2 0,-4 1 0,0 0 0,-17 2 0,26-1 0,-2 0 24,0 0 0,0 1 0,1-1 0,-6 2 0,8-1-107,-1-1 1,1 1-1,0-1 1,0 1-1,0 0 1,0-1-1,0 1 1,0 0-1,0 0 1,0 0-1,0 0 1,1 0-1,-1 0 1,0 0-1,0 0 1,1 0-1,-2 2 1,-1 6-6744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24575,'0'3'0,"5"5"0,3 7 0,3 2 0,2 2 0,-1 0 0,-1-1 0,0-1 0,1 1 0,0-1 0,1-3 0,0-2 0,0-4 0,-2-4-8191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24575,'3'3'0,"2"0"0,3 0 0,3 0 0,1-2 0,1 1 0,-2-2-8191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24575,'-44'-1'0,"-46"2"0,89 0 0,-1-1 0,1 0 0,0 0 0,0 1 0,0-1 0,-1 0 0,1 1 0,0-1 0,0 1 0,0 0 0,0-1 0,0 1 0,0 0 0,0 0 0,0 0 0,0 0 0,-1 2 0,0-2 0,1 1 0,0 0 0,1 0 0,-1 0 0,0 0 0,0 0 0,1 0 0,-1 0 0,1 0 0,-1 4 0,1-1 0,0 0 0,0 0 0,1 0 0,-1 0 0,1 0 0,0-1 0,0 1 0,0 0 0,3 6 0,-2-7 0,0 0 0,0 0 0,1-1 0,-1 1 0,1-1 0,-1 0 0,1 0 0,6 5 0,1 0 0,17 9 0,-20-13 0,0 0 0,0 0 0,-1 1 0,1 0 0,-1 0 0,7 9 0,-12-13 0,0 0 0,0 0 0,-1 0 0,1 0 0,-1 0 0,1 0 0,-1 0 0,1 0 0,-1 0 0,1 1 0,-1-1 0,0 0 0,0 0 0,1 0 0,-1 1 0,0-1 0,0 0 0,0 0 0,0 1 0,-1 0 0,1-1 0,0 0 0,-1 0 0,1 0 0,0-1 0,-1 1 0,1 0 0,-1-1 0,1 1 0,-1 0 0,0-1 0,1 1 0,-1-1 0,1 1 0,-1-1 0,0 1 0,0-1 0,1 1 0,-1-1 0,0 0 0,0 0 0,1 1 0,-1-1 0,0 0 0,0 0 0,1 0 0,-1 0 0,0 0 0,0 0 0,-1 0 0,0 0-105,0-1 0,0 1 0,1-1 0,-1 1 0,0-1 0,0 0 0,1 1 0,-1-1 0,0 0 0,1 0 0,-1 0 0,-1-3 0,-7-5-6721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24575,'2'-2'0,"4"-1"0,2-1 0,2 4 0,0 4 0,0 4 0,-1 3 0,-3 0-8191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24575,'9'0'0,"35"-2"0,-38 1 0,-1 0 0,0 0 0,1 0 0,-1-1 0,0 0 0,6-3 0,-9 3 0,0 1 0,0-1 0,0 1 0,0-1 0,0 0 0,-1 0 0,1 0 0,-1 0 0,1-1 0,-1 1 0,0 0 0,1-1 0,-1 1 0,0-1 0,-1 1 0,1-1 0,0 1 0,-1-1 0,1 0 0,-1 1 0,1-5 0,-1 4 0,0 1 0,0-1 0,0 1 0,0-1 0,-1 1 0,1-1 0,0 1 0,-1-1 0,0 1 0,0 0 0,1-1 0,-1 1 0,0 0 0,-1 0 0,1-1 0,0 1 0,-1 0 0,1 0 0,-1 1 0,1-1 0,-1 0 0,0 0 0,-1-1 0,-1 1 0,0 0 0,0 1 0,0-1 0,0 1 0,0 0 0,0 0 0,0 0 0,0 1 0,0-1 0,0 1 0,0 0 0,0 0 0,0 1 0,0-1 0,-7 3 0,10-2 0,0-1 0,0 1 0,0 0 0,0 0 0,0-1 0,0 1 0,0 0 0,0 0 0,0 0 0,0 0 0,0 1 0,1-1 0,-1 0 0,0 0 0,1 0 0,-1 1 0,1-1 0,-1 0 0,0 3 0,0 2 0,0 1 0,-1 13 0,2-14 0,0 0 0,-3 10 0,1-9 0,1-5 0,0 1 0,0 0 0,1 0 0,-1 0 0,1 0 0,-1 5 0,1-7 0,1 0 0,-1-1 0,0 1 0,0 0 0,1 0 0,-1 0 0,0 0 0,1 0 0,-1 0 0,1 0 0,-1-1 0,1 1 0,-1 0 0,1 0 0,-1-1 0,1 1 0,0 0 0,-1-1 0,1 1 0,0 0 0,0-1 0,-1 0 0,1 1 0,0-1 0,1 1 0,2 1-151,0-1-1,0 0 0,0 0 0,1 0 1,-1 0-1,0-1 0,0 1 1,8-2-1,2-1-6674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24575,'-2'0'0,"-1"5"0,0 7 0,1 3 0,0 2 0,1 1 0,3 2 0,5 0 0,9-1 0,8-4 0,3-4 0,-2-4 0,-2-3 0,-3-3 0,-3-1 0,-2 0 0,-3-4 0,-4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24575,'5'0'0,"8"0"0,4 0 0,3 0 0,2 0 0,-2 0 0,1 0 0,-3 0-8191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24575,'-6'86'0,"0"-22"0,-2 24 0,4-50 0,3-36 0,1 1 0,0-1 0,0 0 0,0 1 0,0-1 0,0 0 0,1 0 0,-1 1 0,1-1 0,1 4 0,-2-5 0,1 0 0,0 0 0,-1 0 0,1 0 0,0 0 0,0 0 0,0 0 0,0 0 0,0 0 0,0 0 0,0 0 0,0-1 0,0 1 0,0 0 0,0-1 0,0 1 0,0-1 0,1 0 0,0 1 0,11 1 0,0 0 0,0-1 0,0-1 0,23-2 0,-5 0 0,24 1-1365,-41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24575,'0'5'0,"-3"7"0,-2 8 0,-3 8 0,-3 5 0,-1-1 0,1-3 0,3-5 0,2-3 0,3-1 0,-1 2 0,-2 4 0,0-3-8191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0 24575,'-1'0'0,"1"0"0,-1 0 0,1 1 0,-1-1 0,1 0 0,-1 0 0,1 1 0,0-1 0,-1 0 0,1 1 0,-1-1 0,1 0 0,0 1 0,-1-1 0,1 0 0,0 1 0,-1-1 0,1 1 0,0-1 0,0 1 0,-1-1 0,1 1 0,0-1 0,0 1 0,0-1 0,0 1 0,0 0 0,-3 17 0,3-15 0,-6 49 0,-2 20 0,6-57 0,0 0 0,-1 0 0,-1 0 0,0 0 0,-9 20 0,6-16 0,1 1 0,-5 22 0,9-16 11,1-22-164,1 1 0,0-1 0,-1 1 0,1-1 0,-1 1 1,0-1-1,-1 0 0,-1 7 0,-3-2-6673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0 24575,'0'28'0,"-5"48"0,0-29-234,1 90-1,4-107-661,1-16-5930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24575,'0'5'0,"0"4"0,0 6 0,0 2 0,0 1 0,0 5 0,0 1 0,0-1 0,0-2 0,0-2 0,0-2 0,0 1 0,0 0 0,0 2 0,0 0 0,0-1 0,0 2 0,0-4-8191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33 24575,'-7'0'0,"0"0"0,-1 1 0,1 0 0,0 0 0,0 1 0,-11 3 0,14-3 0,0 0 0,0 0 0,1 1 0,-1-1 0,1 1 0,0-1 0,0 1 0,0 0 0,0 1 0,0-1 0,0 0 0,1 1 0,-3 4 0,3-3 0,-1 0 0,1 1 0,0-1 0,0 1 0,1 0 0,0 0 0,0-1 0,0 1 0,0 6 0,1-3 0,0 0 0,0-1 0,0 1 0,2 0 0,2 13 0,-4-20 0,1 0 0,0 0 0,0 0 0,0 0 0,0 1 0,0-1 0,0-1 0,1 1 0,-1 0 0,0 0 0,1 0 0,-1-1 0,1 1 0,0-1 0,0 1 0,-1-1 0,1 0 0,0 0 0,0 0 0,0 0 0,0 0 0,0 0 0,0-1 0,4 1 0,4 1 0,0-1 0,-1-1 0,1 0 0,12-1 0,-6-1 0,4 2 0,-13 1 0,0-1 0,0-1 0,0 1 0,13-4 0,-19 3 0,1 0 0,0 0 0,-1 0 0,1 0 0,-1 0 0,1 0 0,-1-1 0,0 1 0,1 0 0,-1-1 0,0 1 0,0-1 0,0 0 0,0 1 0,0-1 0,0 0 0,0 0 0,-1 1 0,1-1 0,-1 0 0,1 0 0,0-3 0,0-3 0,0 0 0,-1 0 0,0-1 0,0-9 0,-1 9 0,0-1 0,-1 1 0,0-1 0,-1 1 0,1 0 0,-2 0 0,-4-11 0,5 14 0,1 1 0,-1 0 0,0 0 0,-1 0 0,1 0 0,-1 1 0,0-1 0,0 1 0,0 0 0,-1 0 0,1 1 0,-9-6 0,6 6 0,-1 1 0,0 0 0,1 0 0,-1 1 0,0 0 0,0 0 0,1 1 0,-1 0 0,-14 3 0,19-3-54,0 1-1,0 0 0,1 0 1,-1 0-1,0 0 1,1 1-1,-1-1 0,0 1 1,1-1-1,0 1 1,-1 0-1,1 0 0,0 1 1,0-1-1,0 0 0,0 1 1,0-1-1,1 1 1,-1-1-1,1 1 0,-1 0 1,1 0-1,0 0 1,-1 4-1,1 4-6771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137 175 24575,'4'0'0,"2"1"0,1-1 0,-1-1 0,0 1 0,0-1 0,10-3 0,-15 4 0,1-1 0,0 0 0,-1 0 0,1 0 0,-1 0 0,1 0 0,-1 0 0,1 0 0,-1-1 0,0 1 0,0 0 0,0-1 0,1 1 0,-1-1 0,0 0 0,-1 1 0,1-1 0,0 0 0,0 0 0,-1 1 0,1-1 0,-1 0 0,1 0 0,-1-2 0,1-1 0,0 1 0,-1 0 0,0-1 0,1 1 0,-2 0 0,1 0 0,0-1 0,-1 1 0,0 0 0,1 0 0,-2-1 0,1 1 0,0 0 0,-1 0 0,0 0 0,1 1 0,-2-1 0,1 0 0,0 1 0,0-1 0,-1 1 0,0 0 0,0 0 0,0 0 0,0 0 0,0 1 0,0 0 0,-1-1 0,1 1 0,-1 0 0,1 0 0,-1 1 0,-6-2 0,-5-2 0,0 2 0,-1 0 0,0 1 0,1 1 0,-21 0 0,35 1 0,-1 1 0,1-1 0,-1 0 0,1 0 0,0 1 0,-1-1 0,1 1 0,0 0 0,-1-1 0,1 1 0,0 0 0,0 0 0,-1-1 0,1 1 0,0 0 0,0 1 0,0-1 0,0 0 0,0 0 0,0 0 0,1 1 0,-1-1 0,0 0 0,0 1 0,1-1 0,-1 1 0,1-1 0,-1 2 0,0 4 0,0 0 0,0 0 0,0 0 0,1 14 0,0-13 0,0-2 0,0-1 0,1 1 0,-1-1 0,1 1 0,0-1 0,2 8 0,-2-11 0,0 0 0,0 0 0,0 0 0,0-1 0,0 1 0,0 0 0,0-1 0,1 1 0,-1-1 0,0 1 0,1-1 0,-1 0 0,1 0 0,-1 0 0,1 0 0,0 0 0,-1 0 0,1 0 0,0 0 0,2 0 0,8 1-64,-1 0 0,1-1 0,0 0 1,-1-1-1,16-3 0,-11 2-918,-4 1-5844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164 295 24575,'3'0'0,"-1"0"0,1 1 0,-1-1 0,1 1 0,3 1 0,7 3 0,-4-3 0,1-1 0,0 0 0,17 0 0,-25-1 0,0 0 0,0 0 0,0-1 0,0 1 0,0 0 0,0-1 0,0 0 0,0 1 0,0-1 0,-1 0 0,1 0 0,0 0 0,0 0 0,-1 0 0,1-1 0,-1 1 0,1-1 0,-1 1 0,1-1 0,-1 1 0,0-1 0,0 0 0,0 0 0,0 1 0,2-5 0,-2 0 0,1-1 0,-1 1 0,0-1 0,0 0 0,-1-9 0,-2-35 0,2 44 0,-1 0 0,0-1 0,0 1 0,0 0 0,-1 0 0,0-1 0,0 1 0,0 1 0,-1-1 0,0 0 0,-1 1 0,1-1 0,-1 1 0,0 0 0,0 0 0,-1 1 0,0-1 0,1 1 0,-10-7 0,8 7 0,-1 1 0,1-1 0,-1 1 0,0 0 0,0 1 0,-1-1 0,1 2 0,-1-1 0,1 1 0,-1 0 0,0 1 0,1 0 0,-1 1 0,0-1 0,0 1 0,0 1 0,0 0 0,1 0 0,-1 1 0,-11 4 0,15-5 0,0 1 0,1-1 0,-1 1 0,0 1 0,1-1 0,0 0 0,-1 1 0,1 0 0,0 0 0,0 0 0,1 0 0,-1 0 0,-2 5 0,2-3 0,1 0 0,-1 0 0,1 0 0,0 1 0,0-1 0,1 1 0,0-1 0,0 1 0,-1 9 0,2-9 0,-1 0 0,1 1 0,0-1 0,1 0 0,-1 0 0,1 0 0,2 9 0,-2-12 0,0 0 0,0-1 0,1 1 0,-1-1 0,0 1 0,1-1 0,0 1 0,-1-1 0,1 0 0,0 0 0,0 0 0,0 0 0,0 0 0,1 0 0,-1 0 0,0-1 0,4 2 0,6 3-170,1-2-1,-1 0 0,1 0 1,-1-2-1,1 1 0,0-2 1,19 1-1,-18-2-6655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24575,'12'0'0,"0"0"0,-1-2 0,1 1 0,20-7 0,5-2 0,0 2 0,1 1 0,40 0 0,116 5 0,-115 3 0,-41-1 0,307 9 0,-68-3 0,-264-5-232,0 0-1,19 5 1,-26-5-436,7 2-6158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1244 0 24575,'-9'7'0,"-20"14"0,-44 24 0,-174 62 0,-8-22 0,151-49 0,-20 6 0,105-37 0,-31 10 0,-88 40 0,115-44-119,-55 26 372,67-33-503,1 0 0,-1-1 0,0-1 1,0 0-1,-19 1 0,19-3-6576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24575,'0'8'0,"7"2"0,7-1 0,7-1 0,8-3 0,0-2 0,-1-1 0,-2-1 0,-3 1 0,-3 1 0,0 0 0,-2-1 0,-1 0 0,-1-1 0,-2 2 0,-2 0-8191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18 24575,'-6'7'0,"1"0"0,1 0 0,-1 1 0,-4 11 0,-3 4 0,-18 25 0,20-34 0,1 0 0,0 1 0,1 1 0,0-1 0,-5 18 0,12-28 0,-1 0 0,1 0 0,1 0 0,-1 0 0,1-1 0,-1 1 0,1 7 0,1-11 0,-1 1 0,0 0 0,0-1 0,1 1 0,-1 0 0,0-1 0,1 1 0,0-1 0,-1 1 0,1-1 0,0 1 0,0-1 0,0 1 0,-1-1 0,1 0 0,1 0 0,-1 1 0,0-1 0,0 0 0,0 0 0,0 0 0,1 0 0,-1-1 0,1 1 0,1 1 0,2-1 0,0 1 0,0-1 0,0 0 0,0-1 0,0 0 0,1 1 0,-1-2 0,0 1 0,0-1 0,0 1 0,0-2 0,1 1 0,-2-1 0,1 1 0,0-1 0,8-5 0,-9 4 0,0 0 0,-1-1 0,1 1 0,0-1 0,-1 0 0,0 0 0,0 0 0,0-1 0,2-5 0,-1 3 0,-1 0 0,-1-1 0,1 0 0,-1 0 0,2-10 0,-1-7 0,-1 0 0,-3-47 0,1 67 0,0-2 20,0 0 0,-1 0 0,0 0 0,0 1 0,-2-9 0,2 13-98,0 0 0,0 0 0,0-1-1,0 1 1,0 0 0,0 0 0,-1 1 0,1-1 0,0 0-1,-1 0 1,0 1 0,1-1 0,-1 1 0,0-1 0,0 1-1,1 0 1,-1 0 0,-4-2 0,-6-1-6748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24575,'1'5'0,"-1"-1"0,1 1 0,-1-1 0,1 0 0,1 0 0,-1 1 0,0-1 0,1 0 0,0 0 0,0 0 0,0-1 0,0 1 0,1 0 0,2 3 0,6 6 0,1-1 0,15 14 0,-14-15 0,80 69 0,-75-66 0,0-2 0,1 0 0,30 13 0,-35-20-1365,-3-2-5461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24575,'2'0'0,"11"0"0,1 3 0,5 0 0,0 0 0,0 0 0,1-2 0,-1 1 0,-1-2 0,-2 0 0,-1 0 0,0 0 0,-4 0-8191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24575,'0'3'0,"3"0"0,2 0 0,3 0 0,5-2 0,2 0 0,1 0 0,0-1 0,2 0 0,0 3 0,-3 0-8191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51 24575,'-4'1'0,"0"-1"0,-1 1 0,1 0 0,0 0 0,0 1 0,0-1 0,0 1 0,0 0 0,0 0 0,0 0 0,0 1 0,1-1 0,-1 1 0,1 0 0,-6 7 0,-2 3 0,0 1 0,-15 26 0,22-34 0,-2 4 0,0 0 0,1 0 0,1 0 0,-1 1 0,1 0 0,1 0 0,-3 13 0,5-20 0,1 1 0,-1-1 0,1 0 0,0 1 0,0 0 0,1-1 0,-1 0 0,1 1 0,1 5 0,-1-7 0,0 0 0,0 0 0,1 0 0,-1 0 0,1-1 0,0 1 0,-1-1 0,1 1 0,0-1 0,0 1 0,0-1 0,1 0 0,-1 0 0,4 2 0,-2-2 0,0 0 0,0 0 0,1 0 0,-1-1 0,0 0 0,1 0 0,-1 0 0,9 0 0,-1 0 0,0-1 0,14-3 0,-22 3 0,0-1 0,0 0 0,-1 0 0,1 0 0,0 0 0,0-1 0,-1 0 0,1 0 0,-1 0 0,1 0 0,-1 0 0,0-1 0,0 0 0,3-3 0,-3 2 0,0 0 0,0 0 0,-1 0 0,1 0 0,-1-1 0,0 1 0,0-1 0,-1 1 0,1-1 0,-1 0 0,0 1 0,1-8 0,-1-14 0,0-1 0,-2 1 0,0 0 0,-6-30 0,4 35 0,2 7-120,0 7 183,1-1 0,-1 1 0,-3-10 0,3 15-137,1 0-1,-1 1 0,1-1 0,-1 0 0,0 1 0,0-1 0,0 1 0,0-1 1,0 1-1,0 0 0,0 0 0,0-1 0,0 1 0,-1 0 0,1 0 0,0 0 1,-1 0-1,1 0 0,-2 0 0,-7-2-6751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24575,'1'1'0,"-1"0"0,0 0 0,1 0 0,-1-1 0,0 1 0,1 0 0,-1 0 0,1-1 0,0 1 0,-1 0 0,1-1 0,-1 1 0,1-1 0,0 1 0,-1-1 0,1 1 0,0-1 0,0 1 0,1 0 0,1 0 0,21 17 0,-17-12 0,0-1 0,1 0 0,-1 0 0,1-1 0,11 5 0,1-2 0,0 0 0,0 2 0,-1 1 0,27 17 0,-31-13-1365,-11-10-5461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24575,'17'0'0,"193"9"0,-146-5 0,-20-1 0,-30-1-1365,-2 1-5461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24575,'3'0'0,"2"0"0,3 0 0,3 0 0,1 0 0,1 0 0,1 0 0,-1 0 0,4 0 0,0 0 0,-1 0 0,2 0 0,0 0 0,0 0 0,-4-3 0,-4 0-8191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24575,'2'0'0,"6"0"0,8 0 0,3 0 0,3 0 0,-1 3 0,-3 0 0,-2 0 0,-2 0 0,2-2 0,0 0 0,0 0 0,-1-1 0,0 0 0,-1 3 0,2 2 0,-2 2-8191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7 24575,'0'-1'0,"1"1"0,-1 0 0,0-1 0,0 1 0,0 0 0,0-1 0,1 1 0,-1 0 0,0-1 0,0 1 0,1 0 0,-1-1 0,0 1 0,0 0 0,1 0 0,-1-1 0,0 1 0,1 0 0,-1 0 0,0 0 0,1 0 0,-1-1 0,0 1 0,1 0 0,-1 0 0,0 0 0,1 0 0,-1 0 0,0 0 0,1 0 0,-1 0 0,1 0 0,-1 0 0,15 2 0,-2 0 0,0 2 0,0 0 0,0 1 0,0 0 0,-1 1 0,0 0 0,0 2 0,-1-1 0,0 1 0,0 1 0,-1 0 0,15 16 0,-24-24 0,0 1 0,0-1 0,1 0 0,-1 0 0,-1 1 0,1-1 0,0 1 0,0-1 0,0 1 0,-1-1 0,1 1 0,-1 0 0,1-1 0,-1 1 0,1 0 0,-1-1 0,0 1 0,0 0 0,0-1 0,0 1 0,0 0 0,0 0 0,0-1 0,-1 1 0,1 0 0,-1-1 0,1 1 0,-1 0 0,1-1 0,-1 1 0,0-1 0,1 1 0,-1-1 0,0 1 0,0-1 0,0 0 0,0 0 0,-3 3 0,-4 4 0,-1 0 0,0 0 0,0-1 0,-13 7 0,-41 20 0,24-14 0,-1-1 52,-18 12-1469,47-24-5409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24575,'5'0'0,"1"3"0,0 5 0,-2 7 0,0 7 0,-2 9 0,-1 0 0,-1-1 0,3-7 0,6-7 0,5-6 0,4-5 0,2-3 0,-3-3-8191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0 24575,'-5'5'0,"-3"4"0,-3 1 0,-6 1 0,-6 3 0,-2 0 0,0-3 0,1-3 0,1-3 0,4-3-8191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24575,'5'0'0,"3"0"0,8 0 0,5 0 0,8 0 0,2 0 0,2 0 0,0 0 0,-1 0 0,-1 0 0,-4 0 0,-4 0 0,-4 0 0,-5 0-8191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24575,'-2'5'0,"-4"2"0,0 4 0,1 3 0,1 2 0,2 0 0,0 0 0,1 0 0,6 0 0,3-4 0,3-2 0,7-5 0,2-1 0,2-3 0,0-1 0,-1-3 0,-5-1-8191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24575,'6'1'0,"0"0"0,0 0 0,-1 0 0,1 0 0,-1 1 0,1 0 0,-1 1 0,1-1 0,-1 1 0,0 0 0,8 6 0,-12-8 0,0 0 0,0 0 0,1 0 0,-1 1 0,0-1 0,-1 0 0,1 0 0,0 1 0,0-1 0,0 0 0,-1 1 0,1-1 0,0 1 0,-1-1 0,0 1 0,1-1 0,-1 1 0,0-1 0,1 1 0,-1 0 0,0-1 0,0 1 0,0-1 0,0 1 0,-1 0 0,1-1 0,0 1 0,-1-1 0,1 1 0,-1-1 0,1 1 0,-1-1 0,0 2 0,-3 5 0,-1 0 0,1-1 0,-1 0 0,-9 11 0,11-15 0,-11 12 0,9-9 0,-1 0 0,1 0 0,-4 7 0,8-12 0,0 1 0,0-1 0,0 1 0,0 0 0,0-1 0,1 1 0,-1 0 0,1 0 0,-1 0 0,1 0 0,0-1 0,0 1 0,-1 0 0,1 0 0,0 0 0,1 0 0,-1 0 0,0 2 0,1-3 0,-1 0 0,1 0 0,-1 0 0,1 0 0,0 0 0,-1 0 0,1 0 0,0 0 0,-1 0 0,1 0 0,0 0 0,0 0 0,0-1 0,0 1 0,0 0 0,0-1 0,0 1 0,0-1 0,0 1 0,2 0 0,3 1 0,1-1 0,9 2 0,-2 0 0,1 2-103,-7-2 179,0-1-1,11 2 0,-18-4-153,1 1 0,-1-1-1,1 0 1,-1 0 0,1 0-1,0 0 1,-1-1 0,1 1-1,-1 0 1,0-1 0,1 1-1,-1-1 1,1 1 0,-1-1-1,0 0 1,1 0 0,-1 0-1,2-1 1,3-6-6748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24575,'0'2'0,"0"7"0,2 10 0,1 13 0,0 8 0,0 5 0,-2 2 0,3 3 0,1-2 0,2-2 0,-2-4 0,3 2 0,1-3 0,-2-3 0,-2-3 0,-1-5 0,0-7 0,0-9-8191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24575,'0'4'0,"0"0"0,1 0 0,-1-1 0,3 7 0,1 6 0,-4-8 0,1-5 0,-1 1 0,0-1 0,1 0 0,-1 0 0,2 3 0,-2-5 0,0-1 0,1 1 0,-1-1 0,0 1 0,0-1 0,1 1 0,-1-1 0,0 1 0,1-1 0,-1 1 0,1-1 0,-1 0 0,0 1 0,1-1 0,-1 0 0,1 1 0,-1-1 0,1 0 0,-1 0 0,1 1 0,-1-1 0,1 0 0,-1 0 0,1 0 0,-1 0 0,1 0 0,0 0 0,-1 0 0,1 0 0,-1 0 0,1 0 0,0 0 0,31-8 0,-25 5 0,-1 1 0,1 0 0,0 1 0,0 0 0,0 0 0,0 0 0,13 2 0,-18-1 0,-1 1 0,1-1 0,0 1 0,0 0 0,-1 0 0,1 0 0,-1 0 0,1 0 0,-1 0 0,1 0 0,-1 0 0,1 0 0,-1 1 0,0-1 0,0 1 0,0-1 0,0 1 0,0 0 0,0-1 0,0 1 0,0 0 0,0 0 0,0 3 0,0-2 0,0 1 0,0 0 0,-1 0 0,1 0 0,-1 0 0,0 0 0,0-1 0,0 1 0,0 0 0,-1 0 0,0 4 0,0-6 0,0 0 0,0 0 0,1 0 0,-1-1 0,0 1 0,-1 0 0,1-1 0,0 1 0,0-1 0,0 1 0,-1-1 0,1 0 0,-1 0 0,1 1 0,-1-1 0,1 0 0,-1 0 0,0-1 0,0 1 0,1 0 0,-1-1 0,-3 2 0,2-2 0,-1 1 0,1 0 0,0-1 0,0 0 0,-1 0 0,1 0 0,0 0 0,-1-1 0,1 0 0,0 1 0,-6-3 0,6-1 0,5 1 0,9 0 0,-8 3 0,0 0 0,1 0 0,-1 0 0,0 0 0,1 0 0,-1 1 0,0 0 0,0 0 0,1 0 0,-1 0 0,0 0 0,0 1 0,0-1 0,0 1 0,0 0 0,0 0 0,3 3 0,-5-4 0,0 1 0,0-1 0,1 0 0,-1 1 0,0-1 0,0 1 0,0 0 0,0-1 0,-1 1 0,1 0 0,0-1 0,-1 1 0,1 0 0,-1 0 0,1 0 0,-1-1 0,0 1 0,0 0 0,0 0 0,0 0 0,0 0 0,0 0 0,0-1 0,0 1 0,-1 0 0,1 0 0,-1 0 0,1 0 0,-1-1 0,0 1 0,0 0 0,0-1 0,1 1 0,-4 2 0,0 2 0,0-1 0,-1 0 0,0 0 0,0 0 0,0-1 0,-1 0 0,1 0 0,-1 0 0,0-1 0,0 0 0,-10 4 0,-5-1 0,0 0 0,-23 4 0,35-8 0,16 1 0,153 30 0,-65-16 0,35 9-1365,-103-22-5461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0 24575,'-2'0'0,"-3"3"0,-6 7 0,-2 4 0,0 0 0,-2-1 0,-2-1 0,0-2-8191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24575,'0'5'0,"0"4"0,0 3 0,-2 7 0,-6 5 0,-3 4 0,-2 6 0,1 3 0,-3 0 0,-2-1 0,2-5 0,0-4 0,-1-3 0,1-2 0,2-3 0,3-5-8191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24575,'5'0'0,"3"0"0,8 0 0,2 0 0,4 0 0,-2 3 0,-5 3 0,-5 0-8191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24575,'5'0'0,"5"0"0,11 0 0,4 0 0,6 0 0,8 0 0,-1 0 0,0 0 0,-2 0 0,-3 0 0,-4 0 0,-5 0 0,-4 0 0,-4 0 0,-4 0-8191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24575,'0'8'0,"0"4"0,0 3 0,0 2 0,0 2 0,0 6 0,0 1 0,0-2 0,-5-4 0,-1-6-8191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24575,'0'0'0,"0"0"0,0-1 0,0 1 0,0 0 0,0 0 0,0-1 0,0 1 0,0 0 0,1 0 0,-1 0 0,0-1 0,0 1 0,0 0 0,0 0 0,0 0 0,0-1 0,0 1 0,0 0 0,1 0 0,-1 0 0,0-1 0,0 1 0,0 0 0,0 0 0,0 0 0,1 0 0,-1 0 0,0 0 0,0-1 0,0 1 0,1 0 0,7 1 0,7 9 0,0 4 0,-11-10 0,-1 0 0,1-1 0,0 0 0,0 0 0,1 0 0,-1 0 0,6 2 0,0-1 0,-1-1 0,1-1 0,0 0 0,18 1 0,42-3 0,-37-1 0,268-1-1365,-279 2-5461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24575,'3'-2'0,"0"-2"-8191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 0 24575,'-18'9'0,"1"0"0,0 0 0,0 2 0,-24 20 0,-61 47 0,78-59 0,0 1 0,1 2 0,-28 34 0,28-27 66,-20 35 0,-3 3-1563,32-49-5329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24575,'0'1'0,"0"1"0,1-1 0,-1 1 0,0-1 0,1 0 0,-1 1 0,1-1 0,0 0 0,-1 0 0,1 1 0,0-1 0,0 0 0,-1 0 0,1 0 0,2 1 0,16 16 0,-15-15 0,106 80 0,-26-27 0,-36-26 0,57 31 0,-82-50 0,1-1 0,39 9 0,21 8 0,-11 1 0,-63-23 31,0 1-1,-1 0 0,13 10 1,9 6-1518,-18-15-5339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24575,'-1'0'0,"1"0"0,0 0 0,0 0 0,-1 0 0,1 1 0,0-1 0,0 0 0,-1 0 0,1 0 0,0 0 0,0 1 0,-1-1 0,1 0 0,0 0 0,0 1 0,0-1 0,-1 0 0,1 0 0,0 1 0,0-1 0,0 0 0,0 0 0,0 1 0,0-1 0,-1 1 0,-1 8 0,2-7 0,-3 11 0,1 1 0,0 14 0,2-24 0,0 1 0,0 0 0,0 0 0,1-1 0,0 1 0,0 0 0,0-1 0,0 1 0,3 6 0,-3-9 0,1 0 0,-1 0 0,1 0 0,0 0 0,0 0 0,-1 0 0,1 0 0,0 0 0,1-1 0,-1 0 0,0 1 0,0-1 0,1 0 0,-1 0 0,0 0 0,3 1 0,5 0 0,0 0 0,16 1 0,-22-2 0,1-1 0,-1 0 0,0 0 0,0 0 0,1-1 0,-1 0 0,0 1 0,0-2 0,6-1 0,-7 2 0,-1-1 0,0 1 0,0-1 0,0 1 0,0-1 0,0 0 0,0 0 0,0 0 0,0 0 0,-1 0 0,1 0 0,-1-1 0,0 1 0,1-1 0,-1 1 0,0-1 0,1-2 0,-1 0 0,0 1 0,0 0 0,0-1 0,0 1 0,0-1 0,-1 0 0,0-8 0,0 11 0,0 1 0,-1-1 0,1 0 0,0 0 0,-1 1 0,1-1 0,-1 0 0,0 0 0,1 1 0,-1-1 0,0 1 0,0-1 0,0 1 0,0-1 0,0 1 0,0 0 0,0-1 0,-1 1 0,1 0 0,0 0 0,-1 0 0,-1-1 0,-3 0 0,1 0 0,0 0 0,-1 0 0,1 1 0,-1 0 0,0 0 0,-9 1 0,-40 3 0,51-2 0,1-1 0,0 1 0,0 0 0,-1 0 0,1 0 0,0 0 0,0 1 0,0-1 0,0 1 0,0 0 0,0 0 0,1 0 0,-1 0 0,0 1 0,1-1 0,0 1 0,-1-1 0,1 1 0,0 0 0,0 0 0,1 0 0,-3 4 0,-8 18-1365,1-1-5461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92 24575,'0'0'0,"0"0"0,0 0 0,0-1 0,-1 1 0,1 0 0,0 0 0,0 0 0,0 0 0,0 0 0,0 0 0,-1 0 0,1 0 0,0 0 0,0 0 0,0 0 0,0-1 0,0 1 0,-1 0 0,1 0 0,0 0 0,0 0 0,0 0 0,0 0 0,-1 0 0,1 0 0,0 1 0,0-1 0,0 0 0,0 0 0,0 0 0,-1 0 0,1 0 0,0 0 0,0 0 0,0 0 0,0 0 0,0 0 0,0 1 0,-1-1 0,1 0 0,0 0 0,0 0 0,0 0 0,0 0 0,0 0 0,0 1 0,0-1 0,0 0 0,0 0 0,0 0 0,0 0 0,0 1 0,-1 0 0,1-1 0,0 1 0,0 0 0,-1 0 0,1-1 0,0 1 0,0 0 0,0 0 0,0 0 0,0-1 0,0 2 0,1 1 0,0-1 0,0 0 0,0 0 0,0-1 0,0 1 0,0 0 0,0 0 0,0-1 0,1 1 0,-1 0 0,1-1 0,-1 1 0,1-1 0,-1 0 0,1 0 0,0 0 0,3 2 0,0 0 0,1-1 0,-1 0 0,1 0 0,10 2 0,-1-2 0,0 0 0,0-1 0,28-3 0,-41 2 0,0 0 0,0-1 0,0 1 0,0 0 0,0-1 0,0 0 0,0 1 0,0-1 0,-1 0 0,1 0 0,0 0 0,0-1 0,-1 1 0,1 0 0,-1-1 0,4-2 0,-4 1 0,0 1 0,1-1 0,-1 1 0,0-1 0,0 0 0,0 1 0,0-1 0,-1 0 0,1 0 0,-1 1 0,1-1 0,-1-5 0,0 2 0,0-1 0,0 1 0,0 0 0,-1-1 0,0 1 0,0 0 0,-3-7 0,4 11 0,-1 0 0,0 0 0,0 0 0,0 0 0,0 0 0,0 0 0,0 1 0,-1-1 0,1 0 0,-1 1 0,1-1 0,-1 1 0,1 0 0,-1-1 0,0 1 0,1 0 0,-1 0 0,0 0 0,0 0 0,0 1 0,0-1 0,1 0 0,-5 0 0,-3 0 0,-1 0 0,1 0 0,0 1 0,-1 0 0,1 1 0,0 0 0,-12 4 0,18-4 0,1 0 0,0 0 0,-1 0 0,1 0 0,0 1 0,0-1 0,0 1 0,0 0 0,0 0 0,0 0 0,0 0 0,0 0 0,-1 3 0,1-1 0,0 0 0,0 0 0,0 0 0,0 1 0,1-1 0,-1 1 0,0 5 0,0 2 0,1 0 0,0 1 0,1-1 0,0 0 0,3 15 0,3 1-1365,-3-17-5461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19 24575,'0'3'0,"-1"0"0,1 1 0,-1-1 0,0 0 0,-1 5 0,1-5 0,0-1 0,0 1 0,1 0 0,-1-1 0,1 1 0,-1 0 0,1-1 0,0 1 0,0 0 0,1 3 0,-1-4 0,1 0 0,-1 0 0,1 0 0,0 1 0,-1-1 0,1-1 0,0 1 0,0 0 0,0 0 0,1 0 0,-1 0 0,0-1 0,3 3 0,-1-2 0,0 1 0,0-1 0,0 0 0,0 0 0,0 0 0,7 2 0,2-1 0,0 0 0,-1-1 0,19 2 0,-28-4 0,2 1 0,1-1 0,0 0 0,0 0 0,0 0 0,0 0 0,5-2 0,-9 1 0,1 1 0,-1-1 0,0 1 0,0-1 0,0 1 0,0-1 0,0 0 0,0 0 0,0 0 0,0 0 0,0 0 0,0 0 0,0 0 0,0 0 0,-1 0 0,1 0 0,0 0 0,-1-1 0,1 1 0,-1 0 0,1 0 0,-1-1 0,1 1 0,-1 0 0,0-1 0,0 1 0,0 0 0,0-4 0,1 2 0,-1-1 0,0 0 0,-1 0 0,1 1 0,-1-1 0,1 0 0,-1 1 0,0-1 0,-1 0 0,1 1 0,0-1 0,-1 1 0,0 0 0,1 0 0,-1 0 0,0 0 0,-1 0 0,-4-5 0,4 4 0,-1 1 0,0 0 0,0 1 0,0-1 0,0 1 0,0-1 0,0 1 0,-1 1 0,1-1 0,-1 1 0,1 0 0,-1 0 0,-7-1 0,-3 2-1365,3 1-5461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90 223 24575,'9'0'0,"1"0"0,0-1 0,-1 0 0,1 0 0,9-4 0,-16 4 0,-1 0 0,0 0 0,0 0 0,0 0 0,1 0 0,-1 0 0,0-1 0,0 1 0,-1-1 0,1 0 0,0 0 0,0 1 0,-1-1 0,1-1 0,-1 1 0,1 0 0,-1 0 0,0 0 0,0-1 0,0 1 0,0-1 0,0 1 0,-1-1 0,1 1 0,0-5 0,0-6 0,0-1 0,0 1 0,-2-16 0,1 23 0,-1 1 0,0-1 0,0 1 0,0-1 0,0 1 0,-1 0 0,0 0 0,0 0 0,0 0 0,-4-7 0,4 10 0,0-1 0,0 1 0,-1 0 0,1 0 0,0 0 0,-1 0 0,1 0 0,-1 0 0,0 1 0,1 0 0,-1-1 0,0 1 0,0 0 0,0 1 0,0-1 0,-3 0 0,-6 0 0,0 0 0,-21 2 0,19 0 0,9 0 0,0-1 0,0 1 0,0-1 0,0 1 0,1 1 0,-7 2 0,10-4 0,-1 1 0,1 0 0,-1 0 0,1-1 0,0 1 0,0 0 0,-1 1 0,1-1 0,0 0 0,0 0 0,0 0 0,0 1 0,0-1 0,1 0 0,-1 1 0,0-1 0,0 1 0,1-1 0,-1 1 0,1 0 0,-1-1 0,1 1 0,-1 3 0,1 0 0,0 0 0,0 0 0,1-1 0,-1 1 0,1 0 0,0 0 0,0 0 0,0-1 0,0 1 0,1-1 0,0 1 0,0-1 0,0 1 0,1-1 0,-1 0 0,1 0 0,0 0 0,-1-1 0,7 6 0,-4-4 0,0-1 0,1 1 0,-1-1 0,1-1 0,0 1 0,0-1 0,0 0 0,1 0 0,-1-1 0,0 0 0,1 0 0,9 0 0,3 0-1365,-2-2-5461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24575,'49'-1'0,"52"2"0,-94 0 0,0 1 0,-1-1 0,1 1 0,10 5 0,13 4 0,-19-8-682,22 0-1,-21-3-6143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24575,'6'0'0,"-1"1"0,0-1 0,0 1 0,0 0 0,0 1 0,0-1 0,0 1 0,-1 0 0,1 0 0,0 1 0,-1 0 0,1 0 0,-1 0 0,0 0 0,0 1 0,0-1 0,0 1 0,-1 0 0,6 9 0,-8-12 0,-1 1 0,1-1 0,-1 0 0,1 0 0,-1 1 0,0-1 0,1 0 0,-1 1 0,0-1 0,0 0 0,0 1 0,0-1 0,0 0 0,0 1 0,-1-1 0,1 0 0,0 0 0,0 1 0,-1-1 0,1 0 0,-1 0 0,1 1 0,-1-1 0,0 0 0,1 0 0,-1 0 0,0 0 0,0 0 0,-1 2 0,-2 1 0,0 0 0,-1 0 0,0 0 0,1-1 0,-7 3 0,1 0 0,-1-1 0,0-1 0,-19 5 0,19-6 0,-1 1 0,-20 10 0,31-14-2,1 0-1,0 0 0,-1 0 1,1 0-1,0 1 1,-1-1-1,1 0 1,0 0-1,0 1 0,-1-1 1,1 0-1,0 0 1,-1 1-1,1-1 0,0 0 1,0 1-1,-1 0 1,1-1 6,0 0 0,0 0 0,1 0 1,-1 1-1,0-1 0,0 0 0,0 0 1,0 0-1,0 0 0,0 1 0,0-1 1,0 0-1,0 0 0,0 0 0,1 0 1,-1 0-1,0 0 0,0 1 0,0-1 1,0 0-1,0 0 0,1 0 0,-1 0 1,0 0-1,0 0 0,1 0 0,13 3-1405,-14-3 1369,15 1-6794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24301,'-14'393'0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24575,'0'299'-1365,"0"-284"-5461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24575,'5'0'0,"-1"-1"0,0 0 0,1 0 0,-1-1 0,0 1 0,7-4 0,8-3 0,0 4 0,0 0 0,0 2 0,0 0 0,20 2 0,34-4 0,-45 1-71,-16 2-187,1 0-1,-1-1 0,1-1 0,12-4 0,-11 0-6567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24575,'2'0'0,"6"0"0,3 3 0,2 2 0,4 2 0,-2 1 0,-5 2 0,-4 2 0,-8-1 0,-6-3 0,-4-3 0,-2 1 0,0-1 0,-4 2 0,-4 3 0,-2 4 0,4-1-8191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24575,'6'1'0,"-1"-1"0,0 1 0,1 0 0,-1 0 0,0 1 0,7 2 0,29 17 0,-25-12 0,2 0 0,-10-6 0,0 1 0,0 1 0,0 0 0,-1 0 0,12 10 0,-18-14 0,0 0 0,0 0 0,-1 0 0,1 0 0,0 0 0,0 0 0,-1 1 0,1-1 0,-1 0 0,1 0 0,-1 1 0,1-1 0,-1 0 0,0 1 0,0-1 0,1 1 0,-1-1 0,0 0 0,0 1 0,0-1 0,-1 1 0,1-1 0,0 0 0,0 1 0,-1-1 0,1 0 0,0 1 0,-1-1 0,0 0 0,1 0 0,-1 1 0,1-1 0,-1 0 0,0 0 0,-1 2 0,-2 1 0,1 0 0,-1 0 0,0 0 0,0-1 0,0 0 0,-1 1 0,-7 3 0,7-5-273,0 0 0,1 0 0,-1-1 0,-5 2 0,-3-1-6553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76 24575,'0'0'0,"-1"0"0,1 1 0,-1-1 0,1 0 0,-1 0 0,1 1 0,0-1 0,-1 0 0,1 1 0,0-1 0,-1 0 0,1 1 0,0-1 0,-1 0 0,1 1 0,0-1 0,0 1 0,-1-1 0,1 1 0,0-1 0,0 1 0,0-1 0,-1 1 0,1-1 0,0 1 0,0-1 0,0 1 0,-2 16 0,2-16 0,0 1 0,0 1 0,0 0 0,0-1 0,0 1 0,1-1 0,-1 1 0,1 0 0,-1-1 0,1 0 0,0 1 0,0-1 0,0 1 0,0-1 0,0 0 0,1 0 0,-1 1 0,0-1 0,4 3 0,-2-3 0,0 1 0,0-1 0,0 0 0,0 0 0,0 0 0,0 0 0,1-1 0,-1 1 0,1-1 0,-1 0 0,7 1 0,-9-2 0,0 0 0,1 0 0,-1 1 0,1-1 0,-1-1 0,1 1 0,-1 0 0,0 0 0,1 0 0,-1-1 0,1 1 0,-1-1 0,0 1 0,1-1 0,-1 0 0,0 1 0,1-1 0,-1 0 0,0 0 0,0 0 0,0 0 0,0 0 0,0 0 0,0-1 0,0 1 0,0 0 0,0 0 0,-1-1 0,1 1 0,0-1 0,-1 1 0,1-1 0,-1 1 0,1-3 0,1-5 0,0 1 0,-1-1 0,0 0 0,-1-16 0,0 20 0,0 1 0,0-1 0,0 0 0,-1 0 0,0 1 0,0-1 0,0 0 0,-1 1 0,1-1 0,-3-4 0,2 6 0,1 1 0,-1 0 0,1 0 0,-1 0 0,1 0 0,-1 0 0,0 1 0,0-1 0,0 0 0,0 1 0,0 0 0,0-1 0,0 1 0,-1 0 0,1 0 0,0 0 0,-1 1 0,1-1 0,0 1 0,-3-1 0,1 1 0,1-1 0,-1 1 0,1 0 0,-1 1 0,1-1 0,-1 1 0,1-1 0,-1 1 0,1 0 0,0 1 0,-1-1 0,1 1 0,0-1 0,0 1 0,0 0 0,0 0 0,0 0 0,-4 5 0,4-3 0,0-1 0,0 1 0,1 0 0,-1 0 0,1 0 0,0 0 0,0 1 0,0-1 0,0 1 0,1-1 0,0 1 0,0 0 0,0-1 0,-1 8 0,2-8-80,-1 1 0,1 0-1,0-1 1,0 1 0,1-1-1,-1 1 1,1-1 0,0 1-1,0-1 1,0 1 0,1-1 0,0 0-1,-1 0 1,1 0 0,0 0-1,4 5 1,2 0-6746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25 24575,'0'-1'0,"0"1"0,1 0 0,-1-1 0,0 1 0,0-1 0,0 1 0,1-1 0,-1 1 0,0 0 0,0-1 0,1 1 0,-1 0 0,0-1 0,1 1 0,-1 0 0,0 0 0,1-1 0,-1 1 0,0 0 0,1 0 0,-1 0 0,1-1 0,-1 1 0,0 0 0,1 0 0,-1 0 0,1 0 0,-1 0 0,1 0 0,14-1 0,-5 2 0,0 0 0,20 5 0,-27-5 0,1 0 0,0 1 0,-1-1 0,1 1 0,-1 0 0,1 0 0,-1 0 0,0 0 0,0 1 0,0 0 0,3 2 0,-6-4 0,1 0 0,0 0 0,-1 0 0,1 0 0,0 0 0,-1 0 0,1 0 0,-1 0 0,0 0 0,1 1 0,-1-1 0,0 0 0,0 0 0,1 0 0,-1 0 0,0 1 0,0-1 0,0 0 0,0 0 0,-1 0 0,1 1 0,0-1 0,0 0 0,-1 0 0,1 0 0,0 0 0,-1 0 0,1 0 0,-1 0 0,1 0 0,-1 0 0,0 0 0,1 0 0,-1 0 0,-1 1 0,-3 3 0,0 0 0,0-1 0,0 0 0,-9 6 0,-3 1 0,6-5 0,-16 13 0,27-19 0,0 1 0,-1-1 0,1 0 0,-1 1 0,1-1 0,0 0 0,-1 1 0,1-1 0,0 0 0,-1 1 0,1-1 0,0 1 0,-1-1 0,1 1 0,0-1 0,0 1 0,0-1 0,-1 1 0,1-1 0,0 1 0,0-1 0,0 1 0,0 0 0,0 0 0,0-1 0,1 0 0,-1 1 0,0-1 0,1 1 0,-1-1 0,0 0 0,1 0 0,-1 1 0,0-1 0,1 0 0,-1 1 0,0-1 0,1 0 0,-1 0 0,1 0 0,-1 0 0,1 1 0,-1-1 0,1 0 0,4 1 0,1-1 0,10 1 0,-14-1 0,12 0 0,-3 1 0,-1-1 0,0-1 0,20-3 0,-28 3 0,1 0 0,0 0 0,-1 0 0,1 0 0,0 0 0,-1-1 0,1 1 0,-1-1 0,0 0 0,0 0 0,1 0 0,-1 0 0,0 0 0,-1 0 0,1-1 0,0 1 0,-1-1 0,1 1 0,1-4 0,-1 2 0,0-1 0,-1 0 0,1 0 0,-1 1 0,0-1 0,0 0 0,-1 0 0,1-9 0,-1 12 0,0 0 0,0 0 0,0 0 0,-1 0 0,1 0 0,-1 0 0,1 0 0,-1 0 0,1 0 0,-1 1 0,0-1 0,0 0 0,0 0 0,0 1 0,0-1 0,0 1 0,-1-1 0,1 1 0,0-1 0,-1 1 0,1 0 0,-1 0 0,1 0 0,-3-1 0,-7-3 0,-1 0 0,0 1 0,0 1 0,0 0 0,0 1 0,-18-1 0,13 2 0,-33-9 0,92 42 0,38 26 0,-77-56 0,0 0 0,0 0 0,0 1 0,0-1 0,4 6 0,-6-7 0,-1-1 0,0 1 0,1-1 0,-1 1 0,0 0 0,1-1 0,-1 1 0,0-1 0,1 1 0,-1 0 0,0-1 0,0 1 0,0 0 0,0-1 0,0 1 0,0 0 0,0-1 0,0 1 0,0 0 0,0-1 0,0 1 0,0 0 0,0-1 0,0 1 0,0 0 0,-1-1 0,1 1 0,0 0 0,0-1 0,-1 1 0,1-1 0,0 1 0,-1-1 0,1 1 0,-1-1 0,1 1 0,-1-1 0,1 1 0,-1-1 0,1 1 0,-1-1 0,-5 4 0,0-1 0,0 0 0,0 0 0,0-1 0,0 0 0,-1 0 0,-9 1 0,5-1 0,-16 5 0,24-5-95,-17 7 322,19-8-363,-1-1 0,1 1 0,-1 0 0,1 0 0,0 1 0,-1-1-1,1 0 1,0 0 0,0 1 0,-2 1 0,2 3-6690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24575,'0'3'0,"0"3"0,0 3 0,0 2 0,0 5 0,0 1 0,0 1 0,0 3 0,0-1 0,0-1 0,0-1 0,0-1 0,0-1 0,0-3-8191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24575,'65'1'0,"69"-2"0,-109-1 0,46-10 0,-66 10-341,1 0 0,-1 0-1,7-4 1,-1-1-6485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24575,'8'0'0,"0"1"0,0-1 0,0 1 0,0 1 0,0-1 0,14 6 0,-19-6 0,-1 0 0,0 1 0,0-1 0,1 0 0,-1 1 0,0 0 0,0-1 0,0 1 0,-1 0 0,1 0 0,0 0 0,-1 0 0,1 0 0,-1 1 0,1-1 0,-1 1 0,0-1 0,0 1 0,0-1 0,0 1 0,0-1 0,-1 1 0,1 0 0,-1-1 0,0 1 0,1 3 0,-2-4 0,1 1 0,0-1 0,0 0 0,-1 1 0,0-1 0,1 0 0,-1 1 0,0-1 0,0 0 0,0 0 0,0 0 0,0 0 0,0 0 0,-1 0 0,1 0 0,0-1 0,-1 1 0,-2 2 0,-4 3 0,0-1 0,-16 10 0,16-11 0,-39 20-530,41-22-305,-8 4-5991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7 105 24575,'-1'0'0,"1"0"0,0 0 0,-1 0 0,1 0 0,0 0 0,0 0 0,-1 1 0,1-1 0,0 0 0,-1 0 0,1 0 0,0 0 0,0 1 0,-1-1 0,1 0 0,0 0 0,0 1 0,0-1 0,-1 0 0,1 0 0,0 1 0,0-1 0,0 0 0,0 1 0,0-1 0,0 0 0,-1 1 0,1-1 0,0 0 0,0 1 0,0-1 0,0 0 0,0 1 0,0-1 0,0 0 0,0 1 0,0-1 0,0 0 0,0 1 0,1-1 0,-1 1 0,4 14 0,-1-12 0,-1 1 0,0-1 0,1 0 0,-1 0 0,1-1 0,0 1 0,0-1 0,0 1 0,0-1 0,0 0 0,0 0 0,0 0 0,7 2 0,-3-2 0,1 0 0,-1 0 0,0-1 0,1 1 0,14-1 0,-21-1 0,1 0 0,0 0 0,0 0 0,0-1 0,0 1 0,0-1 0,0 1 0,0-1 0,-1 0 0,1 1 0,0-1 0,0 0 0,-1 0 0,1-1 0,-1 1 0,1 0 0,-1-1 0,3-1 0,-3 0 0,1 1 0,-1-1 0,0 1 0,1-1 0,-1 0 0,-1 0 0,1 1 0,0-1 0,0 0 0,-1 0 0,0 0 0,1-5 0,-1 2 0,0 0 0,-1 0 0,1 0 0,-1 1 0,0-1 0,0 0 0,0 0 0,-1 1 0,0-1 0,0 1 0,-1 0 0,1 0 0,-5-7 0,5 9 0,0 0 0,-1 0 0,1 0 0,-1 0 0,0 1 0,0 0 0,0-1 0,0 1 0,0 0 0,0 0 0,0 1 0,-1-1 0,1 1 0,-1 0 0,1 0 0,-1 0 0,1 0 0,-1 1 0,1-1 0,-7 1 0,8 0 0,0 0 0,-1 0 0,1 1 0,0-1 0,-1 1 0,1-1 0,0 1 0,0 0 0,-1 0 0,1 0 0,0 0 0,0 0 0,0 1 0,0-1 0,0 1 0,1-1 0,-1 1 0,0 0 0,1 0 0,-1 0 0,1 0 0,-1 0 0,-1 5 0,1-3 0,0 2 0,1-1 0,-1 0 0,1 0 0,0 0 0,0 1 0,1-1 0,0 0 0,-1 1 0,2 7 0,-1-11-68,1 1 0,-1-1-1,0 0 1,1 0 0,-1 1 0,1-1-1,0 0 1,0 0 0,0 0 0,0 0-1,0 0 1,0 0 0,0 0 0,0 0-1,1-1 1,-1 1 0,1 0 0,-1-1-1,4 3 1,7 3-6758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24575,'2'-2'0,"-1"1"0,1 0 0,0 0 0,0 0 0,0 0 0,-1 0 0,1 0 0,0 1 0,0-1 0,0 1 0,4-1 0,1 0 0,0 0 0,9 1 0,-6 2 0,1 0 0,0 0 0,0 1 0,0 1 0,-1 0 0,11 5 0,-19-8 0,0 0 0,0 0 0,0 1 0,0-1 0,0 0 0,0 1 0,0-1 0,-1 1 0,1 0 0,-1 0 0,3 3 0,-4-4 0,1 0 0,-1 0 0,1 0 0,-1 0 0,0 0 0,1 0 0,-1 0 0,0 0 0,0 0 0,0 1 0,0-1 0,0 0 0,0 0 0,0 0 0,0 0 0,0 0 0,0 1 0,-1-1 0,1 0 0,0 0 0,-1 0 0,1 0 0,-1 0 0,1 0 0,-1 0 0,0 1 0,-1 0 0,1 0 0,0-1 0,-1 1 0,1 0 0,-1-1 0,1 0 0,-1 1 0,0-1 0,1 0 0,-5 2 0,-20 5 0,0 1 0,18-5 0,-14 9 0,20-12 0,0 0 0,0 1 0,1-1 0,-1 1 0,0-1 0,1 1 0,-1 0 0,1 0 0,0 0 0,-1 0 0,1 0 0,-2 3 0,3-4 0,0-1 0,0 1 0,0-1 0,0 1 0,0-1 0,0 0 0,0 1 0,0-1 0,0 1 0,0-1 0,0 1 0,0-1 0,0 0 0,0 1 0,0-1 0,0 1 0,0-1 0,0 1 0,1-1 0,-1 0 0,0 1 0,0-1 0,1 0 0,-1 1 0,0-1 0,1 1 0,-1-1 0,1 1 0,0 0 0,0-1 0,0 1 0,0-1 0,0 1 0,0-1 0,0 0 0,0 1 0,1-1 0,2 1 0,0-1 0,0 0 0,-1 0 0,7 0 0,-5-1 0,-1 0 0,1 0 0,-1-1 0,0 1 0,1-1 0,-1 0 0,0 0 0,0-1 0,4-3 0,-7 5 0,0 0 0,0 0 0,0 0 0,0 0 0,0 0 0,0 0 0,-1 0 0,1 0 0,0 0 0,-1 0 0,1-1 0,-1 1 0,1 0 0,-1-1 0,1-1 0,-1 1 0,0 1 0,0-1 0,0 1 0,-1 0 0,1-1 0,0 1 0,0 0 0,-1-1 0,1 1 0,-1 0 0,0-1 0,1 1 0,-1 0 0,0 0 0,1 0 0,-1 0 0,0 0 0,-2-2 0,-2-2 23,0 1-1,-1-1 0,1 1 0,-1 1 1,-11-6-1,10 5-522,-1-1 1,-12-8-1,9 2-6326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24575,'3'0'0,"2"0"0,3 0 0,5 0 0,2 0 0,1 0 0,2 0 0,1 0 0,-1 0 0,-2 0 0,0 0 0,-1 0 0,1 0 0,-2 0-8191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24575,'8'1'0,"0"1"0,0-1 0,0 2 0,-1-1 0,14 7 0,-16-7 0,1 0 0,0 1 0,0 0 0,0 1 0,-1-1 0,1 1 0,6 6 0,-10-8 0,0 1 0,0-1 0,0 0 0,0 1 0,0-1 0,-1 1 0,1-1 0,-1 1 0,0 0 0,1 0 0,-1 0 0,0 0 0,-1 0 0,1 0 0,0 0 0,-1 0 0,0 3 0,0-4 0,0-1 0,0 1 0,0-1 0,-1 0 0,1 1 0,-1-1 0,1 1 0,-1-1 0,1 0 0,-1 1 0,0-1 0,1 0 0,-1 0 0,0 0 0,0 0 0,0 0 0,0 0 0,0 0 0,0 0 0,-2 1 0,-3 3 0,0-1 0,-12 5 0,9-4 0,-58 31-1365,54-29-5461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24575,'0'2'0,"0"7"0,0 5 0,0 4 0,0 4 0,0 2 0,0 3 0,0-1 0,0-3 0,0-2 0,0-3 0,0-1 0,0-4-8191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24575,'0'5'0,"0"4"0,0 3 0,0 5 0,0 1 0,0 1 0,0-1 0,-2 2 0,-1-1 0,0 0 0,1-1 0,0-2 0,1 2 0,0 0 0,1 0 0,0-3-8191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24575,'3'0'0,"2"0"0,5 0 0,6 0 0,4 0 0,4 0 0,0 0 0,-3 0 0,-1 0 0,-3 0 0,-1 0 0,-2 0 0,-1 0 0,5 0 0,-1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11 24575,'0'-1'0,"0"1"0,0-1 0,0 0 0,1 1 0,-1-1 0,0 1 0,0-1 0,1 1 0,-1-1 0,0 1 0,1 0 0,-1-1 0,0 1 0,1-1 0,-1 1 0,1 0 0,-1-1 0,1 1 0,-1 0 0,0-1 0,1 1 0,-1 0 0,1 0 0,-1 0 0,1 0 0,0-1 0,-1 1 0,1 0 0,-1 0 0,1 0 0,0 0 0,18 0 0,-15 1 0,1-1 0,0 2 0,0-1 0,-1 0 0,7 3 0,-10-3 0,0-1 0,1 1 0,-1 0 0,0 0 0,0-1 0,1 1 0,-1 0 0,0 0 0,0 0 0,0 1 0,0-1 0,0 0 0,0 0 0,0 1 0,0-1 0,-1 0 0,1 1 0,0-1 0,-1 1 0,1-1 0,0 3 0,-1-4 0,0 1 0,0 0 0,-1 0 0,1 0 0,0-1 0,0 1 0,0 0 0,-1-1 0,1 1 0,0 0 0,0 0 0,-1-1 0,1 1 0,-1-1 0,1 1 0,-1 0 0,1-1 0,-1 1 0,1-1 0,-1 1 0,1-1 0,-2 1 0,-16 11 0,10-8 0,-61 43 92,33-21-1549,23-17-5369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152 305 24575,'1'0'0,"0"0"0,0 0 0,0 0 0,0 0 0,0-1 0,0 1 0,0 0 0,0-1 0,0 1 0,0-1 0,0 0 0,-1 1 0,1-1 0,0 1 0,0-1 0,0 0 0,-1 0 0,2-1 0,0 0 0,-1-1 0,1 0 0,0 0 0,-1 0 0,3-7 0,-1 1 0,-1 1 0,0-1 0,0 0 0,0-13 0,-1-16 0,-3-43 0,2 78 0,-1 0 0,1-1 0,-1 1 0,0 0 0,1-1 0,-2 1 0,1 0 0,0 0 0,0 0 0,-1 0 0,0 0 0,1 0 0,-1 0 0,-3-3 0,1 2 0,-1 0 0,1 0 0,0 1 0,-1 0 0,0 0 0,0 0 0,-7-3 0,5 3 0,-1 0 0,1 1 0,0 0 0,0 1 0,-1-1 0,1 1 0,-10 0 0,15 1 0,0 0 0,-1 1 0,1-1 0,0 0 0,0 1 0,-1-1 0,1 1 0,0 0 0,0 0 0,0 0 0,0 0 0,0 0 0,0 0 0,0 1 0,0-1 0,0 1 0,0-1 0,0 1 0,1 0 0,-1 0 0,1 0 0,0 0 0,-1 0 0,1 0 0,0 0 0,0 1 0,-1 1 0,0 3 0,0-1 0,1 1 0,0-1 0,0 1 0,1-1 0,-1 1 0,1 0 0,0-1 0,1 1 0,-1-1 0,1 1 0,1-1 0,-1 1 0,1-1 0,0 1 0,0-1 0,1 0 0,0 0 0,0-1 0,0 1 0,0 0 0,5 5 0,-3-7 9,-1 1 1,1-1-1,0 0 0,0-1 0,1 1 1,-1-1-1,1 0 0,-1-1 0,1 0 0,0 0 1,0 0-1,12 2 0,2-2-504,0 0 0,31-3 0,-39 0-6331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24575,'3'0'0,"4"0"0,4 0 0,3 0 0,2 0 0,2 0 0,0 0 0,-1 0 0,-2 0 0,0 0 0,2 0 0,-1 0 0,1 0 0,-2 0 0,0 0 0,-1 0 0,0 0 0,-3 0-8191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24575,'0'2'0,"1"-1"0,-1 0 0,0 1 0,1-1 0,-1 0 0,1 0 0,-1 1 0,1-1 0,0 0 0,-1 0 0,1 0 0,0 0 0,0 0 0,0 1 0,16 15 0,-12-13 0,10 9 0,12 10 0,-25-20 0,0-1 0,0 0 0,-1 0 0,1 1 0,0-1 0,-1 1 0,1 0 0,-1-1 0,1 5 0,-1-7 0,-1 1 0,0 0 0,0-1 0,0 1 0,0 0 0,0 0 0,0-1 0,0 1 0,0 0 0,0-1 0,0 1 0,0 0 0,0-1 0,0 1 0,-1 0 0,1-1 0,0 1 0,0 0 0,-1-1 0,1 1 0,0-1 0,-1 1 0,1 0 0,0-1 0,-1 1 0,1-1 0,-1 1 0,1-1 0,-1 0 0,1 1 0,-1-1 0,1 1 0,-2-1 0,-1 2 0,-1 0 0,0-1 0,0 0 0,-5 1 0,-2 1 0,-14 9-1365,15-7-5461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24575,'-3'4'0,"0"0"0,1-1 0,-1 1 0,1 0 0,0 0 0,0 1 0,1-1 0,-1 0 0,1 1 0,0-1 0,0 1 0,-1 5 0,0 8 0,1 32 0,1-42 0,1 23 0,0-21 0,-1 1 0,0-1 0,0 0 0,-1 1 0,0-1 0,-3 14 0,4-24 0,0 0 0,0 0 0,0 0 0,0 1 0,0-1 0,0 0 0,0 0 0,-1 0 0,1 1 0,0-1 0,0 0 0,0 0 0,0 0 0,0 1 0,0-1 0,0 0 0,0 0 0,-1 0 0,1 0 0,0 1 0,0-1 0,0 0 0,0 0 0,0 0 0,-1 0 0,1 0 0,0 0 0,0 0 0,0 1 0,-1-1 0,-1-6 0,0-11 0,1-68-188,1 62-989,0 1-5649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24575,'2'0'0,"6"0"0,8 0 0,3 0 0,6 0 0,3 0 0,-2 0 0,3 0 0,0-5 0,0-2 0,0 1 0,-3 1 0,-4-1 0,-6 0-8191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24575,'0'3'0,"5"5"0,3 2 0,1 1 0,1 2 0,1 0 0,-2 2 0,-1 2 0,-4 3 0,-5 2 0,-6-2 0,-4-3 0,-2-3 0,-1-1 0,2-2-8191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20 24575,'0'10'0,"0"5"0,0-1 0,1 1 0,0 0 0,5 20 0,-6-32 0,1 1 0,0-1 0,0 0 0,0 0 0,1 0 0,-1 0 0,1 0 0,-1-1 0,1 1 0,0 0 0,0-1 0,0 0 0,0 1 0,0-1 0,1 0 0,-1 0 0,1 0 0,-1 0 0,1-1 0,-1 1 0,1-1 0,0 0 0,0 0 0,0 0 0,5 1 0,-4-1 0,0-1 0,0 1 0,0-1 0,-1 0 0,9-1 0,-11 1 0,0-1 0,0 1 0,0 0 0,0-1 0,1 1 0,-1-1 0,0 0 0,0 1 0,0-1 0,0 0 0,0 1 0,0-1 0,0 0 0,0 0 0,0 0 0,-1 0 0,1 0 0,0 0 0,0 0 0,-1-1 0,1 1 0,0-2 0,1-5 0,-1 0 0,0 0 0,0 0 0,0 0 0,-1 0 0,-1-14 0,0 6 0,1 12 0,0 0 0,-1 1 0,1-1 0,-1 0 0,0 0 0,0 0 0,0 1 0,0-1 0,-4-6 0,4 8 0,0 0 0,-1-1 0,1 1 0,-1 1 0,0-1 0,0 0 0,0 0 0,0 1 0,0-1 0,0 1 0,0 0 0,0-1 0,0 1 0,-1 0 0,-2 0 0,-3-2 0,0 2 0,0-1 0,-1 1 0,1 1 0,0-1 0,0 2 0,-1-1 0,1 1 0,-16 4 0,22-4 0,0 0 0,0 0 0,0 0 0,0 0 0,0 1 0,0-1 0,0 1 0,1-1 0,-1 1 0,1 0 0,-1-1 0,1 1 0,0 0 0,-1 0 0,1 0 0,0 0 0,0 0 0,0 1 0,0-1 0,1 0 0,-2 4 0,1 1 0,0-1 0,0 1 0,0 0 0,1 0 0,0 0 0,1 9 0,-1-14-114,1 0 1,-1-1-1,0 1 0,1 0 0,-1 0 1,1 0-1,0-1 0,-1 1 0,1 0 1,0-1-1,2 4 0,3 1-6712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24575,'0'-2'0,"7"-1"0,4-1 0,8 2 0,2 0 0,5 1 0,0 0 0,0 1 0,-2 0 0,-3 0 0,-5 0-8191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24575,'5'3'0,"1"3"0,2 2 0,0 6 0,-2 3 0,-2 3 0,-1 6 0,-2 0 0,-5 2 0,-2-2 0,-2-3 0,-2-5 0,0-6-8191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165 165 24575,'-1'32'0,"1"20"0,0-45 0,1 0 0,0 0 0,0-1 0,0 1 0,4 9 0,-5-15 0,1 1 0,-1-1 0,1 0 0,0 1 0,0-1 0,-1 0 0,1 1 0,0-1 0,0 0 0,0 0 0,0 0 0,0 0 0,0 0 0,1 0 0,-1 0 0,0 0 0,0-1 0,1 1 0,-1 0 0,0-1 0,1 1 0,-1-1 0,0 1 0,1-1 0,-1 0 0,1 0 0,-1 0 0,1 0 0,-1 0 0,0 0 0,1 0 0,-1 0 0,1-1 0,-1 1 0,0-1 0,1 1 0,-1-1 0,0 1 0,1-1 0,-1 0 0,0 0 0,0 1 0,0-1 0,1 0 0,-1 0 0,0-1 0,1-1 0,2-2 0,0-1 0,-1 1 0,0-1 0,0 0 0,0 0 0,-1-1 0,1 1 0,2-13 0,-1-3 0,3-31 0,-5 31 0,-1 0 0,-1-35 0,0 54 0,-1 0 0,1 0 0,-1 0 0,0 1 0,1-1 0,-1 0 0,0 1 0,-1-1 0,1 0 0,0 1 0,-1 0 0,1-1 0,-1 1 0,-3-4 0,3 4 0,-1-1 0,0 1 0,0 0 0,0 0 0,0 0 0,-1 1 0,1-1 0,0 1 0,0 0 0,-4-1 0,0 0 0,0 1 0,1 1 0,-1-1 0,0 1 0,0 0 0,1 1 0,-1 0 0,0 0 0,1 0 0,-1 1 0,-8 4 0,2 1-170,1 0-1,-1 1 0,1 1 1,1 0-1,-1 1 0,2 0 1,-19 22-1,12-11-6655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0 24575,'0'1'0,"0"0"0,1 0 0,-1 0 0,0 0 0,0 0 0,0-1 0,1 1 0,-1 0 0,0 0 0,1-1 0,-1 1 0,1 0 0,-1 0 0,1 0 0,2 3 0,55 86 0,16 27 0,-51-71-76,-2 0-1,-2 2 1,-1 1-1,-3 0 1,13 64-1,-11-18-152,10 183 0,-25-226 229,-3-1 0,-1 0 0,-15 90 0,9-99 0,-2-1 0,-2 0 0,-2 0 0,-33 71 0,20-61 76,-2 0-1,-1-2 1,-69 83 0,67-96-329,-1-2 1,-2-2-1,0-1 1,-2-2-1,-41 25 0,51-38-5808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24575,'0'2'0,"1"-1"0,-1 1 0,0-1 0,1 1 0,-1-1 0,1 1 0,-1-1 0,1 0 0,0 1 0,-1-1 0,1 0 0,0 1 0,1 0 0,3 5 0,45 70 0,71 84 0,25-2-273,-105-121 137,85 59-1,-91-74 137,64 30 0,-81-45 0,1 0 0,0-2 0,1-1 0,-1-1 0,31 3 0,157-8 568,-117-1-1955,-64 1-5439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24575,'3'5'0,"0"-1"0,0 1 0,0-1 0,0 0 0,7 6 0,0 0 0,12 14 0,-12-14 0,13 17 0,-22-25 0,0-1 0,0 1 0,0-1 0,0 1 0,0-1 0,0 1 0,-1 0 0,1-1 0,-1 1 0,1 0 0,-1-1 0,0 1 0,1 0 0,-1 0 0,0 0 0,0-1 0,0 4 0,-1-3 0,1 0 0,-1 1 0,0-1 0,0 0 0,0 0 0,0 0 0,0 0 0,0 0 0,0 0 0,0 0 0,-4 3 0,-1 1 0,-2 1 0,1-1 0,-1-1 0,-15 10 0,-33 11 0,38-19 0,-22 13 0,25-9-1365,4-1-5461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24575,'-2'2'0,"1"-1"0,0 1 0,0 0 0,0 0 0,0 0 0,0 0 0,1-1 0,-1 1 0,1 0 0,-1 1 0,0 2 0,-1 26 0,2-23 0,-1 2 0,1-4 0,-1-1 0,1 0 0,0 1 0,2 9 0,-2-14 0,1 1 0,-1-1 0,0 1 0,1-1 0,0 1 0,-1-1 0,1 0 0,0 1 0,0-1 0,-1 0 0,1 0 0,0 0 0,0 0 0,0 0 0,0 0 0,1 0 0,-1 0 0,0 0 0,0 0 0,0 0 0,3 0 0,-1 1 0,1-1 0,0 0 0,0 0 0,-1 0 0,1-1 0,0 1 0,0-1 0,0 0 0,0 0 0,0 0 0,-1-1 0,1 0 0,5-1 0,-6 1 0,-1 0 0,0 0 0,1 0 0,-1 0 0,0-1 0,1 1 0,-1-1 0,0 0 0,0 1 0,0-1 0,-1 0 0,1 0 0,0-1 0,-1 1 0,1 0 0,-1 0 0,1-1 0,-1 1 0,0-1 0,0 0 0,1-2 0,-1-1 0,0 1 0,0-1 0,0 0 0,-1 1 0,0-1 0,0 0 0,-1-6 0,1 11 0,0-1 0,0 0 0,-1 0 0,1 0 0,-1 1 0,0-1 0,1 0 0,-1 1 0,0-1 0,0 1 0,-1-3 0,1 3 0,0 0 0,1 1 0,-1-1 0,0 0 0,0 1 0,0-1 0,0 1 0,0-1 0,1 1 0,-1 0 0,0-1 0,0 1 0,0 0 0,0 0 0,0 0 0,0-1 0,0 1 0,0 0 0,0 1 0,0-1 0,-1 0 0,0 0-72,0 1 1,0 0-1,0-1 0,0 1 0,0 0 0,0 0 0,0 0 0,0 0 1,0 0-1,1 1 0,-1-1 0,1 1 0,-1-1 0,1 1 0,-1 0 1,1-1-1,0 1 0,-3 4 0,-2 9-6754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 24575,'0'-3'0,"-2"0"0,-3 0 0,-3 0 0,-3 1 0,1 4 0,2 3 0,5 3 0,5 4 0,4-1 0,2 0 0,-1 3 0,-4 0 0,-5-3 0,-4-3 0,-3-4 0,-3-1 0,1-2-8191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24575,'5'0'0,"3"0"0,3 0 0,2 0 0,-2 0-8191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24575,'2'0'0,"6"0"0,3 0 0,0 0-8191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24575,'0'7'0,"0"6"0,0 7 0,0 6 0,0 2 0,0 1 0,5-2 0,1-4-8191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24575,'2'3'0,"1"2"0,0 7 0,0 3 0,-2 3 0,0 5 0,0 3 0,-1-1 0,0 3 0,-2 2 0,-1-4-8191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24575,'2'3'0,"1"3"0,0 2 0,0 9 0,-2 5 0,3 2 0,1-3 0,4-6 0,1-7 0,0-8 0,-2-6 0,-3-9 0,-1-6 0,-3-3 0,0 2-8191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24575,'0'3'0,"0"2"0,0 4 0,0 8 0,0 2 0,0 2 0,0 2 0,0 1 0,-3 0 0,0-4-8191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24575,'2'3'0,"6"0"0,1 3 0,1-1 0,2 3 0,0-1 0,1 1 0,1-1 0,-1-2 0,-1-3 0,-4-3-8191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24575,'3'0'0,"6"0"0,6 0 0,5 0 0,3 0 0,6-3 0,1 0 0,-3 0 0,-6 0-8191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24575,'0'3'0,"0"8"0,0 4 0,0 5 0,0 7 0,-2 3 0,-1 2 0,0 0 0,1-3 0,0-3 0,4-7 0,5-6 0,6-6 0,3-4 0,2-2 0,-1-1 0,-1-4 0,-2 0-8191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24575,'0'3'0,"2"2"0,4 2 0,2-1 0,2 0 0,0 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24575,'0'8'0,"0"9"0,0 10 0,0 7 0,0 1 0,3-1 0,2-6 0,1-6 0,-1-6-8191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24575,'0'24'0,"4"31"0,-3-47 0,0 0 0,1-1 0,0 1 0,0 0 0,1-1 0,-1 0 0,8 13 0,-9-19 0,0 1 0,0 0 0,0 0 0,1 0 0,-1-1 0,1 1 0,3 2 0,-5-4 0,0 0 0,1 1 0,-1-1 0,1 0 0,-1 0 0,1 1 0,-1-1 0,1 0 0,-1 0 0,1 0 0,-1 0 0,1 0 0,-1 0 0,1 0 0,-1 0 0,1 0 0,-1 0 0,1 0 0,-1 0 0,1 0 0,-1-1 0,0 1 0,1 0 0,-1 0 0,1 0 0,-1-1 0,1 1 0,-1 0 0,0-1 0,1 1 0,-1 0 0,1-1 0,-1 1 0,0-1 0,0 1 0,1-1 0,-1 0 0,2-3 0,0-1 0,0 1 0,0-1 0,-1 0 0,0 0 0,0 0 0,0 0 0,-1 0 0,1 0 0,-1 0 0,0 0 0,-1 0 0,1-1 0,-1 1 0,-1-5 0,2 9 0,0 0 0,-1-1 0,1 1 0,-1-1 0,1 1 0,-1 0 0,0-1 0,1 1 0,-1 0 0,0 0 0,0 0 0,0 0 0,0 0 0,0 0 0,0 0 0,0 0 0,0 0 0,0 0 0,0 0 0,-1 1 0,1-1 0,0 1 0,0-1 0,-1 1 0,1-1 0,0 1 0,-1 0 0,1-1 0,-2 1 0,1 0 0,0 1 0,0-1 0,0 1 0,0-1 0,0 1 0,0-1 0,1 1 0,-1 0 0,0 0 0,1 0 0,-1 0 0,0 0 0,1 1 0,-1-1 0,1 0 0,0 1 0,-1-1 0,1 1 0,0 0 0,-2 2 0,1 0-170,0 1-1,0 0 0,0 0 1,0 0-1,1 1 0,0-1 1,-2 10-1,2 0-6655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24575,'0'5'0,"0"7"0,0 6 0,0 2 0,0-7 0,0-15 0,0-10 0,2-11 0,1-3 0,2 2 0,1 5-8191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24575,'2'3'0,"0"1"0,0-1 0,0 1 0,0-1 0,-1 1 0,0 0 0,0-1 0,0 1 0,1 4 0,0 0 0,3 11 0,15 32 0,-6-18 0,-14-32 0,1 1 0,-1-1 0,1 1 0,0-1 0,-1 1 0,1-1 0,0 1 0,2 1 0,-3-2 0,0-1 0,0 0 0,0 0 0,0 0 0,1 0 0,-1 0 0,0 0 0,0 1 0,0-1 0,1 0 0,-1 0 0,0 0 0,0 0 0,1 0 0,-1 0 0,0 0 0,0 0 0,0 0 0,1 0 0,-1 0 0,0 0 0,1 0 0,6-7 0,-2-1 0,-1-1 0,1 0 0,4-15 0,-5 15 0,-1 1 0,1-1 0,0 1 0,0 0 0,6-8 0,-8 14 0,0 0 0,0 0 0,0 0 0,0 0 0,0 1 0,1-1 0,-1 0 0,0 1 0,1 0 0,-1 0 0,1 0 0,-1 0 0,1 0 0,0 0 0,-1 1 0,1-1 0,0 1 0,-1 0 0,1 0 0,0 0 0,-1 0 0,1 1 0,4 0 0,-4 0 0,1 0 0,-1 0 0,0 1 0,0-1 0,0 1 0,0 0 0,0 0 0,0 0 0,-1 0 0,1 0 0,-1 1 0,1 0 0,-1-1 0,0 1 0,1 0 0,-2 0 0,1 0 0,2 5 0,9 31-1365,-8-21-5461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24575,'2'0'0,"8"0"0,7 0 0,4 0 0,9 0 0,5-5 0,4-2 0,4 1 0,7 1 0,3 1 0,0 2 0,-7 1 0,-10 0 0,-7 1 0,-10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24575,'44'19'0,"-32"-15"0,0 1 0,20 12 0,31 25 0,-62-41 0,0-1 0,0 1 0,0 0 0,0 0 0,0 0 0,0 0 0,0 0 0,0 0 0,0 0 0,0 0 0,0 1 0,-1-1 0,1 0 0,0 1 0,-1-1 0,1 0 0,-1 1 0,1 2 0,-1-2 0,0 0 0,0 0 0,0 0 0,-1 0 0,1 0 0,-1 0 0,1 0 0,-1 0 0,0 0 0,0 0 0,1 0 0,-1 0 0,-2 2 0,-11 15 38,0 0 1,-21 23-1,-5 5-1518,26-29-5346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 24575,'-25'-1'0,"14"1"0,0-1 0,0 2 0,-22 3 0,31-4 0,1 1 0,-1 0 0,0 0 0,1 0 0,-1 0 0,0 0 0,1 0 0,-1 0 0,1 0 0,0 1 0,-1-1 0,1 0 0,0 1 0,0-1 0,0 1 0,-1 0 0,2 0 0,-1-1 0,0 1 0,0 0 0,0 0 0,1 0 0,-1 0 0,0 3 0,0 2 0,0 0 0,1 0 0,-1 0 0,1 1 0,1 10 0,0-16 0,-1 0 0,0 0 0,1-1 0,-1 1 0,0 0 0,1 0 0,0-1 0,-1 1 0,1-1 0,0 1 0,0 0 0,0-1 0,0 1 0,0-1 0,0 0 0,0 1 0,1-1 0,-1 0 0,0 0 0,1 0 0,-1 0 0,0 0 0,1 0 0,3 1 0,-3-1 0,1 0 0,0-1 0,0 1 0,0-1 0,0 1 0,0-1 0,0 0 0,0-1 0,0 1 0,0 0 0,0-1 0,0 0 0,4-1 0,-4 0 0,0 1 0,0-1 0,0 0 0,0 1 0,-1-2 0,1 1 0,-1 0 0,1 0 0,-1-1 0,0 1 0,0-1 0,3-6 0,1-1 0,-1-1 0,5-15 0,-4 13 0,-6 13 0,0-1 0,0 1 0,0 0 0,0 0 0,0-1 0,0 1 0,0 0 0,0 0 0,0 0 0,0-1 0,1 1 0,-1 0 0,0 0 0,0-1 0,0 1 0,0 0 0,1 0 0,-1 0 0,0 0 0,0-1 0,0 1 0,1 0 0,1 5 0,-2 14 0,0-17 0,0 25 0,-5 148 0,4-163 0,0-1 0,-1 1 0,-1-1 0,0 0 0,0 0 0,0 0 0,-2 0 0,1-1 0,-10 17 0,12-24 0,0-1 0,0 0 0,0 0 0,-1 1 0,1-1 0,0-1 0,-1 1 0,1 0 0,-1-1 0,0 1 0,1-1 0,-1 0 0,0 0 0,0 0 0,0 0 0,-3 0 0,2-1 0,-1 1 0,1-1 0,-1 0 0,1 0 0,0-1 0,-1 0 0,1 0 0,0 0 0,-1 0 0,-3-2 0,7 2 0,0 1 0,0-1 0,0 1 0,0-1 0,0 1 0,0-1 0,0 0 0,0 0 0,0 1 0,0-1 0,0 0 0,0 0 0,1 0 0,-1 0 0,0 0 0,1 0 0,-1 0 0,1-1 0,-1 1 0,1 0 0,-1 0 0,1 0 0,0 0 0,0-1 0,-1 1 0,1 0 0,0 0 0,0-1 0,0 1 0,1-3 0,-1 1 0,1-1 0,0 0 0,0 0 0,1 0 0,-1 1 0,1-1 0,0 1 0,3-6 0,1-1 0,1 1 0,-1 1 0,1-1 0,1 1 0,15-13 0,-18 17 0,0 1 0,1-1 0,-1 1 0,1 0 0,-1 1 0,1 0 0,0 0 0,0 0 0,0 0 0,0 1 0,11 0 0,-10 1-151,0 0-1,0 1 0,1 0 0,-1 0 1,0 1-1,0 0 0,0 1 1,10 4-1,-4 0-6674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24575,'-2'0'0,"1"0"0,0 0 0,-1 0 0,1 1 0,-1-1 0,1 0 0,0 1 0,-1-1 0,1 1 0,0 0 0,-1-1 0,1 1 0,0 0 0,0 0 0,-1 0 0,1 0 0,-2 2 0,2-1 0,-1 0 0,1 1 0,0-1 0,-1 0 0,1 1 0,0-1 0,0 1 0,1-1 0,-2 5 0,1 1 0,0 1 0,0-1 0,1 0 0,0 0 0,2 16 0,-1-19 0,0 0 0,0-1 0,1 1 0,-1 0 0,3 5 0,-3-9 0,-1 0 0,1 0 0,0 0 0,-1 0 0,1 0 0,0 0 0,0 0 0,-1 0 0,1-1 0,0 1 0,2 1 0,-3-2 0,1 0 0,-1 0 0,1 1 0,-1-1 0,1 0 0,-1 0 0,1 0 0,-1 0 0,1 0 0,-1 0 0,1 0 0,-1 0 0,1 0 0,-1-1 0,1 1 0,-1 0 0,1 0 0,-1 0 0,1-1 0,-1 1 0,0 0 0,1 0 0,-1-1 0,1 1 0,-1 0 0,1-1 0,0-1 0,1 1 0,-1-1 0,0 0 0,0 1 0,0-1 0,0 0 0,0 0 0,0 0 0,0 0 0,-1 0 0,2-4 0,2-24 0,-4 24 0,2-27 0,2-11 0,-2 37 0,0 6 0,4 11 0,-4-6 0,4 9-455,1 0 0,13 19 0,-8-17-6371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24575,'5'0'0,"3"0"0,3-2 0,-1-2-8191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24575,'11'378'0,"-10"-357"0,2-1 0,8 39 0,-8-51 0,-1 0 0,1 0 0,0 0 0,1-1 0,0 1 0,0-1 0,0 0 0,1 0 0,9 10 0,-12-15 9,0 0-1,0 0 1,1 0-1,-1 0 1,0-1 0,1 1-1,-1-1 1,1 0-1,-1 0 1,1 0-1,0 0 1,0 0-1,3 0 1,-4-1-80,0 0 1,0 0-1,0 0 0,0 0 0,-1 0 1,1-1-1,0 1 0,0-1 1,-1 1-1,1-1 0,0 0 0,-1 0 1,1 1-1,0-1 0,-1-1 1,1 1-1,-1 0 0,0 0 0,1-1 1,1-2-1,5-9-6755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24575,'73'0'0,"-72"0"0,-1 1 0,0-1 0,0 0 0,0 0 0,0 0 0,0 0 0,0 0 0,0 0 0,1 0 0,-1 0 0,0 0 0,0 0 0,0 1 0,0-1 0,0 0 0,0 0 0,0 0 0,0 0 0,0 0 0,0 0 0,0 1 0,0-1 0,0 0 0,0 0 0,1 0 0,-1 0 0,0 0 0,0 1 0,0-1 0,0 0 0,0 0 0,-1 0 0,1 0 0,0 0 0,0 1 0,0-1 0,0 0 0,0 0 0,0 0 0,0 0 0,0 0 0,0 0 0,0 1 0,0-1 0,0 0 0,0 0 0,0 0 0,-1 0 0,-5 12 0,3-6 0,0 1 0,0 1 0,1-1 0,-4 15 0,6-19 0,-1 1 0,1 0 0,-1-1 0,1 1 0,0 0 0,0-1 0,0 1 0,1 0 0,-1 0 0,3 5 0,-3-7 0,1-1 0,0 0 0,0 1 0,0-1 0,-1 0 0,1 0 0,0 0 0,0 0 0,1 0 0,-1 0 0,0 0 0,0 0 0,0 0 0,0 0 0,1-1 0,-1 1 0,0-1 0,1 1 0,-1-1 0,0 1 0,4-1 0,2 1 0,0 0 0,0-1 0,8-1 0,-5 1 0,20-1-341,1-1 0,-1-2-1,30-8 1,-12-2-6485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24575,'0'0'0,"0"1"0,1-1 0,-1 1 0,0-1 0,0 1 0,0 0 0,1-1 0,-1 1 0,0-1 0,1 0 0,-1 1 0,0-1 0,1 1 0,-1-1 0,1 0 0,-1 1 0,1-1 0,-1 0 0,1 1 0,-1-1 0,0 0 0,1 0 0,-1 1 0,1-1 0,0 0 0,-1 0 0,1 0 0,0 0 0,18 3 0,-16-3 0,6 1 0,30 1 0,-36-2 0,0-1 0,1 1 0,-1-1 0,0 1 0,0-1 0,0 0 0,0 0 0,0 0 0,4-3 0,-6 3 0,1 0 0,-1 1 0,0-1 0,0 0 0,0 0 0,0 0 0,0-1 0,0 1 0,0 0 0,0 0 0,0-1 0,-1 1 0,1 0 0,0-1 0,-1 1 0,1-1 0,-1 1 0,1-1 0,-1 1 0,0-1 0,0 1 0,0-1 0,1 1 0,-1-1 0,0 1 0,-1-4 0,1 2 0,-1 0 0,0 0 0,0 0 0,0 0 0,0 0 0,-1 1 0,1-1 0,-1 0 0,1 1 0,-1-1 0,0 1 0,-2-4 0,0 3 0,1 0 0,0 0 0,-1 0 0,1 1 0,-1-1 0,0 1 0,-7-3 0,10 4 0,1 1 0,-1 0 0,0 0 0,0-1 0,0 1 0,0 0 0,0 0 0,0 0 0,1 0 0,-1 0 0,0 0 0,0 1 0,0-1 0,0 0 0,0 0 0,0 1 0,-1 0 0,1 0 0,1-1 0,-1 1 0,0 0 0,1 0 0,-1 0 0,0 0 0,1 0 0,-1 0 0,1 0 0,-1 0 0,1 0 0,0 0 0,-1 0 0,1 0 0,0 0 0,0 0 0,0 0 0,0 0 0,-1 2 0,2 11-1365,1-2-5461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24575,'-2'0'0,"-3"0"0,-1 3 0,1 2 0,1 7 0,1 2 0,1 3 0,4 2 0,3 1 0,3-3 0,1-2 0,0-3 0,1-4 0,2-4 0,-2-11 0,-2-13 0,-3-3-8191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24575,'-2'0'0,"-1"5"0,0 4 0,1 11 0,0 6 0,1 9 0,3 4 0,3 0 0,1 3 0,1-6 0,3-1 0,-2-4 0,2-7 0,-3-9-8191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46 144 24575,'0'-1'0,"0"0"0,1 0 0,-1 0 0,0 0 0,1 0 0,0 0 0,-1 1 0,1-1 0,-1 0 0,1 0 0,0 1 0,-1-1 0,1 0 0,0 1 0,0-1 0,1 0 0,5-6 0,-4 3 0,0-1 0,0 0 0,-1-1 0,0 1 0,0 0 0,0-1 0,-1 1 0,1-1 0,-1 1 0,0-1 0,-1 0 0,1 0 0,-1 1 0,0-1 0,-1 0 0,-1-10 0,2 15 0,0 0 0,-1 0 0,1-1 0,0 1 0,-1 0 0,0 0 0,1 0 0,-1 0 0,1 0 0,-1 1 0,0-1 0,0 0 0,1 0 0,-1 0 0,0 1 0,0-1 0,0 0 0,0 1 0,0-1 0,-1 0 0,1 1 0,0 0 0,0-1 0,0 1 0,1 0 0,-1 0 0,0 0 0,0 0 0,0 0 0,0 0 0,1 0 0,-1 1 0,0-1 0,0 0 0,0 0 0,1 1 0,-1-1 0,0 0 0,1 1 0,-1-1 0,0 1 0,0-1 0,1 1 0,-1-1 0,1 1 0,-1 0 0,0 1 0,-2 2 0,1 1 0,0-1 0,0 1 0,0 0 0,1 0 0,-1 0 0,1 0 0,0 0 0,0 0 0,1 7 0,-6 22 0,-5-4 0,8-24 0,1-1 0,0 1 0,0 0 0,0-1 0,-1 8 0,3-12 0,0 0 0,0 0 0,1 0 0,-1 0 0,0 0 0,0 0 0,0 1 0,1-1 0,-1 0 0,0 0 0,1 0 0,-1-1 0,1 1 0,-1 0 0,1 0 0,-1 0 0,1 0 0,0 0 0,-1-1 0,1 1 0,0 0 0,0-1 0,-1 1 0,1 0 0,0-1 0,0 1 0,0-1 0,0 1 0,0-1 0,0 0 0,1 1 0,3 0 0,1 1 0,-1-1 0,0-1 0,8 1 0,-10-1-91,1 0 0,-1 0 0,0 0 0,0 0 0,0-1 0,0 0 0,0 0 0,0 0 0,0 0 0,0 0 0,0 0 0,-1-1 0,1 0 0,2-1 0,11-11-6735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24575,'2'0'0,"4"3"0,2 0 0,2 0 0,5 0 0,3-1 0,6-1 0,1-1 0,4 0 0,-2 0 0,-3 0 0,-3-2 0,-5-4 0,-5-1-8191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24575,'0'304'0,"0"-298"0,0 3 0,0-1 0,1 1 0,1 9 0,-2-16 0,1 0 0,-1 0 0,1 0 0,-1 0 0,1 0 0,0 0 0,0-1 0,0 1 0,0 0 0,0-1 0,0 1 0,0 0 0,0-1 0,0 0 0,1 1 0,-1-1 0,1 0 0,-1 1 0,3 0 0,2 0-91,0 0 0,0 0 0,0-1 0,0 1 0,1-2 0,-1 1 0,0-1 0,1 0 0,-1 0 0,0-1 0,0 0 0,1 0 0,-1-1 0,10-3 0,-4-2-6735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24575,'8'0'0,"0"0"0,-1-1 0,14-3 0,-17 3 0,0 0 0,0-1 0,0 0 0,0 0 0,0 0 0,0 0 0,-1-1 0,4-3 0,-1 1 0,0-1 0,-1 1 0,0-1 0,0-1 0,7-10 0,-10 13 0,0 0 0,0 0 0,0 0 0,-1-1 0,1 1 0,-1 0 0,0-1 0,0 1 0,0-1 0,-1 0 0,1-6 0,-1 10 0,0-1 0,0 1 0,-1-1 0,1 1 0,0 0 0,-1-1 0,1 1 0,-1 0 0,1 0 0,-1-1 0,1 1 0,-1 0 0,0 0 0,1 0 0,-1 0 0,0 0 0,0 0 0,0 0 0,0 0 0,0 0 0,0 0 0,0 1 0,0-1 0,0 0 0,0 1 0,-1-1 0,1 1 0,0-1 0,0 1 0,0 0 0,-2-1 0,1 1 0,0-1 0,0 1 0,0 0 0,-1 0 0,1 0 0,0 0 0,0 1 0,0-1 0,0 1 0,0-1 0,0 1 0,0 0 0,0 0 0,0 0 0,0 0 0,0 0 0,-3 3 0,2-1 0,1 0 0,-1 0 0,1 0 0,-1 0 0,1 1 0,0 0 0,0-1 0,1 1 0,-1 0 0,1 0 0,-2 6 0,1 1 0,0-1 0,1 0 0,-1 17 0,2-24 0,0-1 0,0 0 0,1 1 0,-1-1 0,0 1 0,1-1 0,-1 0 0,1 1 0,0-1 0,0 0 0,0 1 0,0-1 0,0 0 0,0 0 0,0 0 0,1 0 0,1 2 0,0-1 0,0 0 0,1-1 0,-1 1 0,1-1 0,-1 0 0,1 0 0,0 0 0,5 2 0,14 3-1365,-2-3-5461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24575,'-2'0'0,"-3"0"0,-1 8 0,1 4 0,1 3 0,3-1 0,7 2 0,7-1 0,6-4 0,1-4 0,0-2 0,4-11 0,-1-8 0,-1-7 0,-5 0-8191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24575,'3'0'0,"2"3"0,3 0 0,2 0 0,7 0 0,5-2 0,5 0 0,5-5 0,-1-2 0,-5-8 0,-8-1-8191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24575,'-2'23'0,"-1"-7"0,-6 283 0,9-228 0,0-18 0,1 70 0,-1-121 0,0 1 0,1-1 0,-1 0 0,0 1 0,1-1 0,-1 0 0,1 1 0,0-1 0,-1 0 0,1 0 0,0 0 0,3 4 0,-3-5 0,0 0 0,0 1 0,1-1 0,-1 0 0,1 0 0,-1 0 0,1 0 0,-1 0 0,1-1 0,0 1 0,-1 0 0,1-1 0,0 0 0,-1 1 0,4-1 0,8 1 0,-1-2 0,0 0 0,0 0 0,0-1 0,22-7 0,5-1 0,12 4 0,-34 4 0,25-5 0,-40 7-105,0-1 0,0 1 0,0-1 0,-1 0 0,1 0 0,0 0 0,0 0 0,-1 0 0,1 0 0,0 0 0,-1-1 0,3-1 0,1-6-6721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24575,'0'5'0,"3"12"0,2 12 0,3 12 0,2 10 0,0 8 0,3 3 0,-2-7 0,-1-5 0,-2-6 0,-1-8 0,-2-10-8191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04:30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24575,'0'9'0,"-2"0"0,1 0 0,-1-1 0,0 1 0,0 0 0,-6 12 0,-5 21 0,9-23 0,1 0 0,-1 33 0,4 38 0,1-49 0,-1-34-341,-1 1 0,1-1-1,-4 14 1,1-8-6485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2779 2 24575,'-21'-1'0,"9"1"0,0-1 0,0 2 0,0 0 0,0 1 0,-15 5 0,-6 6 0,0 3 0,-34 22 0,0-4 0,49-26 0,0 1 0,-30 20 0,41-24 0,1-1 0,-1-1 0,0 0 0,-10 4 0,8-4 0,-14 7 0,-1 5 0,-90 48 0,11-5 0,17-9 0,40-24 0,17-8 0,-56 21 0,41-23 0,-51 28 0,70-31 0,-50 15 0,-27-2 0,63-16 0,11-1 0,-39 18 0,-15 6 0,79-31 0,-107 34 0,60-15 0,-97 20 0,92-30 0,-70 24 0,-12 8 0,65-20 0,-55 27 0,96-36 0,16-8 0,-31 7 0,28-9 0,-21 9 0,10-2 0,1-1 0,-38 6 0,64-15 0,-14 2 0,-1 1 0,1 1 0,-26 10 0,38-12 0,0-1 0,0 2 0,0-1 0,0 1 0,1-1 0,-1 1 0,0 1 0,1-1 0,0 1 0,0-1 0,0 1 0,0 0 0,0 0 0,1 1 0,-1-1 0,1 1 0,0-1 0,0 1 0,-1 6 0,1-2 0,0 0 0,0 0 0,1 1 0,0 14 0,2 41 0,0-29 0,0 4 0,-1 116 0,-4-123 0,3-26 0,0-1 0,0 1 0,1 0 0,-1 0 0,2 10 0,-1-16 0,1 1 0,-1 0 0,1-1 0,-1 1 0,1 0 0,0-1 0,-1 1 0,1-1 0,0 1 0,0-1 0,0 0 0,0 1 0,0-1 0,0 0 0,0 0 0,0 0 0,1 0 0,-1 0 0,0 0 0,1 0 0,-1-1 0,0 1 0,1 0 0,1 0 0,5 1 0,-1 0 0,1 0 0,9 0 0,-15-2 0,151 1 0,-77-2 0,-62 1 0,26-1 0,72 11 0,-30 7 0,-48-11 87,7 1-1539,-28-3-5374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24575,'9'1'0,"0"0"0,14 4 0,4 1 0,116-2-47,-92-5-1271,-39 1-5508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24575,'0'0'0,"0"-1"0,0 1 0,1-1 0,-1 0 0,0 1 0,0-1 0,0 1 0,1-1 0,-1 1 0,0-1 0,1 1 0,-1-1 0,0 1 0,1 0 0,-1-1 0,0 1 0,1-1 0,-1 1 0,1 0 0,-1 0 0,1-1 0,-1 1 0,0 0 0,1 0 0,-1 0 0,1-1 0,0 1 0,15-3 0,-14 3 0,6-1 0,0 1 0,0 1 0,0 0 0,0 0 0,14 5 0,-3 1 0,22 12 0,-24-9 0,-1 0 0,-1 2 0,0 1 0,19 19 0,-30-27 0,-1 0 0,1 0 0,-1 1 0,0-1 0,0 1 0,0 0 0,-1 0 0,1 0 0,2 11 0,5 12 0,1 0 0,13 47 0,-19-59 0,-2 0 0,0 1 0,-1-1 0,2 26 0,-6 97 0,1-133 0,0 1 0,-1-1 0,1 0 0,-1 1 0,-1-1 0,1-1 0,-1 1 0,1 0 0,-2-1 0,1 1 0,0-1 0,-1 0 0,0-1 0,0 1 0,-1-1 0,1 0 0,-1 0 0,0-1 0,0 1 0,0-1 0,0-1 0,-1 1 0,1-1 0,-7 2 0,-55 20 0,-3 1 0,32-12 0,37-13 0,6 0 0,7-1 0,458-1 0,-453 0 0,0 0 0,-1-1 0,1-1 0,-1-1 0,1-1 0,-1 0 0,30-17 0,-22 8 0,-8 4 0,0 2 0,33-13 0,-40 19 0,-1-1 0,1 0 0,-1 0 0,0-1 0,0-1 0,0 0 0,0 0 0,0-1 0,-1 0 0,9-9 0,-10 8 0,0-1 0,0 1 0,0-1 0,-1-1 0,0 1 0,-1-1 0,1 0 0,-1 0 0,-1-1 0,4-12 0,1-7 0,-1-1 0,-1 0 0,4-62 0,-9 81 0,-2 0 0,1-1 0,-1 1 0,0-1 0,-5-21 0,4 26 0,-1 0 0,1-1 0,-1 2 0,0-1 0,0 0 0,-1 1 0,1-1 0,-1 1 0,-9-10 0,5 8 0,0 1 0,-1 0 0,1 0 0,-2 1 0,1 1 0,-13-6 0,4 2 0,-37-17 0,-62-17 0,29 12 0,50 19 0,0 2 0,-62-5 0,27 5 0,11 3-147,-85 4-1,100 4-922,30-1-5756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0 165 24575,'2'0'0,"0"1"0,0-1 0,0 1 0,0 0 0,0 0 0,0 0 0,-1 0 0,1 0 0,2 2 0,6 3 0,-2-2 0,0-1 0,-1 0 0,1-1 0,0 0 0,1 0 0,-1-1 0,0-1 0,0 1 0,0-2 0,15-2 0,-22 3 0,1-1 0,-1 1 0,0-1 0,1 0 0,-1 0 0,0 0 0,0 0 0,0 0 0,1 0 0,-1 0 0,0-1 0,0 1 0,0 0 0,0-1 0,-1 1 0,1-1 0,0 1 0,0-1 0,-1 0 0,1 1 0,-1-1 0,1 0 0,-1 1 0,1-3 0,0-4 0,0 0 0,0-1 0,-1-15 0,0 18 0,0-1 0,0 1 0,-1 0 0,1 0 0,-1 0 0,0 0 0,0 0 0,-3-10 0,2 13 0,1 1 0,0-1 0,0 1 0,-1-1 0,1 1 0,-1 0 0,0-1 0,1 1 0,-1 0 0,0 0 0,0 1 0,0-1 0,0 0 0,0 1 0,-1-1 0,1 1 0,-4-1 0,0-1 0,-1 1 0,0 0 0,1 0 0,-1 1 0,0 1 0,-10-1 0,15 1 0,0 0 0,0 1 0,0-1 0,0 0 0,0 1 0,0-1 0,0 1 0,0 0 0,1 0 0,-1 0 0,0 0 0,0 0 0,0 1 0,1-1 0,-1 0 0,0 1 0,1 0 0,0-1 0,-1 1 0,1 0 0,0 0 0,-1 0 0,1 0 0,0 0 0,-1 4 0,0 1 0,1 0 0,-1 0 0,1 1 0,0-1 0,0 14 0,1-17 0,0 0 0,1 0 0,-1 1 0,0-1 0,1 0 0,0 0 0,0 0 0,0 0 0,0 0 0,1 0 0,2 5 0,-3-7-114,0 0 1,0-1-1,0 1 0,1-1 0,-1 1 1,0-1-1,1 0 0,-1 0 0,1 1 1,0-1-1,1 1 0,7 2-6712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24575,'2160'0'-1365,"-2146"0"-5461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0 24575,'-4'1'0,"-1"-1"0,1 1 0,0 0 0,0 0 0,0 1 0,0 0 0,0 0 0,1 0 0,-1 0 0,0 1 0,1-1 0,-1 1 0,1 0 0,0 1 0,-5 5 0,0 2 0,0 0 0,0 0 0,1 1 0,-7 17 0,9-18 0,-31 71 0,32-71 0,0 1 0,0 0 0,1 0 0,1 1 0,-3 16 0,5-25 0,0 1 0,0-1 0,0 1 0,1-1 0,-1 0 0,1 1 0,0-1 0,0 0 0,0 0 0,0 1 0,0-1 0,1 0 0,0-1 0,0 1 0,0 0 0,0 0 0,0-1 0,0 0 0,1 1 0,-1-1 0,6 4 0,-3-2 0,0-1 0,0 0 0,0 0 0,1-1 0,-1 0 0,1 0 0,0 0 0,0-1 0,0 0 0,0-1 0,12 2 0,-12-3 0,5 1 0,0 0 0,0-2 0,1 1 0,21-6 0,-30 5 0,-1 0 0,1-1 0,0 0 0,-1 1 0,1-1 0,-1 0 0,1 0 0,-1-1 0,0 1 0,0-1 0,1 1 0,-2-1 0,1 0 0,0 0 0,0 0 0,-1 0 0,1 0 0,-1-1 0,2-5 0,1-5 0,-1-1 0,0 0 0,2-21 0,-2 14 0,3-18 0,-2 17 0,0-1 0,-2 0 0,1-32 0,-3 53 0,0 1 0,0-1 0,-1 0 0,1 1 0,0-1 0,-1 0 0,0 1 0,1-1 0,-1 1 0,0-1 0,0 1 0,0-1 0,0 1 0,0 0 0,0 0 0,-1 0 0,1-1 0,-1 2 0,1-1 0,-1 0 0,0 0 0,1 1 0,-1-1 0,0 1 0,0-1 0,0 1 0,0 0 0,0 0 0,0 0 0,0 0 0,0 1 0,0-1 0,0 1 0,-1-1 0,-2 1 0,-10 0-1365,0 0-5461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24575,'2'3'0,"3"3"0,6 7 0,2 3 0,4 3 0,1 2 0,2 4 0,4 3 0,3-3 0,-1-4 0,-3-2 0,-1-1 0,-2-5 0,-2-3 0,-4-5-8191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24575,'1221'0'0,"-1193"2"0,50 10 0,-23-2 0,29 9 0,-55-11 0,-1-1 0,40 1 0,66-9 0,35 1 0,-44 16 0,-75-8 0,62 1 0,-98-9-1365,-2-1-5461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 24575,'-22'0'0,"9"-1"0,-1 1 0,1 1 0,-1 0 0,-25 8 0,28-5 0,0 0 0,1 2 0,0-1 0,0 2 0,0-1 0,1 2 0,-1-1 0,2 2 0,-1-1 0,1 1 0,0 1 0,0 0 0,1 1 0,0-1 0,0 2 0,1-1 0,-7 19 0,8-17 0,0 1 0,2 0 0,-1 0 0,1 0 0,-2 20 0,5-29 0,-1 0 0,1 0 0,0-1 0,0 1 0,1 0 0,-1 0 0,1 0 0,0 0 0,0-1 0,0 1 0,0 0 0,1-1 0,0 1 0,-1-1 0,1 0 0,0 0 0,1 0 0,-1 0 0,5 6 0,-2-5 0,0 0 0,0-1 0,0 0 0,1 0 0,-1 0 0,1-1 0,0 0 0,0 0 0,0-1 0,0 0 0,12 2 0,-1-1 0,-1-2 0,1 0 0,22-4 0,-34 3 0,-1-1 0,1 1 0,0-1 0,-1-1 0,1 1 0,-1-1 0,1 0 0,-1 0 0,0 0 0,0-1 0,1 0 0,-2 0 0,1 0 0,0-1 0,0 1 0,-1-1 0,0 0 0,1-1 0,-1 1 0,-1-1 0,1 1 0,3-8 0,-1-2 0,0 1 0,0-1 0,-1 0 0,-1 0 0,4-20 0,-6 27 0,-1 1 0,1 0 0,-1 0 0,0 0 0,0 0 0,-1-1 0,1 1 0,-1 0 0,0 0 0,-1 0 0,1 0 0,-1 0 0,0 1 0,0-1 0,-4-8 0,-4-2-1365,0 2-5461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24575,'0'6'0,"3"4"0,2 0 0,5 2 0,3 1 0,4 2 0,3 3 0,1-2 0,-1 0 0,0-3 0,-3-1 0,-2 1 0,-1-3 0,-2-3 0,3-2 0,-2-2-8191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24575,'360'0'-1365,"-347"0"-5461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2617 1667 24575,'-8'0'0,"1"-1"0,-1 0 0,1-1 0,0 0 0,0 0 0,0-1 0,0 0 0,0 0 0,-7-5 0,-41-23 0,27 17 0,-50-37 0,75 48 0,-71-51 0,10 11 0,11 6 0,-25-8 0,-18-11 0,81 47 0,0 1 0,-30-11 0,-10-6 0,-4 0 0,16 7 0,-114-60 0,135 66 0,-1 1 0,0 2 0,0 1 0,-26-4 0,-4-1 0,-82-32 0,-5-3 0,-13-5 0,136 47 0,-75-34 0,-14-10 0,-41-21 0,90 40 0,25 16 0,1-3 0,-50-37 0,58 35 0,0 1 0,-1 2 0,-41-21 0,48 30 0,-71-36 0,75 35 0,0 0 0,0 0 0,1-1 0,-17-18 0,-3-5 0,20 22 0,0-1 0,1 0 0,1-1 0,-16-23 0,24 32 0,1 0 0,-1 0 0,1 0 0,0 0 0,-1 0 0,1-1 0,1 1 0,-1 0 0,0-8 0,0-5 0,2-20 0,0 14 0,-1-26 0,1-42 0,0 90 0,-1-1 0,0 1 0,0-1 0,1 1 0,-1-1 0,1 1 0,-1-1 0,1 1 0,-1-1 0,1 1 0,0 0 0,-1 0 0,1-1 0,0 1 0,0 0 0,0 0 0,0 0 0,0 0 0,0 0 0,0 0 0,0 1 0,0-1 0,0 0 0,0 0 0,1 1 0,-1-1 0,0 1 0,0 0 0,2-1 0,5 0 0,-1 0 0,0 1 0,0-1 0,9 3 0,-5-2 0,375 4-54,-250-5-1257,-122 1-5515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969 48 24575,'-795'0'0,"780"0"0,-1-2 0,1 1 0,-1-2 0,1-1 0,0 0 0,-29-14 0,17 6-1365,16 8-5461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24575,'8'0'0,"1"1"0,-1 0 0,0 1 0,0 1 0,12 4 0,37 23 0,-41-21 0,156 104 0,-166-108 0,0 0 0,0 0 0,0 0 0,0 1 0,-1 0 0,0 1 0,0 0 0,0 0 0,-1 0 0,0 0 0,0 1 0,0 0 0,-1 0 0,0 0 0,0 1 0,-1-1 0,1 1 0,0 9 0,0 10 0,-1 0 0,-1 0 0,-2 44 0,-1-11 0,2-55 0,0 1 0,0-1 0,-1 0 0,1 1 0,-2-1 0,1 0 0,0 0 0,-1 0 0,0 0 0,0 0 0,0 0 0,-1 0 0,1-1 0,-1 0 0,0 0 0,-1 0 0,1 0 0,-1 0 0,1-1 0,-8 7 0,-24 18 0,17-14 0,-17 18 0,24-23 0,0-1 0,-1 0 0,1-1 0,-15 7 0,12-6 0,-15 7 0,-31 11 0,29-14 0,10-4 0,21-9 0,0 0 0,0 0 0,0 0 0,0 0 0,0 0 0,0 1 0,0-1 0,0 0 0,0 0 0,0 0 0,0 0 0,0 0 0,0 0 0,0 0 0,0 0 0,0 0 0,0 0 0,0 0 0,0 1 0,0-1 0,0 0 0,0 0 0,0 0 0,0 0 0,0 0 0,0 0 0,0 0 0,0 0 0,1 0 0,-1 0 0,0 0 0,0 0 0,0 0 0,0 0 0,0 0 0,0 0 0,0 0 0,0 0 0,0 0 0,0 0 0,0 1 0,0-1 0,0 0 0,0 0 0,0 0 0,1 0 0,-1-1 0,0 1 0,0 0 0,0 0 0,0 0 0,0 0 0,0 0 0,0 0 0,0 0 0,0 0 0,0 0 0,0 0 0,7 1 0,177-1 0,-80-1 0,390 1 0,-488 0 0,0-1 0,0 0 0,-1 0 0,1 0 0,0-1 0,-1 0 0,1 0 0,-1-1 0,1 0 0,-1 0 0,5-5 0,8-4 0,-2 2 0,24-21 0,-30 21 0,0 0 0,-1 0 0,0-1 0,14-22 0,-19 25 0,0 1 0,0-1 0,-1 0 0,0 0 0,0 0 0,0-1 0,-1 1 0,0-1 0,2-16 0,-2-15 0,-3-67 0,0 35 0,0 60 0,0 1 0,0 0 0,-1 0 0,0 0 0,0 0 0,-1 0 0,0 1 0,-1 0 0,-7-17 0,4 14 0,0-1 0,-1 1 0,0 0 0,0 1 0,-1 1 0,-12-13 0,17 20 0,-1 0 0,1 1 0,0 0 0,-1 0 0,0 0 0,0 0 0,-7-1 0,-3-1 0,-18-2 0,0 0 0,-33-13 0,1-3 0,-79-42 0,131 58 0,-2 0 0,1 1 0,-1 0 0,1 2 0,-21-4 0,10 5 0,-25-9 0,26 6 0,-35-5 0,-70 10 0,69 2 0,55-1-136,-1 0-1,1 0 1,0 0-1,0 1 1,0 0-1,-1 1 1,1-1-1,0 1 0,-6 3 1,-2 6-6690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70 24575,'0'1'0,"1"0"0,-1 1 0,0-1 0,1 0 0,0 0 0,-1 0 0,1 0 0,0 0 0,-1 0 0,1 0 0,0 0 0,0 0 0,0 0 0,1 1 0,0 0 0,6 6 0,0-1 0,1 0 0,-1-1 0,1 0 0,1 0 0,-1-2 0,0 1 0,1-1 0,0-1 0,-1 0 0,1-1 0,0 0 0,0-1 0,1 0 0,-1-1 0,16-2 0,-24 2 0,-1-1 0,0 1 0,1 0 0,-1 0 0,0-1 0,1 1 0,-1-1 0,0 0 0,0 1 0,1-1 0,-1 0 0,0 0 0,0 0 0,0 0 0,0 0 0,0 0 0,0 0 0,0 0 0,0-1 0,0 1 0,0 0 0,-1-1 0,1 1 0,0-3 0,0 1 0,0 1 0,-1-1 0,1 0 0,-1 0 0,0 0 0,0 0 0,0 1 0,0-1 0,0 0 0,-1 0 0,1 0 0,0 0 0,-2-4 0,0 2 0,1 1 0,-1-1 0,0 0 0,0 1 0,0 0 0,-1-1 0,1 1 0,-1 0 0,0 0 0,0 1 0,0-1 0,0 1 0,0 0 0,-1 0 0,1 0 0,-1 0 0,-7-3 0,6 4 0,0-1 0,0 2 0,-1-1 0,1 1 0,0 0 0,-1 0 0,1 0 0,0 1 0,-1 0 0,1 1 0,-1-1 0,1 1 0,-9 3 0,10-1 0,-1-1 0,1 1 0,0-1 0,0 2 0,0-1 0,0 0 0,1 1 0,-1 0 0,1 0 0,0 0 0,0 0 0,0 1 0,0 0 0,0 0 0,-1 5 0,0-3 0,1 1 0,0 0 0,1 0 0,0 0 0,0 0 0,0 1 0,1-1 0,-1 1 0,1 12 0,1-19 3,0-1 0,0 1-1,0-1 1,1 1-1,-1-1 1,0 1 0,1-1-1,-1 0 1,0 1 0,1-1-1,-1 1 1,1-1-1,0 0 1,-1 0 0,1 1-1,0-1 1,0 0 0,0 0-1,-1 0 1,1 0-1,0 0 1,0 0 0,0 0-1,0-1 1,1 1 0,-1 0-1,0-1 1,0 1-1,0-1 1,0 1 0,2-1-1,4 2-137,-1-1 0,1 0 0,0-1 0,10-1-1,-8 1-637,13-1-6053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24575,'43'1'0,"-1"2"0,60 14 0,-73-11 0,49 2 0,30-9 0,-38 0 0,-14 0 0,62 2 0,-67 7 0,11 0 0,2-9 0,29 2 0,-87 0 21,0 1-1,-1 0 1,1 0-1,-1 0 1,7 4-1,13 6-1508,-14-9-5338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24575,'0'432'0,"0"-821"0,0 381 0,1-1 0,-1 1 0,1-1 0,1-7 0,-1 13 0,0 0 0,-1 1 0,1-1 0,0 1 0,0-1 0,0 1 0,0 0 0,0-1 0,1 1 0,-1 0 0,1 0 0,-1 0 0,1 0 0,-1 0 0,1 1 0,3-3 0,-2 2 0,0 0 0,0 0 0,0 0 0,0 0 0,7-1 0,-9 3 0,0-1 0,0 1 0,0 0 0,0 0 0,0 0 0,0 0 0,0 0 0,0 1 0,0-1 0,0 0 0,0 1 0,0-1 0,0 0 0,0 1 0,0 0 0,0-1 0,0 1 0,-1 0 0,1-1 0,0 1 0,0 0 0,-1 0 0,1 0 0,1 1 0,0 2 0,0 0 0,0 1 0,0-1 0,-1 0 0,0 1 0,2 6 0,4 32 0,-5-33 0,-2-6 0,1 0 0,-1 0 0,0 0 0,1 0 0,-2 0 0,1 0 0,0 0 0,-1 0 0,1-1 0,-2 6 0,1-6 0,0 0 0,-1 0 0,1 0 0,0 0 0,-1-1 0,1 1 0,-1-1 0,0 1 0,0-1 0,0 0 0,0 0 0,0 0 0,-2 2 0,-12 6 0,12-8 0,1 0 0,0 1 0,-1-1 0,1 1 0,-3 3 0,5-5 0,0 0 0,0 0 0,0 1 0,1-1 0,-1 0 0,0 1 0,1-1 0,-1 1 0,1-1 0,-1 1 0,1-1 0,-1 1 0,1-1 0,0 1 0,0 0 0,0-1 0,0 1 0,0-1 0,0 3 0,1 2 0,0 1 0,0-1 0,0 0 0,1 0 0,0-1 0,0 1 0,0 0 0,1-1 0,0 1 0,3 4 0,6 10 0,17 19 0,-16-22 0,2 0 0,0-1 0,28 21 0,-38-32-108,3 0-101,-1 1-1,0 1 0,0-1 1,0 1-1,7 11 1,-4-2-6617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24575,'-29'-1'0,"-33"2"0,61 0 0,0-1 0,-1 0 0,1 0 0,0 1 0,-1-1 0,1 1 0,0 0 0,0-1 0,0 1 0,-1 0 0,1 0 0,0 0 0,0 0 0,0 0 0,0 0 0,0 0 0,0 0 0,0 1 0,1-1 0,-1 0 0,0 1 0,0-1 0,1 0 0,-1 1 0,1-1 0,-1 1 0,1 0 0,0-1 0,-1 1 0,1 2 0,-1 0 0,1-1 0,0 0 0,0 1 0,0-1 0,1 0 0,-1 1 0,1-1 0,-1 0 0,1 0 0,0 0 0,0 0 0,0 0 0,0 0 0,3 5 0,1-1 0,1 0 0,-1 0 0,1-1 0,1 0 0,-1 0 0,1-1 0,9 6 0,-3-2 0,1 1 0,0-1 0,18 8 0,-28-15 0,-1 0 0,0 0 0,1 0 0,-1 0 0,0 1 0,0-1 0,-1 1 0,6 6 0,-7-8 0,0 0 0,-1 0 0,1 0 0,0 1 0,-1-1 0,1 0 0,0 1 0,-1-1 0,1 1 0,-1-1 0,0 1 0,1-1 0,-1 1 0,0-1 0,0 1 0,0-1 0,0 1 0,0 0 0,0-1 0,0 1 0,0-1 0,0 1 0,-1-1 0,1 1 0,-1-1 0,1 1 0,0-1 0,-2 2 0,0 0 0,1 0 0,-1 0 0,0 0 0,-1 0 0,1-1 0,0 0 0,-1 1 0,1-1 0,-1 0 0,1 0 0,-1-1 0,0 1 0,0-1 0,-3 2 0,-4 1 0,0-1 0,-19 3 0,25-5 11,1-1 0,-1 0 0,0 0 0,0 0 0,0 0 0,1-1-1,-1 0 1,0 0 0,1 0 0,-6-3 0,7 3-89,0 0 0,0 0 0,0-1-1,1 1 1,-1-1 0,0 0 0,0 1 0,1-1 0,-1 0-1,1 0 1,0-1 0,-1 1 0,1 0 0,0 0 0,0-1-1,0 1 1,0-1 0,-1-4 0,0-6-6748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24575,'2'0'0,"4"0"0,2 0 0,4 3 0,3 3 0,-2 4 0,0 0 0,-3 1 0,-3 1 0,0 2 0,-2 4 0,1-2 0,2-3 0,-1-3-8191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24575,'41'1'0,"58"8"0,-53-3 0,82-4 0,-76-3 0,487 1 0,-520 1-26,33 7-1,-28-3-1285,-17-4-5514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24575,'21'0'0,"118"7"0,14 4 0,1-11 0,-52-1 0,-17 1-1365,-73 0-5461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24575,'-1'0'0,"0"1"0,0-1 0,0 0 0,0 0 0,0 0 0,0 1 0,0-1 0,0 1 0,0-1 0,0 1 0,0 0 0,0-1 0,1 1 0,-1 0 0,0 0 0,0-1 0,0 1 0,1 0 0,-1 0 0,0 0 0,1 0 0,-1 0 0,1 1 0,-1-1 0,1 0 0,-1 0 0,1 0 0,0 0 0,-1 1 0,1 1 0,-2 5 0,2-1 0,-1 1 0,0 0 0,1 7 0,0-5 0,0 40 0,0-19 0,0 0 0,-9 61 0,1-40 0,5-27 0,-1 0 0,-8 27 0,7-30 0,0 0 0,2 0 0,-3 28 0,-3 29 0,4-51-341,1 0 0,1 0-1,1 45 1,2-59-6485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0 24575,'-4'0'0,"1"1"0,-1-1 0,1 1 0,-1 0 0,1 0 0,-1 1 0,1-1 0,0 1 0,-1 0 0,1 0 0,0 0 0,0 1 0,0-1 0,1 1 0,-1 0 0,0 0 0,1 0 0,-1 0 0,1 1 0,-3 4 0,-3 7 0,1 1 0,0 0 0,-7 27 0,11-36 0,-11 31 0,-3 6 0,-10 29 0,8-28 0,-18 46 0,12-31 0,10-24 0,15-34 0,-1-1 0,1 0 0,-1 1 0,1-1 0,-1 0 0,1 1 0,0-1 0,0 1 0,-1-1 0,1 1 0,0-1 0,0 3 0,1-3 0,-1-1 0,0 1 0,0 0 0,1-1 0,-1 1 0,0 0 0,1-1 0,-1 1 0,0 0 0,1-1 0,-1 1 0,1-1 0,-1 1 0,1-1 0,-1 1 0,1-1 0,0 1 0,-1-1 0,1 0 0,-1 1 0,1-1 0,-1 0 0,1 0 0,1 1 0,10 1 0,1 0 0,0-1 0,-1 0 0,20-3 0,-10 1 0,236-2 0,-256 3 0,1 0 0,-1 0 0,0-1 0,1 1 0,-1-1 0,0 1 0,0-1 0,1 0 0,1-1 0,-3 1 0,0 0 0,0 1 0,0-1 0,0 0 0,0 0 0,-1 0 0,1 0 0,0 0 0,0 0 0,-1-1 0,1 1 0,-1 0 0,1 0 0,-1 0 0,1-1 0,-1 1 0,0 0 0,1-1 0,-1 1 0,0 0 0,0-3 0,1-2 0,-1 0 0,0 0 0,-1 0 0,1 0 0,-1 0 0,0 0 0,0 0 0,-3-10 0,-3-4 0,-10-22 0,1 4 0,-61-188 0,51 134-1365,20 70-5461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119 183 24575,'2'0'0,"1"0"0,-1 0 0,0 0 0,0-1 0,0 1 0,0-1 0,0 1 0,3-3 0,-4 3 0,0-1 0,0 0 0,0 0 0,0 0 0,0 0 0,0 0 0,0 0 0,-1 0 0,1-1 0,0 1 0,-1 0 0,1 0 0,-1-1 0,1 1 0,-1-1 0,1-1 0,1-8 0,0 0 0,0 0 0,-1 0 0,-1 0 0,1 0 0,-2 0 0,-1-21 0,2 30 0,-1 0 0,1-1 0,-1 1 0,1 0 0,-1 1 0,1-1 0,-1 0 0,0 0 0,0 0 0,0 0 0,0 1 0,0-1 0,0 0 0,0 1 0,-2-2 0,0 1 0,1 0 0,0 0 0,0 1 0,-1-1 0,1 1 0,-1 0 0,1 0 0,-1 0 0,-2 0 0,-5 0 0,0 0 0,1 0 0,-1 2 0,-11 1 0,18-2 0,0 1 0,1 0 0,-1-1 0,0 1 0,1 0 0,-1 1 0,1-1 0,-1 0 0,1 1 0,0 0 0,-1 0 0,1-1 0,0 2 0,0-1 0,0 0 0,0 0 0,0 1 0,1 0 0,-1-1 0,1 1 0,-1 0 0,1 0 0,0 0 0,0 0 0,0 0 0,0 0 0,0 0 0,0 6 0,0-5 0,0 0 0,1 0 0,0 0 0,0 0 0,0 0 0,0 0 0,1 0 0,-1 0 0,1 0 0,0 0 0,0 0 0,0 0 0,0 0 0,1-1 0,-1 1 0,1 0 0,0-1 0,0 0 0,0 1 0,0-1 0,0 0 0,0 0 0,4 3 0,-1-2 5,-1 0 0,1 0-1,1-1 1,-1 0-1,0 0 1,1-1 0,5 3-1,6-1-92,18 3-1,-4-1-1136,-18-3-5601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24575,'0'729'0,"0"-723"0,1 0 0,-1 0 0,1 1 0,0-1 0,0 0 0,0 0 0,1 0 0,4 11 0,-5-14 0,1 0 0,-1 0 0,1 0 0,0 0 0,0-1 0,-1 1 0,1 0 0,1-1 0,-1 0 0,0 0 0,0 0 0,1 0 0,-1 0 0,1 0 0,-1-1 0,1 1 0,4 0 0,7 1 0,1-1 0,-1 0 0,1-2 0,19-1 0,-7-1 0,15 1 0,62 1 0,-89 2-1365,-4 2-5461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63 24575,'-15'-1'0,"0"-1"0,0-1 0,0-1 0,-27-11 0,27 9 0,0 0 0,0 2 0,0 0 0,-21-1 0,-20-1 0,-2-1 0,57 7 0,0 0 0,-1 0 0,1 1 0,0-1 0,0 0 0,0 0 0,-1 1 0,1-1 0,0 1 0,0-1 0,0 1 0,0 0 0,0 0 0,0-1 0,0 1 0,0 0 0,0 0 0,0 0 0,0 0 0,1 1 0,-1-1 0,0 0 0,0 0 0,1 0 0,-1 1 0,1-1 0,-1 0 0,1 1 0,-1-1 0,1 1 0,-1 1 0,0 5 0,0 0 0,1-1 0,-1 1 0,1 13 0,1-12 0,2 433 0,-2-410 0,2 0 0,6 37 0,3 37 0,-9-81 0,0 0 0,11 42 0,0 6 0,6 22 0,-13-70 0,-1 1 0,-2 0 0,4 41 0,-7-42-1365,-1-3-5461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24575,'0'442'-1365,"0"-424"-5461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35 24575,'2'-2'0,"1"-1"0,0 1 0,0 0 0,0 1 0,0-1 0,0 1 0,1-1 0,4 0 0,5-3 0,-2 1 0,0 1 0,0 1 0,0 0 0,0 1 0,0 0 0,1 1 0,-1 1 0,15 3 0,-21-3 0,-1 0 0,1 0 0,-1 0 0,0 1 0,1 0 0,3 3 0,-6-4 0,0 1 0,0-1 0,0 1 0,-1-1 0,1 1 0,0 0 0,-1 0 0,1 0 0,-1 0 0,0 0 0,0 0 0,1 1 0,-1-1 0,1 5 0,1 2 0,-1 0 0,1 0 0,-1 0 0,-1 0 0,1 11 0,-2-16 0,0 0 0,0 0 0,0 0 0,0 0 0,-1 0 0,0 0 0,1 0 0,-1 0 0,-1 0 0,1 0 0,0-1 0,-1 1 0,1 0 0,-3 3 0,2-4 0,0 0 0,0 0 0,0 0 0,-1-1 0,1 1 0,-1-1 0,1 1 0,-1-1 0,0 0 0,0 0 0,-4 2 0,-1-1 0,0 0 0,0-1 0,-10 1 0,-132 28-1365,136-27-5461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24575,'27'0'0,"39"7"0,-13-1-682,77-2-1,-119-4-6143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24575,'227'-1'-338,"596"13"-2168,-519 14 2506,-167-12 0,811 102-128,-506-86 201,-299-32 1762,48 0-2136,-168 2-6525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24575,'0'2481'-1365,"0"-2465"-5461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24575,'0'8'0,"0"6"0,0 8 0,0 4 0,0 5 0,0 0 0,0 4 0,0 0 0,-3 6 0,-2-1 0,-1 0 0,1-1 0,1-1 0,2-2 0,-2 1 0,0-14 0,1-11-8191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24575,'38'-1'0,"44"2"0,-80-1 0,1 1 0,-1-1 0,1 1 0,-1 0 0,1-1 0,-1 1 0,1 1 0,-1-1 0,0 0 0,1 1 0,-1-1 0,0 1 0,0 0 0,3 3 0,-3-2 0,1 1 0,-1-1 0,0 1 0,0 0 0,0-1 0,-1 1 0,1 0 0,-1 0 0,2 6 0,-1 4 0,1 1 0,-2-1 0,1 0 0,-2 1 0,0 17 0,0-23 0,-1 0 0,1 0 0,-2-1 0,1 1 0,-1 0 0,-3 10 0,3-13 0,0 0 0,-1 0 0,0 0 0,1-1 0,-2 0 0,1 0 0,0 0 0,-1 0 0,-5 6 0,-2-1 0,0 1 0,0-2 0,-1 0 0,-24 14 0,6-6 24,14-8-718,-17 8-1,16-11-6131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24575,'-3'1'0,"-1"-1"0,1 1 0,-1-1 0,1 1 0,0 1 0,0-1 0,-1 0 0,1 1 0,0 0 0,0 0 0,0 0 0,1 1 0,-1-1 0,0 1 0,1-1 0,-1 1 0,1 0 0,0 0 0,-1 1 0,1-1 0,-1 4 0,-3 4 0,1 1 0,1-1 0,-1 1 0,2 0 0,-5 21 0,4-16 0,1 0 0,1 1 0,-1 23 0,3-34 0,0 0 0,1 1 0,-1-1 0,1 0 0,0 0 0,0 0 0,1 0 0,0 0 0,0 0 0,5 11 0,-5-14 0,0-1 0,0 0 0,0 0 0,1-1 0,-1 1 0,1 0 0,-1-1 0,1 0 0,0 0 0,-1 0 0,1 0 0,0 0 0,0-1 0,1 1 0,-1-1 0,0 0 0,0 0 0,0-1 0,5 1 0,6 0 0,0-1 0,0 0 0,16-4 0,-28 3 0,2 1 0,0-1 0,0 0 0,0 0 0,0-1 0,0 0 0,0 0 0,0 0 0,0 0 0,0-1 0,-1 0 0,1 0 0,4-4 0,-4 2 0,0 0 0,-1 0 0,0 0 0,1-1 0,-1 0 0,0 1 0,-1-1 0,4-11 0,-2 2 0,0-1 0,-1 1 0,-1-1 0,0 0 0,-1 0 0,0-1 0,-2-19 0,1 27 0,-1 0 0,1 0 0,-2 1 0,1-1 0,-3-9 0,3 15 0,0 1 0,0-1 0,0 0 0,0 1 0,0-1 0,-1 1 0,1-1 0,0 1 0,-1 0 0,0 0 0,1 0 0,-1 0 0,0 0 0,0 0 0,0 0 0,0 1 0,0 0 0,0-1 0,-3 0 0,0 0-273,1 1 0,-1 0 0,0 0 0,-8 0 0,-1 2-6553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24575,'5'3'0,"5"6"0,4 4 0,3 6 0,4 0 0,5-2 0,-2 1 0,1-2 0,-1 1 0,2-4 0,1-1 0,1 1 0,-3 0 0,-3 1 0,-3-2 0,-3-3 0,1 0 0,-3-2-8191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24575,'-3'2'0,"0"-1"0,-1 1 0,1 0 0,0 0 0,0 0 0,0 1 0,1-1 0,-1 1 0,0 0 0,1 0 0,0 0 0,-1 0 0,1 1 0,0-1 0,0 1 0,-2 6 0,-1 2 0,1 0 0,0 0 0,0 1 0,-1 13 0,0 7 0,1 1 0,2 0 0,1 57 0,1-85 0,0 0 0,1 0 0,0 1 0,-1-1 0,2 0 0,2 10 0,-3-13 0,0 0 0,1 1 0,-1-1 0,1-1 0,-1 1 0,1 0 0,0 0 0,0-1 0,0 1 0,0-1 0,0 0 0,1 0 0,2 3 0,3-1 0,0 1 0,-1-2 0,1 1 0,0-1 0,1-1 0,12 3 0,-9-3 0,0-1 0,1-1 0,22-2 0,-32 1 0,1 1 0,-1-1 0,1 0 0,-1 0 0,1 0 0,-1-1 0,0 1 0,1-1 0,-1 0 0,0 0 0,0-1 0,0 1 0,0-1 0,-1 0 0,1 0 0,0 0 0,-1 0 0,0-1 0,1 1 0,-1-1 0,0 1 0,-1-1 0,1 0 0,0 0 0,1-5 0,-1-4 0,0 1 0,0-1 0,-1 0 0,0-18 0,-5-51 0,3 70 30,0 0 0,-1 0 0,-3-13 0,4 21-154,-1 0 0,1 0 1,0 0-1,-1 0 0,0 0 0,0 0 1,0 1-1,0-1 0,-1 1 0,1 0 1,-5-5-1,-5-2-6702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24575,'5'3'0,"3"3"0,5 4 0,2 0 0,2 1 0,1-1 0,0 0 0,0 4 0,3 2 0,2 2 0,3 0 0,-5-1 0,2 1 0,-3-4-8191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24575,'0'0'0,"0"-1"0,0 1 0,0 0 0,1-1 0,-1 1 0,0-1 0,0 1 0,0-1 0,0 1 0,1 0 0,-1-1 0,0 1 0,0 0 0,1-1 0,-1 1 0,0 0 0,0-1 0,1 1 0,-1 0 0,0 0 0,1-1 0,-1 1 0,0 0 0,1 0 0,-1 0 0,0-1 0,1 1 0,12-3 0,-11 3 0,7-1 0,0 0 0,1 1 0,16 3 0,28 8 0,-28-5 0,36 9 0,-25-5 0,-1-2 0,59 3 0,5-12-1365,-89 1-5461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24575,'0'3'0,"1"-1"0,-1 1 0,1-1 0,-1 0 0,1 0 0,2 4 0,-1 3 0,0-5 0,-1-1 0,0 1 0,1 0 0,-1-1 0,1 1 0,0-1 0,0 1 0,0-1 0,0 0 0,1 0 0,-1 0 0,0 0 0,1-1 0,0 1 0,0-1 0,-1 0 0,6 3 0,-1-2 0,0-1 0,-1 1 0,1-2 0,0 1 0,0-1 0,0 0 0,10-1 0,-12 0 0,58-3 0,-61 3 0,-1 0 0,0-1 0,1 1 0,-1-1 0,0 0 0,1 1 0,-1-1 0,0 0 0,0 0 0,1 0 0,-1 0 0,0 0 0,0-1 0,0 1 0,0 0 0,0 0 0,0-1 0,-1 1 0,1-1 0,0 1 0,0-1 0,-1 1 0,1-1 0,-1 0 0,1 1 0,-1-1 0,0 0 0,1 0 0,-1 1 0,0-3 0,1-3 0,-1 1 0,0-1 0,0 1 0,-1-1 0,1 1 0,-1-1 0,-2-6 0,2 10 0,0-1 0,0 0 0,0 1 0,0 0 0,-1-1 0,1 1 0,-1 0 0,0 0 0,0 0 0,0 0 0,0 0 0,0 1 0,-1-1 0,1 1 0,0 0 0,-5-4 0,3 4 0,0 0 0,1 0 0,-1 1 0,0-1 0,0 1 0,0 0 0,0 0 0,0 1 0,-1-1 0,1 1 0,-8 1 0,11-1 4,0 0 0,0 0 0,0 1 0,0-1 0,0 0-1,0 1 1,0-1 0,-1 1 0,1-1 0,0 1 0,0 0 0,0-1-1,1 1 1,-1 0 0,0 0 0,0 0 0,0 0 0,0 0 0,1 0 0,-1 0-1,0 0 1,1 0 0,-1 0 0,0 1 0,1-1 0,-1 0 0,1 1-1,0-1 1,-1 0 0,1 2 0,0-1-82,0 1 0,0-1 0,0 0-1,0 0 1,0 1 0,0-1 0,1 0 0,-1 0 0,1 0-1,-1 0 1,1 0 0,0 0 0,0 0 0,-1 0 0,1 0-1,0 0 1,1 0 0,0 1 0,10 11-6748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69 24575,'-1'0'0,"1"0"0,0 0 0,0 0 0,0 0 0,-1 0 0,1 0 0,0 0 0,0 0 0,0 0 0,-1 0 0,1 0 0,0 0 0,0 0 0,0 0 0,0 0 0,-1 0 0,1 1 0,0-1 0,0 0 0,0 0 0,0 0 0,-1 0 0,1 0 0,0 1 0,0-1 0,0 0 0,0 0 0,0 0 0,-1 1 0,1-1 0,0 0 0,0 0 0,0 0 0,0 1 0,3 8 0,-2-7 0,1 1 0,-1-1 0,1 0 0,0 0 0,2 3 0,0-2 0,1 0 0,-1-1 0,1 0 0,0 1 0,0-2 0,-1 1 0,1-1 0,0 0 0,0 0 0,0-1 0,0 1 0,0-1 0,10-2 0,-14 1 0,1 0 0,-1 1 0,0-1 0,0 0 0,1 0 0,-1-1 0,0 1 0,0 0 0,0 0 0,0-1 0,0 1 0,0-1 0,0 1 0,-1-1 0,1 1 0,0-1 0,-1 1 0,1-1 0,-1 0 0,1 0 0,-1 1 0,0-1 0,1 0 0,-1 0 0,0-3 0,0 2 0,0 0 0,0 0 0,0 0 0,0 1 0,0-1 0,0 0 0,-1 0 0,0 0 0,1 1 0,-1-1 0,0 0 0,0 1 0,0-1 0,0 1 0,-3-5 0,2 4 0,0 1 0,-1 0 0,1 0 0,-1 0 0,1 0 0,-1 0 0,0 1 0,1-1 0,-1 1 0,0 0 0,0 0 0,-3 0 0,-6-1 0,-20 0 0,25 1 0,-8 0 0,0 1 0,1 1 0,-1 0 0,-23 7 0,36-8 0,0 1 0,1-1 0,-1 1 0,1 0 0,0 0 0,-1 0 0,1 0 0,-1 0 0,1 0 0,0 0 0,0 0 0,0 1 0,-1-1 0,0 3 0,1-3 0,1 0 0,0 0 0,-1 0 0,1 0 0,0 0 0,0-1 0,0 1 0,-1 0 0,1 0 0,0 0 0,0 0 0,0 0 0,0 0 0,1 0 0,-1 0 0,0 0 0,0 0 0,0 0 0,1 0 0,-1-1 0,0 1 0,0 0 0,1 0 0,-1 0 0,1 0 0,-1-1 0,1 1 0,-1 0 0,1-1 0,-1 1 0,2 0 0,0 2 11,1 0 0,0-1-1,-1 1 1,1-1 0,0 0-1,0 0 1,1-1 0,-1 1-1,0-1 1,5 2 0,4-1-740,18 3-1,-30-5 706,22 2-6802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24575,'0'3'0,"-2"9"0,-1 8 0,0 3 0,1 3 0,-2 4 0,0-2 0,-2 0 0,1-1 0,-2-6 0,-1-4 0,0-4-8191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24575,'0'6'0,"0"6"0,0 5 0,0 5 0,0 1 0,0 0 0,0-2 0,0-1 0,0 1 0,0 0 0,-2-4 0,-1-2 0,0-3-8191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24575,'0'3'0,"-3"9"0,0 8 0,1 3 0,-3 1 0,1-1 0,0 0 0,1 3 0,-1-3 0,0-1 0,-2-1 0,1-1 0,1-1 0,-1 1 0,0 0 0,1 0 0,1-4-8191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24575,'4'0'0,"-1"1"0,0 0 0,1 0 0,-1 0 0,0 1 0,0-1 0,0 1 0,0 0 0,0 0 0,0 0 0,0 1 0,4 4 0,13 9 0,-11-11 0,1-1 0,-1 0 0,1 0 0,-1-1 0,1-1 0,0 0 0,0 0 0,0-2 0,0 1 0,0-2 0,0 1 0,12-4 0,-20 3 0,1 0 0,-1 0 0,1 0 0,-1 0 0,0 0 0,1-1 0,-1 0 0,0 1 0,0-1 0,1 0 0,-1 0 0,0-1 0,-1 1 0,1 0 0,0-1 0,-1 0 0,1 1 0,-1-1 0,1 0 0,-1 0 0,1-4 0,0 2 0,-1-1 0,0 1 0,0-1 0,0 0 0,-1 1 0,1-1 0,-1 0 0,0 0 0,-1 0 0,1 1 0,-2-8 0,1 10 0,1 1 0,-1-1 0,0 1 0,1-1 0,-1 1 0,0-1 0,0 1 0,-1-1 0,1 1 0,0 0 0,-1 0 0,1 0 0,-1 0 0,-1-2 0,0 2 0,1 0 0,-1 0 0,0 0 0,0 0 0,0 0 0,0 1 0,0 0 0,-6-2 0,-1 1 0,-1 1 0,1 0 0,-1 1 0,-18 3 0,25-3 0,-1 1 0,1 0 0,0 0 0,-1 1 0,1-1 0,0 1 0,0 0 0,-1 1 0,2-1 0,-1 1 0,-6 5 0,8-6 0,0 1 0,-1 0 0,1 0 0,0 0 0,0 1 0,0-1 0,1 0 0,-1 1 0,1 0 0,-1-1 0,1 1 0,0 0 0,0 0 0,0 0 0,1 0 0,-1 5 0,0-5 0,1-1 0,0 0 0,0 0 0,0 1 0,0-1 0,0 0 0,0 0 0,1 1 0,0-1 0,-1 0 0,1 0 0,0 0 0,0 0 0,0 0 0,0 0 0,1 0 0,-1 0 0,1-1 0,-1 1 0,1-1 0,0 1 0,0-1 0,0 0 0,0 0 0,0 0 0,0 0 0,1 0 0,-1 0 0,3 1 0,5 1-195,-1 1 0,1-2 0,-1 0 0,1 0 0,0-1 0,18 1 0,-12-3-6631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0 24575,'-5'0'0,"0"1"0,0 0 0,0 0 0,-1 0 0,1 0 0,1 1 0,-1 0 0,0 1 0,0-1 0,1 1 0,-1 0 0,1 0 0,-1 1 0,-3 5 0,-14 11 0,1 2 0,1 0 0,1 2 0,-25 40 0,39-55 0,-12 18 0,-20 44 0,32-60 0,1 0 0,0 1 0,0-1 0,1 1 0,1 0 0,0 0 0,-2 23 0,1 14 0,7 94 0,-3-133 0,0 0 0,1 0 0,0 0 0,0 0 0,1-1 0,6 17 0,-7-21 0,0 1 0,1-1 0,0 0 0,0 0 0,1-1 0,-1 1 0,1-1 0,-1 0 0,1 0 0,0 0 0,0 0 0,6 3 0,0-2 0,-1 0 0,0-1 0,1 0 0,10 1 0,41 6 0,-1 0 0,-14 1-682,58 4-1,-82-14-6143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24575,'4'1'0,"0"-1"0,0 1 0,0 0 0,0 0 0,-1 0 0,1 1 0,4 2 0,25 17 0,-20-12 0,-2-2 0,-1 0 0,1 1 0,18 20 0,-28-27 0,0 0 0,0 1 0,0-1 0,0 0 0,0 1 0,0 0 0,0-1 0,-1 1 0,1-1 0,0 1 0,-1 0 0,1 0 0,-1 0 0,0-1 0,1 1 0,-1 0 0,0 0 0,0 2 0,0-1 0,0-1 0,-1 0 0,1 1 0,-1-1 0,1 0 0,-1 1 0,0-1 0,0 0 0,0 0 0,0 0 0,0 0 0,-2 3 0,-2 1 0,0 1 0,-1-1 0,0 0 0,0-1 0,0 1 0,-9 4 0,4-2-227,0-1-1,-1-1 1,0-1-1,-1 0 1,-18 5-1,15-8-6598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24575,'1'1'0,"0"1"0,0 0 0,-1-1 0,1 1 0,0 0 0,-1-1 0,1 1 0,-1 0 0,0 0 0,1 0 0,-1 0 0,0 2 0,1 3 0,8 57 0,-3 0 0,-3 1 0,-2 78 0,-1-211 0,4-54 0,23-72 0,-26 186 0,1-1 0,0 1 0,1 0 0,4-12 0,-7 18 0,2 0 0,-1-1 0,0 1 0,0 0 0,1 0 0,-1 0 0,0 1 0,1-1 0,0 0 0,-1 1 0,1-1 0,0 1 0,0-1 0,0 1 0,-1 0 0,1 0 0,0 0 0,0 1 0,3-2 0,-1 1 0,0 1 0,0-1 0,0 1 0,0 0 0,0 0 0,0 1 0,0 0 0,0 0 0,0 0 0,0 0 0,0 1 0,0-1 0,6 5 0,-7-4 0,-1 1 0,1-1 0,0 1 0,-1-1 0,1 1 0,-1 0 0,0 0 0,0 1 0,0-1 0,0 0 0,0 1 0,0 0 0,-1-1 0,1 1 0,-1 0 0,2 8 0,-2-6 0,0 1 0,0 0 0,0 0 0,-1 0 0,1 0 0,-1 0 0,-1-1 0,0 10 0,0-12 0,0-1 0,0 1 0,0-1 0,0 1 0,0-1 0,-1 1 0,1-1 0,-1 0 0,0 0 0,0 0 0,0 0 0,0 0 0,0-1 0,0 1 0,0-1 0,-1 0 0,-2 3 0,-7 3 0,-1-1 0,1-1 0,-23 9 0,32-14 0,0 0 0,0 0 0,0 1 0,0 0 0,0 0 0,0 0 0,0 0 0,-4 5 0,6-6 0,0 1 0,0-1 0,1 0 0,-1 0 0,1 0 0,-1 1 0,0-1 0,1 0 0,0 1 0,-1-1 0,1 0 0,0 1 0,-1-1 0,1 1 0,0-1 0,0 1 0,0-1 0,0 0 0,0 1 0,0-1 0,0 1 0,1-1 0,-1 1 0,0-1 0,1 0 0,-1 1 0,2 1 0,1 6 0,2 0 0,-1 0 0,1-1 0,0 0 0,0 0 0,7 7 0,-1-2 0,0-1 0,20 16 0,-26-24-195,0 0 0,0-1 0,0 0 0,1 0 0,-1-1 0,12 4 0,-5-4-6631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 24575,'-20'0'0,"13"-1"0,0 0 0,0 1 0,0 1 0,0 0 0,-12 3 0,17-4 0,1 1 0,-1 0 0,1 0 0,0 0 0,-1 0 0,1 0 0,0 0 0,-1 0 0,1 1 0,0-1 0,0 0 0,0 1 0,0-1 0,-1 4 0,0-2 0,1 1 0,-1-1 0,1 1 0,0 0 0,0 0 0,-1 6 0,1 2 0,0 0 0,1 0 0,2 22 0,-2-27 0,1-1 0,-1 0 0,1 0 0,0 0 0,1 0 0,-1 0 0,1 0 0,0 0 0,0 0 0,1-1 0,-1 1 0,1-1 0,0 0 0,0 0 0,1 0 0,-1-1 0,1 1 0,0-1 0,0 0 0,7 5 0,-3-3 0,-1 1 0,14 13 0,-19-18 0,0 1 0,1 0 0,-1 0 0,0 0 0,-1 0 0,1 1 0,0-1 0,-1 1 0,0-1 0,0 1 0,1-1 0,-1 5 0,-1-6 0,1 0 0,-2 0 0,1 0 0,0 0 0,0 0 0,0 0 0,-1-1 0,1 1 0,0 0 0,-1 0 0,0 0 0,1-1 0,-1 1 0,0 0 0,0-1 0,0 1 0,1 0 0,-2-1 0,1 0 0,0 1 0,0-1 0,-1 2 0,-1-1 0,1 1 0,-1-1 0,0 0 0,0 0 0,0 0 0,0 0 0,0 0 0,0-1 0,-5 2 0,7-3 5,-1 0 0,1 1 0,0-1 0,-1 0 0,1 0 0,-1-1 0,1 1 0,-1 0 0,1-1 0,-1 1 0,1-1 0,0 1 0,-1-1 0,1 0 0,0 0 0,-1 0 0,1 0 0,0 0 0,0 0 0,0 0 0,-1 0 0,1 0 0,-1-3 0,-1 0-191,1-1 1,0 1-1,0 0 0,0-1 1,1 0-1,-1 1 1,0-7-1,-2-9-6640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24575,'4'0'0,"5"0"0,1 3 0,3 4 0,0 0 0,-1 2 0,-3 2 0,-1 5 0,0 2 0,4-2 0,0-3-8191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24575,'1'73'0,"-2"84"0,-6-71 0,7-85 0,0 1 0,0 0 0,0-1 0,1 1 0,-1 0 0,0-1 0,1 1 0,-1-1 0,1 1 0,-1 0 0,1-1 0,-1 0 0,1 1 0,0-1 0,0 1 0,0-1 0,0 0 0,-1 0 0,1 0 0,0 1 0,1-1 0,-1 0 0,0 0 0,0-1 0,0 1 0,0 0 0,1 0 0,-1-1 0,0 1 0,2 0 0,4 1 0,0-1 0,0 0 0,1 0 0,9 0 0,-14-1 0,45-2-1365,-29 1-5461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24575,'-6'0'0,"2"-1"0,1 1 0,0 1 0,0-1 0,-5 1 0,7 0 0,0-1 0,0 1 0,0-1 0,0 1 0,0-1 0,0 1 0,0 0 0,0-1 0,1 1 0,-1 0 0,0 0 0,0 0 0,0 0 0,1 0 0,-1 0 0,0 0 0,0 2 0,-1 2 0,0 0 0,1 0 0,0 0 0,-1 1 0,1-1 0,0 1 0,1-1 0,-1 1 0,1 8 0,0-9 0,0-1 0,1 1 0,-1-1 0,1 0 0,0 1 0,0-1 0,0 0 0,0 0 0,0 0 0,1 0 0,0 0 0,3 7 0,-4-9 0,1 0 0,0 0 0,0 0 0,0 0 0,0 0 0,0 0 0,1-1 0,-1 1 0,0-1 0,1 0 0,-1 0 0,0 0 0,1 0 0,-1 0 0,1-1 0,-1 1 0,5-1 0,-6 0 0,1 0 0,-1 0 0,0 0 0,1 0 0,-1-1 0,1 1 0,-1-1 0,0 1 0,1-1 0,-1 1 0,0-1 0,0 0 0,1 0 0,-1 0 0,0 0 0,0 0 0,0 0 0,0 0 0,0 0 0,0-1 0,0 1 0,0-1 0,0 1 0,0 0 0,-1-1 0,1 0 0,-1 1 0,1-1 0,-1 1 0,1-1 0,-1 0 0,1-2 0,-1-3 0,1-1 0,-1-10 0,0 13 0,0-1 0,0 1 0,0-1 0,1 1 0,1-8 0,-2 13 0,0-1 0,0 1 0,0 0 0,0-1 0,0 1 0,0 0 0,0-1 0,1 1 0,-1 0 0,0-1 0,0 1 0,0 0 0,1-1 0,-1 1 0,0 0 0,0 0 0,1 0 0,-1-1 0,0 1 0,0 0 0,1 0 0,-1 0 0,0-1 0,0 1 0,1 0 0,0 0 0,-1 0 0,1 0 0,0 0 0,0 0 0,-1 1 0,1-1 0,0 0 0,-1 0 0,1 1 0,0-1 0,-1 0 0,2 1 0,2 2 0,-1 1 0,1-1 0,3 5 0,-5-6 0,14 17-47,-10-12-216,0 0-1,0-1 0,0 1 1,11 7-1,-3-6-6562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24575,'5'0'0,"3"0"0,5 0 0,4 0 0,7 3 0,1 0 0,1 1 0,-2-1 0,-5-1-8191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24575,'-4'6'0,"0"1"0,0-1 0,1 0 0,-1 1 0,1 0 0,0 0 0,1 1 0,-1-1 0,1 0 0,0 1 0,1 0 0,-2 15 0,0 6 0,2 0 0,2 35 0,0-26 0,-1-10 0,0-18 0,-1-1 0,1 1 0,1-1 0,0 1 0,2 12 0,-2-20 0,-1-1 0,1 0 0,-1 1 0,1-1 0,0 1 0,0-1 0,0 0 0,-1 0 0,1 1 0,0-1 0,0 0 0,1 0 0,-1 0 0,0 0 0,0-1 0,0 1 0,0 0 0,1-1 0,-1 1 0,0-1 0,2 1 0,4 1 0,0 0 0,14-1 0,-8 0 0,78 8-1365,-75-8-5461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24575,'-5'0'0,"-3"0"0,-7 0 0,-2 3 0,4 6 0,2 5 0,4 2 0,3 1 0,2 4 0,4 1 0,6-4 0,3-2 0,8-1 0,1-3 0,3-3 0,-1-4 0,-1-2 0,-5-2-8191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24575,'0'131'0,"-1"142"0,1-241 0,-7 48 0,5-71 0,1-13 0,2-13 0,1-1 0,1 1 0,9-31 0,-10 42 0,0 0 0,0 0 0,1 0 0,-1 0 0,1 1 0,0-1 0,1 1 0,-1 0 0,1 0 0,7-8 0,-9 12 0,-1 0 0,1 0 0,-1-1 0,1 1 0,-1 0 0,1 1 0,-1-1 0,1 0 0,0 1 0,-1-1 0,1 1 0,0-1 0,-1 1 0,1 0 0,3 0 0,-4 0 0,1 1 0,-1-1 0,0 1 0,0-1 0,0 1 0,0 0 0,0 0 0,0-1 0,0 1 0,0 0 0,0 0 0,0 0 0,0 0 0,0 0 0,0 1 0,-1-1 0,1 0 0,0 0 0,-1 1 0,1-1 0,0 1 0,0 1 0,1 5 4,0 1 0,-1-1 0,2 17-1,-2-14 10,0-1 0,4 14 0,-4-21-122,-1 0-1,1 0 1,0 0 0,1-1 0,-1 1 0,0 0 0,0-1 0,1 1-1,0-1 1,-1 0 0,1 0 0,3 3 0,4 2-6717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24575,'-4'5'0,"1"1"0,-1-1 0,1 1 0,0 0 0,0-1 0,1 2 0,-1-1 0,-2 12 0,0 4 0,-3 30 0,7-45 0,0-2 0,0 5 0,0 0 0,0-1 0,0 16 0,1-23 0,0 1 0,1-1 0,-1 0 0,0 1 0,1-1 0,-1 0 0,1 0 0,0 1 0,-1-1 0,1 0 0,0 0 0,0 0 0,0 0 0,0 0 0,1 0 0,-1 0 0,0-1 0,1 1 0,-1-1 0,3 3 0,-1-2 0,0 0 0,0-1 0,0 1 0,0-1 0,0 0 0,0 0 0,1 0 0,-1-1 0,0 1 0,1-1 0,-1 0 0,0 0 0,1 0 0,-1-1 0,0 1 0,0-1 0,1 0 0,3-2 0,-4 2 0,-1-1 0,1 1 0,0-1 0,-1 1 0,1-1 0,-1 0 0,0 0 0,1-1 0,-1 1 0,0 0 0,0-1 0,0 0 0,-1 1 0,1-1 0,0 0 0,-1 0 0,1 0 0,-1-1 0,0 1 0,0 0 0,1-7 0,-1 8 0,-1-1 0,0 0 0,1 0 0,-1 0 0,0 0 0,0 0 0,-1 0 0,1 0 0,0 0 0,-1 0 0,1 0 0,-1 1 0,0-1 0,-1-4 0,1 5 0,0 1 0,0-1 0,0 1 0,0-1 0,-1 1 0,1-1 0,0 1 0,0 0 0,-1 0 0,1 0 0,-1 0 0,1 0 0,0 0 0,-1 0 0,1 1 0,-1-1 0,0 1 0,1-1 0,-1 1 0,1 0 0,-1 0 0,-2 0 0,2 0-124,0 0 0,-1 0 0,1 1 0,0-1 0,0 1 0,0-1-1,0 1 1,0 0 0,0 0 0,-2 2 0,-5 5-6702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24575,'0'3'0,"5"1"0,3 2 0,7 0 0,6 5 0,1 1 0,3-3 0,1-2 0,1-2 0,0-2 0,-4-2 0,-1-4 0,5-3 0,0-2 0,0 1 0,-1-3 0,-4-4 0,-6 1-8191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24575,'0'8'0,"0"14"0,0 6 0,0 12 0,0 10 0,0 7 0,0 8 0,0 4 0,0-1 0,0-2 0,0-1 0,0-3 0,0-10 0,0-13-8191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24575,'0'36'0,"-1"-11"0,4 48 0,0-58 0,-3-15 0,0 0 0,0 1 0,0-1 0,0 0 0,0 0 0,0 0 0,0 0 0,0 0 0,1 0 0,-1 0 0,0 0 0,0 1 0,0-1 0,0 0 0,0 0 0,0 0 0,0 0 0,0 0 0,0 0 0,0 0 0,0 0 0,1 0 0,-1 0 0,0 0 0,0 0 0,0 0 0,0 0 0,0 0 0,0 0 0,0 0 0,0 0 0,0 0 0,1 0 0,-1 0 0,0 0 0,0 0 0,0 0 0,0 0 0,0 0 0,0 0 0,0 0 0,0 0 0,0 0 0,0 0 0,1 0 0,-1 0 0,0 0 0,0 0 0,0-1 0,0 1 0,0 0 0,0 0 0,0 0 0,0 0 0,0 0 0,0 0 0,0 0 0,0 0 0,0-1 0,0 1 0,0 0 0,0 0 0,0 0 0,0 0 0,0 0 0,0 0 0,0 0 0,0-1 0,0 1 0,4-10 0,-4 10 0,2-7 0,26-81 0,-24 78 0,1 0 0,0 0 0,0 1 0,1 0 0,0 0 0,9-11 0,-5 8 0,-4 5 0,0 0 0,0 1 0,9-8 0,-14 14 0,0-1 0,0 0 0,-1 1 0,1-1 0,0 1 0,0 0 0,-1-1 0,1 1 0,0 0 0,0 0 0,0-1 0,0 1 0,0 0 0,-1 0 0,1 0 0,0 0 0,0 0 0,0 0 0,0 1 0,0-1 0,-1 0 0,1 1 0,1 0 0,-1 0 0,0 0 0,0 0 0,0 0 0,0 0 0,0 0 0,0 1 0,0-1 0,0 1 0,-1-1 0,1 0 0,-1 1 0,1-1 0,0 3 0,1 5 0,0-1 0,-1 0 0,0 1 0,0 14 0,-1-17 0,0 1 0,0-1 0,-1 0 0,1 0 0,-4 11 0,4-14 0,-1 0 0,0 0 0,0 0 0,0 0 0,-1-1 0,1 1 0,-1 0 0,1-1 0,-1 0 0,1 1 0,-1-1 0,0 0 0,-3 3 0,5-5 0,0 0 0,-1 1 0,1-1 0,0 0 0,0 0 0,-1 1 0,1-1 0,-1 0 0,1 0 0,0 0 0,-1 0 0,1 1 0,0-1 0,-1 0 0,1 0 0,-1 0 0,1 0 0,0 0 0,-1 0 0,0 0 0,1 0 0,0-1 0,0 1 0,0 0 0,0 0 0,0-1 0,0 1 0,0 0 0,-1 0 0,1 0 0,0-1 0,0 1 0,0 0 0,0-1 0,0 1 0,0 0 0,0 0 0,0-1 0,0 1 0,0 0 0,0 0 0,0-1 0,0 1 0,0 0 0,0 0 0,0-1 0,1-1 0,-1 0 0,1 1 0,-1-1 0,1 0 0,0 0 0,-1 1 0,1-1 0,0 1 0,2-3 0,0 1 0,0 0 0,0 0 0,1 0 0,-1 1 0,1 0 0,-1-1 0,1 2 0,6-3 0,33-8 0,-36 11 0,36-9 0,0-2 0,58-26 0,-92 34 0,-5 2 0,0 0 0,0 0 0,0 0 0,1 1 0,5-1 0,-10 2 0,1 0 0,-1 0 0,1 0 0,0 0 0,-1 0 0,1 0 0,-1 0 0,1 0 0,-1 0 0,1 1 0,0-1 0,-1 0 0,1 1 0,-1-1 0,1 0 0,-1 1 0,1-1 0,-1 1 0,0-1 0,1 1 0,-1-1 0,1 1 0,-1-1 0,0 1 0,1-1 0,-1 1 0,0 0 0,0-1 0,1 1 0,-1 0 0,0-1 0,0 1 0,0 1 0,1 2 0,-1-1 0,1 1 0,-1 0 0,0-1 0,-1 5 0,1-7 0,-2 26-455,-2 1 0,-11 51 0,14-76-6371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24575,'0'6'0,"0"12"0,0 15 0,0 9 0,0 4 0,0 1 0,0-4 0,0 0 0,0-7 0,0 1 0,0-2 0,0-3 0,0-5 0,0-4 0,2-9 0,3-12 0,1-6-8191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0 24575,'0'127'0,"0"-136"0,0-1 0,1 1 0,-1 0 0,5-17 0,-5 23 0,1 0 0,0 1 0,0-1 0,0 1 0,0-1 0,0 1 0,0-1 0,1 1 0,-1 0 0,0 0 0,1 0 0,0 0 0,-1 0 0,1 0 0,0 1 0,0-1 0,0 1 0,0-1 0,0 1 0,0 0 0,2-1 0,6-1 0,-1 1 0,1 1 0,0 0 0,0 0 0,-1 1 0,14 2 0,-5-1 0,-13 0 0,-1-1 0,0 0 0,0 1 0,0 0 0,5 2 0,-9-3 0,1 1 0,0-1 0,0 0 0,-1 1 0,1-1 0,0 1 0,-1-1 0,1 1 0,0-1 0,-1 1 0,1 0 0,-1-1 0,1 1 0,-1 0 0,1-1 0,-1 1 0,1 0 0,-1 0 0,1 0 0,-1 0 0,0-1 0,1 1 0,-1 0 0,0 0 0,0 0 0,0 0 0,0 0 0,1 0 0,-1 0 0,0 0 0,0 0 0,-1 0 0,1 0 0,0 0 0,0 1 0,-1 0 0,0 1 0,1-1 0,-1 0 0,0 0 0,0 0 0,0 0 0,0-1 0,-1 1 0,1 0 0,0 0 0,-1-1 0,1 1 0,-1-1 0,1 0 0,-1 1 0,1-1 0,-1 0 0,-2 1 0,-4 2 0,-1 0 0,-13 4 0,14-5 0,-40 9 0,47-10 0,3 0 0,8 4 0,-6-4 0,-1 0 0,0 0 0,-1 0 0,1 0 0,-1 0 0,1 0 0,-1 1 0,0-1 0,0 1 0,0 0 0,0 0 0,0 0 0,0 0 0,-1 0 0,2 5 0,-2-6 0,0 0 0,-1 1 0,1-1 0,-1 1 0,0-1 0,1 1 0,-1 0 0,0-1 0,0 1 0,0-1 0,-1 1 0,1-1 0,0 1 0,-1-1 0,0 1 0,1-1 0,-1 0 0,0 1 0,0-1 0,0 0 0,0 1 0,-2 1 0,-4 6 0,0-1 0,0 0 0,-1-1 0,0 0 0,0-1 0,-15 10 0,9-5 0,-82 55 0,80-56 0,16-10 0,0-1 0,0 0 0,0 0 0,0 0 0,0 0 0,0 0 0,0 0 0,0 1 0,0-1 0,0 0 0,-1 0 0,1 0 0,0 0 0,0 0 0,0 1 0,0-1 0,0 0 0,0 0 0,0 0 0,0 0 0,0 0 0,0 1 0,0-1 0,0 0 0,0 0 0,0 0 0,0 0 0,1 1 0,-1-1 0,0 0 0,0 0 0,0 0 0,0 0 0,0 0 0,0 0 0,0 1 0,0-1 0,0 0 0,0 0 0,0 0 0,1 0 0,-1 0 0,0 0 0,0 0 0,0 0 0,0 0 0,0 1 0,0-1 0,0 0 0,1 0 0,-1 0 0,0 0 0,0 0 0,0 0 0,0 0 0,0 0 0,0 0 0,1 0 0,-1 0 0,6 1 0,0 0 0,1 0 0,-1-1 0,9 0 0,-5 0 0,53-1 0,137 6 0,-160 0-1365,-26-4-5461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0 24575,'1'0'0,"1"0"0,-1 0 0,0 0 0,0 0 0,0 1 0,0-1 0,0 0 0,0 1 0,0-1 0,0 1 0,0-1 0,0 1 0,0-1 0,2 3 0,-3-3 0,1 1 0,-1 0 0,1-1 0,-1 1 0,0 0 0,1 0 0,-1 0 0,0-1 0,1 1 0,-1 0 0,0 0 0,0 0 0,1 0 0,-1 0 0,0 0 0,0 1 0,0 1 0,0-1 0,-1 1 0,1-1 0,-1 1 0,1-1 0,-1 1 0,0-1 0,1 0 0,-1 1 0,0-1 0,0 0 0,-1 0 0,1 0 0,-2 3 0,-3 1 0,1 0 0,-1-1 0,0 1 0,0-1 0,-13 7 0,12-8 0,0 0 0,1 1 0,-1 0 0,1 1 0,-7 7 0,12-12 0,0 0 0,1-1 0,-1 1 0,0 0 0,1 1 0,-1-1 0,0 0 0,1 0 0,-1 0 0,1 0 0,0 1 0,-1-1 0,1 0 0,0 0 0,-1 3 0,1-3 0,1-1 0,-1 1 0,0 0 0,0 0 0,0-1 0,1 1 0,-1 0 0,0-1 0,1 1 0,-1 0 0,0-1 0,1 1 0,-1-1 0,1 1 0,-1-1 0,1 1 0,-1-1 0,1 1 0,-1-1 0,1 1 0,-1-1 0,1 0 0,-1 1 0,1-1 0,0 0 0,0 1 0,9 2 0,0-1 0,1 0 0,-1 0 0,0-1 0,1-1 0,12-1 0,-4 1 0,7 0-80,-11 1-242,0-1 1,-1-1 0,22-5 0,-25 2-6505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24575,'0'8'0,"0"14"0,0 9 0,0 7 0,0 8 0,0-1 0,0 5 0,0 3 0,0 1 0,0-1 0,-3 1 0,0-2 0,1-6 0,-1-6 0,2-9 0,-2-3 0,-1-7-8191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24575,'43'-1'0,"48"2"0,-88-1 0,-1 1 0,1-1 0,-1 1 0,1-1 0,-1 1 0,0 0 0,1 0 0,3 2 0,-5-2 0,0 0 0,-1 0 0,1-1 0,0 1 0,0 0 0,0 0 0,-1 0 0,1 0 0,0 0 0,-1 0 0,1 0 0,-1 1 0,1-1 0,-1 0 0,1 0 0,-1 0 0,0 1 0,0-1 0,1 0 0,-1 1 0,0-1 0,0 3 0,0 1 6,-1 0 0,1 0 0,-1 0 0,0 0 0,0 0 1,-1-1-1,1 1 0,-1 0 0,0-1 0,0 1 0,0-1 0,0 0 0,-1 0 0,0 0 0,1 0 0,-1 0 0,-4 3 0,-6 7-390,-1-1-1,-25 19 1,33-28 63,-12 9-6505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24575,'0'9'0,"3"12"0,0 10 0,-1 7 0,1 5 0,-2 4 0,0-1 0,0 1 0,-1-4 0,0-2 0,0-6 0,0-6 0,0-5 0,0-4 0,-1-6-8191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24575,'8'11'0,"-1"-1"0,-1 2 0,8 14 0,-11-20 0,-1 0 0,0 0 0,2 8 0,-3-9 0,0 0 0,1 0 0,0 0 0,-1-1 0,5 7 0,-5-9 0,1 0 0,-1 0 0,1 0 0,0-1 0,-1 1 0,1-1 0,0 1 0,0-1 0,0 0 0,0 0 0,0 0 0,0 0 0,1-1 0,-1 1 0,3 0 0,5 0 0,1 0 0,10-1 0,-12 0 0,21-2 0,20 2 0,-47 1-8,-3 1 2,-6 3-1202,5-5 1065,-10 7-6683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24575,'2'0'0,"8"0"0,8 0 0,6 0 0,6 0 0,-1 0 0,2 0 0,-2 0 0,-4 0 0,0 0 0,-1 0 0,-3 0 0,-3 0 0,-2 0 0,-1 0 0,-4 0-8191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24575,'0'2'0,"-1"0"0,1 0 0,0 0 0,-1 0 0,1 0 0,-1-1 0,0 1 0,1 0 0,-1 0 0,-1 1 0,-4 11 0,2 0 0,1 1 0,1 0 0,0 0 0,0 0 0,1 18 0,1-31 0,0 0 0,0 0 0,0 0 0,0 0 0,0 0 0,0 0 0,0 0 0,1 0 0,-1 0 0,1 0 0,-1 0 0,1 0 0,0 0 0,-1-1 0,1 1 0,0 0 0,0 0 0,0-1 0,0 1 0,0-1 0,0 1 0,1-1 0,-1 0 0,0 0 0,1 1 0,-1-1 0,0 0 0,1 0 0,-1-1 0,1 1 0,-1 0 0,1-1 0,0 1 0,-1-1 0,1 1 0,3-1 0,8 3 0,36 3 0,-47-5 0,-1-1 0,0 0 0,0 0 0,1 0 0,-1 0 0,0-1 0,0 1 0,1 0 0,-1-1 0,0 1 0,0-1 0,0 1 0,1-1 0,-1 0 0,0 1 0,0-1 0,0 0 0,0 0 0,0 0 0,0 0 0,0 0 0,-1 0 0,2-3 0,0 1 0,-1 1 0,0-1 0,-1 0 0,1 0 0,0 0 0,-1 0 0,1 0 0,-1-1 0,0 1 0,0 0 0,0-3 0,0 0 0,0 1 0,-1-1 0,1 1 0,-1-1 0,0 1 0,-1-1 0,1 1 0,-1 0 0,-2-6 0,3 8 0,0 0 0,-1 1 0,0-1 0,1 0 0,-1 1 0,0-1 0,0 1 0,0 0 0,-1-1 0,1 1 0,0 1 0,-1-1 0,1 0 0,-1 1 0,-4-3 0,-1 1 24,-1 1-1,1 0 1,-1 1-1,-10-1 1,-34 4-1423,52-2 1315,-14 1-6742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24575,'-16'34'0,"10"-21"0,1 0 0,-6 14 0,9-18 0,-1 0 0,1 0 0,0 1 0,0-1 0,0 11 0,1-17 0,1-1 0,0 1 0,0-1 0,1 1 0,-1-1 0,0 1 0,1-1 0,-1 1 0,1-1 0,0 0 0,-1 1 0,1-1 0,0 0 0,0 0 0,0 1 0,0-1 0,1 0 0,-1-1 0,0 1 0,1 0 0,-1 0 0,1-1 0,0 1 0,2 1 0,1 0 0,-1 0 0,1 0 0,0-1 0,0 0 0,0-1 0,0 1 0,0-1 0,0 0 0,0-1 0,0 1 0,0-1 0,6-1 0,-8 1 0,0-1 0,-1 1 0,1-1 0,0 0 0,0 0 0,0 0 0,-1 0 0,1-1 0,0 1 0,-1-1 0,1 0 0,-1 0 0,0 0 0,1 0 0,-1-1 0,0 1 0,0-1 0,0 0 0,0 1 0,-1-1 0,1 0 0,2-6 0,-2 1 0,0 0 0,0 0 0,-1-1 0,0 1 0,0 0 0,-1-1 0,0 1 0,0 0 0,-1-1 0,1 1 0,-1 0 0,-1-1 0,-3-14 0,4 21 7,1 0-1,-1 1 0,0-1 1,0 0-1,0 0 1,0 0-1,0 1 0,0-1 1,0 1-1,-1-1 1,1 1-1,0-1 0,-1 1 1,1 0-1,-1 0 0,1 0 1,-3-2-1,-1 2-252,1-1-1,-1 1 0,1 0 0,-1 0 1,-5 0-1,-11-1-6579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24575,'-7'225'0,"0"-23"0,8 67 0,-1-266 0,-1-1 0,1 1 0,0-1 0,1 0 0,-1 0 0,0 0 0,0 1 0,1-1 0,0 3 0,-1-5-32,0 0-1,0 0 1,0 0-1,0 0 1,0 0-1,0 0 1,0 0-1,0 0 1,0 1-1,0-1 1,0 0-1,1 0 1,-1 0-1,0 0 1,0 0-1,0 0 1,0 0-1,0 0 1,0 0-1,0 0 1,0 0-1,0 0 1,0 0-1,0 0 1,0 0-1,1 0 1,-1 0-1,0 0 1,0 0-1,0 0 1,0 0-1,0 0 1,0 0-1,0 0 1,0 0-1,0 0 0,0 0 1,0 0-1,1 0 1,-1 0-1,0 0 1,3-4-6794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24575,'0'3'0,"-5"9"0,-1 5 0,-1 2 0,-5 10 0,-5 5 0,-3 1 0,-5 5 0,-1-1 0,-3 0 0,2-5 0,1-2 0,2-4 0,6-7-8191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24575,'2'0'0,"1"6"0,4 9 0,6 6 0,2 4 0,0 1 0,-4-1 0,-1-6 0,-3-5-8191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24575,'-5'83'0,"2"-29"0,-3 493 0,7-362 0,-1-183 0,0 2 0,0 0 0,0-1 0,0 1 0,0-1 0,-1 1 0,1 0 0,-1-1 0,1 1 0,-1-1 0,0 0 0,-3 7 0,4-10-34,0 1 0,-1-1 0,1 0 0,0 1 0,0-1-1,-1 0 1,1 1 0,0-1 0,-1 0 0,1 0 0,0 0 0,-1 1 0,1-1-1,0 0 1,-1 0 0,1 0 0,0 0 0,-1 0 0,1 0 0,0 0-1,-1 0 1,1 0 0,0 0 0,-1 0 0,1 0 0,0 0 0,-1 0 0,1 0-1,-1-1 1,1 1 0,0 0 0,0 0 0,-1 0 0,1-1 0,0 1 0,-1 0-1,1 0 1,0-1 0,-1 1 0,-6-8-6792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24575,'5'0'0,"3"0"0,5 0 0,5 0 0,3 0 0,1 0 0,-1 0 0,0 0 0,-2 0 0,-3 0-8191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24575,'5'0'0,"-1"1"0,1 0 0,-1 0 0,0 0 0,1 1 0,-1-1 0,6 4 0,-7-3 0,0 0 0,-1-1 0,1 1 0,0 1 0,-1-1 0,1 0 0,-1 1 0,0 0 0,1-1 0,2 7 0,-4-9 0,-1 1 0,0-1 0,1 1 0,-1 0 0,0-1 0,0 1 0,1 0 0,-1-1 0,0 1 0,0 0 0,0-1 0,0 1 0,1 0 0,-1 0 0,0-1 0,0 1 0,0 0 0,0-1 0,0 1 0,-1 0 0,1 0 0,0-1 0,0 1 0,0 0 0,0-1 0,-1 1 0,1 0 0,0-1 0,0 1 0,-1-1 0,1 1 0,-1 0 0,1-1 0,0 1 0,-1-1 0,1 1 0,-1-1 0,1 0 0,-1 1 0,-2 1 0,0 0 0,-1 0 0,1-1 0,0 1 0,-6 0 0,6-1 0,-18 6 0,-52 18 0,69-23 0,0 0 0,0 0 0,1 1 0,-1 0 0,0-1 0,1 1 0,0 1 0,0-1 0,0 1 0,0 0 0,-5 7 0,7-10 0,1 1 0,-1-1 0,0 1 0,0 0 0,1-1 0,-1 1 0,1 0 0,-1 0 0,1-1 0,0 1 0,0 0 0,-1 0 0,1 0 0,0-1 0,0 1 0,0 0 0,1 0 0,-1 0 0,0 0 0,0-1 0,1 1 0,-1 0 0,1 0 0,-1-1 0,1 1 0,0-1 0,-1 1 0,1 0 0,0-1 0,0 1 0,0-1 0,0 0 0,0 0 0,0 1 0,3 1 0,0 0 0,0 1 0,0-1 0,1-1 0,-1 1 0,1-1 0,0 0 0,0 0 0,-1-1 0,9 2 0,-1-1 0,0-1 0,22-1 0,-30-1-151,0 1-1,0-1 0,0 0 0,-1 0 1,1 0-1,0-1 0,-1 0 1,8-4-1,1-5-6674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24575,'0'733'0,"7"-632"0,-3-72 0,-1 38 0,-3-151-1365,0 60-5461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24575,'3'0'0,"4"0"0,4 0 0,2 0 0,1 0 0,1 0 0,-1 0 0,-2 0-8191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24575,'40'-1'0,"45"2"0,-84-1 0,1 0 0,-1 0 0,0 1 0,0-1 0,1 0 0,-1 1 0,0-1 0,0 1 0,1-1 0,-1 1 0,0 0 0,0 0 0,2 1 0,-2-1 0,-1 0 0,1-1 0,-1 1 0,0 0 0,1 0 0,-1 0 0,0 0 0,0-1 0,0 1 0,1 0 0,-1 0 0,0 0 0,0 0 0,0 0 0,0 0 0,0 0 0,0 0 0,0-1 0,0 1 0,-1 0 0,1 0 0,0 0 0,0 0 0,0 0 0,-1 1 0,-1 1 0,1 1 0,-1-1 0,0 1 0,0-1 0,0 0 0,0 0 0,0 0 0,0-1 0,-1 1 0,1-1 0,-5 4 0,-5 3 0,-17 10 0,11-7 0,-2 1-1365,3-3-5461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24575,'2'0'0,"4"0"0,2 3 0,0 3 0,1 4 0,1 3 0,1 2 0,-1-2-8191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24575,'2'7'0,"0"-1"0,0 0 0,0 1 0,-1 0 0,0 0 0,1 7 0,-1 43 0,-1-38 0,1 208 100,-2-100-1565,1-111-5361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24575,'0'3'0,"0"9"0,0 11 0,0 4 0,0 0 0,0 1 0,0-4-8191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24575,'5'0'0,"0"-1"0,1 0 0,-1 0 0,0-1 0,0 0 0,6-4 0,11-3 0,-7 5 0,0 1 0,0 0 0,0 2 0,0 0 0,22 3 0,-35-2 0,0 0 0,-1 0 0,1 0 0,-1 1 0,1-1 0,-1 1 0,1 0 0,-1-1 0,1 1 0,-1 0 0,0 0 0,1 0 0,-1 0 0,0 1 0,0-1 0,1 0 0,0 3 0,0-2 0,-1 1 0,0-1 0,0 0 0,-1 1 0,1-1 0,0 0 0,-1 1 0,1-1 0,-1 1 0,0 0 0,0-1 0,1 6 0,-2-3-97,1-1-1,0 1 1,-1-1-1,0 1 1,0-1-1,0 1 1,0-1-1,0 1 1,-1-1-1,0 0 1,0 0-1,0 0 0,-4 7 1,-6 4-6729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24575,'2'0'0,"4"0"0,4 0 0,5 0 0,5 0 0,1 0 0,1 0 0,0 0 0,0 0 0,-2 0 0,-1 0 0,-3 0 0,0 0 0,-2 0 0,-3 0-8191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24575,'-1'0'0,"1"1"0,-1-1 0,1 0 0,0 1 0,-1-1 0,1 0 0,-1 1 0,1-1 0,0 1 0,-1-1 0,1 1 0,0-1 0,-1 1 0,1-1 0,0 1 0,-1-1 0,1 1 0,0-1 0,0 1 0,0 0 0,0-1 0,-1 1 0,1-1 0,0 1 0,0 1 0,-2 17 0,2-11 0,0 0 0,1 0 0,0 0 0,0 0 0,1-1 0,-1 1 0,2 0 0,-1-1 0,0 1 0,1-1 0,0 0 0,5 9 0,-2-5 0,1-1 0,0 0 0,0 0 0,1-1 0,-1 0 0,17 14 0,-18-18-114,0 0 1,0-1-1,0 0 0,0 0 0,1-1 1,-1 0-1,1-1 0,-1 1 0,1-2 1,0 1-1,11 0 0,-7-2-6712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24575,'0'6'0,"0"6"0,0 8 0,0 3 0,0 2 0,0 4 0,0 1 0,0-1 0,0-3 0,0-3 0,-2-3 0,-3-4 0,-1-6-8191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24575,'5'0'0,"5"0"0,10 0 0,7 0 0,4 0 0,7 0 0,5 0 0,-2 0 0,-6 0 0,-7 0 0,-3-3 0,-6-1-8191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24575,'0'14'0,"0"15"0,0 11 0,0 10 0,0 2 0,0 0 0,-4 2 0,-2-5 0,0-5 0,2-8 0,-2-7 0,1-9-8191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24575,'5'0'0,"3"0"0,3 0 0,3 0 0,3 0 0,-1 0 0,-2 0-8191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1:37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0 24575,'8'5'0,"0"1"0,0 0 0,6 7 0,-11-10 0,0 0 0,-1 0 0,1 0 0,-1 0 0,0 0 0,0 1 0,1 0 0,-2-1 0,1 1 0,2 5 0,-4-8 0,0-1 0,0 1 0,0 0 0,0-1 0,0 1 0,0 0 0,0 0 0,0-1 0,0 1 0,0 0 0,0 0 0,0-1 0,0 1 0,0 0 0,0 0 0,-1-1 0,1 1 0,0 0 0,0-1 0,-1 1 0,1 0 0,0-1 0,-1 1 0,1-1 0,-1 1 0,1-1 0,-1 1 0,1-1 0,0 1 0,-1-1 0,1 1 0,-1-1 0,0 0 0,1 1 0,-1-1 0,1 0 0,-1 0 0,1 0 0,-2 1 0,-2 0 0,-1 0 0,1 0 0,-1 0 0,-4 0 0,7-1 0,-18 0 0,11-1 0,0 1 0,-16 3 0,24-3 0,-1 1 0,0-1 0,1 1 0,-1-1 0,0 1 0,1 0 0,-1 0 0,0 0 0,1 0 0,-1 0 0,1 0 0,0 1 0,-1-1 0,1 0 0,0 1 0,0 0 0,-1-1 0,1 1 0,-1 3 0,1-4 0,1 0 0,-1 0 0,1 1 0,0-1 0,0 0 0,-1 0 0,1 1 0,0-1 0,0 0 0,0 1 0,0-1 0,0 0 0,0 0 0,1 1 0,-1-1 0,1 2 0,0 0 0,-1-1 0,2 1 0,-1-1 0,0 1 0,0-1 0,1 0 0,1 3 0,7 6 0,-1-1 0,2-1 0,-1 0 0,1-1 0,12 8 0,-4-3 0,37 25-797,1-4-1,111 47 1,-67-44-5002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3251 2 24575,'-24'-1'0,"10"1"0,0-1 0,-1 2 0,2 0 0,-1 1 0,-18 5 0,-7 6 0,1 3 0,-40 22 0,0-4 0,56-26 0,1 1 0,-35 21 0,48-26 0,0 0 0,0 0 0,0-1 0,-11 3 0,8-3 0,-16 8 0,-1 3 0,-105 49 0,12-4 0,20-10 0,48-24 0,19-8 0,-66 21 0,49-22 0,-61 27 0,84-32 0,-60 17 0,-32-3 0,75-17 0,12 1 0,-46 17 0,-17 6 0,93-32 0,-126 36 0,70-16 0,-113 20 0,109-30 0,-84 24 0,-13 9 0,75-22 0,-63 28 0,112-36 0,18-7 0,-36 5 0,33-7 0,-25 7 0,13 0 0,-1-2 0,-43 6 0,75-15 0,-17 2 0,0 1 0,0 0 0,-30 11 0,44-12 0,0 0 0,1 0 0,-1 1 0,1-1 0,-1 1 0,1 0 0,0 0 0,0 1 0,0-1 0,1 1 0,-1 0 0,1 0 0,0 0 0,0 1 0,0-1 0,0 1 0,1-1 0,0 1 0,-2 5 0,1 0 0,1-1 0,0 0 0,1 1 0,-1 14 0,4 41 0,-1-28 0,0 2 0,-1 118 0,-4-124 0,2-26 0,1-1 0,0 1 0,1 0 0,-1 0 0,2 10 0,-1-16 0,1 1 0,-1 0 0,1-1 0,0 1 0,0 0 0,-1-1 0,1 1 0,0-1 0,0 1 0,0-1 0,0 1 0,1-1 0,-1 0 0,0 0 0,1 0 0,-1 0 0,0 0 0,1 0 0,-1 0 0,1 0 0,-1 0 0,1-1 0,0 1 0,2 0 0,5 1 0,0 0 0,0 0 0,11 0 0,-18-2 0,177 1 0,-90-2 0,-72 1 0,29-1 0,85 12 0,-35 5 0,-57-10 87,10 1-1539,-34-3-5374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24575,'0'0'0,"0"-1"0,1 1 0,-1-1 0,0 1 0,0-1 0,0 1 0,1-1 0,-1 0 0,0 1 0,1-1 0,-1 1 0,0 0 0,1-1 0,-1 1 0,1-1 0,-1 1 0,1 0 0,-1-1 0,1 1 0,-1 0 0,1-1 0,-1 1 0,1 0 0,-1 0 0,1 0 0,-1 0 0,2-1 0,17-2 0,-17 3 0,7-1 0,1 1 0,-1 1 0,0 0 0,1 0 0,16 5 0,-4 1 0,26 12 0,-29-9 0,0 1 0,-1 1 0,0 0 0,21 21 0,-35-28 0,1 0 0,-1 0 0,0 0 0,-1 1 0,1-1 0,-1 1 0,0 0 0,-1 0 0,4 12 0,6 11 0,2 0 0,14 47 0,-23-59 0,-1 0 0,-1 1 0,0-1 0,1 26 0,-7 98 0,2-134 0,0 0 0,-1 1 0,0-1 0,0 0 0,0 0 0,-1 0 0,0 0 0,-1 0 0,1-1 0,-1 0 0,0 1 0,-1-2 0,1 1 0,-1 0 0,0-1 0,-1 0 0,1 0 0,-1-1 0,0 1 0,0-1 0,0-1 0,0 1 0,-1-1 0,-6 2 0,-66 20 0,-3 1 0,38-12 0,43-13 0,6 0 0,9-1 0,537-1 0,-532 1 0,1-2 0,-1 0 0,1-1 0,-1-1 0,0-1 0,0 0 0,35-17 0,-26 8 0,-9 4 0,0 2 0,38-13 0,-47 19 0,0-1 0,0 0 0,0 0 0,-1-1 0,1-1 0,-1 0 0,0 0 0,0-1 0,0 0 0,9-10 0,-10 9 0,-1 0 0,-1-1 0,1 0 0,-1 0 0,0-1 0,-1 1 0,0-1 0,0-1 0,-1 1 0,4-13 0,1-8 0,-1 0 0,-1 0 0,6-61 0,-13 79 0,0 1 0,-1-1 0,0 1 0,0-1 0,-7-21 0,6 26 0,-1-1 0,1 1 0,-2 0 0,1 0 0,-1 1 0,0-1 0,0 1 0,-1 0 0,-9-10 0,4 8 0,0 0 0,0 1 0,0 1 0,-1 0 0,1 0 0,-17-5 0,7 2 0,-45-16 0,-72-19 0,34 13 0,59 19 0,-1 3 0,-72-7 0,32 6 0,13 3-147,-101 4-1,119 4-922,34-1-5756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0 166 24575,'3'0'0,"-1"0"0,0 1 0,0 0 0,1-1 0,-1 1 0,0 0 0,0 0 0,0 0 0,3 2 0,7 4 0,-4-4 0,2 1 0,-1-2 0,0 1 0,0-1 0,1-1 0,-1 0 0,1 0 0,-1-1 0,1 0 0,17-3 0,-26 2 0,1 1 0,-1-1 0,1 0 0,-1 1 0,1-1 0,-1 0 0,1 0 0,-1 0 0,1-1 0,-1 1 0,0 0 0,0 0 0,0-1 0,0 1 0,0-1 0,0 1 0,0-1 0,0 1 0,0-1 0,-1 0 0,1 1 0,0-1 0,-1 0 0,1-2 0,0-4 0,0 0 0,0 0 0,-1-16 0,0 17 0,0 1 0,0 0 0,0-1 0,-1 1 0,0 0 0,0 0 0,0 0 0,-5-10 0,5 14 0,0-1 0,-1 0 0,1 1 0,-1-1 0,0 1 0,0 0 0,0-1 0,0 1 0,0 0 0,0 0 0,0 1 0,-1-1 0,1 0 0,-1 1 0,1-1 0,-1 1 0,-4-1 0,-1-1 0,1 1 0,-1 0 0,0 0 0,0 1 0,0 1 0,-11-1 0,16 1 0,1 0 0,-1 1 0,1-1 0,0 0 0,-1 1 0,1-1 0,0 1 0,0 0 0,-1 0 0,1 0 0,0 0 0,0 0 0,0 1 0,0-1 0,0 0 0,0 1 0,1 0 0,-1-1 0,0 1 0,1 0 0,-1 0 0,1 0 0,0 0 0,-1 0 0,0 4 0,0 1 0,0 0 0,0 0 0,1 1 0,0-1 0,0 14 0,1-17 0,0 0 0,0 1 0,0-1 0,1 0 0,0 0 0,0 0 0,0 0 0,0 1 0,1-2 0,-1 1 0,4 6 0,-4-9-114,0 1 1,1 0-1,-1-1 0,1 1 0,0-1 1,-1 1-1,1-1 0,0 0 0,0 0 1,-1 0-1,4 1 0,7 2-6712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24575,'2527'0'-1365,"-2510"0"-5461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0 24575,'-5'1'0,"0"-1"0,1 1 0,-1 0 0,0 0 0,0 1 0,1 0 0,-1 0 0,1 0 0,-1 0 0,1 1 0,0-1 0,0 1 0,0 1 0,0-1 0,-5 6 0,0 2 0,0 0 0,0 0 0,1 1 0,-9 17 0,11-18 0,-36 71 0,37-70 0,0 0 0,1 0 0,1 0 0,0 0 0,-2 18 0,4-26 0,1 0 0,0 1 0,0-1 0,1 1 0,-1-1 0,1 1 0,0-1 0,0 0 0,1 0 0,-1 0 0,1 1 0,0-1 0,0-1 0,0 1 0,0 0 0,0 0 0,1-1 0,0 0 0,0 1 0,0-1 0,6 4 0,-4-2 0,1-1 0,0 0 0,1 0 0,-1-1 0,1 0 0,-1 0 0,1 0 0,0-1 0,0 0 0,0-1 0,14 2 0,-14-3 0,6 1 0,0 0 0,0-1 0,1-1 0,24-5 0,-34 5 0,-1 0 0,0-1 0,0 1 0,0-1 0,0 0 0,0 0 0,0 0 0,0-1 0,-1 1 0,1-1 0,-1 1 0,0-1 0,1 0 0,-1 0 0,-1 0 0,1 0 0,0 0 0,-1-1 0,3-5 0,0-5 0,0-1 0,0 0 0,2-21 0,-3 14 0,4-18 0,-2 16 0,-1 1 0,-1-1 0,0-33 0,-3 55 0,0-1 0,0 0 0,-1 0 0,1 1 0,0-1 0,-1 1 0,0-1 0,1 0 0,-1 1 0,0-1 0,0 1 0,-1 0 0,1-1 0,0 1 0,-1 0 0,1 0 0,-1 0 0,0 0 0,0 0 0,0 0 0,0 0 0,0 1 0,0-1 0,0 1 0,0-1 0,0 1 0,-1 0 0,1 0 0,-1 0 0,1 0 0,0 1 0,-1-1 0,0 1 0,1-1 0,-5 1 0,-10 0-1365,-1 0-5461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24575,'3'3'0,"3"4"0,6 5 0,3 5 0,5 1 0,1 3 0,3 4 0,4 3 0,3-3 0,-1-3 0,-3-3 0,-1-2 0,-2-3 0,-3-5 0,-5-3-8191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24575,'1429'0'0,"-1396"2"0,58 10 0,-28-1 0,37 8 0,-67-12 0,1 0 0,44 1 0,80-9 0,39 1 0,-51 16 0,-87-8 0,71 1 0,-113-9-1365,-2 0-5461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 24575,'-25'0'0,"9"-1"0,0 1 0,1 1 0,-1 0 0,-31 8 0,35-5 0,0 1 0,0 0 0,0 0 0,0 2 0,1-1 0,0 2 0,0-1 0,0 2 0,1-1 0,1 2 0,-1-1 0,1 1 0,1 1 0,0 0 0,0 0 0,1 0 0,-9 20 0,11-18 0,-1 1 0,2 0 0,0 0 0,0 0 0,-2 20 0,6-29 0,-1-1 0,1 1 0,0 0 0,0 0 0,1 0 0,-1 0 0,1 0 0,0 0 0,0-1 0,1 1 0,-1 0 0,1-1 0,0 1 0,0-1 0,1 0 0,-1 0 0,1 0 0,0 0 0,5 6 0,-3-5 0,1 0 0,0-1 0,0 0 0,1 0 0,-1 0 0,1-1 0,0 0 0,0 0 0,0-1 0,0 0 0,14 3 0,-2-3 0,1-1 0,0 0 0,25-4 0,-39 3 0,-1 0 0,1-1 0,-1 0 0,0 0 0,1-1 0,-1 0 0,0 0 0,0 0 0,0 0 0,0-1 0,0 0 0,-1 0 0,1 0 0,-1-1 0,0 1 0,1-1 0,-2 0 0,1-1 0,0 1 0,-1-1 0,0 1 0,4-8 0,-1-2 0,0 1 0,-1-1 0,0 0 0,-1 0 0,4-21 0,-7 29 0,-1 0 0,1 0 0,-1 0 0,0-1 0,0 1 0,0 0 0,-1 0 0,0 0 0,-1 0 0,1 0 0,-1 0 0,0 0 0,0 0 0,0 0 0,-6-8 0,-4-2-1365,0 2-5461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24575,'0'6'0,"3"4"0,3 0 0,6 2 0,3 2 0,5 0 0,4 4 0,0-1 0,-1-1 0,1-3 0,-4-1 0,-2 0 0,-3-2 0,0-2 0,2-3 0,-2-3-8191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24575,'421'0'-1365,"-405"0"-5461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8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3062 1671 24575,'-9'0'0,"0"-1"0,1 0 0,-1 0 0,1-1 0,-1-1 0,1 1 0,0-1 0,0-1 0,-9-4 0,-47-22 0,32 15 0,-59-36 0,87 49 0,-83-53 0,12 12 0,13 6 0,-29-8 0,-21-11 0,94 46 0,0 2 0,-34-11 0,-13-6 0,-3 0 0,17 7 0,-132-60 0,157 66 0,-1 1 0,0 2 0,-1 1 0,-29-5 0,-4 1 0,-97-34 0,-6-1 0,-15-6 0,159 46 0,-88-33 0,-16-10 0,-48-21 0,105 40 0,30 15 0,1-1 0,-58-39 0,67 36 0,-1 2 0,0 1 0,-48-22 0,56 31 0,-83-36 0,88 36 0,-1-1 0,2-1 0,-1 0 0,-18-18 0,-5-5 0,24 22 0,1-1 0,0 0 0,0-1 0,-17-24 0,28 34 0,0-1 0,1 0 0,-1 0 0,0 0 0,1-1 0,0 1 0,0 0 0,0-1 0,0-6 0,0-7 0,2-19 0,0 14 0,-1-25 0,2-44 0,-2 91 0,0-1 0,1 1 0,-1-1 0,1 1 0,-1-1 0,1 1 0,-1-1 0,1 1 0,0 0 0,-1-1 0,1 1 0,0 0 0,0-1 0,0 1 0,0 0 0,0 0 0,0 0 0,0 0 0,1 0 0,-1 0 0,0 1 0,0-1 0,1 0 0,-1 1 0,0-1 0,1 0 0,-1 1 0,1 0 0,1-1 0,6 0 0,-1 0 0,1 1 0,-1-1 0,10 3 0,-5-2 0,439 4-54,-293-5-1257,-142 1-5515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8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24575,'10'0'0,"0"1"0,-1 1 0,1-1 0,-1 2 0,14 4 0,45 23 0,-50-21 0,183 105 0,-194-110 0,0 1 0,0 1 0,0-1 0,0 1 0,-1 0 0,0 1 0,0-1 0,-1 1 0,0 1 0,0-1 0,0 1 0,-1 0 0,0 0 0,0 0 0,-1 0 0,0 1 0,-1 0 0,2 9 0,0 10 0,-2 0 0,0 0 0,-4 44 0,0-10 0,2-56 0,0 0 0,0 1 0,-1-1 0,0 0 0,0 1 0,-1-1 0,1 0 0,-1 0 0,-1 0 0,1 0 0,-1 0 0,0-1 0,0 1 0,0-1 0,-1 0 0,0 0 0,0 0 0,0 0 0,0-1 0,-8 7 0,-29 18 0,20-14 0,-21 18 0,30-23 0,-2-1 0,1 0 0,-1 0 0,-15 6 0,11-6 0,-15 6 0,-38 12 0,35-13 0,12-6 0,24-7 0,0-1 0,0 0 0,0 0 0,0 0 0,0 0 0,0 0 0,0 0 0,0 0 0,0 0 0,0 0 0,0 0 0,0 0 0,0 1 0,0-1 0,0 0 0,0 0 0,0 0 0,0 0 0,0 0 0,0 0 0,0 0 0,0 0 0,0 0 0,0 0 0,0 0 0,0 0 0,0 1 0,0-1 0,1 0 0,-1 0 0,0 0 0,0 0 0,0 0 0,0 0 0,0 0 0,0 0 0,0 0 0,0 0 0,0 0 0,0 0 0,0 0 0,0 0 0,1 0 0,-1 0 0,0 0 0,0 0 0,0 0 0,0 0 0,0 0 0,0 0 0,0 0 0,0 0 0,0 0 0,0 0 0,0 0 0,0 0 0,1 0 0,-1 0 0,7 1 0,209-1 0,-94-2 0,456 2 0,-572 0 0,1 0 0,0-1 0,0 0 0,-1-1 0,1 0 0,0 0 0,-1 0 0,0-1 0,1 0 0,-1 0 0,6-4 0,9-5 0,-2 1 0,27-20 0,-34 22 0,-1-1 0,0-1 0,0 0 0,16-22 0,-22 25 0,-1 1 0,1-1 0,-1 0 0,-1 0 0,1-1 0,-1 1 0,-1-1 0,1 1 0,1-17 0,-1-15 0,-4-67 0,-1 34 0,1 62 0,0-1 0,0 1 0,-1 0 0,-1 0 0,0 0 0,0 0 0,-1 1 0,0 0 0,-9-17 0,5 13 0,0 1 0,-1 0 0,-1 0 0,0 1 0,0 0 0,-15-12 0,20 20 0,0 1 0,0-1 0,0 1 0,0 0 0,-1 0 0,1 1 0,-10-3 0,-3 1 0,-20-3 0,0 0 0,-40-13 0,1-3 0,-90-42 0,151 57 0,-1 1 0,0 1 0,0 0 0,0 2 0,-24-4 0,12 5 0,-30-9 0,32 6 0,-42-5 0,-82 10 0,80 2 0,65-1-136,0 0-1,0 0 1,0 0-1,0 1 1,0 0-1,0 1 1,0-1-1,0 1 0,-7 3 1,-3 6-6690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70 24575,'0'1'0,"1"0"0,-1 1 0,1-1 0,0 0 0,-1 0 0,1 0 0,0 1 0,0-1 0,0 0 0,-1 0 0,1 0 0,0-1 0,0 1 0,2 1 0,0 0 0,6 6 0,1-1 0,0 0 0,0 0 0,0-1 0,1-1 0,0 0 0,0-1 0,0 0 0,0-1 0,1 0 0,0 0 0,-1-2 0,1 1 0,0-2 0,0 0 0,19-2 0,-30 2 0,1 0 0,0 0 0,-1-1 0,1 1 0,-1 0 0,1-1 0,-1 0 0,1 1 0,-1-1 0,1 0 0,-1 0 0,0 1 0,1-1 0,-1 0 0,0 0 0,0-1 0,0 1 0,1 0 0,-1 0 0,0-1 0,-1 1 0,1 0 0,0-1 0,1-1 0,-1 0 0,-1 0 0,1 0 0,-1 0 0,1 1 0,-1-1 0,0 0 0,0 0 0,0 0 0,0 0 0,-1 0 0,1 0 0,-1 1 0,-1-5 0,0 2 0,0 0 0,0 0 0,0 1 0,0-1 0,-1 1 0,0-1 0,0 1 0,0 0 0,0 1 0,-1-1 0,1 0 0,-1 1 0,0 0 0,0 0 0,0 0 0,0 0 0,-9-3 0,7 4 0,0-1 0,0 2 0,0-1 0,-1 1 0,1 0 0,0 0 0,0 0 0,-1 1 0,1 0 0,0 1 0,-1-1 0,1 1 0,-11 4 0,12-3 0,0 0 0,1 1 0,-1 0 0,0 0 0,1 0 0,-1 0 0,1 1 0,0 0 0,0 0 0,0 0 0,1 1 0,-1-1 0,1 1 0,0 0 0,-2 5 0,1-3 0,0 1 0,1 0 0,0 0 0,0 0 0,1 1 0,0-1 0,0 1 0,1-1 0,-1 14 0,2-21 3,0 1 0,0-1-1,0 1 1,1-1-1,-1 1 1,0-1 0,1 1-1,-1-1 1,1 0 0,-1 1-1,1-1 1,0 0-1,-1 1 1,1-1 0,0 0-1,0 0 1,0 0 0,0 0-1,0 0 1,0 0-1,0 0 1,0 0 0,1 0-1,-1 0 1,0 0 0,0-1-1,1 1 1,-1-1-1,0 1 1,1-1 0,1 1-1,5 0-137,0 0 0,-1 0 0,1-1 0,12 0-1,-9-1-637,14 1-6053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24575,'32'0'0,"45"7"0,-15-1-682,90-2-1,-139-4-6143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24575,'193'9'0,"-17"-1"0,350-8 0,-248 0 0,-267 0-682,16-3-1,-10-1-6143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24575,'326'0'0,"-292"2"0,65 12 0,-17-1 0,-33-9 0,91-5 0,-74-7 0,27 0 0,494 8-1365,-571 0-5461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24575,'3'0'0,"3"0"0,1 0-8191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24575,'551'0'0,"-524"2"0,1 1 0,-1 2 0,51 15 0,-52-14 0,21 5 0,1-3 0,73 3 0,-109-10 0,0 0 0,0 1 0,0 1 0,0 0 0,0 0 0,-1 1 0,14 7 0,39 14 0,-41-18 0,27 15 0,-18-6 0,-2-1 0,42 28 0,-25-14 0,-33-21 0,-1 0 0,0 1 0,0 0 0,20 21 0,-25-22 0,1-1 0,17 13 0,-5-4 0,-18-13 0,0-1 0,0 1 0,-1 0 0,1 0 0,-1 0 0,0 0 0,0 1 0,0-1 0,0 1 0,0-1 0,-1 1 0,0 0 0,0-1 0,0 1 0,0 0 0,1 5 0,-1 6 0,0 0 0,-1 0 0,-2 15 0,1-2 0,1-14 0,0-8 0,0 1 0,-1 0 0,-1 10 0,2-16 0,-1 1 0,1 0 0,-1 0 0,0 0 0,0-1 0,1 1 0,-1 0 0,0-1 0,0 1 0,-1-1 0,1 1 0,0-1 0,0 1 0,-1-1 0,1 0 0,0 0 0,-2 1 0,-11 8 0,0 1 0,1 0 0,0 0 0,-12 16 0,21-23 0,-1 1 0,0-1 0,1 0 0,-1 0 0,-1-1 0,1 1 0,-1-1 0,-8 3 0,3-2 0,0-1 0,-1 0 0,-18 1 0,-11 1 0,-64 18 0,-42 10 0,43-12 0,60-11 0,0-2 0,-75 4 0,88-12 0,-37 5 0,-80 7 0,-2-13 0,52 0 0,92 1-455,0-1 0,-12-1 0,5-2-6371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24575,'0'762'-1365,"0"-748"-5461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19 24575,'-2'0'0,"0"-1"0,-1 1 0,1-1 0,0 1 0,0-1 0,-3-2 0,-7-1 0,-13 0 0,0 1 0,0 1 0,-43 3 0,24 0 0,19-1 0,15-1 0,0 1 0,-1 0 0,1 1 0,-1 0 0,-18 6 0,27-7 0,0 1 0,0 0 0,0 1 0,1-1 0,-1 0 0,0 1 0,1-1 0,-1 1 0,1-1 0,-1 1 0,1 0 0,0-1 0,0 1 0,0 0 0,0 0 0,0 0 0,0 0 0,0 0 0,1 0 0,-1 1 0,1-1 0,-1 4 0,-1 5 0,1 1 0,1 0 0,0 13 0,0-11 0,3 497 0,-10-399 0,-1-16 0,7 264 0,2-186 0,-1 112 0,0-278 0,0 1 0,1-1 0,0 1 0,0-1 0,3 9 0,-3-14 0,-1-1 0,1 1 0,0-1 0,0 0 0,0 1 0,1-1 0,-1 0 0,0 0 0,1 0 0,0 0 0,-1 0 0,1 0 0,0 0 0,0-1 0,0 1 0,0-1 0,0 1 0,0-1 0,0 0 0,0 0 0,4 1 0,5 0 0,1 0 0,-1-1 0,1 0 0,0-1 0,22-2 0,-3 0 0,177 0-87,-140 2-1191,-55 0-5548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19 24575,'-12'0'0,"-20"1"0,0-2 0,-48-8 0,47 4 0,0 2 0,-1 1 0,-33 4 0,7-1 0,45-1-1365,2 0-5461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24575,'0'0'0,"1"0"0,-1 1 0,0-1 0,1 0 0,-1 0 0,0 0 0,1 0 0,-1 0 0,0 1 0,0-1 0,1 0 0,-1 0 0,0 1 0,0-1 0,1 0 0,-1 0 0,0 1 0,0-1 0,0 0 0,1 1 0,-1-1 0,0 0 0,0 1 0,0-1 0,0 1 0,3 10 0,-3-9 0,4 24 0,-2 1 0,-2 51 0,1 16 0,-1-90 0,0 0 0,1 0 0,0-1 0,-1 1 0,1-1 0,0 1 0,1 0 0,-1-1 0,4 7 0,-4-9 0,1 1 0,-1 0 0,1-1 0,-1 1 0,1-1 0,-1 1 0,1-1 0,0 0 0,0 0 0,0 1 0,0-1 0,-1-1 0,1 1 0,0 0 0,1-1 0,-1 1 0,3 0 0,18 1 0,0-1 0,24-3 0,-17 1 0,-24 1 24,1 0 0,0-1 0,0 0 0,11-3 0,-16 4-89,0-1 1,-1 0-1,1 0 1,0 0-1,-1 0 1,1 0-1,-1 0 0,1 0 1,-1 0-1,0-1 1,1 1-1,-1 0 1,0-1-1,0 1 0,0-1 1,0 0-1,0 1 1,0-1-1,0 0 1,-1 0-1,1 1 1,0-4-1,3-14-6761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24575,'3'0'0,"6"0"0,3 0 0,4 0 0,0 0 0,1 0 0,0 0 0,-3 3 0,1 0 0,1 1 0,1-1 0,-4-1-8191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24575,'437'0'0,"-301"8"0,-6 1 0,105-10 0,87 2 0,-192 6 0,38 2 0,-114-9 0,194 9 0,-162 1 0,55 3 0,-105-10 0,0 2 0,39 10 0,25 3 0,-7-10 0,114-7 0,-92-3 0,-45 2-1365,-54 0-5461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24575,'16'0'0,"0"0"0,0 1 0,0 1 0,28 8 0,-19-4 0,-1 0 0,1-2 0,30 1 0,77-5 0,-59-2 0,1977 2 0,-2046 1 0,-2-1 0,0 0 0,1 0 0,-1 0 0,1-1 0,-1 1 0,1 0 0,-1-1 0,5-1 0,-7 2 0,0-1 0,0 1 0,1 0-1,-1 0 1,0 0 0,0 0 0,1-1-1,-1 1 1,0 0 0,0 0 0,1 0-1,-1-1 1,0 1 0,0 0 0,0 0-1,0-1 1,1 1 0,-1 0 0,0 0-1,0-1 1,0 1 0,0 0 0,0-1 0,0 1-1,0 0 1,0-1 0,0 1 0,0 0-1,0-1 1,0 1 0,0 0 0,0 0-1,0-1 1,0 1 0,0 0 0,0-1-1,0 1 1,0 0 0,-1-1 0,1 1-1,0 0 1,0 0 0,0-1 0,0 1 0,-1 0-1,1 0 1,0-1 0,-14-10-1240,14 10 1126,-27-16-6712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0 24575,'1'2'0,"0"1"0,0-1 0,1 0 0,-1 1 0,-1-1 0,1 1 0,0-1 0,0 1 0,0 4 0,1 3 0,4 19 0,-1 0 0,3 59 0,-7 61 0,-2-79 0,0 340 0,1-399 0,-1-1 0,-1 1 0,0-1 0,0 0 0,-1 0 0,-4 12 0,3-10 0,1 0 0,0 0 0,1 1 0,-1 16 0,2-19 0,0 0 0,0 1 0,-1-2 0,0 1 0,-1 0 0,-4 11 0,-2-3 0,-1 0 0,-17 23 0,-29 30 0,49-61 0,-34 41 0,-49 59 0,60-79 0,20-20 0,0 0 0,0 0 0,1 1 0,-10 15 0,18-26 0,1 1 0,-1-1 0,0 1 0,1-1 0,-1 1 0,1 0 0,-1-1 0,1 1 0,-1-1 0,1 1 0,0 2 0,0-3 0,0 0 0,1 0 0,-1 0 0,0-1 0,0 1 0,1 0 0,-1 0 0,0-1 0,1 1 0,-1 0 0,1-1 0,-1 1 0,1 0 0,-1-1 0,1 1 0,-1-1 0,1 1 0,0-1 0,-1 1 0,1-1 0,0 1 0,-1-1 0,1 0 0,0 1 0,1-1 0,5 3 0,-1-2 0,1 1 0,0-1 0,13 1 0,33-2 0,-28-1 0,1 1 0,174-4 0,0-14 0,-145 10 0,74 1 0,-123 8 0,-1-1 0,1 0 0,0 0 0,9-2 0,-14 2 0,-1-1 0,1 1 0,0 0 0,0 0 0,-1 0 0,1 0 0,0-1 0,-1 1 0,1 0 0,0-1 0,-1 1 0,1-1 0,0 1 0,-1-1 0,1 1 0,-1-1 0,1 1 0,-1-1 0,1 1 0,-1-1 0,1 0 0,-1 1 0,1-1 0,-1 0 0,0 0 0,1 1 0,-1-1 0,0 0 0,0 0 0,0 0 0,1 1 0,-1-1 0,0 0 0,0-1 0,-2-4 0,1 1 0,-1-1 0,0 1 0,-1-1 0,1 1 0,-1 0 0,0 0 0,0 0 0,0 0 0,-5-4 0,4 2 0,-46-60 0,-38-54 0,26 12 0,41 70 0,2 1 0,-26-71 0,43 104-104,-2-8-316,-1 0-1,-8-15 1,7 20-6406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127 166 24575,'3'0'0,"8"0"0,0 0 0,1-1 0,-1 0 0,21-6 0,-30 7 0,0-1 0,0 0 0,0 1 0,0-1 0,1 0 0,-1-1 0,-1 1 0,1 0 0,0-1 0,0 1 0,0-1 0,-1 0 0,1 1 0,0-1 0,-1 0 0,0 0 0,1 0 0,-1 0 0,0 0 0,0 0 0,0-1 0,0 1 0,0 0 0,-1-1 0,1 1 0,-1 0 0,1-1 0,-1 1 0,0-1 0,0-3 0,0 2 0,-1 0 0,1 1 0,-1-1 0,1 0 0,-1 0 0,0 1 0,-1-1 0,1 0 0,0 1 0,-1-1 0,0 1 0,0 0 0,0-1 0,0 1 0,0 0 0,-1 1 0,1-1 0,-1 0 0,0 1 0,0-1 0,0 1 0,0 0 0,0 0 0,0 0 0,0 0 0,-7-1 0,-1-1 0,-1 1 0,1 0 0,-1 1 0,0 0 0,1 1 0,-1 0 0,-12 2 0,18-1 0,1 0 0,-1 1 0,1-1 0,-1 1 0,1 1 0,-10 3 0,13-4 0,0 0 0,0 0 0,0 1 0,0-1 0,0 1 0,0-1 0,1 1 0,-1 0 0,0 0 0,1 0 0,0 0 0,-1 0 0,1 0 0,0 0 0,0 0 0,0 1 0,0-1 0,-1 5 0,1 0 0,-1-1 0,1 1 0,0 0 0,0 0 0,1 0 0,0 0 0,0 1 0,1-1 0,2 11 0,-2-14 0,0 0 0,0 0 0,0-1 0,1 1 0,-1 0 0,1-1 0,0 1 0,0-1 0,1 0 0,-1 0 0,0 0 0,1 0 0,0 0 0,0 0 0,0-1 0,0 1 0,0-1 0,4 2 0,3 1-170,0-1-1,0-1 0,0 0 1,1 0-1,-1-1 0,1-1 1,19 1-1,-8-1-6655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24575,'0'332'0,"1"-324"0,0 0 0,0-1 0,0 1 0,1-1 0,0 0 0,4 10 0,-2-7 0,-1 0 0,4 18 0,-4 12 0,0 0 0,-5 48 0,1-17 0,1 186 0,0-246 0,1-1 0,0 0 0,1 0 0,5 19 0,17 38 0,-9-27 0,-14-36 0,1 0 0,0 0 0,-1 0 0,1 0 0,1-1 0,-1 1 0,5 5 0,-5-7 0,0 0 0,0 0 0,0-1 0,0 1 0,0-1 0,0 0 0,1 0 0,-1 1 0,1-2 0,-1 1 0,0 0 0,1 0 0,3 0 0,20 1 0,-1-1 0,47-4 0,-5-1 0,-52 4-111,-3-1-307,1 1 0,22 4 0,-21 0-6408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24575,'1'12'0,"0"0"0,1 0 0,0-1 0,7 21 0,0-1 0,9 46 0,15 152 0,-32-140 0,0-9 0,1-69 0,-1-1 0,1-1 0,1 1 0,3 11 0,-2-10 0,0 1 0,2 19 0,-2 52 0,-5-58 0,6 42 0,-4-59-455,0 0 0,0 15 0,-2-9-6371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24575,'0'-1'0,"0"1"0,1-1 0,-1 1 0,0 0 0,0-1 0,0 1 0,0-1 0,1 1 0,-1-1 0,0 1 0,0 0 0,1-1 0,-1 1 0,0 0 0,0-1 0,1 1 0,-1 0 0,0-1 0,1 1 0,-1 0 0,1 0 0,-1 0 0,0-1 0,1 1 0,-1 0 0,1 0 0,14-3 0,-13 2 0,40-3 0,81 3 0,-62 2 0,428 0 0,-451 1 0,0 2 0,53 13 0,-66-12 0,45 14 0,-29-7 0,-17-4 0,34 16 0,5 2 0,-40-18 0,1 2 0,26 15 0,-38-18 0,0 1 0,-1 0 0,0 1 0,0 0 0,16 19 0,12 11 0,-28-29 0,0 1 0,15 18 0,-11-8 0,-1 0 0,17 33 0,-26-43 0,-1-1 0,0 1 0,0 0 0,-1 0 0,0 1 0,-1-1 0,3 23 0,-6-29 0,1 1 0,-1-1 0,0 0 0,0 1 0,0-1 0,0 0 0,-1 1 0,0-1 0,0 0 0,-1 0 0,-3 7 0,-5 4 0,-23 27 0,30-38 0,-1 0 0,1 0 0,-1 0 0,0-1 0,-1 1 0,1-1 0,-1-1 0,0 1 0,0-1 0,0 0 0,0 0 0,0-1 0,-1 0 0,-11 2 0,2-1 0,0 1 0,1 1 0,-19 8 0,22-8 0,-1 0 0,0-1 0,-1 0 0,1-1 0,-20 2 0,-10-3 0,-74 13 0,93-8 0,-40 15 0,47-14 0,0-2 0,-1 0 0,0-1 0,-30 4 0,-10-9 0,47-1 0,0 0 0,0 1 0,-1 1 0,1 0 0,0 0 0,-20 6 0,18-2 0,-1 0 0,1-1 0,-1-1 0,-21 3 0,-15-5 0,32-2 0,0 2 0,-34 5 0,26-2 0,-50 3 0,-27-7 0,37-2 0,49 2-1365,3 0-5461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1239 33 24575,'6'-2'0,"-7"-2"0,1 4 0,-1-1 0,1 1 0,-1-1 0,1 0 0,-1 1 0,0-1 0,1 1 0,-1 0 0,0-1 0,1 1 0,-1-1 0,0 1 0,-1-1 0,-14-1 0,-1 0 0,1 1 0,-25 1 0,21 1 0,-32-3 0,-9-6 0,-68 2 0,-753 7 0,2590-1 0,-1689 1 0,31 6 0,9 1 0,125-7 0,-95-2 0,-67 2 0,33 6 0,15 1 0,-60-7 0,1-1 0,-1 2 0,0-1 0,1 1 0,13 5 0,9 3 0,1-2 0,0-2 0,36 3 0,118-5 0,-111-5 0,779 1 0,-854 0 8,0 0 0,0 0 0,0 0 0,-1 0 0,1-1 0,0 1 0,0 0 0,-1-1 0,1 0 0,0 1 0,2-2 0,-4 1-64,1 1 0,-1-1 0,1 0 0,-1 0-1,1 1 1,-1-1 0,1 0 0,-1 0-1,0 0 1,1 1 0,-1-1 0,0 0 0,0 0-1,0 0 1,0 0 0,1 0 0,-1 1 0,0-1-1,-1 0 1,1 0 0,0 0 0,0 0 0,0 0-1,0 0 1,-1-1 0,-6-22-6770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24575,'39'-1'0,"201"11"0,-161-3 0,99-6 0,-86-2 0,1987 1-1365,-2064 0-5461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24575,'0'-2'0,"3"-2"0,5 0 0,10 2 0,5 0 0,5 0 0,1 2 0,-1-1 0,-4 1 0,-3 1 0,-2-1 0,-5 0-8191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24575,'0'3'0,"0"3"0,0 7 0,0 3 0,0 3 0,0 2 0,0 4 0,-2-2 0,-2-3 0,-2 1 0,0 2 0,-1 4 0,-1 1 0,2 0 0,2-6-8191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24575,'2'1'0,"-1"-1"0,0 0 0,0 1 0,0-1 0,0 0 0,0 1 0,0 0 0,0-1 0,0 1 0,0 0 0,0-1 0,0 1 0,0 0 0,0 0 0,1 1 0,11 17 0,-8-9 0,-1 1 0,0 0 0,0 1 0,-1-1 0,-1 1 0,2 15 0,7 26 0,19 59 0,-27-102 0,0-9 0,1-16 0,20-159 0,-21 153 0,8-43 0,-9 55 0,1-1 0,0 1 0,1-1 0,6-12 0,8-10-1365,-12 18-5461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24575,'-1'64'0,"8"180"0,3-85-1365,-10-168-5461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24575,'1'0'0,"16"0"0,-1 1 0,1 0 0,23 5 0,-35-5 0,0 0 0,0 1 0,0 0 0,-1 0 0,1 1 0,0-1 0,-1 1 0,0 0 0,1 0 0,-1 1 0,0-1 0,-1 1 0,1 0 0,0 0 0,2 6 0,-2-5 0,-1 1 0,0 0 0,-1-1 0,1 1 0,-1 1 0,0-1 0,-1 0 0,1 0 0,-1 1 0,0-1 0,-1 1 0,0-1 0,0 12 0,0-14 0,-1 1 0,1-1 0,-1 1 0,0-1 0,-1 0 0,1 1 0,0-1 0,-1 0 0,0 0 0,0 0 0,0 0 0,-1 0 0,1-1 0,-1 1 0,0-1 0,0 0 0,0 1 0,0-2 0,0 1 0,-5 3 0,-1-2-33,1 0-1,-1-1 1,0 0-1,0 0 1,0-1-1,-15 2 1,4-1-1098,2 0-5695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24575,'3'-2'0,"0"-5"0,3-3 0,3-5 0,-1-1-8191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24575,'4368'0'-1365,"-4353"0"-5461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24575,'0'33'0,"2"-1"0,1 0 0,1 1 0,13 48 0,-7-41 0,-2 1 0,5 65 0,-8 83 0,-6 543 0,1-703 0,1-1 0,1 1 0,2 0 0,7 32 0,3-7 0,16 106 0,-5 66 0,-19 67 0,-7-182 0,1 3369 0,1-3468 0,0 0 0,1 0 0,1 0 0,0 0 0,5 14 0,2 6 0,-5-17-1365,0-4-5461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24575,'0'462'0,"0"-458"-97,-1-1-1,1 1 1,0-1-1,1 1 1,-1 0-1,1-1 1,-1 1-1,1-1 1,0 1-1,0-1 1,1 0-1,-1 0 0,3 6 1,6 2-6729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24575,'50'-1'0,"58"2"0,-104 0 0,0-1 0,0 1 0,0 0 0,1 0 0,-1 0 0,-1 1 0,1-1 0,0 1 0,0 0 0,-1 0 0,1 1 0,-1-1 0,1 1 0,5 5 0,-5-3 0,-1-1 0,1 1 0,-1 0 0,0 0 0,0 1 0,0-1 0,-1 1 0,0-1 0,0 1 0,2 8 0,-1-3 0,-1-1 0,-1 1 0,0 0 0,0 0 0,-1 0 0,0 0 0,-3 21 0,2-27 0,0 0 0,0 0 0,-1 0 0,0 0 0,0 0 0,0 0 0,0 0 0,-1 0 0,0-1 0,1 0 0,-2 1 0,1-1 0,0 0 0,-1-1 0,0 1 0,0-1 0,-8 6 0,6-5 8,0-1 0,0 0 0,0-1 0,-1 0 0,1 0 0,-1 0-1,0-1 1,-8 1 0,-6-1-258,-27-3 0,23 1-686,13 0-5890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0 24575,'-8'0'0,"0"0"0,0 1 0,0 0 0,-10 2 0,15-2 0,0 0 0,0 0 0,1 1 0,-1-1 0,0 1 0,1 0 0,-1-1 0,1 1 0,-1 0 0,1 0 0,0 1 0,0-1 0,0 0 0,-3 5 0,1 1 0,-1 0 0,1 0 0,0 1 0,1-1 0,0 1 0,0 0 0,-2 16 0,3-11 0,0 1 0,2-1 0,-1 1 0,3 19 0,-2-31 0,0 0 0,1-1 0,-1 1 0,1 0 0,0 0 0,-1 0 0,1-1 0,0 1 0,1 0 0,-1-1 0,0 1 0,1-1 0,-1 0 0,1 1 0,0-1 0,0 0 0,-1 0 0,1 0 0,1 0 0,-1 0 0,0-1 0,0 1 0,1-1 0,-1 1 0,1-1 0,-1 0 0,1 0 0,-1 0 0,1 0 0,4 0 0,10 1 0,1 0 0,-1-2 0,0 0 0,29-4 0,-43 4 0,-1 0 0,0-1 0,1 1 0,-1-1 0,0 0 0,1 0 0,-1 0 0,0 0 0,0 0 0,0 0 0,0-1 0,3-1 0,-4 2 0,0-1 0,1 0 0,-1 0 0,0 1 0,0-1 0,0 0 0,0 0 0,0 0 0,0 0 0,-1 0 0,1-1 0,-1 1 0,1-4 0,2-18 0,-2 0 0,0 1 0,-5-42 0,3 62 7,1 1-1,-1-1 0,0 0 0,0 1 1,0-1-1,0 1 0,0-1 1,0 1-1,0 0 0,-1-1 1,1 1-1,-1 0 0,0 0 0,0 0 1,1 0-1,-1 0 0,-1 0 1,-2-1-1,1 0-171,0 0 0,-1 1 0,1 0 0,-1 0 0,0 0 0,0 1 0,1 0 0,-9-1 0,-4 0-6661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24575,'3'1'0,"0"-1"0,0 1 0,0 0 0,0 0 0,-1 0 0,5 2 0,0 0 0,32 16 0,6 3 0,-6-9 0,-23-8 0,0 1 0,21 10 0,-16-4 0,-1 0 0,33 13 0,-17-9-1365,-22-8-5461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0 24575,'-12'2'0,"1"-1"0,-1 1 0,0 1 0,1 0 0,-1 1 0,-14 7 0,20-9 0,1 1 0,0-1 0,0 1 0,0 0 0,0 1 0,0-1 0,0 1 0,1 0 0,0 0 0,0 1 0,0-1 0,0 1 0,0 0 0,1 0 0,0 0 0,0 1 0,1-1 0,-1 1 0,1 0 0,0-1 0,0 1 0,1 0 0,0 0 0,0 0 0,-1 11 0,2-9 0,0 0 0,1-1 0,0 1 0,0 0 0,0-1 0,1 1 0,4 10 0,-4-13 0,0-1 0,0 1 0,1-1 0,-1 0 0,1 0 0,0 0 0,0 0 0,1 0 0,-1-1 0,1 0 0,-1 0 0,7 5 0,1-2 0,1 1 0,0-1 0,0-1 0,0 0 0,16 3 0,-22-6 0,1-1 0,0 0 0,-1 0 0,1 0 0,-1-1 0,1 0 0,0-1 0,-1 1 0,1-1 0,-1-1 0,1 1 0,6-4 0,-11 4 0,1 0 0,-1-1 0,1 1 0,-1-1 0,0 0 0,0 1 0,0-1 0,0 0 0,0-1 0,0 1 0,0 0 0,1-4 0,0 2 0,-1 0 0,0-1 0,0 0 0,-1 0 0,1 1 0,0-9 0,0-3 0,-1-1 0,0 1 0,-2-22 0,1 37 0,-1-5-50,1-1-1,-1 0 1,-1 1-1,1-1 0,-1 1 1,0-1-1,0 1 1,-1 0-1,1 0 1,-2 0-1,1 0 0,0 1 1,-1-1-1,0 1 1,0 0-1,-1 0 1,1 0-1,-1 1 0,0 0 1,0 0-1,0 0 1,-1 0-1,1 1 1,-1 0-1,0 0 1,-11-3-1,2 3-6775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24575,'0'3'0,"3"1"0,5-1 0,8 3 0,5 0 0,5-2 0,-2 3 0,0 1 0,3 3 0,3 3 0,-1-2 0,-3 3 0,-4-2 0,-4-2-8191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24575,'3'0'0,"3"0"0,6 0 0,3 0 0,2 0 0,6 3 0,5 1 0,-1-1 0,-2 0 0,-3-1 0,-2-1 0,-2 0 0,4-1 0,0 0 0,5 0 0,0 0 0,1 0 0,-5 0-8191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24575,'0'16'0,"-1"-1"0,1 0 0,1 0 0,4 21 0,-4-31 0,0-1 0,0 1 0,1-1 0,0 1 0,0-1 0,0 0 0,0 1 0,1-1 0,-1 0 0,1-1 0,0 1 0,0 0 0,0-1 0,7 6 0,-4-5 0,0 0 0,1 0 0,-1-1 0,1 0 0,0 0 0,0-1 0,0 1 0,0-2 0,1 1 0,8 0 0,7 0 0,-1-2 0,24-2 0,-40 1 0,-1 1 0,0-1 0,0 0 0,1-1 0,-1 1 0,0-1 0,0 0 0,7-5 0,-9 6 0,-1-1 0,1 0 0,-1 0 0,0 0 0,0 0 0,0 0 0,0 0 0,0-1 0,0 1 0,-1-1 0,1 1 0,-1-1 0,0 0 0,0 0 0,1 0 0,-2 1 0,2-6 0,0-4 0,-1 1 0,0 0 0,0-1 0,-1 1 0,-1 0 0,0-1 0,-4-18 0,4 27 0,0-1 0,-1 1 0,1 0 0,-1 0 0,0 0 0,0 0 0,0 0 0,0 1 0,0-1 0,0 1 0,-1-1 0,0 1 0,1 0 0,-6-3 0,-3-2 0,-1 1 0,-16-7 0,26 12 0,-10-3 0,1 0 0,-1 1 0,0 0 0,-18-1 0,23 3 0,1 1 0,-1-1 0,0 2 0,1-1 0,-1 1 0,1 0 0,-1 1 0,1 0 0,-11 4 0,14-5 7,1 1 0,-1 0-1,1 0 1,0 0 0,-1 0-1,1 0 1,0 1-1,0-1 1,0 1 0,1-1-1,-1 1 1,0 0 0,1 0-1,0-1 1,-1 1 0,1 0-1,-1 5 1,2-6-55,-1 0 0,1-1 0,0 1 0,-1 0 0,1 0 1,0 0-1,0 0 0,0 0 0,0-1 0,1 1 0,-1 0 0,0 0 0,1 0 0,-1 0 0,1-1 1,0 1-1,-1 0 0,1-1 0,0 1 0,0 0 0,0-1 0,0 1 0,0-1 0,0 1 0,1-1 0,-1 0 1,0 0-1,1 0 0,-1 1 0,3 0 0,9 4-6778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24575,'1'2'0,"-1"1"0,0-1 0,1 1 0,0-1 0,-1 1 0,1-1 0,0 0 0,0 1 0,0-1 0,1 0 0,-1 0 0,0 0 0,1 0 0,-1 0 0,1 0 0,3 3 0,3 2 0,1 0 0,12 7 0,-21-13 0,11 6 0,0-1 0,1 0 0,-1-1 0,1 0 0,0 0 0,14 2 0,-21-6 0,1 0 0,-1 0 0,1-1 0,0 1 0,0-1 0,-1 0 0,1-1 0,0 0 0,-1 0 0,1 0 0,0-1 0,-1 1 0,0-2 0,1 1 0,8-6 0,-11 6 0,-1 1 0,0-1 0,0 0 0,-1 0 0,1-1 0,0 1 0,-1 0 0,1-1 0,-1 1 0,0-1 0,0 1 0,1-1 0,-2 0 0,1 1 0,0-1 0,0-5 0,0-1 0,0 0 0,-1-1 0,0 1 0,-1-9 0,1 14 0,-1 1 0,1 0 0,-1 0 0,0-1 0,0 1 0,0 0 0,-1 0 0,1 0 0,-1 0 0,1 0 0,-1 1 0,0-1 0,0 0 0,0 1 0,0 0 0,-1-1 0,1 1 0,-1 0 0,1 0 0,-1 0 0,0 1 0,1-1 0,-1 1 0,-4-2 0,-2 0 0,1 0 0,-1 0 0,-1 2 0,1-1 0,0 1 0,0 0 0,-11 1 0,12 0 0,1 1 0,-1 0 0,0 0 0,1 1 0,-1 0 0,1 1 0,-1-1 0,-10 7 0,16-8 0,0 0 0,0 0 0,0 1 0,0-1 0,0 1 0,0-1 0,0 1 0,0 0 0,1 0 0,-1 0 0,1 0 0,-1 0 0,1 0 0,0 1 0,-1-1 0,1 0 0,0 1 0,1-1 0,-1 0 0,0 1 0,1 0 0,-1-1 0,1 1 0,0-1 0,0 1 0,0-1 0,0 1 0,0 0 0,0-1 0,1 1 0,0 2 0,0-2 0,0 0 0,0-1 0,1 1 0,-1 0 0,1-1 0,-1 1 0,1-1 0,0 1 0,0-1 0,0 0 0,0 0 0,0 0 0,1 0 0,4 3 0,4 1 0,25 12 0,-27-14 0,3 1-341,0 0 0,1-1-1,21 4 1,-16-6-6485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20 250 24575,'-1'0'0,"0"0"0,0 0 0,0 1 0,0-1 0,1 0 0,-1 0 0,0 1 0,0-1 0,0 0 0,1 1 0,-1-1 0,0 1 0,0-1 0,1 1 0,-1-1 0,1 1 0,-1-1 0,0 1 0,1 0 0,-1-1 0,1 1 0,-1 0 0,1 0 0,-1 0 0,1-1 0,0 1 0,-1 0 0,1 0 0,0 0 0,0 0 0,0-1 0,-1 1 0,1 0 0,0 0 0,0 0 0,0 0 0,0 0 0,0 0 0,1 0 0,-1 0 0,0-1 0,0 1 0,0 0 0,1 0 0,-1 0 0,1 0 0,-1-1 0,0 1 0,1 0 0,-1 0 0,1-1 0,-1 1 0,1 0 0,0-1 0,-1 1 0,1-1 0,0 1 0,1 0 0,3 2 0,1 0 0,-1 0 0,1-1 0,0 0 0,0 0 0,6 0 0,39 5 0,-47-7 0,4 1 0,0-1 0,0 0 0,0 0 0,0-1 0,0 0 0,0-1 0,8-2 0,-11 2 0,0 0 0,0 0 0,0 0 0,0-1 0,-1 0 0,1 0 0,-1 0 0,0-1 0,0 0 0,0 0 0,6-7 0,-5 3 0,0 0 0,-1 0 0,1 0 0,-2-1 0,1 0 0,-1 0 0,0 0 0,-1 0 0,0-1 0,2-16 0,-3 19 0,-1 1 0,0-1 0,0 0 0,0 0 0,-1 0 0,1 1 0,-2-1 0,1 0 0,-1 1 0,0-1 0,0 1 0,-1-1 0,0 1 0,0 0 0,-6-10 0,5 13 0,1 0 0,0-1 0,-1 1 0,0 1 0,0-1 0,0 0 0,0 1 0,0 0 0,-1 0 0,1 0 0,0 1 0,-1-1 0,1 1 0,-1 0 0,0 1 0,1-1 0,-1 1 0,-7 0 0,3 1 0,1 0 0,-1 0 0,0 0 0,1 1 0,-1 1 0,1 0 0,-1 0 0,-14 8 0,17-7 0,-1 1 0,0 0 0,1 0 0,0 1 0,0-1 0,1 1 0,-1 1 0,-5 8 0,9-12 0,0 0 0,0 1 0,1-1 0,-1 0 0,1 0 0,-1 1 0,1-1 0,0 1 0,1 0 0,-1-1 0,0 1 0,1-1 0,0 1 0,0 0 0,0 0 0,0-1 0,0 1 0,1 0 0,0-1 0,0 1 0,1 4 0,-1-5 0,1-1 0,0 1 0,-1 0 0,1-1 0,0 1 0,0-1 0,1 0 0,-1 0 0,0 0 0,1 0 0,-1 0 0,1 0 0,-1-1 0,1 1 0,0-1 0,0 0 0,5 2 0,4 1 0,0-2 0,23 4 0,-33-6 0,42 3-682,51-3-1,-82-1-6143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24575,'3'0'0,"0"3"0,1 4 0,-2 2 0,0 4 0,2 5 0,0 1 0,0 1 0,-2 3 0,0-1 0,4 3 0,2-2 0,-2 0 0,0 0 0,0-1 0,0-4-8191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24575,'0'3'0,"0"3"0,-2 7 0,-2 3 0,-2 5 0,0 2 0,1-1 0,-1 1 0,0 1 0,-2-3 0,-1-1 0,0-1 0,2-2 0,2-3-8191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0 117 24575,'13'15'0,"-8"-9"0,0 0 0,7 6 0,-2-5 0,-1 0 0,1 0 0,0-1 0,0-1 0,1 0 0,0 0 0,0-1 0,17 4 0,-13-5 0,-1-1 0,0-1 0,1 0 0,-1 0 0,1-2 0,21-3 0,-31 3 0,-1 0 0,1 0 0,0-1 0,0 1 0,-1-1 0,1 0 0,0-1 0,5-3 0,-8 4 0,0 1 0,0-1 0,0 0 0,0 0 0,-1 0 0,1 0 0,0 0 0,-1-1 0,0 1 0,1-1 0,-1 1 0,0-1 0,0 1 0,0-1 0,-1 1 0,1-1 0,0-5 0,0 4 0,-1 0 0,0-1 0,0 1 0,0-1 0,0 1 0,-1-1 0,0 1 0,0 0 0,0-1 0,0 1 0,0 0 0,-1 0 0,-3-7 0,2 6 0,-1 1 0,1-1 0,-1 1 0,1 0 0,-1 0 0,0 0 0,-1 0 0,1 1 0,-8-5 0,1 2 0,-1 1 0,0 0 0,0 1 0,-1 0 0,1 1 0,0 0 0,-1 1 0,-16-1 0,22 3 0,2-1 0,0 1 0,0 0 0,0 0 0,-10 2 0,14-2 0,0 1 0,0-1 0,-1 1 0,1-1 0,0 1 0,0-1 0,0 1 0,0 0 0,0-1 0,0 1 0,0 0 0,0 0 0,0 0 0,0 0 0,0 0 0,0 0 0,1 0 0,-1 0 0,0 0 0,1 1 0,-1-1 0,1 0 0,-1 0 0,0 3 0,0 4 0,-1 0 0,1 0 0,1-1 0,0 1 0,0 0 0,1 13 0,0-16 0,-1-1 0,1 0 0,0 0 0,0 0 0,1 0 0,-1 0 0,1 0 0,0 0 0,0-1 0,0 1 0,0-1 0,0 1 0,1-1 0,4 4 0,7 4-1365,0-2-5461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24575,'0'6'0,"3"6"0,0 11 0,1 3 0,-2 4 0,0-5-8191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24575,'-1'47'0,"0"-20"0,2 1 0,3 36 0,0-46 0,1 1 0,1-1 0,12 29 0,-15-39 0,-2-6-59,0 0 0,0 0-1,0 0 1,0 0-1,0 0 1,1 0 0,-1 0-1,1-1 1,-1 1 0,1-1-1,-1 1 1,1-1 0,0 1-1,-1-1 1,1 0-1,0 0 1,0 0 0,0 0-1,0 0 1,0-1 0,0 1-1,3 0 1,6 1-6767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24575,'0'3'0,"0"3"0,0 4 0,0 3 0,0 2 0,0 3 0,0 3 0,0 4 0,0 2 0,0-1 0,0 0 0,3-1 0,0-2 0,0-3 0,0-1 0,2-2 0,-1-3-8191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24575,'0'6'0,"0"4"0,0 9 0,0 4 0,0 6 0,0 1 0,0-2 0,0 0 0,0-2 0,0-3 0,0-2 0,0-2 0,0-5-8191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144 167 24575,'0'2'0,"1"-1"0,-1 1 0,1-1 0,-1 0 0,1 1 0,-1-1 0,1 0 0,-1 1 0,1-1 0,0 0 0,0 0 0,0 0 0,0 0 0,0 0 0,0 0 0,0 0 0,0 0 0,0 0 0,0 0 0,0-1 0,3 2 0,2 1 0,0 0 0,0 0 0,7 1 0,-6-2 0,0 0 0,0-1 0,0 1 0,0-2 0,1 1 0,-1-1 0,10-1 0,-14 0 0,-1 1 0,1-1 0,-1 1 0,1-1 0,-1 0 0,0 0 0,0 0 0,1 0 0,-1 0 0,0-1 0,0 1 0,0-1 0,0 1 0,0-1 0,-1 0 0,1 0 0,0 0 0,-1 0 0,1 0 0,-1 0 0,0 0 0,0 0 0,1-1 0,-2 1 0,2-4 0,0 0 0,-1 0 0,0 0 0,0 0 0,0-1 0,-1 1 0,0 0 0,0 0 0,0-1 0,-1 1 0,0 0 0,0 0 0,-1 0 0,1 0 0,-5-10 0,4 12 0,0 0 0,-1 0 0,1 0 0,-1 0 0,0 0 0,0 0 0,0 1 0,0 0 0,0-1 0,-1 1 0,0 0 0,1 1 0,-1-1 0,0 1 0,0 0 0,0 0 0,-1 0 0,1 1 0,-7-3 0,-11 1 0,-1 1 0,1 1 0,-36 3 0,22 0 0,30-2 0,0 0 0,1 0 0,-1 1 0,1-1 0,-7 3 0,10-3 0,1 1 0,0-1 0,-1 1 0,1 0 0,0-1 0,0 1 0,-1 0 0,1 0 0,0 0 0,0 0 0,0 0 0,0 0 0,0 0 0,0 0 0,0 0 0,1 1 0,-1-1 0,0 0 0,0 1 0,1-1 0,-1 2 0,-1 7 0,0 1 0,0-1 0,2 0 0,-1 1 0,1-1 0,0 1 0,1-1 0,0 1 0,4 13 0,-4-21-5,0 0-1,0 0 0,0 1 0,0-1 1,1 0-1,-1 0 0,1 0 0,-1-1 1,1 1-1,0 0 0,0-1 0,1 1 1,2 2-1,-1-2 28,0 0 0,0-1 1,0 1-1,0-1 0,0 0 0,1 0 1,-1 0-1,6 0 0,4 1-319,1-1 0,0 0 0,0-1 0,24-2 0,-23 0-6529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63 191 24575,'2'4'0,"0"-1"0,0 0 0,0 0 0,1 0 0,-1 0 0,1 0 0,-1-1 0,1 1 0,0-1 0,0 0 0,0 0 0,0 0 0,0 0 0,0 0 0,1-1 0,-1 1 0,0-1 0,1 0 0,5 1 0,-7-2 0,0 0 0,1 0 0,-1 0 0,0 0 0,0 0 0,0 0 0,1 0 0,-1-1 0,0 1 0,0-1 0,0 0 0,0 1 0,0-1 0,0 0 0,0-1 0,0 1 0,0 0 0,0 0 0,-1-1 0,1 1 0,0-1 0,-1 0 0,1 1 0,-1-1 0,0 0 0,1 0 0,-1 0 0,0 0 0,0 0 0,0 0 0,-1 0 0,2-4 0,0-1 0,-1 0 0,1 0 0,-1 0 0,-1 0 0,1 0 0,-1-1 0,0 1 0,-1 0 0,0 0 0,0 0 0,0 0 0,-1 0 0,-2-8 0,2 10 0,0 0 0,-1 0 0,1 0 0,-1 0 0,0 0 0,0 1 0,-1-1 0,1 1 0,-1 0 0,0 0 0,0 0 0,0 1 0,-1 0 0,1-1 0,-1 1 0,-9-4 0,8 4 0,-1 1 0,0-1 0,1 1 0,-1 1 0,0-1 0,-9 0 0,14 2 0,0 0 0,0 0 0,0 1 0,0-1 0,0 0 0,0 1 0,1-1 0,-1 1 0,0-1 0,0 1 0,0 0 0,1 0 0,-1 0 0,1 0 0,-1 0 0,0 0 0,1 1 0,0-1 0,-1 1 0,1-1 0,0 1 0,-1-1 0,1 1 0,0 0 0,0-1 0,0 1 0,0 3 0,-2 2 0,1-1 0,0 1 0,1 0 0,0 1 0,-1 9 0,2 38 0,1-39 0,-1-12 0,0 1 0,0 0 0,1-1 0,-1 1 0,1-1 0,0 1 0,1-1 0,1 6 0,-1-8 0,-1 1 0,1-1 0,0 1 0,-1-1 0,1 0 0,0 1 0,1-1 0,-1 0 0,0 0 0,0-1 0,1 1 0,-1 0 0,6 2 0,4 1 0,0-1 0,0 0 0,1 0 0,0-1 0,25 2 0,67-3 0,-76-3 0,7 1-1365,-4-1-5461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24575,'0'3'0,"0"4"0,0 2 0,0 7 0,0 5 0,0 2 0,3 0 0,0 2 0,1-2 0,-2-1 0,0 2 0,2 1 0,0 2 0,0 0 0,1-6 0,0-2 0,0 0 0,-2-3-8191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5 24575,'-6'0'0,"0"0"0,0 0 0,0 1 0,0 0 0,-6 2 0,10-2 0,0 0 0,-1 0 0,1 0 0,0 0 0,0 0 0,0 1 0,0-1 0,0 1 0,1-1 0,-1 1 0,0 0 0,1 0 0,-1 0 0,1 0 0,-1 0 0,0 2 0,-1 4 0,0-1 0,0 1 0,1-1 0,0 1 0,0 0 0,0 0 0,0 10 0,0 59 0,3-60 0,-2-6 0,2 0 0,-1 1 0,1-1 0,1 0 0,3 13 0,-4-22 0,0 0 0,-1 1 0,1-1 0,0 0 0,0 0 0,0 0 0,1 0 0,-1 0 0,0 0 0,1 0 0,-1 0 0,1 0 0,0-1 0,-1 1 0,1-1 0,0 1 0,0-1 0,0 0 0,0 0 0,0 0 0,0 0 0,0 0 0,1 0 0,-1-1 0,0 1 0,0-1 0,1 1 0,-1-1 0,5 0 0,-3 0 0,1-1 0,0 1 0,-1-1 0,1 0 0,-1 0 0,1-1 0,-1 1 0,1-1 0,-1 0 0,0 0 0,0-1 0,0 1 0,4-5 0,-3 3 0,0-1 0,0 0 0,0-1 0,-1 1 0,0-1 0,0 0 0,-1 0 0,4-8 0,2-9 0,-1 0 0,-1-1 0,-1 0 0,3-26 0,-9 48 0,1-3 0,1-3 0,-1 0 0,0 0 0,0 0 0,-1-13 0,0 19 0,0 1 0,0-1 0,-1 0 0,1 1 0,0-1 0,-1 0 0,1 1 0,-1-1 0,0 1 0,1-1 0,-1 1 0,0 0 0,0-1 0,0 1 0,0 0 0,0-1 0,0 1 0,0 0 0,0 0 0,-1 0 0,1 0 0,0 0 0,0 0 0,-1 0 0,1 1 0,-1-1 0,1 0 0,-3 0 0,-2 0-131,-1 0-1,0 0 0,1 1 1,-13 1-1,14-1-575,-13 1-6119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24575,'5'3'0,"7"1"0,5-1 0,0 3 0,5 5 0,-1 1 0,3 1 0,1 1 0,3 4 0,0 2 0,-3-1 0,-4-2 0,0-2 0,-4-1 0,-2 0 0,-1-2 0,5-4 0,-1-2-8191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24575,'3'0'0,"3"0"0,3 0 0,3 0 0,5 0 0,1 0 0,1 0 0,-3 0-8191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 24575,'-7'-1'0,"1"2"0,-1-1 0,0 1 0,-9 2 0,13-2 0,0 0 0,0 1 0,0-1 0,0 1 0,1-1 0,-1 1 0,0 0 0,1 0 0,-1 1 0,1-1 0,-3 3 0,0 2 0,0-1 0,1 1 0,-1 0 0,1 0 0,1 0 0,-1 0 0,1 1 0,0 0 0,-2 12 0,2-8 0,2 0 0,-1 1 0,1-1 0,1 1 0,2 22 0,-2-32 0,1 1 0,-1 0 0,1 0 0,0 0 0,0-1 0,0 1 0,1 0 0,-1-1 0,1 1 0,0-1 0,0 0 0,0 0 0,0 0 0,0 0 0,1 0 0,-1 0 0,1 0 0,0-1 0,-1 1 0,1-1 0,0 0 0,1 0 0,-1 0 0,0 0 0,0-1 0,1 1 0,-1-1 0,1 0 0,-1 0 0,1-1 0,0 1 0,-1-1 0,5 1 0,-6-1 0,0 0 0,0-1 0,0 1 0,0 0 0,0-1 0,0 1 0,-1-1 0,1 1 0,0-1 0,0 0 0,-1 0 0,1 0 0,0 0 0,-1 0 0,2-2 0,0 1 0,-1 0 0,0-1 0,0 0 0,0 0 0,0 0 0,0 0 0,0 0 0,0-3 0,3-5 0,-2-1 0,0 0 0,3-22 0,-4 24 0,-1 0 0,0 0 0,-1 0 0,0 0 0,-1 0 0,0 0 0,0 0 0,-1 1 0,0-1 0,-5-12 0,7 20-85,-1 1 0,0-1-1,1 1 1,-1-1 0,0 1-1,0-1 1,0 1 0,0 0-1,0 0 1,-1-1 0,1 1-1,0 0 1,0 0 0,-1 0-1,-2-1 1,-6-1-6741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24575,'5'0'0,"5"0"0,2 0 0,6 0 0,1 3 0,3 6 0,3 2 0,0-1 0,1 0 0,-2-1 0,-2-2 0,-4 0 0,-4-1 0,2 2 0,0 1 0,1 0 0,-3 1 0,-4-2-8191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24575,'6'0'0,"3"0"0,4 0 0,4 0 0,2 0 0,1 0 0,-1 0 0,-1 0 0,-1 0 0,2 0 0,0 0 0,0 0 0,4 3 0,1 1 0,-1-1 0,-2 0 0,-4-1-8191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24575,'3'0'0,"3"0"0,3 0 0,3 0 0,5 0 0,1 0 0,-2 3 0,0 1 0,1-1 0,1 0 0,-3-1-8191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24575,'-1'57'0,"2"62"0,0-111 0,-1 0 0,1 0 0,1 0 0,-1 0 0,6 16 0,-6-22 0,0 0 0,1 1 0,-1-1 0,0 0 0,1 0 0,-1 1 0,1-1 0,0 0 0,0-1 0,-1 1 0,1 0 0,0-1 0,1 1 0,-1-1 0,0 1 0,0-1 0,1 0 0,-1 0 0,0 0 0,1-1 0,4 2 0,14 0 0,-1-1 0,1 0 0,22-4 0,3 1 0,2 2 0,27-1 0,-75 1-4,12-2 113,-12 1-160,1 1 0,-1 0 1,0 0-1,1 0 0,-1 0 1,0-1-1,1 1 0,-1 0 0,0 0 1,0-1-1,1 1 0,-1 0 1,0-1-1,0 1 0,1 0 1,-1-1-1,0 1 0,0 0 1,0-1-1,0 1 0,1-1 1,-1 1-1,0 0 0,0-1 1,0 1-1,0-1 0,0 1 1,0-1-1,-2-9-6775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24575,'6'0'0,"3"0"0,4 0 0,4 0 0,2 0 0,1 0 0,1 0 0,1 3 0,-2 0 0,-1 1 0,-1-1 0,-1-1 0,1-1 0,1 0 0,-3 2 0,-5 0-8191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24575,'0'3'0,"0"3"0,3 1 0,6 0 0,6-3 0,4 0 0,3-2 0,6-1 0,1-1 0,-2 0 0,-2-1 0,-4 1 0,-3 0 0,-4 0-8191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24575,'-3'0'0,"0"3"0,-1 6 0,-1 16 0,0 5 0,0 2 0,-3 3 0,-1 0 0,-2-4 0,2-6 0,2-1 0,-1-5 0,2-3 0,1-4-8191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24575,'3'0'0,"0"0"0,-1 0 0,1 1 0,-1 0 0,1-1 0,-1 1 0,1 0 0,-1 0 0,1 0 0,-1 1 0,0-1 0,1 1 0,-1-1 0,0 1 0,0 0 0,0 0 0,0 0 0,2 4 0,3 3 0,-1 1 0,0 0 0,5 13 0,-6-12 0,52 134 0,-41-97 0,-14-44 0,0 1 0,0 0 0,5 6 0,-7-10 0,0-1 0,0 0 0,0 1 0,1-1 0,-1 0 0,0 1 0,0-1 0,0 0 0,1 0 0,-1 0 0,0 1 0,1-1 0,-1 0 0,0 0 0,0 0 0,1 1 0,-1-1 0,0 0 0,1 0 0,-1 0 0,0 0 0,1 0 0,-1 0 0,0 0 0,1 0 0,0 0 0,-1-1 0,1 1 0,-1-1 0,1 1 0,-1-1 0,0 1 0,1-1 0,-1 0 0,1 1 0,-1-1 0,0 0 0,0 1 0,1-1 0,-1 0 0,0 1 0,0-1 0,0 0 0,0-1 0,3-15 0,-1-1 0,-1 0 0,-2-30 0,0-6 0,4 17 0,10-51 0,-3 19 0,-7 49-1365,-2 1-5461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24575,'-9'-1'0,"0"2"0,0-1 0,1 1 0,-1 1 0,0 0 0,-11 4 0,16-5 0,1 1 0,0-1 0,0 1 0,-1 0 0,1 1 0,0-1 0,0 0 0,1 1 0,-1 0 0,1 0 0,-1 0 0,1 0 0,0 0 0,0 0 0,0 0 0,0 1 0,0-1 0,-1 5 0,0 2 0,1-1 0,-1 1 0,2-1 0,-1 1 0,1 0 0,0 15 0,1-18 0,1 0 0,0 0 0,0 0 0,0 0 0,1 0 0,0 0 0,0 0 0,0-1 0,7 13 0,-7-16 0,-1-1 0,1 0 0,0 1 0,0-1 0,0 0 0,0 0 0,0 0 0,0-1 0,0 1 0,1 0 0,-1-1 0,1 0 0,-1 1 0,1-1 0,5 1 0,1 0 0,1 0 0,-1-1 0,13 0 0,10 1 0,7 3 0,1-2 0,69-4 0,-94-1-1365,-4-2-5461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24575,'8'0'0,"5"0"0,8 0 0,4 0 0,4 0 0,1 0 0,0 0 0,-3 0 0,-2 0 0,-2 0 0,-1 0 0,-2 0 0,-4-2 0,-5-2-8191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24575,'0'329'0,"0"-325"-170,0 0-1,0 0 0,1-1 1,-1 1-1,1 0 0,0-1 1,2 7-1,3 3-6655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24575,'-3'0'0,"-3"-1"0,0 1 0,0 1 0,0-1 0,-10 4 0,14-4 0,0 1 0,0-1 0,1 1 0,-1 0 0,0 0 0,1 0 0,-1 0 0,1 1 0,-1-1 0,1 0 0,-1 0 0,1 1 0,0-1 0,0 1 0,0 0 0,0-1 0,0 1 0,0 0 0,-1 3 0,0-1 0,0 1 0,1 0 0,0 0 0,0 0 0,0 0 0,1 0 0,0 0 0,-1 0 0,2 0 0,-1 0 0,2 9 0,-1-11 0,-1-1 0,1 1 0,0-1 0,0 0 0,0 1 0,0-1 0,0 0 0,0 0 0,1 0 0,-1 0 0,1 0 0,-1 0 0,1 0 0,0 0 0,0-1 0,-1 1 0,1-1 0,0 1 0,0-1 0,1 0 0,-1 0 0,0 0 0,0 0 0,0 0 0,4 0 0,-1 0 0,0 0 0,1 0 0,-1-1 0,1 0 0,9-1 0,-13 1 0,0 0 0,-1 0 0,1-1 0,0 1 0,-1-1 0,1 0 0,0 1 0,-1-1 0,1 0 0,-1 0 0,1 0 0,-1 0 0,1 0 0,-1 0 0,0-1 0,1 1 0,-1-1 0,0 1 0,0 0 0,0-1 0,1-2 0,1-3 0,-1 0 0,0 0 0,-1 0 0,0-1 0,1-9 0,-1 8 0,0 0 0,3-11 0,-2 25 0,1 7 0,-1-8 0,0 3 0,0-1 0,1 1 0,0-1 0,0 0 0,1 0 0,8 11 0,0-2 0,17 15 0,-26-27 11,0-1 0,-1 1 0,1-1 0,0 0 0,0 0 0,1-1-1,-1 1 1,0-1 0,1 0 0,4 2 0,-1-2-382,1 0-1,0 0 1,12-1 0,-4 0-6455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24575,'3'0'0,"3"0"0,3 0 0,3 0 0,5 0 0,4 0 0,7 0 0,0 0 0,2 0 0,-2 0 0,-1-5 0,-2-3 0,-3-1 0,-5-1-8191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24575,'0'359'0,"-1"-357"0,1 0 0,0 1 0,1-1 0,-1 1 0,0-1 0,1 0 0,-1 1 0,1-1 0,-1 0 0,1 0 0,0 0 0,2 4 0,-2-5 0,0 1 0,1-1 0,-1 0 0,0 0 0,1 0 0,-1 0 0,1 0 0,-1 0 0,1 0 0,-1-1 0,1 1 0,0 0 0,-1-1 0,1 0 0,0 1 0,3-1 0,12 2-182,31-3-1,-35 1-817,4-1-5826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21 149 24575,'0'-1'0,"1"0"0,-1 0 0,0 0 0,0 0 0,1 0 0,-1 1 0,1-1 0,-1 0 0,1 0 0,-1 0 0,1 0 0,-1 0 0,1 1 0,0-1 0,-1 0 0,1 1 0,0-1 0,0 0 0,0 1 0,-1-1 0,1 1 0,0-1 0,1 1 0,23-9 0,10 4 0,-26 4 0,1 0 0,-1-1 0,16-4 0,-22 5 0,-1 0 0,0 0 0,0 0 0,1-1 0,-1 1 0,0 0 0,0-1 0,0 1 0,-1-1 0,1 0 0,0 0 0,-1 0 0,1 0 0,-1 0 0,1 0 0,-1 0 0,0 0 0,0-1 0,1-2 0,-1 3 0,0 0 0,-1 1 0,0-1 0,1 0 0,-1 0 0,0 1 0,0-1 0,0 0 0,0 0 0,0 1 0,0-1 0,0 0 0,-1 0 0,1 1 0,-1-1 0,1 0 0,-1 1 0,0-1 0,1 0 0,-1 1 0,0-1 0,0 1 0,0-1 0,0 1 0,0 0 0,0-1 0,-1 1 0,1 0 0,0 0 0,-1 0 0,1 0 0,0 0 0,-3-1 0,-2-1 0,1 1 0,-1-1 0,0 1 0,0 1 0,0-1 0,0 1 0,-12-1 0,11 1 0,-1 1 0,1 0 0,-1 1 0,0 0 0,-9 2 0,14-2 0,1-1 0,-1 1 0,1 0 0,0 1 0,0-1 0,-1 0 0,1 1 0,0-1 0,0 1 0,0-1 0,0 1 0,1 0 0,-1 0 0,0 0 0,1 0 0,-1 0 0,1 1 0,0-1 0,-2 5 0,0 0 0,1 0 0,1 0 0,-1 0 0,1 0 0,0 1 0,1 11 0,-1-14 0,2 0 0,-1 1 0,1-1 0,-1 0 0,1 0 0,1 0 0,-1 0 0,1 0 0,4 9 0,-4-10 0,0-1 0,1 0 0,0 0 0,0 0 0,0 0 0,0-1 0,0 1 0,0-1 0,0 0 0,1 0 0,-1 0 0,1 0 0,7 2 0,0-1 0,0 0 0,0 0 0,18 0 0,84-2-108,-78-2-1149,-18 1-5569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52 24575,'-5'-5'0,"0"0"0,-1 0 0,0 1 0,0 0 0,0 0 0,0 1 0,0 0 0,-1 0 0,1 0 0,-12-2 0,6 2 0,0 1 0,1 1 0,-1 0 0,0 0 0,-18 3 0,28-2 0,0 0 0,-1 1 0,1-1 0,0 1 0,0-1 0,0 1 0,0 0 0,0 0 0,0 0 0,0 0 0,0 0 0,0 0 0,0 1 0,0-1 0,1 1 0,-1-1 0,0 1 0,1 0 0,0 0 0,-2 2 0,1-1 0,1 0 0,0 0 0,0 0 0,0 0 0,0 0 0,0 0 0,1 1 0,0-1 0,-1 0 0,1 0 0,0 1 0,0-1 0,1 0 0,0 5 0,0-3 0,0 1 0,1-1 0,0 1 0,0-1 0,0 0 0,1 0 0,0 0 0,0 0 0,0 0 0,0 0 0,1-1 0,4 6 0,-3-5 0,1-1 0,-1 1 0,1-1 0,0 0 0,0 0 0,0-1 0,0 1 0,0-2 0,10 4 0,-14-5 4,-1-1-1,1 0 1,-1 1-1,1-1 1,-1 0-1,1 0 1,0 0-1,-1 0 1,1 0-1,-1 0 0,1 0 1,-1-1-1,1 1 1,-1-1-1,1 1 1,-1-1-1,1 1 1,-1-1-1,1 0 1,-1 0-1,0 0 1,1 0-1,-1 0 1,0 0-1,0 0 1,0 0-1,0-1 0,0 1 1,0 0-1,0-1 1,0 1-1,0-1 1,0-1-1,2-5-240,0 0-1,-1 0 0,0 0 1,0 0-1,0-10 0,-1 17 181,1-17-6769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24575,'-8'142'0,"0"-7"0,8-113 0,-1-11 0,1 1 0,0-1 0,3 15 0,-3-25-85,1 1 0,-1-1-1,1 1 1,-1-1 0,1 1-1,0-1 1,-1 0 0,1 1-1,0-1 1,0 0 0,0 0-1,0 0 1,0 0 0,0 0-1,2 2 1,7 3-6741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24575,'0'395'0,"-1"-459"0,2-79 0,-1 138 0,1-1 0,0 0 0,0 1 0,0-1 0,0 1 0,1-1 0,0 1 0,0 0 0,0 0 0,1 0 0,-1 0 0,1 0 0,0 0 0,1 1 0,-1-1 0,1 1 0,0 0 0,0 0 0,0 1 0,0-1 0,1 1 0,-1 0 0,1 0 0,0 1 0,0-1 0,0 1 0,0 0 0,0 1 0,0-1 0,0 1 0,0 0 0,1 1 0,5-1 0,-3 0 0,-1 1 0,1 0 0,0 1 0,-1 0 0,14 3 0,-19-3 0,0-1 0,-1 1 0,1 0 0,0 0 0,0 0 0,0 1 0,0-1 0,-1 0 0,1 1 0,-1-1 0,1 1 0,-1 0 0,1-1 0,-1 1 0,0 0 0,0 0 0,0 0 0,0 0 0,0 0 0,0 0 0,0 0 0,-1 0 0,1 0 0,-1 0 0,1 4 0,1 18 0,-1 1 0,-1 0 0,-4 26 0,3-44 0,1-1 0,-1 1 0,-1 0 0,0 0 0,0-1 0,-3 10 0,3-13 0,0 0 0,1 0 0,-1 0 0,0 0 0,0 0 0,0-1 0,-1 1 0,1-1 0,0 0 0,-1 0 0,0 0 0,1 0 0,-1 0 0,-5 2 0,-9 4 0,-1-1 0,0 0 0,-1-2 0,0 0 0,-35 4 0,52-9-62,1 1 0,-1-1 0,0 0 0,0 0 0,0 0 0,0-1 0,0 1 0,0 0 0,0-1 0,1 1 0,-1-1 0,0 1-1,0-1 1,0 0 0,1 0 0,-1 0 0,1 0 0,-1 0 0,0 0 0,1-1 0,-3-2 0,-3-7-6764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24575,'3'0'0,"3"0"0,6 0 0,6 0 0,5 0 0,2 0 0,4 0 0,2 0 0,-2 0 0,-2 0 0,-4 0 0,-6 0-8191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24575,'0'55'0,"-1"63"0,-6-61 0,5-41 0,0 1 0,-1 21 0,3-37 0,0 1 0,0 0 0,0-1 0,1 1 0,-1 0 0,0-1 0,0 1 0,1-1 0,-1 1 0,1 0 0,0-1 0,-1 1 0,1-1 0,0 0 0,0 1 0,0-1 0,0 0 0,0 1 0,0-1 0,0 0 0,0 0 0,0 0 0,1 0 0,-1 0 0,3 1 0,0 0 0,0-1 0,0 0 0,0 0 0,0-1 0,0 1 0,0-1 0,0 0 0,0 0 0,5 0 0,23-4 49,38-11 0,-42 9-537,0 1 1,38-3-1,-51 8-6338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24575,'-10'7'0,"0"0"0,0 0 0,1 1 0,0 1 0,-16 18 0,15-16 0,5-6 0,0 1 0,1 0 0,0 1 0,0-1 0,0 1 0,0-1 0,-3 12 0,6-14 0,-1 1 0,1 0 0,0-1 0,0 1 0,1 0 0,-1 0 0,1-1 0,0 1 0,0 0 0,1 0 0,0 0 0,-1-1 0,3 6 0,-2-8 0,-1 1 0,2-1 0,-1 0 0,0 0 0,0 0 0,1 0 0,-1 0 0,1 0 0,-1 0 0,1 0 0,0-1 0,0 1 0,0-1 0,0 1 0,0-1 0,0 0 0,0 0 0,4 2 0,-5-3 0,0 0 0,1 1 0,-1-1 0,0 0 0,0 1 0,0-1 0,1 0 0,-1 0 0,0 0 0,0 0 0,1 0 0,-1 0 0,0-1 0,0 1 0,0 0 0,1-1 0,-1 1 0,0-1 0,0 1 0,0-1 0,0 0 0,0 1 0,0-1 0,0 0 0,0 0 0,0 0 0,0 0 0,0 0 0,-1 0 0,1 0 0,0 0 0,-1 0 0,1 0 0,0 0 0,-1 0 0,1-3 0,1-3 0,0-1 0,-1 0 0,0 1 0,0-1 0,-1 0 0,-1-14 0,1 12 0,0 0 0,0 1 0,3-18 0,-3 26 0,0 0 0,0 0 0,1 0 0,-1 0 0,0 0 0,1-1 0,-1 1 0,1 0 0,-1 0 0,1 0 0,-1 0 0,1 1 0,0-1 0,-1 0 0,1 0 0,0 0 0,0 0 0,0 1 0,-1-1 0,1 0 0,0 1 0,0-1 0,1 0 0,0 1 0,0 0 0,-1-1 0,1 1 0,0 0 0,0 0 0,-1 1 0,1-1 0,0 0 0,0 1 0,-1-1 0,1 1 0,-1-1 0,1 1 0,2 1 0,10 6 0,0 1 0,21 16 0,-24-16 0,1 0 0,1-1 0,25 14 0,-30-20-195,0 0 0,0 0 0,0-1 0,0 0 0,0 0 0,14-1 0,-6-1-6631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24575,'3'0'0,"3"0"0,3 0 0,6 0 0,7 0 0,6 0 0,3 3 0,2 1 0,-3-1 0,-3 0 0,-2-1 0,-1-1 0,-4 0 0,-1-1 0,-2 0 0,-4 0-8191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24575,'-2'3'0,"1"-1"0,0 1 0,-1-1 0,1 1 0,0 0 0,0 0 0,0-1 0,1 1 0,-2 4 0,-1 5 0,-2 8 0,1 0 0,1 0 0,-2 35 0,5 64 0,1-63 0,-1-54 0,0 3 0,0 0 0,1 0 0,-1 0 0,2 6 0,-2-10 0,1 1 0,-1-1 0,1 0 0,-1 0 0,1 0 0,-1 1 0,1-1 0,0 0 0,0 0 0,0 0 0,-1 0 0,1 0 0,0 0 0,0 0 0,0-1 0,0 1 0,0 0 0,0 0 0,1-1 0,1 2 0,2-1 4,1 1 0,0-1 0,-1 0-1,1 0 1,10 0 0,31-4-84,-16 1-1228,-14 1-5518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0 24575,'-6'1'0,"0"0"0,1 1 0,0 0 0,-1-1 0,1 2 0,0-1 0,0 1 0,0 0 0,-8 5 0,4-2 0,-10 6 0,2 0 0,0 1 0,-26 25 0,40-36 0,1 0 0,1 1 0,-1-1 0,0 1 0,1 0 0,-1-1 0,1 1 0,0 0 0,-1 0 0,1 0 0,1 0 0,-1 0 0,0 0 0,1 0 0,-1 0 0,1 0 0,0 0 0,0 1 0,0-1 0,0 0 0,1 0 0,-1 0 0,1 0 0,0 0 0,0 0 0,0 0 0,0 0 0,0 0 0,1 0 0,-1-1 0,1 1 0,0-1 0,2 4 0,1-1-124,1 1 0,-1-2 0,1 1 0,0-1 0,1 1 0,-1-2-1,0 1 1,1-1 0,0 0 0,13 3 0,2-1-6702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24575,'-1'132'0,"3"142"0,-2-272 0,3 51 0,-2-46 0,0 0 0,0 1 0,1-1 0,4 13 0,-5-20 0,-1 1 0,0 0 0,0 0 0,1-1 0,-1 1 0,0 0 0,1-1 0,-1 1 0,1 0 0,-1-1 0,1 1 0,-1-1 0,1 1 0,0-1 0,-1 1 0,1-1 0,-1 1 0,1-1 0,0 0 0,-1 1 0,1-1 0,1 1 0,-1-2 0,-1 1 0,1 0 0,0 0 0,0 0 0,0 0 0,-1 0 0,1-1 0,0 1 0,0 0 0,-1-1 0,1 1 0,0-1 0,-1 1 0,1-1 0,0 1 0,1-2 0,2-4 0,1 1 0,-1-1 0,7-12 0,-7 10 0,9-14 0,-5 9 0,0 0 0,1 0 0,14-15 0,-21 25 0,1 0 0,0 0 0,0 1 0,0-1 0,1 1 0,-1 0 0,1 0 0,-1 0 0,1 0 0,0 1 0,-1-1 0,1 1 0,0 0 0,0 0 0,0 1 0,0-1 0,6 1 0,-7 1 0,1-1 0,-1 1 0,1 0 0,-1 0 0,1 0 0,-1 1 0,0-1 0,1 1 0,-1 0 0,0 0 0,0 0 0,0 0 0,-1 1 0,1-1 0,0 1 0,-1 0 0,0-1 0,1 1 0,-1 1 0,0-1 0,2 4 0,1 3 0,-1-1 0,0 1 0,-1 0 0,0 0 0,0 0 0,2 16 0,-4-18-341,1-1 0,-1 1-1,5 9 1,0-3-6485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24575,'8'0'0,"10"3"0,5 1 0,4-1 0,4 0 0,3-1 0,-2-1 0,-4 0 0,-6-1-8191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 24575,'1'-3'0,"-1"1"0,1 0 0,-1 0 0,1-1 0,0 1 0,-1 0 0,1 0 0,0 0 0,0 0 0,1 0 0,-1 0 0,0 0 0,1 0 0,-1 1 0,1-1 0,-1 1 0,1-1 0,0 1 0,3-3 0,2-1 0,2 0 0,-1 0 0,10-3 0,2 1 0,1 1 0,-1 1 0,33-4 0,-37 7 0,10-2 0,0 2 0,0 1 0,0 2 0,28 3 0,-36 0 0,0 0 0,33 14 0,-15-6 0,-21-8 0,0-1 0,1-1 0,-1 0 0,1-2 0,29-1 0,-9-1 0,26 3 0,45-2 0,-94-1 0,0-1 0,0 0 0,14-5 0,-13 4 0,-1 0 0,25-3 0,98 5 0,-84 3 0,-40-1 0,1 1 0,0 1 0,-1 1 0,1 0 0,-1 0 0,1 1 0,-1 1 0,0 0 0,12 8 0,11 9 0,49 40 0,-80-59 0,0 0 0,1 0 0,-1 0 0,1-1 0,-1 0 0,1 0 0,0 0 0,0-1 0,0 1 0,0-1 0,9 0 0,4 0 0,31-2 0,-16-1 0,13 1 0,91-5 0,-89 0 0,69-17 0,-48 1 0,-38 11 0,0 2 0,57-9 0,-77 17 0,0 0 0,0 1 0,1 0 0,-1 1 0,0 0 0,0 1 0,0 0 0,0 1 0,11 4 0,44 22 0,-37-15 0,0-2 0,40 11 0,-40-16 0,0-2 0,0-1 0,40 1 0,199-7 0,-250 1 0,1-1 0,-1 0 0,35-12 0,-28 8 0,11-3 0,1 3 0,1 1 0,-1 1 0,1 3 0,42 3 0,-64 0 0,-1 0 0,0 2 0,21 6 0,41 21 0,-21-7 0,-25-14 0,1-1 0,-1-2 0,49 6 0,-48-11 0,60-3 0,-77-1 0,1-2 0,-1 1 0,0-2 0,-1 0 0,25-13 0,22-7 0,24-11 0,-76 33 0,0-1 0,0 1 0,1 1 0,-1 0 0,0 0 0,12 0 0,59 3 0,-36 1 0,-32-2 0,1 1 0,0 1 0,-1 0 0,0 1 0,1 0 0,-1 1 0,0 0 0,17 9 0,1 4 0,-23-12 0,1 0 0,0-1 0,0 0 0,0-1 0,0 0 0,1 0 0,-1-1 0,14 2 0,10-2 0,44-5 0,-71 2 0,-1 1 0,0-1 0,0 0 0,0-1 0,0 1 0,0-1 0,0 0 0,0 0 0,0 0 0,-1 0 0,1-1 0,5-5 0,2-3 0,-2 1 0,14-20 0,-7 8 0,-14 19 0,1 1 0,-1-1 0,1 1 0,-1-1 0,1 1 0,0 0 0,0 0 0,0 1 0,0-1 0,0 0 0,4 0 0,-1 0 0,0 1 0,1-1 0,-1 1 0,0 1 0,10-1 0,2 3 0,-1 0 0,0 1 0,24 8 0,-20-6 0,-1 0 0,36 4 0,-47-9 0,-1 0 0,1 0 0,-1 0 0,1-1 0,0-1 0,-1 1 0,0-2 0,1 1 0,9-5 0,-9 3 0,0 1 0,0 0 0,0 0 0,1 1 0,16-2 0,-6 3 0,34 3 0,-38 0 0,-1 1 0,21 7 0,13 3 0,-30-10 40,-1-1 0,22 0 0,-33-2-205,1-1 0,-1 0 0,0 0 0,1 0 0,-1-1 0,0 0 0,0 0 0,9-5 0,-7 1-6661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3:22:1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4:5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6:00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24575,'3'0'0,"7"0"0,5 0 0,5 0 0,1 0 0,0 0 0,1 0 0,-1 0 0,-1 0 0,-2 0 0,-4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08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24575,'0'0'0,"-1"1"0,1-1 0,0 0 0,-1 0 0,1 0 0,0 0 0,0 0 0,-1 1 0,1-1 0,0 0 0,0 0 0,-1 1 0,1-1 0,0 0 0,0 1 0,0-1 0,-1 0 0,1 1 0,0-1 0,0 0 0,0 1 0,0-1 0,-1 0 0,1 1 0,0 0 0,-2 12 0,1-12 0,-3 40 0,2-1 0,1 71 0,2-55 0,0-32 0,-2-1 0,0 1 0,-1-1 0,-1 0 0,-5 24 0,-6 27 0,13-71-1365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09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24575,'46'-1'0,"53"2"0,-95 0 0,0-1 0,0 1 0,1 0 0,-1 0 0,0 0 0,0 1 0,0 0 0,-1 0 0,1 0 0,0 0 0,5 5 0,-7-4 0,1 0 0,0 0 0,-1 0 0,0 1 0,1-1 0,-1 1 0,0 0 0,-1 0 0,1 0 0,0 0 0,-1 0 0,0 0 0,2 8 0,-1-5 0,-1-1 0,0 1 0,-1-1 0,1 1 0,-1 0 0,0-1 0,0 1 0,-1 0 0,-1 8 0,1-10 0,0-1 0,0 0 0,0 0 0,-1 0 0,1 0 0,-1 0 0,0 0 0,0 0 0,0-1 0,-1 1 0,1-1 0,0 0 0,-1 0 0,-5 5 0,1-2 11,1-2-1,-1 1 0,0-1 1,0 0-1,-1-1 1,1 0-1,0 0 0,-1-1 1,-10 2-1,-7-2-528,-39-2 1,53-1 83,-2 1-6392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5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40 24575,'-4'0'0,"-1"0"0,0 1 0,1-1 0,-1 2 0,1-1 0,-1 0 0,1 1 0,0 0 0,0 1 0,-1-1 0,1 1 0,0 0 0,-4 4 0,3-2 0,0 1 0,1 0 0,0 0 0,-1 0 0,1 0 0,1 1 0,-1 0 0,-4 12 0,3-5 0,1 0 0,0 1 0,1-1 0,0 1 0,1 0 0,0 0 0,1 0 0,0 0 0,2 27 0,-1-39 0,0 0 0,0-1 0,0 1 0,1 0 0,-1-1 0,1 1 0,0-1 0,-1 1 0,1-1 0,0 1 0,0-1 0,0 0 0,0 1 0,0-1 0,1 0 0,-1 0 0,1 0 0,-1 0 0,1 0 0,-1-1 0,1 1 0,0-1 0,0 1 0,-1-1 0,1 0 0,0 0 0,0 0 0,0 0 0,0 0 0,0 0 0,0-1 0,0 1 0,3-1 0,4 1 0,1 0 0,-1 0 0,20-4 0,-26 3 0,1-1 0,-1 0 0,0 0 0,1 0 0,-1-1 0,0 0 0,0 1 0,0-2 0,0 1 0,0 0 0,0-1 0,0 1 0,0-1 0,2-4 0,0-2 0,0 1 0,0-1 0,-1-1 0,0 1 0,-1-1 0,0 0 0,4-18 0,-2 3 0,-1-1 0,1-27 0,-4 44 0,1-7 0,-2-1 0,0-21 0,0 35 0,0-1 0,0 1 0,-1 0 0,1 0 0,-1-1 0,1 1 0,-1 0 0,0 0 0,0 0 0,0 0 0,0 0 0,-1 0 0,1 1 0,-1-1 0,1 1 0,-1-1 0,0 1 0,-2-3 0,3 4-54,0 0-1,0 1 0,0-1 1,0 1-1,0-1 1,0 1-1,0 0 0,0 0 1,0-1-1,0 1 1,-1 0-1,1 0 0,0 0 1,0 1-1,0-1 0,0 0 1,0 0-1,0 1 1,0-1-1,0 1 0,0-1 1,0 1-1,0-1 1,-2 3-1,-11 9-6771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6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24575,'0'7'0,"3"1"0,2 3 0,4 2 0,2 3 0,5 1 0,1-2 0,1 0 0,-1-4 0,0 1 0,2-3 0,-1-2 0,-2 0 0,-3 3 0,3-1 0,0-2 0,-3-2-8191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24575,'909'0'-1365,"-893"0"-5461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8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23 24575,'-3'0'0,"-2"-1"0,0 1 0,-1 1 0,1-1 0,-7 3 0,10-2 0,1 0 0,-1-1 0,0 1 0,1 0 0,-1 0 0,1 1 0,-1-1 0,1 0 0,0 1 0,-1-1 0,1 1 0,0-1 0,0 1 0,-1 0 0,1 0 0,-1 3 0,-1 2 0,1-1 0,0 1 0,1-1 0,-1 1 0,1 0 0,0 0 0,-1 13 0,2 53 0,1-50 0,-1-15 0,0 1 0,1 0 0,0 0 0,3 15 0,-3-20 0,0-1 0,0 0 0,0 0 0,1 0 0,-1 0 0,0 0 0,1 0 0,0-1 0,-1 1 0,1-1 0,0 1 0,0-1 0,0 0 0,1 0 0,3 3 0,8 4 0,-1-2 0,1 0 0,0-1 0,0-1 0,0 0 0,19 2 0,-5-3 0,1-2 0,36-3 0,-61 1 0,1 0 0,-1-1 0,0 0 0,1 0 0,-1 0 0,0-1 0,0 0 0,0 0 0,0 0 0,5-4 0,-7 4 0,1-1 0,0 0 0,-1 0 0,0 0 0,1 0 0,-1 0 0,0-1 0,0 1 0,-1-1 0,1 0 0,0 1 0,-1-1 0,2-7 0,0-3 0,0 0 0,-1 0 0,0 0 0,-1 0 0,0-20 0,-1 10 0,-1 1 0,-6-36 0,7 55 0,-1 0 0,0-1 0,0 1 0,0 0 0,0 0 0,0 0 0,-1 0 0,1 1 0,-1-1 0,0 0 0,1 1 0,-2 0 0,1-1 0,0 1 0,0 0 0,-1 0 0,1 1 0,-1-1 0,0 0 0,0 1 0,1 0 0,-1 0 0,0 0 0,-1 1 0,1-1 0,0 1 0,0 0 0,-5-1 0,1 0 24,0 1 0,0 0 0,0 1 0,-10 1 0,15-1-111,-1 0-1,1 1 1,0-1 0,-1 1-1,1 0 1,0 0 0,0 0-1,0 0 1,0 1-1,0-1 1,0 1 0,0-1-1,0 1 1,0 0 0,0 0-1,-2 4 1,-2 5-6739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8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24575,'5'4'0,"11"9"0,6 6 0,1 4 0,4-1 0,0-2 0,-2-3 0,-3 0 0,-3-1 0,-2-2 0,-2 2 0,2-2 0,3 1 0,0 0 0,-1 1 0,-1 0 0,-1 2 0,-3-3-8191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24575,'3'0'0,"5"0"0,6 0 0,6 0 0,4 0 0,1 0 0,3 0 0,0 0 0,-1 0 0,-2 0 0,-1 0 0,-1 0 0,-3 0 0,0 0 0,-3 0-8191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29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24575,'945'0'-1365,"-932"0"-5461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2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24575,'-7'9'0,"5"-8"0,1 1 0,-1 0 0,1 0 0,-1 0 0,1 0 0,0 0 0,0 0 0,0 0 0,0 0 0,0 1 0,0-1 0,-1 3 0,0 5 0,1-1 0,0 1 0,0-1 0,1 1 0,-1 0 0,2-1 0,-1 1 0,1 0 0,0-1 0,1 1 0,-1-1 0,6 16 0,-4-14 0,1 1 0,0-1 0,1 0 0,0 0 0,1-1 0,-1 0 0,1 0 0,1 0 0,9 10 0,-11-14 0,2 0 0,-1 0 0,0 0 0,1-1 0,0-1 0,0 1 0,0-2 0,0 1 0,0-1 0,1 0 0,-1-1 0,1 0 0,-1-1 0,1 0 0,13 0 0,-2-1 0,96-6 0,-104 3 120,-10 3-155,-1 0 1,0 0-1,0 0 1,1 0-1,-1 0 1,0 0-1,0 0 1,1 0-1,-1 0 1,0 0-1,0 0 1,0-1-1,1 1 0,-1 0 1,0 0-1,0 0 1,0 0-1,1 0 1,-1-1-1,0 1 1,0 0-1,0 0 1,0 0-1,0-1 1,1 1-1,-1 0 1,0 0-1,0-1 0,0 1 1,0 0-1,0 0 1,0-1-1,0 1 1,0 0-1,0 0 1,0-1-1,1 1 1,-1 0-1,0-1 1,0 1-1,0 0 0,-1-1 1,-2-2-6792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3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24575,'5'0'0,"4"0"0,3 0 0,9 0 0,4 0 0,2 0 0,1 0 0,1 0 0,1 0 0,2 0 0,-2 0 0,-1 0 0,-3 0 0,-4 0 0,-2 0 0,-4 0 0,-3 0-8191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1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24575,'0'3'0,"0"7"0,0 6 0,0 5 0,0 3 0,0 0 0,0-1 0,0-1 0,0 2 0,0 0 0,0 2 0,2 0 0,4-2 0,0-5-8191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5:56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3 165 24575,'0'-1'0,"0"1"0,0 0 0,0 0 0,-1 0 0,1 0 0,0 0 0,0 0 0,0 0 0,0 0 0,0 0 0,-1-1 0,1 1 0,0 0 0,0 0 0,0 0 0,0 0 0,0-1 0,0 1 0,0 0 0,-1 0 0,1 0 0,0 0 0,0-1 0,0 1 0,0 0 0,0 0 0,0 0 0,0-1 0,0 1 0,0 0 0,0 0 0,0-1 0,0 1 0,0 0 0,0 0 0,0 0 0,0-1 0,0 1 0,0 0 0,0 0 0,1-1 0,1-10 0,0 7 0,-1 0 0,1 0 0,0 1 0,0-1 0,0 0 0,0 1 0,1 0 0,-1 0 0,1 0 0,-1 0 0,4-3 0,4-1 0,-1 0 0,13-6 0,-11 7 0,17-14 0,-20 13 0,0 1 0,1 0 0,0 0 0,0 1 0,0 1 0,0 0 0,15-4 0,-17 7 0,-1 0 0,1 0 0,0 1 0,-1 0 0,1 1 0,0 0 0,-1 0 0,1 1 0,-1 0 0,1 0 0,11 7 0,-2 1-1365,-3 0-5461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39:1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 24575,'-3'-3'0,"0"-1"-8191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24575,'0'0'0,"-1"1"0,1-1 0,0 0 0,-1 0 0,1 0 0,0 0 0,0 0 0,-1 1 0,1-1 0,0 0 0,0 0 0,-1 1 0,1-1 0,0 0 0,0 1 0,0-1 0,-1 0 0,1 1 0,0-1 0,0 0 0,0 1 0,0-1 0,-1 0 0,1 1 0,0 0 0,-2 12 0,1-12 0,-3 40 0,2-1 0,1 71 0,2-55 0,0-32 0,-2-1 0,0 1 0,-1-1 0,-1 0 0,-5 24 0,-6 27 0,13-71-1365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24575,'46'-1'0,"53"2"0,-95 0 0,0-1 0,0 1 0,1 0 0,-1 0 0,0 0 0,0 1 0,0 0 0,-1 0 0,1 0 0,0 0 0,5 5 0,-7-4 0,1 0 0,0 0 0,-1 0 0,0 1 0,1-1 0,-1 1 0,0 0 0,-1 0 0,1 0 0,0 0 0,-1 0 0,0 0 0,2 8 0,-1-5 0,-1-1 0,0 1 0,-1-1 0,1 1 0,-1 0 0,0-1 0,0 1 0,-1 0 0,-1 8 0,1-10 0,0-1 0,0 0 0,0 0 0,-1 0 0,1 0 0,-1 0 0,0 0 0,0 0 0,0-1 0,-1 1 0,1-1 0,0 0 0,-1 0 0,-5 5 0,1-2 11,1-2-1,-1 1 0,0-1 1,0 0-1,-1-1 1,1 0-1,0 0 0,-1-1 1,-10 2-1,-7-2-528,-39-2 1,53-1 83,-2 1-6392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40 24575,'-4'0'0,"-1"0"0,0 1 0,1-1 0,-1 2 0,1-1 0,-1 0 0,1 1 0,0 0 0,0 1 0,-1-1 0,1 1 0,0 0 0,-4 4 0,3-2 0,0 1 0,1 0 0,0 0 0,-1 0 0,1 0 0,1 1 0,-1 0 0,-4 12 0,3-5 0,1 0 0,0 1 0,1-1 0,0 1 0,1 0 0,0 0 0,1 0 0,0 0 0,2 27 0,-1-39 0,0 0 0,0-1 0,0 1 0,1 0 0,-1-1 0,1 1 0,0-1 0,-1 1 0,1-1 0,0 1 0,0-1 0,0 0 0,0 1 0,0-1 0,1 0 0,-1 0 0,1 0 0,-1 0 0,1 0 0,-1-1 0,1 1 0,0-1 0,0 1 0,-1-1 0,1 0 0,0 0 0,0 0 0,0 0 0,0 0 0,0 0 0,0-1 0,0 1 0,3-1 0,4 1 0,1 0 0,-1 0 0,20-4 0,-26 3 0,1-1 0,-1 0 0,0 0 0,1 0 0,-1-1 0,0 0 0,0 1 0,0-2 0,0 1 0,0 0 0,0-1 0,0 1 0,0-1 0,2-4 0,0-2 0,0 1 0,0-1 0,-1-1 0,0 1 0,-1-1 0,0 0 0,4-18 0,-2 3 0,-1-1 0,1-27 0,-4 44 0,1-7 0,-2-1 0,0-21 0,0 35 0,0-1 0,0 1 0,-1 0 0,1 0 0,-1-1 0,1 1 0,-1 0 0,0 0 0,0 0 0,0 0 0,0 0 0,-1 0 0,1 1 0,-1-1 0,1 1 0,-1-1 0,0 1 0,-2-3 0,3 4-54,0 0-1,0 1 0,0-1 1,0 1-1,0-1 1,0 1-1,0 0 0,0 0 1,0-1-1,0 1 1,-1 0-1,1 0 0,0 0 1,0 1-1,0-1 0,0 0 1,0 0-1,0 1 1,0-1-1,0 1 0,0-1 1,0 1-1,0-1 1,-2 3-1,-11 9-6771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24575,'0'7'0,"3"1"0,2 3 0,4 2 0,2 3 0,5 1 0,1-2 0,1 0 0,-1-4 0,0 1 0,2-3 0,-1-2 0,-2 0 0,-3 3 0,3-1 0,0-2 0,-3-2-8191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24575,'909'0'-1365,"-893"0"-5461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23 24575,'-3'0'0,"-2"-1"0,0 1 0,-1 1 0,1-1 0,-7 3 0,10-2 0,1 0 0,-1-1 0,0 1 0,1 0 0,-1 0 0,1 1 0,-1-1 0,1 0 0,0 1 0,-1-1 0,1 1 0,0-1 0,0 1 0,-1 0 0,1 0 0,-1 3 0,-1 2 0,1-1 0,0 1 0,1-1 0,-1 1 0,1 0 0,0 0 0,-1 13 0,2 53 0,1-50 0,-1-15 0,0 1 0,1 0 0,0 0 0,3 15 0,-3-20 0,0-1 0,0 0 0,0 0 0,1 0 0,-1 0 0,0 0 0,1 0 0,0-1 0,-1 1 0,1-1 0,0 1 0,0-1 0,0 0 0,1 0 0,3 3 0,8 4 0,-1-2 0,1 0 0,0-1 0,0-1 0,0 0 0,19 2 0,-5-3 0,1-2 0,36-3 0,-61 1 0,1 0 0,-1-1 0,0 0 0,1 0 0,-1 0 0,0-1 0,0 0 0,0 0 0,0 0 0,5-4 0,-7 4 0,1-1 0,0 0 0,-1 0 0,0 0 0,1 0 0,-1 0 0,0-1 0,0 1 0,-1-1 0,1 0 0,0 1 0,-1-1 0,2-7 0,0-3 0,0 0 0,-1 0 0,0 0 0,-1 0 0,0-20 0,-1 10 0,-1 1 0,-6-36 0,7 55 0,-1 0 0,0-1 0,0 1 0,0 0 0,0 0 0,0 0 0,-1 0 0,1 1 0,-1-1 0,0 0 0,1 1 0,-2 0 0,1-1 0,0 1 0,0 0 0,-1 0 0,1 1 0,-1-1 0,0 0 0,0 1 0,1 0 0,-1 0 0,0 0 0,-1 1 0,1-1 0,0 1 0,0 0 0,-5-1 0,1 0 24,0 1 0,0 0 0,0 1 0,-10 1 0,15-1-111,-1 0-1,1 1 1,0-1 0,-1 1-1,1 0 1,0 0 0,0 0-1,0 0 1,0 1-1,0-1 1,0 1 0,0-1-1,0 1 1,0 0 0,0 0-1,-2 4 1,-2 5-6739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24575,'5'4'0,"11"9"0,6 6 0,1 4 0,4-1 0,0-2 0,-2-3 0,-3 0 0,-3-1 0,-2-2 0,-2 2 0,2-2 0,3 1 0,0 0 0,-1 1 0,-1 0 0,-1 2 0,-3-3-8191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24575,'3'0'0,"5"0"0,6 0 0,6 0 0,4 0 0,1 0 0,3 0 0,0 0 0,-1 0 0,-2 0 0,-1 0 0,-1 0 0,-3 0 0,0 0 0,-3 0-8191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24575,'945'0'-1365,"-932"0"-5461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24575,'-7'9'0,"5"-8"0,1 1 0,-1 0 0,1 0 0,-1 0 0,1 0 0,0 0 0,0 0 0,0 0 0,0 0 0,0 1 0,0-1 0,-1 3 0,0 5 0,1-1 0,0 1 0,0-1 0,1 1 0,-1 0 0,2-1 0,-1 1 0,1 0 0,0-1 0,1 1 0,-1-1 0,6 16 0,-4-14 0,1 1 0,0-1 0,1 0 0,0 0 0,1-1 0,-1 0 0,1 0 0,1 0 0,9 10 0,-11-14 0,2 0 0,-1 0 0,0 0 0,1-1 0,0-1 0,0 1 0,0-2 0,0 1 0,0-1 0,1 0 0,-1-1 0,1 0 0,-1-1 0,1 0 0,13 0 0,-2-1 0,96-6 0,-104 3 120,-10 3-155,-1 0 1,0 0-1,0 0 1,1 0-1,-1 0 1,0 0-1,0 0 1,1 0-1,-1 0 1,0 0-1,0 0 1,0-1-1,1 1 0,-1 0 1,0 0-1,0 0 1,0 0-1,1 0 1,-1-1-1,0 1 1,0 0-1,0 0 1,0 0-1,0-1 1,1 1-1,-1 0 1,0 0-1,0-1 0,0 1 1,0 0-1,0 0 1,0-1-1,0 1 1,0 0-1,0 0 1,0-1-1,1 1 1,-1 0-1,0-1 1,0 1-1,0 0 0,-1-1 1,-2-2-6792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24575,'5'0'0,"4"0"0,3 0 0,9 0 0,4 0 0,2 0 0,1 0 0,1 0 0,1 0 0,2 0 0,-2 0 0,-1 0 0,-3 0 0,-4 0 0,-2 0 0,-4 0 0,-3 0-8191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24575,'0'3'0,"0"7"0,0 6 0,0 5 0,0 3 0,0 0 0,0-1 0,0-1 0,0 2 0,0 0 0,0 2 0,2 0 0,4-2 0,0-5-8191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3 165 24575,'0'-1'0,"0"1"0,0 0 0,0 0 0,-1 0 0,1 0 0,0 0 0,0 0 0,0 0 0,0 0 0,0 0 0,-1-1 0,1 1 0,0 0 0,0 0 0,0 0 0,0 0 0,0-1 0,0 1 0,0 0 0,-1 0 0,1 0 0,0 0 0,0-1 0,0 1 0,0 0 0,0 0 0,0 0 0,0-1 0,0 1 0,0 0 0,0 0 0,0-1 0,0 1 0,0 0 0,0 0 0,0 0 0,0-1 0,0 1 0,0 0 0,0 0 0,1-1 0,1-10 0,0 7 0,-1 0 0,1 0 0,0 1 0,0-1 0,0 0 0,0 1 0,1 0 0,-1 0 0,1 0 0,-1 0 0,4-3 0,4-1 0,-1 0 0,13-6 0,-11 7 0,17-14 0,-20 13 0,0 1 0,1 0 0,0 0 0,0 1 0,0 1 0,0 0 0,15-4 0,-17 7 0,-1 0 0,1 0 0,0 1 0,-1 0 0,1 1 0,0 0 0,-1 0 0,1 1 0,-1 0 0,1 0 0,11 7 0,-2 1-1365,-3 0-5461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2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 24575,'-3'-3'0,"0"-1"-8191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36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24575,'0'1'0,"0"0"0,0-1 0,1 1 0,-1-1 0,0 1 0,0 0 0,0-1 0,1 1 0,-1-1 0,0 1 0,1-1 0,-1 1 0,0-1 0,1 1 0,-1-1 0,1 1 0,-1-1 0,0 0 0,1 1 0,-1-1 0,1 0 0,-1 1 0,1-1 0,-1 0 0,1 0 0,0 1 0,16 2 0,-16-2 0,36 2 0,50-3 0,-36-1 0,1305 0 0,-1245-8 0,1-1 0,276 11-1365,-373-1-5461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3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24575,'51'1'0,"86"16"0,38 17 0,202 6 0,-126-40 0,-231-2 0,25-5 0,17-2 0,94 8 0,9 1 0,-26-18 0,-85 8 0,59 1 0,473 10 0,-576-1-455,-1-1 0,12-1 0,-8-2-6371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0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24093,'29'402'0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34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0 644 24575,'2'2'0,"0"0"0,0 0 0,0-1 0,0 1 0,0-1 0,0 0 0,0 0 0,0 0 0,0 0 0,1 0 0,-1-1 0,3 1 0,29 2 0,-25-3 0,303 1 0,-149-3 0,-123 3 0,45-2 0,-84 1 0,1 0 0,-1 0 0,0-1 0,1 1 0,-1 0 0,1-1 0,-1 0 0,0 1 0,0-1 0,1 0 0,-1 0 0,0 1 0,0-1 0,0 0 0,1-1 0,-1 1 0,0 0 0,0 0 0,-1-1 0,1 1 0,0 0 0,0-1 0,0 1 0,-1-1 0,1 0 0,0 1 0,-1-1 0,0 0 0,1 1 0,-1-1 0,0 0 0,1 1 0,-1-1 0,0-3 0,0-5 0,-1 0 0,1 0 0,-1-1 0,-5-18 0,4 14 0,-1-5 0,0-27 0,2 32 0,0-1 0,0 1 0,-6-27 0,2 22 0,0 0 0,2 0 0,0-1 0,0 0 0,1-30 0,1 36 0,1 8 0,0 0 0,0 0 0,0 0 0,1 0 0,1-8 0,-2 13 0,1 0 0,-1 1 0,1-1 0,0 0 0,-1 1 0,1-1 0,0 1 0,-1-1 0,1 1 0,0 0 0,0 0 0,0-1 0,0 1 0,0 0 0,0 0 0,0 0 0,1 0 0,-1 0 0,0 0 0,0 1 0,1-1 0,-1 1 0,0-1 0,0 1 0,1-1 0,1 1 0,17-2 0,0 0 0,33 5 0,-8-1 0,298-1 0,-176-1 0,-163-1 0,-1 1 0,1 1 0,-1-1 0,1 1 0,-1-1 0,1 1 0,-1 0 0,4 3 0,-5-3 0,-1 0 0,0 0 0,1 0 0,-1 0 0,0 1 0,0-1 0,0 1 0,0-1 0,0 1 0,0-1 0,0 1 0,0 0 0,0 0 0,-1-1 0,1 1 0,0 0 0,-1 0 0,0 0 0,1 0 0,-1 3 0,2 16 0,0 0 0,-2-1 0,-2 35 0,0-7 0,0-15 0,-1-1 0,-8 40 0,3-21 0,8-48 0,-1-1 0,1 1 0,0 0 0,0 0 0,0 0 0,0-1 0,0 1 0,0 0 0,1 0 0,0 5 0,0-7 0,-1 1 0,1-1 0,0 0 0,0 1 0,-1-1 0,1 0 0,0 1 0,0-1 0,0 0 0,0 0 0,0 0 0,0 0 0,0 0 0,0 0 0,0-1 0,1 1 0,-1 0 0,0-1 0,0 1 0,2 0 0,11 2 0,0-1 0,1 0 0,-1-1 0,0-1 0,19-3 0,3 0 0,156 2 0,-116 1 0,-57 2 0,29 6 0,9 0 0,-32-8 0,-17 0 0,0 0 0,0 0 0,-1 1 0,1 0 0,14 5 0,-16-4 0,0 1 0,0 0 0,1-1 0,-1 0 0,1 0 0,10 1 0,-16-3 0,1 0 0,-1 0 0,0-1 0,1 1 0,-1 0 0,0-1 0,1 1 0,-1-1 0,0 1 0,0-1 0,1 0 0,-1 0 0,0 1 0,0-1 0,0 0 0,0 0 0,0-1 0,0 1 0,0 0 0,0 0 0,0-1 0,-1 1 0,1 0 0,0-1 0,0 1 0,-1-1 0,1 1 0,-1-1 0,1 0 0,-1 1 0,0-1 0,1 0 0,-1 1 0,0-4 0,1-15 0,0 0 0,-3-32 0,0 9 0,1-12 0,-7-61 0,5 97 0,1 0 0,1 0 0,1-24 0,0 41 0,0 1 0,1-1 0,-1 1 0,0-1 0,1 0 0,-1 1 0,1-1 0,0 1 0,-1 0 0,1-1 0,0 1 0,0-1 0,0 1 0,-1 0 0,1 0 0,0 0 0,0 0 0,0 0 0,1 0 0,-1 0 0,0 0 0,0 0 0,0 1 0,0-1 0,1 1 0,-1-1 0,2 0 0,4-1 0,1 1 0,-1 0 0,12 0 0,-15 0 0,172 3 0,-52 0 0,212-2 0,-332 0 0,1 0 0,-1 0 0,0 1 0,0-1 0,8 4 0,-10-3 0,-1-1 0,0 1 0,0 0 0,1 0 0,-1 0 0,0 0 0,0 0 0,0 0 0,0 0 0,0 1 0,0-1 0,0 0 0,0 1 0,-1-1 0,1 1 0,0-1 0,0 1 0,-1-1 0,1 1 0,-1 0 0,1 0 0,-1 1 0,2 10 0,-1 0 0,-1 1 0,1-1 0,-3 26 0,0 1 0,1 4 0,2 127 0,-1-169 0,0 0 0,0-1 0,0 1 0,1 0 0,-1 0 0,1-1 0,-1 1 0,1-1 0,0 1 0,-1 0 0,1-1 0,0 1 0,0-1 0,0 0 0,0 1 0,0-1 0,0 0 0,0 0 0,0 0 0,0 0 0,1 0 0,-1 0 0,0 0 0,0 0 0,1-1 0,-1 1 0,0-1 0,1 1 0,1 0 0,5 0 0,-1 0 0,1 0 0,0-1 0,9-1 0,-9 1 0,139-15 0,-98 9 0,91 4 0,-73 3 0,-23 0 0,50-2 0,-88-1 0,0 1 0,-1-1 0,1 0 0,-1 0 0,10-6 0,-9 4 0,0 1 0,1 0 0,-1 1 0,11-3 0,1 3 0,0 1 0,-1 1 0,33 6 0,-49-6 0,1 1 0,-1-1 0,1 0 0,-1 0 0,0 0 0,1 0 0,-1 0 0,1 0 0,-1-1 0,0 1 0,1-1 0,-1 1 0,0-1 0,1 0 0,1 0 0,-2-1 0,0 1 0,-1 0 0,1 0 0,0 0 0,0-1 0,-1 1 0,1 0 0,0-1 0,-1 1 0,1-1 0,-1 1 0,1-1 0,-1 1 0,0-1 0,0 1 0,1-4 0,0-14 0,0 0 0,-3-32 0,0 12 0,1 15 0,-6-30 0,4 31 0,-1-35 0,3 37 0,0 11 0,1 0 0,0 0 0,0 1 0,0-1 0,1 0 0,3-12 0,-4 20 0,1 0 0,0 0 0,0 1 0,0-1 0,0 1 0,0-1 0,0 1 0,0-1 0,0 1 0,0 0 0,0-1 0,1 1 0,-1 0 0,0 0 0,1 0 0,-1 0 0,0 1 0,1-1 0,-1 0 0,1 1 0,-1-1 0,1 1 0,2 0 0,5-1 0,0 0 0,0 1 0,9 2 0,-4-1 0,290 2 0,-193-3 0,-98 1 0,0 1 0,0 0 0,0 2 0,16 6 0,-15-5 0,0-1 0,30 5 0,-17-8 0,-14-1 0,0 1 0,19 4 0,39 7 0,-70-11 0,1-1 0,0 1 0,-1 0 0,1 0 0,-1 0 0,1 0 0,-1 0 0,1 1 0,-1-1 0,0 1 0,1-1 0,-1 1 0,0-1 0,0 1 0,0 0 0,0 0 0,0-1 0,0 1 0,0 0 0,-1 0 0,1 0 0,-1 1 0,1-1 0,-1 0 0,1 0 0,-1 3 0,1 7 0,0 0 0,-1 0 0,-1 20 0,1-19 0,-1 22 0,-1-3 0,1-1 0,6 58 0,-5-82 0,1 0 0,1 0 0,-1 0 0,1 0 0,3 9 0,-3-14 0,-1 1 0,0-1 0,0 1 0,1-1 0,-1 0 0,1 0 0,-1 0 0,1 0 0,0 0 0,-1 0 0,1-1 0,0 1 0,0-1 0,0 1 0,0-1 0,3 1 0,6 1 0,0-1 0,0 0 0,0-1 0,1 0 0,-1-1 0,16-3 0,5 1 0,184 0 0,-127 3 0,-75 0 0,0 0 0,16 6 0,-13-3 0,15 1 0,0-4 0,-13-1 0,33 7 0,-37-4 0,93 20 0,-85-20 0,-1-2 0,43-3 0,-64 2 0,1 0 0,0 0 0,-1-1 0,1 1 0,-1-1 0,1 0 0,-1 0 0,1 0 0,-1 0 0,1 0 0,-1 0 0,1 0 0,-1 0 0,0-1 0,2-2 0,-1 1 0,0 0 0,-1 0 0,1 0 0,-1 0 0,0 0 0,0-1 0,0 1 0,1-6 0,0-5 0,0 0 0,-1 0 0,0-25 0,-2 33 0,-1-99 0,2-90 0,0 192 0,0 1 0,1-1 0,-1 1 0,0-1 0,1 1 0,-1-1 0,1 1 0,0 0 0,0-1 0,-1 1 0,1 0 0,0 0 0,1-1 0,-1 1 0,0 0 0,0 1 0,1-1 0,1-2 0,-1 2 0,1 0 0,-1 1 0,1-1 0,0 1 0,-1-1 0,1 1 0,0 0 0,-1 1 0,1-1 0,0 1 0,0-1 0,3 1 0,106 2 0,-32 0 0,348-2 0,-410-1 0,30-7 0,-28 4 0,22-2 0,-27 6 0,113 1 0,-127 0 0,1-1 0,-1 0 0,1 1 0,-1-1 0,0 1 0,1 0 0,-1 0 0,0 0 0,1-1 0,-1 2 0,0-1 0,0 0 0,0 0 0,1 0 0,-1 1 0,0-1 0,0 0 0,-1 1 0,1-1 0,0 1 0,0 0 0,-1-1 0,1 1 0,0 0 0,-1 0 0,1-1 0,-1 1 0,0 0 0,1 0 0,-1 2 0,1 8 0,0-1 0,-1 1 0,-2 21 0,2-16 0,-1 3 0,0-13 0,0 0 0,1-1 0,0 1 0,0 0 0,0 0 0,1-1 0,0 1 0,0-1 0,0 1 0,4 11 0,-1-8 0,-1 0 0,0 0 0,0 0 0,-1 0 0,0 1 0,0-1 0,1 17 0,-3-22 0,7 57 0,-6-55 0,1 0 0,-1 0 0,1 0 0,0-1 0,1 1 0,3 9 0,-4-14 0,-1 0 0,0 0 0,1 0 0,0 0 0,-1-1 0,1 1 0,0 0 0,-1-1 0,1 0 0,0 1 0,0-1 0,0 0 0,0 0 0,0-1 0,0 1 0,0 0 0,4 0 0,3 0 0,0-1 0,17-1 0,-12 0 0,63-1 0,64-6 0,-14-5 0,-70-2 0,2-1 0,-13 11 0,68 5 0,-49 1 0,-34 0 0,33-1 0,-57-1 0,1 0 0,-1-1 0,0 0 0,0 0 0,0-1 0,10-5 0,-15 7 0,0-1 0,0 1 0,0-1 0,0 0 0,0 0 0,0 0 0,-1-1 0,1 1 0,-1 0 0,1-1 0,-1 0 0,0 1 0,1-1 0,-1 0 0,0 0 0,0 1 0,-1-1 0,1 0 0,0 0 0,0-6 0,0-5 0,-1 0 0,1 0 0,-3-20 0,1 8 0,-8-80 0,6 77 0,-3-47 0,6 66 0,0 0 0,1 0 0,0 0 0,0 0 0,4-14 0,-4 21 0,0 1 0,-1 0 0,1 0 0,0 0 0,0 0 0,1 0 0,-1 0 0,0 1 0,0-1 0,1 0 0,-1 1 0,1-1 0,-1 1 0,1 0 0,-1 0 0,1-1 0,0 1 0,-1 1 0,1-1 0,0 0 0,0 0 0,-1 1 0,1-1 0,2 1 0,6-1 0,0 0 0,-1 1 0,16 2 0,-9 0 0,200 0 0,-133-2 0,4 9 0,-13 0 0,152-8 60,-119-2-1485,-92 1-5401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4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19 24575,'-90'1'0,"-96"-3"0,109-7 0,43 5 0,-54-1 0,87 6 0,0-1 0,-1 0 0,1 0 0,0 0 0,0 1 0,-1-1 0,1 1 0,0-1 0,0 1 0,0 0 0,-1 0 0,1-1 0,0 1 0,0 0 0,0 0 0,0 1 0,0-1 0,0 0 0,1 0 0,-1 0 0,0 1 0,0-1 0,1 1 0,-1-1 0,0 0 0,1 1 0,-1 0 0,1-1 0,-1 4 0,0 3 0,0 0 0,1 0 0,-1 0 0,2 15 0,-1-12 0,3 40 0,7 57 0,-5-58 0,-3-28 0,8 45 0,-1-31 0,-2-1 0,0 1 0,1 37 0,-5-37 0,2 0 0,9 39 0,-12-65 0,1 18 0,0-1 0,-2 0 0,0 1 0,-2 34 0,-1-7 0,2 263 0,-1-294 0,-6 44 0,2-26 0,-1 5 0,2-8 0,-2 45 0,6 137 107,1-94-1579,-1-108-5354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46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20 24575,'-10'-1'0,"0"0"0,-14-5 0,-9 0 0,-184 0 0,143 7 0,-35 0 0,105-1 0,0 1 0,-1-1 0,1 1 0,0 0 0,-6 3 0,9-4 0,-1 1 0,1 0 0,-1 0 0,1 0 0,0 0 0,-1 1 0,1-1 0,0 0 0,0 1 0,0-1 0,0 1 0,0-1 0,0 1 0,0 0 0,0-1 0,-1 5 0,0 0 0,0 1 0,1-1 0,0 1 0,0 0 0,0-1 0,0 1 0,1 8 0,4 51 0,-2-33 0,1 289 0,-4-190 0,1 1028-1365,0-1145-5461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47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 24575,'304'0'0,"-225"9"0,-59-5 0,0-2 0,0 0 0,28-3 0,31-15 0,-10 2 0,183-9 0,-39 24 0,-207-2 0,0 0 0,0 0 0,0-1 0,-1 0 0,1 0 0,0-1 0,-1 0 0,0 0 0,7-5 0,-6 3 0,1 1 0,-1 0 0,1 1 0,0 0 0,12-4 0,17 3 0,1 2 0,37 3 0,-15 1 0,41-1 0,141-2 0,-144-8 0,44-1 0,-118 10-115,-6 1-135,0-1 0,0-2 0,0 0 0,17-5 0,-14-1-6576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48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24575,'7'134'0,"1"-1"0,-1-35 0,0 2 0,-7-74-80,-1-17-81,1-1 1,0 0-1,0 0 0,0 1 1,1-1-1,0 0 1,3 13-1,-1-14-6665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49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24575,'32'-1'0,"-11"0"0,0 1 0,0 2 0,1 0 0,32 10 0,259 81 0,-132-55 0,-144-30 0,13 1 0,-31-5 0,1 1 0,33 14 0,-42-15 0,-10-4 0,15 8 0,-15-8 0,-1 0 0,0 0 0,0 1 0,1-1 0,-1 0 0,0 0 0,0 0 0,0 0 0,1 1 0,-1-1 0,0 0 0,0 0 0,0 1 0,1-1 0,-1 0 0,0 0 0,0 1 0,0-1 0,0 0 0,0 0 0,0 1 0,0-1 0,1 0 0,-1 1 0,0-1 0,0 0 0,0 1 0,0-1 0,0 0 0,0 1 0,0-1 0,0 0 0,0 1 0,0-1 0,0 0 0,-1 0 0,1 1 0,0-1 0,0 0 0,0 1 0,0-1 0,0 0 0,0 0 0,0 1 0,-1-1 0,1 0 0,0 0 0,0 1 0,0-1 0,-1 0 0,1 0 0,0 0 0,0 1 0,0-1 0,-1 0 0,1 0 0,-10 7 0,1 0 0,-1-1 0,-1-1 0,1 0 0,-13 4 0,-4 1 0,-82 47 0,81-40 0,-143 71 0,96-56 0,55-25 0,-1 2 0,-29 17 0,38-18-120,3-1-87,-1-1-1,0 0 1,1-1-1,-2 0 0,-13 4 1,11-7-6619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0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68 185 24575,'1'2'0,"1"-1"0,-1 0 0,0 1 0,1-1 0,-1 0 0,1 0 0,0 0 0,-1 0 0,1-1 0,0 1 0,-1 0 0,1-1 0,0 1 0,-1-1 0,5 0 0,-5 0 0,0 0 0,0 0 0,0 0 0,0 0 0,0-1 0,0 1 0,0-1 0,0 1 0,0 0 0,0-1 0,0 0 0,0 1 0,0-1 0,0 0 0,-1 0 0,1 0 0,0 1 0,0-1 0,0 0 0,-1 0 0,1-1 0,0 1 0,-1 0 0,1 0 0,-1 0 0,1 0 0,0-3 0,1-5 0,-1 0 0,1 0 0,-1 0 0,-1 0 0,1-1 0,-2-16 0,1 20 0,-1 1 0,1-1 0,-1 1 0,0 0 0,0-1 0,-1 1 0,1 0 0,-1 0 0,0 0 0,0 0 0,0 1 0,-1-1 0,-3-5 0,4 8 0,0 0 0,1 0 0,-1 0 0,-1 1 0,1-1 0,0 1 0,0 0 0,0 0 0,-1 0 0,1 0 0,0 0 0,-1 0 0,1 1 0,-1 0 0,1-1 0,0 1 0,-1 0 0,1 1 0,-1-1 0,1 1 0,0-1 0,-1 1 0,1 0 0,0 0 0,-1 0 0,-1 2 0,1-2 0,1 0 0,-1 1 0,1 0 0,0-1 0,0 1 0,-1 0 0,1 1 0,0-1 0,0 0 0,1 1 0,-1 0 0,0-1 0,1 1 0,-1 0 0,1 0 0,0 0 0,-1 0 0,1 0 0,0 1 0,1-1 0,-1 0 0,0 1 0,0 3 0,1-2 0,1 0 0,-1 0 0,1 0 0,0 0 0,0-1 0,0 1 0,0 0 0,0 0 0,1-1 0,0 1 0,0-1 0,0 1 0,0-1 0,0 0 0,1 0 0,3 4 0,-3-3 0,1-1 0,1 1 0,-1-1 0,0 0 0,1 0 0,0 0 0,-1-1 0,1 0 0,0 0 0,0-1 0,8 3 0,7-2 0,1 0 0,-1-2 0,38-2 0,-22-1 0,100-1-1365,-114 3-5461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2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24575,'173'1'0,"182"-3"0,-351 2 0,114-6 0,-95 3 0,0-1 0,0-1 0,25-11 0,-16 0 0,-26 12 0,1 0 0,1 1 0,-1 0 0,0 0 0,0 1 0,1 0 0,7 0 0,191 1 0,-96 3 0,-65-1 0,-16 0 0,1-1 0,53-10 0,-78 9-151,1-1-1,0 0 0,-1-1 0,1 0 1,-1 0-1,1 0 0,-1-1 1,5-5-1,3-4-6674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3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24575,'12'0'0,"-1"2"0,20 5 0,-10-2 0,25 5 0,92 3 0,721-14 0,-826 3 0,0 3 0,51 14 0,9 2 0,-8-13 0,104-7 0,-92-2 0,-64 1-66,-9 1-584,42-6 1,-49 1-6177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4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24575,'-1'84'0,"2"92"0,13-44 0,-11-113 0,1-1 0,0 0 0,13 32 0,-11-32 0,0 0 0,-1 0 0,7 35 0,-11-41-111,1 0-307,-1 0 0,6 19 0,-1-12-6408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6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24575,'4'0'0,"0"1"0,-1-1 0,1 1 0,0 1 0,-1-1 0,7 4 0,7 3 0,12 0 0,1-2 0,46 2 0,-31-3 0,-1 0 0,0 3 0,0 3 0,49 20 0,-8-2 0,-17-7 0,88 26 0,-140-41 0,-9-1 0,-7-5 0,0-1 0,0 0 0,0 0 0,0 1 0,0-1 0,0 0 0,0 0 0,0 1 0,0-1 0,0 0 0,0 0 0,0 1 0,0-1 0,0 0 0,0 0 0,0 1 0,0-1 0,0 0 0,0 0 0,0 1 0,-1-1 0,1 0 0,0 0 0,0 0 0,0 1 0,0-1 0,0 0 0,-1 0 0,1 0 0,0 1 0,0-1 0,0 0 0,-1 0 0,-2 3 0,0-1 0,-1 0 0,1 0 0,-1 0 0,1-1 0,-5 2 0,-1 0 0,-24 9 0,-1-1 0,-42 5 0,-70-1 0,20-2 0,110-10 0,-1 1 0,-19 9 0,22-7 0,0-1 0,0-1 0,-21 3 0,32-7-60,-5 0-126,0 1-1,0 0 1,0 0-1,1 1 1,-1 1-1,-9 3 1,6 1-6640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7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19 151 24575,'0'3'0,"0"-1"0,0 0 0,0 1 0,0-1 0,0 1 0,0-1 0,1 0 0,-1 1 0,1-1 0,-1 0 0,1 1 0,0-1 0,0 0 0,0 0 0,0 0 0,0 0 0,0 0 0,0 0 0,0 0 0,1-1 0,-1 1 0,1-1 0,-1 1 0,1-1 0,-1 1 0,1-1 0,0 0 0,-1 0 0,1 0 0,2 1 0,8 2 0,0 0 0,0-1 0,1 0 0,-1-2 0,0 0 0,1 0 0,-1-2 0,22-3 0,-31 3 0,1 1 0,-1-2 0,0 1 0,0 0 0,1-1 0,-1 0 0,0 1 0,0-2 0,0 1 0,5-5 0,-6 5 0,-1 0 0,0 0 0,1 0 0,-1-1 0,0 1 0,1 0 0,-1-1 0,0 1 0,0-1 0,-1 1 0,1-1 0,0 0 0,-1 1 0,1-1 0,-1 0 0,0 0 0,0 1 0,1-4 0,-2-3 0,1 0 0,-1 0 0,0 1 0,-1-1 0,1 1 0,-1-1 0,-5-13 0,5 18 0,1 0 0,-1 0 0,0 0 0,0 0 0,0 1 0,0-1 0,-1 1 0,1-1 0,-1 1 0,1 0 0,-1 0 0,0 0 0,0 1 0,0-1 0,0 1 0,-5-2 0,1 1 0,0 1 0,-1 0 0,1 0 0,-14 0 0,-32 4 0,27 0 0,26-2 0,-4 0 0,0 0 0,0 1 0,0-1 0,-6 3 0,9-2 0,0-1 0,0 1 0,0-1 0,0 1 0,0 0 0,0 0 0,0 0 0,0 0 0,0-1 0,0 1 0,1 1 0,-1-1 0,0 0 0,0 0 0,1 0 0,-1 0 0,1 1 0,-1-1 0,1 0 0,-1 3 0,-1 6 0,0 1 0,1 0 0,1 0 0,-1 0 0,1 0 0,2 17 0,-1 0 0,-1-24 11,1-1 0,-1 1 0,0 0 0,1 0 0,0 0 0,-1-1-1,1 1 1,1 0 0,-1-1 0,2 6 0,-1-7-104,-1 0 0,0 0 1,1 0-1,-1 0 0,1 0 0,0 0 0,-1 0 0,1-1 1,0 1-1,0-1 0,0 0 0,0 1 0,0-1 1,0 0-1,3 0 0,7 3-6733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8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24575,'-87'-1'0,"-95"3"0,177-2 0,1 1 0,-1-1 0,1 1 0,0 0 0,0 1 0,-1-1 0,-6 5 0,10-5 0,-1 0 0,1 0 0,-1 0 0,1 1 0,0-1 0,-1 1 0,1-1 0,0 1 0,0-1 0,0 1 0,0 0 0,0 0 0,0 0 0,0 0 0,0 0 0,1 0 0,-1 0 0,1 0 0,-1 0 0,1 0 0,0 0 0,-1 0 0,1 3 0,1 7 0,0 0 0,0 1 0,1-1 0,0 0 0,0 0 0,6 17 0,-2-8 0,3 13 0,0 0 0,-3 2 0,8 70 0,-13-40 0,-2-47 0,1-1 0,0 1 0,2 0 0,0 0 0,5 26 0,-2-24-682,4 27-1,-7-28-6143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1:59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19 24575,'-1'-2'0,"-1"0"0,1 1 0,-1-1 0,0 1 0,0 0 0,0 0 0,0 0 0,0 0 0,0 0 0,0 0 0,-3 0 0,-25-2 0,21 3 0,1-1 0,-1 1 0,1 1 0,-1 0 0,0 0 0,1 1 0,-16 6 0,21-6 0,0-1 0,0 1 0,0 0 0,0 0 0,1 0 0,-1 1 0,0-1 0,1 1 0,-4 4 0,5-5 0,0 0 0,-1 1 0,1-1 0,0 1 0,0-1 0,0 1 0,0-1 0,1 1 0,-1 0 0,1 0 0,-1-1 0,1 1 0,0 0 0,-1 6 0,2-3 0,-1 0 0,1 1 0,0-1 0,0 0 0,1 0 0,-1 0 0,1 0 0,0 0 0,0 0 0,1-1 0,-1 1 0,1-1 0,0 0 0,0 0 0,0 0 0,4 4 0,-1-2 0,0-1 0,1 1 0,-1-1 0,1-1 0,0 0 0,0 0 0,1-1 0,-1 0 0,10 4 0,4-3-273,0 0 0,-1-2 0,1-1 0,37-2 0,-45 0-6553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01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24575,'-1'84'0,"2"91"0,-1-173 0,1 1 0,-1-1 0,0 0 0,1 1 0,-1-1 0,1 0 0,-1 1 0,1-1 0,0 0 0,0 0 0,0 1 0,2 2 0,-3-4 0,1-1 0,-1 1 0,1 0 0,0-1 0,-1 1 0,1-1 0,0 1 0,-1-1 0,1 0 0,0 1 0,0-1 0,-1 0 0,1 1 0,0-1 0,0 0 0,0 0 0,-1 0 0,1 0 0,0 0 0,0 0 0,0 0 0,-1 0 0,1 0 0,0-1 0,0 1 0,-1 0 0,1-1 0,0 1 0,0-1 0,-1 1 0,1-1 0,1 0 0,4-5 0,1-1 0,-1 0 0,1-1 0,-1 1 0,7-14 0,8-9 0,13-9-682,48-42-1,-63 64-6143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0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24575,'5'7'0,"1"4"0,1 4 0,2 2 0,4 2 0,-2 4 0,1-3 0,0-4 0,1-2 0,-2 3 0,-1-1 0,1-4 0,1 0 0,-1 0 0,-1 2 0,-2-2-8191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5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 24575,'-19'0'0,"8"-1"0,1 1 0,-1 0 0,1 1 0,-17 4 0,25-5 0,0 1 0,0 0 0,0-1 0,0 1 0,1 0 0,-1 0 0,0 1 0,0-1 0,1 0 0,-1 1 0,0 0 0,1-1 0,-1 1 0,1 0 0,-1 0 0,1 0 0,0 0 0,0 0 0,0 0 0,0 0 0,0 1 0,0-1 0,0 1 0,1-1 0,-1 0 0,1 1 0,-1-1 0,1 1 0,-1 3 0,1-4 0,1 1 0,-1-1 0,0 0 0,0 1 0,1-1 0,-1 1 0,1-1 0,0 0 0,0 0 0,-1 1 0,1-1 0,0 0 0,0 0 0,1 0 0,-1 0 0,0 0 0,0-1 0,1 1 0,-1 0 0,1-1 0,-1 1 0,1-1 0,0 0 0,2 2 0,6 3 0,0 0 0,0-1 0,13 4 0,-16-6 0,11 4 30,1-2 0,0 0 0,24 1 0,58-5-1515,-89-1-5341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5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24575,'-3'109'0,"2"-86"0,-2 0 0,-7 37 0,8-51 0,1-4 0,-1 0 0,1 0 0,1 0 0,-1 1 0,0 7 0,1-11 0,0-1 0,0 0 0,0 0 0,1 1 0,-1-1 0,0 0 0,1 0 0,-1 0 0,0 0 0,1 1 0,-1-1 0,1 0 0,-1 0 0,1 0 0,0 0 0,-1 0 0,1 0 0,0-1 0,-1 1 0,1 0 0,0 0 0,0 0 0,0-1 0,0 1 0,-1-1 0,1 1 0,0-1 0,0 1 0,1-1 0,8 3-17,0-1-1,-1-1 1,1 0-1,0-1 1,0 0-1,11-3 1,2 1-1226,-8 2-5583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6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24575,'0'274'0,"5"-281"0,6-15 0,7-14 0,-14 30-80,28-46 290,-27 46-459,0 0 0,0 0 0,0 0-1,0 0 1,9-5 0,3 0-6577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6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24575,'0'3'0,"0"4"0,0 5 0,0 5 0,5 4 0,2-3-8191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24575,'774'0'-1365,"-757"0"-5461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0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0 24575,'-288'0'0,"286"0"0,0 0 0,0 0 0,0 0 0,0 1 0,0-1 0,1 1 0,-1-1 0,0 1 0,0 0 0,1 0 0,-1 0 0,0 0 0,1 0 0,-1 0 0,-2 3 0,3-2 0,0 0 0,-1 0 0,1 0 0,0 0 0,0 0 0,0 1 0,0-1 0,0 0 0,1 1 0,-1-1 0,1 1 0,-1 0 0,1-1 0,-1 4 0,1 1 0,-1 0 0,1 1 0,1-1 0,-1 1 0,1-1 0,0 1 0,0-1 0,0 0 0,1 0 0,3 9 0,-4-12 0,1 0 0,-1 0 0,1 0 0,0 0 0,0 0 0,0 0 0,1-1 0,-1 0 0,1 1 0,0-1 0,-1 0 0,1-1 0,0 1 0,0-1 0,0 1 0,1-1 0,-1 0 0,4 1 0,15 6 0,-5-2 0,0-1 0,0-1 0,0-1 0,18 2 0,53-6-1365,-75 0-5461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2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24575,'-1'27'0,"-2"0"0,0-1 0,-1 1 0,-7 26 0,-7 41 0,16-79 0,1-1 0,0 1 0,0 0 0,2 21 0,0-34 0,-1-1 0,0 1 0,1 0 0,-1 0 0,1-1 0,-1 1 0,1-1 0,-1 1 0,1-1 0,0 1 0,0-1 0,0 1 0,0-1 0,0 0 0,0 1 0,0-1 0,0 0 0,0 0 0,0 0 0,0 0 0,0 0 0,1 0 0,-1-1 0,0 1 0,1 0 0,-1-1 0,0 0 0,1 1 0,1-1 0,5 2 0,0-1 0,1-1 0,14-1 0,-11 1 0,14-1 0,32-2 0,-46 0-1365,-3-1-5461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2:13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24575,'-1'1'0,"1"-1"0,-1 0 0,0 1 0,1-1 0,-1 0 0,1 1 0,-1-1 0,0 1 0,1 0 0,-1-1 0,1 1 0,-1 0 0,1-1 0,0 1 0,-1 0 0,1-1 0,-1 1 0,1 0 0,0 0 0,0 0 0,-1 1 0,-6 23 0,7-21 0,-4 16 0,1 0 0,1 0 0,1 0 0,0 38 0,1 2 0,-2-50 0,1 1 0,-1-1 0,0 0 0,0 0 0,-1 0 0,0-1 0,-5 12 0,2-5 0,5-14 0,0 1 0,0-1 0,1 1 0,-1-1 0,1 1 0,0 0 0,-1-1 0,1 1 0,0 2 0,0-4 0,0 0 0,0-1 0,0 1 0,0-1 0,1 1 0,-1 0 0,0-1 0,0 1 0,0-1 0,1 1 0,-1-1 0,0 1 0,0-1 0,1 1 0,-1-1 0,0 1 0,1-1 0,-1 0 0,0 1 0,1-1 0,-1 0 0,1 1 0,-1-1 0,0 0 0,1 1 0,-1-1 0,1 0 0,-1 0 0,1 0 0,-1 0 0,1 0 0,-1 0 0,1 0 0,-1 0 0,0 0 0,1 0 0,-1 0 0,1 0 0,-1 0 0,1 0 0,-1 0 0,1 0 0,-1-1 0,1 1 0,0-1 0,3-1 0,0 0 0,0 0 0,1-1 0,-1 0 0,0 0 0,-1-1 0,1 1 0,0-1 0,-1 0 0,4-6 0,6-8 0,11-22 0,-24 39 0,11-19-58,-4 7-378,0 1 1,9-13-1,-7 15-6390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18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 24575,'471'0'0,"-457"-1"0,0-1 0,0-1 0,26-9 0,-23 6 0,34-5 0,-24 8 0,-1 2 0,33 3 0,-58-2 0,0 1 0,1-1 0,-1 0 0,0 1 0,1-1 0,-1 1 0,0 0 0,0-1 0,1 1 0,-1 0 0,0 0 0,0 0 0,0 0 0,0 0 0,0 0 0,0 1 0,0-1 0,0 0 0,0 1 0,0-1 0,-1 1 0,1-1 0,0 1 0,-1-1 0,1 1 0,-1 0 0,0-1 0,1 1 0,-1 2 0,1 5 0,0 0 0,-1 0 0,1 0 0,-3 15 0,1-7 0,1 9 0,-1 195 0,1-218 0,0-1 0,0 1 0,0 0 0,1-1 0,-1 1 0,1 0 0,-1-1 0,1 1 0,0-1 0,0 1 0,0-1 0,0 0 0,0 1 0,0-1 0,0 0 0,1 0 0,-1 0 0,1 0 0,-1 0 0,1-1 0,0 1 0,-1-1 0,1 1 0,0-1 0,0 0 0,0 1 0,0-1 0,0 0 0,0-1 0,0 1 0,0 0 0,0-1 0,3 1 0,17 1 0,0-1 0,28-3 0,-16 1 0,300-2 0,-214 4 0,-112-1 0,0 1 0,14 4 0,-15-2 0,0-2 0,0 0 0,9 1 0,-15-2 0,0 0 0,-1 0 0,1 0 0,0 0 0,0-1 0,-1 1 0,1 0 0,0 0 0,-1-1 0,1 1 0,0-1 0,-1 1 0,1-1 0,0 1 0,-1-1 0,1 1 0,-1-1 0,1 0 0,0 1 0,-1-1 0,1 0 0,-1 1 0,1-3 0,0 1 0,-1 0 0,1 0 0,-1 0 0,1 0 0,-1-1 0,0 1 0,1 0 0,-1 0 0,0-1 0,-1-1 0,1-5 0,-1 1 0,-1-1 0,1 1 0,-4-12 0,-21-54 0,4 14 0,9 22 0,8 26 0,0-1 0,1 1 0,1-1 0,0 0 0,0 0 0,-2-18 0,5 29 0,0 0 0,0 0 0,0 1 0,0-1 0,0 0 0,1 0 0,-1 1 0,0-1 0,1 0 0,-1 0 0,1 1 0,-1-1 0,1 0 0,-1 1 0,1-1 0,0 1 0,0-1 0,0 1 0,0 0 0,0-1 0,0 1 0,0 0 0,0 0 0,0 0 0,0 0 0,1 0 0,-1 0 0,0 0 0,0 0 0,1 1 0,-1-1 0,0 1 0,3-1 0,5-1 0,-1 1 0,0 0 0,1 0 0,13 3 0,-9-2 0,620 6 0,-630-7 0,0 1 0,-1 0 0,1 1 0,0-1 0,0 1 0,0 0 0,-1-1 0,1 1 0,0 1 0,3 1 0,-4-1 0,-1-1 0,0 1 0,1-1 0,-1 1 0,0-1 0,0 1 0,0 0 0,0 0 0,0 0 0,0-1 0,-1 1 0,1 0 0,0 1 0,-1-1 0,1 0 0,-1 0 0,0 0 0,1 4 0,1 17 0,-2 0 0,-2 43 0,0-40 0,3 45 0,-1-66 0,0 0 0,1 0 0,0 0 0,0 0 0,0 0 0,0 0 0,1-1 0,0 1 0,2 5 0,-3-7 0,1-1 0,0 1 0,0 0 0,-1-1 0,1 0 0,0 0 0,1 1 0,-1-2 0,0 1 0,0 0 0,1 0 0,-1-1 0,1 0 0,2 2 0,16 4 0,-1-2 0,1 0 0,31 1 0,64-5 0,-62-3 0,304 2 0,-353 0 0,1 0 0,-1 0 0,1-1 0,-1 0 0,9-3 0,-13 3 0,1 1 0,0-1 0,-1 0 0,1 0 0,-1 0 0,0 0 0,1-1 0,-1 1 0,0 0 0,1-1 0,-1 1 0,0-1 0,0 0 0,0 1 0,0-1 0,0 0 0,0 0 0,0 0 0,-1 0 0,1 0 0,0 0 0,0-3 0,0-5 0,-1 0 0,0-1 0,0 1 0,-1 0 0,1 0 0,-2 0 0,-2-14 0,0 2 0,1 2 0,-12-35 0,11 43 0,1-1 0,-1 1 0,2-1 0,-1 0 0,1 0 0,1-1 0,0-13 0,1 25 0,0 0 0,0 0 0,0-1 0,0 1 0,1 0 0,-1 0 0,1 0 0,-1 0 0,1-1 0,0 1 0,0 0 0,0 1 0,-1-1 0,2 0 0,-1 0 0,0 0 0,0 1 0,0-1 0,0 1 0,1-1 0,-1 1 0,1 0 0,-1-1 0,1 1 0,-1 0 0,1 0 0,-1 1 0,1-1 0,0 0 0,2 0 0,5-1 0,-1 1 0,1 0 0,0 1 0,17 2 0,-12-1 0,373 3 0,-233-5 0,20 1 0,-171 0 0,1 0 0,-1 0 0,1 1 0,-1-1 0,5 3 0,-7-3 0,0 0 0,0 1 0,0 0 0,0-1 0,0 1 0,0 0 0,0 0 0,-1 0 0,1-1 0,0 1 0,0 0 0,0 0 0,-1 1 0,1-1 0,0 0 0,-1 0 0,1 0 0,-1 0 0,1 1 0,0 1 0,0 7 0,1 0 0,-1 0 0,0 1 0,-1 18 0,0-15 0,3 23 0,-2-29 0,0 1 0,0-1 0,0 0 0,1 0 0,0 0 0,5 15 0,-3-13 0,0 1 0,-1 0 0,0 0 0,3 19 0,-5-26 0,-1 0 0,1-1 0,0 1 0,0-1 0,0 1 0,0-1 0,1 0 0,-1 1 0,1-1 0,0 0 0,0 0 0,-1 0 0,5 4 0,-2-4 0,-1 0 0,0-1 0,0 1 0,1-1 0,0 0 0,-1-1 0,1 1 0,-1-1 0,1 1 0,5-1 0,20 3 0,1-2 0,49-4 0,-17-1 0,388 3 0,-439 1 0,0 0 0,12 4 0,-14-2 0,0-1 0,1 0 0,-1-1 0,15-1 0,-22 0 0,1-1 0,-1 1 0,0-1 0,1 0 0,-1 1 0,0-1 0,0-1 0,1 1 0,-1 0 0,0-1 0,0 1 0,0-1 0,0 0 0,-1 0 0,1 0 0,0 0 0,0 0 0,-1-1 0,0 1 0,1-1 0,-1 1 0,2-5 0,-1 2 0,0-1 0,-1 0 0,0 1 0,1-1 0,-1 0 0,-1 0 0,1-1 0,-1 1 0,0 0 0,0-7 0,-2-9 0,-6-33 0,4 34 0,-4-22 0,-1 0 0,-18-51 0,25 90 0,1 0 0,0-1 0,0 1 0,0-1 0,0 1 0,0-8 0,1 11 0,0 0 0,0 0 0,0 0 0,0-1 0,0 1 0,0 0 0,1 0 0,-1 0 0,0 0 0,1 0 0,-1 0 0,0 0 0,1 0 0,-1 0 0,1 0 0,-1 0 0,1 0 0,0 1 0,-1-1 0,1 0 0,0 0 0,-1 1 0,1-1 0,0 1 0,0-1 0,-1 1 0,1-1 0,0 1 0,0-1 0,0 1 0,0 0 0,-1 0 0,2-1 0,10-1 0,0 1 0,1 0 0,-1 1 0,17 3 0,2-1 0,-19-2 0,35 2 0,86-10 0,-60-1 0,123 6 0,-108 4 0,-64-1 0,10 1 0,55-9 0,-85 7 0,-1 0 0,1 1 0,0 0 0,0 0 0,0 0 0,4 1 0,-7-1 0,0 1 0,1-1 0,-1 1 0,0-1 0,0 1 0,1 0 0,-1-1 0,0 1 0,0 0 0,0 0 0,0 0 0,0 1 0,0-1 0,0 0 0,0 0 0,0 1 0,0-1 0,0 0 0,-1 1 0,2 2 0,2 9 0,-1 1 0,0 0 0,-1-1 0,0 1 0,0 0 0,-1 0 0,-1 19 0,4 38 0,-3-62 0,0-1 0,1 1 0,0-1 0,0 1 0,1-1 0,3 9 0,-4-14 0,0 1 0,0-1 0,0 0 0,0 1 0,0-1 0,1 0 0,-1-1 0,1 1 0,0-1 0,0 1 0,-1-1 0,1 0 0,0 0 0,1-1 0,-1 1 0,0-1 0,0 0 0,0 0 0,4 0 0,7 2 0,0-2 0,0 0 0,17-3 0,-13 1 0,291-2 0,-213 3 0,-7 9 0,-15 0 0,15 0 0,4 0 0,-68-7 0,-5-1 0,-1-1 0,26-3 0,-43 3 0,-1-1 0,1 1 0,0-1 0,-1 0 0,1 0 0,0 0 0,-1 0 0,1 0 0,-1 0 0,0 0 0,1 0 0,-1-1 0,0 1 0,1-1 0,-1 0 0,0 1 0,0-1 0,0 0 0,0 0 0,0 0 0,0 0 0,-1 0 0,1 0 0,0 0 0,-1 0 0,1 0 0,-1 0 0,1-3 0,0-6 0,-1-1 0,1 1 0,-1 0 0,-2-15 0,2 8 0,-1-19 0,1 21 0,0 1 0,-1-1 0,-1 0 0,-2-18 0,-11-52 0,14 83 0,0-3 0,-1-1 0,1 1 0,0 0 0,1-1 0,-1-6 0,1 12 0,0-1 0,0 0 0,1 0 0,-1 1 0,0-1 0,1 0 0,-1 1 0,0-1 0,1 1 0,0-1 0,-1 1 0,1-1 0,0 1 0,-1 0 0,1-1 0,0 1 0,0 0 0,0-1 0,0 1 0,0 0 0,0 0 0,0 0 0,0 0 0,2 0 0,4-3 0,-1 1 0,1 0 0,0 0 0,-1 1 0,1 0 0,12-1 0,44 3 0,-43 1 0,33-4 0,3-5 0,71 1 0,314 7 0,-436 0 0,0 0 0,0 1 0,0-1 0,-1 1 0,1 0 0,6 3 0,-10-3 0,1-1 0,-1 1 0,1 1 0,-1-1 0,1 0 0,-1 0 0,0 1 0,1-1 0,-1 1 0,0-1 0,0 1 0,0 0 0,0-1 0,0 1 0,0 0 0,0 0 0,-1 0 0,1 0 0,0 0 0,-1 0 0,1 3 0,8 64 0,-3-39 0,-1 0 0,-1 1 0,2 58 0,-6-88 0,0 12 0,0 0 0,4 23 0,-4-33 0,1 0 0,-1 0 0,1 0 0,0 0 0,0 0 0,0 0 0,0 0 0,0-1 0,0 1 0,1-1 0,-1 1 0,1-1 0,-1 1 0,1-1 0,0 0 0,-1 0 0,5 3 0,-1-2 0,1 0 0,-1 0 0,1-1 0,0 0 0,-1-1 0,1 0 0,0 0 0,10 0 0,6-1 0,21-5 0,-31 3 0,204-13 0,-186 13 0,56-12 0,-6 0 0,186 7 0,-171 8 0,-80-2 15,30-7-1,-20 3-1408,-10 3-5432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0 24575,'-5'6'0,"-6"6"0,-2 3 0,-5 11 0,-3 3 0,3-2 0,2 4 0,3 0 0,4 1 0,4-2 0,3-3 0,-2 0 0,1-1 0,3-5 0,2-7-8191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5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24575,'5'3'0,"2"8"0,1 4 0,3 9 0,4 7 0,-1 2 0,2-3 0,2 1 0,-1-3 0,-1-5 0,0-1 0,-3 2 0,-1-3 0,-3-5-8191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5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24575,'-5'0'0,"-6"0"0,-4 4 0,-2 0 0,-3 12 0,0 13 0,0 4 0,2 4 0,-1 0 0,2-2 0,2-7 0,4-5 0,3-10 0,3-10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6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24575,'5'4'0,"1"6"0,8 11 0,1 6 0,-3 4 0,1 6 0,-4-1 0,3 4 0,1 1 0,1-7 0,-2 1 0,0-7 0,-3-3 0,-2-8-8191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7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24575,'-2'0'0,"-1"1"0,1-1 0,0 1 0,0 0 0,0 0 0,-1 0 0,1 0 0,0 0 0,0 1 0,0-1 0,0 1 0,-2 1 0,-2 4 0,0 0 0,-6 8 0,6-6 0,0 1 0,0-1 0,1 2 0,0-1 0,1 1 0,0 0 0,-6 21 0,6-16 0,1 0 0,0 1 0,1 0 0,-2 34 0,4-49 0,0 1 0,0-1 0,1 1 0,-1-1 0,0 1 0,1-1 0,-1 1 0,1-1 0,-1 0 0,1 1 0,0-1 0,1 3 0,-1-4 0,-1 0 0,1-1 0,-1 1 0,1 0 0,0-1 0,-1 1 0,1 0 0,0-1 0,0 1 0,-1-1 0,1 0 0,0 1 0,0-1 0,-1 0 0,1 1 0,0-1 0,0 0 0,0 0 0,-1 0 0,1 0 0,0 0 0,0 0 0,0 0 0,0 0 0,-1 0 0,1-1 0,0 1 0,0 0 0,0-1 0,1 0 0,0-1 0,1 0 0,-1 0 0,1 0 0,-1 0 0,0-1 0,1 1 0,-1-1 0,0 0 0,0 0 0,0 0 0,-1 0 0,1 0 0,-1-1 0,1 1 0,-1-1 0,0 1 0,0-1 0,0 1 0,1-8 0,0-4 0,0-1 0,0 1 0,-1-22 0,2 53 0,0 1 0,2-1 0,-1 0 0,9 20 0,-6-20 30,0-1 0,1 0 0,15 23 0,-19-31-165,1-1 0,-1-1 0,1 1 0,0-1 0,1 0 0,-1-1 0,1 0 0,-1 0 0,1 0 0,7 3 0,5-1-6691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7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24575,'-8'-1'0,"4"1"0,1 0 0,-1 0 0,1 0 0,-5 2 0,7-2 0,0 1 0,0-1 0,0 1 0,0-1 0,0 1 0,0-1 0,0 1 0,0 0 0,0 0 0,0-1 0,0 1 0,1 0 0,-1 0 0,0 0 0,1 0 0,-1 0 0,0 0 0,0 3 0,0-1 0,0 0 0,0 0 0,0 0 0,0 1 0,0-1 0,0 1 0,1-1 0,0 0 0,-1 1 0,1-1 0,0 1 0,0-1 0,1 1 0,-1-1 0,0 1 0,1-1 0,0 1 0,0-1 0,-1 0 0,3 5 0,-1-3 0,0-1 0,1 0 0,-1 0 0,1-1 0,-1 1 0,1-1 0,0 1 0,0-1 0,0 0 0,0-1 0,0 1 0,1 0 0,-1-1 0,5 2 0,10 4 0,23 5 0,14 7 0,-53-19 0,0 0 0,0 0 0,0 0 0,0 1 0,0-1 0,0 1 0,-1 0 0,1 0 0,0-1 0,-1 1 0,1 0 0,-1 1 0,1-1 0,-1 0 0,0 1 0,0-1 0,0 0 0,0 1 0,0 0 0,-1-1 0,1 1 0,0 0 0,-1-1 0,1 1 0,-1 0 0,0 0 0,0-1 0,0 1 0,0 0 0,0 0 0,-1 0 0,1-1 0,0 1 0,-2 4 0,1-5 6,0 0 0,0-1 0,0 1 0,0-1 0,0 1 0,0-1 0,0 1 0,-1-1 0,1 0 0,0 0 0,-1 0 0,1 0 0,0 0 0,-1 0 0,1 0 0,-1 0 0,0-1 0,1 1 0,-4 0 0,1 0-218,0-1 0,0 1 0,0-1-1,0 0 1,-1-1 0,-5-1 0,-2-2-6614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8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24575,'3'0'0,"5"0"0,4 0 0,2 0 0,4 0 0,4 0 0,0 0 0,-1 0 0,1 0 0,-1 0 0,-4 0-8191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8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24575,'0'526'0,"-1"-520"0,1-1 0,1 0 0,-1 1 0,1-1 0,0 0 0,0 1 0,2 6 0,-2-10 0,0 1 0,0-1 0,0 1 0,0-1 0,0 0 0,1 0 0,-1 0 0,1 0 0,-1 0 0,1-1 0,0 1 0,0 0 0,-1-1 0,1 0 0,0 1 0,3 0 0,2 1 19,0 0-1,0-1 1,0 0 0,0 0-1,10 0 1,36-2-1248,-49-1 981,9 1-6578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9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20 262 24575,'9'0'0,"-1"0"0,0-1 0,0-1 0,1 0 0,-1 0 0,11-6 0,-15 6 0,1 0 0,-1-1 0,0 1 0,0-1 0,-1-1 0,1 1 0,0-1 0,-1 0 0,0 0 0,0 0 0,0 0 0,0-1 0,3-6 0,-2 1 0,0 0 0,-1-1 0,0 0 0,0 1 0,-1-1 0,0 0 0,0-1 0,-1 1 0,0 0 0,-1-14 0,0 22 0,0 1 0,0-1 0,-1 0 0,1 0 0,0 0 0,-1 1 0,0-1 0,1 0 0,-1 1 0,0-1 0,0 1 0,-2-5 0,2 6 0,0-1 0,0 1 0,-1-1 0,1 1 0,0-1 0,-1 1 0,1 0 0,-1 0 0,1 0 0,-1 0 0,0 0 0,1 0 0,-1 1 0,0-1 0,1 1 0,-4-1 0,-1 0 0,1 1 0,-1 0 0,0 0 0,0 0 0,0 1 0,0 0 0,0 0 0,1 1 0,-9 4 0,10-4 0,1 0 0,-1 0 0,1 0 0,0 0 0,0 1 0,0 0 0,0 0 0,0 0 0,0 0 0,0 1 0,1-1 0,-1 1 0,1 0 0,0 0 0,0 0 0,-2 5 0,1 4 0,0 0 0,1 0 0,0 0 0,0 0 0,1 1 0,0-1 0,1 0 0,0 1 0,3 21 0,-2-28 0,0-1 0,0 1 0,1-1 0,-1 1 0,1-1 0,0 0 0,3 6 0,-3-9 0,-1 0 0,1 0 0,-1-1 0,1 1 0,0-1 0,0 1 0,0-1 0,0 0 0,0 0 0,0 0 0,0-1 0,1 1 0,-1-1 0,0 1 0,1-1 0,2 1 0,-1 0-65,0-1 0,1 0 0,-1 0 0,0-1 0,0 1 0,0-1 0,0 0 0,0-1 0,0 1 0,0-1 0,0 0 0,1 0 0,-2-1 0,1 0 0,0 1 0,0-2 0,0 1 0,-1 0 0,1-1 0,3-3 0,10-15-6761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29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24575,'1'26'0,"0"-1"0,7 39 0,13 46 0,-2-15 0,-19-92 0,1 2 0,0 0 0,0-1 0,0 1 0,3 6 0,-4-11 0,0 1 0,0 0 0,0-1 0,1 1 0,-1-1 0,0 1 0,0-1 0,1 1 0,-1-1 0,0 1 0,1-1 0,-1 0 0,0 1 0,1-1 0,-1 1 0,0-1 0,1 0 0,-1 0 0,1 1 0,-1-1 0,1 0 0,-1 0 0,1 0 0,-1 1 0,1-1 0,-1 0 0,0 0 0,1 0 0,-1 0 0,1 0 0,-1 0 0,1 0 0,-1 0 0,1-1 0,-1 1 0,1 0 0,-1 0 0,1 0 0,-1-1 0,1 1 0,-1 0 0,0-1 0,1 1 0,-1 0 0,1-1 0,1-1 0,-1 0 0,1 0 0,-1 0 0,1-1 0,-1 1 0,0 0 0,1-1 0,-1 1 0,0-1 0,0 0 0,0 1 0,1-6 0,0-5 0,2-22 0,2-6 0,-6 38-42,1 0-1,0 0 0,1 0 1,-1 0-1,0 0 0,1 0 1,-1 0-1,1 1 0,0-1 1,-1 1-1,1-1 0,0 1 1,0 0-1,0 0 0,1 0 1,-1 0-1,0 0 0,0 1 1,1-1-1,-1 1 0,1 0 1,-1 0-1,1 0 0,0 0 1,-1 1-1,1 0 0,-1-1 1,1 1-1,0 0 0,-1 0 1,5 1-1,9 3-6783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1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19 24575,'0'0'0,"0"0"0,-1-1 0,1 1 0,0-1 0,0 1 0,0 0 0,0-1 0,0 1 0,-1 0 0,1-1 0,0 1 0,0 0 0,0-1 0,-1 1 0,1 0 0,0 0 0,0-1 0,-1 1 0,1 0 0,0 0 0,0 0 0,-1-1 0,1 1 0,0 0 0,-1 0 0,-9-3 0,8 2 0,-14-2 0,0 0 0,-1 2 0,0 0 0,-26 4 0,30-1 0,0 0 0,0 2 0,0 0 0,0 0 0,1 2 0,-16 9 0,25-13 0,0-1 0,1 1 0,-1 1 0,1-1 0,0 0 0,0 1 0,-1-1 0,1 1 0,0 0 0,1 0 0,-1 0 0,0 0 0,1 0 0,-3 7 0,4-8 0,-1 0 0,1 0 0,0 0 0,-1 0 0,1 0 0,0 0 0,0 0 0,0 0 0,0 0 0,1 0 0,-1-1 0,0 1 0,1 0 0,-1 0 0,1 0 0,-1 0 0,1 0 0,-1-1 0,1 1 0,0 0 0,0-1 0,0 1 0,0-1 0,0 1 0,0-1 0,0 0 0,0 1 0,1-1 0,-1 0 0,2 1 0,10 8 0,1-1 0,1 0 0,-1-1 0,25 7 0,-13-4 0,-1-1 0,-14-6 0,0 0 0,-1 0 0,0 2 0,0-1 0,0 2 0,15 12 0,-23-17 0,0 0 0,0 1 0,0 0 0,-1-1 0,1 1 0,-1 0 0,1 0 0,-1 0 0,1 0 0,-1 0 0,0 0 0,0 1 0,-1-1 0,1 0 0,0 1 0,-1-1 0,0 1 0,1-1 0,-1 1 0,0-1 0,-1 1 0,0 6 0,1-6 0,-1 0 0,0-1 0,0 1 0,0 0 0,0 0 0,-1-1 0,1 1 0,-1-1 0,0 1 0,1-1 0,-1 0 0,0 0 0,-1 0 0,1 0 0,0 0 0,-1-1 0,1 1 0,-1-1 0,-4 3 0,-2 0 30,0 0 0,0-1 0,-19 5 0,23-8-165,1 0 0,-1 0 0,1-1 0,-1 1 0,0-1 0,1-1 0,-1 1 0,1-1 0,-1 0 0,-7-3 0,-3-7-6691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1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24575,'5'0'0,"7"3"0,0 4 0,2 2 0,0 1 0,-2 2 0,-3 0-8191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2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24575,'-1'48'0,"2"62"0,0-87 0,1-1 0,8 42 0,1-14 0,6 69 0,-17-119 0,1 14 0,1-1 0,0 1 0,6 22 0,-7-33 0,0 1 0,1-1 0,-1 1 0,1-1 0,-1 0 0,1 0 0,0 0 0,0 0 0,0 0 0,0-1 0,0 1 0,0-1 0,1 0 0,-1 0 0,0 0 0,1 0 0,0 0 0,4 2 0,-1-2 0,-1 0 0,1-1 0,0 0 0,-1 0 0,1-1 0,0 0 0,6-1 0,40-10 0,-1 0 0,-24 9-1365,-2 1-5461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3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 24575,'-17'-1'0,"1"2"0,0 0 0,0 1 0,-31 10 0,43-10 0,-1 0 0,1 0 0,0 0 0,0 1 0,0 0 0,0 0 0,0 0 0,0 0 0,1 1 0,-1 0 0,1 0 0,0 0 0,0 0 0,0 1 0,0-1 0,0 1 0,1 0 0,0 0 0,0 1 0,0-1 0,0 0 0,-1 7 0,1-1 0,0 1 0,1-1 0,0 1 0,0 0 0,1 0 0,1-1 0,-1 1 0,1 0 0,1-1 0,0 1 0,5 20 0,-6-29 0,1 0 0,-1 0 0,1 0 0,0 0 0,-1 0 0,1 0 0,0-1 0,1 1 0,-1-1 0,0 1 0,0-1 0,1 0 0,-1 0 0,1-1 0,-1 1 0,1 0 0,0-1 0,0 0 0,-1 0 0,1 0 0,3 0 0,-3 0 0,1-1 0,-1 1 0,1-1 0,-1 0 0,1 0 0,-1-1 0,1 1 0,-1-1 0,0 0 0,1 0 0,-1-1 0,0 1 0,1-1 0,-1 0 0,0 0 0,0 0 0,3-4 0,-4 3 0,1 0 0,-1 0 0,0 0 0,0 0 0,0-1 0,-1 1 0,1-1 0,-1 0 0,1 0 0,-1 0 0,0 0 0,0 0 0,-1 0 0,2-5 0,-1-8 0,0 0 0,-1-21 0,0 22 0,-2-99 0,2 113 0,1-16 0,-1 18 0,0 0 0,-1-1 0,1 1 0,0 0 0,0 0 0,0-1 0,1 1 0,-1 0 0,0 0 0,0 0 0,0-1 0,0 1 0,0 0 0,0 0 0,0-1 0,0 1 0,0 0 0,0 0 0,0 0 0,0-1 0,1 1 0,-1 0 0,0 0 0,0 0 0,0 0 0,0-1 0,0 1 0,1 0 0,-1 0 0,0 0 0,0 0 0,0 0 0,0 0 0,1 0 0,-1 0 0,0-1 0,0 1 0,0 0 0,1 0 0,-1 0 0,0 0 0,0 0 0,0 0 0,1 0 0,-1 1 0,0-1 0,0 0 0,0 0 0,0 0 0,1 0 0,-1 0 0,0 0 0,0 0 0,3 4 0,0 0 0,0-1 0,0 1 0,-1 1 0,0-1 0,1 0 0,1 7 0,-1-4 0,15 31 0,37 75 0,-46-98 0,0 0 0,0-1 0,1 0 0,23 23 0,-29-32-227,1-1-1,0 0 1,0-1-1,0 0 1,7 4-1,3-2-6598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3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24575,'1'12'0,"0"0"0,1-1 0,-1 1 0,2-1 0,4 18 0,3 9 0,-8-26 0,1 1 0,0-1 0,1-1 0,7 19 0,-9-27 0,0 0 0,-1 0 0,1 1 0,0-2 0,0 1 0,0 0 0,0 0 0,1-1 0,-1 0 0,1 1 0,-1-1 0,1 0 0,-1 0 0,1-1 0,0 1 0,0-1 0,0 0 0,0 0 0,3 1 0,-4-2 0,0 0 0,-1 0 0,1 0 0,0 0 0,-1 0 0,1-1 0,0 1 0,-1-1 0,1 0 0,-1 1 0,1-1 0,-1 0 0,1 0 0,-1 0 0,1 0 0,-1 0 0,1-1 0,-1 1 0,0-1 0,0 1 0,2-2 0,1-5 0,0 1 0,0-1 0,6-13 0,-6 10 0,10-24 0,16-65 0,0 3 0,-24 80 0,1 1 0,0 1 0,15-27 0,-9 25-1365,-2 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192 183 24575,'34'1'0,"-13"0"0,31-4 0,-50 3 0,0-1 0,1 1 0,-1-1 0,0 0 0,0 0 0,0 0 0,0 0 0,1-1 0,-1 1 0,0-1 0,-1 0 0,1 1 0,0-1 0,0 0 0,-1-1 0,1 1 0,-1 0 0,3-5 0,-3 5 0,0 0 0,-1 0 0,1 0 0,0 0 0,-1 0 0,1 0 0,-1 0 0,0-1 0,1 1 0,-1 0 0,0 0 0,0 0 0,0-1 0,-1 1 0,1 0 0,0 0 0,0 0 0,-1-1 0,1 1 0,-1 0 0,0 0 0,0 0 0,1 0 0,-1 0 0,-2-3 0,-2-3 0,0 1 0,-1 0 0,1 1 0,-1 0 0,0 0 0,-1 0 0,1 1 0,-1 0 0,0 1 0,0-1 0,0 2 0,-13-5 0,6 3 0,-1 1 0,1 1 0,-1 1 0,0 0 0,-26 2 0,33 1 0,-1 0 0,0 1 0,1 0 0,0 1 0,-1 0 0,1 0 0,-10 7 0,15-8 0,0 0 0,0 0 0,0 1 0,0-1 0,0 1 0,1 0 0,-1 0 0,0 0 0,1 1 0,0-1 0,0 1 0,0-1 0,0 1 0,0 0 0,1 0 0,-1 0 0,1 0 0,0 0 0,-1 1 0,0 6 0,1 3 0,0 0 0,0 0 0,1 0 0,1 0 0,3 26 0,-3-36 0,0 0 0,0 0 0,1 0 0,-1-1 0,1 1 0,0 0 0,-1-1 0,2 0 0,-1 1 0,0-1 0,0 0 0,1 0 0,-1-1 0,1 1 0,0-1 0,-1 1 0,1-1 0,0 0 0,4 2 0,7 2 0,0 0 0,0 0 0,16 2 0,-14-4 0,108 39 0,-11-3 0,-68-27-1365,-6-3-5461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47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24575,'-2'0'0,"-4"0"0,0 3 0,0 5 0,2 3 0,-2 3 0,-1 3 0,0 4 0,1-1-8191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48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24575,'0'3'0,"0"5"0,0 3 0,0 3 0,0 3 0,0 4 0,0 2 0,0-1 0,0 1 0,0-2 0,0-1 0,0-4-8191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0 24575,'-3'0'0,"0"0"0,-1 1 0,1-1 0,0 1 0,-1 0 0,1 0 0,0 0 0,0 1 0,0 0 0,0-1 0,0 1 0,0 1 0,-5 4 0,4-3 0,1 0 0,-1 0 0,1 1 0,0 0 0,0 0 0,0 0 0,1 1 0,-4 9 0,2-1 0,0 1 0,0-1 0,1 1 0,1 1 0,0-1 0,0 30 0,2-37 0,-1 8 0,1 0 0,3 20 0,-3-30 0,1-1 0,1 0 0,-1 0 0,0 1 0,1-1 0,0-1 0,0 1 0,0 0 0,0 0 0,5 6 0,-3-5 0,0-1 0,0 1 0,1-1 0,0 0 0,0-1 0,0 1 0,0-1 0,8 4 0,-11-6 0,1-1 0,-1 0 0,1 0 0,-1 0 0,1 0 0,-1-1 0,1 1 0,0-1 0,-1 0 0,1 0 0,0 0 0,-1 0 0,1-1 0,0 1 0,-1-1 0,1 0 0,-1 0 0,1 0 0,-1 0 0,0-1 0,5-2 0,-4 0 0,1 1 0,-1-1 0,0 0 0,0-1 0,0 1 0,-1 0 0,1-1 0,-1 0 0,0 0 0,0 0 0,0 0 0,0 0 0,-1-1 0,1 1 0,-1-1 0,1-10 0,0-8 0,-1 0 0,-2-42 0,0 37 0,1 5 0,0 14 0,0 0 0,-1 1 0,1-1 0,-4-17 0,3 24 0,1 1 0,-1-1 0,0 1 0,0-1 0,0 1 0,0-1 0,0 1 0,-1 0 0,1-1 0,-1 1 0,1 0 0,-1 0 0,1 1 0,-1-1 0,0 0 0,0 1 0,0-1 0,0 1 0,0 0 0,0 0 0,-2-2 0,-11-1-1365,1 1-5461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0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24575,'4'1'0,"0"0"0,0 0 0,-1 1 0,1 0 0,0-1 0,-1 2 0,1-1 0,-1 0 0,1 1 0,4 5 0,5 3 0,35 20 0,-11-9 0,23 19 0,76 36 0,-135-76-15,91 48-1335,-70-34-5476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1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24575,'0'-4'0,"5"0"0,4 0 0,3 1 0,1 1 0,2 1 0,0 0 0,-2 1-8191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2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24575,'0'7'0,"0"4"0,0 7 0,0 7 0,0 2 0,0-1 0,0-1 0,0 1 0,0-1 0,0 2 0,0-1 0,0-1 0,0-3 0,0-1 0,0-4-8191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5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24575,'0'29'0,"-1"3"0,2 1 0,0-1 0,2 1 0,7 40 0,-6-48 0,0 0 0,2 45 0,-5 52 0,-1-93 0,0-28 12,0 1-1,0-1 1,0 1-1,0-1 1,0 1-1,0-1 0,1 1 1,-1-1-1,1 2 1,2-1-219,3-7-1066,0-5-5553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7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18 24575,'0'0'0,"0"-1"0,1 0 0,-1 1 0,0-1 0,0 1 0,0-1 0,1 0 0,-1 1 0,0-1 0,1 1 0,-1-1 0,0 1 0,1-1 0,-1 1 0,0-1 0,1 1 0,-1 0 0,1-1 0,-1 1 0,1 0 0,-1-1 0,0 1 0,1 0 0,-1 0 0,1-1 0,0 1 0,16-4 0,-15 4 0,1-1 0,1 1 0,-1-1 0,1 1 0,-1 0 0,1 0 0,0 1 0,-1-1 0,1 1 0,-1 0 0,1 0 0,-1 1 0,0-1 0,1 1 0,-1 0 0,0 0 0,0 0 0,0 1 0,0-1 0,0 1 0,0 0 0,-1 0 0,1 0 0,-1 1 0,0-1 0,1 1 0,2 5 0,-3-4 0,0 0 0,-1 0 0,1 0 0,0 0 0,-1 0 0,0 0 0,0 1 0,0-1 0,-1 0 0,1 1 0,-1-1 0,0 0 0,0 1 0,0-1 0,-1 1 0,0-1 0,0 0 0,0 1 0,0-1 0,0 0 0,-4 9 0,1-6 0,1-1 0,-1 1 0,0-1 0,0 0 0,-1-1 0,1 1 0,-1-1 0,-1 0 0,1-1 0,0 1 0,-1-1 0,-11 7 0,1-4 0,0-1 0,-1 0 0,-27 6 0,18-6 0,14-2-1365,3 0-5461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8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4 24575,'-9'0'0,"-2"0"0,1 0 0,-12 3 0,18-2 0,0 0 0,1 0 0,-1 1 0,1-1 0,-1 1 0,1 0 0,0 0 0,0 1 0,0-1 0,-3 4 0,-1 1 0,0 1 0,0 0 0,1 0 0,0 1 0,-6 13 0,9-16 0,0 0 0,0 1 0,1 0 0,0 0 0,0 0 0,0 0 0,0 0 0,1 1 0,-1 10 0,2-17 0,-1 12 0,0 1 0,1-1 0,0 0 0,1 0 0,0 0 0,3 13 0,-4-24 0,1 1 0,0-1 0,-1 0 0,1 0 0,0 0 0,0-1 0,0 1 0,0 0 0,0 0 0,0-1 0,1 1 0,-1 0 0,0-1 0,1 0 0,2 2 0,-2-1 0,1 0 0,0-1 0,0 1 0,0-1 0,0 0 0,0-1 0,0 1 0,4 0 0,3-1 0,0-1 0,0 0 0,0 0 0,14-6 0,-16 4 0,0 0 0,0-1 0,0 0 0,0 0 0,-1-1 0,0-1 0,0 1 0,0-1 0,0-1 0,-1 0 0,0 0 0,11-16 0,-12 15 0,-1 0 0,0 0 0,0 0 0,0-1 0,-1 1 0,0-1 0,0 0 0,-1-1 0,1 1 0,-2 0 0,1-1 0,-1 0 0,0 1 0,-1-14 0,0 20 5,0 0-1,0 0 1,0 0-1,-1 0 0,1 0 1,-1 0-1,1 1 1,-1-1-1,0 0 1,0 0-1,0 1 0,0-1 1,-1 1-1,1-1 1,0 1-1,-1-1 1,1 1-1,-1 0 1,0 0-1,0 0 0,0 0 1,1 1-1,-1-1 1,0 1-1,-1-1 1,-1 0-1,-3-1-190,1 0 1,-1 1-1,0 0 0,0 1 1,0 0-1,0 0 1,-10 2-1,3-1-6640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59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24575,'4'0'0,"-1"1"0,1 0 0,0 0 0,-1 0 0,1 0 0,-1 1 0,1 0 0,-1-1 0,0 2 0,5 2 0,4 5 0,13 16 0,-19-20 0,1 1 0,39 38 0,-39-39 0,1 0 0,0-1 0,-1 0 0,14 6 0,-17-10-273,0 1 0,-1 0 0,0 0 0,6 4 0,0 3-6553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0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24575,'5'0'0,"4"0"0,3 0 0,2 0 0,3 6 0,1 3 0,1-1 0,-4-2-8191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24575,'0'3'0,"0"5"0,0 3 0,0 3 0,0 6 0,0 2 0,0 0 0,0 4 0,0-1 0,0-1 0,0-1 0,0-2 0,0-1 0,-3-1 0,0-1 0,0-3-8191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2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 24575,'-1'2'0,"0"0"0,0 0 0,0 0 0,0 1 0,0-1 0,0 1 0,1-1 0,-2 6 0,0-2 0,-3 20 0,0 0 0,2 0 0,0 0 0,2 1 0,0 44 0,1-67 0,1 0 0,-1 0 0,0 0 0,1 1 0,0-1 0,-1 0 0,1 0 0,1 0 0,-1 0 0,0 0 0,3 3 0,-3-5 0,0 1 0,1-1 0,0 0 0,-1 0 0,1-1 0,0 1 0,-1 0 0,1-1 0,0 1 0,0-1 0,0 0 0,0 0 0,0 0 0,0 0 0,1 0 0,-1-1 0,3 1 0,3 1 0,0-1 0,1 0 0,-1-1 0,0 0 0,15-3 0,-20 3 0,-1-1 0,0 1 0,0-1 0,1 0 0,-1 0 0,0 0 0,0-1 0,0 1 0,0 0 0,0-1 0,0 0 0,0 0 0,-1 0 0,1 0 0,0 0 0,-1 0 0,1 0 0,-1 0 0,0-1 0,0 1 0,1-1 0,-1 0 0,0 1 0,-1-1 0,2-4 0,1-12 0,-2-1 0,1 1 0,-2-1 0,-2-31 0,1 25 0,1 23 0,0-1 0,-1 1 0,1 0 0,-1 0 0,1 0 0,-1 0 0,0 0 0,0 0 0,0 0 0,0 0 0,-1 0 0,1 1 0,0-1 0,-1 1 0,-1-3 0,0 1 0,0 1 0,0 0 0,-1 0 0,1 0 0,0 1 0,-1-1 0,0 1 0,-6-3 0,-2 1 0,-1 0 0,0 1 0,0 1 0,-23-1 0,2 3-1365,20 1-5461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24575,'-2'2'0,"1"0"0,0 0 0,0 0 0,0 0 0,1 0 0,-1 1 0,0-1 0,0 0 0,1 0 0,-1 1 0,1 1 0,-3 30 0,3-26 0,-3 41 0,4 51 0,-1-96 0,0 1 0,1 0 0,0 0 0,-1-1 0,1 1 0,0-1 0,0 1 0,1-1 0,-1 1 0,1-1 0,0 0 0,4 7 0,-4-8 0,0 0 0,1 0 0,-1-1 0,1 1 0,-1-1 0,1 0 0,0 0 0,0 0 0,-1-1 0,1 1 0,0-1 0,0 0 0,0 0 0,0 0 0,6 0 0,-7 0 0,0-1 0,0 0 0,0 0 0,0 0 0,0 0 0,0 0 0,1-1 0,-1 1 0,0-1 0,0 0 0,0 0 0,0 0 0,0 0 0,-1 0 0,1 0 0,0-1 0,2-1 0,-2 0 0,0 1 0,0-1 0,0 0 0,0 0 0,-1 0 0,1-1 0,-1 1 0,0 0 0,0-1 0,1 1 0,0-7 0,0-2 0,-1-1 0,0 1 0,0 0 0,-1-21 0,0 19 0,0 0 0,3-26 0,-1 30 0,-1 10 0,-1 0 0,0 0 0,0 0 0,0 0 0,0 0 0,0 0 0,0 0 0,0 0 0,0 0 0,0 0 0,0 0 0,0 0 0,0 0 0,0 0 0,1 0 0,-1 0 0,0 0 0,0 0 0,0 0 0,0 0 0,0 0 0,0 0 0,0 0 0,0 0 0,0 0 0,0 0 0,0 0 0,0 0 0,1 0 0,-1 0 0,0 0 0,0 0 0,0 0 0,0 1 0,0-1 0,0 0 0,0 0 0,0 0 0,0 0 0,0 0 0,0 0 0,0 0 0,0 0 0,0 0 0,0 0 0,0 1 0,4 18 0,-3-4 0,0-6 0,-1 0 0,1-1 0,4 16 0,-5-21 0,1 0 0,0-1 0,0 1 0,0-1 0,1 1 0,-1-1 0,0 1 0,1-1 0,-1 0 0,1 0 0,0 0 0,-1 0 0,1 0 0,0 0 0,3 2 0,-1-2-227,1 1-1,-1-1 1,1 0-1,-1 0 1,6 1-1,5 0-6598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4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24575,'5'0'0,"6"0"0,7 0 0,5 0 0,3 0 0,2-7 0,-1-4 0,-5-1-8191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5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24575,'0'552'0,"0"-549"0,0 1 0,0-1 0,1 1 0,-1-1 0,1 0 0,-1 1 0,2 3 0,-2-6 0,1 1 0,-1-1 0,1 0 0,0 0 0,-1 0 0,1 0 0,0 0 0,0 0 0,-1 0 0,1 0 0,0 0 0,0 0 0,0-1 0,0 1 0,0 0 0,0-1 0,0 1 0,0-1 0,0 0 0,0 1 0,1-1 0,14 3 0,0-1 0,0-1 0,25-2 0,-17 0 0,124-1-1365,-119 1-5461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8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20 24575,'-12'15'0,"1"0"0,-16 29 0,23-38 0,1 1 0,1 0 0,-1-1 0,1 1 0,0 0 0,0 1 0,0-1 0,1 0 0,0 1 0,-1 13 0,3 54 0,0-68 0,-1 1 0,1 0 0,1-1 0,-1 1 0,1-1 0,0 1 0,4 10 0,-3-13 0,0 0 0,0 0 0,0 0 0,1 0 0,-1-1 0,1 0 0,5 6 0,-1-4 0,-1 0 0,1 0 0,11 5 0,-10-6 0,0-2 0,0 0 0,0 0 0,19 2 0,-10-3 0,31-4 0,-46 2 0,0 0 0,0-1 0,-1 1 0,1-1 0,0 0 0,0 0 0,0 0 0,-1-1 0,1 1 0,0-1 0,4-4 0,-6 4 0,1 0 0,0 0 0,-1 0 0,1 0 0,-1 0 0,0-1 0,0 1 0,0-1 0,0 1 0,0-1 0,0 0 0,0 1 0,-1-1 0,1 0 0,0-5 0,1-18 0,-2-1 0,-2-43 0,0 8 0,2 53 0,-1 1 0,1 0 0,-1-1 0,-3-14 0,3 19 0,0 0 0,-1 1 0,1-1 0,-1 0 0,1 1 0,-1-1 0,0 1 0,0 0 0,0-1 0,0 1 0,-5-4 0,-6-6 40,1 1 0,-26-18 0,33 27-146,1 0 0,-1 1 0,1-1 0,-1 1 0,0 1 0,0-1-1,1 1 1,-1 0 0,0 1 0,0-1 0,0 1 0,0 1 0,-6 0 0,-1 3-6720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0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24575,'6'13'0,"1"1"0,0-1 0,0-1 0,1 0 0,0 0 0,0-1 0,10 10 0,72 63 0,-55-53 0,-31-28 0,71 61 0,-60-54-1365,-3-3-5461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6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97 24575,'-1'5'0,"1"0"0,-1 0 0,1 0 0,-3 8 0,-1 3 0,-3 38 0,-4 105 0,-3 24 0,11-230 0,5 17 0,1 1 0,1-1 0,1 1 0,1 0 0,0 0 0,2 1 0,1 0 0,1 1 0,0 1 0,2 0 0,0 0 0,28-41 0,-35 59 0,0 1 0,0 0 0,1 0 0,0 0 0,0 1 0,0 1 0,1-1 0,-1 1 0,1 0 0,0 1 0,0 0 0,0 1 0,1 0 0,-1 0 0,9-1 0,11 0 0,0 2 0,1 1 0,41 6 0,-67-5 0,0 0 0,1 0 0,-1 1 0,0-1 0,1 1 0,-1 0 0,0 0 0,0 0 0,0 0 0,1 0 0,-1 1 0,0-1 0,0 1 0,0 0 0,-1 0 0,1 0 0,0 0 0,0 0 0,-1 0 0,1 0 0,-1 1 0,0-1 0,1 1 0,-1-1 0,0 1 0,0 0 0,0 0 0,0 4 0,1 1 0,0 0 0,-1 1 0,0-1 0,0 0 0,-1 0 0,0 1 0,0-1 0,-1 0 0,1 1 0,-1-1 0,-1 0 0,-3 15 0,1-12 0,1-1 0,-1 0 0,-1 0 0,0 0 0,0-1 0,0 0 0,-1 0 0,-12 14 0,6-10 0,-1-1 0,0 0 0,0-1 0,-1 0 0,0-2 0,0 0 0,-23 10 0,16-11 0,-1 0 0,-1-2 0,1-1 0,-37 3 0,51-8-341,0 0 0,0 0-1,-13-3 1,8-2-6485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6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24575,'3'0'0,"3"0"0,2 0 0,6 0 0,5 0 0,6 0 0,2 0 0,1 0 0,-2 0 0,-3 0 0,-1 0 0,-1 0 0,-2 0 0,-1 0 0,-2 0 0,-4 0-8191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6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24575,'0'407'0,"-1"-380"0,0 0 0,-2-1 0,0 1 0,-12 45 0,15-71-52,-7 22 231,7-22-226,0-1 0,0 1 1,-1-1-1,1 1 1,0-1-1,0 1 0,-1 0 1,1-1-1,0 1 1,-1-1-1,1 0 0,-1 1 1,1-1-1,0 1 0,-1-1 1,1 0-1,-1 1 1,1-1-1,-1 0 0,1 0 1,-1 1-1,1-1 1,-1 0-1,1 0 0,-1 0 1,1 0-1,-1 0 0,1 0 1,-1 0-1,1 0 1,-2 0-1,-4-5-6779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7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24575,'3'0'0,"2"0"0,4 3 0,2 2 0,2-1 0,4-1 0,3-1 0,4-1 0,2 3 0,7 1 0,0-1 0,-1-1 0,-3-1 0,-4 2 0,-7 1-8191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7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24575,'0'3'0,"3"1"0,5 0 0,9 0 0,8-2 0,4-1 0,-2 0 0,-1-1 0,1-9 0,-4-3-8191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7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24575,'0'10'0,"0"11"0,0 13 0,0 15 0,0 12 0,0 11 0,0 3 0,0-2 0,0-8 0,0-11 0,0-12 0,-2-14 0,-2-19 0,1-13-8191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7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24575,'5'0'0,"4"0"0,5 0 0,6 0 0,3 0 0,1 0 0,-1 0 0,-5 4 0,2 3 0,0 1 0,-1 2 0,-1 0 0,-1-3 0,-4-2-8191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3:38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24575,'3'6'0,"7"9"0,6 1 0,6-2 0,2 0 0,5 4 0,7-2 0,2-3 0,-1-3 0,1-5 0,-5-2-8191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3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0 24575,'-3'1'0,"-1"1"0,0-1 0,1 1 0,-1 0 0,1 0 0,-1 0 0,1 0 0,0 1 0,-6 4 0,8-5 0,-8 7 0,0 1 0,1 0 0,-1 1 0,2 0 0,-1 0 0,1 1 0,-6 15 0,8-16 0,1 1 0,0 0 0,1 0 0,-3 18 0,-3 8 0,2-13 0,1 1 0,1 0 0,0 0 0,2 0 0,-2 49 0,5-64 0,-1-1 0,1 0 0,1 1 0,0-1 0,3 19 0,-4-26 0,1 0 0,0 0 0,0-1 0,0 1 0,1 0 0,-1 0 0,0-1 0,1 1 0,-1-1 0,1 1 0,0-1 0,0 0 0,0 0 0,0 0 0,0 0 0,0-1 0,0 1 0,0 0 0,0-1 0,3 1 0,9 5-227,0-2-1,0 0 1,0-1-1,1-1 1,14 1-1,-15-4-6598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4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24575,'1'91'0,"-2"96"0,-2-157 0,-9 50 0,8-53 0,0 0 0,-2 43 0,6-57 0,0-9 0,0 0 0,0 1 0,0-1 0,0 1 0,-1-1 0,1 1 0,-1-1 0,0 0 0,0 0 0,0 1 0,-2 3 0,3-7 0,0-1 0,0 0 0,0 0 0,0 1 0,0-1 0,-1 0 0,1 1 0,0-1 0,0 0 0,0 0 0,0 1 0,0-1 0,0 0 0,-1 0 0,1 0 0,0 1 0,0-1 0,0 0 0,-1 0 0,1 0 0,0 1 0,0-1 0,0 0 0,-1 0 0,1 0 0,0 0 0,0 0 0,-1 0 0,1 0 0,0 0 0,0 0 0,0 0 0,-1 0 0,1 0 0,0 0 0,0 0 0,-1 0 0,1 0 0,0 0 0,0 0 0,-1 0 0,1 0 0,0 0 0,0-1 0,0 1 0,-1 0 0,1 0 0,0 0 0,0 0 0,0-1 0,0 1 0,-1 0 0,1 0 0,0-1 0,0 1 0,0 0 0,0 0 0,-1-1 0,1-1 0,-1 0 0,0 0 0,1-1 0,-1 1 0,1 0 0,-1-5 0,0-16 0,1-1 0,1 1 0,1-1 0,0 1 0,7-32 0,-2 25 0,19-57 0,-8 30 0,-14 44 0,1 1 0,-1 0 0,2 0 0,-1 0 0,1 1 0,1 0 0,11-16 0,-14 22 0,0 0 0,1 0 0,-1 1 0,1 0 0,-1 0 0,1 0 0,0 0 0,0 1 0,0 0 0,1 1 0,-1-1 0,1 1 0,-1 1 0,1-1 0,-1 1 0,7 0 0,-11 1 0,0 0 0,0 0 0,0 0 0,0 0 0,0 0 0,0 0 0,0 1 0,0-1 0,0 0 0,0 1 0,0-1 0,0 1 0,0-1 0,0 1 0,0 0 0,0-1 0,-1 1 0,1 0 0,0 0 0,0 0 0,-1 0 0,1 0 0,0 0 0,-1 0 0,1 0 0,-1 0 0,1 0 0,-1 0 0,1 1 0,-1-1 0,0 0 0,1 0 0,-1 1 0,0-1 0,0 0 0,0 1 0,1-1 0,-2 3 0,1 0 0,0 1 0,-1-1 0,1 0 0,-1 1 0,0-1 0,0 0 0,0 1 0,-1-1 0,1 0 0,-3 5 0,1-5 8,0 1 0,0-1 0,0 0 0,-1 0 0,1 0 0,-1 0 0,1-1 0,-1 0 0,0 0 0,0 0 0,0-1 0,-1 0 0,1 0 0,-6 2 0,-2 0-305,0-1 0,0-1 0,-1 0 0,-13 0 0,11-2-6529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5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24575,'-2'0'0,"0"0"0,0 0 0,-1 0 0,1 0 0,0 1 0,0-1 0,0 1 0,0 0 0,0 0 0,0 0 0,-3 2 0,3-1 0,0 1 0,0-1 0,0 1 0,0 0 0,0-1 0,0 1 0,1 0 0,-3 5 0,2-4 0,0 1 0,1 0 0,-1-1 0,1 1 0,-1 1 0,1-1 0,0 0 0,1 0 0,-1 0 0,0 9 0,1-12 0,0 0 0,1 0 0,-1 0 0,0 0 0,1 0 0,-1 0 0,0 0 0,1 0 0,0 0 0,-1 0 0,1-1 0,0 1 0,0 0 0,0-1 0,0 1 0,0 0 0,0-1 0,0 0 0,0 1 0,0-1 0,1 0 0,-1 0 0,0 1 0,1-1 0,-1-1 0,1 1 0,-1 0 0,1 0 0,-1-1 0,3 1 0,-2 0 0,0 0 0,1-1 0,-1 0 0,0 1 0,0-1 0,0 0 0,1 0 0,-1-1 0,0 1 0,0-1 0,0 1 0,1-1 0,-1 0 0,0 0 0,3-2 0,-3 1 0,-1 1 0,0 0 0,0 0 0,1-1 0,-1 1 0,0-1 0,0 1 0,0-1 0,0 0 0,-1 0 0,1 1 0,0-1 0,0 0 0,-1 0 0,1 0 0,-1 0 0,0 0 0,1 0 0,-1 0 0,0 0 0,0 0 0,0-4 0,0 5 7,0-1-1,0 0 0,0 1 0,-1-1 1,1 0-1,0 1 0,-1-1 1,1 0-1,-1 1 0,1-1 1,-1 1-1,0-1 0,0 1 0,1 0 1,-1-1-1,0 1 0,0 0 1,-1-2-1,0 2-155,0-1 1,0 0-1,0 1 1,0-1-1,0 1 1,0 0-1,-1 0 1,1 0-1,-3-1 1,-8 0-6678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6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24575,'-5'0'0,"-1"0"0,1 1 0,0-1 0,-1 1 0,-6 3 0,10-3 0,0 0 0,0-1 0,1 2 0,-1-1 0,1 0 0,-1 0 0,1 1 0,-1-1 0,1 1 0,-1-1 0,1 1 0,0 0 0,0-1 0,0 1 0,0 0 0,0 0 0,0 0 0,0 0 0,-1 4 0,1-1 0,0 0 0,0 0 0,0 0 0,0 0 0,1 1 0,-1-1 0,1 0 0,0 9 0,1-12 0,-1 1 0,0-1 0,1 0 0,-1 1 0,1-1 0,-1 1 0,1-1 0,0 0 0,0 0 0,0 0 0,0 1 0,0-1 0,0 0 0,0-1 0,1 1 0,-1 0 0,0 0 0,1-1 0,-1 1 0,3 1 0,4 2 0,14 11 0,-21-16 0,0 1 0,0 0 0,-1 0 0,1 0 0,0 0 0,0 0 0,0 0 0,-1 0 0,1 0 0,0 1 0,-1-1 0,1 0 0,-1 0 0,1 1 0,-1-1 0,1 3 0,-1-3 3,0-1 0,0 1 0,0-1-1,0 1 1,0 0 0,0-1 0,-1 1-1,1-1 1,0 1 0,0-1 0,0 1-1,-1-1 1,1 1 0,0-1 0,-1 1-1,1-1 1,0 1 0,-1-1 0,1 1-1,0-1 1,-1 0 0,1 1 0,-1-1-1,1 0 1,0 1 0,-1-1 0,1 0-1,-2 0 1,-13 5-1161,14-5 871,-12 3-6539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6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24575,'3'0'0,"3"0"0,2 0 0,4 3 0,1 2 0,-2-2-8191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24575,'3'0'0,"2"3"0,4 4 0,0 1-8191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7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24575,'0'3'0,"0"8"0,0 7 0,0 4 0,0 2 0,0-1 0,0 0 0,0-2 0,0 2 0,0-3-8191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7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24575,'3'0'0,"5"0"0,6 0 0,9 0 0,7 0 0,6 0 0,-1 0 0,1-3 0,-3-2 0,-5 1 0,-7-2 0,-7-3 0,-6-1-8191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24575,'0'2'0,"-1"0"0,1-1 0,-1 1 0,1-1 0,-1 1 0,1-1 0,-1 1 0,1-1 0,-2 2 0,-4 10 0,-2 21 0,-11 66 0,17-77 0,-1 1 0,2 0 0,2 44 0,-1-66-4,0 0 0,1 0 0,-1 1-1,0-1 1,1 0 0,-1 0 0,1 0-1,0 0 1,0 0 0,-1 0 0,1-1-1,0 1 1,0 0 0,0 0 0,0-1 0,1 1-1,-1-1 1,1 2 0,0-1 20,1-1 1,-1 1 0,0-1 0,0 0-1,0 0 1,1 0 0,-1 0-1,0 0 1,1-1 0,-1 0-1,4 1 1,-1-1-131,0 0 0,-1-1-1,1 0 1,0 0 0,-1 0 0,1-1-1,0 1 1,-1-1 0,0-1 0,1 1-1,-1-1 1,6-5 0,1-4-6712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8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24575,'0'-3'0,"3"-1"0,2 0 0,4 1 0,10 1 0,6 0 0,2 1 0,-2 1 0,-5 0-8191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8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24575,'0'4'0,"0"3"0,0 7 0,0 4 0,0 3 0,0 0 0,0 6 0,0 2 0,0 2 0,0-5-8191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9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24575,'5'7'0,"-1"-1"0,0 1 0,-1 0 0,1 0 0,-1 0 0,0 1 0,0 0 0,-1-1 0,3 11 0,4 14 0,-8-29 0,0 0 0,0 1 0,1-1 0,-1 0 0,1 0 0,0 0 0,0 0 0,0 0 0,0-1 0,0 1 0,0-1 0,0 0 0,5 4 0,-5-5 0,0 0 0,-1 0 0,1 0 0,-1-1 0,1 1 0,-1-1 0,1 0 0,0 0 0,-1 1 0,1-1 0,0 0 0,-1-1 0,1 1 0,0 0 0,-1-1 0,1 1 0,-1-1 0,1 0 0,-1 1 0,1-1 0,-1 0 0,1 0 0,-1 0 0,1 0 0,1-3 0,-1 2-1,0 0 0,0 0 0,-1-1 0,1 1 0,0-1 0,-1 0 0,1 0 0,-1 1-1,0-1 1,2-5 0,-1 0 30,0-1 0,2-13-1,-3 13-507,0 0-1,4-13 0,1 5-6346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2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 24575,'36'1'0,"40"-2"0,-73 0 0,-1 1 0,0-1 0,1 0 0,-1 0 0,0 0 0,1 0 0,-1 0 0,0-1 0,0 1 0,0-1 0,0 0 0,0 0 0,0 0 0,-1 0 0,1 0 0,0 0 0,-1-1 0,2-2 0,-2 4 0,0-1 0,-1 1 0,1-1 0,-1 1 0,1-1 0,-1 1 0,1-1 0,-1 1 0,0-1 0,1 0 0,-1 1 0,0-1 0,0 0 0,0 1 0,0-1 0,0 0 0,0 1 0,0-1 0,-1 0 0,1 1 0,0-1 0,-1 1 0,1-1 0,-1 1 0,1-1 0,-1 1 0,0-1 0,0 1 0,1-1 0,-1 1 0,0 0 0,0 0 0,-2-2 0,0 0 0,-1 0 0,1 0 0,-1 0 0,0 1 0,0 0 0,0 0 0,0 0 0,0 1 0,-6-2 0,8 3 0,0-1 0,0 1 0,-1-1 0,1 1 0,0 0 0,-1 0 0,1 0 0,0 1 0,0-1 0,-1 1 0,1-1 0,0 1 0,0 0 0,0 0 0,-1 0 0,1 1 0,0-1 0,-2 3 0,3-4 0,1 1 0,-1 0 0,0-1 0,1 1 0,-1 0 0,1 0 0,0 0 0,-1 0 0,1-1 0,-1 1 0,1 0 0,0 0 0,-1 0 0,1 0 0,0 0 0,0 0 0,0 0 0,0 0 0,0 0 0,0 0 0,0 0 0,0 0 0,0 0 0,0 0 0,0 0 0,0 0 0,0 0 0,1 0 0,-1 0 0,0 0 0,1 0 0,-1 0 0,0 0 0,1 0 0,-1 0 0,1-1 0,-1 1 0,1 0 0,0 0 0,-1-1 0,1 1 0,0 0 0,3 3 0,0 0 0,1 0 0,-1-1 0,0 0 0,8 3 0,-4-2 21,1-1 0,0 0-1,0-1 1,0 0 0,10 0 0,-5-1-766,14 5 0,-17-2-6081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30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24575,'-2'8'0,"-1"0"0,1 0 0,0 0 0,1 0 0,0 0 0,-1 11 0,0 52 0,2-48 0,0-11 0,0-1 0,1 0 0,0 0 0,0 0 0,3 15 0,-3-22 0,0-1 0,0 1 0,1-1 0,-1 1 0,1-1 0,-1 0 0,1 0 0,0 0 0,0 0 0,0 0 0,0-1 0,0 1 0,1-1 0,-1 0 0,0 1 0,1-1 0,0-1 0,-1 1 0,6 2 0,1 0 0,1-1 0,0 0 0,-1-1 0,19 1 0,42-4 0,-45 0 0,-14 1-116,2 0-300,-1-1-1,14-3 1,-11-1-6410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31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24575,'15'20'0,"-1"1"0,-1 0 0,-1 2 0,0-1 0,-1 2 0,-1 0 0,-1 1 0,-1 0 0,8 33 0,-9-23 0,-1 1 0,0 0 0,-2 0 0,-2 1 0,0-1 0,-4 51 0,1-77 0,0 0 0,-1 0 0,0 0 0,0 0 0,-1 0 0,0-1 0,0 1 0,0-1 0,-1 0 0,-1 0 0,-5 10 0,1-6 0,0 0 0,0-1 0,-1-1 0,0 1 0,0-2 0,-13 10 0,9-10-1365,3-3-5461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37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24575,'39'-1'0,"-10"0"0,-1 2 0,44 7 0,-6 2 0,-40-7 0,-25-3 0,1 0 0,0 0 0,0 1 0,0-1 0,0 1 0,0 0 0,-1 0 0,1 0 0,0 0 0,0 0 0,-1 0 0,1 1 0,-1-1 0,1 1 0,2 2 0,-3-1 0,1 0 0,-1-1 0,0 1 0,0 0 0,0-1 0,0 1 0,0 0 0,0 0 0,0 0 0,-1 0 0,1 7 0,5 63 0,11 98 0,-17-168 0,1 0 0,0 0 0,0 0 0,0 0 0,0 0 0,0 0 0,0 0 0,1-1 0,-1 1 0,1-1 0,-1 1 0,1-1 0,0 0 0,-1 0 0,1 0 0,0 0 0,0 0 0,1 0 0,-1-1 0,0 1 0,0-1 0,0 0 0,1 0 0,2 1 0,6 1 0,0 0 0,0-1 0,0-1 0,14-1 0,2 2 0,-8 1 0,-1 1 0,33 13 0,-33-10 0,0-1 0,34 5 0,107-9 66,-83-3-1497,-63 1-5395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4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15 477 24575,'0'0'0,"-1"0"0,1 0 0,-1-1 0,1 1 0,0 0 0,-1-1 0,1 1 0,-1 0 0,1-1 0,0 1 0,-1-1 0,1 1 0,0-1 0,-1 1 0,1-1 0,0 1 0,0-1 0,0 1 0,-1-1 0,1 1 0,0-1 0,0 0 0,0 1 0,0-2 0,-4-17 0,4 17 0,-2-18 0,0 0 0,2-40 0,8-38 0,-2 35 0,-6 60 0,0 1 0,0-1 0,1 1 0,-1-1 0,1 1 0,-1-1 0,1 1 0,0 0 0,0-1 0,0 1 0,0 0 0,0 0 0,0 0 0,3-4 0,-3 4 0,1 1 0,0-1 0,0 0 0,0 1 0,0 0 0,0 0 0,0 0 0,0 0 0,0 0 0,1 0 0,-1 0 0,0 1 0,3 0 0,24-3 0,47 5 0,-23 1 0,-39-3 0,0 0 0,0-1 0,0-1 0,0-1 0,18-6 0,-14 3 0,0 1 0,0 0 0,1 2 0,-1 0 0,25 2 0,-31 1 0,12 1 0,0-2 0,31-5 0,-19 0 0,0 1 0,0 3 0,56 4 0,-90-2 0,-1 1 0,1-1 0,0 0 0,-1 1 0,1-1 0,-1 1 0,1-1 0,-1 1 0,1 0 0,-1 0 0,1 0 0,-1 0 0,0 0 0,1 0 0,-1 1 0,0-1 0,0 1 0,0-1 0,0 1 0,2 2 0,-2-1 0,0 1 0,0-1 0,0 1 0,0-1 0,0 1 0,-1 0 0,1-1 0,-1 1 0,1 0 0,-1 5 0,-2 17 0,0 0 0,-1 0 0,-6 25 0,-6 47 0,15-95 0,0 0 0,-1 0 0,1 0 0,0 0 0,1 1 0,-1-1 0,0 0 0,2 4 0,-2-5 0,1-1 0,-1 0 0,1 0 0,-1 0 0,1 0 0,0 1 0,-1-1 0,1 0 0,0 0 0,0-1 0,-1 1 0,1 0 0,0 0 0,0 0 0,0-1 0,0 1 0,0 0 0,0-1 0,0 0 0,0 1 0,2 0 0,12 2 0,1-1 0,-1-1 0,1 0 0,24-4 0,-6 1 0,276 0 0,-184 3 0,-122-1 0,0 0 0,0-1 0,-1 1 0,1-1 0,0 0 0,6-2 0,-9 2 0,0 1 0,1-1 0,-1 0 0,0 0 0,0-1 0,1 1 0,-1 0 0,0 0 0,0-1 0,0 1 0,0-1 0,0 1 0,0-1 0,-1 0 0,1 1 0,0-1 0,-1 0 0,1 1 0,0-5 0,3-11 0,-1 0 0,-1 0 0,1-29 0,-3-53 0,1-14 0,-1 110 0,0 1 0,0-1 0,0 1 0,1 0 0,-1-1 0,1 1 0,-1-1 0,1 1 0,0 0 0,0 0 0,0 0 0,0 0 0,0-1 0,0 2 0,0-1 0,0 0 0,1 0 0,-1 0 0,4-2 0,-2 2 0,0 0 0,0 0 0,0 0 0,0 1 0,1 0 0,-1 0 0,1 0 0,-1 0 0,0 1 0,6 0 0,5 0 0,1 2 0,-1 0 0,16 5 0,24 3 0,4 1 0,-25-4 0,-30-7 0,-1 1 0,1 0 0,-1 0 0,0 0 0,1 0 0,-1 0 0,0 1 0,1-1 0,-1 1 0,0 0 0,0 0 0,0 0 0,0 0 0,0 0 0,0 1 0,-1-1 0,1 1 0,-1-1 0,1 1 0,-1 0 0,0 0 0,0 0 0,0 0 0,0 0 0,0 0 0,0 0 0,0 5 0,1 8 0,0 0 0,-2 0 0,1 1 0,-3 21 0,2-24 0,-1-3 0,1-5 0,-1 1 0,1-1 0,0 0 0,1 7 0,-1-12 0,1 0 0,-1 1 0,0-1 0,0 0 0,1 1 0,-1-1 0,1 0 0,-1 0 0,1 0 0,-1 1 0,1-1 0,0 0 0,-1 0 0,1 0 0,0 0 0,-1 0 0,1 0 0,0-1 0,0 1 0,0 0 0,0 0 0,0-1 0,0 1 0,1 0 0,7 2 0,1-1 0,-1 0 0,15 0 0,0 1 0,17 2 0,-1-2 0,0-2 0,44-6 0,-76 4 0,-1 0 0,1-1 0,0 0 0,0-1 0,-1 0 0,11-7 0,-16 9 0,1-1 0,0 0 0,-1-1 0,1 1 0,-1 0 0,0-1 0,0 0 0,0 0 0,0 0 0,0 0 0,0 0 0,0 0 0,-1 0 0,1-1 0,-1 1 0,0-1 0,0 0 0,0 1 0,1-7 0,0-9 0,-1-1 0,0 1 0,-3-25 0,1-18 0,1 59-49,0 0 1,0-1-1,1 1 0,-1 0 0,0 0 1,1 0-1,0 0 0,-1-1 0,1 1 1,0 1-1,0-1 0,1 0 0,-1 0 1,0 0-1,1 1 0,-1-1 0,1 1 1,0-1-1,0 1 0,-1 0 0,1 0 1,0 0-1,0 0 0,1 0 0,-1 1 0,0-1 1,5-1-1,4-1-6777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4:55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 24575,'34'1'0,"-2"-1"0,0-1 0,33-6 0,71-16 0,-115 20 0,-1 0 0,0 2 0,22 2 0,-40-1 0,-1 0 0,1 1 0,-1-1 0,0 1 0,1-1 0,-1 1 0,0 0 0,0 0 0,1 0 0,-1 0 0,0 0 0,0 0 0,0 0 0,0 0 0,0 0 0,0 1 0,0-1 0,0 1 0,0-1 0,-1 1 0,1-1 0,0 1 0,-1 0 0,1-1 0,-1 1 0,1 0 0,-1-1 0,0 1 0,1 2 0,0 6 0,0 1 0,-1-1 0,0 20 0,-1-21 0,0 11 0,-7 38 0,1-16 0,2-8 0,3-22 0,-3 25 0,5-35 0,0-1 0,0 1 0,0-1 0,1 0 0,-1 1 0,0-1 0,0 1 0,1-1 0,-1 0 0,1 1 0,-1-1 0,1 0 0,-1 0 0,1 1 0,0-1 0,-1 0 0,1 0 0,0 0 0,0 0 0,0 0 0,0 0 0,0 0 0,-1-1 0,1 1 0,0 0 0,1-1 0,-1 1 0,0 0 0,0-1 0,0 0 0,2 1 0,4 1 0,0 0 0,0-1 0,13 0 0,-16-1 0,145-4 0,-87-4 0,33-3 0,515 11 0,-267 1 0,-340-1 0,-1 0 0,1 0 0,-1 0 0,0-1 0,1 1 0,-1-1 0,0 0 0,0 0 0,1 0 0,-1 0 0,0 0 0,0-1 0,0 1 0,0-1 0,0 0 0,0 0 0,0 0 0,0 0 0,-1 0 0,1 0 0,-1 0 0,1-1 0,-1 1 0,0-1 0,0 1 0,1-1 0,-1 0 0,-1 0 0,1 0 0,0 1 0,-1-1 0,2-5 0,0-15 0,0-1 0,-2 1 0,-1-35 0,0 8 0,-3 17 0,3 27 0,1 0 0,-1 0 0,1 0 0,-1 0 0,1-1 0,1-6 0,0 12 0,-1 0 0,0-1 0,1 1 0,-1 0 0,1 0 0,-1-1 0,1 1 0,0 0 0,-1 0 0,1 0 0,0 0 0,0 0 0,0 0 0,0 0 0,-1 0 0,1 1 0,0-1 0,0 0 0,0 1 0,0-1 0,0 1 0,2-1 0,3-1 0,0 0 0,11-2 0,-7 2 0,32-4 0,1 2 0,52 3 0,-56 1 0,-36 0 0,0 0 0,0 0 0,0 1 0,0-1 0,0 1 0,-1 0 0,1 0 0,3 1 0,-5-1 0,0 0 0,1 0 0,-1 0 0,0 0 0,0 0 0,-1 0 0,1 0 0,0 1 0,0-1 0,0 0 0,0 1 0,-1-1 0,1 0 0,-1 1 0,1-1 0,-1 1 0,1-1 0,-1 1 0,1 0 0,-1-1 0,0 3 0,1 10 0,0 0 0,-1 0 0,-2 24 0,1-23 0,0 0 0,3 28 0,-2-40 0,0-1 0,1 0 0,-1 0 0,1 0 0,0 0 0,0 0 0,-1 0 0,1 0 0,0 0 0,0 0 0,0 0 0,1 0 0,-1-1 0,0 1 0,1-1 0,-1 1 0,0-1 0,1 0 0,-1 1 0,1-1 0,0 0 0,-1 0 0,1-1 0,0 1 0,2 1 0,5 0 0,-1 0 0,1 0 0,16 0 0,-22-2 0,146-1 0,-52-2 0,204 3 0,-297 1 0,0-1 0,0-1 0,0 1 0,0-1 0,5-2 0,-7 3 0,-1-1 0,0 1 0,1-1 0,-1 0 0,0 0 0,0 0 0,0 0 0,0 0 0,0 0 0,0-1 0,0 1 0,0 0 0,0-1 0,0 1 0,0-1 0,0 1 0,-1-1 0,1 1 0,0-3 0,1-6 0,0-1 0,0 1 0,-1-1 0,0 1 0,-1-1 0,0 1 0,-2-20 0,1 14 0,1 0 0,1-25 0,2 14 0,-2 11 0,1 1 0,0-1 0,4-15 0,-5 29 0,0-1 0,-1 1 0,1 0 0,0 0 0,1-1 0,-1 1 0,0 0 0,0 1 0,1-1 0,-1 0 0,1 0 0,-1 1 0,1-1 0,-1 1 0,1 0 0,0-1 0,0 1 0,-1 0 0,1 0 0,0 0 0,0 1 0,4-2 0,2 1 0,1 0 0,0 0 0,17 3 0,-11-1 0,444 2 0,-264-4 0,200 1 0,-390 0 0,0 0 0,0 0 0,-1 1 0,9 2 0,-12-3 0,1 1 0,-1 0 0,1 0 0,-1 0 0,1 0 0,-1 0 0,0 0 0,1 0 0,-1 0 0,0 1 0,0-1 0,0 0 0,0 1 0,0 0 0,0-1 0,0 1 0,0 0 0,1 2 0,4 16 0,-1-1 0,4 23 0,0 1 0,-3-16 0,0 1 0,-2 1 0,2 36 0,-6-61 0,0 0 0,1-1 0,-1 1 0,1 0 0,0-1 0,0 1 0,0-1 0,0 1 0,0-1 0,1 0 0,-1 0 0,1 1 0,0-1 0,-1-1 0,5 6 0,-4-6 0,1 1 0,0-1 0,0 1 0,0-1 0,0 0 0,0 0 0,0-1 0,0 1 0,1-1 0,-1 0 0,0 0 0,1-1 0,3 1 0,109-1 0,-51-2 0,628 2-1365,-679 0-5461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5:3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5:44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24119,'229'0'0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5:55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24575,'8'118'0,"-1"-4"0,-6-82 0,8 51 0,-6-65 0,-3-14 0,1 5 0,0 0 0,1-1 0,0 1 0,4 13 0,-5-20 0,0 0 0,0 0 0,0 0 0,0 0 0,0 0 0,0 0 0,0-1 0,1 1 0,-1 0 0,0-1 0,1 1 0,-1-1 0,1 0 0,0 0 0,-1 1 0,1-1 0,0-1 0,0 1 0,-1 0 0,1 0 0,4 0 0,15 1 0,1-1 0,28-4 0,-1 1 0,176 2 0,-206-1 0,29-7 0,8-1 0,145 8 0,-103 2 0,-78 0 0,31 7 0,-34-4 0,-1-1 0,1-1 0,19-2 0,-34 0 0,-1 0 0,1 0 0,0 0 0,-1-1 0,1 1 0,0-1 0,-1 1 0,1-1 0,-1 0 0,1 0 0,-1 0 0,1 0 0,-1 0 0,1 0 0,-1-1 0,0 1 0,1-1 0,-1 1 0,0-1 0,0 1 0,0-1 0,1-3 0,0 0 0,-1 0 0,1 1 0,-1-1 0,-1 0 0,1 0 0,0 0 0,-1 0 0,0-9 0,-3-168 0,-3 143 0,4 32 0,1 1 0,0-1 0,1 0 0,-1 1 0,1-13 0,0 17 0,0 0 0,1 0 0,-1 1 0,0-1 0,1 0 0,-1 1 0,1-1 0,0 1 0,-1-1 0,1 1 0,0-1 0,0 1 0,0 0 0,0-1 0,0 1 0,0 0 0,0 0 0,0 0 0,0 0 0,0 0 0,1 0 0,-1 1 0,0-1 0,0 0 0,1 1 0,-1-1 0,0 1 0,1-1 0,1 1 0,5-1 0,0 0 0,0 1 0,15 1 0,-12 0 0,198 2 0,-163-3 0,-43 0 0,0 0 0,0 0 0,0 1 0,0-1 0,0 1 0,0 0 0,0 0 0,0 0 0,0 0 0,5 4 0,-7-3 0,1-1 0,-1 1 0,1-1 0,-1 1 0,0 0 0,1 0 0,-1 0 0,0 0 0,0 0 0,0 0 0,0 0 0,-1 0 0,1 1 0,0-1 0,-1 0 0,1 1 0,-1-1 0,1 4 0,1 17 0,-1-1 0,-3 46 0,0-14 0,1-27 0,0-15 0,1 1 0,0-1 0,1 1 0,3 22 0,-4-33 0,1 0 0,-1 0 0,1 0 0,0 0 0,0 0 0,0 0 0,0 0 0,0-1 0,0 1 0,0 0 0,1-1 0,-1 1 0,0-1 0,1 1 0,-1-1 0,1 0 0,-1 0 0,1 0 0,-1 0 0,1 0 0,-1 0 0,1 0 0,0-1 0,0 1 0,2-1 0,4 2 0,1-2 0,0 1 0,17-3 0,-11 0 0,140 0-1190,-152 2 1015,14 0-6651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5:59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24159,'1204'0'0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04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30 371 24575,'0'-4'0,"0"1"0,-1 0 0,0 0 0,1 0 0,-1 0 0,-1-4 0,-2-4 0,-1-7 0,1-1 0,1 0 0,0 0 0,0-1 0,1-25 0,1 17 0,3-97 0,-2 123 0,0 0 0,1 0 0,-1 1 0,0-1 0,1 0 0,-1 0 0,1 1 0,0-1 0,-1 1 0,1-1 0,0 1 0,0-1 0,-1 1 0,1-1 0,0 1 0,0 0 0,0 0 0,0 0 0,1-1 0,-1 1 0,0 1 0,0-1 0,0 0 0,1 0 0,-1 0 0,0 1 0,1-1 0,-1 1 0,3-1 0,4 0 0,0 0 0,0 1 0,0 0 0,10 1 0,-3 0 0,23 0 0,-18-1 0,1 1 0,37 7 0,-40-4 0,0-1 0,21 0 0,-1-1 0,-36-2 0,0 1 0,0-1 0,0 1 0,-1-1 0,1 1 0,0 0 0,0 0 0,0 0 0,-1 0 0,1 0 0,0 1 0,-1-1 0,1 1 0,-1-1 0,1 1 0,-1 0 0,0-1 0,1 1 0,-1 0 0,0 0 0,0 0 0,0 1 0,0-1 0,0 0 0,-1 0 0,1 1 0,0-1 0,0 5 0,1 5 0,-1 0 0,0 0 0,-1 1 0,0 18 0,-1-19 0,1 2 0,0-1 0,0 0 0,1 1 0,5 25 0,-6-36 0,1 0 0,0 0 0,0 0 0,0 0 0,0 0 0,0 0 0,0 0 0,1 0 0,-1 0 0,1-1 0,0 1 0,-1-1 0,1 1 0,0-1 0,0 0 0,0 0 0,0 0 0,1 0 0,-1-1 0,0 1 0,1-1 0,-1 0 0,0 0 0,1 0 0,3 1 0,19 4-1365,-15-3-5461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11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23974,'875'0'0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15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22186,'559'0'0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20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18 244 24575,'0'-1'0,"0"1"0,1 0 0,-1 0 0,0 0 0,0-1 0,0 1 0,1 0 0,-1-1 0,0 1 0,0 0 0,0-1 0,1 1 0,-1 0 0,0-1 0,0 1 0,0 0 0,0-1 0,0 1 0,0 0 0,0-1 0,0 1 0,0 0 0,0-1 0,0 1 0,0-1 0,0 1 0,0 0 0,0-1 0,0 1 0,0-1 0,0 1 0,0-1 0,-3-17 0,3 15 0,-15-132 0,13 117 0,2 15 0,-1 0 0,1 0 0,0 0 0,0-1 0,0 1 0,1 0 0,-1 0 0,1-5 0,0 7 0,-1 0 0,1 0 0,-1-1 0,1 1 0,-1 0 0,1 0 0,0 0 0,-1 0 0,1 0 0,0 0 0,0 0 0,0 0 0,-1 0 0,1 1 0,0-1 0,0 0 0,0 1 0,0-1 0,0 1 0,0-1 0,2 0 0,9-1 0,0 0 0,0 1 0,0 1 0,24 3 0,-2 0 0,15-3 0,25 1 0,-73-1 0,1 1 0,-1-1 0,1 0 0,-1 1 0,0-1 0,0 1 0,1-1 0,-1 1 0,0 0 0,0 0 0,1 0 0,-1 0 0,0 0 0,0 0 0,0 0 0,0 0 0,0 1 0,0-1 0,-1 0 0,1 1 0,0-1 0,0 1 0,-1-1 0,1 1 0,-1 0 0,1-1 0,-1 1 0,1 0 0,-1 2 0,1 5 0,0 0 0,0 0 0,-1 0 0,-1 13 0,0-10 0,1 6 0,-1-8 0,1 1 0,0-1 0,0 0 0,0 0 0,3 11 0,-3-19 0,1 1 0,-1-1 0,1 0 0,0 0 0,0 1 0,0-1 0,0 0 0,0 0 0,0 0 0,0 0 0,0 0 0,0-1 0,1 1 0,-1 0 0,1-1 0,-1 1 0,1-1 0,-1 0 0,1 1 0,0-1 0,0 0 0,-1 0 0,1-1 0,0 1 0,0 0 0,2 0 0,8 0-2,0 0 0,0 0 0,22-4 0,-7 1-1355,-18 2-5469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27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24575,'201'0'0,"-182"-1"0,30-7 0,7-1 0,49 9 0,14-1 0,-56-7 0,23-2 0,-21 11 0,33-2 0,-37-15 0,-45 14-1365,-2 2-5461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29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24575,'3'0'0,"5"0"0,4 0 0,0 0-8191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34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2 348 24575,'0'-239'0,"-1"226"0,0-8 0,1 20 0,0 0 0,0 0 0,1 0 0,-1 1 0,0-1 0,0 0 0,1 0 0,-1 0 0,0 0 0,1 0 0,-1 1 0,0-1 0,1 0 0,-1 0 0,1 1 0,-1-1 0,1 1 0,-1-1 0,2-1 0,11-7 0,0 1 0,0 0 0,0 2 0,1-1 0,0 2 0,0 0 0,1 2 0,-1 0 0,0 0 0,1 2 0,21 1 0,36 0 0,47 2 0,-65 7 0,15 1 0,54-11-1365,-111 1-5461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36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24575,'0'3'0,"0"5"0,0 6 0,0 4 0,0 3 0,0 3 0,0 4 0,0 4 0,3-4 0,0-4 0,0-2 0,2-6 0,0-1 0,-1-2 0,2 2 0,-1-3-8191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38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23845,'1190'0'0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6:47.9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262 556 9830,'0'2'124,"1"0"1,-1 1-1,1-1 1,-1 0-1,1 0 0,-1 0 1,1 0-1,0 0 0,0 0 1,1 3-1,1 1 81,0 0-69,0 0 0,1-1 0,-1 1 1,1-1-1,0 0 0,1 0 0,-1-1 0,0 1 0,1-1 1,0-1-1,0 1 0,0-1 0,0 0 0,0 0 0,0-1 1,1 0-1,-1 0 0,1-1 0,-1 0 0,1 0 0,-1 0 1,1-1-1,0 0 0,8-2 0,-11 1-114,0 0 0,0 0 0,0-1-1,0 1 1,0-1 0,0 0 0,0 0 0,-1 0-1,1-1 1,0 1 0,-1-1 0,0 1 0,1-1 0,-1 0-1,0-1 1,0 1 0,0 0 0,-1-1 0,4-6-1,-1-1-144,-1-1-1,1 0 1,-1 0-1,-1 0 1,2-18-1,-1 3-96,-1 0 0,-1 0 0,-1 0-1,-1 0 1,0 0 0,-10-51 0,8 63 128,0 0 0,-1 0 0,0 1-1,-1 0 1,-1 0 0,1 0 0,-2 0 0,1 1 0,-2 1 0,1 0 0,-1 0 0,-1 1 0,-13-15 0,11 16 192,0 1-1,0 0 1,0 1-1,-1 1 1,0 0 0,0 1-1,0 1 1,-1 0-1,0 1 1,1 1-1,-1 1 1,-16-1 0,20 2 53,1 1 0,-1 1-1,1 0 1,-1 1 0,1 0 0,0 0 0,-1 1 0,1 0 0,0 1 0,1 0 0,-1 1 0,0 0 0,1 1 0,0 0 0,0 0 0,0 1 0,1 0 0,-1 0 0,-6 12 0,8-11-69,1-1 1,-1 1-1,1 0 1,1 1 0,0-1-1,0 1 1,-4 16-1,6-22-26,1-1 0,-1 1-1,1 0 1,0-1-1,-1 1 1,1 0-1,0-1 1,0 1-1,0 0 1,1 0 0,-1-1-1,1 1 1,-1 0-1,1-1 1,-1 1-1,1-1 1,0 1-1,0-1 1,0 0-1,0 1 1,1-1 0,-1 0-1,0 0 1,1 0-1,-1 0 1,1 0-1,-1 0 1,1-1-1,0 1 1,-1 0-1,3 0 1,4 3 109,-1-2-1,1 1 0,0-1 1,0-1-1,0 1 1,0-2-1,0 0 1,0 0-1,14-1 0,7-2 387,39-11 0,-52 10-396,5-1 445,25 0 0,-31 4-560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09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9830,'5'0'546,"4"0"-273,3 0 0,4 0 273,2 0-272,0 0-1,0 0 0,-1 3 113,-1 1-113,2 0 273,0-1-273,0 2 113,1 1 160,-3-2-546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18.4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65 23970,'1548'0'0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22.8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16667,'717'19'0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34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18199,'5286'0'0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42.9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47.6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0 9830,'-5'4'611,"-4"3"-225,-3 1-113,-1-1 0,-2 1 113,2 6 160,-1 1 0,-2 0-159,3 1-114,1 1 113,0-2-113,-1-5 0,0 0 113,2-1-386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50.8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90 257 9830,'7'10'637,"-6"-8"-574,1 0 1,-1-1-1,0 1 0,1 0 1,-1-1-1,1 1 1,-1-1-1,1 1 0,-1-1 1,1 0-1,0 0 0,0 0 1,2 1-1,1 0 56,-1-1 1,1 0-1,0 0 0,0 0 1,0-1-1,0 1 1,0-2-1,0 1 0,0-1 1,0 0-1,6-2 0,-7 1-107,0 0-1,0 0 1,0-1-1,0 1 1,-1-1-1,1 0 0,-1 0 1,0-1-1,0 1 1,0-1-1,0 0 1,0 0-1,4-8 0,-3 4-42,-1-1 0,0 1 0,0 0-1,0-1 1,0 0 0,-1 0 0,0 0-1,-1 0 1,0-1 0,0 1 0,0 0-1,-1-1 1,0 1 0,-2-12 0,2 18 46,-1-1 0,1 1 0,-1-1 1,0 1-1,0 0 0,0 0 1,0-1-1,0 1 0,-1 0 0,1 0 1,-1 1-1,0-1 0,1 0 1,-1 1-1,0-1 0,0 1 1,0 0-1,-1 0 0,1 0 0,0 0 1,-1 0-1,1 1 0,-1-1 1,-4-1-1,-5-2 322,0 1-1,0 1 1,-1 0 0,-13 0-1,17 2-249,-6-1 31,2 0 82,0 1-1,-15 1 0,25 0-141,0 0 0,0 0 0,0 1 0,0 0 0,0 0 0,0 0 0,0 0 0,0 1 1,0-1-1,0 1 0,0 0 0,1 0 0,-1 0 0,-3 4 0,4-3 5,0 0 0,0 0 1,1 1-1,-1-1 0,1 1 0,-1-1 0,1 1 0,0 0 0,0 0 1,0 0-1,0 0 0,1 0 0,-1-1 0,1 1 0,0 0 0,0 7 1,0-7 2,0 0 0,1 0 0,-1 0-1,1 0 1,0 0 0,-1-1 0,1 1 0,1 0 0,-1 0 0,0-1 0,1 1 0,-1-1 0,1 0 0,0 1 0,0-1 0,3 4 0,2-1 82,0-1 0,0 0 0,0-1-1,0 0 1,1 0 0,14 4 0,-22-8-148,14 5 39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7:54.1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106 278 9830,'100'0'2458,"-99"0"-2431,1 1 0,0-2 0,0 1 0,-1 0 0,1 0 0,0-1 0,0 1 0,-1-1 0,1 0 0,0 1 0,-1-1 0,1 0 0,0 0 0,-1-1 0,1 1 0,-1 0 1,0-1-1,1 1 0,-1-1 0,0 1 0,1-1 0,-1 0 0,0 0 0,0 0 0,0 0 0,-1 0 0,1 0 0,0 0 0,0 0 0,-1 0 0,1 0 0,-1 0 0,0-1 0,1 1 0,-1-3 1,1-3-62,-1-1 0,1 1 1,-1-1-1,-1 1 0,1-1 1,-1 1-1,-1 0 0,1-1 1,-1 1-1,0 0 0,-6-15 1,-1-12-85,8 27 97,-1 1 0,0 0 1,0 0-1,-5-12 0,6 17 52,-1 0 0,1 0-1,0 0 1,-1 0 0,1 0 0,-1 1 0,1-1-1,-1 1 1,0-1 0,1 1 0,-1 0 0,0-1-1,0 1 1,0 0 0,0 1 0,0-1-1,0 0 1,-2 0 0,-10 0 249,0 0 0,0 0 1,-16 3-1,-3 0 423,29-2-582,-1 0 0,0 1 0,0 0 1,0 0-1,1 0 0,-9 3 0,12-3-81,-1 1-1,0-1 0,0 0 0,1 1 1,-1-1-1,1 1 0,-1-1 0,1 1 1,0 0-1,-1 0 0,1 0 0,0 0 1,0 0-1,0 0 0,0 0 0,0 0 0,0 1 1,1-1-1,-2 5 0,1-2 57,-1 1 0,1 0-1,1 0 1,-1 0 0,1 0-1,-1 0 1,1 0 0,1-1-1,-1 1 1,1 0 0,0 0-1,0 0 1,0 0 0,0-1 0,1 1-1,0 0 1,0-1 0,0 0-1,0 0 1,1 0 0,-1 0-1,1 0 1,0-1 0,0 1 0,1-1-1,3 4 1,6 3 198,0-1-1,0-1 1,28 14 0,0 0 362,-16-11-48,-12-8-532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01.6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99 276 9830,'4'0'175,"6"1"249,0-2 0,0 0 0,11-2 0,-18 2-407,-1 0-1,1 0 0,-1 0 1,1 0-1,-1 0 1,1-1-1,-1 1 0,0-1 1,0 0-1,1 0 1,-1 0-1,0 0 0,0 0 1,-1-1-1,1 1 1,0-1-1,1-3 0,2-3-45,-1-1 0,1-1 0,-2 1 0,1-1 0,-1 0 0,0 0 0,-1 0-1,0 0 1,-1 0 0,0-1 0,0 1 0,-1-22 0,0 30 42,0 0-1,-1 0 1,1 0 0,-1 0-1,0 0 1,1 0 0,-1 0-1,0 0 1,-1 1 0,1-1 0,0 0-1,0 1 1,-1-1 0,-2-2-1,2 2 60,-1 0 0,0 1-1,1 0 1,-1 0 0,0 0-1,0 0 1,0 0 0,0 1-1,-5-2 1,-5 0 242,1 0 0,-1 2-1,0 0 1,-18 2 0,19 0-186,-1-1 105,6-1-84,0 1 0,0 1 0,1-1 0,-12 4 1,17-3-108,-1-1-1,1 1 1,0-1 0,-1 1 0,1 0 0,-1 0 0,1 0 0,0 0 0,0 0 0,-1 1 0,1-1 0,0 0 0,0 1 0,0-1 0,0 1-1,0-1 1,0 1 0,0-1 0,1 1 0,-1 0 0,0 0 0,1 0 0,-1-1 0,1 1 0,-1 3 0,1 1 73,-1 0 1,1 0 0,0 0-1,1 0 1,-1 1 0,1-1 0,0 0-1,0 0 1,0-1 0,4 10-1,-3-6 41,2 0-1,-1-1 0,1 0 0,0 0 1,0 0-1,7 8 0,-8-12-69,0 0-1,1 0 1,-1-1-1,1 0 1,0 0 0,0 0-1,0 0 1,0-1-1,0 0 1,6 2 0,4 1 443,27 3 0,-21-5-113,-6 0-334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06.1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116 294 9830,'25'1'1085,"-16"0"-856,0-1 0,0 0 0,0 0-1,0-1 1,14-4 0,-22 4-222,1 0 0,-1 0-1,1 0 1,-1 0 0,0 0 0,1 0 0,-1-1 0,0 1 0,0 0 0,0-1 0,0 1 0,0-1 0,0 0 0,0 1 0,0-1 0,-1 0 0,1 0 0,0 1 0,-1-1 0,1 0 0,-1 0-1,1 0 1,-1-4 0,1-4-49,0 0 0,-1 0-1,0-15 1,0 18 45,-1-29-109,1 17 53,0 1 0,-1 0-1,-3-19 1,3 34 57,1 0 0,-1 0-1,0 1 1,0-1 0,0 0 0,0 0 0,0 1-1,0-1 1,-1 1 0,1 0 0,-1-1 0,1 1 0,-1 0-1,0 0 1,-1-2 0,0 2 61,0 0 1,0 0-1,-1 0 0,1 0 1,0 0-1,0 1 1,-1 0-1,1 0 0,-5 0 1,-2 0 136,1 1-1,-1 0 1,1 1 0,-1 0 0,1 1 0,-14 4-1,17-3-66,0 0-1,0 0 0,1 0 0,-1 1 1,1 0-1,0 0 0,0 1 0,0 0 0,-4 5 1,6-6-65,0-1 0,0 1 1,0 0-1,1 0 0,-1 0 1,1 1-1,0-1 1,0 1-1,1-1 0,-1 1 1,1 0-1,-1 0 0,1 0 1,-1 8-1,2-9 20,0 0 1,1 0-1,-1 0 1,1 0-1,-1 0 1,1 0-1,0 0 0,0-1 1,0 1-1,0 0 1,1-1-1,-1 1 0,1-1 1,4 7-1,1 1 248,1-1 0,15 17 0,-20-24-268,4 3 117,0 1 0,1-1 0,-1-1 0,1 0 0,9 5 0,42 14 743,-45-20-890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1.1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115 255 9830,'16'0'607,"-9"1"-376,0-1 0,1 0 0,-1-1 0,0 0 0,10-3 0,-15 3-224,0 1 1,-1-1 0,1 0-1,0 0 1,0-1-1,-1 1 1,1 0 0,-1-1-1,1 1 1,-1-1-1,1 0 1,-1 0 0,0 0-1,1 1 1,-1-2-1,0 1 1,0 0 0,0 0-1,-1 0 1,1 0-1,0-1 1,0 1 0,-1 0-1,1-6 1,1-9-55,-1 0 1,-1 0-1,0 0 1,-3-22-1,3 34 69,-1 1-1,1 0 1,-1-1-1,0 1 1,0 0-1,0 0 1,-1 0-1,1 0 1,-1 0-1,1 0 1,-1 0-1,0 1 1,-1-1-1,1 1 1,0 0-1,-1 0 1,1 0-1,-1 0 1,0 0-1,0 1 1,1-1-1,-1 1 1,-1 0-1,1 0 1,0 1-1,0-1 1,-1 1-1,1 0 1,-6-1-1,4 1 87,-1 0 0,1 1 0,-1 0 0,0 0-1,1 1 1,-1 0 0,1 0 0,-1 0 0,1 1-1,0 0 1,0 1 0,-1-1 0,1 1 0,0 1-1,1-1 1,-1 1 0,0 0 0,-4 5 0,4-3 82,1 0 0,-1 1 0,1-1 1,0 1-1,-6 13 0,9-16-136,-1-1 1,1 1-1,0 0 1,0 0-1,0-1 1,0 1-1,1 0 1,-1 0-1,1 0 0,-1 0 1,1 0-1,0 1 1,1-1-1,0 5 1,0-6 14,0 1-1,0-1 1,0 0 0,0 0 0,1 0 0,0 0 0,-1 0 0,1 0 0,0-1-1,2 4 1,2 0 153,0 1-1,8 7 0,-10-12-148,-1 1 0,1-1 0,-1 0 0,1 0 0,-1-1 0,1 1 0,0-1 0,4 1 0,3-1 271,16 0-1,-17-1 62,20 3 0,-17 1-364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3.3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9830,'0'966'14973,"0"-948"-14928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3.9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83 9830,'-1'0'25,"1"1"0,0-1-1,-1 0 1,1 0 0,-1 0 0,1 0 0,0 0-1,-1 0 1,1 1 0,0-1 0,-1 0 0,1 0-1,0 1 1,-1-1 0,1 0 0,0 0 0,0 1-1,-1-1 1,1 1 0,0-1 0,0 0 0,-1 1-1,1-1 1,0 1 0,0-1 0,0 1 0,0-1-1,-1 0 1,1 1 0,0-1 0,0 1-1,0-1 1,0 1 0,0-1 0,0 1 0,0-1-1,0 1 1,0 0 0,0 0 22,0 1-1,0 0 1,1-1-1,-1 1 1,0-1-1,1 1 1,-1-1-1,0 1 1,1-1-1,0 3 1,1-2 11,0 0 1,-1 0 0,1 0 0,0 0 0,0 0 0,0 0 0,0-1 0,0 0 0,1 1 0,-1-1 0,0 0 0,0 0 0,1 0 0,-1-1 0,0 1 0,5 0 0,-4-1 13,0 0 1,1 0 0,-1 0-1,0 0 1,0 0-1,0-1 1,1 0 0,-1 0-1,0 0 1,0 0 0,0-1-1,3-2 1,3-5-125,0 0 1,-1-1-1,0 0 0,-1 0 1,10-18-1,-7 13-47,2-5 22,-1 3 63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5.4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9830,'0'647'10649,"8"-515"-8808,-1 3-67,-7 83 346,0-202-2120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6.2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99 9830,'1'3'106,"-1"-1"-1,1 1 1,-1-1 0,1 1-1,0-1 1,0 0 0,0 1-1,0-1 1,0 0 0,2 3-1,1 2 52,-2-3-54,1 0 1,0 0 0,0 0 0,0-1 0,0 1 0,0-1 0,1 0 0,4 3 0,0 0 212,1-1 0,12 6 0,-19-10-298,0 0 1,-1-1-1,1 1 1,0-1-1,0 0 1,-1 0-1,1 0 0,0 0 1,0 0-1,-1 0 1,1 0-1,0-1 1,-1 1-1,1-1 0,0 0 1,-1 0-1,1 1 1,0-1-1,-1-1 1,1 1-1,-1 0 0,0 0 1,1-1-1,-1 1 1,0-1-1,1 1 1,1-4-1,2-5-109,0 1 0,0-1 0,0-1 0,3-13 0,1 1 90,-6 16 33,1 0 0,0 0 0,0 0 1,0 1-1,1-1 0,0 2 0,0-1 0,0 0 0,0 1 1,1 0-1,7-4 0,-1-1 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7.8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164 0 9830,'-1'0'33,"1"0"0,-1 1 0,1-1 0,-1 0 0,1 0 0,-1 1 0,1-1 0,0 0 0,-1 1 0,1-1 0,-1 1 0,1-1 0,0 1 0,-1-1 0,1 1 0,0-1 0,-1 1 0,1-1 0,0 1 0,-1-1 0,1 1 0,0 0 0,0-1 0,0 1 1,-1-1-1,1 1 0,0 1 0,-3 19 398,3-19-376,-7 97 1885,-5 50 223,9-125-1294,-12 45 1,0-4-203,8-29 44,1 1 0,2 0 0,-1 38 0,5-72-682,0 27 830,-5 48 1,3-60-564,-1 6 454,-8 39 1,4-31-232,2 1-1,0-1 1,-1 45 0,1-17-519,-2 13 0,7-68 0,-2 16 0,2-20 0,-1 0 0,1 0 0,0-1 0,0 1 0,-1 0 0,1 0 0,-1 0 0,1 0 0,0-1 0,-1 1 0,1 0 0,-1-1 0,1 1 0,-1 0 0,0-1 0,1 1 0,-1-1 0,-1 2 0,-7 1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8.4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9830,'1'4'174,"-1"1"0,1-1 0,-1 0 0,1 0 0,0 1 1,0-1-1,3 6 0,12 26 522,-13-29-537,1-1 1,0 1-1,0-1 0,0 0 0,1 0 0,-1-1 1,1 0-1,0 0 0,0 0 0,1-1 0,-1 0 1,1 0-1,-1-1 0,1 0 0,0 0 1,0-1-1,0 0 0,0 0 0,9 1 0,-4-2 71,0 0 0,0-1 0,13-2 0,-20 2-192,0-1 1,0 0 0,0-1 0,1 1-1,-1-1 1,-1 0 0,1 0 0,0-1-1,0 1 1,-1-1 0,6-5 0,19-21-469,9-9 144,-25 24 267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19.7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9830,'-1'97'2473,"2"108"572,6-112-1814,1 25 322,-8 311 5209,-1-176-5442,1-234-1320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20.6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72 9830,'1'3'131,"-1"1"-1,1-1 1,-1 0-1,1 1 1,0-1-1,0 0 1,0 0-1,0 0 1,1 0 0,2 5-1,3 8 204,-4-9-151,1 0 0,-1-1-1,1 0 1,0 0-1,0 0 1,0 0 0,9 8-1,-9-10-95,-1-1 0,1 0-1,0 0 1,-1 0 0,1-1 0,0 0-1,1 0 1,-1 0 0,0 0 0,0-1-1,7 2 1,-9-4-50,-1 1 0,1 0 0,-1 0-1,0-1 1,1 1 0,-1-1 0,0 1-1,1-1 1,-1 0 0,0 1 0,1-1 0,-1 0-1,0 0 1,0 0 0,0-1 0,0 1-1,0 0 1,2-3 0,1-3-109,0 0-1,6-14 1,-3 7-4,55-100-542,-53 95 548,-3 2 56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22.3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 9830,'0'841'13357,"0"-425"-10330,0-415-3027,0 2 0,0 0 0,0 0 0,0 0 0,0 0 0,0 0 0,-1 0 0,1-1 0,-1 1 0,1 0 0,-1 0 0,0 0 0,0-1 0,0 1 0,-2 2 0,-3 3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23.3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0 118 9830,'0'2'67,"0"-1"0,1 0 1,-1 1-1,0-1 0,1 0 0,-1 0 0,0 0 1,1 0-1,-1 1 0,1-1 0,-1 0 0,1 0 1,1 1-1,11 14 359,-7-8-201,-5-7-183,33 41 1039,-29-37-935,0 0-1,-1-1 1,1 1-1,1-1 1,8 5-1,-12-8-114,0-1 0,0 1 0,0-1 0,1 1 1,-1-1-1,0 0 0,0 0 0,0 0 0,0 0 0,0-1 0,0 1 0,1-1 0,-1 0 0,0 1 0,0-1 0,0 0 0,0-1 1,-1 1-1,1 0 0,0-1 0,0 1 0,-1-1 0,4-3 0,3-5-150,-1 0 1,0 0-1,9-19 1,-6 12 111,-1 3-110,1 1 0,0 1 0,1 0 0,20-18 0,1-1-9,-15 14 64,-4 3 49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34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24575,'0'3'0,"-2"5"0,-4 0 0,0 2 0,-2 3 0,0 1 0,-3 6 0,-2 2 0,-4-3 0,1-5-8191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35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24575,'-3'0'0,"0"7"0,0 4 0,3 1 0,4-2 0,4 1 0,0 1 0,1-1 0,2 1 0,2-2 0,0 3 0,1 0 0,-2-2-8191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35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24575,'-1'77'0,"3"83"0,4-101 0,1 5 0,-7-11 0,1 10 0,-1-62-54,0 0-1,0 0 0,0 0 1,0 0-1,1 0 1,-1 0-1,0 0 0,0 0 1,1 0-1,-1 0 1,0 0-1,1 0 0,-1-1 1,1 1-1,-1 0 0,1 0 1,-1 0-1,1-1 1,-1 1-1,1 0 0,-1 0 1,1-1-1,0 1 1,0 0-1,9 3-6771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37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0 24575,'-3'3'0,"0"4"0,-2 5 0,-3-1 0,-1 1 0,0-1 0,-1 1 0,-2-3 0,-1 2 0,-1-2 0,0-3 0,0 2 0,1-2-8191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37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24575,'3'-3'0,"2"-2"0,4 1 0,2 4 0,5 5 0,1 5 0,1 4 0,-3-1-8191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38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24575,'0'407'0,"0"-398"-455,1-1 0,1 15 0,1-8-6371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39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0 24575,'-3'0'0,"-2"0"0,-2 4 0,-3 3 0,-3 1 0,0 2 0,1 3 0,0-2 0,-1 5 0,-1 5 0,0-1 0,0-1 0,0 0 0,2-1 0,3-3-8191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0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24575,'3'-3'0,"2"2"0,4 4 0,5 5 0,2 4 0,4 4 0,0 1 0,-2-2-8191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1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24575,'0'372'0,"0"-724"0,0 620 0,0-261-341,0 0 0,1 0-1,1 10 1,1-4-6485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4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0 24575,'-2'0'0,"-2"4"0,-1 3 0,-3 4 0,-3 0 0,1 2 0,-3 4 0,-1-1 0,1 1 0,-2 3 0,0-2 0,1-4-8191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5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24575,'3'4'0,"2"0"0,4 6 0,2 4 0,5 4 0,-1 1 0,-1 0 0,1-2 0,-1-2 0,-2 0 0,1 1 0,-1-3-8191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24575,'-1'1'0,"1"-1"0,-1 0 0,0 0 0,1 0 0,0 1 0,-1-1 0,1 0 0,-1 1 0,1-1 0,-1 1 0,1-1 0,-1 0 0,1 1 0,0-1 0,-1 1 0,1-1 0,0 1 0,-1 0 0,1-1 0,0 1 0,0-1 0,-1 1 0,1 0 0,0-1 0,0 1 0,0 0 0,0 1 0,-3 21 0,3-21 0,-3 201 0,4-116 0,-1-85-52,0 0-1,0 0 1,0 0-1,0 0 1,0 0-1,0 0 1,1 0-1,-1 0 1,0-1-1,1 1 1,-1 0-1,1 0 1,-1 0-1,1-1 1,0 1-1,0 0 1,0-1-1,0 1 1,-1-1-1,1 1 1,1-1-1,-1 0 1,0 1-1,0-1 0,2 1 1,9 5-6774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0 24575,'-3'0'0,"-3"0"0,-2 4 0,-4 3 0,-1 1 0,-1 2 0,0 6 0,-4 0 0,0 0 0,0 1 0,3-3-8191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7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24575,'3'0'0,"0"3"0,3 1 0,2 3 0,0 4 0,3 2 0,3 3 0,-1 1 0,-1-2 0,0 0 0,1 0 0,-2-2-8191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49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57 24575,'0'280'0,"0"-471"0,0 186 0,0 0 0,0 0 0,-1 0 0,-1-7 0,-1 6 0,1 10 0,-1 13 0,0 18 0,3 52 0,-1 2 0,1-83 0,-1 1 0,0 0 0,-2 9 0,0-10 0,1-10 0,0-11 0,-1-199 0,4 120 0,1 65 0,-2 27 0,0 0 0,0 0 0,1 0 0,-1-1 0,1 1 0,-1 0 0,1 0 0,0 0 0,0 1 0,1-4 0,-2 5 0,0 0 0,0 0 0,0 0 0,0 0 0,0 0 0,0-1 0,0 1 0,0 0 0,0 0 0,0 0 0,0 0 0,0 0 0,1 0 0,-1 0 0,0 0 0,0 0 0,0 0 0,0 0 0,0 0 0,0 0 0,0 0 0,0 0 0,0 0 0,0 0 0,0 0 0,0 0 0,0 0 0,0 0 0,0 0 0,0 0 0,1 0 0,-1 0 0,0 0 0,0 0 0,0 0 0,0 0 0,0 0 0,0 0 0,0 0 0,0 0 0,0 0 0,0 1 0,0-1 0,0 0 0,0 0 0,0 0 0,0 0 0,0 0 0,0 0 0,2 6 0,-1 6 0,1 197 0,-3-109 0,0-83-117,1-10-8,0 0 1,0-1-1,0 1 0,0 0 0,1 0 0,0-1 0,0 1 1,0 0-1,4 8 0,1-2-6701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48:50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24575,'3'0'0,"0"-9"0,0-4-8191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53:11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24575,'-5'0'0,"-6"0"0,-7 0 0,1 0-8191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2:53:1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18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24575,'0'948'0,"-1"-940"0,1 0 0,1 0 0,-1-1 0,1 1 0,1 0 0,0 0 0,4 13 0,-4-17 0,0-1 0,0 0 0,0 0 0,0 0 0,1 0 0,-1-1 0,1 1 0,-1-1 0,1 1 0,0-1 0,0 0 0,0 0 0,0 0 0,1-1 0,-1 1 0,0-1 0,1 0 0,-1 0 0,5 1 0,14 3-127,1-2 0,-1-1-1,1 0 1,34-3 0,-39 0-602,45 0-6097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19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24575,'0'-7'0,"7"-4"0,11 2 0,24 1 0,13 3 0,13 1 0,1 2 0,-2 2 0,-14 0-8191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19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24575,'15'0'0,"13"0"0,17 0 0,7 0 0,4 0 0,-1 0 0,-9 0-8191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0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24575,'0'1449'0,"0"-1415"0,-1 0 0,-6 36 0,-3-39 0,10-31 0,0 0 0,0 0 0,0 1 0,0-1 0,0 0 0,0 0 0,-1 0 0,1 0 0,0 1 0,0-1 0,0 0 0,0 0 0,-1 0 0,1 0 0,0 0 0,0 0 0,0 1 0,0-1 0,-1 0 0,1 0 0,0 0 0,0 0 0,-1 0 0,1 0 0,0 0 0,0 0 0,0 0 0,-1 0 0,1 0 0,0 0 0,0 0 0,0 0 0,-1 0 0,1 0 0,0 0 0,0 0 0,0 0 0,-1-1 0,1 1 0,0 0 0,0 0 0,0 0 0,0 0 0,-1 0 0,1 0 0,0-1 0,0 1 0,0 0 0,0 0 0,0 0 0,-1 0 0,1-1 0,0 1 0,0 0 0,0 0 0,0 0 0,0-1 0,0 1 0,0 0 0,0 0 0,0 0 0,0-1 0,0 1 0,-4-13 0,0 1 0,1-1 0,1 0 0,0 0 0,1 0 0,1-24 0,-1 8 0,0 8 0,-1-4 0,2-1 0,0 0 0,1 0 0,9-40 0,-9 59 0,1 1 0,0-1 0,0 0 0,1 1 0,0 0 0,0 0 0,1 0 0,0 0 0,0 0 0,0 1 0,0-1 0,1 1 0,0 0 0,0 1 0,0-1 0,1 1 0,0 0 0,0 0 0,0 1 0,0 0 0,0 0 0,9-3 0,14-2 0,1 2 0,0 1 0,43-2 0,-5 0 0,-10 0-1365,-4 2-5461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0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24575,'-2'0'0,"1"1"0,-1-1 0,1 0 0,-1 1 0,1 0 0,-1-1 0,1 1 0,-1 0 0,1 0 0,0-1 0,0 1 0,-1 0 0,1 0 0,0 1 0,0-1 0,0 0 0,0 0 0,0 0 0,0 1 0,1-1 0,-1 1 0,0-1 0,1 0 0,-1 1 0,1-1 0,-1 1 0,1-1 0,0 1 0,-1-1 0,1 3 0,-1 2 0,0 1 0,1-1 0,-1 0 0,2 0 0,-1 1 0,2 8 0,0-8 0,0-1 0,1 1 0,-1-1 0,1 0 0,1 0 0,-1 0 0,1 0 0,0-1 0,1 1 0,-1-1 0,1 0 0,0-1 0,0 1 0,1-1 0,6 5 0,-5-5 0,0 0 0,-1 0 0,1-1 0,1 0 0,-1 0 0,0 0 0,1-1 0,-1 0 0,1-1 0,0 1 0,-1-2 0,1 1 0,10-1 0,-14-1 0,0 0 0,-1 0 0,1 0 0,0 0 0,-1 0 0,1-1 0,-1 0 0,1 0 0,-1 0 0,0 0 0,0 0 0,0-1 0,0 1 0,0-1 0,-1 0 0,1 0 0,-1 0 0,0 0 0,0 0 0,0-1 0,0 1 0,0-1 0,-1 1 0,1-1 0,-1 1 0,0-1 0,0 0 0,0-4 0,0 4 0,-1 0 0,1 0 0,-1 0 0,1 0 0,-1-1 0,-1 1 0,1 0 0,0 0 0,-1 0 0,0 0 0,0 0 0,0 0 0,-1 0 0,1 0 0,-1 0 0,0 0 0,0 1 0,-1-1 0,1 1 0,0-1 0,-1 1 0,0 0 0,0 0 0,0 0 0,-4-3 0,-3 1 0,1 0 0,0 1 0,-1 0 0,0 1 0,0 0 0,0 0 0,-1 1 0,1 0 0,-18 0 0,24 1 0,-1 1 0,1 0 0,-1 1 0,1-1 0,-1 1 0,1 0 0,-1 0 0,1 0 0,-1 0 0,1 1 0,0 0 0,0 0 0,0 0 0,0 1 0,0-1 0,1 1 0,-1 0 0,1 0 0,-1 0 0,1 0 0,0 0 0,0 1 0,1 0 0,-4 5 0,1 2-195,1 1 0,0-1 0,1 1 0,0 0 0,1-1 0,-2 16 0,1 20-6631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1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24575,'0'15'0,"0"36"0,0 23 0,0 23 0,0 25 0,0 7 0,0 4 0,0 2 0,0-14 0,0 2 0,0 4 0,0-13 0,0-18 0,0-2 0,0-10 0,0-12 0,0-18-8191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1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24575,'23'0'0,"7"8"0,7 2 0,-4 15 0,-7 18 0,-8 17 0,-7 6 0,-5-9-8191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2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24575,'0'-8'0,"15"-2"0,13 1 0,8 1 0,7 2 0,3 11 0,2 3 0,-8 16 0,-11 19 0,-10 10 0,-8 3 0,-13 0 0,-30-10 0,-9-12-8191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2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24575,'15'0'0,"13"0"0,8 0 0,7 0 0,3 0 0,2 0 0,-8 0-8191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2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24575,'8'8'0,"2"32"0,0 25 0,13 24 0,2 28 0,-2 15 0,-6-5 0,-5-3 0,-5-15 0,-4-18 0,-2-17 0,-1-13 0,-1-10 0,0-6 0,0-3 0,0-8-8191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3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99 24575,'0'29'0,"-1"-5"0,1 0 0,1 0 0,2 0 0,7 38 0,-8-55 0,1 0 0,-1-1 0,1 1 0,1 0 0,-1-1 0,1 0 0,0 0 0,0 0 0,1 0 0,0-1 0,0 0 0,0 0 0,0 0 0,1 0 0,0-1 0,0 0 0,0 0 0,1-1 0,11 5 0,-8-3 0,2-1 0,-1-1 0,0 0 0,1 0 0,-1-1 0,1-1 0,0 0 0,-1 0 0,1-1 0,0-1 0,18-3 0,-24 3 0,0 0 0,0-1 0,0 0 0,0-1 0,0 1 0,0-1 0,-1 0 0,0-1 0,1 1 0,-1-1 0,-1 0 0,1 0 0,0-1 0,-1 1 0,0-1 0,0 0 0,0 0 0,-1 0 0,0-1 0,0 1 0,0-1 0,3-10 0,-3 5 0,-1 1 0,-1 0 0,0-1 0,0 1 0,-1-1 0,0 1 0,0-1 0,-1 1 0,-1-1 0,0 1 0,-1 0 0,1 0 0,-2 0 0,0 0 0,-8-16 0,8 17 0,-1 0 0,0 1 0,-1-1 0,0 1 0,0 0 0,-1 0 0,0 1 0,0 0 0,-1 0 0,0 1 0,0 0 0,0 0 0,-1 1 0,0 0 0,0 0 0,-15-5 0,9 7 0,0-1 0,-1 2 0,1 0 0,-1 1 0,1 0 0,-1 1 0,1 1 0,0 0 0,-1 1 0,1 1 0,0 1 0,-17 5 0,21-4 0,0-1 0,0 2 0,0-1 0,1 1 0,0 1 0,0 0 0,1 0 0,-1 1 0,2 1 0,-1-1 0,1 1 0,1 0 0,-1 1 0,2 0 0,-1 0 0,-5 14 0,4-7-455,2 1 0,-6 18 0,-2 32-6371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5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24575,'0'8'0,"-8"9"0,-10 10 0,-9 8 0,-8-2 0,-5 1 0,-4-5 0,-2 0 0,-1-6 0,9-5-8191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7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1 24575,'-79'-1'0,"-103"3"0,172-2 0,0 1 0,0 1 0,0 0 0,0 0 0,-16 6 0,24-7 0,-1 0 0,0 1 0,1-1 0,-1 0 0,1 1 0,-1 0 0,1 0 0,0 0 0,-1 0 0,1 0 0,0 0 0,0 0 0,1 1 0,-1-1 0,0 1 0,1-1 0,0 1 0,-1-1 0,1 1 0,0 0 0,0 0 0,1 0 0,-1 3 0,0 0 0,1-1 0,1 1 0,-1 0 0,1-1 0,0 1 0,1 0 0,-1-1 0,1 1 0,0-1 0,0 1 0,1-1 0,0 0 0,0 0 0,0 0 0,0-1 0,1 1 0,0-1 0,4 5 0,7 5 0,0 0 0,1-1 0,32 20 0,9-1 0,1-3 0,91 31 0,24 12 0,-143-58 0,-1 2 0,-1 1 0,42 33 0,-64-45 0,-1 0 0,0 0 0,0 1 0,0 0 0,-1 0 0,0 1 0,0-1 0,0 1 0,-1-1 0,0 1 0,-1 0 0,1 1 0,-1-1 0,2 13 0,-2 1 0,0-1 0,-2 1 0,0 0 0,-4 21 0,4-34 0,-2 0 0,1 0 0,-1 1 0,0-1 0,-1 0 0,0 0 0,0-1 0,-1 1 0,0-1 0,0 0 0,0 0 0,-1 0 0,0 0 0,-12 10 0,7-8 0,0-1 0,0-1 0,-1 0 0,0 0 0,-1-1 0,1-1 0,-1 0 0,-22 7 0,-9-3 0,1-2 0,-1-1 0,0-2 0,-73-4 0,-49-5-1365,123 4-5461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8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24575,'15'0'0,"13"0"0,16 0 0,17 0 0,4 0 0,8 0 0,5 0 0,-2 0 0,1 0 0,2 0 0,-4 0 0,-8 0 0,-7-8 0,-15-17 0,-14-5-8191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8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24575,'-1'0'0,"0"0"0,0 0 0,1 0 0,-1 0 0,0 1 0,0-1 0,0 0 0,0 0 0,1 1 0,-1-1 0,0 1 0,0-1 0,1 1 0,-1-1 0,0 1 0,0-1 0,1 1 0,-1 0 0,1-1 0,-1 1 0,1 0 0,-1-1 0,1 1 0,-1 0 0,0 1 0,-6 25 0,6-23 0,-10 81 0,3 0 0,7 143 0,2-129 0,-2-21 0,4 111 0,-2-182 0,0 0 0,0-1 0,0 1 0,1-1 0,0 0 0,0 1 0,1-1 0,0 0 0,0 0 0,0 0 0,1-1 0,-1 1 0,2-1 0,-1 0 0,6 5 0,-3-3 0,2-1 0,-1 0 0,1 0 0,0-1 0,0 0 0,1 0 0,0-1 0,17 5 0,8-1 0,0-2 0,0-1 0,0-2 0,53-2 0,19-3-1365,-63 1-5461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9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2 24575,'-33'-1'0,"8"0"0,1 1 0,-1 1 0,1 2 0,-43 8 0,60-9 0,1 0 0,-1 1 0,1 0 0,0 0 0,0 0 0,0 0 0,0 1 0,1 0 0,-1 1 0,1-1 0,0 1 0,0 0 0,1 0 0,-1 0 0,1 1 0,0 0 0,1 0 0,0 0 0,-1 0 0,2 0 0,-4 12 0,3-9 0,1 1 0,1 0 0,-1 0 0,2 0 0,-1 0 0,2 1 0,-1-1 0,1 0 0,1 0 0,0 0 0,0-1 0,1 1 0,0 0 0,0-1 0,2 0 0,-1 1 0,8 10 0,-6-9 0,1-1 0,0 0 0,1 0 0,0-1 0,1 0 0,0 0 0,0-1 0,1-1 0,0 1 0,0-1 0,0-1 0,1 0 0,21 8 0,-20-10 0,0 0 0,1-1 0,-1 0 0,1-1 0,0-1 0,0 0 0,-1-1 0,25-2 0,-33 2 0,1-1 0,-1 0 0,1-1 0,-1 1 0,1-1 0,-1 0 0,0 0 0,0 0 0,0 0 0,0-1 0,-1 1 0,1-1 0,-1 0 0,1-1 0,-1 1 0,0 0 0,0-1 0,0 0 0,-1 1 0,1-1 0,-1 0 0,0 0 0,0-1 0,-1 1 0,1 0 0,-1-1 0,2-6 0,0-12 0,0 1 0,-2-1 0,0 0 0,-2 0 0,-3-26 0,28 73 0,32 40 0,-36-42-195,0 0 0,1-2 0,0 0 0,2-2 0,0 0 0,41 23 0,-14-16-6631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29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24575,'0'-8'0,"7"-2"0,11 1 0,17 1 0,18-5 0,7-1 0,1 3 0,6-5 0,-2 0 0,-3 4 0,-6 2 0,-12-3 0,-13 0-8191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0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24575,'0'92'0,"4"0"0,18 101 0,17-4 0,-12-65 0,13 153 0,-32-79 0,-8-189 0,2-1 0,-1 1 0,1-1 0,0 1 0,1-1 0,0 0 0,1 0 0,-1 0 0,1 0 0,1-1 0,-1 1 0,2-1 0,-1 0 0,1-1 0,-1 1 0,2-1 0,-1 0 0,1-1 0,0 0 0,0 0 0,12 6 0,0-1 0,0-1 0,1-2 0,0 0 0,0-1 0,1 0 0,-1-2 0,35 3 0,216-4-220,-205-5-925,1 1-5681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0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0 535 24575,'60'-49'0,"-12"11"0,-7 1 0,-15 16 0,-1-2 0,30-37 0,-47 51 0,-1-1 0,-1 0 0,0 0 0,0-1 0,-1 0 0,0 0 0,-1 0 0,-1-1 0,1 1 0,1-20 0,-3 22 0,-1 0 0,-1 0 0,0 0 0,0 0 0,0 0 0,-1 0 0,-1 1 0,0-1 0,0 0 0,-6-14 0,6 19 0,0 0 0,0 0 0,0 1 0,-1-1 0,0 1 0,1 0 0,-1 0 0,0 0 0,-1 0 0,1 0 0,0 1 0,-1-1 0,0 1 0,1 0 0,-1 0 0,0 0 0,0 1 0,0-1 0,0 1 0,0 0 0,-1 0 0,1 1 0,0-1 0,-7 1 0,8-1 0,-1 1 0,0 0 0,0 1 0,0-1 0,0 1 0,0-1 0,0 1 0,0 0 0,0 1 0,1-1 0,-1 1 0,1-1 0,-1 1 0,1 0 0,-1 0 0,1 1 0,0-1 0,0 1 0,0-1 0,0 1 0,1 0 0,-1 0 0,1 0 0,0 1 0,0-1 0,0 1 0,-2 4 0,1 0 0,0 0 0,1-1 0,0 1 0,1 1 0,-1-1 0,1 0 0,1 0 0,0 0 0,0 0 0,1 1 0,0-1 0,2 10 0,0-6 0,0 1 0,1-1 0,1 0 0,-1 0 0,2 0 0,0-1 0,0 0 0,1 0 0,1-1 0,0 1 0,0-1 0,1-1 0,0 0 0,0 0 0,1-1 0,0 0 0,1-1 0,0 0 0,0-1 0,0 0 0,1 0 0,0-1 0,0-1 0,14 4 0,20-2 0,0-2 0,-1-2 0,88-7 0,-33 0 0,17 3-1365,-65 2-5461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1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783 4 24575,'-108'-1'0,"22"-2"0,-119 13 0,181-7 0,0 1 0,1 1 0,-1 0 0,1 2 0,0 1 0,1 1 0,0 1 0,1 0 0,-33 23 0,43-25 0,1 1 0,0 1 0,0-1 0,1 2 0,1-1 0,0 1 0,0 0 0,1 1 0,0 0 0,1 0 0,1 1 0,0-1 0,0 1 0,2 0 0,-1 0 0,2 1 0,-1-1 0,2 1 0,0-1 0,1 1 0,0-1 0,1 1 0,0 0 0,1-1 0,1 0 0,5 19 0,-5-26 0,0-1 0,0 1 0,0-1 0,0 1 0,1-1 0,0-1 0,0 1 0,0 0 0,1-1 0,6 5 0,6 3 0,32 18 0,-32-21 0,19 12 0,0-2 0,2-2 0,0-1 0,2-2 0,-1-1 0,1-3 0,1-1 0,50 4 0,-81-12 0,-1-1 0,1 0 0,0-1 0,0 0 0,0 0 0,0-1 0,-1 0 0,1-1 0,10-4 0,-15 4 0,1 0 0,0 0 0,-1-1 0,0 0 0,0 0 0,0 0 0,0-1 0,0 1 0,-1-1 0,0 0 0,0 0 0,-1-1 0,1 1 0,4-12 0,-3 4-341,0-1 0,-1 1-1,3-19 1,4-42-6485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1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24575,'6'15'0,"0"0"0,-2 0 0,0 1 0,0-1 0,1 21 0,1 0 0,138 583 0,-70-323 0,-55-216 0,39 174 0,-45-180 0,6 110 0,-19-182-14,1 27-662,6 39 1,2-31-6151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2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24575,'15'0'0,"13"0"0,9 0 0,13 7 0,14 3 0,11 7 0,0 9 0,-5-1 0,0 3 0,-10-2-8191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2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0 24575,'-8'8'0,"-2"10"0,1 24 0,-14 28 0,-3 10 0,4-1 0,4 1 0,7-6 0,4-7 0,3-16-8191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3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149 325 24575,'-13'0'0,"-3"-1"0,0 2 0,0 0 0,-21 3 0,35-3 0,0-1 0,-1 0 0,1 1 0,0 0 0,-1-1 0,1 1 0,0 0 0,0 0 0,-1 0 0,1 0 0,0 1 0,0-1 0,0 0 0,1 1 0,-1 0 0,0-1 0,1 1 0,-1 0 0,1 0 0,-1 0 0,1 0 0,0 0 0,0 0 0,0 0 0,0 0 0,0 1 0,0-1 0,0 0 0,0 3 0,1-3 0,0 0 0,1 0 0,-1 0 0,0 0 0,0 0 0,1-1 0,-1 1 0,1 0 0,-1 0 0,1-1 0,0 1 0,0 0 0,0-1 0,0 1 0,0-1 0,0 1 0,0-1 0,2 2 0,1 1 0,0-1 0,0 0 0,0-1 0,0 1 0,0-1 0,9 4 0,3-1 0,-1 0 0,1-1 0,20 2 0,-22-4 0,0-1 0,0 0 0,0-2 0,0 1 0,0-2 0,0 0 0,0 0 0,0-1 0,-1-1 0,1-1 0,-1 1 0,0-2 0,21-12 0,-25 13 0,-1-1 0,0 0 0,0 0 0,0-1 0,-1 0 0,0-1 0,-1 1 0,0-1 0,0 0 0,0-1 0,-1 1 0,-1-1 0,1 0 0,-1 0 0,-1-1 0,0 1 0,0-1 0,-1 0 0,0 0 0,1-10 0,-3 13 0,0-1 0,0 1 0,-1-1 0,0 1 0,0-1 0,-1 1 0,0 0 0,0 0 0,-6-13 0,-2 2 0,0 0 0,-14-18 0,-9-14 0,33 49 0,-1 1 0,0-1 0,1 0 0,-1 0 0,1 1 0,0-1 0,-1 0 0,1 0 0,-1 0 0,1 1 0,0-1 0,0 0 0,0 0 0,-1 0 0,1 0 0,0 0 0,0 1 0,0-1 0,0 0 0,0 0 0,1 0 0,-1-2 0,1 3 0,0 0 0,0 0 0,0 0 0,0 0 0,0 0 0,0 0 0,0 0 0,0 0 0,0 1 0,0-1 0,0 0 0,0 0 0,0 1 0,0-1 0,0 1 0,0-1 0,0 1 0,0-1 0,1 2 0,11 6 0,-1 1 0,1 0 0,-1 0 0,-1 2 0,16 16 0,48 68 0,-51-62 0,54 56 0,-64-77 0,1 1 0,0-2 0,1 0 0,1-1 0,-1-1 0,2 0 0,23 8 0,11 0 0,66 13 0,-27-9 0,-50-10-87,87 27-1191,-88-23-5548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5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 24575,'0'0'0,"-17"-1"0,0 2 0,0 0 0,1 0 0,-22 6 0,33-5 0,-1-1 0,1 1 0,0 1 0,0-1 0,0 1 0,0 0 0,1 0 0,-1 0 0,1 1 0,0-1 0,0 1 0,0 0 0,0 0 0,1 1 0,-1-1 0,1 1 0,-3 5 0,-1 5 0,0 1 0,1 1 0,1-1 0,0 1 0,1 0 0,1 0 0,-1 21 0,0 125 0,4-153 0,1 0 0,0 0 0,0 1 0,1-1 0,0-1 0,1 1 0,0 0 0,1 0 0,0-1 0,0 0 0,1 0 0,0 0 0,0-1 0,1 1 0,1-1 0,-1 0 0,1-1 0,0 0 0,1 0 0,0 0 0,0-1 0,10 6 0,-3-3 0,1-1 0,0 0 0,0-1 0,0-1 0,1-1 0,-1 0 0,1-1 0,30 3 0,-39-6 0,-1 0 0,0-1 0,0 0 0,1-1 0,-1 0 0,0 0 0,0 0 0,0-1 0,0 0 0,0 0 0,0-1 0,-1 0 0,1 0 0,-1 0 0,0-1 0,0 0 0,0 0 0,0-1 0,-1 1 0,1-1 0,-1-1 0,-1 1 0,9-11 0,-5 0 0,0 1 0,-1-1 0,0-1 0,-1 1 0,-1-1 0,-1 0 0,0 0 0,2-30 0,-3-13 0,-5-72 0,-1 17 0,8 86 0,-5 28 0,0 1 0,0 0 0,0 0 0,0 0 0,0-1 0,0 1 0,0 0 0,0 0 0,0 0 0,0 0 0,0-1 0,0 1 0,0 0 0,1 0 0,-1 0 0,0 0 0,0-1 0,0 1 0,0 0 0,0 0 0,1 0 0,-1 0 0,0 0 0,0 0 0,0-1 0,0 1 0,1 0 0,-1 0 0,0 0 0,0 0 0,0 0 0,1 0 0,-1 0 0,0 0 0,0 0 0,0 0 0,1 0 0,-1 0 0,0 0 0,0 0 0,0 0 0,1 0 0,-1 0 0,0 0 0,0 1 0,0-1 0,1 0 0,-1 0 0,0 0 0,0 0 0,0 0 0,0 0 0,1 0 0,-1 1 0,0-1 0,0 0 0,0 0 0,0 1 0,4 4 0,0 1 0,-1 0 0,0 0 0,0 1 0,0-1 0,-1 1 0,0-1 0,0 1 0,1 9 0,0-5 0,24 116 0,15 190 0,-27 134 0,-15-428 0,-1 0 0,-1 0 0,-1-1 0,-1 1 0,-10 30 0,9-41 0,0 1 0,-1-1 0,0 0 0,-1 0 0,0-1 0,-1 0 0,0 0 0,-1-1 0,0 0 0,-14 11 0,4-4 0,-1-2 0,-1-1 0,0 0 0,-1-2 0,0 0 0,-1-1 0,-30 9 0,40-16 0,0 0 0,0-1 0,0-1 0,0 0 0,-1 0 0,1-1 0,-1-1 0,1-1 0,-1 0 0,1 0 0,-1-1 0,1-1 0,0 0 0,0-1 0,-13-6 0,20 7 0,0-1 0,0 0 0,0 0 0,0 0 0,1-1 0,-1 1 0,1-1 0,1-1 0,-1 1 0,1-1 0,-1 1 0,2-1 0,-1 0 0,1-1 0,0 1 0,0-1 0,1 1 0,-1-1 0,1 0 0,0-7 0,-3-14 0,3 0 0,0 0 0,3-48 0,0 50 0,1-48 0,8-132 0,-10 198 0,1 1 0,0-1 0,1 0 0,0 0 0,0 1 0,5-11 0,-5 14 0,0 1 0,0 0 0,0 0 0,0 0 0,0 1 0,1-1 0,-1 0 0,1 1 0,0 0 0,0-1 0,0 1 0,0 0 0,0 0 0,0 1 0,0-1 0,5 0 0,6-3 0,1 1 0,-1 1 0,1 1 0,30-2 0,64 7 0,-65-1 0,201 16 0,-205-12 0,-1 2 0,0 1 0,0 3 0,43 18 0,125 78 130,-63-30-1625,-80-47-5331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5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24575,'0'730'0,"0"-773"0,1-1 0,3 0 0,17-84 0,-13 97 0,1 0 0,2 1 0,1 1 0,1-1 0,1 2 0,28-41 0,-33 57 0,0 1 0,0 0 0,1 1 0,1-1 0,-1 2 0,2 0 0,-1 0 0,2 1 0,-1 0 0,1 1 0,0 1 0,0 0 0,1 0 0,-1 2 0,1 0 0,24-4 0,-14 4 0,0 1 0,0 2 0,0 0 0,29 4 0,-44-2 0,0 0 0,0 1 0,0 0 0,0 0 0,0 1 0,-1 1 0,1-1 0,-1 2 0,0-1 0,0 1 0,0 0 0,-1 0 0,14 13 0,35 42-1365,-31-32-5461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6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0 24575,'-10'10'0,"-30"30"0,-39 50 0,67-74 0,1 0 0,1 0 0,0 1 0,2 0 0,0 1 0,1 0 0,-6 21 0,5-1 0,1 1 0,2 0 0,1 0 0,3 1 0,6 77 0,-5-110 0,1-1 0,0 0 0,1 0 0,-1 0 0,1 0 0,0 0 0,1 0 0,-1-1 0,1 1 0,0-1 0,5 7 0,-6-10 0,0 0 0,1 0 0,-1 1 0,0-1 0,1-1 0,-1 1 0,1 0 0,0-1 0,-1 1 0,1-1 0,0 0 0,0 0 0,0 0 0,0 0 0,0 0 0,0-1 0,0 0 0,0 1 0,0-1 0,1 0 0,-1 0 0,0-1 0,6 0 0,1-2 0,0 1 0,0-1 0,0-1 0,0 0 0,0 0 0,-1-1 0,0 0 0,0-1 0,0 0 0,13-12 0,-11 7 0,-1-1 0,1 0 0,-2 0 0,0-1 0,0 0 0,10-22 0,-5 3 0,-2 0 0,-1 0 0,-2-2 0,-1 1 0,7-65 0,-10-24 0,-4 54 0,-1 67 0,0 0 0,0 0 0,0 0 0,0 0 0,0 0 0,0 0 0,0 0 0,0 0 0,1 0 0,-1 0 0,0 0 0,1 0 0,-1 0 0,1 0 0,-1 0 0,1 0 0,-1 0 0,2-1 0,-2 2 0,1 0 0,-1 0 0,1 0 0,-1 0 0,1 1 0,-1-1 0,1 0 0,-1 0 0,1 0 0,-1 0 0,1 1 0,-1-1 0,1 0 0,-1 0 0,0 1 0,1-1 0,-1 0 0,1 1 0,-1-1 0,0 0 0,1 1 0,-1-1 0,0 0 0,0 1 0,1 0 0,20 38 0,22 85 0,-30-78 0,3 0 0,2-1 0,38 69 0,-52-107-124,1 0 0,-1 0 0,1-1 0,0 1 0,1-1 0,0-1-1,0 1 1,0-1 0,0 0 0,9 5 0,11-1-6702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7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24575,'1'0'0,"0"0"0,0 0 0,0 1 0,0-1 0,0 0 0,-1 1 0,1-1 0,0 1 0,0-1 0,0 1 0,0 0 0,-1-1 0,1 1 0,0 0 0,-1-1 0,1 1 0,0 0 0,-1 0 0,1 0 0,-1 0 0,1-1 0,-1 1 0,0 0 0,1 0 0,-1 2 0,8 30 0,-7-30 0,25 209 0,-16-109 0,-1-21 0,26 167 0,-26-223 0,-9-25 0,0-1 0,0 0 0,0 0 0,0 0 0,0 1 0,0-1 0,0 0 0,0 0 0,0 0 0,0 0 0,0 1 0,0-1 0,0 0 0,0 0 0,1 0 0,-1 0 0,0 0 0,0 1 0,0-1 0,0 0 0,0 0 0,1 0 0,-1 0 0,0 0 0,0 0 0,0 0 0,0 0 0,1 0 0,-1 1 0,0-1 0,0 0 0,0 0 0,0 0 0,1 0 0,-1 0 0,0 0 0,0 0 0,0 0 0,1 0 0,-1 0 0,0-1 0,0 1 0,0 0 0,0 0 0,1 0 0,-1 0 0,0 0 0,0 0 0,1 0 0,0-4 0,1 0 0,-1 0 0,0-1 0,0 1 0,0 0 0,0 0 0,-1-9 0,4-126 0,3-35 0,-5 154 0,1 1 0,1-1 0,1 1 0,0 0 0,2 1 0,14-30 0,-18 42 0,0 0 0,1 0 0,0 0 0,1 0 0,-1 1 0,1-1 0,0 1 0,0 1 0,8-7 0,-10 10 0,-1-1 0,1 1 0,0-1 0,-1 1 0,1 0 0,0 0 0,0 0 0,0 1 0,0-1 0,0 1 0,0-1 0,0 1 0,0 0 0,0 0 0,0 1 0,0-1 0,0 0 0,0 1 0,0 0 0,0 0 0,0 0 0,0 0 0,3 2 0,0 0 0,0 1 0,0 0 0,0 1 0,-1-1 0,1 1 0,-1 0 0,0 1 0,-1-1 0,1 1 0,-1 0 0,0 0 0,-1 0 0,1 1 0,2 7 0,4 13 0,-1 1 0,7 35 0,-13-48 0,43 244 0,-35-189 0,4 0 0,-15-68 0,0 0 0,1 0 0,0 0 0,-1 0 0,1 0 0,0 0 0,0 0 0,0-1 0,0 1 0,0 0 0,3 2 0,-4-4 0,0 0 0,0 0 0,1 0 0,-1 0 0,0 0 0,1 0 0,-1 0 0,0 0 0,1 0 0,-1 0 0,0 0 0,1 0 0,-1 0 0,0 0 0,1 0 0,-1 0 0,0 0 0,1-1 0,-1 1 0,0 0 0,1 0 0,-1 0 0,0 0 0,0-1 0,1 1 0,-1 0 0,0 0 0,0-1 0,0 1 0,1 0 0,-1 0 0,0-1 0,0 1 0,0 0 0,0-1 0,1 1 0,-1 0 0,0-1 0,0 1 0,16-54 0,-13 40 0,67-233 0,-60 219 0,2 0 0,0 1 0,2 1 0,1 0 0,1 1 0,32-38 0,-41 55 0,0 1 0,0-1 0,1 2 0,-1-1 0,1 1 0,1 0 0,0 1 0,-1 0 0,1 0 0,1 1 0,-1 0 0,1 1 0,-1 0 0,1 0 0,0 1 0,0 1 0,0-1 0,1 2 0,-1-1 0,0 1 0,0 1 0,0 0 0,0 0 0,0 1 0,0 0 0,0 1 0,0 0 0,-1 1 0,1 0 0,16 10 0,-11-3 0,1 0 0,-2 2 0,0 0 0,0 0 0,21 28 0,50 86 0,-50-67-341,-3 1 0,-2 2-1,38 120 1,-48-113-6485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05:38:37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24575,'15'0'0,"20"0"0,12 0 0,5 0 0,2 0 0,-1 0 0,-2 0 0,-2 0 0,-9 0-8191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03:33:0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25244,'0'0'4722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03:34:53.05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1 480,'0'0'945,"43"36"-2335,1 2 1512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03:34:53.10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56.71631"/>
      <inkml:brushProperty name="anchorY" value="-1344.38501"/>
      <inkml:brushProperty name="scaleFactor" value="0.5"/>
    </inkml:brush>
  </inkml:definitions>
  <inkml:trace contextRef="#ctx0" brushRef="#br0">1 1 384,'0'0'0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999A5-531C-3E23-FC73-4104F6799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3BC52C-1BED-F0E2-729C-914C539A4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7B197-55F6-3932-BB2C-47193629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794D6-7A5C-3F85-673F-EE06C99A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6FEA0-A576-8029-1857-6F43BDFA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84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DAE88-18F3-D3F4-9FE2-18AA5680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15D8D-466B-9A7B-618E-48128B0EA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710D2-C227-AEC3-8CCB-337B68A3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26090F-70F9-E95E-D148-F6005EC4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217AB-9A58-2830-E153-40DF9184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26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801A1-4F6E-FA37-AD16-8EDF8DC2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D51651-2ECA-6229-BF1D-7329B089F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DD8B6A-13A4-3D4B-44AB-B64E56F1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CFE8F-8488-DED4-9062-875C1D6F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F3947-36FB-D5A9-80B1-A3900E3D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64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9959E-9978-01DF-A817-E453DAED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7F357-43C1-846D-63A2-089798BE6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DC10D7-6E4C-2EE3-5DF8-E7AD5133D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D391D7-C17B-45DC-5E89-820BBB14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10F918-8F28-B874-DE91-1B49C5242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6AD67A-66F0-9B22-263B-9E8E6623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0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DE79A-D13B-D523-FC02-573CCF8C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0C0D74-AA16-3CEB-95C0-166554684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03126A-851F-17A7-35FB-9B428978F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5C4E3C-AB79-689E-FD57-4C6DE8414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D11D69-0CC0-4A9F-5B40-C75A18FA9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380422-79BB-AA12-874C-4D72AAEF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0835BF-7504-D678-4596-E5A5568A1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D7B65E-39B0-0B66-8A09-A2E03C16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98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AA3B2-CB39-D45E-D81A-267EAFA6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5759E7-1107-31EE-930E-1693BBFF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61210E-6F77-61EF-26A7-2CB7016D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DEF377-5D02-4E0C-DCB1-D16CEB52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56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67DE74-32B2-FAA8-E627-08AC643C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70C74F-5EF5-1F30-701C-0989A1CC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27591-7812-4342-117A-1CDF8DE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63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A2125-469F-C1DE-56C2-789335A7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5CEF6-A83C-2929-8E80-C861B34F9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9398FB-13F0-3643-341A-C27E2C583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655B9B-BB7A-21FC-774A-CFBC2350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702525-A5E6-E93A-A573-E9D600E4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7D4846-C6BA-3584-B07D-3828F90B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19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91EC8-1A1A-4A11-3B81-D9148BBA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68222F-31F0-91F0-1AA7-EA925F827C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5E6359-389D-C575-44F3-D8EAA993A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0F9E02-6D92-248F-0C2D-7A4ECE64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B06F06-E049-F2B8-6B36-508D8C0C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212769-B61B-E433-B6DF-9D2D0F87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5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74049-85B3-47AE-3BD5-19B6B1D7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46C14F-EE25-3261-25FA-3C3D9E151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B23A7-48AE-4C4F-EE89-CA4A7AF2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8FE1C-A24F-A08C-773B-0C94E4CA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5A753A-34B2-6660-A8BE-692213E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5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54E831-F47A-00AB-9653-2F725589B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9B7DDA-ED08-C6AD-8D6A-F7E590296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E4B8B-64B0-F1E0-36BD-DC172C89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0B1DF-9B23-E7D3-9D15-E0FBDCAEE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CEBE53-E249-D82F-A618-B9F86004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535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A398C5-BDDD-19DA-730B-7CB93470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1D8AC-7A11-6555-CC3E-348CE5329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1066F7-EF77-C4AC-4207-A2B36614D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9C312-7B2E-4DDA-A9F8-AF76B6BCE6B9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38D252-7AA5-6254-6275-24EF346A3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3CD30F-EAC1-E39B-BF04-35E05E568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E4912-53EB-4A73-A64D-7A2A2F84A5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7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671" Type="http://schemas.openxmlformats.org/officeDocument/2006/relationships/image" Target="../media/image332.png"/><Relationship Id="rId769" Type="http://schemas.openxmlformats.org/officeDocument/2006/relationships/customXml" Target="../ink/ink388.xml"/><Relationship Id="rId21" Type="http://schemas.openxmlformats.org/officeDocument/2006/relationships/image" Target="../media/image10.png"/><Relationship Id="rId324" Type="http://schemas.openxmlformats.org/officeDocument/2006/relationships/image" Target="../media/image160.png"/><Relationship Id="rId531" Type="http://schemas.openxmlformats.org/officeDocument/2006/relationships/customXml" Target="../ink/ink267.xml"/><Relationship Id="rId629" Type="http://schemas.openxmlformats.org/officeDocument/2006/relationships/customXml" Target="../ink/ink317.xml"/><Relationship Id="rId170" Type="http://schemas.openxmlformats.org/officeDocument/2006/relationships/image" Target="../media/image84.png"/><Relationship Id="rId836" Type="http://schemas.openxmlformats.org/officeDocument/2006/relationships/customXml" Target="../ink/ink425.xml"/><Relationship Id="rId268" Type="http://schemas.openxmlformats.org/officeDocument/2006/relationships/image" Target="../media/image132.png"/><Relationship Id="rId475" Type="http://schemas.openxmlformats.org/officeDocument/2006/relationships/customXml" Target="../ink/ink239.xml"/><Relationship Id="rId682" Type="http://schemas.openxmlformats.org/officeDocument/2006/relationships/customXml" Target="../ink/ink344.xml"/><Relationship Id="rId903" Type="http://schemas.openxmlformats.org/officeDocument/2006/relationships/customXml" Target="../ink/ink459.xml"/><Relationship Id="rId32" Type="http://schemas.openxmlformats.org/officeDocument/2006/relationships/customXml" Target="../ink/ink16.xml"/><Relationship Id="rId128" Type="http://schemas.openxmlformats.org/officeDocument/2006/relationships/image" Target="../media/image63.png"/><Relationship Id="rId335" Type="http://schemas.openxmlformats.org/officeDocument/2006/relationships/customXml" Target="../ink/ink169.xml"/><Relationship Id="rId542" Type="http://schemas.openxmlformats.org/officeDocument/2006/relationships/customXml" Target="../ink/ink273.xml"/><Relationship Id="rId181" Type="http://schemas.openxmlformats.org/officeDocument/2006/relationships/customXml" Target="../ink/ink91.xml"/><Relationship Id="rId402" Type="http://schemas.openxmlformats.org/officeDocument/2006/relationships/image" Target="../media/image199.png"/><Relationship Id="rId847" Type="http://schemas.openxmlformats.org/officeDocument/2006/relationships/image" Target="../media/image416.png"/><Relationship Id="rId279" Type="http://schemas.openxmlformats.org/officeDocument/2006/relationships/customXml" Target="../ink/ink141.xml"/><Relationship Id="rId486" Type="http://schemas.openxmlformats.org/officeDocument/2006/relationships/image" Target="../media/image241.png"/><Relationship Id="rId693" Type="http://schemas.openxmlformats.org/officeDocument/2006/relationships/image" Target="../media/image343.png"/><Relationship Id="rId707" Type="http://schemas.openxmlformats.org/officeDocument/2006/relationships/image" Target="../media/image350.png"/><Relationship Id="rId914" Type="http://schemas.openxmlformats.org/officeDocument/2006/relationships/image" Target="../media/image449.png"/><Relationship Id="rId43" Type="http://schemas.openxmlformats.org/officeDocument/2006/relationships/image" Target="../media/image21.png"/><Relationship Id="rId139" Type="http://schemas.openxmlformats.org/officeDocument/2006/relationships/customXml" Target="../ink/ink70.xml"/><Relationship Id="rId346" Type="http://schemas.openxmlformats.org/officeDocument/2006/relationships/image" Target="../media/image171.png"/><Relationship Id="rId553" Type="http://schemas.openxmlformats.org/officeDocument/2006/relationships/customXml" Target="../ink/ink279.xml"/><Relationship Id="rId760" Type="http://schemas.openxmlformats.org/officeDocument/2006/relationships/customXml" Target="../ink/ink383.xml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413" Type="http://schemas.openxmlformats.org/officeDocument/2006/relationships/customXml" Target="../ink/ink208.xml"/><Relationship Id="rId858" Type="http://schemas.openxmlformats.org/officeDocument/2006/relationships/customXml" Target="../ink/ink436.xml"/><Relationship Id="rId497" Type="http://schemas.openxmlformats.org/officeDocument/2006/relationships/customXml" Target="../ink/ink250.xml"/><Relationship Id="rId620" Type="http://schemas.openxmlformats.org/officeDocument/2006/relationships/image" Target="../media/image307.png"/><Relationship Id="rId718" Type="http://schemas.openxmlformats.org/officeDocument/2006/relationships/customXml" Target="../ink/ink362.xml"/><Relationship Id="rId925" Type="http://schemas.openxmlformats.org/officeDocument/2006/relationships/customXml" Target="../ink/ink470.xml"/><Relationship Id="rId357" Type="http://schemas.openxmlformats.org/officeDocument/2006/relationships/customXml" Target="../ink/ink180.xml"/><Relationship Id="rId54" Type="http://schemas.openxmlformats.org/officeDocument/2006/relationships/customXml" Target="../ink/ink27.xml"/><Relationship Id="rId217" Type="http://schemas.openxmlformats.org/officeDocument/2006/relationships/image" Target="../media/image107.png"/><Relationship Id="rId564" Type="http://schemas.openxmlformats.org/officeDocument/2006/relationships/image" Target="../media/image279.png"/><Relationship Id="rId771" Type="http://schemas.openxmlformats.org/officeDocument/2006/relationships/customXml" Target="../ink/ink389.xml"/><Relationship Id="rId869" Type="http://schemas.openxmlformats.org/officeDocument/2006/relationships/image" Target="../media/image427.png"/><Relationship Id="rId424" Type="http://schemas.openxmlformats.org/officeDocument/2006/relationships/image" Target="../media/image210.png"/><Relationship Id="rId631" Type="http://schemas.openxmlformats.org/officeDocument/2006/relationships/customXml" Target="../ink/ink318.xml"/><Relationship Id="rId729" Type="http://schemas.openxmlformats.org/officeDocument/2006/relationships/image" Target="../media/image361.png"/><Relationship Id="rId270" Type="http://schemas.openxmlformats.org/officeDocument/2006/relationships/image" Target="../media/image133.png"/><Relationship Id="rId936" Type="http://schemas.openxmlformats.org/officeDocument/2006/relationships/image" Target="../media/image460.png"/><Relationship Id="rId65" Type="http://schemas.openxmlformats.org/officeDocument/2006/relationships/image" Target="../media/image32.png"/><Relationship Id="rId130" Type="http://schemas.openxmlformats.org/officeDocument/2006/relationships/image" Target="../media/image64.png"/><Relationship Id="rId368" Type="http://schemas.openxmlformats.org/officeDocument/2006/relationships/image" Target="../media/image182.png"/><Relationship Id="rId575" Type="http://schemas.openxmlformats.org/officeDocument/2006/relationships/customXml" Target="../ink/ink290.xml"/><Relationship Id="rId782" Type="http://schemas.openxmlformats.org/officeDocument/2006/relationships/image" Target="../media/image386.png"/><Relationship Id="rId228" Type="http://schemas.openxmlformats.org/officeDocument/2006/relationships/customXml" Target="../ink/ink115.xml"/><Relationship Id="rId435" Type="http://schemas.openxmlformats.org/officeDocument/2006/relationships/customXml" Target="../ink/ink219.xml"/><Relationship Id="rId642" Type="http://schemas.openxmlformats.org/officeDocument/2006/relationships/customXml" Target="../ink/ink324.xml"/><Relationship Id="rId281" Type="http://schemas.openxmlformats.org/officeDocument/2006/relationships/customXml" Target="../ink/ink142.xml"/><Relationship Id="rId502" Type="http://schemas.openxmlformats.org/officeDocument/2006/relationships/image" Target="../media/image249.png"/><Relationship Id="rId947" Type="http://schemas.openxmlformats.org/officeDocument/2006/relationships/customXml" Target="../ink/ink481.xml"/><Relationship Id="rId76" Type="http://schemas.openxmlformats.org/officeDocument/2006/relationships/customXml" Target="../ink/ink38.xml"/><Relationship Id="rId141" Type="http://schemas.openxmlformats.org/officeDocument/2006/relationships/customXml" Target="../ink/ink71.xml"/><Relationship Id="rId379" Type="http://schemas.openxmlformats.org/officeDocument/2006/relationships/customXml" Target="../ink/ink191.xml"/><Relationship Id="rId586" Type="http://schemas.openxmlformats.org/officeDocument/2006/relationships/image" Target="../media/image290.png"/><Relationship Id="rId793" Type="http://schemas.openxmlformats.org/officeDocument/2006/relationships/image" Target="../media/image390.png"/><Relationship Id="rId807" Type="http://schemas.openxmlformats.org/officeDocument/2006/relationships/image" Target="../media/image397.png"/><Relationship Id="rId7" Type="http://schemas.openxmlformats.org/officeDocument/2006/relationships/image" Target="../media/image3.png"/><Relationship Id="rId239" Type="http://schemas.openxmlformats.org/officeDocument/2006/relationships/image" Target="../media/image118.png"/><Relationship Id="rId446" Type="http://schemas.openxmlformats.org/officeDocument/2006/relationships/image" Target="../media/image221.png"/><Relationship Id="rId653" Type="http://schemas.openxmlformats.org/officeDocument/2006/relationships/image" Target="../media/image323.png"/><Relationship Id="rId292" Type="http://schemas.openxmlformats.org/officeDocument/2006/relationships/image" Target="../media/image144.png"/><Relationship Id="rId306" Type="http://schemas.openxmlformats.org/officeDocument/2006/relationships/image" Target="../media/image151.png"/><Relationship Id="rId860" Type="http://schemas.openxmlformats.org/officeDocument/2006/relationships/customXml" Target="../ink/ink437.xml"/><Relationship Id="rId958" Type="http://schemas.openxmlformats.org/officeDocument/2006/relationships/customXml" Target="../ink/ink487.xml"/><Relationship Id="rId87" Type="http://schemas.openxmlformats.org/officeDocument/2006/relationships/customXml" Target="../ink/ink44.xml"/><Relationship Id="rId513" Type="http://schemas.openxmlformats.org/officeDocument/2006/relationships/customXml" Target="../ink/ink258.xml"/><Relationship Id="rId597" Type="http://schemas.openxmlformats.org/officeDocument/2006/relationships/customXml" Target="../ink/ink301.xml"/><Relationship Id="rId720" Type="http://schemas.openxmlformats.org/officeDocument/2006/relationships/customXml" Target="../ink/ink363.xml"/><Relationship Id="rId818" Type="http://schemas.openxmlformats.org/officeDocument/2006/relationships/image" Target="../media/image402.png"/><Relationship Id="rId152" Type="http://schemas.openxmlformats.org/officeDocument/2006/relationships/image" Target="../media/image75.png"/><Relationship Id="rId457" Type="http://schemas.openxmlformats.org/officeDocument/2006/relationships/customXml" Target="../ink/ink230.xml"/><Relationship Id="rId664" Type="http://schemas.openxmlformats.org/officeDocument/2006/relationships/customXml" Target="../ink/ink335.xml"/><Relationship Id="rId871" Type="http://schemas.openxmlformats.org/officeDocument/2006/relationships/image" Target="../media/image428.png"/><Relationship Id="rId14" Type="http://schemas.openxmlformats.org/officeDocument/2006/relationships/customXml" Target="../ink/ink7.xml"/><Relationship Id="rId317" Type="http://schemas.openxmlformats.org/officeDocument/2006/relationships/customXml" Target="../ink/ink160.xml"/><Relationship Id="rId524" Type="http://schemas.openxmlformats.org/officeDocument/2006/relationships/image" Target="../media/image260.png"/><Relationship Id="rId731" Type="http://schemas.openxmlformats.org/officeDocument/2006/relationships/image" Target="../media/image362.png"/><Relationship Id="rId98" Type="http://schemas.openxmlformats.org/officeDocument/2006/relationships/image" Target="../media/image48.png"/><Relationship Id="rId163" Type="http://schemas.openxmlformats.org/officeDocument/2006/relationships/customXml" Target="../ink/ink82.xml"/><Relationship Id="rId370" Type="http://schemas.openxmlformats.org/officeDocument/2006/relationships/image" Target="../media/image183.png"/><Relationship Id="rId829" Type="http://schemas.openxmlformats.org/officeDocument/2006/relationships/customXml" Target="../ink/ink421.xml"/><Relationship Id="rId230" Type="http://schemas.openxmlformats.org/officeDocument/2006/relationships/customXml" Target="../ink/ink116.xml"/><Relationship Id="rId468" Type="http://schemas.openxmlformats.org/officeDocument/2006/relationships/image" Target="../media/image232.png"/><Relationship Id="rId675" Type="http://schemas.openxmlformats.org/officeDocument/2006/relationships/image" Target="../media/image334.png"/><Relationship Id="rId882" Type="http://schemas.openxmlformats.org/officeDocument/2006/relationships/customXml" Target="../ink/ink448.xml"/><Relationship Id="rId25" Type="http://schemas.openxmlformats.org/officeDocument/2006/relationships/image" Target="../media/image12.png"/><Relationship Id="rId328" Type="http://schemas.openxmlformats.org/officeDocument/2006/relationships/image" Target="../media/image162.png"/><Relationship Id="rId535" Type="http://schemas.openxmlformats.org/officeDocument/2006/relationships/customXml" Target="../ink/ink269.xml"/><Relationship Id="rId742" Type="http://schemas.openxmlformats.org/officeDocument/2006/relationships/customXml" Target="../ink/ink374.xml"/><Relationship Id="rId174" Type="http://schemas.openxmlformats.org/officeDocument/2006/relationships/image" Target="../media/image86.png"/><Relationship Id="rId381" Type="http://schemas.openxmlformats.org/officeDocument/2006/relationships/customXml" Target="../ink/ink192.xml"/><Relationship Id="rId602" Type="http://schemas.openxmlformats.org/officeDocument/2006/relationships/image" Target="../media/image298.png"/><Relationship Id="rId241" Type="http://schemas.openxmlformats.org/officeDocument/2006/relationships/customXml" Target="../ink/ink122.xml"/><Relationship Id="rId479" Type="http://schemas.openxmlformats.org/officeDocument/2006/relationships/customXml" Target="../ink/ink241.xml"/><Relationship Id="rId686" Type="http://schemas.openxmlformats.org/officeDocument/2006/relationships/customXml" Target="../ink/ink346.xml"/><Relationship Id="rId893" Type="http://schemas.openxmlformats.org/officeDocument/2006/relationships/image" Target="../media/image439.png"/><Relationship Id="rId907" Type="http://schemas.openxmlformats.org/officeDocument/2006/relationships/customXml" Target="../ink/ink461.xml"/><Relationship Id="rId36" Type="http://schemas.openxmlformats.org/officeDocument/2006/relationships/customXml" Target="../ink/ink18.xml"/><Relationship Id="rId339" Type="http://schemas.openxmlformats.org/officeDocument/2006/relationships/customXml" Target="../ink/ink171.xml"/><Relationship Id="rId546" Type="http://schemas.openxmlformats.org/officeDocument/2006/relationships/customXml" Target="../ink/ink275.xml"/><Relationship Id="rId753" Type="http://schemas.openxmlformats.org/officeDocument/2006/relationships/image" Target="../media/image373.png"/><Relationship Id="rId101" Type="http://schemas.openxmlformats.org/officeDocument/2006/relationships/customXml" Target="../ink/ink51.xml"/><Relationship Id="rId185" Type="http://schemas.openxmlformats.org/officeDocument/2006/relationships/customXml" Target="../ink/ink93.xml"/><Relationship Id="rId406" Type="http://schemas.openxmlformats.org/officeDocument/2006/relationships/image" Target="../media/image201.png"/><Relationship Id="rId960" Type="http://schemas.openxmlformats.org/officeDocument/2006/relationships/customXml" Target="../ink/ink488.xml"/><Relationship Id="rId392" Type="http://schemas.openxmlformats.org/officeDocument/2006/relationships/image" Target="../media/image194.png"/><Relationship Id="rId613" Type="http://schemas.openxmlformats.org/officeDocument/2006/relationships/customXml" Target="../ink/ink309.xml"/><Relationship Id="rId697" Type="http://schemas.openxmlformats.org/officeDocument/2006/relationships/image" Target="../media/image345.png"/><Relationship Id="rId820" Type="http://schemas.openxmlformats.org/officeDocument/2006/relationships/image" Target="../media/image403.png"/><Relationship Id="rId918" Type="http://schemas.openxmlformats.org/officeDocument/2006/relationships/image" Target="../media/image451.png"/><Relationship Id="rId252" Type="http://schemas.openxmlformats.org/officeDocument/2006/relationships/image" Target="../media/image124.png"/><Relationship Id="rId47" Type="http://schemas.openxmlformats.org/officeDocument/2006/relationships/image" Target="../media/image23.png"/><Relationship Id="rId112" Type="http://schemas.openxmlformats.org/officeDocument/2006/relationships/image" Target="../media/image55.png"/><Relationship Id="rId557" Type="http://schemas.openxmlformats.org/officeDocument/2006/relationships/customXml" Target="../ink/ink281.xml"/><Relationship Id="rId764" Type="http://schemas.openxmlformats.org/officeDocument/2006/relationships/customXml" Target="../ink/ink385.xml"/><Relationship Id="rId196" Type="http://schemas.openxmlformats.org/officeDocument/2006/relationships/image" Target="../media/image97.png"/><Relationship Id="rId417" Type="http://schemas.openxmlformats.org/officeDocument/2006/relationships/customXml" Target="../ink/ink210.xml"/><Relationship Id="rId624" Type="http://schemas.openxmlformats.org/officeDocument/2006/relationships/image" Target="../media/image309.png"/><Relationship Id="rId831" Type="http://schemas.openxmlformats.org/officeDocument/2006/relationships/customXml" Target="../ink/ink422.xml"/><Relationship Id="rId263" Type="http://schemas.openxmlformats.org/officeDocument/2006/relationships/customXml" Target="../ink/ink133.xml"/><Relationship Id="rId470" Type="http://schemas.openxmlformats.org/officeDocument/2006/relationships/image" Target="../media/image233.png"/><Relationship Id="rId929" Type="http://schemas.openxmlformats.org/officeDocument/2006/relationships/customXml" Target="../ink/ink472.xml"/><Relationship Id="rId58" Type="http://schemas.openxmlformats.org/officeDocument/2006/relationships/customXml" Target="../ink/ink29.xml"/><Relationship Id="rId123" Type="http://schemas.openxmlformats.org/officeDocument/2006/relationships/customXml" Target="../ink/ink62.xml"/><Relationship Id="rId330" Type="http://schemas.openxmlformats.org/officeDocument/2006/relationships/image" Target="../media/image163.png"/><Relationship Id="rId568" Type="http://schemas.openxmlformats.org/officeDocument/2006/relationships/image" Target="../media/image281.png"/><Relationship Id="rId775" Type="http://schemas.openxmlformats.org/officeDocument/2006/relationships/customXml" Target="../ink/ink391.xml"/><Relationship Id="rId428" Type="http://schemas.openxmlformats.org/officeDocument/2006/relationships/image" Target="../media/image212.png"/><Relationship Id="rId635" Type="http://schemas.openxmlformats.org/officeDocument/2006/relationships/customXml" Target="../ink/ink320.xml"/><Relationship Id="rId842" Type="http://schemas.openxmlformats.org/officeDocument/2006/relationships/customXml" Target="../ink/ink428.xml"/><Relationship Id="rId274" Type="http://schemas.openxmlformats.org/officeDocument/2006/relationships/image" Target="../media/image135.png"/><Relationship Id="rId481" Type="http://schemas.openxmlformats.org/officeDocument/2006/relationships/customXml" Target="../ink/ink242.xml"/><Relationship Id="rId702" Type="http://schemas.openxmlformats.org/officeDocument/2006/relationships/customXml" Target="../ink/ink354.xml"/><Relationship Id="rId69" Type="http://schemas.openxmlformats.org/officeDocument/2006/relationships/image" Target="../media/image34.png"/><Relationship Id="rId134" Type="http://schemas.openxmlformats.org/officeDocument/2006/relationships/image" Target="../media/image66.png"/><Relationship Id="rId579" Type="http://schemas.openxmlformats.org/officeDocument/2006/relationships/customXml" Target="../ink/ink292.xml"/><Relationship Id="rId786" Type="http://schemas.openxmlformats.org/officeDocument/2006/relationships/customXml" Target="../ink/ink398.xml"/><Relationship Id="rId341" Type="http://schemas.openxmlformats.org/officeDocument/2006/relationships/customXml" Target="../ink/ink172.xml"/><Relationship Id="rId439" Type="http://schemas.openxmlformats.org/officeDocument/2006/relationships/customXml" Target="../ink/ink221.xml"/><Relationship Id="rId646" Type="http://schemas.openxmlformats.org/officeDocument/2006/relationships/customXml" Target="../ink/ink326.xml"/><Relationship Id="rId201" Type="http://schemas.openxmlformats.org/officeDocument/2006/relationships/customXml" Target="../ink/ink101.xml"/><Relationship Id="rId285" Type="http://schemas.openxmlformats.org/officeDocument/2006/relationships/customXml" Target="../ink/ink144.xml"/><Relationship Id="rId506" Type="http://schemas.openxmlformats.org/officeDocument/2006/relationships/image" Target="../media/image251.png"/><Relationship Id="rId853" Type="http://schemas.openxmlformats.org/officeDocument/2006/relationships/image" Target="../media/image419.png"/><Relationship Id="rId492" Type="http://schemas.openxmlformats.org/officeDocument/2006/relationships/image" Target="../media/image244.png"/><Relationship Id="rId713" Type="http://schemas.openxmlformats.org/officeDocument/2006/relationships/image" Target="../media/image353.png"/><Relationship Id="rId797" Type="http://schemas.openxmlformats.org/officeDocument/2006/relationships/image" Target="../media/image392.png"/><Relationship Id="rId920" Type="http://schemas.openxmlformats.org/officeDocument/2006/relationships/image" Target="../media/image452.png"/><Relationship Id="rId145" Type="http://schemas.openxmlformats.org/officeDocument/2006/relationships/customXml" Target="../ink/ink73.xml"/><Relationship Id="rId352" Type="http://schemas.openxmlformats.org/officeDocument/2006/relationships/image" Target="../media/image174.png"/><Relationship Id="rId212" Type="http://schemas.openxmlformats.org/officeDocument/2006/relationships/image" Target="../media/image105.png"/><Relationship Id="rId657" Type="http://schemas.openxmlformats.org/officeDocument/2006/relationships/image" Target="../media/image325.png"/><Relationship Id="rId864" Type="http://schemas.openxmlformats.org/officeDocument/2006/relationships/customXml" Target="../ink/ink439.xml"/><Relationship Id="rId296" Type="http://schemas.openxmlformats.org/officeDocument/2006/relationships/image" Target="../media/image146.png"/><Relationship Id="rId517" Type="http://schemas.openxmlformats.org/officeDocument/2006/relationships/customXml" Target="../ink/ink260.xml"/><Relationship Id="rId724" Type="http://schemas.openxmlformats.org/officeDocument/2006/relationships/customXml" Target="../ink/ink365.xml"/><Relationship Id="rId931" Type="http://schemas.openxmlformats.org/officeDocument/2006/relationships/customXml" Target="../ink/ink473.xml"/><Relationship Id="rId60" Type="http://schemas.openxmlformats.org/officeDocument/2006/relationships/customXml" Target="../ink/ink30.xml"/><Relationship Id="rId156" Type="http://schemas.openxmlformats.org/officeDocument/2006/relationships/image" Target="../media/image77.png"/><Relationship Id="rId363" Type="http://schemas.openxmlformats.org/officeDocument/2006/relationships/customXml" Target="../ink/ink183.xml"/><Relationship Id="rId570" Type="http://schemas.openxmlformats.org/officeDocument/2006/relationships/image" Target="../media/image282.png"/><Relationship Id="rId223" Type="http://schemas.openxmlformats.org/officeDocument/2006/relationships/image" Target="../media/image110.png"/><Relationship Id="rId430" Type="http://schemas.openxmlformats.org/officeDocument/2006/relationships/image" Target="../media/image213.png"/><Relationship Id="rId668" Type="http://schemas.openxmlformats.org/officeDocument/2006/relationships/customXml" Target="../ink/ink337.xml"/><Relationship Id="rId875" Type="http://schemas.openxmlformats.org/officeDocument/2006/relationships/image" Target="../media/image430.png"/><Relationship Id="rId18" Type="http://schemas.openxmlformats.org/officeDocument/2006/relationships/customXml" Target="../ink/ink9.xml"/><Relationship Id="rId528" Type="http://schemas.openxmlformats.org/officeDocument/2006/relationships/image" Target="../media/image262.png"/><Relationship Id="rId735" Type="http://schemas.openxmlformats.org/officeDocument/2006/relationships/image" Target="../media/image364.png"/><Relationship Id="rId942" Type="http://schemas.openxmlformats.org/officeDocument/2006/relationships/image" Target="../media/image463.png"/><Relationship Id="rId167" Type="http://schemas.openxmlformats.org/officeDocument/2006/relationships/customXml" Target="../ink/ink84.xml"/><Relationship Id="rId374" Type="http://schemas.openxmlformats.org/officeDocument/2006/relationships/image" Target="../media/image185.png"/><Relationship Id="rId581" Type="http://schemas.openxmlformats.org/officeDocument/2006/relationships/customXml" Target="../ink/ink293.xml"/><Relationship Id="rId71" Type="http://schemas.openxmlformats.org/officeDocument/2006/relationships/image" Target="../media/image35.png"/><Relationship Id="rId234" Type="http://schemas.openxmlformats.org/officeDocument/2006/relationships/customXml" Target="../ink/ink118.xml"/><Relationship Id="rId679" Type="http://schemas.openxmlformats.org/officeDocument/2006/relationships/image" Target="../media/image336.png"/><Relationship Id="rId802" Type="http://schemas.openxmlformats.org/officeDocument/2006/relationships/customXml" Target="../ink/ink407.xml"/><Relationship Id="rId886" Type="http://schemas.openxmlformats.org/officeDocument/2006/relationships/customXml" Target="../ink/ink450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41" Type="http://schemas.openxmlformats.org/officeDocument/2006/relationships/customXml" Target="../ink/ink222.xml"/><Relationship Id="rId539" Type="http://schemas.openxmlformats.org/officeDocument/2006/relationships/image" Target="../media/image267.png"/><Relationship Id="rId746" Type="http://schemas.openxmlformats.org/officeDocument/2006/relationships/customXml" Target="../ink/ink376.xml"/><Relationship Id="rId178" Type="http://schemas.openxmlformats.org/officeDocument/2006/relationships/image" Target="../media/image88.png"/><Relationship Id="rId301" Type="http://schemas.openxmlformats.org/officeDocument/2006/relationships/customXml" Target="../ink/ink152.xml"/><Relationship Id="rId953" Type="http://schemas.openxmlformats.org/officeDocument/2006/relationships/image" Target="../media/image468.png"/><Relationship Id="rId82" Type="http://schemas.openxmlformats.org/officeDocument/2006/relationships/image" Target="../media/image40.png"/><Relationship Id="rId385" Type="http://schemas.openxmlformats.org/officeDocument/2006/relationships/customXml" Target="../ink/ink194.xml"/><Relationship Id="rId592" Type="http://schemas.openxmlformats.org/officeDocument/2006/relationships/image" Target="../media/image293.png"/><Relationship Id="rId606" Type="http://schemas.openxmlformats.org/officeDocument/2006/relationships/image" Target="../media/image300.png"/><Relationship Id="rId813" Type="http://schemas.openxmlformats.org/officeDocument/2006/relationships/customXml" Target="../ink/ink413.xml"/><Relationship Id="rId245" Type="http://schemas.openxmlformats.org/officeDocument/2006/relationships/customXml" Target="../ink/ink124.xml"/><Relationship Id="rId452" Type="http://schemas.openxmlformats.org/officeDocument/2006/relationships/image" Target="../media/image224.png"/><Relationship Id="rId897" Type="http://schemas.openxmlformats.org/officeDocument/2006/relationships/image" Target="../media/image441.png"/><Relationship Id="rId105" Type="http://schemas.openxmlformats.org/officeDocument/2006/relationships/customXml" Target="../ink/ink53.xml"/><Relationship Id="rId312" Type="http://schemas.openxmlformats.org/officeDocument/2006/relationships/image" Target="../media/image154.png"/><Relationship Id="rId757" Type="http://schemas.openxmlformats.org/officeDocument/2006/relationships/image" Target="../media/image375.png"/><Relationship Id="rId964" Type="http://schemas.openxmlformats.org/officeDocument/2006/relationships/customXml" Target="../ink/ink490.xml"/><Relationship Id="rId93" Type="http://schemas.openxmlformats.org/officeDocument/2006/relationships/customXml" Target="../ink/ink47.xml"/><Relationship Id="rId189" Type="http://schemas.openxmlformats.org/officeDocument/2006/relationships/customXml" Target="../ink/ink95.xml"/><Relationship Id="rId396" Type="http://schemas.openxmlformats.org/officeDocument/2006/relationships/image" Target="../media/image196.png"/><Relationship Id="rId617" Type="http://schemas.openxmlformats.org/officeDocument/2006/relationships/customXml" Target="../ink/ink311.xml"/><Relationship Id="rId824" Type="http://schemas.openxmlformats.org/officeDocument/2006/relationships/image" Target="../media/image405.png"/><Relationship Id="rId256" Type="http://schemas.openxmlformats.org/officeDocument/2006/relationships/image" Target="../media/image126.png"/><Relationship Id="rId463" Type="http://schemas.openxmlformats.org/officeDocument/2006/relationships/customXml" Target="../ink/ink233.xml"/><Relationship Id="rId670" Type="http://schemas.openxmlformats.org/officeDocument/2006/relationships/customXml" Target="../ink/ink338.xml"/><Relationship Id="rId116" Type="http://schemas.openxmlformats.org/officeDocument/2006/relationships/image" Target="../media/image57.png"/><Relationship Id="rId323" Type="http://schemas.openxmlformats.org/officeDocument/2006/relationships/customXml" Target="../ink/ink163.xml"/><Relationship Id="rId530" Type="http://schemas.openxmlformats.org/officeDocument/2006/relationships/image" Target="../media/image263.png"/><Relationship Id="rId768" Type="http://schemas.openxmlformats.org/officeDocument/2006/relationships/image" Target="../media/image380.png"/><Relationship Id="rId20" Type="http://schemas.openxmlformats.org/officeDocument/2006/relationships/customXml" Target="../ink/ink10.xml"/><Relationship Id="rId628" Type="http://schemas.openxmlformats.org/officeDocument/2006/relationships/image" Target="../media/image311.png"/><Relationship Id="rId835" Type="http://schemas.openxmlformats.org/officeDocument/2006/relationships/image" Target="../media/image410.png"/><Relationship Id="rId267" Type="http://schemas.openxmlformats.org/officeDocument/2006/relationships/customXml" Target="../ink/ink135.xml"/><Relationship Id="rId474" Type="http://schemas.openxmlformats.org/officeDocument/2006/relationships/image" Target="../media/image235.png"/><Relationship Id="rId127" Type="http://schemas.openxmlformats.org/officeDocument/2006/relationships/customXml" Target="../ink/ink64.xml"/><Relationship Id="rId681" Type="http://schemas.openxmlformats.org/officeDocument/2006/relationships/image" Target="../media/image337.png"/><Relationship Id="rId779" Type="http://schemas.openxmlformats.org/officeDocument/2006/relationships/customXml" Target="../ink/ink394.xml"/><Relationship Id="rId902" Type="http://schemas.openxmlformats.org/officeDocument/2006/relationships/image" Target="../media/image443.png"/><Relationship Id="rId31" Type="http://schemas.openxmlformats.org/officeDocument/2006/relationships/image" Target="../media/image15.png"/><Relationship Id="rId334" Type="http://schemas.openxmlformats.org/officeDocument/2006/relationships/image" Target="../media/image165.png"/><Relationship Id="rId541" Type="http://schemas.openxmlformats.org/officeDocument/2006/relationships/image" Target="../media/image268.png"/><Relationship Id="rId639" Type="http://schemas.openxmlformats.org/officeDocument/2006/relationships/image" Target="../media/image316.png"/><Relationship Id="rId180" Type="http://schemas.openxmlformats.org/officeDocument/2006/relationships/image" Target="../media/image89.png"/><Relationship Id="rId278" Type="http://schemas.openxmlformats.org/officeDocument/2006/relationships/image" Target="../media/image137.png"/><Relationship Id="rId401" Type="http://schemas.openxmlformats.org/officeDocument/2006/relationships/customXml" Target="../ink/ink202.xml"/><Relationship Id="rId846" Type="http://schemas.openxmlformats.org/officeDocument/2006/relationships/customXml" Target="../ink/ink430.xml"/><Relationship Id="rId485" Type="http://schemas.openxmlformats.org/officeDocument/2006/relationships/customXml" Target="../ink/ink244.xml"/><Relationship Id="rId692" Type="http://schemas.openxmlformats.org/officeDocument/2006/relationships/customXml" Target="../ink/ink349.xml"/><Relationship Id="rId706" Type="http://schemas.openxmlformats.org/officeDocument/2006/relationships/customXml" Target="../ink/ink356.xml"/><Relationship Id="rId913" Type="http://schemas.openxmlformats.org/officeDocument/2006/relationships/customXml" Target="../ink/ink464.xml"/><Relationship Id="rId42" Type="http://schemas.openxmlformats.org/officeDocument/2006/relationships/customXml" Target="../ink/ink21.xml"/><Relationship Id="rId138" Type="http://schemas.openxmlformats.org/officeDocument/2006/relationships/image" Target="../media/image68.png"/><Relationship Id="rId345" Type="http://schemas.openxmlformats.org/officeDocument/2006/relationships/customXml" Target="../ink/ink174.xml"/><Relationship Id="rId552" Type="http://schemas.openxmlformats.org/officeDocument/2006/relationships/image" Target="../media/image273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412" Type="http://schemas.openxmlformats.org/officeDocument/2006/relationships/image" Target="../media/image204.png"/><Relationship Id="rId857" Type="http://schemas.openxmlformats.org/officeDocument/2006/relationships/image" Target="../media/image421.png"/><Relationship Id="rId289" Type="http://schemas.openxmlformats.org/officeDocument/2006/relationships/customXml" Target="../ink/ink146.xml"/><Relationship Id="rId496" Type="http://schemas.openxmlformats.org/officeDocument/2006/relationships/image" Target="../media/image246.png"/><Relationship Id="rId717" Type="http://schemas.openxmlformats.org/officeDocument/2006/relationships/image" Target="../media/image355.png"/><Relationship Id="rId924" Type="http://schemas.openxmlformats.org/officeDocument/2006/relationships/image" Target="../media/image454.png"/><Relationship Id="rId53" Type="http://schemas.openxmlformats.org/officeDocument/2006/relationships/image" Target="../media/image26.png"/><Relationship Id="rId149" Type="http://schemas.openxmlformats.org/officeDocument/2006/relationships/customXml" Target="../ink/ink75.xml"/><Relationship Id="rId356" Type="http://schemas.openxmlformats.org/officeDocument/2006/relationships/image" Target="../media/image176.png"/><Relationship Id="rId563" Type="http://schemas.openxmlformats.org/officeDocument/2006/relationships/customXml" Target="../ink/ink284.xml"/><Relationship Id="rId770" Type="http://schemas.openxmlformats.org/officeDocument/2006/relationships/image" Target="../media/image381.png"/><Relationship Id="rId216" Type="http://schemas.openxmlformats.org/officeDocument/2006/relationships/customXml" Target="../ink/ink109.xml"/><Relationship Id="rId423" Type="http://schemas.openxmlformats.org/officeDocument/2006/relationships/customXml" Target="../ink/ink213.xml"/><Relationship Id="rId868" Type="http://schemas.openxmlformats.org/officeDocument/2006/relationships/customXml" Target="../ink/ink441.xml"/><Relationship Id="rId630" Type="http://schemas.openxmlformats.org/officeDocument/2006/relationships/image" Target="../media/image312.png"/><Relationship Id="rId728" Type="http://schemas.openxmlformats.org/officeDocument/2006/relationships/customXml" Target="../ink/ink367.xml"/><Relationship Id="rId935" Type="http://schemas.openxmlformats.org/officeDocument/2006/relationships/customXml" Target="../ink/ink475.xml"/><Relationship Id="rId64" Type="http://schemas.openxmlformats.org/officeDocument/2006/relationships/customXml" Target="../ink/ink32.xml"/><Relationship Id="rId367" Type="http://schemas.openxmlformats.org/officeDocument/2006/relationships/customXml" Target="../ink/ink185.xml"/><Relationship Id="rId574" Type="http://schemas.openxmlformats.org/officeDocument/2006/relationships/image" Target="../media/image284.png"/><Relationship Id="rId227" Type="http://schemas.openxmlformats.org/officeDocument/2006/relationships/image" Target="../media/image112.png"/><Relationship Id="rId781" Type="http://schemas.openxmlformats.org/officeDocument/2006/relationships/customXml" Target="../ink/ink395.xml"/><Relationship Id="rId879" Type="http://schemas.openxmlformats.org/officeDocument/2006/relationships/image" Target="../media/image432.png"/><Relationship Id="rId434" Type="http://schemas.openxmlformats.org/officeDocument/2006/relationships/image" Target="../media/image215.png"/><Relationship Id="rId641" Type="http://schemas.openxmlformats.org/officeDocument/2006/relationships/image" Target="../media/image317.png"/><Relationship Id="rId739" Type="http://schemas.openxmlformats.org/officeDocument/2006/relationships/image" Target="../media/image366.png"/><Relationship Id="rId280" Type="http://schemas.openxmlformats.org/officeDocument/2006/relationships/image" Target="../media/image138.png"/><Relationship Id="rId501" Type="http://schemas.openxmlformats.org/officeDocument/2006/relationships/customXml" Target="../ink/ink252.xml"/><Relationship Id="rId946" Type="http://schemas.openxmlformats.org/officeDocument/2006/relationships/image" Target="../media/image465.png"/><Relationship Id="rId75" Type="http://schemas.openxmlformats.org/officeDocument/2006/relationships/image" Target="../media/image37.png"/><Relationship Id="rId140" Type="http://schemas.openxmlformats.org/officeDocument/2006/relationships/image" Target="../media/image69.png"/><Relationship Id="rId378" Type="http://schemas.openxmlformats.org/officeDocument/2006/relationships/image" Target="../media/image187.png"/><Relationship Id="rId585" Type="http://schemas.openxmlformats.org/officeDocument/2006/relationships/customXml" Target="../ink/ink295.xml"/><Relationship Id="rId792" Type="http://schemas.openxmlformats.org/officeDocument/2006/relationships/customXml" Target="../ink/ink402.xml"/><Relationship Id="rId806" Type="http://schemas.openxmlformats.org/officeDocument/2006/relationships/customXml" Target="../ink/ink409.xml"/><Relationship Id="rId6" Type="http://schemas.openxmlformats.org/officeDocument/2006/relationships/customXml" Target="../ink/ink3.xml"/><Relationship Id="rId238" Type="http://schemas.openxmlformats.org/officeDocument/2006/relationships/customXml" Target="../ink/ink120.xml"/><Relationship Id="rId445" Type="http://schemas.openxmlformats.org/officeDocument/2006/relationships/customXml" Target="../ink/ink224.xml"/><Relationship Id="rId652" Type="http://schemas.openxmlformats.org/officeDocument/2006/relationships/customXml" Target="../ink/ink329.xml"/><Relationship Id="rId291" Type="http://schemas.openxmlformats.org/officeDocument/2006/relationships/customXml" Target="../ink/ink147.xml"/><Relationship Id="rId305" Type="http://schemas.openxmlformats.org/officeDocument/2006/relationships/customXml" Target="../ink/ink154.xml"/><Relationship Id="rId512" Type="http://schemas.openxmlformats.org/officeDocument/2006/relationships/image" Target="../media/image254.png"/><Relationship Id="rId957" Type="http://schemas.openxmlformats.org/officeDocument/2006/relationships/image" Target="../media/image470.png"/><Relationship Id="rId86" Type="http://schemas.openxmlformats.org/officeDocument/2006/relationships/image" Target="../media/image42.png"/><Relationship Id="rId151" Type="http://schemas.openxmlformats.org/officeDocument/2006/relationships/customXml" Target="../ink/ink76.xml"/><Relationship Id="rId389" Type="http://schemas.openxmlformats.org/officeDocument/2006/relationships/customXml" Target="../ink/ink196.xml"/><Relationship Id="rId596" Type="http://schemas.openxmlformats.org/officeDocument/2006/relationships/image" Target="../media/image295.png"/><Relationship Id="rId817" Type="http://schemas.openxmlformats.org/officeDocument/2006/relationships/customXml" Target="../ink/ink415.xml"/><Relationship Id="rId249" Type="http://schemas.openxmlformats.org/officeDocument/2006/relationships/customXml" Target="../ink/ink126.xml"/><Relationship Id="rId456" Type="http://schemas.openxmlformats.org/officeDocument/2006/relationships/image" Target="../media/image226.png"/><Relationship Id="rId663" Type="http://schemas.openxmlformats.org/officeDocument/2006/relationships/image" Target="../media/image328.png"/><Relationship Id="rId870" Type="http://schemas.openxmlformats.org/officeDocument/2006/relationships/customXml" Target="../ink/ink442.xml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316" Type="http://schemas.openxmlformats.org/officeDocument/2006/relationships/image" Target="../media/image156.png"/><Relationship Id="rId523" Type="http://schemas.openxmlformats.org/officeDocument/2006/relationships/customXml" Target="../ink/ink263.xml"/><Relationship Id="rId968" Type="http://schemas.openxmlformats.org/officeDocument/2006/relationships/customXml" Target="../ink/ink492.xml"/><Relationship Id="rId97" Type="http://schemas.openxmlformats.org/officeDocument/2006/relationships/customXml" Target="../ink/ink49.xml"/><Relationship Id="rId730" Type="http://schemas.openxmlformats.org/officeDocument/2006/relationships/customXml" Target="../ink/ink368.xml"/><Relationship Id="rId828" Type="http://schemas.openxmlformats.org/officeDocument/2006/relationships/image" Target="../media/image407.png"/><Relationship Id="rId162" Type="http://schemas.openxmlformats.org/officeDocument/2006/relationships/image" Target="../media/image80.png"/><Relationship Id="rId467" Type="http://schemas.openxmlformats.org/officeDocument/2006/relationships/customXml" Target="../ink/ink235.xml"/><Relationship Id="rId674" Type="http://schemas.openxmlformats.org/officeDocument/2006/relationships/customXml" Target="../ink/ink340.xml"/><Relationship Id="rId881" Type="http://schemas.openxmlformats.org/officeDocument/2006/relationships/image" Target="../media/image433.png"/><Relationship Id="rId24" Type="http://schemas.openxmlformats.org/officeDocument/2006/relationships/customXml" Target="../ink/ink12.xml"/><Relationship Id="rId327" Type="http://schemas.openxmlformats.org/officeDocument/2006/relationships/customXml" Target="../ink/ink165.xml"/><Relationship Id="rId534" Type="http://schemas.openxmlformats.org/officeDocument/2006/relationships/image" Target="../media/image265.png"/><Relationship Id="rId741" Type="http://schemas.openxmlformats.org/officeDocument/2006/relationships/image" Target="../media/image367.png"/><Relationship Id="rId839" Type="http://schemas.openxmlformats.org/officeDocument/2006/relationships/image" Target="../media/image412.png"/><Relationship Id="rId173" Type="http://schemas.openxmlformats.org/officeDocument/2006/relationships/customXml" Target="../ink/ink87.xml"/><Relationship Id="rId380" Type="http://schemas.openxmlformats.org/officeDocument/2006/relationships/image" Target="../media/image188.png"/><Relationship Id="rId601" Type="http://schemas.openxmlformats.org/officeDocument/2006/relationships/customXml" Target="../ink/ink303.xml"/><Relationship Id="rId240" Type="http://schemas.openxmlformats.org/officeDocument/2006/relationships/customXml" Target="../ink/ink121.xml"/><Relationship Id="rId478" Type="http://schemas.openxmlformats.org/officeDocument/2006/relationships/image" Target="../media/image237.png"/><Relationship Id="rId685" Type="http://schemas.openxmlformats.org/officeDocument/2006/relationships/image" Target="../media/image339.png"/><Relationship Id="rId892" Type="http://schemas.openxmlformats.org/officeDocument/2006/relationships/customXml" Target="../ink/ink453.xml"/><Relationship Id="rId906" Type="http://schemas.openxmlformats.org/officeDocument/2006/relationships/image" Target="../media/image445.png"/><Relationship Id="rId35" Type="http://schemas.openxmlformats.org/officeDocument/2006/relationships/image" Target="../media/image17.png"/><Relationship Id="rId100" Type="http://schemas.openxmlformats.org/officeDocument/2006/relationships/image" Target="../media/image49.png"/><Relationship Id="rId338" Type="http://schemas.openxmlformats.org/officeDocument/2006/relationships/image" Target="../media/image167.png"/><Relationship Id="rId545" Type="http://schemas.openxmlformats.org/officeDocument/2006/relationships/image" Target="../media/image270.png"/><Relationship Id="rId752" Type="http://schemas.openxmlformats.org/officeDocument/2006/relationships/customXml" Target="../ink/ink379.xml"/><Relationship Id="rId184" Type="http://schemas.openxmlformats.org/officeDocument/2006/relationships/image" Target="../media/image91.png"/><Relationship Id="rId391" Type="http://schemas.openxmlformats.org/officeDocument/2006/relationships/customXml" Target="../ink/ink197.xml"/><Relationship Id="rId405" Type="http://schemas.openxmlformats.org/officeDocument/2006/relationships/customXml" Target="../ink/ink204.xml"/><Relationship Id="rId612" Type="http://schemas.openxmlformats.org/officeDocument/2006/relationships/image" Target="../media/image303.png"/><Relationship Id="rId251" Type="http://schemas.openxmlformats.org/officeDocument/2006/relationships/customXml" Target="../ink/ink127.xml"/><Relationship Id="rId489" Type="http://schemas.openxmlformats.org/officeDocument/2006/relationships/customXml" Target="../ink/ink246.xml"/><Relationship Id="rId696" Type="http://schemas.openxmlformats.org/officeDocument/2006/relationships/customXml" Target="../ink/ink351.xml"/><Relationship Id="rId917" Type="http://schemas.openxmlformats.org/officeDocument/2006/relationships/customXml" Target="../ink/ink466.xml"/><Relationship Id="rId46" Type="http://schemas.openxmlformats.org/officeDocument/2006/relationships/customXml" Target="../ink/ink23.xml"/><Relationship Id="rId349" Type="http://schemas.openxmlformats.org/officeDocument/2006/relationships/customXml" Target="../ink/ink176.xml"/><Relationship Id="rId556" Type="http://schemas.openxmlformats.org/officeDocument/2006/relationships/image" Target="../media/image275.png"/><Relationship Id="rId763" Type="http://schemas.openxmlformats.org/officeDocument/2006/relationships/image" Target="../media/image378.png"/><Relationship Id="rId111" Type="http://schemas.openxmlformats.org/officeDocument/2006/relationships/customXml" Target="../ink/ink56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416" Type="http://schemas.openxmlformats.org/officeDocument/2006/relationships/image" Target="../media/image206.png"/><Relationship Id="rId623" Type="http://schemas.openxmlformats.org/officeDocument/2006/relationships/customXml" Target="../ink/ink314.xml"/><Relationship Id="rId830" Type="http://schemas.openxmlformats.org/officeDocument/2006/relationships/image" Target="../media/image408.png"/><Relationship Id="rId928" Type="http://schemas.openxmlformats.org/officeDocument/2006/relationships/image" Target="../media/image456.png"/><Relationship Id="rId57" Type="http://schemas.openxmlformats.org/officeDocument/2006/relationships/image" Target="../media/image28.png"/><Relationship Id="rId262" Type="http://schemas.openxmlformats.org/officeDocument/2006/relationships/image" Target="../media/image129.png"/><Relationship Id="rId567" Type="http://schemas.openxmlformats.org/officeDocument/2006/relationships/customXml" Target="../ink/ink286.xml"/><Relationship Id="rId122" Type="http://schemas.openxmlformats.org/officeDocument/2006/relationships/image" Target="../media/image60.png"/><Relationship Id="rId774" Type="http://schemas.openxmlformats.org/officeDocument/2006/relationships/image" Target="../media/image383.png"/><Relationship Id="rId427" Type="http://schemas.openxmlformats.org/officeDocument/2006/relationships/customXml" Target="../ink/ink215.xml"/><Relationship Id="rId634" Type="http://schemas.openxmlformats.org/officeDocument/2006/relationships/image" Target="../media/image314.png"/><Relationship Id="rId841" Type="http://schemas.openxmlformats.org/officeDocument/2006/relationships/image" Target="../media/image413.png"/><Relationship Id="rId273" Type="http://schemas.openxmlformats.org/officeDocument/2006/relationships/customXml" Target="../ink/ink138.xml"/><Relationship Id="rId480" Type="http://schemas.openxmlformats.org/officeDocument/2006/relationships/image" Target="../media/image238.png"/><Relationship Id="rId701" Type="http://schemas.openxmlformats.org/officeDocument/2006/relationships/image" Target="../media/image347.png"/><Relationship Id="rId939" Type="http://schemas.openxmlformats.org/officeDocument/2006/relationships/customXml" Target="../ink/ink477.xml"/><Relationship Id="rId68" Type="http://schemas.openxmlformats.org/officeDocument/2006/relationships/customXml" Target="../ink/ink34.xml"/><Relationship Id="rId133" Type="http://schemas.openxmlformats.org/officeDocument/2006/relationships/customXml" Target="../ink/ink67.xml"/><Relationship Id="rId340" Type="http://schemas.openxmlformats.org/officeDocument/2006/relationships/image" Target="../media/image168.png"/><Relationship Id="rId578" Type="http://schemas.openxmlformats.org/officeDocument/2006/relationships/image" Target="../media/image286.png"/><Relationship Id="rId785" Type="http://schemas.openxmlformats.org/officeDocument/2006/relationships/customXml" Target="../ink/ink397.xml"/><Relationship Id="rId200" Type="http://schemas.openxmlformats.org/officeDocument/2006/relationships/image" Target="../media/image99.png"/><Relationship Id="rId438" Type="http://schemas.openxmlformats.org/officeDocument/2006/relationships/image" Target="../media/image217.png"/><Relationship Id="rId645" Type="http://schemas.openxmlformats.org/officeDocument/2006/relationships/image" Target="../media/image319.png"/><Relationship Id="rId852" Type="http://schemas.openxmlformats.org/officeDocument/2006/relationships/customXml" Target="../ink/ink433.xml"/><Relationship Id="rId284" Type="http://schemas.openxmlformats.org/officeDocument/2006/relationships/image" Target="../media/image140.png"/><Relationship Id="rId491" Type="http://schemas.openxmlformats.org/officeDocument/2006/relationships/customXml" Target="../ink/ink247.xml"/><Relationship Id="rId505" Type="http://schemas.openxmlformats.org/officeDocument/2006/relationships/customXml" Target="../ink/ink254.xml"/><Relationship Id="rId712" Type="http://schemas.openxmlformats.org/officeDocument/2006/relationships/customXml" Target="../ink/ink359.xml"/><Relationship Id="rId79" Type="http://schemas.openxmlformats.org/officeDocument/2006/relationships/customXml" Target="../ink/ink40.xml"/><Relationship Id="rId144" Type="http://schemas.openxmlformats.org/officeDocument/2006/relationships/image" Target="../media/image71.png"/><Relationship Id="rId589" Type="http://schemas.openxmlformats.org/officeDocument/2006/relationships/customXml" Target="../ink/ink297.xml"/><Relationship Id="rId796" Type="http://schemas.openxmlformats.org/officeDocument/2006/relationships/customXml" Target="../ink/ink404.xml"/><Relationship Id="rId351" Type="http://schemas.openxmlformats.org/officeDocument/2006/relationships/customXml" Target="../ink/ink177.xml"/><Relationship Id="rId449" Type="http://schemas.openxmlformats.org/officeDocument/2006/relationships/customXml" Target="../ink/ink226.xml"/><Relationship Id="rId656" Type="http://schemas.openxmlformats.org/officeDocument/2006/relationships/customXml" Target="../ink/ink331.xml"/><Relationship Id="rId863" Type="http://schemas.openxmlformats.org/officeDocument/2006/relationships/image" Target="../media/image424.png"/><Relationship Id="rId211" Type="http://schemas.openxmlformats.org/officeDocument/2006/relationships/customXml" Target="../ink/ink106.xml"/><Relationship Id="rId295" Type="http://schemas.openxmlformats.org/officeDocument/2006/relationships/customXml" Target="../ink/ink149.xml"/><Relationship Id="rId309" Type="http://schemas.openxmlformats.org/officeDocument/2006/relationships/customXml" Target="../ink/ink156.xml"/><Relationship Id="rId516" Type="http://schemas.openxmlformats.org/officeDocument/2006/relationships/image" Target="../media/image256.png"/><Relationship Id="rId723" Type="http://schemas.openxmlformats.org/officeDocument/2006/relationships/image" Target="../media/image358.png"/><Relationship Id="rId930" Type="http://schemas.openxmlformats.org/officeDocument/2006/relationships/image" Target="../media/image457.png"/><Relationship Id="rId155" Type="http://schemas.openxmlformats.org/officeDocument/2006/relationships/customXml" Target="../ink/ink78.xml"/><Relationship Id="rId362" Type="http://schemas.openxmlformats.org/officeDocument/2006/relationships/image" Target="../media/image179.png"/><Relationship Id="rId222" Type="http://schemas.openxmlformats.org/officeDocument/2006/relationships/customXml" Target="../ink/ink112.xml"/><Relationship Id="rId667" Type="http://schemas.openxmlformats.org/officeDocument/2006/relationships/image" Target="../media/image330.png"/><Relationship Id="rId874" Type="http://schemas.openxmlformats.org/officeDocument/2006/relationships/customXml" Target="../ink/ink444.xml"/><Relationship Id="rId17" Type="http://schemas.openxmlformats.org/officeDocument/2006/relationships/image" Target="../media/image8.png"/><Relationship Id="rId527" Type="http://schemas.openxmlformats.org/officeDocument/2006/relationships/customXml" Target="../ink/ink265.xml"/><Relationship Id="rId734" Type="http://schemas.openxmlformats.org/officeDocument/2006/relationships/customXml" Target="../ink/ink370.xml"/><Relationship Id="rId941" Type="http://schemas.openxmlformats.org/officeDocument/2006/relationships/customXml" Target="../ink/ink478.xml"/><Relationship Id="rId70" Type="http://schemas.openxmlformats.org/officeDocument/2006/relationships/customXml" Target="../ink/ink35.xml"/><Relationship Id="rId166" Type="http://schemas.openxmlformats.org/officeDocument/2006/relationships/image" Target="../media/image82.png"/><Relationship Id="rId373" Type="http://schemas.openxmlformats.org/officeDocument/2006/relationships/customXml" Target="../ink/ink188.xml"/><Relationship Id="rId580" Type="http://schemas.openxmlformats.org/officeDocument/2006/relationships/image" Target="../media/image287.png"/><Relationship Id="rId801" Type="http://schemas.openxmlformats.org/officeDocument/2006/relationships/image" Target="../media/image39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5.png"/><Relationship Id="rId440" Type="http://schemas.openxmlformats.org/officeDocument/2006/relationships/image" Target="../media/image218.png"/><Relationship Id="rId678" Type="http://schemas.openxmlformats.org/officeDocument/2006/relationships/customXml" Target="../ink/ink342.xml"/><Relationship Id="rId885" Type="http://schemas.openxmlformats.org/officeDocument/2006/relationships/image" Target="../media/image435.png"/><Relationship Id="rId28" Type="http://schemas.openxmlformats.org/officeDocument/2006/relationships/customXml" Target="../ink/ink14.xml"/><Relationship Id="rId300" Type="http://schemas.openxmlformats.org/officeDocument/2006/relationships/image" Target="../media/image148.png"/><Relationship Id="rId538" Type="http://schemas.openxmlformats.org/officeDocument/2006/relationships/customXml" Target="../ink/ink271.xml"/><Relationship Id="rId745" Type="http://schemas.openxmlformats.org/officeDocument/2006/relationships/image" Target="../media/image369.png"/><Relationship Id="rId952" Type="http://schemas.openxmlformats.org/officeDocument/2006/relationships/customXml" Target="../ink/ink484.xml"/><Relationship Id="rId81" Type="http://schemas.openxmlformats.org/officeDocument/2006/relationships/customXml" Target="../ink/ink41.xml"/><Relationship Id="rId177" Type="http://schemas.openxmlformats.org/officeDocument/2006/relationships/customXml" Target="../ink/ink89.xml"/><Relationship Id="rId384" Type="http://schemas.openxmlformats.org/officeDocument/2006/relationships/image" Target="../media/image190.png"/><Relationship Id="rId591" Type="http://schemas.openxmlformats.org/officeDocument/2006/relationships/customXml" Target="../ink/ink298.xml"/><Relationship Id="rId605" Type="http://schemas.openxmlformats.org/officeDocument/2006/relationships/customXml" Target="../ink/ink305.xml"/><Relationship Id="rId812" Type="http://schemas.openxmlformats.org/officeDocument/2006/relationships/image" Target="../media/image399.png"/><Relationship Id="rId244" Type="http://schemas.openxmlformats.org/officeDocument/2006/relationships/image" Target="../media/image120.png"/><Relationship Id="rId689" Type="http://schemas.openxmlformats.org/officeDocument/2006/relationships/image" Target="../media/image341.png"/><Relationship Id="rId896" Type="http://schemas.openxmlformats.org/officeDocument/2006/relationships/customXml" Target="../ink/ink455.xml"/><Relationship Id="rId39" Type="http://schemas.openxmlformats.org/officeDocument/2006/relationships/image" Target="../media/image19.png"/><Relationship Id="rId451" Type="http://schemas.openxmlformats.org/officeDocument/2006/relationships/customXml" Target="../ink/ink227.xml"/><Relationship Id="rId549" Type="http://schemas.openxmlformats.org/officeDocument/2006/relationships/image" Target="../media/image272.png"/><Relationship Id="rId756" Type="http://schemas.openxmlformats.org/officeDocument/2006/relationships/customXml" Target="../ink/ink381.xml"/><Relationship Id="rId104" Type="http://schemas.openxmlformats.org/officeDocument/2006/relationships/image" Target="../media/image51.png"/><Relationship Id="rId188" Type="http://schemas.openxmlformats.org/officeDocument/2006/relationships/image" Target="../media/image93.png"/><Relationship Id="rId311" Type="http://schemas.openxmlformats.org/officeDocument/2006/relationships/customXml" Target="../ink/ink157.xml"/><Relationship Id="rId395" Type="http://schemas.openxmlformats.org/officeDocument/2006/relationships/customXml" Target="../ink/ink199.xml"/><Relationship Id="rId409" Type="http://schemas.openxmlformats.org/officeDocument/2006/relationships/customXml" Target="../ink/ink206.xml"/><Relationship Id="rId963" Type="http://schemas.openxmlformats.org/officeDocument/2006/relationships/image" Target="../media/image473.png"/><Relationship Id="rId92" Type="http://schemas.openxmlformats.org/officeDocument/2006/relationships/image" Target="../media/image45.png"/><Relationship Id="rId213" Type="http://schemas.openxmlformats.org/officeDocument/2006/relationships/customXml" Target="../ink/ink107.xml"/><Relationship Id="rId420" Type="http://schemas.openxmlformats.org/officeDocument/2006/relationships/image" Target="../media/image208.png"/><Relationship Id="rId616" Type="http://schemas.openxmlformats.org/officeDocument/2006/relationships/image" Target="../media/image305.png"/><Relationship Id="rId658" Type="http://schemas.openxmlformats.org/officeDocument/2006/relationships/customXml" Target="../ink/ink332.xml"/><Relationship Id="rId823" Type="http://schemas.openxmlformats.org/officeDocument/2006/relationships/customXml" Target="../ink/ink418.xml"/><Relationship Id="rId865" Type="http://schemas.openxmlformats.org/officeDocument/2006/relationships/image" Target="../media/image425.png"/><Relationship Id="rId255" Type="http://schemas.openxmlformats.org/officeDocument/2006/relationships/customXml" Target="../ink/ink129.xml"/><Relationship Id="rId297" Type="http://schemas.openxmlformats.org/officeDocument/2006/relationships/customXml" Target="../ink/ink150.xml"/><Relationship Id="rId462" Type="http://schemas.openxmlformats.org/officeDocument/2006/relationships/image" Target="../media/image229.png"/><Relationship Id="rId518" Type="http://schemas.openxmlformats.org/officeDocument/2006/relationships/image" Target="../media/image257.png"/><Relationship Id="rId725" Type="http://schemas.openxmlformats.org/officeDocument/2006/relationships/image" Target="../media/image359.png"/><Relationship Id="rId932" Type="http://schemas.openxmlformats.org/officeDocument/2006/relationships/image" Target="../media/image458.png"/><Relationship Id="rId115" Type="http://schemas.openxmlformats.org/officeDocument/2006/relationships/customXml" Target="../ink/ink58.xml"/><Relationship Id="rId157" Type="http://schemas.openxmlformats.org/officeDocument/2006/relationships/customXml" Target="../ink/ink79.xml"/><Relationship Id="rId322" Type="http://schemas.openxmlformats.org/officeDocument/2006/relationships/image" Target="../media/image159.png"/><Relationship Id="rId364" Type="http://schemas.openxmlformats.org/officeDocument/2006/relationships/image" Target="../media/image180.png"/><Relationship Id="rId767" Type="http://schemas.openxmlformats.org/officeDocument/2006/relationships/customXml" Target="../ink/ink387.xml"/><Relationship Id="rId61" Type="http://schemas.openxmlformats.org/officeDocument/2006/relationships/image" Target="../media/image30.png"/><Relationship Id="rId199" Type="http://schemas.openxmlformats.org/officeDocument/2006/relationships/customXml" Target="../ink/ink100.xml"/><Relationship Id="rId571" Type="http://schemas.openxmlformats.org/officeDocument/2006/relationships/customXml" Target="../ink/ink288.xml"/><Relationship Id="rId627" Type="http://schemas.openxmlformats.org/officeDocument/2006/relationships/customXml" Target="../ink/ink316.xml"/><Relationship Id="rId669" Type="http://schemas.openxmlformats.org/officeDocument/2006/relationships/image" Target="../media/image331.png"/><Relationship Id="rId834" Type="http://schemas.openxmlformats.org/officeDocument/2006/relationships/customXml" Target="../ink/ink424.xml"/><Relationship Id="rId876" Type="http://schemas.openxmlformats.org/officeDocument/2006/relationships/customXml" Target="../ink/ink445.xml"/><Relationship Id="rId19" Type="http://schemas.openxmlformats.org/officeDocument/2006/relationships/image" Target="../media/image9.png"/><Relationship Id="rId224" Type="http://schemas.openxmlformats.org/officeDocument/2006/relationships/customXml" Target="../ink/ink113.xml"/><Relationship Id="rId266" Type="http://schemas.openxmlformats.org/officeDocument/2006/relationships/image" Target="../media/image131.png"/><Relationship Id="rId431" Type="http://schemas.openxmlformats.org/officeDocument/2006/relationships/customXml" Target="../ink/ink217.xml"/><Relationship Id="rId473" Type="http://schemas.openxmlformats.org/officeDocument/2006/relationships/customXml" Target="../ink/ink238.xml"/><Relationship Id="rId529" Type="http://schemas.openxmlformats.org/officeDocument/2006/relationships/customXml" Target="../ink/ink266.xml"/><Relationship Id="rId680" Type="http://schemas.openxmlformats.org/officeDocument/2006/relationships/customXml" Target="../ink/ink343.xml"/><Relationship Id="rId736" Type="http://schemas.openxmlformats.org/officeDocument/2006/relationships/customXml" Target="../ink/ink371.xml"/><Relationship Id="rId901" Type="http://schemas.openxmlformats.org/officeDocument/2006/relationships/customXml" Target="../ink/ink458.xml"/><Relationship Id="rId30" Type="http://schemas.openxmlformats.org/officeDocument/2006/relationships/customXml" Target="../ink/ink15.xml"/><Relationship Id="rId126" Type="http://schemas.openxmlformats.org/officeDocument/2006/relationships/image" Target="../media/image62.png"/><Relationship Id="rId168" Type="http://schemas.openxmlformats.org/officeDocument/2006/relationships/image" Target="../media/image83.png"/><Relationship Id="rId333" Type="http://schemas.openxmlformats.org/officeDocument/2006/relationships/customXml" Target="../ink/ink168.xml"/><Relationship Id="rId540" Type="http://schemas.openxmlformats.org/officeDocument/2006/relationships/customXml" Target="../ink/ink272.xml"/><Relationship Id="rId778" Type="http://schemas.openxmlformats.org/officeDocument/2006/relationships/customXml" Target="../ink/ink393.xml"/><Relationship Id="rId943" Type="http://schemas.openxmlformats.org/officeDocument/2006/relationships/customXml" Target="../ink/ink479.xml"/><Relationship Id="rId72" Type="http://schemas.openxmlformats.org/officeDocument/2006/relationships/customXml" Target="../ink/ink36.xml"/><Relationship Id="rId375" Type="http://schemas.openxmlformats.org/officeDocument/2006/relationships/customXml" Target="../ink/ink189.xml"/><Relationship Id="rId582" Type="http://schemas.openxmlformats.org/officeDocument/2006/relationships/image" Target="../media/image288.png"/><Relationship Id="rId638" Type="http://schemas.openxmlformats.org/officeDocument/2006/relationships/customXml" Target="../ink/ink322.xml"/><Relationship Id="rId803" Type="http://schemas.openxmlformats.org/officeDocument/2006/relationships/image" Target="../media/image395.png"/><Relationship Id="rId845" Type="http://schemas.openxmlformats.org/officeDocument/2006/relationships/image" Target="../media/image415.png"/><Relationship Id="rId3" Type="http://schemas.openxmlformats.org/officeDocument/2006/relationships/image" Target="../media/image1.png"/><Relationship Id="rId235" Type="http://schemas.openxmlformats.org/officeDocument/2006/relationships/image" Target="../media/image116.png"/><Relationship Id="rId277" Type="http://schemas.openxmlformats.org/officeDocument/2006/relationships/customXml" Target="../ink/ink140.xml"/><Relationship Id="rId400" Type="http://schemas.openxmlformats.org/officeDocument/2006/relationships/image" Target="../media/image198.png"/><Relationship Id="rId442" Type="http://schemas.openxmlformats.org/officeDocument/2006/relationships/image" Target="../media/image219.png"/><Relationship Id="rId484" Type="http://schemas.openxmlformats.org/officeDocument/2006/relationships/image" Target="../media/image240.png"/><Relationship Id="rId705" Type="http://schemas.openxmlformats.org/officeDocument/2006/relationships/image" Target="../media/image349.png"/><Relationship Id="rId887" Type="http://schemas.openxmlformats.org/officeDocument/2006/relationships/image" Target="../media/image436.png"/><Relationship Id="rId137" Type="http://schemas.openxmlformats.org/officeDocument/2006/relationships/customXml" Target="../ink/ink69.xml"/><Relationship Id="rId302" Type="http://schemas.openxmlformats.org/officeDocument/2006/relationships/image" Target="../media/image149.png"/><Relationship Id="rId344" Type="http://schemas.openxmlformats.org/officeDocument/2006/relationships/image" Target="../media/image170.png"/><Relationship Id="rId691" Type="http://schemas.openxmlformats.org/officeDocument/2006/relationships/image" Target="../media/image342.png"/><Relationship Id="rId747" Type="http://schemas.openxmlformats.org/officeDocument/2006/relationships/image" Target="../media/image370.png"/><Relationship Id="rId789" Type="http://schemas.openxmlformats.org/officeDocument/2006/relationships/customXml" Target="../ink/ink400.xml"/><Relationship Id="rId912" Type="http://schemas.openxmlformats.org/officeDocument/2006/relationships/image" Target="../media/image448.png"/><Relationship Id="rId954" Type="http://schemas.openxmlformats.org/officeDocument/2006/relationships/customXml" Target="../ink/ink485.xml"/><Relationship Id="rId41" Type="http://schemas.openxmlformats.org/officeDocument/2006/relationships/image" Target="../media/image20.png"/><Relationship Id="rId83" Type="http://schemas.openxmlformats.org/officeDocument/2006/relationships/customXml" Target="../ink/ink42.xml"/><Relationship Id="rId179" Type="http://schemas.openxmlformats.org/officeDocument/2006/relationships/customXml" Target="../ink/ink90.xml"/><Relationship Id="rId386" Type="http://schemas.openxmlformats.org/officeDocument/2006/relationships/image" Target="../media/image191.png"/><Relationship Id="rId551" Type="http://schemas.openxmlformats.org/officeDocument/2006/relationships/customXml" Target="../ink/ink278.xml"/><Relationship Id="rId593" Type="http://schemas.openxmlformats.org/officeDocument/2006/relationships/customXml" Target="../ink/ink299.xml"/><Relationship Id="rId607" Type="http://schemas.openxmlformats.org/officeDocument/2006/relationships/customXml" Target="../ink/ink306.xml"/><Relationship Id="rId649" Type="http://schemas.openxmlformats.org/officeDocument/2006/relationships/image" Target="../media/image321.png"/><Relationship Id="rId814" Type="http://schemas.openxmlformats.org/officeDocument/2006/relationships/image" Target="../media/image400.png"/><Relationship Id="rId856" Type="http://schemas.openxmlformats.org/officeDocument/2006/relationships/customXml" Target="../ink/ink435.xml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46" Type="http://schemas.openxmlformats.org/officeDocument/2006/relationships/image" Target="../media/image121.png"/><Relationship Id="rId288" Type="http://schemas.openxmlformats.org/officeDocument/2006/relationships/image" Target="../media/image142.png"/><Relationship Id="rId411" Type="http://schemas.openxmlformats.org/officeDocument/2006/relationships/customXml" Target="../ink/ink207.xml"/><Relationship Id="rId453" Type="http://schemas.openxmlformats.org/officeDocument/2006/relationships/customXml" Target="../ink/ink228.xml"/><Relationship Id="rId509" Type="http://schemas.openxmlformats.org/officeDocument/2006/relationships/customXml" Target="../ink/ink256.xml"/><Relationship Id="rId660" Type="http://schemas.openxmlformats.org/officeDocument/2006/relationships/customXml" Target="../ink/ink333.xml"/><Relationship Id="rId898" Type="http://schemas.openxmlformats.org/officeDocument/2006/relationships/customXml" Target="../ink/ink456.xml"/><Relationship Id="rId106" Type="http://schemas.openxmlformats.org/officeDocument/2006/relationships/image" Target="../media/image52.png"/><Relationship Id="rId313" Type="http://schemas.openxmlformats.org/officeDocument/2006/relationships/customXml" Target="../ink/ink158.xml"/><Relationship Id="rId495" Type="http://schemas.openxmlformats.org/officeDocument/2006/relationships/customXml" Target="../ink/ink249.xml"/><Relationship Id="rId716" Type="http://schemas.openxmlformats.org/officeDocument/2006/relationships/customXml" Target="../ink/ink361.xml"/><Relationship Id="rId758" Type="http://schemas.openxmlformats.org/officeDocument/2006/relationships/customXml" Target="../ink/ink382.xml"/><Relationship Id="rId923" Type="http://schemas.openxmlformats.org/officeDocument/2006/relationships/customXml" Target="../ink/ink469.xml"/><Relationship Id="rId965" Type="http://schemas.openxmlformats.org/officeDocument/2006/relationships/image" Target="../media/image474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image" Target="../media/image46.png"/><Relationship Id="rId148" Type="http://schemas.openxmlformats.org/officeDocument/2006/relationships/image" Target="../media/image73.png"/><Relationship Id="rId355" Type="http://schemas.openxmlformats.org/officeDocument/2006/relationships/customXml" Target="../ink/ink179.xml"/><Relationship Id="rId397" Type="http://schemas.openxmlformats.org/officeDocument/2006/relationships/customXml" Target="../ink/ink200.xml"/><Relationship Id="rId520" Type="http://schemas.openxmlformats.org/officeDocument/2006/relationships/image" Target="../media/image258.png"/><Relationship Id="rId562" Type="http://schemas.openxmlformats.org/officeDocument/2006/relationships/image" Target="../media/image278.png"/><Relationship Id="rId618" Type="http://schemas.openxmlformats.org/officeDocument/2006/relationships/image" Target="../media/image306.png"/><Relationship Id="rId825" Type="http://schemas.openxmlformats.org/officeDocument/2006/relationships/customXml" Target="../ink/ink419.xml"/><Relationship Id="rId215" Type="http://schemas.openxmlformats.org/officeDocument/2006/relationships/image" Target="../media/image106.png"/><Relationship Id="rId257" Type="http://schemas.openxmlformats.org/officeDocument/2006/relationships/customXml" Target="../ink/ink130.xml"/><Relationship Id="rId422" Type="http://schemas.openxmlformats.org/officeDocument/2006/relationships/image" Target="../media/image209.png"/><Relationship Id="rId464" Type="http://schemas.openxmlformats.org/officeDocument/2006/relationships/image" Target="../media/image230.png"/><Relationship Id="rId867" Type="http://schemas.openxmlformats.org/officeDocument/2006/relationships/image" Target="../media/image426.png"/><Relationship Id="rId299" Type="http://schemas.openxmlformats.org/officeDocument/2006/relationships/customXml" Target="../ink/ink151.xml"/><Relationship Id="rId727" Type="http://schemas.openxmlformats.org/officeDocument/2006/relationships/image" Target="../media/image360.png"/><Relationship Id="rId934" Type="http://schemas.openxmlformats.org/officeDocument/2006/relationships/image" Target="../media/image459.png"/><Relationship Id="rId63" Type="http://schemas.openxmlformats.org/officeDocument/2006/relationships/image" Target="../media/image31.png"/><Relationship Id="rId159" Type="http://schemas.openxmlformats.org/officeDocument/2006/relationships/customXml" Target="../ink/ink80.xml"/><Relationship Id="rId366" Type="http://schemas.openxmlformats.org/officeDocument/2006/relationships/image" Target="../media/image181.png"/><Relationship Id="rId573" Type="http://schemas.openxmlformats.org/officeDocument/2006/relationships/customXml" Target="../ink/ink289.xml"/><Relationship Id="rId780" Type="http://schemas.openxmlformats.org/officeDocument/2006/relationships/image" Target="../media/image385.png"/><Relationship Id="rId226" Type="http://schemas.openxmlformats.org/officeDocument/2006/relationships/customXml" Target="../ink/ink114.xml"/><Relationship Id="rId433" Type="http://schemas.openxmlformats.org/officeDocument/2006/relationships/customXml" Target="../ink/ink218.xml"/><Relationship Id="rId878" Type="http://schemas.openxmlformats.org/officeDocument/2006/relationships/customXml" Target="../ink/ink446.xml"/><Relationship Id="rId640" Type="http://schemas.openxmlformats.org/officeDocument/2006/relationships/customXml" Target="../ink/ink323.xml"/><Relationship Id="rId738" Type="http://schemas.openxmlformats.org/officeDocument/2006/relationships/customXml" Target="../ink/ink372.xml"/><Relationship Id="rId945" Type="http://schemas.openxmlformats.org/officeDocument/2006/relationships/customXml" Target="../ink/ink480.xml"/><Relationship Id="rId74" Type="http://schemas.openxmlformats.org/officeDocument/2006/relationships/customXml" Target="../ink/ink37.xml"/><Relationship Id="rId377" Type="http://schemas.openxmlformats.org/officeDocument/2006/relationships/customXml" Target="../ink/ink190.xml"/><Relationship Id="rId500" Type="http://schemas.openxmlformats.org/officeDocument/2006/relationships/image" Target="../media/image248.png"/><Relationship Id="rId584" Type="http://schemas.openxmlformats.org/officeDocument/2006/relationships/image" Target="../media/image289.png"/><Relationship Id="rId805" Type="http://schemas.openxmlformats.org/officeDocument/2006/relationships/image" Target="../media/image396.png"/><Relationship Id="rId5" Type="http://schemas.openxmlformats.org/officeDocument/2006/relationships/image" Target="../media/image2.png"/><Relationship Id="rId237" Type="http://schemas.openxmlformats.org/officeDocument/2006/relationships/image" Target="../media/image117.png"/><Relationship Id="rId791" Type="http://schemas.openxmlformats.org/officeDocument/2006/relationships/image" Target="../media/image389.png"/><Relationship Id="rId889" Type="http://schemas.openxmlformats.org/officeDocument/2006/relationships/image" Target="../media/image437.png"/><Relationship Id="rId444" Type="http://schemas.openxmlformats.org/officeDocument/2006/relationships/image" Target="../media/image220.png"/><Relationship Id="rId651" Type="http://schemas.openxmlformats.org/officeDocument/2006/relationships/image" Target="../media/image322.png"/><Relationship Id="rId749" Type="http://schemas.openxmlformats.org/officeDocument/2006/relationships/image" Target="../media/image371.png"/><Relationship Id="rId290" Type="http://schemas.openxmlformats.org/officeDocument/2006/relationships/image" Target="../media/image143.png"/><Relationship Id="rId304" Type="http://schemas.openxmlformats.org/officeDocument/2006/relationships/image" Target="../media/image150.png"/><Relationship Id="rId388" Type="http://schemas.openxmlformats.org/officeDocument/2006/relationships/image" Target="../media/image192.png"/><Relationship Id="rId511" Type="http://schemas.openxmlformats.org/officeDocument/2006/relationships/customXml" Target="../ink/ink257.xml"/><Relationship Id="rId609" Type="http://schemas.openxmlformats.org/officeDocument/2006/relationships/customXml" Target="../ink/ink307.xml"/><Relationship Id="rId956" Type="http://schemas.openxmlformats.org/officeDocument/2006/relationships/customXml" Target="../ink/ink486.xml"/><Relationship Id="rId85" Type="http://schemas.openxmlformats.org/officeDocument/2006/relationships/customXml" Target="../ink/ink43.xml"/><Relationship Id="rId150" Type="http://schemas.openxmlformats.org/officeDocument/2006/relationships/image" Target="../media/image74.png"/><Relationship Id="rId595" Type="http://schemas.openxmlformats.org/officeDocument/2006/relationships/customXml" Target="../ink/ink300.xml"/><Relationship Id="rId816" Type="http://schemas.openxmlformats.org/officeDocument/2006/relationships/image" Target="../media/image401.png"/><Relationship Id="rId248" Type="http://schemas.openxmlformats.org/officeDocument/2006/relationships/image" Target="../media/image122.png"/><Relationship Id="rId455" Type="http://schemas.openxmlformats.org/officeDocument/2006/relationships/customXml" Target="../ink/ink229.xml"/><Relationship Id="rId662" Type="http://schemas.openxmlformats.org/officeDocument/2006/relationships/customXml" Target="../ink/ink334.xml"/><Relationship Id="rId12" Type="http://schemas.openxmlformats.org/officeDocument/2006/relationships/customXml" Target="../ink/ink6.xml"/><Relationship Id="rId108" Type="http://schemas.openxmlformats.org/officeDocument/2006/relationships/image" Target="../media/image53.png"/><Relationship Id="rId315" Type="http://schemas.openxmlformats.org/officeDocument/2006/relationships/customXml" Target="../ink/ink159.xml"/><Relationship Id="rId522" Type="http://schemas.openxmlformats.org/officeDocument/2006/relationships/image" Target="../media/image259.png"/><Relationship Id="rId967" Type="http://schemas.openxmlformats.org/officeDocument/2006/relationships/image" Target="../media/image475.png"/><Relationship Id="rId96" Type="http://schemas.openxmlformats.org/officeDocument/2006/relationships/image" Target="../media/image47.png"/><Relationship Id="rId161" Type="http://schemas.openxmlformats.org/officeDocument/2006/relationships/customXml" Target="../ink/ink81.xml"/><Relationship Id="rId399" Type="http://schemas.openxmlformats.org/officeDocument/2006/relationships/customXml" Target="../ink/ink201.xml"/><Relationship Id="rId827" Type="http://schemas.openxmlformats.org/officeDocument/2006/relationships/customXml" Target="../ink/ink420.xml"/><Relationship Id="rId259" Type="http://schemas.openxmlformats.org/officeDocument/2006/relationships/customXml" Target="../ink/ink131.xml"/><Relationship Id="rId466" Type="http://schemas.openxmlformats.org/officeDocument/2006/relationships/image" Target="../media/image231.png"/><Relationship Id="rId673" Type="http://schemas.openxmlformats.org/officeDocument/2006/relationships/image" Target="../media/image333.png"/><Relationship Id="rId880" Type="http://schemas.openxmlformats.org/officeDocument/2006/relationships/customXml" Target="../ink/ink447.xml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326" Type="http://schemas.openxmlformats.org/officeDocument/2006/relationships/image" Target="../media/image161.png"/><Relationship Id="rId533" Type="http://schemas.openxmlformats.org/officeDocument/2006/relationships/customXml" Target="../ink/ink268.xml"/><Relationship Id="rId740" Type="http://schemas.openxmlformats.org/officeDocument/2006/relationships/customXml" Target="../ink/ink373.xml"/><Relationship Id="rId838" Type="http://schemas.openxmlformats.org/officeDocument/2006/relationships/customXml" Target="../ink/ink426.xml"/><Relationship Id="rId172" Type="http://schemas.openxmlformats.org/officeDocument/2006/relationships/image" Target="../media/image85.png"/><Relationship Id="rId477" Type="http://schemas.openxmlformats.org/officeDocument/2006/relationships/customXml" Target="../ink/ink240.xml"/><Relationship Id="rId600" Type="http://schemas.openxmlformats.org/officeDocument/2006/relationships/image" Target="../media/image297.png"/><Relationship Id="rId684" Type="http://schemas.openxmlformats.org/officeDocument/2006/relationships/customXml" Target="../ink/ink345.xml"/><Relationship Id="rId337" Type="http://schemas.openxmlformats.org/officeDocument/2006/relationships/customXml" Target="../ink/ink170.xml"/><Relationship Id="rId891" Type="http://schemas.openxmlformats.org/officeDocument/2006/relationships/image" Target="../media/image438.png"/><Relationship Id="rId905" Type="http://schemas.openxmlformats.org/officeDocument/2006/relationships/customXml" Target="../ink/ink460.xml"/><Relationship Id="rId34" Type="http://schemas.openxmlformats.org/officeDocument/2006/relationships/customXml" Target="../ink/ink17.xml"/><Relationship Id="rId544" Type="http://schemas.openxmlformats.org/officeDocument/2006/relationships/customXml" Target="../ink/ink274.xml"/><Relationship Id="rId751" Type="http://schemas.openxmlformats.org/officeDocument/2006/relationships/image" Target="../media/image372.png"/><Relationship Id="rId849" Type="http://schemas.openxmlformats.org/officeDocument/2006/relationships/image" Target="../media/image417.png"/><Relationship Id="rId183" Type="http://schemas.openxmlformats.org/officeDocument/2006/relationships/customXml" Target="../ink/ink92.xml"/><Relationship Id="rId390" Type="http://schemas.openxmlformats.org/officeDocument/2006/relationships/image" Target="../media/image193.png"/><Relationship Id="rId404" Type="http://schemas.openxmlformats.org/officeDocument/2006/relationships/image" Target="../media/image200.png"/><Relationship Id="rId611" Type="http://schemas.openxmlformats.org/officeDocument/2006/relationships/customXml" Target="../ink/ink308.xml"/><Relationship Id="rId250" Type="http://schemas.openxmlformats.org/officeDocument/2006/relationships/image" Target="../media/image123.png"/><Relationship Id="rId488" Type="http://schemas.openxmlformats.org/officeDocument/2006/relationships/image" Target="../media/image242.png"/><Relationship Id="rId695" Type="http://schemas.openxmlformats.org/officeDocument/2006/relationships/image" Target="../media/image344.png"/><Relationship Id="rId709" Type="http://schemas.openxmlformats.org/officeDocument/2006/relationships/image" Target="../media/image351.png"/><Relationship Id="rId916" Type="http://schemas.openxmlformats.org/officeDocument/2006/relationships/image" Target="../media/image450.png"/><Relationship Id="rId45" Type="http://schemas.openxmlformats.org/officeDocument/2006/relationships/image" Target="../media/image22.png"/><Relationship Id="rId110" Type="http://schemas.openxmlformats.org/officeDocument/2006/relationships/image" Target="../media/image54.png"/><Relationship Id="rId348" Type="http://schemas.openxmlformats.org/officeDocument/2006/relationships/image" Target="../media/image172.png"/><Relationship Id="rId555" Type="http://schemas.openxmlformats.org/officeDocument/2006/relationships/customXml" Target="../ink/ink280.xml"/><Relationship Id="rId762" Type="http://schemas.openxmlformats.org/officeDocument/2006/relationships/customXml" Target="../ink/ink384.xml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415" Type="http://schemas.openxmlformats.org/officeDocument/2006/relationships/customXml" Target="../ink/ink209.xml"/><Relationship Id="rId622" Type="http://schemas.openxmlformats.org/officeDocument/2006/relationships/image" Target="../media/image308.png"/><Relationship Id="rId261" Type="http://schemas.openxmlformats.org/officeDocument/2006/relationships/customXml" Target="../ink/ink132.xml"/><Relationship Id="rId499" Type="http://schemas.openxmlformats.org/officeDocument/2006/relationships/customXml" Target="../ink/ink251.xml"/><Relationship Id="rId927" Type="http://schemas.openxmlformats.org/officeDocument/2006/relationships/customXml" Target="../ink/ink471.xml"/><Relationship Id="rId56" Type="http://schemas.openxmlformats.org/officeDocument/2006/relationships/customXml" Target="../ink/ink28.xml"/><Relationship Id="rId359" Type="http://schemas.openxmlformats.org/officeDocument/2006/relationships/customXml" Target="../ink/ink181.xml"/><Relationship Id="rId566" Type="http://schemas.openxmlformats.org/officeDocument/2006/relationships/image" Target="../media/image280.png"/><Relationship Id="rId773" Type="http://schemas.openxmlformats.org/officeDocument/2006/relationships/customXml" Target="../ink/ink390.xml"/><Relationship Id="rId121" Type="http://schemas.openxmlformats.org/officeDocument/2006/relationships/customXml" Target="../ink/ink61.xml"/><Relationship Id="rId219" Type="http://schemas.openxmlformats.org/officeDocument/2006/relationships/image" Target="../media/image108.png"/><Relationship Id="rId426" Type="http://schemas.openxmlformats.org/officeDocument/2006/relationships/image" Target="../media/image211.png"/><Relationship Id="rId633" Type="http://schemas.openxmlformats.org/officeDocument/2006/relationships/customXml" Target="../ink/ink319.xml"/><Relationship Id="rId840" Type="http://schemas.openxmlformats.org/officeDocument/2006/relationships/customXml" Target="../ink/ink427.xml"/><Relationship Id="rId938" Type="http://schemas.openxmlformats.org/officeDocument/2006/relationships/image" Target="../media/image461.png"/><Relationship Id="rId67" Type="http://schemas.openxmlformats.org/officeDocument/2006/relationships/image" Target="../media/image33.png"/><Relationship Id="rId272" Type="http://schemas.openxmlformats.org/officeDocument/2006/relationships/image" Target="../media/image134.png"/><Relationship Id="rId577" Type="http://schemas.openxmlformats.org/officeDocument/2006/relationships/customXml" Target="../ink/ink291.xml"/><Relationship Id="rId700" Type="http://schemas.openxmlformats.org/officeDocument/2006/relationships/customXml" Target="../ink/ink353.xml"/><Relationship Id="rId132" Type="http://schemas.openxmlformats.org/officeDocument/2006/relationships/image" Target="../media/image65.png"/><Relationship Id="rId784" Type="http://schemas.openxmlformats.org/officeDocument/2006/relationships/image" Target="../media/image387.png"/><Relationship Id="rId437" Type="http://schemas.openxmlformats.org/officeDocument/2006/relationships/customXml" Target="../ink/ink220.xml"/><Relationship Id="rId644" Type="http://schemas.openxmlformats.org/officeDocument/2006/relationships/customXml" Target="../ink/ink325.xml"/><Relationship Id="rId851" Type="http://schemas.openxmlformats.org/officeDocument/2006/relationships/image" Target="../media/image418.png"/><Relationship Id="rId283" Type="http://schemas.openxmlformats.org/officeDocument/2006/relationships/customXml" Target="../ink/ink143.xml"/><Relationship Id="rId490" Type="http://schemas.openxmlformats.org/officeDocument/2006/relationships/image" Target="../media/image243.png"/><Relationship Id="rId504" Type="http://schemas.openxmlformats.org/officeDocument/2006/relationships/image" Target="../media/image250.png"/><Relationship Id="rId711" Type="http://schemas.openxmlformats.org/officeDocument/2006/relationships/image" Target="../media/image352.png"/><Relationship Id="rId949" Type="http://schemas.openxmlformats.org/officeDocument/2006/relationships/customXml" Target="../ink/ink482.xml"/><Relationship Id="rId78" Type="http://schemas.openxmlformats.org/officeDocument/2006/relationships/customXml" Target="../ink/ink39.xml"/><Relationship Id="rId143" Type="http://schemas.openxmlformats.org/officeDocument/2006/relationships/customXml" Target="../ink/ink72.xml"/><Relationship Id="rId350" Type="http://schemas.openxmlformats.org/officeDocument/2006/relationships/image" Target="../media/image173.png"/><Relationship Id="rId588" Type="http://schemas.openxmlformats.org/officeDocument/2006/relationships/image" Target="../media/image291.png"/><Relationship Id="rId795" Type="http://schemas.openxmlformats.org/officeDocument/2006/relationships/image" Target="../media/image391.png"/><Relationship Id="rId809" Type="http://schemas.openxmlformats.org/officeDocument/2006/relationships/customXml" Target="../ink/ink411.xml"/><Relationship Id="rId9" Type="http://schemas.openxmlformats.org/officeDocument/2006/relationships/image" Target="../media/image4.png"/><Relationship Id="rId210" Type="http://schemas.openxmlformats.org/officeDocument/2006/relationships/image" Target="../media/image104.png"/><Relationship Id="rId448" Type="http://schemas.openxmlformats.org/officeDocument/2006/relationships/image" Target="../media/image222.png"/><Relationship Id="rId655" Type="http://schemas.openxmlformats.org/officeDocument/2006/relationships/image" Target="../media/image324.png"/><Relationship Id="rId862" Type="http://schemas.openxmlformats.org/officeDocument/2006/relationships/customXml" Target="../ink/ink438.xml"/><Relationship Id="rId294" Type="http://schemas.openxmlformats.org/officeDocument/2006/relationships/image" Target="../media/image145.png"/><Relationship Id="rId308" Type="http://schemas.openxmlformats.org/officeDocument/2006/relationships/image" Target="../media/image152.png"/><Relationship Id="rId515" Type="http://schemas.openxmlformats.org/officeDocument/2006/relationships/customXml" Target="../ink/ink259.xml"/><Relationship Id="rId722" Type="http://schemas.openxmlformats.org/officeDocument/2006/relationships/customXml" Target="../ink/ink364.xml"/><Relationship Id="rId89" Type="http://schemas.openxmlformats.org/officeDocument/2006/relationships/customXml" Target="../ink/ink45.xml"/><Relationship Id="rId154" Type="http://schemas.openxmlformats.org/officeDocument/2006/relationships/image" Target="../media/image76.png"/><Relationship Id="rId361" Type="http://schemas.openxmlformats.org/officeDocument/2006/relationships/customXml" Target="../ink/ink182.xml"/><Relationship Id="rId599" Type="http://schemas.openxmlformats.org/officeDocument/2006/relationships/customXml" Target="../ink/ink302.xml"/><Relationship Id="rId459" Type="http://schemas.openxmlformats.org/officeDocument/2006/relationships/customXml" Target="../ink/ink231.xml"/><Relationship Id="rId666" Type="http://schemas.openxmlformats.org/officeDocument/2006/relationships/customXml" Target="../ink/ink336.xml"/><Relationship Id="rId873" Type="http://schemas.openxmlformats.org/officeDocument/2006/relationships/image" Target="../media/image429.png"/><Relationship Id="rId16" Type="http://schemas.openxmlformats.org/officeDocument/2006/relationships/customXml" Target="../ink/ink8.xml"/><Relationship Id="rId221" Type="http://schemas.openxmlformats.org/officeDocument/2006/relationships/image" Target="../media/image109.png"/><Relationship Id="rId319" Type="http://schemas.openxmlformats.org/officeDocument/2006/relationships/customXml" Target="../ink/ink161.xml"/><Relationship Id="rId526" Type="http://schemas.openxmlformats.org/officeDocument/2006/relationships/image" Target="../media/image261.png"/><Relationship Id="rId733" Type="http://schemas.openxmlformats.org/officeDocument/2006/relationships/image" Target="../media/image363.png"/><Relationship Id="rId940" Type="http://schemas.openxmlformats.org/officeDocument/2006/relationships/image" Target="../media/image462.png"/><Relationship Id="rId165" Type="http://schemas.openxmlformats.org/officeDocument/2006/relationships/customXml" Target="../ink/ink83.xml"/><Relationship Id="rId372" Type="http://schemas.openxmlformats.org/officeDocument/2006/relationships/image" Target="../media/image184.png"/><Relationship Id="rId677" Type="http://schemas.openxmlformats.org/officeDocument/2006/relationships/image" Target="../media/image335.png"/><Relationship Id="rId800" Type="http://schemas.openxmlformats.org/officeDocument/2006/relationships/customXml" Target="../ink/ink406.xml"/><Relationship Id="rId232" Type="http://schemas.openxmlformats.org/officeDocument/2006/relationships/customXml" Target="../ink/ink117.xml"/><Relationship Id="rId884" Type="http://schemas.openxmlformats.org/officeDocument/2006/relationships/customXml" Target="../ink/ink449.xml"/><Relationship Id="rId27" Type="http://schemas.openxmlformats.org/officeDocument/2006/relationships/image" Target="../media/image13.png"/><Relationship Id="rId537" Type="http://schemas.openxmlformats.org/officeDocument/2006/relationships/image" Target="../media/image266.png"/><Relationship Id="rId744" Type="http://schemas.openxmlformats.org/officeDocument/2006/relationships/customXml" Target="../ink/ink375.xml"/><Relationship Id="rId951" Type="http://schemas.openxmlformats.org/officeDocument/2006/relationships/customXml" Target="../ink/ink483.xml"/><Relationship Id="rId80" Type="http://schemas.openxmlformats.org/officeDocument/2006/relationships/image" Target="../media/image39.png"/><Relationship Id="rId176" Type="http://schemas.openxmlformats.org/officeDocument/2006/relationships/image" Target="../media/image87.png"/><Relationship Id="rId383" Type="http://schemas.openxmlformats.org/officeDocument/2006/relationships/customXml" Target="../ink/ink193.xml"/><Relationship Id="rId590" Type="http://schemas.openxmlformats.org/officeDocument/2006/relationships/image" Target="../media/image292.png"/><Relationship Id="rId604" Type="http://schemas.openxmlformats.org/officeDocument/2006/relationships/image" Target="../media/image299.png"/><Relationship Id="rId811" Type="http://schemas.openxmlformats.org/officeDocument/2006/relationships/customXml" Target="../ink/ink412.xml"/><Relationship Id="rId243" Type="http://schemas.openxmlformats.org/officeDocument/2006/relationships/customXml" Target="../ink/ink123.xml"/><Relationship Id="rId450" Type="http://schemas.openxmlformats.org/officeDocument/2006/relationships/image" Target="../media/image223.png"/><Relationship Id="rId688" Type="http://schemas.openxmlformats.org/officeDocument/2006/relationships/customXml" Target="../ink/ink347.xml"/><Relationship Id="rId895" Type="http://schemas.openxmlformats.org/officeDocument/2006/relationships/image" Target="../media/image440.png"/><Relationship Id="rId909" Type="http://schemas.openxmlformats.org/officeDocument/2006/relationships/customXml" Target="../ink/ink462.xml"/><Relationship Id="rId38" Type="http://schemas.openxmlformats.org/officeDocument/2006/relationships/customXml" Target="../ink/ink19.xml"/><Relationship Id="rId103" Type="http://schemas.openxmlformats.org/officeDocument/2006/relationships/customXml" Target="../ink/ink52.xml"/><Relationship Id="rId310" Type="http://schemas.openxmlformats.org/officeDocument/2006/relationships/image" Target="../media/image153.png"/><Relationship Id="rId548" Type="http://schemas.openxmlformats.org/officeDocument/2006/relationships/customXml" Target="../ink/ink276.xml"/><Relationship Id="rId755" Type="http://schemas.openxmlformats.org/officeDocument/2006/relationships/image" Target="../media/image374.png"/><Relationship Id="rId962" Type="http://schemas.openxmlformats.org/officeDocument/2006/relationships/customXml" Target="../ink/ink489.xml"/><Relationship Id="rId91" Type="http://schemas.openxmlformats.org/officeDocument/2006/relationships/customXml" Target="../ink/ink46.xml"/><Relationship Id="rId187" Type="http://schemas.openxmlformats.org/officeDocument/2006/relationships/customXml" Target="../ink/ink94.xml"/><Relationship Id="rId394" Type="http://schemas.openxmlformats.org/officeDocument/2006/relationships/image" Target="../media/image195.png"/><Relationship Id="rId408" Type="http://schemas.openxmlformats.org/officeDocument/2006/relationships/image" Target="../media/image202.png"/><Relationship Id="rId615" Type="http://schemas.openxmlformats.org/officeDocument/2006/relationships/customXml" Target="../ink/ink310.xml"/><Relationship Id="rId822" Type="http://schemas.openxmlformats.org/officeDocument/2006/relationships/image" Target="../media/image404.png"/><Relationship Id="rId254" Type="http://schemas.openxmlformats.org/officeDocument/2006/relationships/image" Target="../media/image125.png"/><Relationship Id="rId699" Type="http://schemas.openxmlformats.org/officeDocument/2006/relationships/image" Target="../media/image346.png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461" Type="http://schemas.openxmlformats.org/officeDocument/2006/relationships/customXml" Target="../ink/ink232.xml"/><Relationship Id="rId559" Type="http://schemas.openxmlformats.org/officeDocument/2006/relationships/customXml" Target="../ink/ink282.xml"/><Relationship Id="rId766" Type="http://schemas.openxmlformats.org/officeDocument/2006/relationships/customXml" Target="../ink/ink386.xml"/><Relationship Id="rId198" Type="http://schemas.openxmlformats.org/officeDocument/2006/relationships/image" Target="../media/image98.png"/><Relationship Id="rId321" Type="http://schemas.openxmlformats.org/officeDocument/2006/relationships/customXml" Target="../ink/ink162.xml"/><Relationship Id="rId419" Type="http://schemas.openxmlformats.org/officeDocument/2006/relationships/customXml" Target="../ink/ink211.xml"/><Relationship Id="rId626" Type="http://schemas.openxmlformats.org/officeDocument/2006/relationships/image" Target="../media/image310.png"/><Relationship Id="rId833" Type="http://schemas.openxmlformats.org/officeDocument/2006/relationships/customXml" Target="../ink/ink423.xml"/><Relationship Id="rId265" Type="http://schemas.openxmlformats.org/officeDocument/2006/relationships/customXml" Target="../ink/ink134.xml"/><Relationship Id="rId472" Type="http://schemas.openxmlformats.org/officeDocument/2006/relationships/image" Target="../media/image234.png"/><Relationship Id="rId900" Type="http://schemas.openxmlformats.org/officeDocument/2006/relationships/customXml" Target="../ink/ink457.xml"/><Relationship Id="rId125" Type="http://schemas.openxmlformats.org/officeDocument/2006/relationships/customXml" Target="../ink/ink63.xml"/><Relationship Id="rId332" Type="http://schemas.openxmlformats.org/officeDocument/2006/relationships/image" Target="../media/image164.png"/><Relationship Id="rId777" Type="http://schemas.openxmlformats.org/officeDocument/2006/relationships/customXml" Target="../ink/ink392.xml"/><Relationship Id="rId637" Type="http://schemas.openxmlformats.org/officeDocument/2006/relationships/image" Target="../media/image315.png"/><Relationship Id="rId844" Type="http://schemas.openxmlformats.org/officeDocument/2006/relationships/customXml" Target="../ink/ink429.xml"/><Relationship Id="rId276" Type="http://schemas.openxmlformats.org/officeDocument/2006/relationships/image" Target="../media/image136.png"/><Relationship Id="rId483" Type="http://schemas.openxmlformats.org/officeDocument/2006/relationships/customXml" Target="../ink/ink243.xml"/><Relationship Id="rId690" Type="http://schemas.openxmlformats.org/officeDocument/2006/relationships/customXml" Target="../ink/ink348.xml"/><Relationship Id="rId704" Type="http://schemas.openxmlformats.org/officeDocument/2006/relationships/customXml" Target="../ink/ink355.xml"/><Relationship Id="rId911" Type="http://schemas.openxmlformats.org/officeDocument/2006/relationships/customXml" Target="../ink/ink463.xml"/><Relationship Id="rId40" Type="http://schemas.openxmlformats.org/officeDocument/2006/relationships/customXml" Target="../ink/ink20.xml"/><Relationship Id="rId136" Type="http://schemas.openxmlformats.org/officeDocument/2006/relationships/image" Target="../media/image67.png"/><Relationship Id="rId343" Type="http://schemas.openxmlformats.org/officeDocument/2006/relationships/customXml" Target="../ink/ink173.xml"/><Relationship Id="rId550" Type="http://schemas.openxmlformats.org/officeDocument/2006/relationships/customXml" Target="../ink/ink277.xml"/><Relationship Id="rId788" Type="http://schemas.openxmlformats.org/officeDocument/2006/relationships/image" Target="../media/image388.png"/><Relationship Id="rId203" Type="http://schemas.openxmlformats.org/officeDocument/2006/relationships/customXml" Target="../ink/ink102.xml"/><Relationship Id="rId648" Type="http://schemas.openxmlformats.org/officeDocument/2006/relationships/customXml" Target="../ink/ink327.xml"/><Relationship Id="rId855" Type="http://schemas.openxmlformats.org/officeDocument/2006/relationships/image" Target="../media/image420.png"/><Relationship Id="rId287" Type="http://schemas.openxmlformats.org/officeDocument/2006/relationships/customXml" Target="../ink/ink145.xml"/><Relationship Id="rId410" Type="http://schemas.openxmlformats.org/officeDocument/2006/relationships/image" Target="../media/image203.png"/><Relationship Id="rId494" Type="http://schemas.openxmlformats.org/officeDocument/2006/relationships/image" Target="../media/image245.png"/><Relationship Id="rId508" Type="http://schemas.openxmlformats.org/officeDocument/2006/relationships/image" Target="../media/image252.png"/><Relationship Id="rId715" Type="http://schemas.openxmlformats.org/officeDocument/2006/relationships/image" Target="../media/image354.png"/><Relationship Id="rId922" Type="http://schemas.openxmlformats.org/officeDocument/2006/relationships/image" Target="../media/image453.png"/><Relationship Id="rId147" Type="http://schemas.openxmlformats.org/officeDocument/2006/relationships/customXml" Target="../ink/ink74.xml"/><Relationship Id="rId354" Type="http://schemas.openxmlformats.org/officeDocument/2006/relationships/image" Target="../media/image175.png"/><Relationship Id="rId799" Type="http://schemas.openxmlformats.org/officeDocument/2006/relationships/image" Target="../media/image393.png"/><Relationship Id="rId51" Type="http://schemas.openxmlformats.org/officeDocument/2006/relationships/image" Target="../media/image25.png"/><Relationship Id="rId561" Type="http://schemas.openxmlformats.org/officeDocument/2006/relationships/customXml" Target="../ink/ink283.xml"/><Relationship Id="rId659" Type="http://schemas.openxmlformats.org/officeDocument/2006/relationships/image" Target="../media/image326.png"/><Relationship Id="rId866" Type="http://schemas.openxmlformats.org/officeDocument/2006/relationships/customXml" Target="../ink/ink440.xml"/><Relationship Id="rId214" Type="http://schemas.openxmlformats.org/officeDocument/2006/relationships/customXml" Target="../ink/ink108.xml"/><Relationship Id="rId298" Type="http://schemas.openxmlformats.org/officeDocument/2006/relationships/image" Target="../media/image147.png"/><Relationship Id="rId421" Type="http://schemas.openxmlformats.org/officeDocument/2006/relationships/customXml" Target="../ink/ink212.xml"/><Relationship Id="rId519" Type="http://schemas.openxmlformats.org/officeDocument/2006/relationships/customXml" Target="../ink/ink261.xml"/><Relationship Id="rId158" Type="http://schemas.openxmlformats.org/officeDocument/2006/relationships/image" Target="../media/image78.png"/><Relationship Id="rId726" Type="http://schemas.openxmlformats.org/officeDocument/2006/relationships/customXml" Target="../ink/ink366.xml"/><Relationship Id="rId933" Type="http://schemas.openxmlformats.org/officeDocument/2006/relationships/customXml" Target="../ink/ink474.xml"/><Relationship Id="rId62" Type="http://schemas.openxmlformats.org/officeDocument/2006/relationships/customXml" Target="../ink/ink31.xml"/><Relationship Id="rId365" Type="http://schemas.openxmlformats.org/officeDocument/2006/relationships/customXml" Target="../ink/ink184.xml"/><Relationship Id="rId572" Type="http://schemas.openxmlformats.org/officeDocument/2006/relationships/image" Target="../media/image283.png"/><Relationship Id="rId225" Type="http://schemas.openxmlformats.org/officeDocument/2006/relationships/image" Target="../media/image111.png"/><Relationship Id="rId432" Type="http://schemas.openxmlformats.org/officeDocument/2006/relationships/image" Target="../media/image214.png"/><Relationship Id="rId877" Type="http://schemas.openxmlformats.org/officeDocument/2006/relationships/image" Target="../media/image431.png"/><Relationship Id="rId737" Type="http://schemas.openxmlformats.org/officeDocument/2006/relationships/image" Target="../media/image365.png"/><Relationship Id="rId944" Type="http://schemas.openxmlformats.org/officeDocument/2006/relationships/image" Target="../media/image464.png"/><Relationship Id="rId73" Type="http://schemas.openxmlformats.org/officeDocument/2006/relationships/image" Target="../media/image36.png"/><Relationship Id="rId169" Type="http://schemas.openxmlformats.org/officeDocument/2006/relationships/customXml" Target="../ink/ink85.xml"/><Relationship Id="rId376" Type="http://schemas.openxmlformats.org/officeDocument/2006/relationships/image" Target="../media/image186.png"/><Relationship Id="rId583" Type="http://schemas.openxmlformats.org/officeDocument/2006/relationships/customXml" Target="../ink/ink294.xml"/><Relationship Id="rId790" Type="http://schemas.openxmlformats.org/officeDocument/2006/relationships/customXml" Target="../ink/ink401.xml"/><Relationship Id="rId804" Type="http://schemas.openxmlformats.org/officeDocument/2006/relationships/customXml" Target="../ink/ink408.xml"/><Relationship Id="rId4" Type="http://schemas.openxmlformats.org/officeDocument/2006/relationships/customXml" Target="../ink/ink2.xml"/><Relationship Id="rId236" Type="http://schemas.openxmlformats.org/officeDocument/2006/relationships/customXml" Target="../ink/ink119.xml"/><Relationship Id="rId443" Type="http://schemas.openxmlformats.org/officeDocument/2006/relationships/customXml" Target="../ink/ink223.xml"/><Relationship Id="rId650" Type="http://schemas.openxmlformats.org/officeDocument/2006/relationships/customXml" Target="../ink/ink328.xml"/><Relationship Id="rId888" Type="http://schemas.openxmlformats.org/officeDocument/2006/relationships/customXml" Target="../ink/ink451.xml"/><Relationship Id="rId303" Type="http://schemas.openxmlformats.org/officeDocument/2006/relationships/customXml" Target="../ink/ink153.xml"/><Relationship Id="rId748" Type="http://schemas.openxmlformats.org/officeDocument/2006/relationships/customXml" Target="../ink/ink377.xml"/><Relationship Id="rId955" Type="http://schemas.openxmlformats.org/officeDocument/2006/relationships/image" Target="../media/image469.png"/><Relationship Id="rId84" Type="http://schemas.openxmlformats.org/officeDocument/2006/relationships/image" Target="../media/image41.png"/><Relationship Id="rId387" Type="http://schemas.openxmlformats.org/officeDocument/2006/relationships/customXml" Target="../ink/ink195.xml"/><Relationship Id="rId510" Type="http://schemas.openxmlformats.org/officeDocument/2006/relationships/image" Target="../media/image253.png"/><Relationship Id="rId594" Type="http://schemas.openxmlformats.org/officeDocument/2006/relationships/image" Target="../media/image294.png"/><Relationship Id="rId608" Type="http://schemas.openxmlformats.org/officeDocument/2006/relationships/image" Target="../media/image301.png"/><Relationship Id="rId815" Type="http://schemas.openxmlformats.org/officeDocument/2006/relationships/customXml" Target="../ink/ink414.xml"/><Relationship Id="rId247" Type="http://schemas.openxmlformats.org/officeDocument/2006/relationships/customXml" Target="../ink/ink125.xml"/><Relationship Id="rId899" Type="http://schemas.openxmlformats.org/officeDocument/2006/relationships/image" Target="../media/image442.png"/><Relationship Id="rId107" Type="http://schemas.openxmlformats.org/officeDocument/2006/relationships/customXml" Target="../ink/ink54.xml"/><Relationship Id="rId454" Type="http://schemas.openxmlformats.org/officeDocument/2006/relationships/image" Target="../media/image225.png"/><Relationship Id="rId661" Type="http://schemas.openxmlformats.org/officeDocument/2006/relationships/image" Target="../media/image327.png"/><Relationship Id="rId759" Type="http://schemas.openxmlformats.org/officeDocument/2006/relationships/image" Target="../media/image376.png"/><Relationship Id="rId966" Type="http://schemas.openxmlformats.org/officeDocument/2006/relationships/customXml" Target="../ink/ink491.xml"/><Relationship Id="rId11" Type="http://schemas.openxmlformats.org/officeDocument/2006/relationships/image" Target="../media/image5.png"/><Relationship Id="rId314" Type="http://schemas.openxmlformats.org/officeDocument/2006/relationships/image" Target="../media/image155.png"/><Relationship Id="rId398" Type="http://schemas.openxmlformats.org/officeDocument/2006/relationships/image" Target="../media/image197.png"/><Relationship Id="rId521" Type="http://schemas.openxmlformats.org/officeDocument/2006/relationships/customXml" Target="../ink/ink262.xml"/><Relationship Id="rId619" Type="http://schemas.openxmlformats.org/officeDocument/2006/relationships/customXml" Target="../ink/ink312.xml"/><Relationship Id="rId95" Type="http://schemas.openxmlformats.org/officeDocument/2006/relationships/customXml" Target="../ink/ink48.xml"/><Relationship Id="rId160" Type="http://schemas.openxmlformats.org/officeDocument/2006/relationships/image" Target="../media/image79.png"/><Relationship Id="rId826" Type="http://schemas.openxmlformats.org/officeDocument/2006/relationships/image" Target="../media/image406.png"/><Relationship Id="rId258" Type="http://schemas.openxmlformats.org/officeDocument/2006/relationships/image" Target="../media/image127.png"/><Relationship Id="rId465" Type="http://schemas.openxmlformats.org/officeDocument/2006/relationships/customXml" Target="../ink/ink234.xml"/><Relationship Id="rId672" Type="http://schemas.openxmlformats.org/officeDocument/2006/relationships/customXml" Target="../ink/ink339.xml"/><Relationship Id="rId22" Type="http://schemas.openxmlformats.org/officeDocument/2006/relationships/customXml" Target="../ink/ink11.xml"/><Relationship Id="rId118" Type="http://schemas.openxmlformats.org/officeDocument/2006/relationships/image" Target="../media/image58.png"/><Relationship Id="rId325" Type="http://schemas.openxmlformats.org/officeDocument/2006/relationships/customXml" Target="../ink/ink164.xml"/><Relationship Id="rId532" Type="http://schemas.openxmlformats.org/officeDocument/2006/relationships/image" Target="../media/image264.png"/><Relationship Id="rId171" Type="http://schemas.openxmlformats.org/officeDocument/2006/relationships/customXml" Target="../ink/ink86.xml"/><Relationship Id="rId837" Type="http://schemas.openxmlformats.org/officeDocument/2006/relationships/image" Target="../media/image411.png"/><Relationship Id="rId269" Type="http://schemas.openxmlformats.org/officeDocument/2006/relationships/customXml" Target="../ink/ink136.xml"/><Relationship Id="rId476" Type="http://schemas.openxmlformats.org/officeDocument/2006/relationships/image" Target="../media/image236.png"/><Relationship Id="rId683" Type="http://schemas.openxmlformats.org/officeDocument/2006/relationships/image" Target="../media/image338.png"/><Relationship Id="rId890" Type="http://schemas.openxmlformats.org/officeDocument/2006/relationships/customXml" Target="../ink/ink452.xml"/><Relationship Id="rId904" Type="http://schemas.openxmlformats.org/officeDocument/2006/relationships/image" Target="../media/image444.png"/><Relationship Id="rId33" Type="http://schemas.openxmlformats.org/officeDocument/2006/relationships/image" Target="../media/image16.png"/><Relationship Id="rId129" Type="http://schemas.openxmlformats.org/officeDocument/2006/relationships/customXml" Target="../ink/ink65.xml"/><Relationship Id="rId336" Type="http://schemas.openxmlformats.org/officeDocument/2006/relationships/image" Target="../media/image166.png"/><Relationship Id="rId543" Type="http://schemas.openxmlformats.org/officeDocument/2006/relationships/image" Target="../media/image269.png"/><Relationship Id="rId182" Type="http://schemas.openxmlformats.org/officeDocument/2006/relationships/image" Target="../media/image90.png"/><Relationship Id="rId403" Type="http://schemas.openxmlformats.org/officeDocument/2006/relationships/customXml" Target="../ink/ink203.xml"/><Relationship Id="rId750" Type="http://schemas.openxmlformats.org/officeDocument/2006/relationships/customXml" Target="../ink/ink378.xml"/><Relationship Id="rId848" Type="http://schemas.openxmlformats.org/officeDocument/2006/relationships/customXml" Target="../ink/ink431.xml"/><Relationship Id="rId487" Type="http://schemas.openxmlformats.org/officeDocument/2006/relationships/customXml" Target="../ink/ink245.xml"/><Relationship Id="rId610" Type="http://schemas.openxmlformats.org/officeDocument/2006/relationships/image" Target="../media/image302.png"/><Relationship Id="rId694" Type="http://schemas.openxmlformats.org/officeDocument/2006/relationships/customXml" Target="../ink/ink350.xml"/><Relationship Id="rId708" Type="http://schemas.openxmlformats.org/officeDocument/2006/relationships/customXml" Target="../ink/ink357.xml"/><Relationship Id="rId915" Type="http://schemas.openxmlformats.org/officeDocument/2006/relationships/customXml" Target="../ink/ink465.xml"/><Relationship Id="rId347" Type="http://schemas.openxmlformats.org/officeDocument/2006/relationships/customXml" Target="../ink/ink175.xml"/><Relationship Id="rId44" Type="http://schemas.openxmlformats.org/officeDocument/2006/relationships/customXml" Target="../ink/ink22.xml"/><Relationship Id="rId554" Type="http://schemas.openxmlformats.org/officeDocument/2006/relationships/image" Target="../media/image274.png"/><Relationship Id="rId761" Type="http://schemas.openxmlformats.org/officeDocument/2006/relationships/image" Target="../media/image377.png"/><Relationship Id="rId859" Type="http://schemas.openxmlformats.org/officeDocument/2006/relationships/image" Target="../media/image422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414" Type="http://schemas.openxmlformats.org/officeDocument/2006/relationships/image" Target="../media/image205.png"/><Relationship Id="rId498" Type="http://schemas.openxmlformats.org/officeDocument/2006/relationships/image" Target="../media/image247.png"/><Relationship Id="rId621" Type="http://schemas.openxmlformats.org/officeDocument/2006/relationships/customXml" Target="../ink/ink313.xml"/><Relationship Id="rId260" Type="http://schemas.openxmlformats.org/officeDocument/2006/relationships/image" Target="../media/image128.png"/><Relationship Id="rId719" Type="http://schemas.openxmlformats.org/officeDocument/2006/relationships/image" Target="../media/image356.png"/><Relationship Id="rId926" Type="http://schemas.openxmlformats.org/officeDocument/2006/relationships/image" Target="../media/image455.png"/><Relationship Id="rId55" Type="http://schemas.openxmlformats.org/officeDocument/2006/relationships/image" Target="../media/image27.png"/><Relationship Id="rId120" Type="http://schemas.openxmlformats.org/officeDocument/2006/relationships/image" Target="../media/image59.png"/><Relationship Id="rId358" Type="http://schemas.openxmlformats.org/officeDocument/2006/relationships/image" Target="../media/image177.png"/><Relationship Id="rId565" Type="http://schemas.openxmlformats.org/officeDocument/2006/relationships/customXml" Target="../ink/ink285.xml"/><Relationship Id="rId772" Type="http://schemas.openxmlformats.org/officeDocument/2006/relationships/image" Target="../media/image382.png"/><Relationship Id="rId218" Type="http://schemas.openxmlformats.org/officeDocument/2006/relationships/customXml" Target="../ink/ink110.xml"/><Relationship Id="rId425" Type="http://schemas.openxmlformats.org/officeDocument/2006/relationships/customXml" Target="../ink/ink214.xml"/><Relationship Id="rId632" Type="http://schemas.openxmlformats.org/officeDocument/2006/relationships/image" Target="../media/image313.png"/><Relationship Id="rId271" Type="http://schemas.openxmlformats.org/officeDocument/2006/relationships/customXml" Target="../ink/ink137.xml"/><Relationship Id="rId937" Type="http://schemas.openxmlformats.org/officeDocument/2006/relationships/customXml" Target="../ink/ink476.xml"/><Relationship Id="rId66" Type="http://schemas.openxmlformats.org/officeDocument/2006/relationships/customXml" Target="../ink/ink33.xml"/><Relationship Id="rId131" Type="http://schemas.openxmlformats.org/officeDocument/2006/relationships/customXml" Target="../ink/ink66.xml"/><Relationship Id="rId369" Type="http://schemas.openxmlformats.org/officeDocument/2006/relationships/customXml" Target="../ink/ink186.xml"/><Relationship Id="rId576" Type="http://schemas.openxmlformats.org/officeDocument/2006/relationships/image" Target="../media/image285.png"/><Relationship Id="rId783" Type="http://schemas.openxmlformats.org/officeDocument/2006/relationships/customXml" Target="../ink/ink396.xml"/><Relationship Id="rId229" Type="http://schemas.openxmlformats.org/officeDocument/2006/relationships/image" Target="../media/image113.png"/><Relationship Id="rId436" Type="http://schemas.openxmlformats.org/officeDocument/2006/relationships/image" Target="../media/image216.png"/><Relationship Id="rId643" Type="http://schemas.openxmlformats.org/officeDocument/2006/relationships/image" Target="../media/image318.png"/><Relationship Id="rId850" Type="http://schemas.openxmlformats.org/officeDocument/2006/relationships/customXml" Target="../ink/ink432.xml"/><Relationship Id="rId948" Type="http://schemas.openxmlformats.org/officeDocument/2006/relationships/image" Target="../media/image466.png"/><Relationship Id="rId77" Type="http://schemas.openxmlformats.org/officeDocument/2006/relationships/image" Target="../media/image38.png"/><Relationship Id="rId282" Type="http://schemas.openxmlformats.org/officeDocument/2006/relationships/image" Target="../media/image139.png"/><Relationship Id="rId503" Type="http://schemas.openxmlformats.org/officeDocument/2006/relationships/customXml" Target="../ink/ink253.xml"/><Relationship Id="rId587" Type="http://schemas.openxmlformats.org/officeDocument/2006/relationships/customXml" Target="../ink/ink296.xml"/><Relationship Id="rId710" Type="http://schemas.openxmlformats.org/officeDocument/2006/relationships/customXml" Target="../ink/ink358.xml"/><Relationship Id="rId808" Type="http://schemas.openxmlformats.org/officeDocument/2006/relationships/customXml" Target="../ink/ink410.xml"/><Relationship Id="rId8" Type="http://schemas.openxmlformats.org/officeDocument/2006/relationships/customXml" Target="../ink/ink4.xml"/><Relationship Id="rId142" Type="http://schemas.openxmlformats.org/officeDocument/2006/relationships/image" Target="../media/image70.png"/><Relationship Id="rId447" Type="http://schemas.openxmlformats.org/officeDocument/2006/relationships/customXml" Target="../ink/ink225.xml"/><Relationship Id="rId794" Type="http://schemas.openxmlformats.org/officeDocument/2006/relationships/customXml" Target="../ink/ink403.xml"/><Relationship Id="rId654" Type="http://schemas.openxmlformats.org/officeDocument/2006/relationships/customXml" Target="../ink/ink330.xml"/><Relationship Id="rId861" Type="http://schemas.openxmlformats.org/officeDocument/2006/relationships/image" Target="../media/image423.png"/><Relationship Id="rId959" Type="http://schemas.openxmlformats.org/officeDocument/2006/relationships/image" Target="../media/image471.png"/><Relationship Id="rId293" Type="http://schemas.openxmlformats.org/officeDocument/2006/relationships/customXml" Target="../ink/ink148.xml"/><Relationship Id="rId307" Type="http://schemas.openxmlformats.org/officeDocument/2006/relationships/customXml" Target="../ink/ink155.xml"/><Relationship Id="rId514" Type="http://schemas.openxmlformats.org/officeDocument/2006/relationships/image" Target="../media/image255.png"/><Relationship Id="rId721" Type="http://schemas.openxmlformats.org/officeDocument/2006/relationships/image" Target="../media/image357.png"/><Relationship Id="rId88" Type="http://schemas.openxmlformats.org/officeDocument/2006/relationships/image" Target="../media/image43.png"/><Relationship Id="rId153" Type="http://schemas.openxmlformats.org/officeDocument/2006/relationships/customXml" Target="../ink/ink77.xml"/><Relationship Id="rId360" Type="http://schemas.openxmlformats.org/officeDocument/2006/relationships/image" Target="../media/image178.png"/><Relationship Id="rId598" Type="http://schemas.openxmlformats.org/officeDocument/2006/relationships/image" Target="../media/image296.png"/><Relationship Id="rId819" Type="http://schemas.openxmlformats.org/officeDocument/2006/relationships/customXml" Target="../ink/ink416.xml"/><Relationship Id="rId220" Type="http://schemas.openxmlformats.org/officeDocument/2006/relationships/customXml" Target="../ink/ink111.xml"/><Relationship Id="rId458" Type="http://schemas.openxmlformats.org/officeDocument/2006/relationships/image" Target="../media/image227.png"/><Relationship Id="rId665" Type="http://schemas.openxmlformats.org/officeDocument/2006/relationships/image" Target="../media/image329.png"/><Relationship Id="rId872" Type="http://schemas.openxmlformats.org/officeDocument/2006/relationships/customXml" Target="../ink/ink443.xml"/><Relationship Id="rId15" Type="http://schemas.openxmlformats.org/officeDocument/2006/relationships/image" Target="../media/image7.png"/><Relationship Id="rId318" Type="http://schemas.openxmlformats.org/officeDocument/2006/relationships/image" Target="../media/image157.png"/><Relationship Id="rId525" Type="http://schemas.openxmlformats.org/officeDocument/2006/relationships/customXml" Target="../ink/ink264.xml"/><Relationship Id="rId732" Type="http://schemas.openxmlformats.org/officeDocument/2006/relationships/customXml" Target="../ink/ink369.xml"/><Relationship Id="rId99" Type="http://schemas.openxmlformats.org/officeDocument/2006/relationships/customXml" Target="../ink/ink50.xml"/><Relationship Id="rId164" Type="http://schemas.openxmlformats.org/officeDocument/2006/relationships/image" Target="../media/image81.png"/><Relationship Id="rId371" Type="http://schemas.openxmlformats.org/officeDocument/2006/relationships/customXml" Target="../ink/ink187.xml"/><Relationship Id="rId469" Type="http://schemas.openxmlformats.org/officeDocument/2006/relationships/customXml" Target="../ink/ink236.xml"/><Relationship Id="rId676" Type="http://schemas.openxmlformats.org/officeDocument/2006/relationships/customXml" Target="../ink/ink341.xml"/><Relationship Id="rId883" Type="http://schemas.openxmlformats.org/officeDocument/2006/relationships/image" Target="../media/image434.png"/><Relationship Id="rId26" Type="http://schemas.openxmlformats.org/officeDocument/2006/relationships/customXml" Target="../ink/ink13.xml"/><Relationship Id="rId231" Type="http://schemas.openxmlformats.org/officeDocument/2006/relationships/image" Target="../media/image114.png"/><Relationship Id="rId329" Type="http://schemas.openxmlformats.org/officeDocument/2006/relationships/customXml" Target="../ink/ink166.xml"/><Relationship Id="rId536" Type="http://schemas.openxmlformats.org/officeDocument/2006/relationships/customXml" Target="../ink/ink270.xml"/><Relationship Id="rId175" Type="http://schemas.openxmlformats.org/officeDocument/2006/relationships/customXml" Target="../ink/ink88.xml"/><Relationship Id="rId743" Type="http://schemas.openxmlformats.org/officeDocument/2006/relationships/image" Target="../media/image368.png"/><Relationship Id="rId950" Type="http://schemas.openxmlformats.org/officeDocument/2006/relationships/image" Target="../media/image467.png"/><Relationship Id="rId382" Type="http://schemas.openxmlformats.org/officeDocument/2006/relationships/image" Target="../media/image189.png"/><Relationship Id="rId603" Type="http://schemas.openxmlformats.org/officeDocument/2006/relationships/customXml" Target="../ink/ink304.xml"/><Relationship Id="rId687" Type="http://schemas.openxmlformats.org/officeDocument/2006/relationships/image" Target="../media/image340.png"/><Relationship Id="rId810" Type="http://schemas.openxmlformats.org/officeDocument/2006/relationships/image" Target="../media/image398.png"/><Relationship Id="rId908" Type="http://schemas.openxmlformats.org/officeDocument/2006/relationships/image" Target="../media/image446.png"/><Relationship Id="rId242" Type="http://schemas.openxmlformats.org/officeDocument/2006/relationships/image" Target="../media/image119.png"/><Relationship Id="rId894" Type="http://schemas.openxmlformats.org/officeDocument/2006/relationships/customXml" Target="../ink/ink454.xml"/><Relationship Id="rId37" Type="http://schemas.openxmlformats.org/officeDocument/2006/relationships/image" Target="../media/image18.png"/><Relationship Id="rId102" Type="http://schemas.openxmlformats.org/officeDocument/2006/relationships/image" Target="../media/image50.png"/><Relationship Id="rId547" Type="http://schemas.openxmlformats.org/officeDocument/2006/relationships/image" Target="../media/image271.png"/><Relationship Id="rId754" Type="http://schemas.openxmlformats.org/officeDocument/2006/relationships/customXml" Target="../ink/ink380.xml"/><Relationship Id="rId961" Type="http://schemas.openxmlformats.org/officeDocument/2006/relationships/image" Target="../media/image472.png"/><Relationship Id="rId90" Type="http://schemas.openxmlformats.org/officeDocument/2006/relationships/image" Target="../media/image44.png"/><Relationship Id="rId186" Type="http://schemas.openxmlformats.org/officeDocument/2006/relationships/image" Target="../media/image92.png"/><Relationship Id="rId393" Type="http://schemas.openxmlformats.org/officeDocument/2006/relationships/customXml" Target="../ink/ink198.xml"/><Relationship Id="rId407" Type="http://schemas.openxmlformats.org/officeDocument/2006/relationships/customXml" Target="../ink/ink205.xml"/><Relationship Id="rId614" Type="http://schemas.openxmlformats.org/officeDocument/2006/relationships/image" Target="../media/image304.png"/><Relationship Id="rId821" Type="http://schemas.openxmlformats.org/officeDocument/2006/relationships/customXml" Target="../ink/ink417.xml"/><Relationship Id="rId253" Type="http://schemas.openxmlformats.org/officeDocument/2006/relationships/customXml" Target="../ink/ink128.xml"/><Relationship Id="rId460" Type="http://schemas.openxmlformats.org/officeDocument/2006/relationships/image" Target="../media/image228.png"/><Relationship Id="rId698" Type="http://schemas.openxmlformats.org/officeDocument/2006/relationships/customXml" Target="../ink/ink352.xml"/><Relationship Id="rId919" Type="http://schemas.openxmlformats.org/officeDocument/2006/relationships/customXml" Target="../ink/ink467.xml"/><Relationship Id="rId48" Type="http://schemas.openxmlformats.org/officeDocument/2006/relationships/customXml" Target="../ink/ink24.xml"/><Relationship Id="rId113" Type="http://schemas.openxmlformats.org/officeDocument/2006/relationships/customXml" Target="../ink/ink57.xml"/><Relationship Id="rId320" Type="http://schemas.openxmlformats.org/officeDocument/2006/relationships/image" Target="../media/image158.png"/><Relationship Id="rId558" Type="http://schemas.openxmlformats.org/officeDocument/2006/relationships/image" Target="../media/image276.png"/><Relationship Id="rId765" Type="http://schemas.openxmlformats.org/officeDocument/2006/relationships/image" Target="../media/image379.png"/><Relationship Id="rId197" Type="http://schemas.openxmlformats.org/officeDocument/2006/relationships/customXml" Target="../ink/ink99.xml"/><Relationship Id="rId418" Type="http://schemas.openxmlformats.org/officeDocument/2006/relationships/image" Target="../media/image207.png"/><Relationship Id="rId625" Type="http://schemas.openxmlformats.org/officeDocument/2006/relationships/customXml" Target="../ink/ink315.xml"/><Relationship Id="rId832" Type="http://schemas.openxmlformats.org/officeDocument/2006/relationships/image" Target="../media/image409.png"/><Relationship Id="rId264" Type="http://schemas.openxmlformats.org/officeDocument/2006/relationships/image" Target="../media/image130.png"/><Relationship Id="rId471" Type="http://schemas.openxmlformats.org/officeDocument/2006/relationships/customXml" Target="../ink/ink237.xml"/><Relationship Id="rId59" Type="http://schemas.openxmlformats.org/officeDocument/2006/relationships/image" Target="../media/image29.png"/><Relationship Id="rId124" Type="http://schemas.openxmlformats.org/officeDocument/2006/relationships/image" Target="../media/image61.png"/><Relationship Id="rId569" Type="http://schemas.openxmlformats.org/officeDocument/2006/relationships/customXml" Target="../ink/ink287.xml"/><Relationship Id="rId776" Type="http://schemas.openxmlformats.org/officeDocument/2006/relationships/image" Target="../media/image384.png"/><Relationship Id="rId331" Type="http://schemas.openxmlformats.org/officeDocument/2006/relationships/customXml" Target="../ink/ink167.xml"/><Relationship Id="rId429" Type="http://schemas.openxmlformats.org/officeDocument/2006/relationships/customXml" Target="../ink/ink216.xml"/><Relationship Id="rId636" Type="http://schemas.openxmlformats.org/officeDocument/2006/relationships/customXml" Target="../ink/ink321.xml"/><Relationship Id="rId843" Type="http://schemas.openxmlformats.org/officeDocument/2006/relationships/image" Target="../media/image414.png"/><Relationship Id="rId275" Type="http://schemas.openxmlformats.org/officeDocument/2006/relationships/customXml" Target="../ink/ink139.xml"/><Relationship Id="rId482" Type="http://schemas.openxmlformats.org/officeDocument/2006/relationships/image" Target="../media/image239.png"/><Relationship Id="rId703" Type="http://schemas.openxmlformats.org/officeDocument/2006/relationships/image" Target="../media/image348.png"/><Relationship Id="rId910" Type="http://schemas.openxmlformats.org/officeDocument/2006/relationships/image" Target="../media/image447.png"/><Relationship Id="rId135" Type="http://schemas.openxmlformats.org/officeDocument/2006/relationships/customXml" Target="../ink/ink68.xml"/><Relationship Id="rId342" Type="http://schemas.openxmlformats.org/officeDocument/2006/relationships/image" Target="../media/image169.png"/><Relationship Id="rId787" Type="http://schemas.openxmlformats.org/officeDocument/2006/relationships/customXml" Target="../ink/ink399.xml"/><Relationship Id="rId202" Type="http://schemas.openxmlformats.org/officeDocument/2006/relationships/image" Target="../media/image100.png"/><Relationship Id="rId647" Type="http://schemas.openxmlformats.org/officeDocument/2006/relationships/image" Target="../media/image320.png"/><Relationship Id="rId854" Type="http://schemas.openxmlformats.org/officeDocument/2006/relationships/customXml" Target="../ink/ink434.xml"/><Relationship Id="rId286" Type="http://schemas.openxmlformats.org/officeDocument/2006/relationships/image" Target="../media/image141.png"/><Relationship Id="rId493" Type="http://schemas.openxmlformats.org/officeDocument/2006/relationships/customXml" Target="../ink/ink248.xml"/><Relationship Id="rId507" Type="http://schemas.openxmlformats.org/officeDocument/2006/relationships/customXml" Target="../ink/ink255.xml"/><Relationship Id="rId714" Type="http://schemas.openxmlformats.org/officeDocument/2006/relationships/customXml" Target="../ink/ink360.xml"/><Relationship Id="rId921" Type="http://schemas.openxmlformats.org/officeDocument/2006/relationships/customXml" Target="../ink/ink468.xml"/><Relationship Id="rId50" Type="http://schemas.openxmlformats.org/officeDocument/2006/relationships/customXml" Target="../ink/ink25.xml"/><Relationship Id="rId146" Type="http://schemas.openxmlformats.org/officeDocument/2006/relationships/image" Target="../media/image72.png"/><Relationship Id="rId353" Type="http://schemas.openxmlformats.org/officeDocument/2006/relationships/customXml" Target="../ink/ink178.xml"/><Relationship Id="rId560" Type="http://schemas.openxmlformats.org/officeDocument/2006/relationships/image" Target="../media/image277.png"/><Relationship Id="rId798" Type="http://schemas.openxmlformats.org/officeDocument/2006/relationships/customXml" Target="../ink/ink405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2.png"/><Relationship Id="rId299" Type="http://schemas.openxmlformats.org/officeDocument/2006/relationships/image" Target="../media/image609.png"/><Relationship Id="rId21" Type="http://schemas.openxmlformats.org/officeDocument/2006/relationships/image" Target="../media/image100.png"/><Relationship Id="rId63" Type="http://schemas.openxmlformats.org/officeDocument/2006/relationships/image" Target="../media/image495.png"/><Relationship Id="rId159" Type="http://schemas.openxmlformats.org/officeDocument/2006/relationships/image" Target="../media/image540.png"/><Relationship Id="rId324" Type="http://schemas.openxmlformats.org/officeDocument/2006/relationships/customXml" Target="../ink/ink662.xml"/><Relationship Id="rId170" Type="http://schemas.openxmlformats.org/officeDocument/2006/relationships/customXml" Target="../ink/ink584.xml"/><Relationship Id="rId226" Type="http://schemas.openxmlformats.org/officeDocument/2006/relationships/customXml" Target="../ink/ink613.xml"/><Relationship Id="rId268" Type="http://schemas.openxmlformats.org/officeDocument/2006/relationships/customXml" Target="../ink/ink634.xml"/><Relationship Id="rId32" Type="http://schemas.openxmlformats.org/officeDocument/2006/relationships/customXml" Target="../ink/ink508.xml"/><Relationship Id="rId74" Type="http://schemas.openxmlformats.org/officeDocument/2006/relationships/customXml" Target="../ink/ink536.xml"/><Relationship Id="rId128" Type="http://schemas.openxmlformats.org/officeDocument/2006/relationships/customXml" Target="../ink/ink563.xml"/><Relationship Id="rId5" Type="http://schemas.openxmlformats.org/officeDocument/2006/relationships/image" Target="../media/image253.png"/><Relationship Id="rId181" Type="http://schemas.openxmlformats.org/officeDocument/2006/relationships/image" Target="../media/image551.png"/><Relationship Id="rId237" Type="http://schemas.openxmlformats.org/officeDocument/2006/relationships/image" Target="../media/image578.png"/><Relationship Id="rId279" Type="http://schemas.openxmlformats.org/officeDocument/2006/relationships/image" Target="../media/image599.png"/><Relationship Id="rId43" Type="http://schemas.openxmlformats.org/officeDocument/2006/relationships/customXml" Target="../ink/ink518.xml"/><Relationship Id="rId139" Type="http://schemas.openxmlformats.org/officeDocument/2006/relationships/image" Target="../media/image248.png"/><Relationship Id="rId290" Type="http://schemas.openxmlformats.org/officeDocument/2006/relationships/customXml" Target="../ink/ink645.xml"/><Relationship Id="rId304" Type="http://schemas.openxmlformats.org/officeDocument/2006/relationships/customXml" Target="../ink/ink652.xml"/><Relationship Id="rId85" Type="http://schemas.openxmlformats.org/officeDocument/2006/relationships/image" Target="../media/image506.png"/><Relationship Id="rId150" Type="http://schemas.openxmlformats.org/officeDocument/2006/relationships/customXml" Target="../ink/ink574.xml"/><Relationship Id="rId192" Type="http://schemas.openxmlformats.org/officeDocument/2006/relationships/customXml" Target="../ink/ink595.xml"/><Relationship Id="rId206" Type="http://schemas.openxmlformats.org/officeDocument/2006/relationships/customXml" Target="../ink/ink602.xml"/><Relationship Id="rId248" Type="http://schemas.openxmlformats.org/officeDocument/2006/relationships/customXml" Target="../ink/ink624.xml"/><Relationship Id="rId12" Type="http://schemas.openxmlformats.org/officeDocument/2006/relationships/customXml" Target="../ink/ink498.xml"/><Relationship Id="rId108" Type="http://schemas.openxmlformats.org/officeDocument/2006/relationships/customXml" Target="../ink/ink553.xml"/><Relationship Id="rId315" Type="http://schemas.openxmlformats.org/officeDocument/2006/relationships/image" Target="../media/image617.png"/><Relationship Id="rId54" Type="http://schemas.openxmlformats.org/officeDocument/2006/relationships/customXml" Target="../ink/ink526.xml"/><Relationship Id="rId96" Type="http://schemas.openxmlformats.org/officeDocument/2006/relationships/customXml" Target="../ink/ink547.xml"/><Relationship Id="rId161" Type="http://schemas.openxmlformats.org/officeDocument/2006/relationships/image" Target="../media/image541.png"/><Relationship Id="rId217" Type="http://schemas.openxmlformats.org/officeDocument/2006/relationships/customXml" Target="../ink/ink608.xml"/><Relationship Id="rId259" Type="http://schemas.openxmlformats.org/officeDocument/2006/relationships/image" Target="../media/image589.png"/><Relationship Id="rId23" Type="http://schemas.openxmlformats.org/officeDocument/2006/relationships/image" Target="../media/image483.png"/><Relationship Id="rId119" Type="http://schemas.openxmlformats.org/officeDocument/2006/relationships/image" Target="../media/image523.png"/><Relationship Id="rId270" Type="http://schemas.openxmlformats.org/officeDocument/2006/relationships/customXml" Target="../ink/ink635.xml"/><Relationship Id="rId326" Type="http://schemas.openxmlformats.org/officeDocument/2006/relationships/customXml" Target="../ink/ink663.xml"/><Relationship Id="rId65" Type="http://schemas.openxmlformats.org/officeDocument/2006/relationships/image" Target="../media/image496.png"/><Relationship Id="rId130" Type="http://schemas.openxmlformats.org/officeDocument/2006/relationships/customXml" Target="../ink/ink564.xml"/><Relationship Id="rId172" Type="http://schemas.openxmlformats.org/officeDocument/2006/relationships/customXml" Target="../ink/ink585.xml"/><Relationship Id="rId228" Type="http://schemas.openxmlformats.org/officeDocument/2006/relationships/customXml" Target="../ink/ink614.xml"/><Relationship Id="rId281" Type="http://schemas.openxmlformats.org/officeDocument/2006/relationships/image" Target="../media/image600.png"/><Relationship Id="rId34" Type="http://schemas.openxmlformats.org/officeDocument/2006/relationships/customXml" Target="../ink/ink509.xml"/><Relationship Id="rId76" Type="http://schemas.openxmlformats.org/officeDocument/2006/relationships/customXml" Target="../ink/ink537.xml"/><Relationship Id="rId141" Type="http://schemas.openxmlformats.org/officeDocument/2006/relationships/image" Target="../media/image533.png"/><Relationship Id="rId7" Type="http://schemas.openxmlformats.org/officeDocument/2006/relationships/image" Target="../media/image476.png"/><Relationship Id="rId162" Type="http://schemas.openxmlformats.org/officeDocument/2006/relationships/customXml" Target="../ink/ink580.xml"/><Relationship Id="rId183" Type="http://schemas.openxmlformats.org/officeDocument/2006/relationships/image" Target="../media/image552.png"/><Relationship Id="rId218" Type="http://schemas.openxmlformats.org/officeDocument/2006/relationships/image" Target="../media/image569.png"/><Relationship Id="rId239" Type="http://schemas.openxmlformats.org/officeDocument/2006/relationships/image" Target="../media/image579.png"/><Relationship Id="rId250" Type="http://schemas.openxmlformats.org/officeDocument/2006/relationships/customXml" Target="../ink/ink625.xml"/><Relationship Id="rId271" Type="http://schemas.openxmlformats.org/officeDocument/2006/relationships/image" Target="../media/image595.png"/><Relationship Id="rId292" Type="http://schemas.openxmlformats.org/officeDocument/2006/relationships/customXml" Target="../ink/ink646.xml"/><Relationship Id="rId306" Type="http://schemas.openxmlformats.org/officeDocument/2006/relationships/customXml" Target="../ink/ink653.xml"/><Relationship Id="rId24" Type="http://schemas.openxmlformats.org/officeDocument/2006/relationships/customXml" Target="../ink/ink504.xml"/><Relationship Id="rId45" Type="http://schemas.openxmlformats.org/officeDocument/2006/relationships/customXml" Target="../ink/ink520.xml"/><Relationship Id="rId66" Type="http://schemas.openxmlformats.org/officeDocument/2006/relationships/customXml" Target="../ink/ink532.xml"/><Relationship Id="rId87" Type="http://schemas.openxmlformats.org/officeDocument/2006/relationships/image" Target="../media/image507.png"/><Relationship Id="rId110" Type="http://schemas.openxmlformats.org/officeDocument/2006/relationships/customXml" Target="../ink/ink554.xml"/><Relationship Id="rId131" Type="http://schemas.openxmlformats.org/officeDocument/2006/relationships/image" Target="../media/image529.png"/><Relationship Id="rId327" Type="http://schemas.openxmlformats.org/officeDocument/2006/relationships/image" Target="../media/image25.png"/><Relationship Id="rId152" Type="http://schemas.openxmlformats.org/officeDocument/2006/relationships/customXml" Target="../ink/ink575.xml"/><Relationship Id="rId173" Type="http://schemas.openxmlformats.org/officeDocument/2006/relationships/image" Target="../media/image547.png"/><Relationship Id="rId194" Type="http://schemas.openxmlformats.org/officeDocument/2006/relationships/customXml" Target="../ink/ink596.xml"/><Relationship Id="rId208" Type="http://schemas.openxmlformats.org/officeDocument/2006/relationships/customXml" Target="../ink/ink603.xml"/><Relationship Id="rId229" Type="http://schemas.openxmlformats.org/officeDocument/2006/relationships/image" Target="../media/image574.png"/><Relationship Id="rId240" Type="http://schemas.openxmlformats.org/officeDocument/2006/relationships/customXml" Target="../ink/ink620.xml"/><Relationship Id="rId261" Type="http://schemas.openxmlformats.org/officeDocument/2006/relationships/image" Target="../media/image590.png"/><Relationship Id="rId14" Type="http://schemas.openxmlformats.org/officeDocument/2006/relationships/customXml" Target="../ink/ink499.xml"/><Relationship Id="rId35" Type="http://schemas.openxmlformats.org/officeDocument/2006/relationships/customXml" Target="../ink/ink510.xml"/><Relationship Id="rId56" Type="http://schemas.openxmlformats.org/officeDocument/2006/relationships/customXml" Target="../ink/ink527.xml"/><Relationship Id="rId77" Type="http://schemas.openxmlformats.org/officeDocument/2006/relationships/image" Target="../media/image502.png"/><Relationship Id="rId100" Type="http://schemas.openxmlformats.org/officeDocument/2006/relationships/customXml" Target="../ink/ink549.xml"/><Relationship Id="rId282" Type="http://schemas.openxmlformats.org/officeDocument/2006/relationships/customXml" Target="../ink/ink641.xml"/><Relationship Id="rId317" Type="http://schemas.openxmlformats.org/officeDocument/2006/relationships/image" Target="../media/image618.png"/><Relationship Id="rId8" Type="http://schemas.openxmlformats.org/officeDocument/2006/relationships/customXml" Target="../ink/ink496.xml"/><Relationship Id="rId98" Type="http://schemas.openxmlformats.org/officeDocument/2006/relationships/customXml" Target="../ink/ink548.xml"/><Relationship Id="rId121" Type="http://schemas.openxmlformats.org/officeDocument/2006/relationships/image" Target="../media/image524.png"/><Relationship Id="rId142" Type="http://schemas.openxmlformats.org/officeDocument/2006/relationships/customXml" Target="../ink/ink570.xml"/><Relationship Id="rId163" Type="http://schemas.openxmlformats.org/officeDocument/2006/relationships/image" Target="../media/image542.png"/><Relationship Id="rId184" Type="http://schemas.openxmlformats.org/officeDocument/2006/relationships/customXml" Target="../ink/ink591.xml"/><Relationship Id="rId219" Type="http://schemas.openxmlformats.org/officeDocument/2006/relationships/customXml" Target="../ink/ink609.xml"/><Relationship Id="rId230" Type="http://schemas.openxmlformats.org/officeDocument/2006/relationships/customXml" Target="../ink/ink615.xml"/><Relationship Id="rId251" Type="http://schemas.openxmlformats.org/officeDocument/2006/relationships/image" Target="../media/image585.png"/><Relationship Id="rId25" Type="http://schemas.openxmlformats.org/officeDocument/2006/relationships/image" Target="../media/image484.png"/><Relationship Id="rId46" Type="http://schemas.openxmlformats.org/officeDocument/2006/relationships/customXml" Target="../ink/ink521.xml"/><Relationship Id="rId67" Type="http://schemas.openxmlformats.org/officeDocument/2006/relationships/image" Target="../media/image497.png"/><Relationship Id="rId272" Type="http://schemas.openxmlformats.org/officeDocument/2006/relationships/customXml" Target="../ink/ink636.xml"/><Relationship Id="rId293" Type="http://schemas.openxmlformats.org/officeDocument/2006/relationships/image" Target="../media/image606.png"/><Relationship Id="rId307" Type="http://schemas.openxmlformats.org/officeDocument/2006/relationships/image" Target="../media/image613.png"/><Relationship Id="rId88" Type="http://schemas.openxmlformats.org/officeDocument/2006/relationships/customXml" Target="../ink/ink543.xml"/><Relationship Id="rId111" Type="http://schemas.openxmlformats.org/officeDocument/2006/relationships/image" Target="../media/image519.png"/><Relationship Id="rId132" Type="http://schemas.openxmlformats.org/officeDocument/2006/relationships/customXml" Target="../ink/ink565.xml"/><Relationship Id="rId153" Type="http://schemas.openxmlformats.org/officeDocument/2006/relationships/image" Target="../media/image537.png"/><Relationship Id="rId174" Type="http://schemas.openxmlformats.org/officeDocument/2006/relationships/customXml" Target="../ink/ink586.xml"/><Relationship Id="rId195" Type="http://schemas.openxmlformats.org/officeDocument/2006/relationships/image" Target="../media/image558.png"/><Relationship Id="rId209" Type="http://schemas.openxmlformats.org/officeDocument/2006/relationships/customXml" Target="../ink/ink604.xml"/><Relationship Id="rId220" Type="http://schemas.openxmlformats.org/officeDocument/2006/relationships/image" Target="../media/image570.png"/><Relationship Id="rId241" Type="http://schemas.openxmlformats.org/officeDocument/2006/relationships/image" Target="../media/image580.png"/><Relationship Id="rId15" Type="http://schemas.openxmlformats.org/officeDocument/2006/relationships/image" Target="../media/image480.png"/><Relationship Id="rId36" Type="http://schemas.openxmlformats.org/officeDocument/2006/relationships/customXml" Target="../ink/ink511.xml"/><Relationship Id="rId57" Type="http://schemas.openxmlformats.org/officeDocument/2006/relationships/image" Target="../media/image492.png"/><Relationship Id="rId262" Type="http://schemas.openxmlformats.org/officeDocument/2006/relationships/customXml" Target="../ink/ink631.xml"/><Relationship Id="rId283" Type="http://schemas.openxmlformats.org/officeDocument/2006/relationships/image" Target="../media/image601.png"/><Relationship Id="rId318" Type="http://schemas.openxmlformats.org/officeDocument/2006/relationships/customXml" Target="../ink/ink659.xml"/><Relationship Id="rId78" Type="http://schemas.openxmlformats.org/officeDocument/2006/relationships/customXml" Target="../ink/ink538.xml"/><Relationship Id="rId99" Type="http://schemas.openxmlformats.org/officeDocument/2006/relationships/image" Target="../media/image513.png"/><Relationship Id="rId101" Type="http://schemas.openxmlformats.org/officeDocument/2006/relationships/image" Target="../media/image514.png"/><Relationship Id="rId122" Type="http://schemas.openxmlformats.org/officeDocument/2006/relationships/customXml" Target="../ink/ink560.xml"/><Relationship Id="rId143" Type="http://schemas.openxmlformats.org/officeDocument/2006/relationships/image" Target="../media/image534.png"/><Relationship Id="rId164" Type="http://schemas.openxmlformats.org/officeDocument/2006/relationships/customXml" Target="../ink/ink581.xml"/><Relationship Id="rId185" Type="http://schemas.openxmlformats.org/officeDocument/2006/relationships/image" Target="../media/image553.png"/><Relationship Id="rId9" Type="http://schemas.openxmlformats.org/officeDocument/2006/relationships/image" Target="../media/image477.png"/><Relationship Id="rId210" Type="http://schemas.openxmlformats.org/officeDocument/2006/relationships/image" Target="../media/image565.png"/><Relationship Id="rId26" Type="http://schemas.openxmlformats.org/officeDocument/2006/relationships/customXml" Target="../ink/ink505.xml"/><Relationship Id="rId231" Type="http://schemas.openxmlformats.org/officeDocument/2006/relationships/image" Target="../media/image575.png"/><Relationship Id="rId252" Type="http://schemas.openxmlformats.org/officeDocument/2006/relationships/customXml" Target="../ink/ink626.xml"/><Relationship Id="rId273" Type="http://schemas.openxmlformats.org/officeDocument/2006/relationships/image" Target="../media/image596.png"/><Relationship Id="rId294" Type="http://schemas.openxmlformats.org/officeDocument/2006/relationships/customXml" Target="../ink/ink647.xml"/><Relationship Id="rId308" Type="http://schemas.openxmlformats.org/officeDocument/2006/relationships/customXml" Target="../ink/ink654.xml"/><Relationship Id="rId47" Type="http://schemas.openxmlformats.org/officeDocument/2006/relationships/customXml" Target="../ink/ink522.xml"/><Relationship Id="rId68" Type="http://schemas.openxmlformats.org/officeDocument/2006/relationships/customXml" Target="../ink/ink533.xml"/><Relationship Id="rId89" Type="http://schemas.openxmlformats.org/officeDocument/2006/relationships/image" Target="../media/image508.png"/><Relationship Id="rId112" Type="http://schemas.openxmlformats.org/officeDocument/2006/relationships/customXml" Target="../ink/ink555.xml"/><Relationship Id="rId133" Type="http://schemas.openxmlformats.org/officeDocument/2006/relationships/image" Target="../media/image530.png"/><Relationship Id="rId154" Type="http://schemas.openxmlformats.org/officeDocument/2006/relationships/customXml" Target="../ink/ink576.xml"/><Relationship Id="rId175" Type="http://schemas.openxmlformats.org/officeDocument/2006/relationships/image" Target="../media/image548.png"/><Relationship Id="rId196" Type="http://schemas.openxmlformats.org/officeDocument/2006/relationships/customXml" Target="../ink/ink597.xml"/><Relationship Id="rId200" Type="http://schemas.openxmlformats.org/officeDocument/2006/relationships/customXml" Target="../ink/ink599.xml"/><Relationship Id="rId16" Type="http://schemas.openxmlformats.org/officeDocument/2006/relationships/customXml" Target="../ink/ink500.xml"/><Relationship Id="rId221" Type="http://schemas.openxmlformats.org/officeDocument/2006/relationships/customXml" Target="../ink/ink610.xml"/><Relationship Id="rId242" Type="http://schemas.openxmlformats.org/officeDocument/2006/relationships/customXml" Target="../ink/ink621.xml"/><Relationship Id="rId263" Type="http://schemas.openxmlformats.org/officeDocument/2006/relationships/image" Target="../media/image591.png"/><Relationship Id="rId284" Type="http://schemas.openxmlformats.org/officeDocument/2006/relationships/customXml" Target="../ink/ink642.xml"/><Relationship Id="rId319" Type="http://schemas.openxmlformats.org/officeDocument/2006/relationships/image" Target="../media/image619.png"/><Relationship Id="rId37" Type="http://schemas.openxmlformats.org/officeDocument/2006/relationships/customXml" Target="../ink/ink512.xml"/><Relationship Id="rId58" Type="http://schemas.openxmlformats.org/officeDocument/2006/relationships/customXml" Target="../ink/ink528.xml"/><Relationship Id="rId79" Type="http://schemas.openxmlformats.org/officeDocument/2006/relationships/image" Target="../media/image503.png"/><Relationship Id="rId102" Type="http://schemas.openxmlformats.org/officeDocument/2006/relationships/customXml" Target="../ink/ink550.xml"/><Relationship Id="rId123" Type="http://schemas.openxmlformats.org/officeDocument/2006/relationships/image" Target="../media/image525.png"/><Relationship Id="rId144" Type="http://schemas.openxmlformats.org/officeDocument/2006/relationships/customXml" Target="../ink/ink571.xml"/><Relationship Id="rId90" Type="http://schemas.openxmlformats.org/officeDocument/2006/relationships/customXml" Target="../ink/ink544.xml"/><Relationship Id="rId165" Type="http://schemas.openxmlformats.org/officeDocument/2006/relationships/image" Target="../media/image543.png"/><Relationship Id="rId186" Type="http://schemas.openxmlformats.org/officeDocument/2006/relationships/customXml" Target="../ink/ink592.xml"/><Relationship Id="rId211" Type="http://schemas.openxmlformats.org/officeDocument/2006/relationships/customXml" Target="../ink/ink605.xml"/><Relationship Id="rId232" Type="http://schemas.openxmlformats.org/officeDocument/2006/relationships/customXml" Target="../ink/ink616.xml"/><Relationship Id="rId253" Type="http://schemas.openxmlformats.org/officeDocument/2006/relationships/image" Target="../media/image586.png"/><Relationship Id="rId274" Type="http://schemas.openxmlformats.org/officeDocument/2006/relationships/customXml" Target="../ink/ink637.xml"/><Relationship Id="rId295" Type="http://schemas.openxmlformats.org/officeDocument/2006/relationships/image" Target="../media/image607.png"/><Relationship Id="rId309" Type="http://schemas.openxmlformats.org/officeDocument/2006/relationships/image" Target="../media/image614.png"/><Relationship Id="rId27" Type="http://schemas.openxmlformats.org/officeDocument/2006/relationships/image" Target="../media/image83.png"/><Relationship Id="rId48" Type="http://schemas.openxmlformats.org/officeDocument/2006/relationships/customXml" Target="../ink/ink523.xml"/><Relationship Id="rId69" Type="http://schemas.openxmlformats.org/officeDocument/2006/relationships/image" Target="../media/image498.png"/><Relationship Id="rId113" Type="http://schemas.openxmlformats.org/officeDocument/2006/relationships/image" Target="../media/image520.png"/><Relationship Id="rId134" Type="http://schemas.openxmlformats.org/officeDocument/2006/relationships/customXml" Target="../ink/ink566.xml"/><Relationship Id="rId320" Type="http://schemas.openxmlformats.org/officeDocument/2006/relationships/customXml" Target="../ink/ink660.xml"/><Relationship Id="rId80" Type="http://schemas.openxmlformats.org/officeDocument/2006/relationships/customXml" Target="../ink/ink539.xml"/><Relationship Id="rId155" Type="http://schemas.openxmlformats.org/officeDocument/2006/relationships/image" Target="../media/image538.png"/><Relationship Id="rId176" Type="http://schemas.openxmlformats.org/officeDocument/2006/relationships/customXml" Target="../ink/ink587.xml"/><Relationship Id="rId197" Type="http://schemas.openxmlformats.org/officeDocument/2006/relationships/image" Target="../media/image559.png"/><Relationship Id="rId201" Type="http://schemas.openxmlformats.org/officeDocument/2006/relationships/image" Target="../media/image561.png"/><Relationship Id="rId222" Type="http://schemas.openxmlformats.org/officeDocument/2006/relationships/image" Target="../media/image571.png"/><Relationship Id="rId243" Type="http://schemas.openxmlformats.org/officeDocument/2006/relationships/image" Target="../media/image581.png"/><Relationship Id="rId264" Type="http://schemas.openxmlformats.org/officeDocument/2006/relationships/customXml" Target="../ink/ink632.xml"/><Relationship Id="rId285" Type="http://schemas.openxmlformats.org/officeDocument/2006/relationships/image" Target="../media/image602.png"/><Relationship Id="rId17" Type="http://schemas.openxmlformats.org/officeDocument/2006/relationships/image" Target="../media/image481.png"/><Relationship Id="rId38" Type="http://schemas.openxmlformats.org/officeDocument/2006/relationships/customXml" Target="../ink/ink513.xml"/><Relationship Id="rId59" Type="http://schemas.openxmlformats.org/officeDocument/2006/relationships/image" Target="../media/image493.png"/><Relationship Id="rId103" Type="http://schemas.openxmlformats.org/officeDocument/2006/relationships/image" Target="../media/image515.png"/><Relationship Id="rId124" Type="http://schemas.openxmlformats.org/officeDocument/2006/relationships/customXml" Target="../ink/ink561.xml"/><Relationship Id="rId310" Type="http://schemas.openxmlformats.org/officeDocument/2006/relationships/customXml" Target="../ink/ink655.xml"/><Relationship Id="rId70" Type="http://schemas.openxmlformats.org/officeDocument/2006/relationships/customXml" Target="../ink/ink534.xml"/><Relationship Id="rId91" Type="http://schemas.openxmlformats.org/officeDocument/2006/relationships/image" Target="../media/image509.png"/><Relationship Id="rId145" Type="http://schemas.openxmlformats.org/officeDocument/2006/relationships/image" Target="../media/image138.png"/><Relationship Id="rId166" Type="http://schemas.openxmlformats.org/officeDocument/2006/relationships/customXml" Target="../ink/ink582.xml"/><Relationship Id="rId187" Type="http://schemas.openxmlformats.org/officeDocument/2006/relationships/image" Target="../media/image554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66.png"/><Relationship Id="rId233" Type="http://schemas.openxmlformats.org/officeDocument/2006/relationships/image" Target="../media/image576.png"/><Relationship Id="rId254" Type="http://schemas.openxmlformats.org/officeDocument/2006/relationships/customXml" Target="../ink/ink627.xml"/><Relationship Id="rId28" Type="http://schemas.openxmlformats.org/officeDocument/2006/relationships/customXml" Target="../ink/ink506.xml"/><Relationship Id="rId49" Type="http://schemas.openxmlformats.org/officeDocument/2006/relationships/image" Target="../media/image488.png"/><Relationship Id="rId114" Type="http://schemas.openxmlformats.org/officeDocument/2006/relationships/customXml" Target="../ink/ink556.xml"/><Relationship Id="rId275" Type="http://schemas.openxmlformats.org/officeDocument/2006/relationships/image" Target="../media/image597.png"/><Relationship Id="rId296" Type="http://schemas.openxmlformats.org/officeDocument/2006/relationships/customXml" Target="../ink/ink648.xml"/><Relationship Id="rId300" Type="http://schemas.openxmlformats.org/officeDocument/2006/relationships/customXml" Target="../ink/ink650.xml"/><Relationship Id="rId60" Type="http://schemas.openxmlformats.org/officeDocument/2006/relationships/customXml" Target="../ink/ink529.xml"/><Relationship Id="rId81" Type="http://schemas.openxmlformats.org/officeDocument/2006/relationships/image" Target="../media/image504.png"/><Relationship Id="rId135" Type="http://schemas.openxmlformats.org/officeDocument/2006/relationships/image" Target="../media/image531.png"/><Relationship Id="rId156" Type="http://schemas.openxmlformats.org/officeDocument/2006/relationships/customXml" Target="../ink/ink577.xml"/><Relationship Id="rId177" Type="http://schemas.openxmlformats.org/officeDocument/2006/relationships/image" Target="../media/image549.png"/><Relationship Id="rId198" Type="http://schemas.openxmlformats.org/officeDocument/2006/relationships/customXml" Target="../ink/ink598.xml"/><Relationship Id="rId321" Type="http://schemas.openxmlformats.org/officeDocument/2006/relationships/image" Target="../media/image620.png"/><Relationship Id="rId202" Type="http://schemas.openxmlformats.org/officeDocument/2006/relationships/customXml" Target="../ink/ink600.xml"/><Relationship Id="rId223" Type="http://schemas.openxmlformats.org/officeDocument/2006/relationships/customXml" Target="../ink/ink611.xml"/><Relationship Id="rId244" Type="http://schemas.openxmlformats.org/officeDocument/2006/relationships/customXml" Target="../ink/ink622.xml"/><Relationship Id="rId18" Type="http://schemas.openxmlformats.org/officeDocument/2006/relationships/customXml" Target="../ink/ink501.xml"/><Relationship Id="rId39" Type="http://schemas.openxmlformats.org/officeDocument/2006/relationships/customXml" Target="../ink/ink514.xml"/><Relationship Id="rId265" Type="http://schemas.openxmlformats.org/officeDocument/2006/relationships/image" Target="../media/image592.png"/><Relationship Id="rId286" Type="http://schemas.openxmlformats.org/officeDocument/2006/relationships/customXml" Target="../ink/ink643.xml"/><Relationship Id="rId50" Type="http://schemas.openxmlformats.org/officeDocument/2006/relationships/customXml" Target="../ink/ink524.xml"/><Relationship Id="rId104" Type="http://schemas.openxmlformats.org/officeDocument/2006/relationships/customXml" Target="../ink/ink551.xml"/><Relationship Id="rId125" Type="http://schemas.openxmlformats.org/officeDocument/2006/relationships/image" Target="../media/image526.png"/><Relationship Id="rId146" Type="http://schemas.openxmlformats.org/officeDocument/2006/relationships/customXml" Target="../ink/ink572.xml"/><Relationship Id="rId167" Type="http://schemas.openxmlformats.org/officeDocument/2006/relationships/image" Target="../media/image544.png"/><Relationship Id="rId188" Type="http://schemas.openxmlformats.org/officeDocument/2006/relationships/customXml" Target="../ink/ink593.xml"/><Relationship Id="rId311" Type="http://schemas.openxmlformats.org/officeDocument/2006/relationships/image" Target="../media/image615.png"/><Relationship Id="rId71" Type="http://schemas.openxmlformats.org/officeDocument/2006/relationships/image" Target="../media/image499.png"/><Relationship Id="rId92" Type="http://schemas.openxmlformats.org/officeDocument/2006/relationships/customXml" Target="../ink/ink545.xml"/><Relationship Id="rId213" Type="http://schemas.openxmlformats.org/officeDocument/2006/relationships/customXml" Target="../ink/ink606.xml"/><Relationship Id="rId234" Type="http://schemas.openxmlformats.org/officeDocument/2006/relationships/customXml" Target="../ink/ink617.xml"/><Relationship Id="rId2" Type="http://schemas.openxmlformats.org/officeDocument/2006/relationships/customXml" Target="../ink/ink493.xml"/><Relationship Id="rId29" Type="http://schemas.openxmlformats.org/officeDocument/2006/relationships/image" Target="../media/image485.png"/><Relationship Id="rId255" Type="http://schemas.openxmlformats.org/officeDocument/2006/relationships/image" Target="../media/image587.png"/><Relationship Id="rId276" Type="http://schemas.openxmlformats.org/officeDocument/2006/relationships/customXml" Target="../ink/ink638.xml"/><Relationship Id="rId297" Type="http://schemas.openxmlformats.org/officeDocument/2006/relationships/image" Target="../media/image608.png"/><Relationship Id="rId40" Type="http://schemas.openxmlformats.org/officeDocument/2006/relationships/customXml" Target="../ink/ink515.xml"/><Relationship Id="rId115" Type="http://schemas.openxmlformats.org/officeDocument/2006/relationships/image" Target="../media/image521.png"/><Relationship Id="rId136" Type="http://schemas.openxmlformats.org/officeDocument/2006/relationships/customXml" Target="../ink/ink567.xml"/><Relationship Id="rId157" Type="http://schemas.openxmlformats.org/officeDocument/2006/relationships/image" Target="../media/image539.png"/><Relationship Id="rId178" Type="http://schemas.openxmlformats.org/officeDocument/2006/relationships/customXml" Target="../ink/ink588.xml"/><Relationship Id="rId301" Type="http://schemas.openxmlformats.org/officeDocument/2006/relationships/image" Target="../media/image610.png"/><Relationship Id="rId322" Type="http://schemas.openxmlformats.org/officeDocument/2006/relationships/customXml" Target="../ink/ink661.xml"/><Relationship Id="rId61" Type="http://schemas.openxmlformats.org/officeDocument/2006/relationships/image" Target="../media/image494.png"/><Relationship Id="rId82" Type="http://schemas.openxmlformats.org/officeDocument/2006/relationships/customXml" Target="../ink/ink540.xml"/><Relationship Id="rId199" Type="http://schemas.openxmlformats.org/officeDocument/2006/relationships/image" Target="../media/image560.png"/><Relationship Id="rId203" Type="http://schemas.openxmlformats.org/officeDocument/2006/relationships/image" Target="../media/image562.png"/><Relationship Id="rId19" Type="http://schemas.openxmlformats.org/officeDocument/2006/relationships/image" Target="../media/image482.png"/><Relationship Id="rId224" Type="http://schemas.openxmlformats.org/officeDocument/2006/relationships/customXml" Target="../ink/ink612.xml"/><Relationship Id="rId245" Type="http://schemas.openxmlformats.org/officeDocument/2006/relationships/image" Target="../media/image582.png"/><Relationship Id="rId266" Type="http://schemas.openxmlformats.org/officeDocument/2006/relationships/customXml" Target="../ink/ink633.xml"/><Relationship Id="rId287" Type="http://schemas.openxmlformats.org/officeDocument/2006/relationships/image" Target="../media/image603.png"/><Relationship Id="rId30" Type="http://schemas.openxmlformats.org/officeDocument/2006/relationships/customXml" Target="../ink/ink507.xml"/><Relationship Id="rId105" Type="http://schemas.openxmlformats.org/officeDocument/2006/relationships/image" Target="../media/image516.png"/><Relationship Id="rId126" Type="http://schemas.openxmlformats.org/officeDocument/2006/relationships/customXml" Target="../ink/ink562.xml"/><Relationship Id="rId147" Type="http://schemas.openxmlformats.org/officeDocument/2006/relationships/image" Target="../media/image242.png"/><Relationship Id="rId168" Type="http://schemas.openxmlformats.org/officeDocument/2006/relationships/customXml" Target="../ink/ink583.xml"/><Relationship Id="rId312" Type="http://schemas.openxmlformats.org/officeDocument/2006/relationships/customXml" Target="../ink/ink656.xml"/><Relationship Id="rId51" Type="http://schemas.openxmlformats.org/officeDocument/2006/relationships/image" Target="../media/image489.png"/><Relationship Id="rId72" Type="http://schemas.openxmlformats.org/officeDocument/2006/relationships/customXml" Target="../ink/ink535.xml"/><Relationship Id="rId93" Type="http://schemas.openxmlformats.org/officeDocument/2006/relationships/image" Target="../media/image510.png"/><Relationship Id="rId189" Type="http://schemas.openxmlformats.org/officeDocument/2006/relationships/image" Target="../media/image555.png"/><Relationship Id="rId3" Type="http://schemas.openxmlformats.org/officeDocument/2006/relationships/image" Target="../media/image234.png"/><Relationship Id="rId214" Type="http://schemas.openxmlformats.org/officeDocument/2006/relationships/image" Target="../media/image567.png"/><Relationship Id="rId235" Type="http://schemas.openxmlformats.org/officeDocument/2006/relationships/image" Target="../media/image577.png"/><Relationship Id="rId256" Type="http://schemas.openxmlformats.org/officeDocument/2006/relationships/customXml" Target="../ink/ink628.xml"/><Relationship Id="rId277" Type="http://schemas.openxmlformats.org/officeDocument/2006/relationships/image" Target="../media/image598.png"/><Relationship Id="rId298" Type="http://schemas.openxmlformats.org/officeDocument/2006/relationships/customXml" Target="../ink/ink649.xml"/><Relationship Id="rId116" Type="http://schemas.openxmlformats.org/officeDocument/2006/relationships/customXml" Target="../ink/ink557.xml"/><Relationship Id="rId137" Type="http://schemas.openxmlformats.org/officeDocument/2006/relationships/image" Target="../media/image532.png"/><Relationship Id="rId158" Type="http://schemas.openxmlformats.org/officeDocument/2006/relationships/customXml" Target="../ink/ink578.xml"/><Relationship Id="rId302" Type="http://schemas.openxmlformats.org/officeDocument/2006/relationships/customXml" Target="../ink/ink651.xml"/><Relationship Id="rId323" Type="http://schemas.openxmlformats.org/officeDocument/2006/relationships/image" Target="../media/image621.png"/><Relationship Id="rId20" Type="http://schemas.openxmlformats.org/officeDocument/2006/relationships/customXml" Target="../ink/ink502.xml"/><Relationship Id="rId41" Type="http://schemas.openxmlformats.org/officeDocument/2006/relationships/customXml" Target="../ink/ink516.xml"/><Relationship Id="rId62" Type="http://schemas.openxmlformats.org/officeDocument/2006/relationships/customXml" Target="../ink/ink530.xml"/><Relationship Id="rId83" Type="http://schemas.openxmlformats.org/officeDocument/2006/relationships/image" Target="../media/image505.png"/><Relationship Id="rId179" Type="http://schemas.openxmlformats.org/officeDocument/2006/relationships/image" Target="../media/image550.png"/><Relationship Id="rId190" Type="http://schemas.openxmlformats.org/officeDocument/2006/relationships/customXml" Target="../ink/ink594.xml"/><Relationship Id="rId204" Type="http://schemas.openxmlformats.org/officeDocument/2006/relationships/customXml" Target="../ink/ink601.xml"/><Relationship Id="rId225" Type="http://schemas.openxmlformats.org/officeDocument/2006/relationships/image" Target="../media/image572.png"/><Relationship Id="rId246" Type="http://schemas.openxmlformats.org/officeDocument/2006/relationships/customXml" Target="../ink/ink623.xml"/><Relationship Id="rId267" Type="http://schemas.openxmlformats.org/officeDocument/2006/relationships/image" Target="../media/image593.png"/><Relationship Id="rId288" Type="http://schemas.openxmlformats.org/officeDocument/2006/relationships/customXml" Target="../ink/ink644.xml"/><Relationship Id="rId106" Type="http://schemas.openxmlformats.org/officeDocument/2006/relationships/customXml" Target="../ink/ink552.xml"/><Relationship Id="rId127" Type="http://schemas.openxmlformats.org/officeDocument/2006/relationships/image" Target="../media/image527.png"/><Relationship Id="rId313" Type="http://schemas.openxmlformats.org/officeDocument/2006/relationships/image" Target="../media/image616.png"/><Relationship Id="rId10" Type="http://schemas.openxmlformats.org/officeDocument/2006/relationships/customXml" Target="../ink/ink497.xml"/><Relationship Id="rId31" Type="http://schemas.openxmlformats.org/officeDocument/2006/relationships/image" Target="../media/image486.png"/><Relationship Id="rId52" Type="http://schemas.openxmlformats.org/officeDocument/2006/relationships/customXml" Target="../ink/ink525.xml"/><Relationship Id="rId73" Type="http://schemas.openxmlformats.org/officeDocument/2006/relationships/image" Target="../media/image500.png"/><Relationship Id="rId94" Type="http://schemas.openxmlformats.org/officeDocument/2006/relationships/customXml" Target="../ink/ink546.xml"/><Relationship Id="rId148" Type="http://schemas.openxmlformats.org/officeDocument/2006/relationships/customXml" Target="../ink/ink573.xml"/><Relationship Id="rId169" Type="http://schemas.openxmlformats.org/officeDocument/2006/relationships/image" Target="../media/image545.png"/><Relationship Id="rId4" Type="http://schemas.openxmlformats.org/officeDocument/2006/relationships/customXml" Target="../ink/ink494.xml"/><Relationship Id="rId180" Type="http://schemas.openxmlformats.org/officeDocument/2006/relationships/customXml" Target="../ink/ink589.xml"/><Relationship Id="rId215" Type="http://schemas.openxmlformats.org/officeDocument/2006/relationships/customXml" Target="../ink/ink607.xml"/><Relationship Id="rId236" Type="http://schemas.openxmlformats.org/officeDocument/2006/relationships/customXml" Target="../ink/ink618.xml"/><Relationship Id="rId257" Type="http://schemas.openxmlformats.org/officeDocument/2006/relationships/image" Target="../media/image588.png"/><Relationship Id="rId278" Type="http://schemas.openxmlformats.org/officeDocument/2006/relationships/customXml" Target="../ink/ink639.xml"/><Relationship Id="rId303" Type="http://schemas.openxmlformats.org/officeDocument/2006/relationships/image" Target="../media/image611.png"/><Relationship Id="rId42" Type="http://schemas.openxmlformats.org/officeDocument/2006/relationships/customXml" Target="../ink/ink517.xml"/><Relationship Id="rId84" Type="http://schemas.openxmlformats.org/officeDocument/2006/relationships/customXml" Target="../ink/ink541.xml"/><Relationship Id="rId138" Type="http://schemas.openxmlformats.org/officeDocument/2006/relationships/customXml" Target="../ink/ink568.xml"/><Relationship Id="rId191" Type="http://schemas.openxmlformats.org/officeDocument/2006/relationships/image" Target="../media/image556.png"/><Relationship Id="rId205" Type="http://schemas.openxmlformats.org/officeDocument/2006/relationships/image" Target="../media/image563.png"/><Relationship Id="rId247" Type="http://schemas.openxmlformats.org/officeDocument/2006/relationships/image" Target="../media/image583.png"/><Relationship Id="rId107" Type="http://schemas.openxmlformats.org/officeDocument/2006/relationships/image" Target="../media/image517.png"/><Relationship Id="rId289" Type="http://schemas.openxmlformats.org/officeDocument/2006/relationships/image" Target="../media/image604.png"/><Relationship Id="rId11" Type="http://schemas.openxmlformats.org/officeDocument/2006/relationships/image" Target="../media/image478.png"/><Relationship Id="rId53" Type="http://schemas.openxmlformats.org/officeDocument/2006/relationships/image" Target="../media/image490.png"/><Relationship Id="rId149" Type="http://schemas.openxmlformats.org/officeDocument/2006/relationships/image" Target="../media/image535.png"/><Relationship Id="rId314" Type="http://schemas.openxmlformats.org/officeDocument/2006/relationships/customXml" Target="../ink/ink657.xml"/><Relationship Id="rId95" Type="http://schemas.openxmlformats.org/officeDocument/2006/relationships/image" Target="../media/image511.png"/><Relationship Id="rId160" Type="http://schemas.openxmlformats.org/officeDocument/2006/relationships/customXml" Target="../ink/ink579.xml"/><Relationship Id="rId216" Type="http://schemas.openxmlformats.org/officeDocument/2006/relationships/image" Target="../media/image568.png"/><Relationship Id="rId258" Type="http://schemas.openxmlformats.org/officeDocument/2006/relationships/customXml" Target="../ink/ink629.xml"/><Relationship Id="rId22" Type="http://schemas.openxmlformats.org/officeDocument/2006/relationships/customXml" Target="../ink/ink503.xml"/><Relationship Id="rId64" Type="http://schemas.openxmlformats.org/officeDocument/2006/relationships/customXml" Target="../ink/ink531.xml"/><Relationship Id="rId118" Type="http://schemas.openxmlformats.org/officeDocument/2006/relationships/customXml" Target="../ink/ink558.xml"/><Relationship Id="rId325" Type="http://schemas.openxmlformats.org/officeDocument/2006/relationships/image" Target="../media/image171.png"/><Relationship Id="rId171" Type="http://schemas.openxmlformats.org/officeDocument/2006/relationships/image" Target="../media/image546.png"/><Relationship Id="rId227" Type="http://schemas.openxmlformats.org/officeDocument/2006/relationships/image" Target="../media/image573.png"/><Relationship Id="rId269" Type="http://schemas.openxmlformats.org/officeDocument/2006/relationships/image" Target="../media/image594.png"/><Relationship Id="rId33" Type="http://schemas.openxmlformats.org/officeDocument/2006/relationships/image" Target="../media/image487.png"/><Relationship Id="rId129" Type="http://schemas.openxmlformats.org/officeDocument/2006/relationships/image" Target="../media/image528.png"/><Relationship Id="rId280" Type="http://schemas.openxmlformats.org/officeDocument/2006/relationships/customXml" Target="../ink/ink640.xml"/><Relationship Id="rId75" Type="http://schemas.openxmlformats.org/officeDocument/2006/relationships/image" Target="../media/image501.png"/><Relationship Id="rId140" Type="http://schemas.openxmlformats.org/officeDocument/2006/relationships/customXml" Target="../ink/ink569.xml"/><Relationship Id="rId182" Type="http://schemas.openxmlformats.org/officeDocument/2006/relationships/customXml" Target="../ink/ink590.xml"/><Relationship Id="rId6" Type="http://schemas.openxmlformats.org/officeDocument/2006/relationships/customXml" Target="../ink/ink495.xml"/><Relationship Id="rId238" Type="http://schemas.openxmlformats.org/officeDocument/2006/relationships/customXml" Target="../ink/ink619.xml"/><Relationship Id="rId291" Type="http://schemas.openxmlformats.org/officeDocument/2006/relationships/image" Target="../media/image605.png"/><Relationship Id="rId305" Type="http://schemas.openxmlformats.org/officeDocument/2006/relationships/image" Target="../media/image612.png"/><Relationship Id="rId44" Type="http://schemas.openxmlformats.org/officeDocument/2006/relationships/customXml" Target="../ink/ink519.xml"/><Relationship Id="rId86" Type="http://schemas.openxmlformats.org/officeDocument/2006/relationships/customXml" Target="../ink/ink542.xml"/><Relationship Id="rId151" Type="http://schemas.openxmlformats.org/officeDocument/2006/relationships/image" Target="../media/image536.png"/><Relationship Id="rId193" Type="http://schemas.openxmlformats.org/officeDocument/2006/relationships/image" Target="../media/image557.png"/><Relationship Id="rId207" Type="http://schemas.openxmlformats.org/officeDocument/2006/relationships/image" Target="../media/image564.png"/><Relationship Id="rId249" Type="http://schemas.openxmlformats.org/officeDocument/2006/relationships/image" Target="../media/image584.png"/><Relationship Id="rId13" Type="http://schemas.openxmlformats.org/officeDocument/2006/relationships/image" Target="../media/image479.png"/><Relationship Id="rId109" Type="http://schemas.openxmlformats.org/officeDocument/2006/relationships/image" Target="../media/image518.png"/><Relationship Id="rId260" Type="http://schemas.openxmlformats.org/officeDocument/2006/relationships/customXml" Target="../ink/ink630.xml"/><Relationship Id="rId316" Type="http://schemas.openxmlformats.org/officeDocument/2006/relationships/customXml" Target="../ink/ink658.xml"/><Relationship Id="rId55" Type="http://schemas.openxmlformats.org/officeDocument/2006/relationships/image" Target="../media/image491.png"/><Relationship Id="rId97" Type="http://schemas.openxmlformats.org/officeDocument/2006/relationships/image" Target="../media/image512.png"/><Relationship Id="rId120" Type="http://schemas.openxmlformats.org/officeDocument/2006/relationships/customXml" Target="../ink/ink5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69.xml"/><Relationship Id="rId18" Type="http://schemas.openxmlformats.org/officeDocument/2006/relationships/image" Target="../media/image897.png"/><Relationship Id="rId26" Type="http://schemas.openxmlformats.org/officeDocument/2006/relationships/image" Target="../media/image900.png"/><Relationship Id="rId39" Type="http://schemas.openxmlformats.org/officeDocument/2006/relationships/customXml" Target="../ink/ink682.xml"/><Relationship Id="rId21" Type="http://schemas.openxmlformats.org/officeDocument/2006/relationships/customXml" Target="../ink/ink673.xml"/><Relationship Id="rId34" Type="http://schemas.openxmlformats.org/officeDocument/2006/relationships/image" Target="../media/image904.png"/><Relationship Id="rId42" Type="http://schemas.openxmlformats.org/officeDocument/2006/relationships/image" Target="../media/image908.png"/><Relationship Id="rId47" Type="http://schemas.openxmlformats.org/officeDocument/2006/relationships/customXml" Target="../ink/ink686.xml"/><Relationship Id="rId50" Type="http://schemas.openxmlformats.org/officeDocument/2006/relationships/image" Target="../media/image912.png"/><Relationship Id="rId55" Type="http://schemas.openxmlformats.org/officeDocument/2006/relationships/customXml" Target="../ink/ink690.xml"/><Relationship Id="rId7" Type="http://schemas.openxmlformats.org/officeDocument/2006/relationships/customXml" Target="../ink/ink666.xml"/><Relationship Id="rId2" Type="http://schemas.openxmlformats.org/officeDocument/2006/relationships/customXml" Target="../ink/ink664.xml"/><Relationship Id="rId16" Type="http://schemas.openxmlformats.org/officeDocument/2006/relationships/image" Target="../media/image896.png"/><Relationship Id="rId29" Type="http://schemas.openxmlformats.org/officeDocument/2006/relationships/customXml" Target="../ink/ink677.xml"/><Relationship Id="rId11" Type="http://schemas.openxmlformats.org/officeDocument/2006/relationships/customXml" Target="../ink/ink668.xml"/><Relationship Id="rId24" Type="http://schemas.openxmlformats.org/officeDocument/2006/relationships/image" Target="../media/image899.png"/><Relationship Id="rId32" Type="http://schemas.openxmlformats.org/officeDocument/2006/relationships/image" Target="../media/image903.png"/><Relationship Id="rId37" Type="http://schemas.openxmlformats.org/officeDocument/2006/relationships/customXml" Target="../ink/ink681.xml"/><Relationship Id="rId40" Type="http://schemas.openxmlformats.org/officeDocument/2006/relationships/image" Target="../media/image907.png"/><Relationship Id="rId45" Type="http://schemas.openxmlformats.org/officeDocument/2006/relationships/customXml" Target="../ink/ink685.xml"/><Relationship Id="rId53" Type="http://schemas.openxmlformats.org/officeDocument/2006/relationships/customXml" Target="../ink/ink689.xml"/><Relationship Id="rId58" Type="http://schemas.openxmlformats.org/officeDocument/2006/relationships/image" Target="../media/image916.png"/><Relationship Id="rId5" Type="http://schemas.openxmlformats.org/officeDocument/2006/relationships/customXml" Target="../ink/ink665.xml"/><Relationship Id="rId61" Type="http://schemas.openxmlformats.org/officeDocument/2006/relationships/image" Target="../media/image623.png"/><Relationship Id="rId19" Type="http://schemas.openxmlformats.org/officeDocument/2006/relationships/customXml" Target="../ink/ink672.xml"/><Relationship Id="rId4" Type="http://schemas.openxmlformats.org/officeDocument/2006/relationships/image" Target="../media/image891.png"/><Relationship Id="rId9" Type="http://schemas.openxmlformats.org/officeDocument/2006/relationships/customXml" Target="../ink/ink667.xml"/><Relationship Id="rId14" Type="http://schemas.openxmlformats.org/officeDocument/2006/relationships/image" Target="../media/image895.png"/><Relationship Id="rId22" Type="http://schemas.openxmlformats.org/officeDocument/2006/relationships/image" Target="../media/image898.png"/><Relationship Id="rId27" Type="http://schemas.openxmlformats.org/officeDocument/2006/relationships/customXml" Target="../ink/ink676.xml"/><Relationship Id="rId30" Type="http://schemas.openxmlformats.org/officeDocument/2006/relationships/image" Target="../media/image902.png"/><Relationship Id="rId35" Type="http://schemas.openxmlformats.org/officeDocument/2006/relationships/customXml" Target="../ink/ink680.xml"/><Relationship Id="rId43" Type="http://schemas.openxmlformats.org/officeDocument/2006/relationships/customXml" Target="../ink/ink684.xml"/><Relationship Id="rId48" Type="http://schemas.openxmlformats.org/officeDocument/2006/relationships/image" Target="../media/image911.png"/><Relationship Id="rId56" Type="http://schemas.openxmlformats.org/officeDocument/2006/relationships/image" Target="../media/image915.png"/><Relationship Id="rId8" Type="http://schemas.openxmlformats.org/officeDocument/2006/relationships/image" Target="../media/image548.png"/><Relationship Id="rId51" Type="http://schemas.openxmlformats.org/officeDocument/2006/relationships/customXml" Target="../ink/ink688.xml"/><Relationship Id="rId12" Type="http://schemas.openxmlformats.org/officeDocument/2006/relationships/image" Target="../media/image894.png"/><Relationship Id="rId17" Type="http://schemas.openxmlformats.org/officeDocument/2006/relationships/customXml" Target="../ink/ink671.xml"/><Relationship Id="rId25" Type="http://schemas.openxmlformats.org/officeDocument/2006/relationships/customXml" Target="../ink/ink675.xml"/><Relationship Id="rId33" Type="http://schemas.openxmlformats.org/officeDocument/2006/relationships/customXml" Target="../ink/ink679.xml"/><Relationship Id="rId38" Type="http://schemas.openxmlformats.org/officeDocument/2006/relationships/image" Target="../media/image906.png"/><Relationship Id="rId46" Type="http://schemas.openxmlformats.org/officeDocument/2006/relationships/image" Target="../media/image910.png"/><Relationship Id="rId59" Type="http://schemas.openxmlformats.org/officeDocument/2006/relationships/customXml" Target="../ink/ink692.xml"/><Relationship Id="rId20" Type="http://schemas.openxmlformats.org/officeDocument/2006/relationships/image" Target="../media/image260.png"/><Relationship Id="rId41" Type="http://schemas.openxmlformats.org/officeDocument/2006/relationships/customXml" Target="../ink/ink683.xml"/><Relationship Id="rId54" Type="http://schemas.openxmlformats.org/officeDocument/2006/relationships/image" Target="../media/image9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2.png"/><Relationship Id="rId15" Type="http://schemas.openxmlformats.org/officeDocument/2006/relationships/customXml" Target="../ink/ink670.xml"/><Relationship Id="rId23" Type="http://schemas.openxmlformats.org/officeDocument/2006/relationships/customXml" Target="../ink/ink674.xml"/><Relationship Id="rId28" Type="http://schemas.openxmlformats.org/officeDocument/2006/relationships/image" Target="../media/image901.png"/><Relationship Id="rId36" Type="http://schemas.openxmlformats.org/officeDocument/2006/relationships/image" Target="../media/image905.png"/><Relationship Id="rId49" Type="http://schemas.openxmlformats.org/officeDocument/2006/relationships/customXml" Target="../ink/ink687.xml"/><Relationship Id="rId57" Type="http://schemas.openxmlformats.org/officeDocument/2006/relationships/customXml" Target="../ink/ink691.xml"/><Relationship Id="rId10" Type="http://schemas.openxmlformats.org/officeDocument/2006/relationships/image" Target="../media/image893.png"/><Relationship Id="rId31" Type="http://schemas.openxmlformats.org/officeDocument/2006/relationships/customXml" Target="../ink/ink678.xml"/><Relationship Id="rId44" Type="http://schemas.openxmlformats.org/officeDocument/2006/relationships/image" Target="../media/image909.png"/><Relationship Id="rId52" Type="http://schemas.openxmlformats.org/officeDocument/2006/relationships/image" Target="../media/image913.png"/><Relationship Id="rId60" Type="http://schemas.openxmlformats.org/officeDocument/2006/relationships/image" Target="../media/image1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5.png"/><Relationship Id="rId2" Type="http://schemas.openxmlformats.org/officeDocument/2006/relationships/image" Target="../media/image6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1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5.png"/><Relationship Id="rId3" Type="http://schemas.openxmlformats.org/officeDocument/2006/relationships/customXml" Target="../ink/ink693.xml"/><Relationship Id="rId7" Type="http://schemas.openxmlformats.org/officeDocument/2006/relationships/customXml" Target="../ink/ink695.xml"/><Relationship Id="rId2" Type="http://schemas.openxmlformats.org/officeDocument/2006/relationships/image" Target="../media/image6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4.png"/><Relationship Id="rId5" Type="http://schemas.openxmlformats.org/officeDocument/2006/relationships/customXml" Target="../ink/ink694.xml"/><Relationship Id="rId4" Type="http://schemas.openxmlformats.org/officeDocument/2006/relationships/image" Target="../media/image6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0E15B6-E302-20F6-6E14-50CBFDBC6CB3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MODULE LIBRARY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A36C7-A3A1-EAFF-BBDF-4CFB705526AF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모듈 라이브러리 사용법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102A2-0797-C817-60D7-636866149E64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vfile/lib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모듈을 블록으로 만들어 둠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복사해서 붙이고 연결선으로 와이어를 이어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모듈 구성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5061F78-058E-22D2-9FC2-97D169E28DE9}"/>
              </a:ext>
            </a:extLst>
          </p:cNvPr>
          <p:cNvSpPr/>
          <p:nvPr/>
        </p:nvSpPr>
        <p:spPr>
          <a:xfrm>
            <a:off x="431799" y="1269999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1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C149C-4969-9733-FD18-6FC20ECD35B6}"/>
              </a:ext>
            </a:extLst>
          </p:cNvPr>
          <p:cNvSpPr txBox="1"/>
          <p:nvPr/>
        </p:nvSpPr>
        <p:spPr>
          <a:xfrm>
            <a:off x="914401" y="12827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모듈 가져오기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EDB83-1486-E053-9EAD-CA38A2E78A10}"/>
              </a:ext>
            </a:extLst>
          </p:cNvPr>
          <p:cNvSpPr txBox="1"/>
          <p:nvPr/>
        </p:nvSpPr>
        <p:spPr>
          <a:xfrm>
            <a:off x="2540000" y="12954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2~4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번 슬라이드에서 필요한 블록 클릭 →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Ctrl+C →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작업 슬라이드에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Ctrl+V.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블록은 그룹이라 한 번에 움직임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. Ctrl+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드래그로 복제도 가능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B364D7E-75BF-1657-5A94-A42150CB0CA0}"/>
              </a:ext>
            </a:extLst>
          </p:cNvPr>
          <p:cNvSpPr/>
          <p:nvPr/>
        </p:nvSpPr>
        <p:spPr>
          <a:xfrm>
            <a:off x="431799" y="2057400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2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AB286-5F59-720A-053D-8E76E816D365}"/>
              </a:ext>
            </a:extLst>
          </p:cNvPr>
          <p:cNvSpPr txBox="1"/>
          <p:nvPr/>
        </p:nvSpPr>
        <p:spPr>
          <a:xfrm>
            <a:off x="914401" y="20701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와이어 연결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34C80-10B8-88E5-0A93-2CA31E4922AF}"/>
              </a:ext>
            </a:extLst>
          </p:cNvPr>
          <p:cNvSpPr txBox="1"/>
          <p:nvPr/>
        </p:nvSpPr>
        <p:spPr>
          <a:xfrm>
            <a:off x="2540000" y="2082801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삽입 → 도형 → 선 →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"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연결선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꺾임 화살표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" →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출력 핀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초록 □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에서 입력 핀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파랑 □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으로 드래그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핀에 회색 점이 뜰 때 놓으면 붙음 → 블록을 옮겨도 선이 따라옴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046ABA1-1956-90FC-6849-3FBA73A6CA3F}"/>
              </a:ext>
            </a:extLst>
          </p:cNvPr>
          <p:cNvSpPr/>
          <p:nvPr/>
        </p:nvSpPr>
        <p:spPr>
          <a:xfrm>
            <a:off x="431799" y="2844799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3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B9FB5-456C-AB08-C70B-0059AD7EF396}"/>
              </a:ext>
            </a:extLst>
          </p:cNvPr>
          <p:cNvSpPr txBox="1"/>
          <p:nvPr/>
        </p:nvSpPr>
        <p:spPr>
          <a:xfrm>
            <a:off x="914401" y="28575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이름 바꾸기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9E546-915F-EDEA-D633-71A6B3858E5F}"/>
              </a:ext>
            </a:extLst>
          </p:cNvPr>
          <p:cNvSpPr txBox="1"/>
          <p:nvPr/>
        </p:nvSpPr>
        <p:spPr>
          <a:xfrm>
            <a:off x="2540000" y="2870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인스턴스 이름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(U_?)·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포트 이름은 블록 클릭 → 글자를 한 번 더 클릭해서 수정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1B5228D-37ED-976C-683E-B5B2AFDCA8F4}"/>
              </a:ext>
            </a:extLst>
          </p:cNvPr>
          <p:cNvSpPr/>
          <p:nvPr/>
        </p:nvSpPr>
        <p:spPr>
          <a:xfrm>
            <a:off x="431799" y="3632200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4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9BD648-CD9A-7093-AD9B-7C4C6ECC27C0}"/>
              </a:ext>
            </a:extLst>
          </p:cNvPr>
          <p:cNvSpPr txBox="1"/>
          <p:nvPr/>
        </p:nvSpPr>
        <p:spPr>
          <a:xfrm>
            <a:off x="914401" y="36449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버스 </a:t>
            </a:r>
            <a:r>
              <a:rPr lang="en-US" altLang="ko-KR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/ 1</a:t>
            </a:r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C55B6-9CD2-74BB-FBCE-6D7245A9A51D}"/>
              </a:ext>
            </a:extLst>
          </p:cNvPr>
          <p:cNvSpPr txBox="1"/>
          <p:nvPr/>
        </p:nvSpPr>
        <p:spPr>
          <a:xfrm>
            <a:off x="2540000" y="3657601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버스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여러 비트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는 굵은 남색 선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2.5pt, 1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비트는 얇은 회색 선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1.25pt.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서식 복사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(Ctrl+Shift+C/V)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로 같은 모양 적용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3C2D1A9-E614-33C6-21DE-C58580A284AF}"/>
              </a:ext>
            </a:extLst>
          </p:cNvPr>
          <p:cNvSpPr/>
          <p:nvPr/>
        </p:nvSpPr>
        <p:spPr>
          <a:xfrm>
            <a:off x="431799" y="4419599"/>
            <a:ext cx="330201" cy="330201"/>
          </a:xfrm>
          <a:prstGeom prst="ellipse">
            <a:avLst/>
          </a:prstGeom>
          <a:solidFill>
            <a:srgbClr val="3730A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>
                <a:latin typeface="Malgun Gothic" panose="020B0503020000020004" pitchFamily="50" charset="-127"/>
              </a:rPr>
              <a:t>5</a:t>
            </a:r>
            <a:endParaRPr lang="ko-KR" altLang="en-US" sz="1100" b="1"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74FA17-F3A0-06BF-1873-EB839D15BDAF}"/>
              </a:ext>
            </a:extLst>
          </p:cNvPr>
          <p:cNvSpPr txBox="1"/>
          <p:nvPr/>
        </p:nvSpPr>
        <p:spPr>
          <a:xfrm>
            <a:off x="914401" y="4432301"/>
            <a:ext cx="19050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예시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BB73-54A4-BA8A-DB62-F09A53791827}"/>
              </a:ext>
            </a:extLst>
          </p:cNvPr>
          <p:cNvSpPr txBox="1"/>
          <p:nvPr/>
        </p:nvSpPr>
        <p:spPr>
          <a:xfrm>
            <a:off x="2540000" y="44450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번 슬라이드 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= top_adder_fnd_8bit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를 실제로 연결해 둔 예</a:t>
            </a:r>
            <a:r>
              <a:rPr lang="en-US" altLang="ko-KR" sz="1051">
                <a:solidFill>
                  <a:srgbClr val="374151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51">
                <a:solidFill>
                  <a:srgbClr val="374151"/>
                </a:solidFill>
                <a:latin typeface="Malgun Gothic" panose="020B0503020000020004" pitchFamily="50" charset="-127"/>
              </a:rPr>
              <a:t>블록을 끌어 보면 선이 따라오는 것 확인 가능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58CD7A-50CC-DE3B-FECD-192195A32C3A}"/>
              </a:ext>
            </a:extLst>
          </p:cNvPr>
          <p:cNvSpPr txBox="1"/>
          <p:nvPr/>
        </p:nvSpPr>
        <p:spPr>
          <a:xfrm>
            <a:off x="9525002" y="1270001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범례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DAC1FC-D580-E325-57E2-85C4F79DC98B}"/>
              </a:ext>
            </a:extLst>
          </p:cNvPr>
          <p:cNvSpPr/>
          <p:nvPr/>
        </p:nvSpPr>
        <p:spPr>
          <a:xfrm>
            <a:off x="9525001" y="1638300"/>
            <a:ext cx="101600" cy="101600"/>
          </a:xfrm>
          <a:prstGeom prst="rect">
            <a:avLst/>
          </a:prstGeom>
          <a:solidFill>
            <a:srgbClr val="60A5F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169D66-E6FE-102E-1306-48F368A3A8E0}"/>
              </a:ext>
            </a:extLst>
          </p:cNvPr>
          <p:cNvSpPr txBox="1"/>
          <p:nvPr/>
        </p:nvSpPr>
        <p:spPr>
          <a:xfrm>
            <a:off x="9753600" y="16129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입력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(1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비트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F9BA471-E98B-EC20-9F65-D96689FA4265}"/>
              </a:ext>
            </a:extLst>
          </p:cNvPr>
          <p:cNvSpPr/>
          <p:nvPr/>
        </p:nvSpPr>
        <p:spPr>
          <a:xfrm>
            <a:off x="9524999" y="1930399"/>
            <a:ext cx="127001" cy="127001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4EF65F-FFEA-0AA7-60FF-6BA7A4ACCB77}"/>
              </a:ext>
            </a:extLst>
          </p:cNvPr>
          <p:cNvSpPr txBox="1"/>
          <p:nvPr/>
        </p:nvSpPr>
        <p:spPr>
          <a:xfrm>
            <a:off x="9753600" y="19177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입력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버스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5C89240-DC37-962C-2453-44427470B86F}"/>
              </a:ext>
            </a:extLst>
          </p:cNvPr>
          <p:cNvSpPr/>
          <p:nvPr/>
        </p:nvSpPr>
        <p:spPr>
          <a:xfrm>
            <a:off x="9525001" y="2247900"/>
            <a:ext cx="101600" cy="101600"/>
          </a:xfrm>
          <a:prstGeom prst="rect">
            <a:avLst/>
          </a:prstGeom>
          <a:solidFill>
            <a:srgbClr val="4ADE8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AB3C65-9305-A51D-71CA-7A151624CB97}"/>
              </a:ext>
            </a:extLst>
          </p:cNvPr>
          <p:cNvSpPr txBox="1"/>
          <p:nvPr/>
        </p:nvSpPr>
        <p:spPr>
          <a:xfrm>
            <a:off x="9753600" y="22225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출력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(1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비트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84BA51-11FB-D9B7-3AC0-E0B1A01BD9FE}"/>
              </a:ext>
            </a:extLst>
          </p:cNvPr>
          <p:cNvSpPr/>
          <p:nvPr/>
        </p:nvSpPr>
        <p:spPr>
          <a:xfrm>
            <a:off x="9524999" y="2539999"/>
            <a:ext cx="127001" cy="127001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3C2A81-277E-4146-2FF0-BDBC79E8436A}"/>
              </a:ext>
            </a:extLst>
          </p:cNvPr>
          <p:cNvSpPr txBox="1"/>
          <p:nvPr/>
        </p:nvSpPr>
        <p:spPr>
          <a:xfrm>
            <a:off x="9753600" y="25273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출력 핀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버스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B34CA6D-71E8-D285-ADF4-40DF15E139D6}"/>
              </a:ext>
            </a:extLst>
          </p:cNvPr>
          <p:cNvSpPr/>
          <p:nvPr/>
        </p:nvSpPr>
        <p:spPr>
          <a:xfrm>
            <a:off x="9525000" y="3048002"/>
            <a:ext cx="177801" cy="152400"/>
          </a:xfrm>
          <a:prstGeom prst="roundRect">
            <a:avLst/>
          </a:prstGeom>
          <a:solidFill>
            <a:srgbClr val="EEF2FF"/>
          </a:solidFill>
          <a:ln>
            <a:solidFill>
              <a:srgbClr val="3730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AEC757-7E03-B513-0068-0F509B0DC310}"/>
              </a:ext>
            </a:extLst>
          </p:cNvPr>
          <p:cNvSpPr txBox="1"/>
          <p:nvPr/>
        </p:nvSpPr>
        <p:spPr>
          <a:xfrm>
            <a:off x="9804400" y="30353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가산기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C1C8EAF-C8F7-628A-5731-1BA12EA768D2}"/>
              </a:ext>
            </a:extLst>
          </p:cNvPr>
          <p:cNvSpPr/>
          <p:nvPr/>
        </p:nvSpPr>
        <p:spPr>
          <a:xfrm>
            <a:off x="9525000" y="3352802"/>
            <a:ext cx="177801" cy="152400"/>
          </a:xfrm>
          <a:prstGeom prst="roundRect">
            <a:avLst/>
          </a:prstGeom>
          <a:solidFill>
            <a:srgbClr val="ECFEFF"/>
          </a:solidFill>
          <a:ln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F7B271-6B0E-0269-70FB-BE681FB23E7C}"/>
              </a:ext>
            </a:extLst>
          </p:cNvPr>
          <p:cNvSpPr txBox="1"/>
          <p:nvPr/>
        </p:nvSpPr>
        <p:spPr>
          <a:xfrm>
            <a:off x="9804400" y="33401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표시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선택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7FB783E-3662-B9B4-956C-4C1DEF9C6C4C}"/>
              </a:ext>
            </a:extLst>
          </p:cNvPr>
          <p:cNvSpPr/>
          <p:nvPr/>
        </p:nvSpPr>
        <p:spPr>
          <a:xfrm>
            <a:off x="9525000" y="3657602"/>
            <a:ext cx="177801" cy="152400"/>
          </a:xfrm>
          <a:prstGeom prst="round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55A4F4-A31A-4351-8650-C9996BCE311C}"/>
              </a:ext>
            </a:extLst>
          </p:cNvPr>
          <p:cNvSpPr txBox="1"/>
          <p:nvPr/>
        </p:nvSpPr>
        <p:spPr>
          <a:xfrm>
            <a:off x="9804400" y="36449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모듈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831063A-B9DC-472F-5CE8-90D34B151A80}"/>
              </a:ext>
            </a:extLst>
          </p:cNvPr>
          <p:cNvSpPr/>
          <p:nvPr/>
        </p:nvSpPr>
        <p:spPr>
          <a:xfrm>
            <a:off x="9525000" y="3962402"/>
            <a:ext cx="177801" cy="152400"/>
          </a:xfrm>
          <a:prstGeom prst="roundRect">
            <a:avLst/>
          </a:prstGeom>
          <a:solidFill>
            <a:srgbClr val="FEFCE8"/>
          </a:solidFill>
          <a:ln>
            <a:solidFill>
              <a:srgbClr val="A162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A71FCA-4F47-75A0-2F14-CB57F44DF669}"/>
              </a:ext>
            </a:extLst>
          </p:cNvPr>
          <p:cNvSpPr txBox="1"/>
          <p:nvPr/>
        </p:nvSpPr>
        <p:spPr>
          <a:xfrm>
            <a:off x="9804400" y="39497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버스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상수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632A48F-46B9-85B6-9592-95DDAD187F49}"/>
              </a:ext>
            </a:extLst>
          </p:cNvPr>
          <p:cNvSpPr/>
          <p:nvPr/>
        </p:nvSpPr>
        <p:spPr>
          <a:xfrm>
            <a:off x="9525000" y="4267202"/>
            <a:ext cx="177801" cy="152400"/>
          </a:xfrm>
          <a:prstGeom prst="roundRect">
            <a:avLst/>
          </a:prstGeom>
          <a:solidFill>
            <a:srgbClr val="FFF7ED"/>
          </a:solidFill>
          <a:ln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95D43D-4940-A61C-B0A0-DC8D5BE97FCE}"/>
              </a:ext>
            </a:extLst>
          </p:cNvPr>
          <p:cNvSpPr txBox="1"/>
          <p:nvPr/>
        </p:nvSpPr>
        <p:spPr>
          <a:xfrm>
            <a:off x="9804400" y="42545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보드 </a:t>
            </a:r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I/O</a:t>
            </a:r>
            <a:endParaRPr lang="ko-KR" altLang="en-US" sz="1001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01F4ABB-E1C4-11AE-BC25-269F89555E61}"/>
              </a:ext>
            </a:extLst>
          </p:cNvPr>
          <p:cNvSpPr/>
          <p:nvPr/>
        </p:nvSpPr>
        <p:spPr>
          <a:xfrm>
            <a:off x="9525000" y="4572002"/>
            <a:ext cx="177801" cy="152400"/>
          </a:xfrm>
          <a:prstGeom prst="round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117EE4-8EC8-EB35-BF10-E49E4B3A201E}"/>
              </a:ext>
            </a:extLst>
          </p:cNvPr>
          <p:cNvSpPr txBox="1"/>
          <p:nvPr/>
        </p:nvSpPr>
        <p:spPr>
          <a:xfrm>
            <a:off x="9804400" y="45593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374151"/>
                </a:solidFill>
                <a:latin typeface="Malgun Gothic" panose="020B0503020000020004" pitchFamily="50" charset="-127"/>
              </a:rPr>
              <a:t>lib</a:t>
            </a:r>
            <a:r>
              <a:rPr lang="ko-KR" altLang="en-US" sz="1001">
                <a:solidFill>
                  <a:srgbClr val="374151"/>
                </a:solidFill>
                <a:latin typeface="Malgun Gothic" panose="020B0503020000020004" pitchFamily="50" charset="-127"/>
              </a:rPr>
              <a:t>에 파일 없음</a:t>
            </a:r>
          </a:p>
        </p:txBody>
      </p:sp>
      <p:grpSp>
        <p:nvGrpSpPr>
          <p:cNvPr id="43" name="demo_in">
            <a:extLst>
              <a:ext uri="{FF2B5EF4-FFF2-40B4-BE49-F238E27FC236}">
                <a16:creationId xmlns:a16="http://schemas.microsoft.com/office/drawing/2014/main" id="{84B2DB44-55DD-3B0C-28D1-57599D21AD13}"/>
              </a:ext>
            </a:extLst>
          </p:cNvPr>
          <p:cNvGrpSpPr/>
          <p:nvPr/>
        </p:nvGrpSpPr>
        <p:grpSpPr>
          <a:xfrm>
            <a:off x="914400" y="5715001"/>
            <a:ext cx="1549401" cy="254000"/>
            <a:chOff x="914400" y="5715000"/>
            <a:chExt cx="1549400" cy="254000"/>
          </a:xfrm>
        </p:grpSpPr>
        <p:sp>
          <p:nvSpPr>
            <p:cNvPr id="41" name="demo_in_body">
              <a:extLst>
                <a:ext uri="{FF2B5EF4-FFF2-40B4-BE49-F238E27FC236}">
                  <a16:creationId xmlns:a16="http://schemas.microsoft.com/office/drawing/2014/main" id="{3DED1DF5-9086-B3AB-8EFE-CC556168540C}"/>
                </a:ext>
              </a:extLst>
            </p:cNvPr>
            <p:cNvSpPr/>
            <p:nvPr/>
          </p:nvSpPr>
          <p:spPr>
            <a:xfrm>
              <a:off x="914400" y="5715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2" name="demo_in_pin">
              <a:extLst>
                <a:ext uri="{FF2B5EF4-FFF2-40B4-BE49-F238E27FC236}">
                  <a16:creationId xmlns:a16="http://schemas.microsoft.com/office/drawing/2014/main" id="{8D85601A-477F-F7A6-8E35-E06FEF091500}"/>
                </a:ext>
              </a:extLst>
            </p:cNvPr>
            <p:cNvSpPr/>
            <p:nvPr/>
          </p:nvSpPr>
          <p:spPr>
            <a:xfrm>
              <a:off x="2336800" y="5778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47" name="demo_m">
            <a:extLst>
              <a:ext uri="{FF2B5EF4-FFF2-40B4-BE49-F238E27FC236}">
                <a16:creationId xmlns:a16="http://schemas.microsoft.com/office/drawing/2014/main" id="{ED7DB6BF-447F-417C-5142-7DFE823FCEBD}"/>
              </a:ext>
            </a:extLst>
          </p:cNvPr>
          <p:cNvGrpSpPr/>
          <p:nvPr/>
        </p:nvGrpSpPr>
        <p:grpSpPr>
          <a:xfrm>
            <a:off x="3175002" y="5435602"/>
            <a:ext cx="1270000" cy="762000"/>
            <a:chOff x="3175000" y="5435600"/>
            <a:chExt cx="1270000" cy="762000"/>
          </a:xfrm>
        </p:grpSpPr>
        <p:sp>
          <p:nvSpPr>
            <p:cNvPr id="44" name="demo_m_body">
              <a:extLst>
                <a:ext uri="{FF2B5EF4-FFF2-40B4-BE49-F238E27FC236}">
                  <a16:creationId xmlns:a16="http://schemas.microsoft.com/office/drawing/2014/main" id="{F884303E-1454-5DAA-98C9-B537BCC628F5}"/>
                </a:ext>
              </a:extLst>
            </p:cNvPr>
            <p:cNvSpPr/>
            <p:nvPr/>
          </p:nvSpPr>
          <p:spPr>
            <a:xfrm>
              <a:off x="3302000" y="5435600"/>
              <a:ext cx="1143000" cy="762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module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demo_m_pin_i_a[7:0]">
              <a:extLst>
                <a:ext uri="{FF2B5EF4-FFF2-40B4-BE49-F238E27FC236}">
                  <a16:creationId xmlns:a16="http://schemas.microsoft.com/office/drawing/2014/main" id="{E111726C-EAFD-B6D9-972A-2C08E3D88938}"/>
                </a:ext>
              </a:extLst>
            </p:cNvPr>
            <p:cNvSpPr/>
            <p:nvPr/>
          </p:nvSpPr>
          <p:spPr>
            <a:xfrm>
              <a:off x="3175000" y="5905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demo_m_lbl_i_a[7:0]">
              <a:extLst>
                <a:ext uri="{FF2B5EF4-FFF2-40B4-BE49-F238E27FC236}">
                  <a16:creationId xmlns:a16="http://schemas.microsoft.com/office/drawing/2014/main" id="{5C619965-53AF-BAD3-7494-7C0F97331F4B}"/>
                </a:ext>
              </a:extLst>
            </p:cNvPr>
            <p:cNvSpPr txBox="1"/>
            <p:nvPr/>
          </p:nvSpPr>
          <p:spPr>
            <a:xfrm>
              <a:off x="3352800" y="5880100"/>
              <a:ext cx="698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704742F7-CE95-FF97-EC9D-E6197DC23E64}"/>
              </a:ext>
            </a:extLst>
          </p:cNvPr>
          <p:cNvCxnSpPr>
            <a:cxnSpLocks/>
            <a:stCxn id="42" idx="3"/>
            <a:endCxn id="45" idx="1"/>
          </p:cNvCxnSpPr>
          <p:nvPr/>
        </p:nvCxnSpPr>
        <p:spPr>
          <a:xfrm>
            <a:off x="2463801" y="5841999"/>
            <a:ext cx="711200" cy="127001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D443A18-B0D8-C72E-DE6E-754A228DF7CA}"/>
              </a:ext>
            </a:extLst>
          </p:cNvPr>
          <p:cNvSpPr txBox="1"/>
          <p:nvPr/>
        </p:nvSpPr>
        <p:spPr>
          <a:xfrm>
            <a:off x="4699002" y="5778501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← 연결 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움직여 보면 선이 따라옴</a:t>
            </a:r>
          </a:p>
        </p:txBody>
      </p:sp>
    </p:spTree>
    <p:extLst>
      <p:ext uri="{BB962C8B-B14F-4D97-AF65-F5344CB8AC3E}">
        <p14:creationId xmlns:p14="http://schemas.microsoft.com/office/powerpoint/2010/main" val="2414788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D61D3-A6C8-B487-3C0E-6D18471B6C1C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LIBRARY ① vfile/lib —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가산기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25B07-4556-B233-907D-15D5CECFA80F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가산기 모듈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8750A-D20B-68CE-7D11-1D233D5AB2F6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half_adder → full_adder → full_adder_4bit → full_adder_8bit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순으로 아래 모듈을 인스턴스로 사용</a:t>
            </a:r>
          </a:p>
        </p:txBody>
      </p:sp>
      <p:grpSp>
        <p:nvGrpSpPr>
          <p:cNvPr id="14" name="lib_ha">
            <a:extLst>
              <a:ext uri="{FF2B5EF4-FFF2-40B4-BE49-F238E27FC236}">
                <a16:creationId xmlns:a16="http://schemas.microsoft.com/office/drawing/2014/main" id="{E9466C28-F2C5-88EA-CF03-3FD72D33DEFD}"/>
              </a:ext>
            </a:extLst>
          </p:cNvPr>
          <p:cNvGrpSpPr/>
          <p:nvPr/>
        </p:nvGrpSpPr>
        <p:grpSpPr>
          <a:xfrm>
            <a:off x="660400" y="1270001"/>
            <a:ext cx="1727200" cy="1016000"/>
            <a:chOff x="660400" y="1270000"/>
            <a:chExt cx="1727200" cy="1016000"/>
          </a:xfrm>
        </p:grpSpPr>
        <p:sp>
          <p:nvSpPr>
            <p:cNvPr id="5" name="lib_ha_body">
              <a:extLst>
                <a:ext uri="{FF2B5EF4-FFF2-40B4-BE49-F238E27FC236}">
                  <a16:creationId xmlns:a16="http://schemas.microsoft.com/office/drawing/2014/main" id="{BAC64B3F-D4E9-6B73-B948-6DB4236F1918}"/>
                </a:ext>
              </a:extLst>
            </p:cNvPr>
            <p:cNvSpPr/>
            <p:nvPr/>
          </p:nvSpPr>
          <p:spPr>
            <a:xfrm>
              <a:off x="762000" y="12700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half_adder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U_HA?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" name="lib_ha_pin_i_a">
              <a:extLst>
                <a:ext uri="{FF2B5EF4-FFF2-40B4-BE49-F238E27FC236}">
                  <a16:creationId xmlns:a16="http://schemas.microsoft.com/office/drawing/2014/main" id="{74D14F0B-0053-B98C-3DF9-B7901EF5ADB5}"/>
                </a:ext>
              </a:extLst>
            </p:cNvPr>
            <p:cNvSpPr/>
            <p:nvPr/>
          </p:nvSpPr>
          <p:spPr>
            <a:xfrm>
              <a:off x="660400" y="1752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" name="lib_ha_lbl_i_a">
              <a:extLst>
                <a:ext uri="{FF2B5EF4-FFF2-40B4-BE49-F238E27FC236}">
                  <a16:creationId xmlns:a16="http://schemas.microsoft.com/office/drawing/2014/main" id="{9CDCB2A9-37F1-7D9B-897C-F84BA1594111}"/>
                </a:ext>
              </a:extLst>
            </p:cNvPr>
            <p:cNvSpPr txBox="1"/>
            <p:nvPr/>
          </p:nvSpPr>
          <p:spPr>
            <a:xfrm>
              <a:off x="8128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lib_ha_pin_i_b">
              <a:extLst>
                <a:ext uri="{FF2B5EF4-FFF2-40B4-BE49-F238E27FC236}">
                  <a16:creationId xmlns:a16="http://schemas.microsoft.com/office/drawing/2014/main" id="{B6E6C692-13B7-ADD8-8C17-846B3FD7A32B}"/>
                </a:ext>
              </a:extLst>
            </p:cNvPr>
            <p:cNvSpPr/>
            <p:nvPr/>
          </p:nvSpPr>
          <p:spPr>
            <a:xfrm>
              <a:off x="660400" y="2006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lib_ha_lbl_i_b">
              <a:extLst>
                <a:ext uri="{FF2B5EF4-FFF2-40B4-BE49-F238E27FC236}">
                  <a16:creationId xmlns:a16="http://schemas.microsoft.com/office/drawing/2014/main" id="{116E3109-B330-C17F-CC15-BD2697542689}"/>
                </a:ext>
              </a:extLst>
            </p:cNvPr>
            <p:cNvSpPr txBox="1"/>
            <p:nvPr/>
          </p:nvSpPr>
          <p:spPr>
            <a:xfrm>
              <a:off x="8128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" name="lib_ha_pin_o_sum">
              <a:extLst>
                <a:ext uri="{FF2B5EF4-FFF2-40B4-BE49-F238E27FC236}">
                  <a16:creationId xmlns:a16="http://schemas.microsoft.com/office/drawing/2014/main" id="{D21C33D5-4A0F-C144-53CF-6D3675DEB787}"/>
                </a:ext>
              </a:extLst>
            </p:cNvPr>
            <p:cNvSpPr/>
            <p:nvPr/>
          </p:nvSpPr>
          <p:spPr>
            <a:xfrm>
              <a:off x="2286000" y="1752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lib_ha_lbl_o_sum">
              <a:extLst>
                <a:ext uri="{FF2B5EF4-FFF2-40B4-BE49-F238E27FC236}">
                  <a16:creationId xmlns:a16="http://schemas.microsoft.com/office/drawing/2014/main" id="{AEE6EAF2-2BD8-5C4D-BA94-1C748C8D7D81}"/>
                </a:ext>
              </a:extLst>
            </p:cNvPr>
            <p:cNvSpPr txBox="1"/>
            <p:nvPr/>
          </p:nvSpPr>
          <p:spPr>
            <a:xfrm>
              <a:off x="13462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2" name="lib_ha_pin_o_cout">
              <a:extLst>
                <a:ext uri="{FF2B5EF4-FFF2-40B4-BE49-F238E27FC236}">
                  <a16:creationId xmlns:a16="http://schemas.microsoft.com/office/drawing/2014/main" id="{4967EB53-7BF9-4025-6A6C-EAFD5777E4B3}"/>
                </a:ext>
              </a:extLst>
            </p:cNvPr>
            <p:cNvSpPr/>
            <p:nvPr/>
          </p:nvSpPr>
          <p:spPr>
            <a:xfrm>
              <a:off x="2286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" name="lib_ha_lbl_o_cout">
              <a:extLst>
                <a:ext uri="{FF2B5EF4-FFF2-40B4-BE49-F238E27FC236}">
                  <a16:creationId xmlns:a16="http://schemas.microsoft.com/office/drawing/2014/main" id="{038F6188-1B08-E2FE-EBEE-FE33EA400EE1}"/>
                </a:ext>
              </a:extLst>
            </p:cNvPr>
            <p:cNvSpPr txBox="1"/>
            <p:nvPr/>
          </p:nvSpPr>
          <p:spPr>
            <a:xfrm>
              <a:off x="13462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26" name="lib_fa">
            <a:extLst>
              <a:ext uri="{FF2B5EF4-FFF2-40B4-BE49-F238E27FC236}">
                <a16:creationId xmlns:a16="http://schemas.microsoft.com/office/drawing/2014/main" id="{CBD1C6DB-C51C-6DC5-AB26-45D21488B5B9}"/>
              </a:ext>
            </a:extLst>
          </p:cNvPr>
          <p:cNvGrpSpPr/>
          <p:nvPr/>
        </p:nvGrpSpPr>
        <p:grpSpPr>
          <a:xfrm>
            <a:off x="3327401" y="1270002"/>
            <a:ext cx="1727200" cy="1270000"/>
            <a:chOff x="3327400" y="1270000"/>
            <a:chExt cx="1727200" cy="1270000"/>
          </a:xfrm>
        </p:grpSpPr>
        <p:sp>
          <p:nvSpPr>
            <p:cNvPr id="15" name="lib_fa_body">
              <a:extLst>
                <a:ext uri="{FF2B5EF4-FFF2-40B4-BE49-F238E27FC236}">
                  <a16:creationId xmlns:a16="http://schemas.microsoft.com/office/drawing/2014/main" id="{A43418E7-9FA3-D792-0579-FB9383D0BA45}"/>
                </a:ext>
              </a:extLst>
            </p:cNvPr>
            <p:cNvSpPr/>
            <p:nvPr/>
          </p:nvSpPr>
          <p:spPr>
            <a:xfrm>
              <a:off x="3429000" y="1270000"/>
              <a:ext cx="1524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U_FA?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6" name="lib_fa_pin_i_a">
              <a:extLst>
                <a:ext uri="{FF2B5EF4-FFF2-40B4-BE49-F238E27FC236}">
                  <a16:creationId xmlns:a16="http://schemas.microsoft.com/office/drawing/2014/main" id="{5C57AA27-8BB9-7B51-0DF6-5830544173B1}"/>
                </a:ext>
              </a:extLst>
            </p:cNvPr>
            <p:cNvSpPr/>
            <p:nvPr/>
          </p:nvSpPr>
          <p:spPr>
            <a:xfrm>
              <a:off x="3327400" y="1752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lib_fa_lbl_i_a">
              <a:extLst>
                <a:ext uri="{FF2B5EF4-FFF2-40B4-BE49-F238E27FC236}">
                  <a16:creationId xmlns:a16="http://schemas.microsoft.com/office/drawing/2014/main" id="{BD648153-49A0-1292-32F6-ADBC31344DB5}"/>
                </a:ext>
              </a:extLst>
            </p:cNvPr>
            <p:cNvSpPr txBox="1"/>
            <p:nvPr/>
          </p:nvSpPr>
          <p:spPr>
            <a:xfrm>
              <a:off x="34798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8" name="lib_fa_pin_i_b">
              <a:extLst>
                <a:ext uri="{FF2B5EF4-FFF2-40B4-BE49-F238E27FC236}">
                  <a16:creationId xmlns:a16="http://schemas.microsoft.com/office/drawing/2014/main" id="{94768CC5-01F2-4ADB-83BC-722D85817E16}"/>
                </a:ext>
              </a:extLst>
            </p:cNvPr>
            <p:cNvSpPr/>
            <p:nvPr/>
          </p:nvSpPr>
          <p:spPr>
            <a:xfrm>
              <a:off x="3327400" y="2006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lib_fa_lbl_i_b">
              <a:extLst>
                <a:ext uri="{FF2B5EF4-FFF2-40B4-BE49-F238E27FC236}">
                  <a16:creationId xmlns:a16="http://schemas.microsoft.com/office/drawing/2014/main" id="{B19F6C70-AB33-F350-32C7-A86E00B2EDED}"/>
                </a:ext>
              </a:extLst>
            </p:cNvPr>
            <p:cNvSpPr txBox="1"/>
            <p:nvPr/>
          </p:nvSpPr>
          <p:spPr>
            <a:xfrm>
              <a:off x="34798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" name="lib_fa_pin_i_cin">
              <a:extLst>
                <a:ext uri="{FF2B5EF4-FFF2-40B4-BE49-F238E27FC236}">
                  <a16:creationId xmlns:a16="http://schemas.microsoft.com/office/drawing/2014/main" id="{2470FD97-E937-EFEF-3097-C0F7FD328C75}"/>
                </a:ext>
              </a:extLst>
            </p:cNvPr>
            <p:cNvSpPr/>
            <p:nvPr/>
          </p:nvSpPr>
          <p:spPr>
            <a:xfrm>
              <a:off x="33274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lib_fa_lbl_i_cin">
              <a:extLst>
                <a:ext uri="{FF2B5EF4-FFF2-40B4-BE49-F238E27FC236}">
                  <a16:creationId xmlns:a16="http://schemas.microsoft.com/office/drawing/2014/main" id="{2DEDDD22-69FE-505F-E405-17C055883A7F}"/>
                </a:ext>
              </a:extLst>
            </p:cNvPr>
            <p:cNvSpPr txBox="1"/>
            <p:nvPr/>
          </p:nvSpPr>
          <p:spPr>
            <a:xfrm>
              <a:off x="3479800" y="2222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2" name="lib_fa_pin_o_sum">
              <a:extLst>
                <a:ext uri="{FF2B5EF4-FFF2-40B4-BE49-F238E27FC236}">
                  <a16:creationId xmlns:a16="http://schemas.microsoft.com/office/drawing/2014/main" id="{D939A47C-700A-6EC5-799F-935155C42BC8}"/>
                </a:ext>
              </a:extLst>
            </p:cNvPr>
            <p:cNvSpPr/>
            <p:nvPr/>
          </p:nvSpPr>
          <p:spPr>
            <a:xfrm>
              <a:off x="4953000" y="1752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lib_fa_lbl_o_sum">
              <a:extLst>
                <a:ext uri="{FF2B5EF4-FFF2-40B4-BE49-F238E27FC236}">
                  <a16:creationId xmlns:a16="http://schemas.microsoft.com/office/drawing/2014/main" id="{7094DBD1-8B6D-A611-4E1E-5FB43EA5B27E}"/>
                </a:ext>
              </a:extLst>
            </p:cNvPr>
            <p:cNvSpPr txBox="1"/>
            <p:nvPr/>
          </p:nvSpPr>
          <p:spPr>
            <a:xfrm>
              <a:off x="4013200" y="1714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4" name="lib_fa_pin_o_cout">
              <a:extLst>
                <a:ext uri="{FF2B5EF4-FFF2-40B4-BE49-F238E27FC236}">
                  <a16:creationId xmlns:a16="http://schemas.microsoft.com/office/drawing/2014/main" id="{BADAE4C7-9203-02EE-B916-5ED6DBBAA011}"/>
                </a:ext>
              </a:extLst>
            </p:cNvPr>
            <p:cNvSpPr/>
            <p:nvPr/>
          </p:nvSpPr>
          <p:spPr>
            <a:xfrm>
              <a:off x="4953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lib_fa_lbl_o_cout">
              <a:extLst>
                <a:ext uri="{FF2B5EF4-FFF2-40B4-BE49-F238E27FC236}">
                  <a16:creationId xmlns:a16="http://schemas.microsoft.com/office/drawing/2014/main" id="{08BB10A2-110F-6C61-C1B8-19F47A8C10FD}"/>
                </a:ext>
              </a:extLst>
            </p:cNvPr>
            <p:cNvSpPr txBox="1"/>
            <p:nvPr/>
          </p:nvSpPr>
          <p:spPr>
            <a:xfrm>
              <a:off x="4013200" y="196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8" name="lib_fa4">
            <a:extLst>
              <a:ext uri="{FF2B5EF4-FFF2-40B4-BE49-F238E27FC236}">
                <a16:creationId xmlns:a16="http://schemas.microsoft.com/office/drawing/2014/main" id="{EE549E72-0055-2165-49EC-36A588FA4BFC}"/>
              </a:ext>
            </a:extLst>
          </p:cNvPr>
          <p:cNvGrpSpPr/>
          <p:nvPr/>
        </p:nvGrpSpPr>
        <p:grpSpPr>
          <a:xfrm>
            <a:off x="5969001" y="1270002"/>
            <a:ext cx="2032000" cy="1270000"/>
            <a:chOff x="5969000" y="1270000"/>
            <a:chExt cx="2032000" cy="1270000"/>
          </a:xfrm>
        </p:grpSpPr>
        <p:sp>
          <p:nvSpPr>
            <p:cNvPr id="27" name="lib_fa4_body">
              <a:extLst>
                <a:ext uri="{FF2B5EF4-FFF2-40B4-BE49-F238E27FC236}">
                  <a16:creationId xmlns:a16="http://schemas.microsoft.com/office/drawing/2014/main" id="{5890524F-4A69-F87E-C86C-4F14BE66E351}"/>
                </a:ext>
              </a:extLst>
            </p:cNvPr>
            <p:cNvSpPr/>
            <p:nvPr/>
          </p:nvSpPr>
          <p:spPr>
            <a:xfrm>
              <a:off x="6096000" y="1270000"/>
              <a:ext cx="1778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full_adder_4bit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U_ADD?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8" name="lib_fa4_pin_i_a[3:0]">
              <a:extLst>
                <a:ext uri="{FF2B5EF4-FFF2-40B4-BE49-F238E27FC236}">
                  <a16:creationId xmlns:a16="http://schemas.microsoft.com/office/drawing/2014/main" id="{B427F7EB-40EF-8D9D-A707-6BDF11429EDA}"/>
                </a:ext>
              </a:extLst>
            </p:cNvPr>
            <p:cNvSpPr/>
            <p:nvPr/>
          </p:nvSpPr>
          <p:spPr>
            <a:xfrm>
              <a:off x="5969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lib_fa4_lbl_i_a[3:0]">
              <a:extLst>
                <a:ext uri="{FF2B5EF4-FFF2-40B4-BE49-F238E27FC236}">
                  <a16:creationId xmlns:a16="http://schemas.microsoft.com/office/drawing/2014/main" id="{150ADC26-4A1B-EB51-EE9E-2FEEE77E3423}"/>
                </a:ext>
              </a:extLst>
            </p:cNvPr>
            <p:cNvSpPr txBox="1"/>
            <p:nvPr/>
          </p:nvSpPr>
          <p:spPr>
            <a:xfrm>
              <a:off x="6146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0" name="lib_fa4_pin_i_b[3:0]">
              <a:extLst>
                <a:ext uri="{FF2B5EF4-FFF2-40B4-BE49-F238E27FC236}">
                  <a16:creationId xmlns:a16="http://schemas.microsoft.com/office/drawing/2014/main" id="{39BF609C-4EB0-A79B-6044-D4CE5A44FE7A}"/>
                </a:ext>
              </a:extLst>
            </p:cNvPr>
            <p:cNvSpPr/>
            <p:nvPr/>
          </p:nvSpPr>
          <p:spPr>
            <a:xfrm>
              <a:off x="5969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lib_fa4_lbl_i_b[3:0]">
              <a:extLst>
                <a:ext uri="{FF2B5EF4-FFF2-40B4-BE49-F238E27FC236}">
                  <a16:creationId xmlns:a16="http://schemas.microsoft.com/office/drawing/2014/main" id="{FA8D9EB9-A7BC-0E4F-B771-8FB1B57E7DAD}"/>
                </a:ext>
              </a:extLst>
            </p:cNvPr>
            <p:cNvSpPr txBox="1"/>
            <p:nvPr/>
          </p:nvSpPr>
          <p:spPr>
            <a:xfrm>
              <a:off x="61468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2" name="lib_fa4_pin_i_cin">
              <a:extLst>
                <a:ext uri="{FF2B5EF4-FFF2-40B4-BE49-F238E27FC236}">
                  <a16:creationId xmlns:a16="http://schemas.microsoft.com/office/drawing/2014/main" id="{C55F1C24-330C-068B-5D84-10078C50AFFB}"/>
                </a:ext>
              </a:extLst>
            </p:cNvPr>
            <p:cNvSpPr/>
            <p:nvPr/>
          </p:nvSpPr>
          <p:spPr>
            <a:xfrm>
              <a:off x="59944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lib_fa4_lbl_i_cin">
              <a:extLst>
                <a:ext uri="{FF2B5EF4-FFF2-40B4-BE49-F238E27FC236}">
                  <a16:creationId xmlns:a16="http://schemas.microsoft.com/office/drawing/2014/main" id="{875C21AC-48CD-EC3B-90BB-9ECCE3C35F36}"/>
                </a:ext>
              </a:extLst>
            </p:cNvPr>
            <p:cNvSpPr txBox="1"/>
            <p:nvPr/>
          </p:nvSpPr>
          <p:spPr>
            <a:xfrm>
              <a:off x="6146800" y="2222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4" name="lib_fa4_pin_o_sum[3:0]">
              <a:extLst>
                <a:ext uri="{FF2B5EF4-FFF2-40B4-BE49-F238E27FC236}">
                  <a16:creationId xmlns:a16="http://schemas.microsoft.com/office/drawing/2014/main" id="{CEEDF328-F603-23AD-5597-21055836509D}"/>
                </a:ext>
              </a:extLst>
            </p:cNvPr>
            <p:cNvSpPr/>
            <p:nvPr/>
          </p:nvSpPr>
          <p:spPr>
            <a:xfrm>
              <a:off x="7874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lib_fa4_lbl_o_sum[3:0]">
              <a:extLst>
                <a:ext uri="{FF2B5EF4-FFF2-40B4-BE49-F238E27FC236}">
                  <a16:creationId xmlns:a16="http://schemas.microsoft.com/office/drawing/2014/main" id="{25D06EDA-C716-6F80-3D7B-8C83428DA9E2}"/>
                </a:ext>
              </a:extLst>
            </p:cNvPr>
            <p:cNvSpPr txBox="1"/>
            <p:nvPr/>
          </p:nvSpPr>
          <p:spPr>
            <a:xfrm>
              <a:off x="6807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6" name="lib_fa4_pin_o_cout">
              <a:extLst>
                <a:ext uri="{FF2B5EF4-FFF2-40B4-BE49-F238E27FC236}">
                  <a16:creationId xmlns:a16="http://schemas.microsoft.com/office/drawing/2014/main" id="{85312B73-BD56-8358-FAD4-050A2EE095C0}"/>
                </a:ext>
              </a:extLst>
            </p:cNvPr>
            <p:cNvSpPr/>
            <p:nvPr/>
          </p:nvSpPr>
          <p:spPr>
            <a:xfrm>
              <a:off x="7874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" name="lib_fa4_lbl_o_cout">
              <a:extLst>
                <a:ext uri="{FF2B5EF4-FFF2-40B4-BE49-F238E27FC236}">
                  <a16:creationId xmlns:a16="http://schemas.microsoft.com/office/drawing/2014/main" id="{4767A290-1CF5-ECCF-276D-E25DC15F15D9}"/>
                </a:ext>
              </a:extLst>
            </p:cNvPr>
            <p:cNvSpPr txBox="1"/>
            <p:nvPr/>
          </p:nvSpPr>
          <p:spPr>
            <a:xfrm>
              <a:off x="68072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0" name="lib_fa8">
            <a:extLst>
              <a:ext uri="{FF2B5EF4-FFF2-40B4-BE49-F238E27FC236}">
                <a16:creationId xmlns:a16="http://schemas.microsoft.com/office/drawing/2014/main" id="{85BEE5F5-4748-63B1-695F-0274EFE64421}"/>
              </a:ext>
            </a:extLst>
          </p:cNvPr>
          <p:cNvGrpSpPr/>
          <p:nvPr/>
        </p:nvGrpSpPr>
        <p:grpSpPr>
          <a:xfrm>
            <a:off x="9017001" y="1270002"/>
            <a:ext cx="2032000" cy="1270000"/>
            <a:chOff x="9017000" y="1270000"/>
            <a:chExt cx="2032000" cy="1270000"/>
          </a:xfrm>
        </p:grpSpPr>
        <p:sp>
          <p:nvSpPr>
            <p:cNvPr id="39" name="lib_fa8_body">
              <a:extLst>
                <a:ext uri="{FF2B5EF4-FFF2-40B4-BE49-F238E27FC236}">
                  <a16:creationId xmlns:a16="http://schemas.microsoft.com/office/drawing/2014/main" id="{FD9FB400-27A8-F310-5F28-63A8B5493B45}"/>
                </a:ext>
              </a:extLst>
            </p:cNvPr>
            <p:cNvSpPr/>
            <p:nvPr/>
          </p:nvSpPr>
          <p:spPr>
            <a:xfrm>
              <a:off x="9144000" y="1270000"/>
              <a:ext cx="1778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0" name="lib_fa8_pin_i_a[7:0]">
              <a:extLst>
                <a:ext uri="{FF2B5EF4-FFF2-40B4-BE49-F238E27FC236}">
                  <a16:creationId xmlns:a16="http://schemas.microsoft.com/office/drawing/2014/main" id="{22DB390C-5DA3-D4F6-9A46-3C2F3CE6D313}"/>
                </a:ext>
              </a:extLst>
            </p:cNvPr>
            <p:cNvSpPr/>
            <p:nvPr/>
          </p:nvSpPr>
          <p:spPr>
            <a:xfrm>
              <a:off x="9017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lib_fa8_lbl_i_a[7:0]">
              <a:extLst>
                <a:ext uri="{FF2B5EF4-FFF2-40B4-BE49-F238E27FC236}">
                  <a16:creationId xmlns:a16="http://schemas.microsoft.com/office/drawing/2014/main" id="{E03E248D-C281-5BAC-E8D6-E91E12CCF7A1}"/>
                </a:ext>
              </a:extLst>
            </p:cNvPr>
            <p:cNvSpPr txBox="1"/>
            <p:nvPr/>
          </p:nvSpPr>
          <p:spPr>
            <a:xfrm>
              <a:off x="9194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2" name="lib_fa8_pin_i_b[7:0]">
              <a:extLst>
                <a:ext uri="{FF2B5EF4-FFF2-40B4-BE49-F238E27FC236}">
                  <a16:creationId xmlns:a16="http://schemas.microsoft.com/office/drawing/2014/main" id="{B094E766-C13F-FAB3-D1BC-1B72D2E39F25}"/>
                </a:ext>
              </a:extLst>
            </p:cNvPr>
            <p:cNvSpPr/>
            <p:nvPr/>
          </p:nvSpPr>
          <p:spPr>
            <a:xfrm>
              <a:off x="9017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3" name="lib_fa8_lbl_i_b[7:0]">
              <a:extLst>
                <a:ext uri="{FF2B5EF4-FFF2-40B4-BE49-F238E27FC236}">
                  <a16:creationId xmlns:a16="http://schemas.microsoft.com/office/drawing/2014/main" id="{9BF30047-B022-FB9E-4D55-12915AAA9985}"/>
                </a:ext>
              </a:extLst>
            </p:cNvPr>
            <p:cNvSpPr txBox="1"/>
            <p:nvPr/>
          </p:nvSpPr>
          <p:spPr>
            <a:xfrm>
              <a:off x="91948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4" name="lib_fa8_pin_i_cin">
              <a:extLst>
                <a:ext uri="{FF2B5EF4-FFF2-40B4-BE49-F238E27FC236}">
                  <a16:creationId xmlns:a16="http://schemas.microsoft.com/office/drawing/2014/main" id="{25BEECD8-F016-13D2-4F3C-49DA69EE562F}"/>
                </a:ext>
              </a:extLst>
            </p:cNvPr>
            <p:cNvSpPr/>
            <p:nvPr/>
          </p:nvSpPr>
          <p:spPr>
            <a:xfrm>
              <a:off x="90424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" name="lib_fa8_lbl_i_cin">
              <a:extLst>
                <a:ext uri="{FF2B5EF4-FFF2-40B4-BE49-F238E27FC236}">
                  <a16:creationId xmlns:a16="http://schemas.microsoft.com/office/drawing/2014/main" id="{9ADD0E21-E3DF-9958-D3A8-8A90F62B5B1C}"/>
                </a:ext>
              </a:extLst>
            </p:cNvPr>
            <p:cNvSpPr txBox="1"/>
            <p:nvPr/>
          </p:nvSpPr>
          <p:spPr>
            <a:xfrm>
              <a:off x="9194800" y="2222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6" name="lib_fa8_pin_o_sum[7:0]">
              <a:extLst>
                <a:ext uri="{FF2B5EF4-FFF2-40B4-BE49-F238E27FC236}">
                  <a16:creationId xmlns:a16="http://schemas.microsoft.com/office/drawing/2014/main" id="{EB475396-4303-BCB0-2656-E0EE4F26448B}"/>
                </a:ext>
              </a:extLst>
            </p:cNvPr>
            <p:cNvSpPr/>
            <p:nvPr/>
          </p:nvSpPr>
          <p:spPr>
            <a:xfrm>
              <a:off x="10922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lib_fa8_lbl_o_sum[7:0]">
              <a:extLst>
                <a:ext uri="{FF2B5EF4-FFF2-40B4-BE49-F238E27FC236}">
                  <a16:creationId xmlns:a16="http://schemas.microsoft.com/office/drawing/2014/main" id="{EBA267E8-889F-0ABF-EA65-934DCA69B1E5}"/>
                </a:ext>
              </a:extLst>
            </p:cNvPr>
            <p:cNvSpPr txBox="1"/>
            <p:nvPr/>
          </p:nvSpPr>
          <p:spPr>
            <a:xfrm>
              <a:off x="9855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8" name="lib_fa8_pin_o_cout">
              <a:extLst>
                <a:ext uri="{FF2B5EF4-FFF2-40B4-BE49-F238E27FC236}">
                  <a16:creationId xmlns:a16="http://schemas.microsoft.com/office/drawing/2014/main" id="{31D82351-776A-1BD9-ED0E-F3AC35EE1A10}"/>
                </a:ext>
              </a:extLst>
            </p:cNvPr>
            <p:cNvSpPr/>
            <p:nvPr/>
          </p:nvSpPr>
          <p:spPr>
            <a:xfrm>
              <a:off x="10922000" y="200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" name="lib_fa8_lbl_o_cout">
              <a:extLst>
                <a:ext uri="{FF2B5EF4-FFF2-40B4-BE49-F238E27FC236}">
                  <a16:creationId xmlns:a16="http://schemas.microsoft.com/office/drawing/2014/main" id="{9C8B6769-DA55-802C-156E-917C8B56D6CB}"/>
                </a:ext>
              </a:extLst>
            </p:cNvPr>
            <p:cNvSpPr txBox="1"/>
            <p:nvPr/>
          </p:nvSpPr>
          <p:spPr>
            <a:xfrm>
              <a:off x="9855200" y="1968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89DCE42-2558-34A6-0B9E-359EC0287143}"/>
              </a:ext>
            </a:extLst>
          </p:cNvPr>
          <p:cNvSpPr txBox="1"/>
          <p:nvPr/>
        </p:nvSpPr>
        <p:spPr>
          <a:xfrm>
            <a:off x="381001" y="36830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모듈 </a:t>
            </a:r>
            <a:r>
              <a:rPr lang="en-US" altLang="ko-KR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(vfile/source_file) — </a:t>
            </a:r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블랙박스로 쓸 때</a:t>
            </a:r>
          </a:p>
        </p:txBody>
      </p:sp>
      <p:grpSp>
        <p:nvGrpSpPr>
          <p:cNvPr id="63" name="lib_top4">
            <a:extLst>
              <a:ext uri="{FF2B5EF4-FFF2-40B4-BE49-F238E27FC236}">
                <a16:creationId xmlns:a16="http://schemas.microsoft.com/office/drawing/2014/main" id="{EA896DAB-0421-B4F6-FCB9-E70C538C3C93}"/>
              </a:ext>
            </a:extLst>
          </p:cNvPr>
          <p:cNvGrpSpPr/>
          <p:nvPr/>
        </p:nvGrpSpPr>
        <p:grpSpPr>
          <a:xfrm>
            <a:off x="635000" y="4064002"/>
            <a:ext cx="2413001" cy="1270000"/>
            <a:chOff x="635000" y="4064000"/>
            <a:chExt cx="2413000" cy="1270000"/>
          </a:xfrm>
        </p:grpSpPr>
        <p:sp>
          <p:nvSpPr>
            <p:cNvPr id="52" name="lib_top4_body">
              <a:extLst>
                <a:ext uri="{FF2B5EF4-FFF2-40B4-BE49-F238E27FC236}">
                  <a16:creationId xmlns:a16="http://schemas.microsoft.com/office/drawing/2014/main" id="{8997AA0E-785C-5880-819C-7A1D25D5E5A4}"/>
                </a:ext>
              </a:extLst>
            </p:cNvPr>
            <p:cNvSpPr/>
            <p:nvPr/>
          </p:nvSpPr>
          <p:spPr>
            <a:xfrm>
              <a:off x="762000" y="4064000"/>
              <a:ext cx="2159000" cy="1270000"/>
            </a:xfrm>
            <a:prstGeom prst="roundRect">
              <a:avLst>
                <a:gd name="adj" fmla="val 6000"/>
              </a:avLst>
            </a:prstGeom>
            <a:solidFill>
              <a:srgbClr val="F5F3FF"/>
            </a:solidFill>
            <a:ln w="19050">
              <a:solidFill>
                <a:srgbClr val="6D28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6D28D9"/>
                  </a:solidFill>
                  <a:latin typeface="Malgun Gothic" panose="020B0503020000020004" pitchFamily="50" charset="-127"/>
                </a:rPr>
                <a:t>top_adder_fnd_4bit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U_TOP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3" name="lib_top4_pin_i_a[3:0]">
              <a:extLst>
                <a:ext uri="{FF2B5EF4-FFF2-40B4-BE49-F238E27FC236}">
                  <a16:creationId xmlns:a16="http://schemas.microsoft.com/office/drawing/2014/main" id="{85F41456-89D8-CC26-DC8D-3587F0260527}"/>
                </a:ext>
              </a:extLst>
            </p:cNvPr>
            <p:cNvSpPr/>
            <p:nvPr/>
          </p:nvSpPr>
          <p:spPr>
            <a:xfrm>
              <a:off x="635000" y="453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lib_top4_lbl_i_a[3:0]">
              <a:extLst>
                <a:ext uri="{FF2B5EF4-FFF2-40B4-BE49-F238E27FC236}">
                  <a16:creationId xmlns:a16="http://schemas.microsoft.com/office/drawing/2014/main" id="{15DF1E84-0206-E1D7-3BDA-B1E291092A13}"/>
                </a:ext>
              </a:extLst>
            </p:cNvPr>
            <p:cNvSpPr txBox="1"/>
            <p:nvPr/>
          </p:nvSpPr>
          <p:spPr>
            <a:xfrm>
              <a:off x="8128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5" name="lib_top4_pin_i_b[3:0]">
              <a:extLst>
                <a:ext uri="{FF2B5EF4-FFF2-40B4-BE49-F238E27FC236}">
                  <a16:creationId xmlns:a16="http://schemas.microsoft.com/office/drawing/2014/main" id="{1463A217-A1AA-A36D-3234-B5A86EF2A4F8}"/>
                </a:ext>
              </a:extLst>
            </p:cNvPr>
            <p:cNvSpPr/>
            <p:nvPr/>
          </p:nvSpPr>
          <p:spPr>
            <a:xfrm>
              <a:off x="635000" y="478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lib_top4_lbl_i_b[3:0]">
              <a:extLst>
                <a:ext uri="{FF2B5EF4-FFF2-40B4-BE49-F238E27FC236}">
                  <a16:creationId xmlns:a16="http://schemas.microsoft.com/office/drawing/2014/main" id="{1B53BDB9-E0A1-87CA-4001-9A2C15AD4B14}"/>
                </a:ext>
              </a:extLst>
            </p:cNvPr>
            <p:cNvSpPr txBox="1"/>
            <p:nvPr/>
          </p:nvSpPr>
          <p:spPr>
            <a:xfrm>
              <a:off x="8128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7" name="lib_top4_pin_o_cout">
              <a:extLst>
                <a:ext uri="{FF2B5EF4-FFF2-40B4-BE49-F238E27FC236}">
                  <a16:creationId xmlns:a16="http://schemas.microsoft.com/office/drawing/2014/main" id="{0BDBBFCE-B123-D6CA-8DFC-E387435053C4}"/>
                </a:ext>
              </a:extLst>
            </p:cNvPr>
            <p:cNvSpPr/>
            <p:nvPr/>
          </p:nvSpPr>
          <p:spPr>
            <a:xfrm>
              <a:off x="2921000" y="454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lib_top4_lbl_o_cout">
              <a:extLst>
                <a:ext uri="{FF2B5EF4-FFF2-40B4-BE49-F238E27FC236}">
                  <a16:creationId xmlns:a16="http://schemas.microsoft.com/office/drawing/2014/main" id="{85797806-9F6F-FEDF-2FB2-775246F08AD4}"/>
                </a:ext>
              </a:extLst>
            </p:cNvPr>
            <p:cNvSpPr txBox="1"/>
            <p:nvPr/>
          </p:nvSpPr>
          <p:spPr>
            <a:xfrm>
              <a:off x="16637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9" name="lib_top4_pin_o_fnd_com[3:0]">
              <a:extLst>
                <a:ext uri="{FF2B5EF4-FFF2-40B4-BE49-F238E27FC236}">
                  <a16:creationId xmlns:a16="http://schemas.microsoft.com/office/drawing/2014/main" id="{4803A011-6C0B-3E52-B7A0-30966D828A9B}"/>
                </a:ext>
              </a:extLst>
            </p:cNvPr>
            <p:cNvSpPr/>
            <p:nvPr/>
          </p:nvSpPr>
          <p:spPr>
            <a:xfrm>
              <a:off x="2921000" y="4787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lib_top4_lbl_o_fnd_com[3:0]">
              <a:extLst>
                <a:ext uri="{FF2B5EF4-FFF2-40B4-BE49-F238E27FC236}">
                  <a16:creationId xmlns:a16="http://schemas.microsoft.com/office/drawing/2014/main" id="{B8EBADDF-71D2-76E7-5040-89F150EF3920}"/>
                </a:ext>
              </a:extLst>
            </p:cNvPr>
            <p:cNvSpPr txBox="1"/>
            <p:nvPr/>
          </p:nvSpPr>
          <p:spPr>
            <a:xfrm>
              <a:off x="16637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" name="lib_top4_pin_o_fnd_data[7:0]">
              <a:extLst>
                <a:ext uri="{FF2B5EF4-FFF2-40B4-BE49-F238E27FC236}">
                  <a16:creationId xmlns:a16="http://schemas.microsoft.com/office/drawing/2014/main" id="{0FAC9C05-BAB9-5A66-200F-EC20EDE1B8C2}"/>
                </a:ext>
              </a:extLst>
            </p:cNvPr>
            <p:cNvSpPr/>
            <p:nvPr/>
          </p:nvSpPr>
          <p:spPr>
            <a:xfrm>
              <a:off x="2921000" y="5041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lib_top4_lbl_o_fnd_data[7:0]">
              <a:extLst>
                <a:ext uri="{FF2B5EF4-FFF2-40B4-BE49-F238E27FC236}">
                  <a16:creationId xmlns:a16="http://schemas.microsoft.com/office/drawing/2014/main" id="{2D51BE08-BFCC-BCBB-F3AE-DCC824994820}"/>
                </a:ext>
              </a:extLst>
            </p:cNvPr>
            <p:cNvSpPr txBox="1"/>
            <p:nvPr/>
          </p:nvSpPr>
          <p:spPr>
            <a:xfrm>
              <a:off x="1663700" y="5016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lib_top8">
            <a:extLst>
              <a:ext uri="{FF2B5EF4-FFF2-40B4-BE49-F238E27FC236}">
                <a16:creationId xmlns:a16="http://schemas.microsoft.com/office/drawing/2014/main" id="{7A98CF88-9011-8963-68D8-0F444C8F4DBB}"/>
              </a:ext>
            </a:extLst>
          </p:cNvPr>
          <p:cNvGrpSpPr/>
          <p:nvPr/>
        </p:nvGrpSpPr>
        <p:grpSpPr>
          <a:xfrm>
            <a:off x="4191000" y="4064002"/>
            <a:ext cx="2413001" cy="1270000"/>
            <a:chOff x="4191000" y="4064000"/>
            <a:chExt cx="2413000" cy="1270000"/>
          </a:xfrm>
        </p:grpSpPr>
        <p:sp>
          <p:nvSpPr>
            <p:cNvPr id="64" name="lib_top8_body">
              <a:extLst>
                <a:ext uri="{FF2B5EF4-FFF2-40B4-BE49-F238E27FC236}">
                  <a16:creationId xmlns:a16="http://schemas.microsoft.com/office/drawing/2014/main" id="{10DCC8B7-2037-563E-5DEC-C5E2C1DAB0DD}"/>
                </a:ext>
              </a:extLst>
            </p:cNvPr>
            <p:cNvSpPr/>
            <p:nvPr/>
          </p:nvSpPr>
          <p:spPr>
            <a:xfrm>
              <a:off x="4318000" y="4064000"/>
              <a:ext cx="2159000" cy="1270000"/>
            </a:xfrm>
            <a:prstGeom prst="roundRect">
              <a:avLst>
                <a:gd name="adj" fmla="val 6000"/>
              </a:avLst>
            </a:prstGeom>
            <a:solidFill>
              <a:srgbClr val="F5F3FF"/>
            </a:solidFill>
            <a:ln w="19050">
              <a:solidFill>
                <a:srgbClr val="6D28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6D28D9"/>
                  </a:solidFill>
                  <a:latin typeface="Malgun Gothic" panose="020B0503020000020004" pitchFamily="50" charset="-127"/>
                </a:rPr>
                <a:t>top_adder_fnd_8bit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U_TOP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5" name="lib_top8_pin_i_sel[1:0]">
              <a:extLst>
                <a:ext uri="{FF2B5EF4-FFF2-40B4-BE49-F238E27FC236}">
                  <a16:creationId xmlns:a16="http://schemas.microsoft.com/office/drawing/2014/main" id="{AEE64EBA-BC87-9B3E-AAF3-80A9C946E84E}"/>
                </a:ext>
              </a:extLst>
            </p:cNvPr>
            <p:cNvSpPr/>
            <p:nvPr/>
          </p:nvSpPr>
          <p:spPr>
            <a:xfrm>
              <a:off x="4191000" y="453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6" name="lib_top8_lbl_i_sel[1:0]">
              <a:extLst>
                <a:ext uri="{FF2B5EF4-FFF2-40B4-BE49-F238E27FC236}">
                  <a16:creationId xmlns:a16="http://schemas.microsoft.com/office/drawing/2014/main" id="{C828DAC3-B8B1-1F14-DD1F-4F789BF18373}"/>
                </a:ext>
              </a:extLst>
            </p:cNvPr>
            <p:cNvSpPr txBox="1"/>
            <p:nvPr/>
          </p:nvSpPr>
          <p:spPr>
            <a:xfrm>
              <a:off x="43688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7" name="lib_top8_pin_i_a[7:0]">
              <a:extLst>
                <a:ext uri="{FF2B5EF4-FFF2-40B4-BE49-F238E27FC236}">
                  <a16:creationId xmlns:a16="http://schemas.microsoft.com/office/drawing/2014/main" id="{C6935449-8F36-2789-DF85-7391B4D8F9EA}"/>
                </a:ext>
              </a:extLst>
            </p:cNvPr>
            <p:cNvSpPr/>
            <p:nvPr/>
          </p:nvSpPr>
          <p:spPr>
            <a:xfrm>
              <a:off x="4191000" y="478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lib_top8_lbl_i_a[7:0]">
              <a:extLst>
                <a:ext uri="{FF2B5EF4-FFF2-40B4-BE49-F238E27FC236}">
                  <a16:creationId xmlns:a16="http://schemas.microsoft.com/office/drawing/2014/main" id="{E066220B-C530-D140-6C85-B3EE83175A10}"/>
                </a:ext>
              </a:extLst>
            </p:cNvPr>
            <p:cNvSpPr txBox="1"/>
            <p:nvPr/>
          </p:nvSpPr>
          <p:spPr>
            <a:xfrm>
              <a:off x="43688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9" name="lib_top8_pin_i_b[7:0]">
              <a:extLst>
                <a:ext uri="{FF2B5EF4-FFF2-40B4-BE49-F238E27FC236}">
                  <a16:creationId xmlns:a16="http://schemas.microsoft.com/office/drawing/2014/main" id="{6772DA9D-F3BA-F944-4F44-4CE575790B80}"/>
                </a:ext>
              </a:extLst>
            </p:cNvPr>
            <p:cNvSpPr/>
            <p:nvPr/>
          </p:nvSpPr>
          <p:spPr>
            <a:xfrm>
              <a:off x="4191000" y="5041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0" name="lib_top8_lbl_i_b[7:0]">
              <a:extLst>
                <a:ext uri="{FF2B5EF4-FFF2-40B4-BE49-F238E27FC236}">
                  <a16:creationId xmlns:a16="http://schemas.microsoft.com/office/drawing/2014/main" id="{3BCEA2A3-CE96-7F76-6E05-B0A4CE39BEAD}"/>
                </a:ext>
              </a:extLst>
            </p:cNvPr>
            <p:cNvSpPr txBox="1"/>
            <p:nvPr/>
          </p:nvSpPr>
          <p:spPr>
            <a:xfrm>
              <a:off x="4368800" y="5016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1" name="lib_top8_pin_o_cout">
              <a:extLst>
                <a:ext uri="{FF2B5EF4-FFF2-40B4-BE49-F238E27FC236}">
                  <a16:creationId xmlns:a16="http://schemas.microsoft.com/office/drawing/2014/main" id="{24DC651D-6AF8-4544-AEF7-6F0CA49F4FE3}"/>
                </a:ext>
              </a:extLst>
            </p:cNvPr>
            <p:cNvSpPr/>
            <p:nvPr/>
          </p:nvSpPr>
          <p:spPr>
            <a:xfrm>
              <a:off x="6477000" y="4546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2" name="lib_top8_lbl_o_cout">
              <a:extLst>
                <a:ext uri="{FF2B5EF4-FFF2-40B4-BE49-F238E27FC236}">
                  <a16:creationId xmlns:a16="http://schemas.microsoft.com/office/drawing/2014/main" id="{D04547F7-EA97-08DD-2C2B-EB08EC079874}"/>
                </a:ext>
              </a:extLst>
            </p:cNvPr>
            <p:cNvSpPr txBox="1"/>
            <p:nvPr/>
          </p:nvSpPr>
          <p:spPr>
            <a:xfrm>
              <a:off x="5219700" y="4508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lib_top8_pin_o_fnd_com[3:0]">
              <a:extLst>
                <a:ext uri="{FF2B5EF4-FFF2-40B4-BE49-F238E27FC236}">
                  <a16:creationId xmlns:a16="http://schemas.microsoft.com/office/drawing/2014/main" id="{19C1098C-EF76-C344-B956-5CD4497DF06B}"/>
                </a:ext>
              </a:extLst>
            </p:cNvPr>
            <p:cNvSpPr/>
            <p:nvPr/>
          </p:nvSpPr>
          <p:spPr>
            <a:xfrm>
              <a:off x="6477000" y="4787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lib_top8_lbl_o_fnd_com[3:0]">
              <a:extLst>
                <a:ext uri="{FF2B5EF4-FFF2-40B4-BE49-F238E27FC236}">
                  <a16:creationId xmlns:a16="http://schemas.microsoft.com/office/drawing/2014/main" id="{4622E5D4-EE82-EFA1-FADE-4D2DFB2321C0}"/>
                </a:ext>
              </a:extLst>
            </p:cNvPr>
            <p:cNvSpPr txBox="1"/>
            <p:nvPr/>
          </p:nvSpPr>
          <p:spPr>
            <a:xfrm>
              <a:off x="5219700" y="4762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lib_top8_pin_o_fnd_data[7:0]">
              <a:extLst>
                <a:ext uri="{FF2B5EF4-FFF2-40B4-BE49-F238E27FC236}">
                  <a16:creationId xmlns:a16="http://schemas.microsoft.com/office/drawing/2014/main" id="{C5E31819-A1A6-0E88-61A2-80ABDF0D109B}"/>
                </a:ext>
              </a:extLst>
            </p:cNvPr>
            <p:cNvSpPr/>
            <p:nvPr/>
          </p:nvSpPr>
          <p:spPr>
            <a:xfrm>
              <a:off x="6477000" y="5041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lib_top8_lbl_o_fnd_data[7:0]">
              <a:extLst>
                <a:ext uri="{FF2B5EF4-FFF2-40B4-BE49-F238E27FC236}">
                  <a16:creationId xmlns:a16="http://schemas.microsoft.com/office/drawing/2014/main" id="{229F9CA2-DE2C-E4C9-1CDC-970B6BF58CE4}"/>
                </a:ext>
              </a:extLst>
            </p:cNvPr>
            <p:cNvSpPr txBox="1"/>
            <p:nvPr/>
          </p:nvSpPr>
          <p:spPr>
            <a:xfrm>
              <a:off x="5219700" y="5016500"/>
              <a:ext cx="1206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208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9B5F67-E1F8-B2E5-C0A6-83AE370195B8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LIBRARY ② vfile/lib —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표시 </a:t>
            </a:r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선택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460C9-58B9-4DE5-BEFA-025C9AFC6E89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FND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표시용 모듈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414BD-CE42-1648-687B-D3894C455427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빨간 블록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(decoder_2x4, fnd_decoder)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은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에서 쓰지만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vfile/lib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에 파일이 없음 → 포트는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의 연결 기준</a:t>
            </a:r>
          </a:p>
        </p:txBody>
      </p:sp>
      <p:grpSp>
        <p:nvGrpSpPr>
          <p:cNvPr id="16" name="lib_split">
            <a:extLst>
              <a:ext uri="{FF2B5EF4-FFF2-40B4-BE49-F238E27FC236}">
                <a16:creationId xmlns:a16="http://schemas.microsoft.com/office/drawing/2014/main" id="{E72FD931-C2FC-68CC-7262-9693A59E46B5}"/>
              </a:ext>
            </a:extLst>
          </p:cNvPr>
          <p:cNvGrpSpPr/>
          <p:nvPr/>
        </p:nvGrpSpPr>
        <p:grpSpPr>
          <a:xfrm>
            <a:off x="634999" y="1270001"/>
            <a:ext cx="2159001" cy="1524000"/>
            <a:chOff x="635000" y="1270000"/>
            <a:chExt cx="2159000" cy="1524000"/>
          </a:xfrm>
        </p:grpSpPr>
        <p:sp>
          <p:nvSpPr>
            <p:cNvPr id="5" name="lib_split_body">
              <a:extLst>
                <a:ext uri="{FF2B5EF4-FFF2-40B4-BE49-F238E27FC236}">
                  <a16:creationId xmlns:a16="http://schemas.microsoft.com/office/drawing/2014/main" id="{1753060B-7496-493F-1E3E-2AE22EE45A1B}"/>
                </a:ext>
              </a:extLst>
            </p:cNvPr>
            <p:cNvSpPr/>
            <p:nvPr/>
          </p:nvSpPr>
          <p:spPr>
            <a:xfrm>
              <a:off x="762000" y="1270000"/>
              <a:ext cx="1905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 #(WIDTH=9)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" name="lib_split_pin_i_data[8:0]">
              <a:extLst>
                <a:ext uri="{FF2B5EF4-FFF2-40B4-BE49-F238E27FC236}">
                  <a16:creationId xmlns:a16="http://schemas.microsoft.com/office/drawing/2014/main" id="{78FE123F-4DB2-E83C-064F-8A389D582BBE}"/>
                </a:ext>
              </a:extLst>
            </p:cNvPr>
            <p:cNvSpPr/>
            <p:nvPr/>
          </p:nvSpPr>
          <p:spPr>
            <a:xfrm>
              <a:off x="635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" name="lib_split_lbl_i_data[8:0]">
              <a:extLst>
                <a:ext uri="{FF2B5EF4-FFF2-40B4-BE49-F238E27FC236}">
                  <a16:creationId xmlns:a16="http://schemas.microsoft.com/office/drawing/2014/main" id="{FFAFE3DB-277A-043A-66BA-86BD13DD322A}"/>
                </a:ext>
              </a:extLst>
            </p:cNvPr>
            <p:cNvSpPr txBox="1"/>
            <p:nvPr/>
          </p:nvSpPr>
          <p:spPr>
            <a:xfrm>
              <a:off x="8128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lib_split_pin_o_digit_1[3:0]">
              <a:extLst>
                <a:ext uri="{FF2B5EF4-FFF2-40B4-BE49-F238E27FC236}">
                  <a16:creationId xmlns:a16="http://schemas.microsoft.com/office/drawing/2014/main" id="{A6D627BB-9CB6-12F6-BD17-0F92449ACFB5}"/>
                </a:ext>
              </a:extLst>
            </p:cNvPr>
            <p:cNvSpPr/>
            <p:nvPr/>
          </p:nvSpPr>
          <p:spPr>
            <a:xfrm>
              <a:off x="2667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lib_split_lbl_o_digit_1[3:0]">
              <a:extLst>
                <a:ext uri="{FF2B5EF4-FFF2-40B4-BE49-F238E27FC236}">
                  <a16:creationId xmlns:a16="http://schemas.microsoft.com/office/drawing/2014/main" id="{5B6A632E-7ED5-DB1E-38D0-9790BF75B273}"/>
                </a:ext>
              </a:extLst>
            </p:cNvPr>
            <p:cNvSpPr txBox="1"/>
            <p:nvPr/>
          </p:nvSpPr>
          <p:spPr>
            <a:xfrm>
              <a:off x="15367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" name="lib_split_pin_o_digit_10[3:0]">
              <a:extLst>
                <a:ext uri="{FF2B5EF4-FFF2-40B4-BE49-F238E27FC236}">
                  <a16:creationId xmlns:a16="http://schemas.microsoft.com/office/drawing/2014/main" id="{9E2FE2D3-037C-21E4-A7D1-661FBE0EB9C4}"/>
                </a:ext>
              </a:extLst>
            </p:cNvPr>
            <p:cNvSpPr/>
            <p:nvPr/>
          </p:nvSpPr>
          <p:spPr>
            <a:xfrm>
              <a:off x="2667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lib_split_lbl_o_digit_10[3:0]">
              <a:extLst>
                <a:ext uri="{FF2B5EF4-FFF2-40B4-BE49-F238E27FC236}">
                  <a16:creationId xmlns:a16="http://schemas.microsoft.com/office/drawing/2014/main" id="{C723A7F5-DCFC-E877-A3F1-1D71323A0193}"/>
                </a:ext>
              </a:extLst>
            </p:cNvPr>
            <p:cNvSpPr txBox="1"/>
            <p:nvPr/>
          </p:nvSpPr>
          <p:spPr>
            <a:xfrm>
              <a:off x="1536700" y="1968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2" name="lib_split_pin_o_digit_100[3:0]">
              <a:extLst>
                <a:ext uri="{FF2B5EF4-FFF2-40B4-BE49-F238E27FC236}">
                  <a16:creationId xmlns:a16="http://schemas.microsoft.com/office/drawing/2014/main" id="{0BE416EB-E5E2-E055-90D7-AD6AD7755B8C}"/>
                </a:ext>
              </a:extLst>
            </p:cNvPr>
            <p:cNvSpPr/>
            <p:nvPr/>
          </p:nvSpPr>
          <p:spPr>
            <a:xfrm>
              <a:off x="2667000" y="2247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" name="lib_split_lbl_o_digit_100[3:0]">
              <a:extLst>
                <a:ext uri="{FF2B5EF4-FFF2-40B4-BE49-F238E27FC236}">
                  <a16:creationId xmlns:a16="http://schemas.microsoft.com/office/drawing/2014/main" id="{113343E4-2DC9-5193-5023-01CDC1EADDCB}"/>
                </a:ext>
              </a:extLst>
            </p:cNvPr>
            <p:cNvSpPr txBox="1"/>
            <p:nvPr/>
          </p:nvSpPr>
          <p:spPr>
            <a:xfrm>
              <a:off x="1536700" y="2222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" name="lib_split_pin_o_digit_1000[3:0]">
              <a:extLst>
                <a:ext uri="{FF2B5EF4-FFF2-40B4-BE49-F238E27FC236}">
                  <a16:creationId xmlns:a16="http://schemas.microsoft.com/office/drawing/2014/main" id="{00BEBF10-2611-F9B0-32E4-4C97A88781E3}"/>
                </a:ext>
              </a:extLst>
            </p:cNvPr>
            <p:cNvSpPr/>
            <p:nvPr/>
          </p:nvSpPr>
          <p:spPr>
            <a:xfrm>
              <a:off x="2667000" y="2501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lib_split_lbl_o_digit_1000[3:0]">
              <a:extLst>
                <a:ext uri="{FF2B5EF4-FFF2-40B4-BE49-F238E27FC236}">
                  <a16:creationId xmlns:a16="http://schemas.microsoft.com/office/drawing/2014/main" id="{6679AFA7-A141-F6D5-F9E0-739D31BFFD26}"/>
                </a:ext>
              </a:extLst>
            </p:cNvPr>
            <p:cNvSpPr txBox="1"/>
            <p:nvPr/>
          </p:nvSpPr>
          <p:spPr>
            <a:xfrm>
              <a:off x="1536700" y="2476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0" name="lib_mux">
            <a:extLst>
              <a:ext uri="{FF2B5EF4-FFF2-40B4-BE49-F238E27FC236}">
                <a16:creationId xmlns:a16="http://schemas.microsoft.com/office/drawing/2014/main" id="{A522ADFF-AC81-1FEB-8857-FCB14A5CE7CA}"/>
              </a:ext>
            </a:extLst>
          </p:cNvPr>
          <p:cNvGrpSpPr/>
          <p:nvPr/>
        </p:nvGrpSpPr>
        <p:grpSpPr>
          <a:xfrm>
            <a:off x="3682999" y="1270002"/>
            <a:ext cx="2159001" cy="1778000"/>
            <a:chOff x="3683000" y="1270000"/>
            <a:chExt cx="2159000" cy="1778000"/>
          </a:xfrm>
        </p:grpSpPr>
        <p:sp>
          <p:nvSpPr>
            <p:cNvPr id="17" name="lib_mux_body">
              <a:extLst>
                <a:ext uri="{FF2B5EF4-FFF2-40B4-BE49-F238E27FC236}">
                  <a16:creationId xmlns:a16="http://schemas.microsoft.com/office/drawing/2014/main" id="{B462CE22-E961-1E0A-2EB7-2B2082BE64D3}"/>
                </a:ext>
              </a:extLst>
            </p:cNvPr>
            <p:cNvSpPr/>
            <p:nvPr/>
          </p:nvSpPr>
          <p:spPr>
            <a:xfrm>
              <a:off x="3810000" y="1270000"/>
              <a:ext cx="1905000" cy="1778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mux_4x1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U_MUX  #(WIDTH=4)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8" name="lib_mux_pin_i_d0[3:0]">
              <a:extLst>
                <a:ext uri="{FF2B5EF4-FFF2-40B4-BE49-F238E27FC236}">
                  <a16:creationId xmlns:a16="http://schemas.microsoft.com/office/drawing/2014/main" id="{AA3B67C0-8EFE-87D4-6FFB-7A62C2ACAD13}"/>
                </a:ext>
              </a:extLst>
            </p:cNvPr>
            <p:cNvSpPr/>
            <p:nvPr/>
          </p:nvSpPr>
          <p:spPr>
            <a:xfrm>
              <a:off x="3683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lib_mux_lbl_i_d0[3:0]">
              <a:extLst>
                <a:ext uri="{FF2B5EF4-FFF2-40B4-BE49-F238E27FC236}">
                  <a16:creationId xmlns:a16="http://schemas.microsoft.com/office/drawing/2014/main" id="{185B2F2A-D739-2CBB-0199-D808ED54D3B4}"/>
                </a:ext>
              </a:extLst>
            </p:cNvPr>
            <p:cNvSpPr txBox="1"/>
            <p:nvPr/>
          </p:nvSpPr>
          <p:spPr>
            <a:xfrm>
              <a:off x="38608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" name="lib_mux_pin_i_d1[3:0]">
              <a:extLst>
                <a:ext uri="{FF2B5EF4-FFF2-40B4-BE49-F238E27FC236}">
                  <a16:creationId xmlns:a16="http://schemas.microsoft.com/office/drawing/2014/main" id="{F1B4765F-7CDC-FF33-0380-6017CB74711B}"/>
                </a:ext>
              </a:extLst>
            </p:cNvPr>
            <p:cNvSpPr/>
            <p:nvPr/>
          </p:nvSpPr>
          <p:spPr>
            <a:xfrm>
              <a:off x="3683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lib_mux_lbl_i_d1[3:0]">
              <a:extLst>
                <a:ext uri="{FF2B5EF4-FFF2-40B4-BE49-F238E27FC236}">
                  <a16:creationId xmlns:a16="http://schemas.microsoft.com/office/drawing/2014/main" id="{411EBC85-33E6-6578-1465-11D3ECFB98F2}"/>
                </a:ext>
              </a:extLst>
            </p:cNvPr>
            <p:cNvSpPr txBox="1"/>
            <p:nvPr/>
          </p:nvSpPr>
          <p:spPr>
            <a:xfrm>
              <a:off x="3860800" y="1968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2" name="lib_mux_pin_i_d2[3:0]">
              <a:extLst>
                <a:ext uri="{FF2B5EF4-FFF2-40B4-BE49-F238E27FC236}">
                  <a16:creationId xmlns:a16="http://schemas.microsoft.com/office/drawing/2014/main" id="{9517A7FE-35BA-1874-926D-D1A7327689AA}"/>
                </a:ext>
              </a:extLst>
            </p:cNvPr>
            <p:cNvSpPr/>
            <p:nvPr/>
          </p:nvSpPr>
          <p:spPr>
            <a:xfrm>
              <a:off x="3683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lib_mux_lbl_i_d2[3:0]">
              <a:extLst>
                <a:ext uri="{FF2B5EF4-FFF2-40B4-BE49-F238E27FC236}">
                  <a16:creationId xmlns:a16="http://schemas.microsoft.com/office/drawing/2014/main" id="{8BEE6AB3-6AF8-43AD-6A63-7DE0B43EFFB0}"/>
                </a:ext>
              </a:extLst>
            </p:cNvPr>
            <p:cNvSpPr txBox="1"/>
            <p:nvPr/>
          </p:nvSpPr>
          <p:spPr>
            <a:xfrm>
              <a:off x="3860800" y="2222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i_d2[3:0]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4" name="lib_mux_pin_i_d3[3:0]">
              <a:extLst>
                <a:ext uri="{FF2B5EF4-FFF2-40B4-BE49-F238E27FC236}">
                  <a16:creationId xmlns:a16="http://schemas.microsoft.com/office/drawing/2014/main" id="{CC6C065E-0DB5-45B0-2FB3-66AD08D77A01}"/>
                </a:ext>
              </a:extLst>
            </p:cNvPr>
            <p:cNvSpPr/>
            <p:nvPr/>
          </p:nvSpPr>
          <p:spPr>
            <a:xfrm>
              <a:off x="3683000" y="2501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lib_mux_lbl_i_d3[3:0]">
              <a:extLst>
                <a:ext uri="{FF2B5EF4-FFF2-40B4-BE49-F238E27FC236}">
                  <a16:creationId xmlns:a16="http://schemas.microsoft.com/office/drawing/2014/main" id="{16EA7126-DB4F-96AA-5981-D978213458FE}"/>
                </a:ext>
              </a:extLst>
            </p:cNvPr>
            <p:cNvSpPr txBox="1"/>
            <p:nvPr/>
          </p:nvSpPr>
          <p:spPr>
            <a:xfrm>
              <a:off x="3860800" y="2476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i_d3[3:0]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6" name="lib_mux_pin_i_sel[1:0]">
              <a:extLst>
                <a:ext uri="{FF2B5EF4-FFF2-40B4-BE49-F238E27FC236}">
                  <a16:creationId xmlns:a16="http://schemas.microsoft.com/office/drawing/2014/main" id="{DF0CF86C-907D-6BBE-996F-853B496B0435}"/>
                </a:ext>
              </a:extLst>
            </p:cNvPr>
            <p:cNvSpPr/>
            <p:nvPr/>
          </p:nvSpPr>
          <p:spPr>
            <a:xfrm>
              <a:off x="3683000" y="2755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lib_mux_lbl_i_sel[1:0]">
              <a:extLst>
                <a:ext uri="{FF2B5EF4-FFF2-40B4-BE49-F238E27FC236}">
                  <a16:creationId xmlns:a16="http://schemas.microsoft.com/office/drawing/2014/main" id="{2B2C3ED0-990C-EA8D-EF60-38C8AD4B2C1D}"/>
                </a:ext>
              </a:extLst>
            </p:cNvPr>
            <p:cNvSpPr txBox="1"/>
            <p:nvPr/>
          </p:nvSpPr>
          <p:spPr>
            <a:xfrm>
              <a:off x="3860800" y="2730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8" name="lib_mux_pin_o_data[3:0]">
              <a:extLst>
                <a:ext uri="{FF2B5EF4-FFF2-40B4-BE49-F238E27FC236}">
                  <a16:creationId xmlns:a16="http://schemas.microsoft.com/office/drawing/2014/main" id="{45C6AE6B-4F3F-CF79-7165-4A454D6BB6BA}"/>
                </a:ext>
              </a:extLst>
            </p:cNvPr>
            <p:cNvSpPr/>
            <p:nvPr/>
          </p:nvSpPr>
          <p:spPr>
            <a:xfrm>
              <a:off x="5715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lib_mux_lbl_o_data[3:0]">
              <a:extLst>
                <a:ext uri="{FF2B5EF4-FFF2-40B4-BE49-F238E27FC236}">
                  <a16:creationId xmlns:a16="http://schemas.microsoft.com/office/drawing/2014/main" id="{D18A35AC-CC55-8E8F-B2A0-6D840D1DADD8}"/>
                </a:ext>
              </a:extLst>
            </p:cNvPr>
            <p:cNvSpPr txBox="1"/>
            <p:nvPr/>
          </p:nvSpPr>
          <p:spPr>
            <a:xfrm>
              <a:off x="4584700" y="1714500"/>
              <a:ext cx="1079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o_data[3:0]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6" name="lib_dec">
            <a:extLst>
              <a:ext uri="{FF2B5EF4-FFF2-40B4-BE49-F238E27FC236}">
                <a16:creationId xmlns:a16="http://schemas.microsoft.com/office/drawing/2014/main" id="{DA8B4C83-FD1C-1EE7-F16B-ECDBCF89E3A3}"/>
              </a:ext>
            </a:extLst>
          </p:cNvPr>
          <p:cNvGrpSpPr/>
          <p:nvPr/>
        </p:nvGrpSpPr>
        <p:grpSpPr>
          <a:xfrm>
            <a:off x="6731001" y="1270002"/>
            <a:ext cx="2032000" cy="762000"/>
            <a:chOff x="6731000" y="1270000"/>
            <a:chExt cx="2032000" cy="762000"/>
          </a:xfrm>
        </p:grpSpPr>
        <p:sp>
          <p:nvSpPr>
            <p:cNvPr id="31" name="lib_dec_body">
              <a:extLst>
                <a:ext uri="{FF2B5EF4-FFF2-40B4-BE49-F238E27FC236}">
                  <a16:creationId xmlns:a16="http://schemas.microsoft.com/office/drawing/2014/main" id="{B044A034-75EC-69C9-CD46-616CD96D30C5}"/>
                </a:ext>
              </a:extLst>
            </p:cNvPr>
            <p:cNvSpPr/>
            <p:nvPr/>
          </p:nvSpPr>
          <p:spPr>
            <a:xfrm>
              <a:off x="6858000" y="1270000"/>
              <a:ext cx="1778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decoder_2x4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2" name="lib_dec_pin_i_sel[1:0]">
              <a:extLst>
                <a:ext uri="{FF2B5EF4-FFF2-40B4-BE49-F238E27FC236}">
                  <a16:creationId xmlns:a16="http://schemas.microsoft.com/office/drawing/2014/main" id="{D30C032C-4761-3D3D-B1F3-75B75536FF61}"/>
                </a:ext>
              </a:extLst>
            </p:cNvPr>
            <p:cNvSpPr/>
            <p:nvPr/>
          </p:nvSpPr>
          <p:spPr>
            <a:xfrm>
              <a:off x="6731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lib_dec_lbl_i_sel[1:0]">
              <a:extLst>
                <a:ext uri="{FF2B5EF4-FFF2-40B4-BE49-F238E27FC236}">
                  <a16:creationId xmlns:a16="http://schemas.microsoft.com/office/drawing/2014/main" id="{102956C2-A883-7594-F860-CB001E4EAC74}"/>
                </a:ext>
              </a:extLst>
            </p:cNvPr>
            <p:cNvSpPr txBox="1"/>
            <p:nvPr/>
          </p:nvSpPr>
          <p:spPr>
            <a:xfrm>
              <a:off x="6908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4" name="lib_dec_pin_o_dec_n[3:0]">
              <a:extLst>
                <a:ext uri="{FF2B5EF4-FFF2-40B4-BE49-F238E27FC236}">
                  <a16:creationId xmlns:a16="http://schemas.microsoft.com/office/drawing/2014/main" id="{FD76697C-44CB-5AAC-60B7-3E46F3CCF0AC}"/>
                </a:ext>
              </a:extLst>
            </p:cNvPr>
            <p:cNvSpPr/>
            <p:nvPr/>
          </p:nvSpPr>
          <p:spPr>
            <a:xfrm>
              <a:off x="8636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lib_dec_lbl_o_dec_n[3:0]">
              <a:extLst>
                <a:ext uri="{FF2B5EF4-FFF2-40B4-BE49-F238E27FC236}">
                  <a16:creationId xmlns:a16="http://schemas.microsoft.com/office/drawing/2014/main" id="{A09F821A-D9F0-70D9-2921-19BFADCBA8FA}"/>
                </a:ext>
              </a:extLst>
            </p:cNvPr>
            <p:cNvSpPr txBox="1"/>
            <p:nvPr/>
          </p:nvSpPr>
          <p:spPr>
            <a:xfrm>
              <a:off x="7569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o_dec_n[3:0]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2" name="lib_fnd">
            <a:extLst>
              <a:ext uri="{FF2B5EF4-FFF2-40B4-BE49-F238E27FC236}">
                <a16:creationId xmlns:a16="http://schemas.microsoft.com/office/drawing/2014/main" id="{32E6E584-BC41-1E88-DB59-9EF475D54530}"/>
              </a:ext>
            </a:extLst>
          </p:cNvPr>
          <p:cNvGrpSpPr/>
          <p:nvPr/>
        </p:nvGrpSpPr>
        <p:grpSpPr>
          <a:xfrm>
            <a:off x="9525001" y="1270002"/>
            <a:ext cx="2032000" cy="762000"/>
            <a:chOff x="9525000" y="1270000"/>
            <a:chExt cx="2032000" cy="762000"/>
          </a:xfrm>
        </p:grpSpPr>
        <p:sp>
          <p:nvSpPr>
            <p:cNvPr id="37" name="lib_fnd_body">
              <a:extLst>
                <a:ext uri="{FF2B5EF4-FFF2-40B4-BE49-F238E27FC236}">
                  <a16:creationId xmlns:a16="http://schemas.microsoft.com/office/drawing/2014/main" id="{3B58C22C-C63A-5F41-2A36-7C72139FD9DF}"/>
                </a:ext>
              </a:extLst>
            </p:cNvPr>
            <p:cNvSpPr/>
            <p:nvPr/>
          </p:nvSpPr>
          <p:spPr>
            <a:xfrm>
              <a:off x="9652000" y="1270000"/>
              <a:ext cx="1778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8" name="lib_fnd_pin_i_hex[3:0]">
              <a:extLst>
                <a:ext uri="{FF2B5EF4-FFF2-40B4-BE49-F238E27FC236}">
                  <a16:creationId xmlns:a16="http://schemas.microsoft.com/office/drawing/2014/main" id="{793133B3-3175-0983-4FB3-6CA91B82D26F}"/>
                </a:ext>
              </a:extLst>
            </p:cNvPr>
            <p:cNvSpPr/>
            <p:nvPr/>
          </p:nvSpPr>
          <p:spPr>
            <a:xfrm>
              <a:off x="9525000" y="173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lib_fnd_lbl_i_hex[3:0]">
              <a:extLst>
                <a:ext uri="{FF2B5EF4-FFF2-40B4-BE49-F238E27FC236}">
                  <a16:creationId xmlns:a16="http://schemas.microsoft.com/office/drawing/2014/main" id="{34B29319-4F0B-1B9E-0F37-19971DAFF8CD}"/>
                </a:ext>
              </a:extLst>
            </p:cNvPr>
            <p:cNvSpPr txBox="1"/>
            <p:nvPr/>
          </p:nvSpPr>
          <p:spPr>
            <a:xfrm>
              <a:off x="97028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0" name="lib_fnd_pin_o_fnd_data[7:0]">
              <a:extLst>
                <a:ext uri="{FF2B5EF4-FFF2-40B4-BE49-F238E27FC236}">
                  <a16:creationId xmlns:a16="http://schemas.microsoft.com/office/drawing/2014/main" id="{DD32CF26-680A-01A4-CFBD-5B6032CAD904}"/>
                </a:ext>
              </a:extLst>
            </p:cNvPr>
            <p:cNvSpPr/>
            <p:nvPr/>
          </p:nvSpPr>
          <p:spPr>
            <a:xfrm>
              <a:off x="11430000" y="173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lib_fnd_lbl_o_fnd_data[7:0]">
              <a:extLst>
                <a:ext uri="{FF2B5EF4-FFF2-40B4-BE49-F238E27FC236}">
                  <a16:creationId xmlns:a16="http://schemas.microsoft.com/office/drawing/2014/main" id="{849F8CE6-DF6B-4E7B-E20A-985A5B4C3AC3}"/>
                </a:ext>
              </a:extLst>
            </p:cNvPr>
            <p:cNvSpPr txBox="1"/>
            <p:nvPr/>
          </p:nvSpPr>
          <p:spPr>
            <a:xfrm>
              <a:off x="10363200" y="17145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5D5BFFA-5E65-4B7C-5762-3AC3E7A97C14}"/>
              </a:ext>
            </a:extLst>
          </p:cNvPr>
          <p:cNvSpPr txBox="1"/>
          <p:nvPr/>
        </p:nvSpPr>
        <p:spPr>
          <a:xfrm>
            <a:off x="762000" y="3810001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digit_splitter :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입력을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1·10·100·1000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의 자리 숫자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(0~9)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로 나눔</a:t>
            </a:r>
          </a:p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mux_4x1 : i_sel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값에 따라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개 입력 중 하나 선택</a:t>
            </a:r>
          </a:p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decoder_2x4 : i_sel →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켤 자리 선택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(Active-Low,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예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00 → 1110)</a:t>
            </a:r>
          </a:p>
          <a:p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fnd_decoder : 4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비트 숫자 →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7-Segment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표시 패턴 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(8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비트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74151"/>
                </a:solidFill>
                <a:latin typeface="Malgun Gothic" panose="020B0503020000020004" pitchFamily="50" charset="-127"/>
              </a:rPr>
              <a:t>점 포함</a:t>
            </a:r>
            <a:r>
              <a:rPr lang="en-US" altLang="ko-KR" sz="1100">
                <a:solidFill>
                  <a:srgbClr val="374151"/>
                </a:solidFill>
                <a:latin typeface="Malgun Gothic" panose="020B0503020000020004" pitchFamily="50" charset="-127"/>
              </a:rPr>
              <a:t>)</a:t>
            </a:r>
            <a:endParaRPr lang="ko-KR" altLang="en-US" sz="1100">
              <a:solidFill>
                <a:srgbClr val="374151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18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8576B4-37A9-DCE4-0013-4C018CA7F390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LIBRARY ③ </a:t>
            </a:r>
            <a:r>
              <a:rPr lang="ko-KR" altLang="en-US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기본 요소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7DE24-DC9B-5273-9FD2-659DC3687EED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게이트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버스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상수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포트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보드 </a:t>
            </a:r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I/O</a:t>
            </a:r>
            <a:endParaRPr lang="ko-KR" altLang="en-US" sz="2000" b="1">
              <a:solidFill>
                <a:srgbClr val="1F29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8E110-7198-BA11-F01E-5E26B3C1C05B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포트 이름과 비트 폭은 글자를 클릭해서 바꿔 쓰면 됨</a:t>
            </a:r>
          </a:p>
        </p:txBody>
      </p:sp>
      <p:grpSp>
        <p:nvGrpSpPr>
          <p:cNvPr id="12" name="g_xor">
            <a:extLst>
              <a:ext uri="{FF2B5EF4-FFF2-40B4-BE49-F238E27FC236}">
                <a16:creationId xmlns:a16="http://schemas.microsoft.com/office/drawing/2014/main" id="{A505779A-5FFF-FFEF-77D3-8A8479A7E45B}"/>
              </a:ext>
            </a:extLst>
          </p:cNvPr>
          <p:cNvGrpSpPr/>
          <p:nvPr/>
        </p:nvGrpSpPr>
        <p:grpSpPr>
          <a:xfrm>
            <a:off x="406401" y="1206500"/>
            <a:ext cx="1092201" cy="1016000"/>
            <a:chOff x="406400" y="1206500"/>
            <a:chExt cx="1092200" cy="1016000"/>
          </a:xfrm>
        </p:grpSpPr>
        <p:sp>
          <p:nvSpPr>
            <p:cNvPr id="5" name="g_xor_body">
              <a:extLst>
                <a:ext uri="{FF2B5EF4-FFF2-40B4-BE49-F238E27FC236}">
                  <a16:creationId xmlns:a16="http://schemas.microsoft.com/office/drawing/2014/main" id="{F29B4C48-C0BF-9155-26F0-B34886B5ADF5}"/>
                </a:ext>
              </a:extLst>
            </p:cNvPr>
            <p:cNvSpPr/>
            <p:nvPr/>
          </p:nvSpPr>
          <p:spPr>
            <a:xfrm>
              <a:off x="508000" y="1206500"/>
              <a:ext cx="889000" cy="1016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XOR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^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" name="g_xor_pin_a">
              <a:extLst>
                <a:ext uri="{FF2B5EF4-FFF2-40B4-BE49-F238E27FC236}">
                  <a16:creationId xmlns:a16="http://schemas.microsoft.com/office/drawing/2014/main" id="{4473D7E3-10E6-2577-9C7B-808B39B36AFC}"/>
                </a:ext>
              </a:extLst>
            </p:cNvPr>
            <p:cNvSpPr/>
            <p:nvPr/>
          </p:nvSpPr>
          <p:spPr>
            <a:xfrm>
              <a:off x="406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" name="g_xor_lbl_a">
              <a:extLst>
                <a:ext uri="{FF2B5EF4-FFF2-40B4-BE49-F238E27FC236}">
                  <a16:creationId xmlns:a16="http://schemas.microsoft.com/office/drawing/2014/main" id="{28980D1C-6D8A-DF49-B8DB-165FBA35E1D1}"/>
                </a:ext>
              </a:extLst>
            </p:cNvPr>
            <p:cNvSpPr txBox="1"/>
            <p:nvPr/>
          </p:nvSpPr>
          <p:spPr>
            <a:xfrm>
              <a:off x="558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g_xor_pin_b">
              <a:extLst>
                <a:ext uri="{FF2B5EF4-FFF2-40B4-BE49-F238E27FC236}">
                  <a16:creationId xmlns:a16="http://schemas.microsoft.com/office/drawing/2014/main" id="{D112DBD1-8FE2-4F90-EA6B-67600C80FBD5}"/>
                </a:ext>
              </a:extLst>
            </p:cNvPr>
            <p:cNvSpPr/>
            <p:nvPr/>
          </p:nvSpPr>
          <p:spPr>
            <a:xfrm>
              <a:off x="406400" y="1943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g_xor_lbl_b">
              <a:extLst>
                <a:ext uri="{FF2B5EF4-FFF2-40B4-BE49-F238E27FC236}">
                  <a16:creationId xmlns:a16="http://schemas.microsoft.com/office/drawing/2014/main" id="{61E70F02-A261-D30C-C61E-3222676F2D81}"/>
                </a:ext>
              </a:extLst>
            </p:cNvPr>
            <p:cNvSpPr txBox="1"/>
            <p:nvPr/>
          </p:nvSpPr>
          <p:spPr>
            <a:xfrm>
              <a:off x="558800" y="1905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" name="g_xor_pin_y">
              <a:extLst>
                <a:ext uri="{FF2B5EF4-FFF2-40B4-BE49-F238E27FC236}">
                  <a16:creationId xmlns:a16="http://schemas.microsoft.com/office/drawing/2014/main" id="{93C8B50D-8C9D-68A8-AD6B-7D8920C1DD9D}"/>
                </a:ext>
              </a:extLst>
            </p:cNvPr>
            <p:cNvSpPr/>
            <p:nvPr/>
          </p:nvSpPr>
          <p:spPr>
            <a:xfrm>
              <a:off x="1397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g_xor_lbl_y">
              <a:extLst>
                <a:ext uri="{FF2B5EF4-FFF2-40B4-BE49-F238E27FC236}">
                  <a16:creationId xmlns:a16="http://schemas.microsoft.com/office/drawing/2014/main" id="{1035F1DC-5E56-84D0-B760-294D9BE50186}"/>
                </a:ext>
              </a:extLst>
            </p:cNvPr>
            <p:cNvSpPr txBox="1"/>
            <p:nvPr/>
          </p:nvSpPr>
          <p:spPr>
            <a:xfrm>
              <a:off x="774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20" name="g_and">
            <a:extLst>
              <a:ext uri="{FF2B5EF4-FFF2-40B4-BE49-F238E27FC236}">
                <a16:creationId xmlns:a16="http://schemas.microsoft.com/office/drawing/2014/main" id="{9927062A-A38F-F6EA-4D59-1652D6721974}"/>
              </a:ext>
            </a:extLst>
          </p:cNvPr>
          <p:cNvGrpSpPr/>
          <p:nvPr/>
        </p:nvGrpSpPr>
        <p:grpSpPr>
          <a:xfrm>
            <a:off x="1803400" y="1206500"/>
            <a:ext cx="1092201" cy="1016000"/>
            <a:chOff x="1803400" y="1206500"/>
            <a:chExt cx="1092200" cy="1016000"/>
          </a:xfrm>
        </p:grpSpPr>
        <p:sp>
          <p:nvSpPr>
            <p:cNvPr id="13" name="g_and_body">
              <a:extLst>
                <a:ext uri="{FF2B5EF4-FFF2-40B4-BE49-F238E27FC236}">
                  <a16:creationId xmlns:a16="http://schemas.microsoft.com/office/drawing/2014/main" id="{62DD5FB0-706C-7AD3-3103-AE8880342B5B}"/>
                </a:ext>
              </a:extLst>
            </p:cNvPr>
            <p:cNvSpPr/>
            <p:nvPr/>
          </p:nvSpPr>
          <p:spPr>
            <a:xfrm>
              <a:off x="1905000" y="1206500"/>
              <a:ext cx="889000" cy="1016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AND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&amp;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" name="g_and_pin_a">
              <a:extLst>
                <a:ext uri="{FF2B5EF4-FFF2-40B4-BE49-F238E27FC236}">
                  <a16:creationId xmlns:a16="http://schemas.microsoft.com/office/drawing/2014/main" id="{6E49AD0B-DBDE-485E-61BC-2C24E9BA2DA6}"/>
                </a:ext>
              </a:extLst>
            </p:cNvPr>
            <p:cNvSpPr/>
            <p:nvPr/>
          </p:nvSpPr>
          <p:spPr>
            <a:xfrm>
              <a:off x="1803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g_and_lbl_a">
              <a:extLst>
                <a:ext uri="{FF2B5EF4-FFF2-40B4-BE49-F238E27FC236}">
                  <a16:creationId xmlns:a16="http://schemas.microsoft.com/office/drawing/2014/main" id="{63F4CE49-E488-9B9C-1EB7-FB5023937944}"/>
                </a:ext>
              </a:extLst>
            </p:cNvPr>
            <p:cNvSpPr txBox="1"/>
            <p:nvPr/>
          </p:nvSpPr>
          <p:spPr>
            <a:xfrm>
              <a:off x="1955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6" name="g_and_pin_b">
              <a:extLst>
                <a:ext uri="{FF2B5EF4-FFF2-40B4-BE49-F238E27FC236}">
                  <a16:creationId xmlns:a16="http://schemas.microsoft.com/office/drawing/2014/main" id="{144F3E16-8B8D-F8F7-4223-2EACF1228E68}"/>
                </a:ext>
              </a:extLst>
            </p:cNvPr>
            <p:cNvSpPr/>
            <p:nvPr/>
          </p:nvSpPr>
          <p:spPr>
            <a:xfrm>
              <a:off x="1803400" y="1943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g_and_lbl_b">
              <a:extLst>
                <a:ext uri="{FF2B5EF4-FFF2-40B4-BE49-F238E27FC236}">
                  <a16:creationId xmlns:a16="http://schemas.microsoft.com/office/drawing/2014/main" id="{8AF0B279-6507-4FA1-F824-CF1753189D6D}"/>
                </a:ext>
              </a:extLst>
            </p:cNvPr>
            <p:cNvSpPr txBox="1"/>
            <p:nvPr/>
          </p:nvSpPr>
          <p:spPr>
            <a:xfrm>
              <a:off x="1955800" y="1905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8" name="g_and_pin_y">
              <a:extLst>
                <a:ext uri="{FF2B5EF4-FFF2-40B4-BE49-F238E27FC236}">
                  <a16:creationId xmlns:a16="http://schemas.microsoft.com/office/drawing/2014/main" id="{5B262615-C690-606F-1EC1-7C0C7803D310}"/>
                </a:ext>
              </a:extLst>
            </p:cNvPr>
            <p:cNvSpPr/>
            <p:nvPr/>
          </p:nvSpPr>
          <p:spPr>
            <a:xfrm>
              <a:off x="2794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g_and_lbl_y">
              <a:extLst>
                <a:ext uri="{FF2B5EF4-FFF2-40B4-BE49-F238E27FC236}">
                  <a16:creationId xmlns:a16="http://schemas.microsoft.com/office/drawing/2014/main" id="{C041CFC8-3E60-D08E-4792-82D46E3E7781}"/>
                </a:ext>
              </a:extLst>
            </p:cNvPr>
            <p:cNvSpPr txBox="1"/>
            <p:nvPr/>
          </p:nvSpPr>
          <p:spPr>
            <a:xfrm>
              <a:off x="2171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28" name="g_or">
            <a:extLst>
              <a:ext uri="{FF2B5EF4-FFF2-40B4-BE49-F238E27FC236}">
                <a16:creationId xmlns:a16="http://schemas.microsoft.com/office/drawing/2014/main" id="{8B402BE2-A216-1853-0CE7-FE5DA494C349}"/>
              </a:ext>
            </a:extLst>
          </p:cNvPr>
          <p:cNvGrpSpPr/>
          <p:nvPr/>
        </p:nvGrpSpPr>
        <p:grpSpPr>
          <a:xfrm>
            <a:off x="3200401" y="1206500"/>
            <a:ext cx="1092201" cy="1016000"/>
            <a:chOff x="3200400" y="1206500"/>
            <a:chExt cx="1092200" cy="1016000"/>
          </a:xfrm>
        </p:grpSpPr>
        <p:sp>
          <p:nvSpPr>
            <p:cNvPr id="21" name="g_or_body">
              <a:extLst>
                <a:ext uri="{FF2B5EF4-FFF2-40B4-BE49-F238E27FC236}">
                  <a16:creationId xmlns:a16="http://schemas.microsoft.com/office/drawing/2014/main" id="{AFDFBC97-08CD-A246-B4AA-3CCA2BB2828E}"/>
                </a:ext>
              </a:extLst>
            </p:cNvPr>
            <p:cNvSpPr/>
            <p:nvPr/>
          </p:nvSpPr>
          <p:spPr>
            <a:xfrm>
              <a:off x="3302000" y="1206500"/>
              <a:ext cx="889000" cy="1016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OR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|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2" name="g_or_pin_a">
              <a:extLst>
                <a:ext uri="{FF2B5EF4-FFF2-40B4-BE49-F238E27FC236}">
                  <a16:creationId xmlns:a16="http://schemas.microsoft.com/office/drawing/2014/main" id="{8340A3DC-4562-62E0-DC51-CB06E00D7656}"/>
                </a:ext>
              </a:extLst>
            </p:cNvPr>
            <p:cNvSpPr/>
            <p:nvPr/>
          </p:nvSpPr>
          <p:spPr>
            <a:xfrm>
              <a:off x="3200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g_or_lbl_a">
              <a:extLst>
                <a:ext uri="{FF2B5EF4-FFF2-40B4-BE49-F238E27FC236}">
                  <a16:creationId xmlns:a16="http://schemas.microsoft.com/office/drawing/2014/main" id="{C56FE60F-4762-95A6-5976-5D7801D07356}"/>
                </a:ext>
              </a:extLst>
            </p:cNvPr>
            <p:cNvSpPr txBox="1"/>
            <p:nvPr/>
          </p:nvSpPr>
          <p:spPr>
            <a:xfrm>
              <a:off x="3352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4" name="g_or_pin_b">
              <a:extLst>
                <a:ext uri="{FF2B5EF4-FFF2-40B4-BE49-F238E27FC236}">
                  <a16:creationId xmlns:a16="http://schemas.microsoft.com/office/drawing/2014/main" id="{141EE697-7D28-198E-AF06-33756C2BCE8A}"/>
                </a:ext>
              </a:extLst>
            </p:cNvPr>
            <p:cNvSpPr/>
            <p:nvPr/>
          </p:nvSpPr>
          <p:spPr>
            <a:xfrm>
              <a:off x="3200400" y="1943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g_or_lbl_b">
              <a:extLst>
                <a:ext uri="{FF2B5EF4-FFF2-40B4-BE49-F238E27FC236}">
                  <a16:creationId xmlns:a16="http://schemas.microsoft.com/office/drawing/2014/main" id="{E2B28ACC-539E-CCD2-3C28-C6817A6EE06C}"/>
                </a:ext>
              </a:extLst>
            </p:cNvPr>
            <p:cNvSpPr txBox="1"/>
            <p:nvPr/>
          </p:nvSpPr>
          <p:spPr>
            <a:xfrm>
              <a:off x="3352800" y="1905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6" name="g_or_pin_y">
              <a:extLst>
                <a:ext uri="{FF2B5EF4-FFF2-40B4-BE49-F238E27FC236}">
                  <a16:creationId xmlns:a16="http://schemas.microsoft.com/office/drawing/2014/main" id="{F8AE90D2-1FD4-D099-FBD4-1AACA1E16D9B}"/>
                </a:ext>
              </a:extLst>
            </p:cNvPr>
            <p:cNvSpPr/>
            <p:nvPr/>
          </p:nvSpPr>
          <p:spPr>
            <a:xfrm>
              <a:off x="4191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g_or_lbl_y">
              <a:extLst>
                <a:ext uri="{FF2B5EF4-FFF2-40B4-BE49-F238E27FC236}">
                  <a16:creationId xmlns:a16="http://schemas.microsoft.com/office/drawing/2014/main" id="{742E753F-E980-6261-C029-878BFD0C2FC5}"/>
                </a:ext>
              </a:extLst>
            </p:cNvPr>
            <p:cNvSpPr txBox="1"/>
            <p:nvPr/>
          </p:nvSpPr>
          <p:spPr>
            <a:xfrm>
              <a:off x="3568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4" name="g_not">
            <a:extLst>
              <a:ext uri="{FF2B5EF4-FFF2-40B4-BE49-F238E27FC236}">
                <a16:creationId xmlns:a16="http://schemas.microsoft.com/office/drawing/2014/main" id="{0BEC86E3-A478-A590-C9C9-641F975DAB57}"/>
              </a:ext>
            </a:extLst>
          </p:cNvPr>
          <p:cNvGrpSpPr/>
          <p:nvPr/>
        </p:nvGrpSpPr>
        <p:grpSpPr>
          <a:xfrm>
            <a:off x="4597400" y="1206501"/>
            <a:ext cx="1092201" cy="762000"/>
            <a:chOff x="4597400" y="1206500"/>
            <a:chExt cx="1092200" cy="762000"/>
          </a:xfrm>
        </p:grpSpPr>
        <p:sp>
          <p:nvSpPr>
            <p:cNvPr id="29" name="g_not_body">
              <a:extLst>
                <a:ext uri="{FF2B5EF4-FFF2-40B4-BE49-F238E27FC236}">
                  <a16:creationId xmlns:a16="http://schemas.microsoft.com/office/drawing/2014/main" id="{B68F9BF4-DED1-99A1-C79C-052A83C6336D}"/>
                </a:ext>
              </a:extLst>
            </p:cNvPr>
            <p:cNvSpPr/>
            <p:nvPr/>
          </p:nvSpPr>
          <p:spPr>
            <a:xfrm>
              <a:off x="4699000" y="1206500"/>
              <a:ext cx="889000" cy="762000"/>
            </a:xfrm>
            <a:prstGeom prst="roundRect">
              <a:avLst>
                <a:gd name="adj" fmla="val 6000"/>
              </a:avLst>
            </a:prstGeom>
            <a:solidFill>
              <a:srgbClr val="F3F4F6"/>
            </a:solidFill>
            <a:ln w="19050">
              <a:solidFill>
                <a:srgbClr val="374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4151"/>
                  </a:solidFill>
                  <a:latin typeface="Malgun Gothic" panose="020B0503020000020004" pitchFamily="50" charset="-127"/>
                </a:rPr>
                <a:t>NOT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~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0" name="g_not_pin_a">
              <a:extLst>
                <a:ext uri="{FF2B5EF4-FFF2-40B4-BE49-F238E27FC236}">
                  <a16:creationId xmlns:a16="http://schemas.microsoft.com/office/drawing/2014/main" id="{1B2EF6DF-9EA8-AF9A-397B-3194DFD9029D}"/>
                </a:ext>
              </a:extLst>
            </p:cNvPr>
            <p:cNvSpPr/>
            <p:nvPr/>
          </p:nvSpPr>
          <p:spPr>
            <a:xfrm>
              <a:off x="4597400" y="16891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g_not_lbl_a">
              <a:extLst>
                <a:ext uri="{FF2B5EF4-FFF2-40B4-BE49-F238E27FC236}">
                  <a16:creationId xmlns:a16="http://schemas.microsoft.com/office/drawing/2014/main" id="{1780A302-9AF1-166E-3BA4-E5DEBD006E99}"/>
                </a:ext>
              </a:extLst>
            </p:cNvPr>
            <p:cNvSpPr txBox="1"/>
            <p:nvPr/>
          </p:nvSpPr>
          <p:spPr>
            <a:xfrm>
              <a:off x="47498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a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2" name="g_not_pin_y">
              <a:extLst>
                <a:ext uri="{FF2B5EF4-FFF2-40B4-BE49-F238E27FC236}">
                  <a16:creationId xmlns:a16="http://schemas.microsoft.com/office/drawing/2014/main" id="{D264DBC5-9798-976E-3DF7-0668B6DCAAAD}"/>
                </a:ext>
              </a:extLst>
            </p:cNvPr>
            <p:cNvSpPr/>
            <p:nvPr/>
          </p:nvSpPr>
          <p:spPr>
            <a:xfrm>
              <a:off x="5588000" y="1689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g_not_lbl_y">
              <a:extLst>
                <a:ext uri="{FF2B5EF4-FFF2-40B4-BE49-F238E27FC236}">
                  <a16:creationId xmlns:a16="http://schemas.microsoft.com/office/drawing/2014/main" id="{36FFCC74-DC90-23ED-4A4A-66E5D4DFD5AB}"/>
                </a:ext>
              </a:extLst>
            </p:cNvPr>
            <p:cNvSpPr txBox="1"/>
            <p:nvPr/>
          </p:nvSpPr>
          <p:spPr>
            <a:xfrm>
              <a:off x="4965700" y="16510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y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2" name="b_split">
            <a:extLst>
              <a:ext uri="{FF2B5EF4-FFF2-40B4-BE49-F238E27FC236}">
                <a16:creationId xmlns:a16="http://schemas.microsoft.com/office/drawing/2014/main" id="{547C3F63-97F8-7E0E-5365-B96B0BB543FC}"/>
              </a:ext>
            </a:extLst>
          </p:cNvPr>
          <p:cNvGrpSpPr/>
          <p:nvPr/>
        </p:nvGrpSpPr>
        <p:grpSpPr>
          <a:xfrm>
            <a:off x="6223002" y="1206500"/>
            <a:ext cx="1778000" cy="1016000"/>
            <a:chOff x="6223000" y="1206500"/>
            <a:chExt cx="1778000" cy="1016000"/>
          </a:xfrm>
        </p:grpSpPr>
        <p:sp>
          <p:nvSpPr>
            <p:cNvPr id="35" name="b_split_body">
              <a:extLst>
                <a:ext uri="{FF2B5EF4-FFF2-40B4-BE49-F238E27FC236}">
                  <a16:creationId xmlns:a16="http://schemas.microsoft.com/office/drawing/2014/main" id="{441F5162-E8A1-5F57-B8C0-19C526501244}"/>
                </a:ext>
              </a:extLst>
            </p:cNvPr>
            <p:cNvSpPr/>
            <p:nvPr/>
          </p:nvSpPr>
          <p:spPr>
            <a:xfrm>
              <a:off x="6350000" y="12065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bus split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[7:0] → [3:0], [7:4]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6" name="b_split_pin_in[7:0]">
              <a:extLst>
                <a:ext uri="{FF2B5EF4-FFF2-40B4-BE49-F238E27FC236}">
                  <a16:creationId xmlns:a16="http://schemas.microsoft.com/office/drawing/2014/main" id="{BF7A1A4F-C759-220F-F8D4-5E39EF03ABE8}"/>
                </a:ext>
              </a:extLst>
            </p:cNvPr>
            <p:cNvSpPr/>
            <p:nvPr/>
          </p:nvSpPr>
          <p:spPr>
            <a:xfrm>
              <a:off x="6223000" y="167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" name="b_split_lbl_in[7:0]">
              <a:extLst>
                <a:ext uri="{FF2B5EF4-FFF2-40B4-BE49-F238E27FC236}">
                  <a16:creationId xmlns:a16="http://schemas.microsoft.com/office/drawing/2014/main" id="{5A4CE1F0-FAAC-3908-0527-541D6F5C014F}"/>
                </a:ext>
              </a:extLst>
            </p:cNvPr>
            <p:cNvSpPr txBox="1"/>
            <p:nvPr/>
          </p:nvSpPr>
          <p:spPr>
            <a:xfrm>
              <a:off x="64008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in[7:0]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8" name="b_split_pin_[3:0]">
              <a:extLst>
                <a:ext uri="{FF2B5EF4-FFF2-40B4-BE49-F238E27FC236}">
                  <a16:creationId xmlns:a16="http://schemas.microsoft.com/office/drawing/2014/main" id="{DBDD0578-5803-1278-8B55-9517EAB9EAA7}"/>
                </a:ext>
              </a:extLst>
            </p:cNvPr>
            <p:cNvSpPr/>
            <p:nvPr/>
          </p:nvSpPr>
          <p:spPr>
            <a:xfrm>
              <a:off x="7874000" y="167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b_split_lbl_[3:0]">
              <a:extLst>
                <a:ext uri="{FF2B5EF4-FFF2-40B4-BE49-F238E27FC236}">
                  <a16:creationId xmlns:a16="http://schemas.microsoft.com/office/drawing/2014/main" id="{CD314794-AD5E-003A-9F5C-CE957209FDA3}"/>
                </a:ext>
              </a:extLst>
            </p:cNvPr>
            <p:cNvSpPr txBox="1"/>
            <p:nvPr/>
          </p:nvSpPr>
          <p:spPr>
            <a:xfrm>
              <a:off x="69342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0" name="b_split_pin_[7:4]">
              <a:extLst>
                <a:ext uri="{FF2B5EF4-FFF2-40B4-BE49-F238E27FC236}">
                  <a16:creationId xmlns:a16="http://schemas.microsoft.com/office/drawing/2014/main" id="{F62C7544-FCFD-5781-B779-57075D970E92}"/>
                </a:ext>
              </a:extLst>
            </p:cNvPr>
            <p:cNvSpPr/>
            <p:nvPr/>
          </p:nvSpPr>
          <p:spPr>
            <a:xfrm>
              <a:off x="7874000" y="193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b_split_lbl_[7:4]">
              <a:extLst>
                <a:ext uri="{FF2B5EF4-FFF2-40B4-BE49-F238E27FC236}">
                  <a16:creationId xmlns:a16="http://schemas.microsoft.com/office/drawing/2014/main" id="{E410DF8E-12D4-7805-A894-1832A90C99F3}"/>
                </a:ext>
              </a:extLst>
            </p:cNvPr>
            <p:cNvSpPr txBox="1"/>
            <p:nvPr/>
          </p:nvSpPr>
          <p:spPr>
            <a:xfrm>
              <a:off x="6934200" y="1905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[7:4]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0" name="b_merge">
            <a:extLst>
              <a:ext uri="{FF2B5EF4-FFF2-40B4-BE49-F238E27FC236}">
                <a16:creationId xmlns:a16="http://schemas.microsoft.com/office/drawing/2014/main" id="{2CB83A25-C39E-0C34-D63A-4D267FF71BDA}"/>
              </a:ext>
            </a:extLst>
          </p:cNvPr>
          <p:cNvGrpSpPr/>
          <p:nvPr/>
        </p:nvGrpSpPr>
        <p:grpSpPr>
          <a:xfrm>
            <a:off x="8509002" y="1206500"/>
            <a:ext cx="1778000" cy="1016000"/>
            <a:chOff x="8509000" y="1206500"/>
            <a:chExt cx="1778000" cy="1016000"/>
          </a:xfrm>
        </p:grpSpPr>
        <p:sp>
          <p:nvSpPr>
            <p:cNvPr id="43" name="b_merge_body">
              <a:extLst>
                <a:ext uri="{FF2B5EF4-FFF2-40B4-BE49-F238E27FC236}">
                  <a16:creationId xmlns:a16="http://schemas.microsoft.com/office/drawing/2014/main" id="{6A22DDED-4CEB-C717-F758-A4ECDDB6C1A0}"/>
                </a:ext>
              </a:extLst>
            </p:cNvPr>
            <p:cNvSpPr/>
            <p:nvPr/>
          </p:nvSpPr>
          <p:spPr>
            <a:xfrm>
              <a:off x="8636000" y="12065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bus merge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[3:0], [7:4] → [7:0]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4" name="b_merge_pin_[3:0]">
              <a:extLst>
                <a:ext uri="{FF2B5EF4-FFF2-40B4-BE49-F238E27FC236}">
                  <a16:creationId xmlns:a16="http://schemas.microsoft.com/office/drawing/2014/main" id="{E512BDED-6C8A-9DEE-B087-2E276C064369}"/>
                </a:ext>
              </a:extLst>
            </p:cNvPr>
            <p:cNvSpPr/>
            <p:nvPr/>
          </p:nvSpPr>
          <p:spPr>
            <a:xfrm>
              <a:off x="8509000" y="167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5" name="b_merge_lbl_[3:0]">
              <a:extLst>
                <a:ext uri="{FF2B5EF4-FFF2-40B4-BE49-F238E27FC236}">
                  <a16:creationId xmlns:a16="http://schemas.microsoft.com/office/drawing/2014/main" id="{0B0D8BB3-6DE0-8F77-7EBE-51F6158134A3}"/>
                </a:ext>
              </a:extLst>
            </p:cNvPr>
            <p:cNvSpPr txBox="1"/>
            <p:nvPr/>
          </p:nvSpPr>
          <p:spPr>
            <a:xfrm>
              <a:off x="86868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6" name="b_merge_pin_[7:4]">
              <a:extLst>
                <a:ext uri="{FF2B5EF4-FFF2-40B4-BE49-F238E27FC236}">
                  <a16:creationId xmlns:a16="http://schemas.microsoft.com/office/drawing/2014/main" id="{F2FDEFDD-04A6-CAA2-A494-F669F07C11DC}"/>
                </a:ext>
              </a:extLst>
            </p:cNvPr>
            <p:cNvSpPr/>
            <p:nvPr/>
          </p:nvSpPr>
          <p:spPr>
            <a:xfrm>
              <a:off x="8509000" y="1930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b_merge_lbl_[7:4]">
              <a:extLst>
                <a:ext uri="{FF2B5EF4-FFF2-40B4-BE49-F238E27FC236}">
                  <a16:creationId xmlns:a16="http://schemas.microsoft.com/office/drawing/2014/main" id="{E75CEA0A-F752-3EBD-C466-0BD032E58247}"/>
                </a:ext>
              </a:extLst>
            </p:cNvPr>
            <p:cNvSpPr txBox="1"/>
            <p:nvPr/>
          </p:nvSpPr>
          <p:spPr>
            <a:xfrm>
              <a:off x="8686800" y="1905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[7:4]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8" name="b_merge_pin_out[7:0]">
              <a:extLst>
                <a:ext uri="{FF2B5EF4-FFF2-40B4-BE49-F238E27FC236}">
                  <a16:creationId xmlns:a16="http://schemas.microsoft.com/office/drawing/2014/main" id="{49A60124-5EB0-6C9C-E648-32532191E39C}"/>
                </a:ext>
              </a:extLst>
            </p:cNvPr>
            <p:cNvSpPr/>
            <p:nvPr/>
          </p:nvSpPr>
          <p:spPr>
            <a:xfrm>
              <a:off x="10160000" y="167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" name="b_merge_lbl_out[7:0]">
              <a:extLst>
                <a:ext uri="{FF2B5EF4-FFF2-40B4-BE49-F238E27FC236}">
                  <a16:creationId xmlns:a16="http://schemas.microsoft.com/office/drawing/2014/main" id="{2CDF3568-0FA0-AADB-F032-FE4A0A928739}"/>
                </a:ext>
              </a:extLst>
            </p:cNvPr>
            <p:cNvSpPr txBox="1"/>
            <p:nvPr/>
          </p:nvSpPr>
          <p:spPr>
            <a:xfrm>
              <a:off x="9220200" y="16510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8" name="b_cat">
            <a:extLst>
              <a:ext uri="{FF2B5EF4-FFF2-40B4-BE49-F238E27FC236}">
                <a16:creationId xmlns:a16="http://schemas.microsoft.com/office/drawing/2014/main" id="{F07A75F0-FC63-3395-F391-87BDF40EF1CA}"/>
              </a:ext>
            </a:extLst>
          </p:cNvPr>
          <p:cNvGrpSpPr/>
          <p:nvPr/>
        </p:nvGrpSpPr>
        <p:grpSpPr>
          <a:xfrm>
            <a:off x="6223002" y="2667000"/>
            <a:ext cx="1778000" cy="1016000"/>
            <a:chOff x="6223000" y="2667000"/>
            <a:chExt cx="1778000" cy="1016000"/>
          </a:xfrm>
        </p:grpSpPr>
        <p:sp>
          <p:nvSpPr>
            <p:cNvPr id="51" name="b_cat_body">
              <a:extLst>
                <a:ext uri="{FF2B5EF4-FFF2-40B4-BE49-F238E27FC236}">
                  <a16:creationId xmlns:a16="http://schemas.microsoft.com/office/drawing/2014/main" id="{BCFFD0F3-986A-B214-C6DA-16AF004803DF}"/>
                </a:ext>
              </a:extLst>
            </p:cNvPr>
            <p:cNvSpPr/>
            <p:nvPr/>
          </p:nvSpPr>
          <p:spPr>
            <a:xfrm>
              <a:off x="6350000" y="2667000"/>
              <a:ext cx="15240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2" name="b_cat_pin_hi">
              <a:extLst>
                <a:ext uri="{FF2B5EF4-FFF2-40B4-BE49-F238E27FC236}">
                  <a16:creationId xmlns:a16="http://schemas.microsoft.com/office/drawing/2014/main" id="{BFD5CC60-67D9-CA63-C79A-6FB00D9F1AE6}"/>
                </a:ext>
              </a:extLst>
            </p:cNvPr>
            <p:cNvSpPr/>
            <p:nvPr/>
          </p:nvSpPr>
          <p:spPr>
            <a:xfrm>
              <a:off x="6248400" y="3149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" name="b_cat_lbl_hi">
              <a:extLst>
                <a:ext uri="{FF2B5EF4-FFF2-40B4-BE49-F238E27FC236}">
                  <a16:creationId xmlns:a16="http://schemas.microsoft.com/office/drawing/2014/main" id="{E67B2ED3-01DB-C335-B155-0D6688547FA9}"/>
                </a:ext>
              </a:extLst>
            </p:cNvPr>
            <p:cNvSpPr txBox="1"/>
            <p:nvPr/>
          </p:nvSpPr>
          <p:spPr>
            <a:xfrm>
              <a:off x="64008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4" name="b_cat_pin_lo[7:0]">
              <a:extLst>
                <a:ext uri="{FF2B5EF4-FFF2-40B4-BE49-F238E27FC236}">
                  <a16:creationId xmlns:a16="http://schemas.microsoft.com/office/drawing/2014/main" id="{A0C9A8A1-89F8-5F51-71E1-3826A8D190BA}"/>
                </a:ext>
              </a:extLst>
            </p:cNvPr>
            <p:cNvSpPr/>
            <p:nvPr/>
          </p:nvSpPr>
          <p:spPr>
            <a:xfrm>
              <a:off x="6223000" y="339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" name="b_cat_lbl_lo[7:0]">
              <a:extLst>
                <a:ext uri="{FF2B5EF4-FFF2-40B4-BE49-F238E27FC236}">
                  <a16:creationId xmlns:a16="http://schemas.microsoft.com/office/drawing/2014/main" id="{C00F83E1-6D96-0FCB-3D2F-DCAA8DF63B93}"/>
                </a:ext>
              </a:extLst>
            </p:cNvPr>
            <p:cNvSpPr txBox="1"/>
            <p:nvPr/>
          </p:nvSpPr>
          <p:spPr>
            <a:xfrm>
              <a:off x="6400800" y="336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6" name="b_cat_pin_out[8:0]">
              <a:extLst>
                <a:ext uri="{FF2B5EF4-FFF2-40B4-BE49-F238E27FC236}">
                  <a16:creationId xmlns:a16="http://schemas.microsoft.com/office/drawing/2014/main" id="{1E2B384C-43B7-BC4F-2671-CB5F96907A96}"/>
                </a:ext>
              </a:extLst>
            </p:cNvPr>
            <p:cNvSpPr/>
            <p:nvPr/>
          </p:nvSpPr>
          <p:spPr>
            <a:xfrm>
              <a:off x="7874000" y="3136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b_cat_lbl_out[8:0]">
              <a:extLst>
                <a:ext uri="{FF2B5EF4-FFF2-40B4-BE49-F238E27FC236}">
                  <a16:creationId xmlns:a16="http://schemas.microsoft.com/office/drawing/2014/main" id="{F3DCD2CC-D5B1-63B3-BF0D-91A9DB26D236}"/>
                </a:ext>
              </a:extLst>
            </p:cNvPr>
            <p:cNvSpPr txBox="1"/>
            <p:nvPr/>
          </p:nvSpPr>
          <p:spPr>
            <a:xfrm>
              <a:off x="69342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64" name="b_bit">
            <a:extLst>
              <a:ext uri="{FF2B5EF4-FFF2-40B4-BE49-F238E27FC236}">
                <a16:creationId xmlns:a16="http://schemas.microsoft.com/office/drawing/2014/main" id="{F53F579D-2653-4C1F-AEE7-6D04DDACC7C4}"/>
              </a:ext>
            </a:extLst>
          </p:cNvPr>
          <p:cNvGrpSpPr/>
          <p:nvPr/>
        </p:nvGrpSpPr>
        <p:grpSpPr>
          <a:xfrm>
            <a:off x="8509002" y="2667001"/>
            <a:ext cx="1778000" cy="762000"/>
            <a:chOff x="8509000" y="2667000"/>
            <a:chExt cx="1778000" cy="762000"/>
          </a:xfrm>
        </p:grpSpPr>
        <p:sp>
          <p:nvSpPr>
            <p:cNvPr id="59" name="b_bit_body">
              <a:extLst>
                <a:ext uri="{FF2B5EF4-FFF2-40B4-BE49-F238E27FC236}">
                  <a16:creationId xmlns:a16="http://schemas.microsoft.com/office/drawing/2014/main" id="{C008BD96-433A-291B-95BB-8679776B2CFB}"/>
                </a:ext>
              </a:extLst>
            </p:cNvPr>
            <p:cNvSpPr/>
            <p:nvPr/>
          </p:nvSpPr>
          <p:spPr>
            <a:xfrm>
              <a:off x="8636000" y="2667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bit select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in[n]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0" name="b_bit_pin_in[7:0]">
              <a:extLst>
                <a:ext uri="{FF2B5EF4-FFF2-40B4-BE49-F238E27FC236}">
                  <a16:creationId xmlns:a16="http://schemas.microsoft.com/office/drawing/2014/main" id="{1BF430C8-BAF6-0036-8B3A-1BDBEE6164C9}"/>
                </a:ext>
              </a:extLst>
            </p:cNvPr>
            <p:cNvSpPr/>
            <p:nvPr/>
          </p:nvSpPr>
          <p:spPr>
            <a:xfrm>
              <a:off x="8509000" y="3136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1" name="b_bit_lbl_in[7:0]">
              <a:extLst>
                <a:ext uri="{FF2B5EF4-FFF2-40B4-BE49-F238E27FC236}">
                  <a16:creationId xmlns:a16="http://schemas.microsoft.com/office/drawing/2014/main" id="{46960913-D526-6CFB-CEC6-8677D5D3B4D4}"/>
                </a:ext>
              </a:extLst>
            </p:cNvPr>
            <p:cNvSpPr txBox="1"/>
            <p:nvPr/>
          </p:nvSpPr>
          <p:spPr>
            <a:xfrm>
              <a:off x="86868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in[7:0]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2" name="b_bit_pin_in[n]">
              <a:extLst>
                <a:ext uri="{FF2B5EF4-FFF2-40B4-BE49-F238E27FC236}">
                  <a16:creationId xmlns:a16="http://schemas.microsoft.com/office/drawing/2014/main" id="{D57A5A89-3F62-A403-9139-F01F64E3291F}"/>
                </a:ext>
              </a:extLst>
            </p:cNvPr>
            <p:cNvSpPr/>
            <p:nvPr/>
          </p:nvSpPr>
          <p:spPr>
            <a:xfrm>
              <a:off x="10160000" y="3136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3" name="b_bit_lbl_in[n]">
              <a:extLst>
                <a:ext uri="{FF2B5EF4-FFF2-40B4-BE49-F238E27FC236}">
                  <a16:creationId xmlns:a16="http://schemas.microsoft.com/office/drawing/2014/main" id="{C6DD536D-46EF-7C8A-3B75-BA017C8EA83E}"/>
                </a:ext>
              </a:extLst>
            </p:cNvPr>
            <p:cNvSpPr txBox="1"/>
            <p:nvPr/>
          </p:nvSpPr>
          <p:spPr>
            <a:xfrm>
              <a:off x="9220200" y="3111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in[n]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68" name="c_0">
            <a:extLst>
              <a:ext uri="{FF2B5EF4-FFF2-40B4-BE49-F238E27FC236}">
                <a16:creationId xmlns:a16="http://schemas.microsoft.com/office/drawing/2014/main" id="{6A937D60-BC35-A405-E425-EC728D5C56B1}"/>
              </a:ext>
            </a:extLst>
          </p:cNvPr>
          <p:cNvGrpSpPr/>
          <p:nvPr/>
        </p:nvGrpSpPr>
        <p:grpSpPr>
          <a:xfrm>
            <a:off x="508001" y="2667001"/>
            <a:ext cx="990601" cy="762000"/>
            <a:chOff x="508000" y="2667000"/>
            <a:chExt cx="990600" cy="762000"/>
          </a:xfrm>
        </p:grpSpPr>
        <p:sp>
          <p:nvSpPr>
            <p:cNvPr id="65" name="c_0_body">
              <a:extLst>
                <a:ext uri="{FF2B5EF4-FFF2-40B4-BE49-F238E27FC236}">
                  <a16:creationId xmlns:a16="http://schemas.microsoft.com/office/drawing/2014/main" id="{8A53549E-AEFE-B6F8-D448-1A57A58B4073}"/>
                </a:ext>
              </a:extLst>
            </p:cNvPr>
            <p:cNvSpPr/>
            <p:nvPr/>
          </p:nvSpPr>
          <p:spPr>
            <a:xfrm>
              <a:off x="508000" y="2667000"/>
              <a:ext cx="889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1'b0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const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6" name="c_0_pin_0">
              <a:extLst>
                <a:ext uri="{FF2B5EF4-FFF2-40B4-BE49-F238E27FC236}">
                  <a16:creationId xmlns:a16="http://schemas.microsoft.com/office/drawing/2014/main" id="{9362399E-D886-8F17-549E-9C2158A0B91A}"/>
                </a:ext>
              </a:extLst>
            </p:cNvPr>
            <p:cNvSpPr/>
            <p:nvPr/>
          </p:nvSpPr>
          <p:spPr>
            <a:xfrm>
              <a:off x="1397000" y="3149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" name="c_0_lbl_0">
              <a:extLst>
                <a:ext uri="{FF2B5EF4-FFF2-40B4-BE49-F238E27FC236}">
                  <a16:creationId xmlns:a16="http://schemas.microsoft.com/office/drawing/2014/main" id="{55612B25-5329-1C88-C511-8584713C31C2}"/>
                </a:ext>
              </a:extLst>
            </p:cNvPr>
            <p:cNvSpPr txBox="1"/>
            <p:nvPr/>
          </p:nvSpPr>
          <p:spPr>
            <a:xfrm>
              <a:off x="774700" y="31115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0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2" name="c_1">
            <a:extLst>
              <a:ext uri="{FF2B5EF4-FFF2-40B4-BE49-F238E27FC236}">
                <a16:creationId xmlns:a16="http://schemas.microsoft.com/office/drawing/2014/main" id="{83FCF767-437F-773D-B9FD-CB6DD64A699C}"/>
              </a:ext>
            </a:extLst>
          </p:cNvPr>
          <p:cNvGrpSpPr/>
          <p:nvPr/>
        </p:nvGrpSpPr>
        <p:grpSpPr>
          <a:xfrm>
            <a:off x="1905000" y="2667001"/>
            <a:ext cx="990601" cy="762000"/>
            <a:chOff x="1905000" y="2667000"/>
            <a:chExt cx="990600" cy="762000"/>
          </a:xfrm>
        </p:grpSpPr>
        <p:sp>
          <p:nvSpPr>
            <p:cNvPr id="69" name="c_1_body">
              <a:extLst>
                <a:ext uri="{FF2B5EF4-FFF2-40B4-BE49-F238E27FC236}">
                  <a16:creationId xmlns:a16="http://schemas.microsoft.com/office/drawing/2014/main" id="{DCAF9241-CD06-CC0C-7249-A6B42AD33809}"/>
                </a:ext>
              </a:extLst>
            </p:cNvPr>
            <p:cNvSpPr/>
            <p:nvPr/>
          </p:nvSpPr>
          <p:spPr>
            <a:xfrm>
              <a:off x="1905000" y="2667000"/>
              <a:ext cx="889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1'b1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const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0" name="c_1_pin_1">
              <a:extLst>
                <a:ext uri="{FF2B5EF4-FFF2-40B4-BE49-F238E27FC236}">
                  <a16:creationId xmlns:a16="http://schemas.microsoft.com/office/drawing/2014/main" id="{5701C8D4-A91F-1362-4CBB-A65105FAA410}"/>
                </a:ext>
              </a:extLst>
            </p:cNvPr>
            <p:cNvSpPr/>
            <p:nvPr/>
          </p:nvSpPr>
          <p:spPr>
            <a:xfrm>
              <a:off x="2794000" y="3149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1" name="c_1_lbl_1">
              <a:extLst>
                <a:ext uri="{FF2B5EF4-FFF2-40B4-BE49-F238E27FC236}">
                  <a16:creationId xmlns:a16="http://schemas.microsoft.com/office/drawing/2014/main" id="{2A4C01E2-18DE-AB7B-C02D-AD0665013C40}"/>
                </a:ext>
              </a:extLst>
            </p:cNvPr>
            <p:cNvSpPr txBox="1"/>
            <p:nvPr/>
          </p:nvSpPr>
          <p:spPr>
            <a:xfrm>
              <a:off x="2171700" y="3111500"/>
              <a:ext cx="571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1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5" name="p_in1">
            <a:extLst>
              <a:ext uri="{FF2B5EF4-FFF2-40B4-BE49-F238E27FC236}">
                <a16:creationId xmlns:a16="http://schemas.microsoft.com/office/drawing/2014/main" id="{E9B3B911-C699-C92C-87C5-D5923604C5A4}"/>
              </a:ext>
            </a:extLst>
          </p:cNvPr>
          <p:cNvGrpSpPr/>
          <p:nvPr/>
        </p:nvGrpSpPr>
        <p:grpSpPr>
          <a:xfrm>
            <a:off x="508000" y="4064002"/>
            <a:ext cx="1524000" cy="254000"/>
            <a:chOff x="508000" y="4064000"/>
            <a:chExt cx="1524000" cy="254000"/>
          </a:xfrm>
        </p:grpSpPr>
        <p:sp>
          <p:nvSpPr>
            <p:cNvPr id="73" name="p_in1_body">
              <a:extLst>
                <a:ext uri="{FF2B5EF4-FFF2-40B4-BE49-F238E27FC236}">
                  <a16:creationId xmlns:a16="http://schemas.microsoft.com/office/drawing/2014/main" id="{C7B56193-E099-126F-C0F9-FFF0323DF44D}"/>
                </a:ext>
              </a:extLst>
            </p:cNvPr>
            <p:cNvSpPr/>
            <p:nvPr/>
          </p:nvSpPr>
          <p:spPr>
            <a:xfrm>
              <a:off x="508000" y="4064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4" name="p_in1_pin">
              <a:extLst>
                <a:ext uri="{FF2B5EF4-FFF2-40B4-BE49-F238E27FC236}">
                  <a16:creationId xmlns:a16="http://schemas.microsoft.com/office/drawing/2014/main" id="{E5D8255E-7950-C2B9-05BE-3B786E98855C}"/>
                </a:ext>
              </a:extLst>
            </p:cNvPr>
            <p:cNvSpPr/>
            <p:nvPr/>
          </p:nvSpPr>
          <p:spPr>
            <a:xfrm>
              <a:off x="1930400" y="41402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78" name="p_inb">
            <a:extLst>
              <a:ext uri="{FF2B5EF4-FFF2-40B4-BE49-F238E27FC236}">
                <a16:creationId xmlns:a16="http://schemas.microsoft.com/office/drawing/2014/main" id="{3F41097D-40AB-9803-99BE-71657AA2D572}"/>
              </a:ext>
            </a:extLst>
          </p:cNvPr>
          <p:cNvGrpSpPr/>
          <p:nvPr/>
        </p:nvGrpSpPr>
        <p:grpSpPr>
          <a:xfrm>
            <a:off x="508000" y="4445001"/>
            <a:ext cx="1549401" cy="254000"/>
            <a:chOff x="508000" y="4445000"/>
            <a:chExt cx="1549400" cy="254000"/>
          </a:xfrm>
        </p:grpSpPr>
        <p:sp>
          <p:nvSpPr>
            <p:cNvPr id="76" name="p_inb_body">
              <a:extLst>
                <a:ext uri="{FF2B5EF4-FFF2-40B4-BE49-F238E27FC236}">
                  <a16:creationId xmlns:a16="http://schemas.microsoft.com/office/drawing/2014/main" id="{CD50474C-6E12-F540-1CBA-E5B60B945A68}"/>
                </a:ext>
              </a:extLst>
            </p:cNvPr>
            <p:cNvSpPr/>
            <p:nvPr/>
          </p:nvSpPr>
          <p:spPr>
            <a:xfrm>
              <a:off x="508000" y="4445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7" name="p_inb_pin">
              <a:extLst>
                <a:ext uri="{FF2B5EF4-FFF2-40B4-BE49-F238E27FC236}">
                  <a16:creationId xmlns:a16="http://schemas.microsoft.com/office/drawing/2014/main" id="{DB1CE835-72BD-E8A1-23B3-8BC56E16DA4F}"/>
                </a:ext>
              </a:extLst>
            </p:cNvPr>
            <p:cNvSpPr/>
            <p:nvPr/>
          </p:nvSpPr>
          <p:spPr>
            <a:xfrm>
              <a:off x="1930400" y="4508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1" name="p_out1">
            <a:extLst>
              <a:ext uri="{FF2B5EF4-FFF2-40B4-BE49-F238E27FC236}">
                <a16:creationId xmlns:a16="http://schemas.microsoft.com/office/drawing/2014/main" id="{7043B491-50B4-4AD4-E631-EAEC2FC32651}"/>
              </a:ext>
            </a:extLst>
          </p:cNvPr>
          <p:cNvGrpSpPr/>
          <p:nvPr/>
        </p:nvGrpSpPr>
        <p:grpSpPr>
          <a:xfrm>
            <a:off x="2819401" y="4064002"/>
            <a:ext cx="1524000" cy="254000"/>
            <a:chOff x="2819400" y="4064000"/>
            <a:chExt cx="1524000" cy="254000"/>
          </a:xfrm>
        </p:grpSpPr>
        <p:sp>
          <p:nvSpPr>
            <p:cNvPr id="79" name="p_out1_body">
              <a:extLst>
                <a:ext uri="{FF2B5EF4-FFF2-40B4-BE49-F238E27FC236}">
                  <a16:creationId xmlns:a16="http://schemas.microsoft.com/office/drawing/2014/main" id="{1AC962DA-D582-B3B9-C91E-6A02B334CC37}"/>
                </a:ext>
              </a:extLst>
            </p:cNvPr>
            <p:cNvSpPr/>
            <p:nvPr/>
          </p:nvSpPr>
          <p:spPr>
            <a:xfrm>
              <a:off x="2921000" y="4064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0" name="p_out1_pin">
              <a:extLst>
                <a:ext uri="{FF2B5EF4-FFF2-40B4-BE49-F238E27FC236}">
                  <a16:creationId xmlns:a16="http://schemas.microsoft.com/office/drawing/2014/main" id="{EEF437DE-8EA5-3DA0-17CB-DAC28517561B}"/>
                </a:ext>
              </a:extLst>
            </p:cNvPr>
            <p:cNvSpPr/>
            <p:nvPr/>
          </p:nvSpPr>
          <p:spPr>
            <a:xfrm>
              <a:off x="2819400" y="41402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4" name="p_outb">
            <a:extLst>
              <a:ext uri="{FF2B5EF4-FFF2-40B4-BE49-F238E27FC236}">
                <a16:creationId xmlns:a16="http://schemas.microsoft.com/office/drawing/2014/main" id="{ECA29E91-63AB-D732-8262-0496DB738CB8}"/>
              </a:ext>
            </a:extLst>
          </p:cNvPr>
          <p:cNvGrpSpPr/>
          <p:nvPr/>
        </p:nvGrpSpPr>
        <p:grpSpPr>
          <a:xfrm>
            <a:off x="2794000" y="4445001"/>
            <a:ext cx="1549401" cy="254000"/>
            <a:chOff x="2794000" y="4445000"/>
            <a:chExt cx="1549400" cy="254000"/>
          </a:xfrm>
        </p:grpSpPr>
        <p:sp>
          <p:nvSpPr>
            <p:cNvPr id="82" name="p_outb_body">
              <a:extLst>
                <a:ext uri="{FF2B5EF4-FFF2-40B4-BE49-F238E27FC236}">
                  <a16:creationId xmlns:a16="http://schemas.microsoft.com/office/drawing/2014/main" id="{2B954861-ECC2-3F8B-178B-FEE90DAAE604}"/>
                </a:ext>
              </a:extLst>
            </p:cNvPr>
            <p:cNvSpPr/>
            <p:nvPr/>
          </p:nvSpPr>
          <p:spPr>
            <a:xfrm>
              <a:off x="2921000" y="444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3" name="p_outb_pin">
              <a:extLst>
                <a:ext uri="{FF2B5EF4-FFF2-40B4-BE49-F238E27FC236}">
                  <a16:creationId xmlns:a16="http://schemas.microsoft.com/office/drawing/2014/main" id="{9E839471-E810-1437-C3A6-95F73E6E896E}"/>
                </a:ext>
              </a:extLst>
            </p:cNvPr>
            <p:cNvSpPr/>
            <p:nvPr/>
          </p:nvSpPr>
          <p:spPr>
            <a:xfrm>
              <a:off x="2794000" y="450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F740C934-F6F0-3BA3-F733-7E382DEADCC6}"/>
              </a:ext>
            </a:extLst>
          </p:cNvPr>
          <p:cNvSpPr txBox="1"/>
          <p:nvPr/>
        </p:nvSpPr>
        <p:spPr>
          <a:xfrm>
            <a:off x="508000" y="48260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입력 포트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(Top</a:t>
            </a:r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input)</a:t>
            </a:r>
            <a:endParaRPr lang="ko-KR" altLang="en-US" sz="900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7309C1-3E7A-6E5F-5242-6A8C37441FFA}"/>
              </a:ext>
            </a:extLst>
          </p:cNvPr>
          <p:cNvSpPr txBox="1"/>
          <p:nvPr/>
        </p:nvSpPr>
        <p:spPr>
          <a:xfrm>
            <a:off x="2921001" y="4826001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출력 포트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(Top</a:t>
            </a:r>
            <a:r>
              <a:rPr lang="ko-KR" altLang="en-US" sz="900">
                <a:solidFill>
                  <a:srgbClr val="6B7280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900">
                <a:solidFill>
                  <a:srgbClr val="6B7280"/>
                </a:solidFill>
                <a:latin typeface="Malgun Gothic" panose="020B0503020000020004" pitchFamily="50" charset="-127"/>
              </a:rPr>
              <a:t>output)</a:t>
            </a:r>
            <a:endParaRPr lang="ko-KR" altLang="en-US" sz="900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46DEF3-2778-68E9-1E2F-39DD03A3FD04}"/>
              </a:ext>
            </a:extLst>
          </p:cNvPr>
          <p:cNvSpPr txBox="1"/>
          <p:nvPr/>
        </p:nvSpPr>
        <p:spPr>
          <a:xfrm>
            <a:off x="5334001" y="3810001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Basys3 </a:t>
            </a:r>
            <a:r>
              <a:rPr lang="ko-KR" altLang="en-US" sz="1100" b="1">
                <a:solidFill>
                  <a:srgbClr val="1F2937"/>
                </a:solidFill>
                <a:latin typeface="Malgun Gothic" panose="020B0503020000020004" pitchFamily="50" charset="-127"/>
              </a:rPr>
              <a:t>보드</a:t>
            </a:r>
          </a:p>
        </p:txBody>
      </p:sp>
      <p:grpSp>
        <p:nvGrpSpPr>
          <p:cNvPr id="91" name="bd_swl">
            <a:extLst>
              <a:ext uri="{FF2B5EF4-FFF2-40B4-BE49-F238E27FC236}">
                <a16:creationId xmlns:a16="http://schemas.microsoft.com/office/drawing/2014/main" id="{C6A36EC3-E39E-3367-957D-CEF28C561314}"/>
              </a:ext>
            </a:extLst>
          </p:cNvPr>
          <p:cNvGrpSpPr/>
          <p:nvPr/>
        </p:nvGrpSpPr>
        <p:grpSpPr>
          <a:xfrm>
            <a:off x="5334000" y="4127500"/>
            <a:ext cx="1524000" cy="762000"/>
            <a:chOff x="5334000" y="4127500"/>
            <a:chExt cx="1524000" cy="762000"/>
          </a:xfrm>
        </p:grpSpPr>
        <p:sp>
          <p:nvSpPr>
            <p:cNvPr id="88" name="bd_swl_body">
              <a:extLst>
                <a:ext uri="{FF2B5EF4-FFF2-40B4-BE49-F238E27FC236}">
                  <a16:creationId xmlns:a16="http://schemas.microsoft.com/office/drawing/2014/main" id="{6D4E5C24-0CBD-92F8-3441-1AC3170FBAE8}"/>
                </a:ext>
              </a:extLst>
            </p:cNvPr>
            <p:cNvSpPr/>
            <p:nvPr/>
          </p:nvSpPr>
          <p:spPr>
            <a:xfrm>
              <a:off x="5334000" y="41275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SW0 ~ SW7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V17 … W13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9" name="bd_swl_pin_sw[7:0]">
              <a:extLst>
                <a:ext uri="{FF2B5EF4-FFF2-40B4-BE49-F238E27FC236}">
                  <a16:creationId xmlns:a16="http://schemas.microsoft.com/office/drawing/2014/main" id="{836087EF-BFD2-F451-8D70-8A1A0A593DB4}"/>
                </a:ext>
              </a:extLst>
            </p:cNvPr>
            <p:cNvSpPr/>
            <p:nvPr/>
          </p:nvSpPr>
          <p:spPr>
            <a:xfrm>
              <a:off x="6731000" y="4597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0" name="bd_swl_lbl_sw[7:0]">
              <a:extLst>
                <a:ext uri="{FF2B5EF4-FFF2-40B4-BE49-F238E27FC236}">
                  <a16:creationId xmlns:a16="http://schemas.microsoft.com/office/drawing/2014/main" id="{D2AA9D79-87EB-05EF-5D99-D12901F9F9F2}"/>
                </a:ext>
              </a:extLst>
            </p:cNvPr>
            <p:cNvSpPr txBox="1"/>
            <p:nvPr/>
          </p:nvSpPr>
          <p:spPr>
            <a:xfrm>
              <a:off x="5854700" y="45720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95" name="bd_swh">
            <a:extLst>
              <a:ext uri="{FF2B5EF4-FFF2-40B4-BE49-F238E27FC236}">
                <a16:creationId xmlns:a16="http://schemas.microsoft.com/office/drawing/2014/main" id="{D65B5F5F-FCE3-15E3-324D-04402309DB6B}"/>
              </a:ext>
            </a:extLst>
          </p:cNvPr>
          <p:cNvGrpSpPr/>
          <p:nvPr/>
        </p:nvGrpSpPr>
        <p:grpSpPr>
          <a:xfrm>
            <a:off x="5334000" y="5080002"/>
            <a:ext cx="1524000" cy="762000"/>
            <a:chOff x="5334000" y="5080000"/>
            <a:chExt cx="1524000" cy="762000"/>
          </a:xfrm>
        </p:grpSpPr>
        <p:sp>
          <p:nvSpPr>
            <p:cNvPr id="92" name="bd_swh_body">
              <a:extLst>
                <a:ext uri="{FF2B5EF4-FFF2-40B4-BE49-F238E27FC236}">
                  <a16:creationId xmlns:a16="http://schemas.microsoft.com/office/drawing/2014/main" id="{9D4058D4-2B68-5C77-6D3E-D064CF869DCB}"/>
                </a:ext>
              </a:extLst>
            </p:cNvPr>
            <p:cNvSpPr/>
            <p:nvPr/>
          </p:nvSpPr>
          <p:spPr>
            <a:xfrm>
              <a:off x="5334000" y="50800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SW8 ~ SW15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V2 … R2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93" name="bd_swh_pin_sw[15:8]">
              <a:extLst>
                <a:ext uri="{FF2B5EF4-FFF2-40B4-BE49-F238E27FC236}">
                  <a16:creationId xmlns:a16="http://schemas.microsoft.com/office/drawing/2014/main" id="{525D7B46-4E8F-903F-0FB6-BC3A6975C0D6}"/>
                </a:ext>
              </a:extLst>
            </p:cNvPr>
            <p:cNvSpPr/>
            <p:nvPr/>
          </p:nvSpPr>
          <p:spPr>
            <a:xfrm>
              <a:off x="6731000" y="5549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4" name="bd_swh_lbl_sw[15:8]">
              <a:extLst>
                <a:ext uri="{FF2B5EF4-FFF2-40B4-BE49-F238E27FC236}">
                  <a16:creationId xmlns:a16="http://schemas.microsoft.com/office/drawing/2014/main" id="{8CF99C64-BE26-9D4A-EDF3-C992BE5CD8E5}"/>
                </a:ext>
              </a:extLst>
            </p:cNvPr>
            <p:cNvSpPr txBox="1"/>
            <p:nvPr/>
          </p:nvSpPr>
          <p:spPr>
            <a:xfrm>
              <a:off x="5854700" y="55245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sw[15:8]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99" name="bd_btn">
            <a:extLst>
              <a:ext uri="{FF2B5EF4-FFF2-40B4-BE49-F238E27FC236}">
                <a16:creationId xmlns:a16="http://schemas.microsoft.com/office/drawing/2014/main" id="{34865D18-236D-7D61-3734-758D12AC1630}"/>
              </a:ext>
            </a:extLst>
          </p:cNvPr>
          <p:cNvGrpSpPr/>
          <p:nvPr/>
        </p:nvGrpSpPr>
        <p:grpSpPr>
          <a:xfrm>
            <a:off x="5334001" y="5969001"/>
            <a:ext cx="1498601" cy="762000"/>
            <a:chOff x="5334000" y="5969000"/>
            <a:chExt cx="1498600" cy="762000"/>
          </a:xfrm>
        </p:grpSpPr>
        <p:sp>
          <p:nvSpPr>
            <p:cNvPr id="96" name="bd_btn_body">
              <a:extLst>
                <a:ext uri="{FF2B5EF4-FFF2-40B4-BE49-F238E27FC236}">
                  <a16:creationId xmlns:a16="http://schemas.microsoft.com/office/drawing/2014/main" id="{EF7B30A3-F199-2A9F-4D18-8F4195741740}"/>
                </a:ext>
              </a:extLst>
            </p:cNvPr>
            <p:cNvSpPr/>
            <p:nvPr/>
          </p:nvSpPr>
          <p:spPr>
            <a:xfrm>
              <a:off x="5334000" y="59690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BTN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U18 C / W19 L / T17 R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97" name="bd_btn_pin_btn">
              <a:extLst>
                <a:ext uri="{FF2B5EF4-FFF2-40B4-BE49-F238E27FC236}">
                  <a16:creationId xmlns:a16="http://schemas.microsoft.com/office/drawing/2014/main" id="{9D1A9BFE-A3C9-6AA8-66C4-BAD72E2C5232}"/>
                </a:ext>
              </a:extLst>
            </p:cNvPr>
            <p:cNvSpPr/>
            <p:nvPr/>
          </p:nvSpPr>
          <p:spPr>
            <a:xfrm>
              <a:off x="6731000" y="6451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8" name="bd_btn_lbl_btn">
              <a:extLst>
                <a:ext uri="{FF2B5EF4-FFF2-40B4-BE49-F238E27FC236}">
                  <a16:creationId xmlns:a16="http://schemas.microsoft.com/office/drawing/2014/main" id="{5DCDC078-684C-4BDC-EBBE-626AC87EE683}"/>
                </a:ext>
              </a:extLst>
            </p:cNvPr>
            <p:cNvSpPr txBox="1"/>
            <p:nvPr/>
          </p:nvSpPr>
          <p:spPr>
            <a:xfrm>
              <a:off x="5854700" y="64135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btn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103" name="bd_led">
            <a:extLst>
              <a:ext uri="{FF2B5EF4-FFF2-40B4-BE49-F238E27FC236}">
                <a16:creationId xmlns:a16="http://schemas.microsoft.com/office/drawing/2014/main" id="{8F5A4696-ACEA-69E0-4716-6D0F5C61774F}"/>
              </a:ext>
            </a:extLst>
          </p:cNvPr>
          <p:cNvGrpSpPr/>
          <p:nvPr/>
        </p:nvGrpSpPr>
        <p:grpSpPr>
          <a:xfrm>
            <a:off x="8001001" y="4127500"/>
            <a:ext cx="1524000" cy="762000"/>
            <a:chOff x="8001000" y="4127500"/>
            <a:chExt cx="1524000" cy="762000"/>
          </a:xfrm>
        </p:grpSpPr>
        <p:sp>
          <p:nvSpPr>
            <p:cNvPr id="100" name="bd_led_body">
              <a:extLst>
                <a:ext uri="{FF2B5EF4-FFF2-40B4-BE49-F238E27FC236}">
                  <a16:creationId xmlns:a16="http://schemas.microsoft.com/office/drawing/2014/main" id="{D2C58EF9-03BE-2187-23BF-C2FC25385AB0}"/>
                </a:ext>
              </a:extLst>
            </p:cNvPr>
            <p:cNvSpPr/>
            <p:nvPr/>
          </p:nvSpPr>
          <p:spPr>
            <a:xfrm>
              <a:off x="8128000" y="4127500"/>
              <a:ext cx="1397000" cy="762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LED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LD0 … LD15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1" name="bd_led_pin_led[15:0]">
              <a:extLst>
                <a:ext uri="{FF2B5EF4-FFF2-40B4-BE49-F238E27FC236}">
                  <a16:creationId xmlns:a16="http://schemas.microsoft.com/office/drawing/2014/main" id="{03F90B9B-000B-FD98-F45E-9D0A18E8B0FB}"/>
                </a:ext>
              </a:extLst>
            </p:cNvPr>
            <p:cNvSpPr/>
            <p:nvPr/>
          </p:nvSpPr>
          <p:spPr>
            <a:xfrm>
              <a:off x="8001000" y="4597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2" name="bd_led_lbl_led[15:0]">
              <a:extLst>
                <a:ext uri="{FF2B5EF4-FFF2-40B4-BE49-F238E27FC236}">
                  <a16:creationId xmlns:a16="http://schemas.microsoft.com/office/drawing/2014/main" id="{4B394C91-D07C-34E6-4C88-CD9F49BFDFAA}"/>
                </a:ext>
              </a:extLst>
            </p:cNvPr>
            <p:cNvSpPr txBox="1"/>
            <p:nvPr/>
          </p:nvSpPr>
          <p:spPr>
            <a:xfrm>
              <a:off x="8178800" y="4572000"/>
              <a:ext cx="825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led[15:0]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109" name="bd_fnd">
            <a:extLst>
              <a:ext uri="{FF2B5EF4-FFF2-40B4-BE49-F238E27FC236}">
                <a16:creationId xmlns:a16="http://schemas.microsoft.com/office/drawing/2014/main" id="{9FE7FBBF-1759-AF13-19A4-AA7427F09093}"/>
              </a:ext>
            </a:extLst>
          </p:cNvPr>
          <p:cNvGrpSpPr/>
          <p:nvPr/>
        </p:nvGrpSpPr>
        <p:grpSpPr>
          <a:xfrm>
            <a:off x="8001002" y="5080001"/>
            <a:ext cx="1778000" cy="1016000"/>
            <a:chOff x="8001000" y="5080000"/>
            <a:chExt cx="1778000" cy="1016000"/>
          </a:xfrm>
        </p:grpSpPr>
        <p:sp>
          <p:nvSpPr>
            <p:cNvPr id="104" name="bd_fnd_body">
              <a:extLst>
                <a:ext uri="{FF2B5EF4-FFF2-40B4-BE49-F238E27FC236}">
                  <a16:creationId xmlns:a16="http://schemas.microsoft.com/office/drawing/2014/main" id="{1F93E445-EBDB-E78F-3A18-B85A97236F96}"/>
                </a:ext>
              </a:extLst>
            </p:cNvPr>
            <p:cNvSpPr/>
            <p:nvPr/>
          </p:nvSpPr>
          <p:spPr>
            <a:xfrm>
              <a:off x="8128000" y="5080000"/>
              <a:ext cx="1651000" cy="1016000"/>
            </a:xfrm>
            <a:prstGeom prst="roundRect">
              <a:avLst>
                <a:gd name="adj" fmla="val 6000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C2410C"/>
                  </a:solidFill>
                  <a:latin typeface="Malgun Gothic" panose="020B0503020000020004" pitchFamily="50" charset="-127"/>
                </a:rPr>
                <a:t>7-Segment (FND)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com : U2 U4 V4 W4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5" name="bd_fnd_pin_com[3:0]">
              <a:extLst>
                <a:ext uri="{FF2B5EF4-FFF2-40B4-BE49-F238E27FC236}">
                  <a16:creationId xmlns:a16="http://schemas.microsoft.com/office/drawing/2014/main" id="{CB45D1CD-3103-7CAF-469E-A1EF36EFA7E3}"/>
                </a:ext>
              </a:extLst>
            </p:cNvPr>
            <p:cNvSpPr/>
            <p:nvPr/>
          </p:nvSpPr>
          <p:spPr>
            <a:xfrm>
              <a:off x="8001000" y="5549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6" name="bd_fnd_lbl_com[3:0]">
              <a:extLst>
                <a:ext uri="{FF2B5EF4-FFF2-40B4-BE49-F238E27FC236}">
                  <a16:creationId xmlns:a16="http://schemas.microsoft.com/office/drawing/2014/main" id="{9930B006-758D-8590-8616-DDE0DCAB8AA6}"/>
                </a:ext>
              </a:extLst>
            </p:cNvPr>
            <p:cNvSpPr txBox="1"/>
            <p:nvPr/>
          </p:nvSpPr>
          <p:spPr>
            <a:xfrm>
              <a:off x="8178800" y="5524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com[3:0]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07" name="bd_fnd_pin_data[7:0]">
              <a:extLst>
                <a:ext uri="{FF2B5EF4-FFF2-40B4-BE49-F238E27FC236}">
                  <a16:creationId xmlns:a16="http://schemas.microsoft.com/office/drawing/2014/main" id="{B82DB15F-3BB6-49A8-2B1D-F4A2C6AC4A92}"/>
                </a:ext>
              </a:extLst>
            </p:cNvPr>
            <p:cNvSpPr/>
            <p:nvPr/>
          </p:nvSpPr>
          <p:spPr>
            <a:xfrm>
              <a:off x="8001000" y="580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8" name="bd_fnd_lbl_data[7:0]">
              <a:extLst>
                <a:ext uri="{FF2B5EF4-FFF2-40B4-BE49-F238E27FC236}">
                  <a16:creationId xmlns:a16="http://schemas.microsoft.com/office/drawing/2014/main" id="{04B67635-694A-4760-89E3-3983C7E18631}"/>
                </a:ext>
              </a:extLst>
            </p:cNvPr>
            <p:cNvSpPr txBox="1"/>
            <p:nvPr/>
          </p:nvSpPr>
          <p:spPr>
            <a:xfrm>
              <a:off x="8178800" y="577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8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40581-B29F-859B-882E-B55335A3E53A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0A3F9C-7DC3-9CC6-A8CE-752ACEAFF1E4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top_adder_fnd_8bit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F0330-5F4B-7A9F-63AB-44D4106ADEDA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끌어 보면 선이 따라옴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같은 방법으로 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구성</a:t>
            </a: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C967244E-18EB-A352-70FC-90592309AEC6}"/>
              </a:ext>
            </a:extLst>
          </p:cNvPr>
          <p:cNvSpPr/>
          <p:nvPr/>
        </p:nvSpPr>
        <p:spPr>
          <a:xfrm>
            <a:off x="1524001" y="1041400"/>
            <a:ext cx="8890000" cy="5588000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D1994-7AAC-AE3D-DF05-96128AE2FE35}"/>
              </a:ext>
            </a:extLst>
          </p:cNvPr>
          <p:cNvSpPr txBox="1"/>
          <p:nvPr/>
        </p:nvSpPr>
        <p:spPr>
          <a:xfrm>
            <a:off x="1651002" y="109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top_adder_fnd_8bit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" name="in_a">
            <a:extLst>
              <a:ext uri="{FF2B5EF4-FFF2-40B4-BE49-F238E27FC236}">
                <a16:creationId xmlns:a16="http://schemas.microsoft.com/office/drawing/2014/main" id="{4D67E86E-FEA1-19FC-2DC0-14C7A1040D3E}"/>
              </a:ext>
            </a:extLst>
          </p:cNvPr>
          <p:cNvGrpSpPr/>
          <p:nvPr/>
        </p:nvGrpSpPr>
        <p:grpSpPr>
          <a:xfrm>
            <a:off x="101600" y="1778002"/>
            <a:ext cx="1549401" cy="254000"/>
            <a:chOff x="101600" y="1778000"/>
            <a:chExt cx="1549400" cy="254000"/>
          </a:xfrm>
        </p:grpSpPr>
        <p:sp>
          <p:nvSpPr>
            <p:cNvPr id="7" name="in_a_body">
              <a:extLst>
                <a:ext uri="{FF2B5EF4-FFF2-40B4-BE49-F238E27FC236}">
                  <a16:creationId xmlns:a16="http://schemas.microsoft.com/office/drawing/2014/main" id="{C0E50ECB-84E3-293C-8013-3104CCCD8DAD}"/>
                </a:ext>
              </a:extLst>
            </p:cNvPr>
            <p:cNvSpPr/>
            <p:nvPr/>
          </p:nvSpPr>
          <p:spPr>
            <a:xfrm>
              <a:off x="101600" y="1778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in_a_pin">
              <a:extLst>
                <a:ext uri="{FF2B5EF4-FFF2-40B4-BE49-F238E27FC236}">
                  <a16:creationId xmlns:a16="http://schemas.microsoft.com/office/drawing/2014/main" id="{B043C82A-599D-A9B7-D5F3-9994ADA2C1DD}"/>
                </a:ext>
              </a:extLst>
            </p:cNvPr>
            <p:cNvSpPr/>
            <p:nvPr/>
          </p:nvSpPr>
          <p:spPr>
            <a:xfrm>
              <a:off x="1524000" y="1841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2" name="in_b">
            <a:extLst>
              <a:ext uri="{FF2B5EF4-FFF2-40B4-BE49-F238E27FC236}">
                <a16:creationId xmlns:a16="http://schemas.microsoft.com/office/drawing/2014/main" id="{9CFD9E43-2866-AC6E-B690-3DD9C97998E6}"/>
              </a:ext>
            </a:extLst>
          </p:cNvPr>
          <p:cNvGrpSpPr/>
          <p:nvPr/>
        </p:nvGrpSpPr>
        <p:grpSpPr>
          <a:xfrm>
            <a:off x="101600" y="2286002"/>
            <a:ext cx="1549401" cy="254000"/>
            <a:chOff x="101600" y="2286000"/>
            <a:chExt cx="1549400" cy="254000"/>
          </a:xfrm>
        </p:grpSpPr>
        <p:sp>
          <p:nvSpPr>
            <p:cNvPr id="10" name="in_b_body">
              <a:extLst>
                <a:ext uri="{FF2B5EF4-FFF2-40B4-BE49-F238E27FC236}">
                  <a16:creationId xmlns:a16="http://schemas.microsoft.com/office/drawing/2014/main" id="{DAE3BC87-7D65-460E-070F-0D05BDAB7498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1" name="in_b_pin">
              <a:extLst>
                <a:ext uri="{FF2B5EF4-FFF2-40B4-BE49-F238E27FC236}">
                  <a16:creationId xmlns:a16="http://schemas.microsoft.com/office/drawing/2014/main" id="{AAD54CF1-544D-C134-611D-0BA404864277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5" name="in_sel">
            <a:extLst>
              <a:ext uri="{FF2B5EF4-FFF2-40B4-BE49-F238E27FC236}">
                <a16:creationId xmlns:a16="http://schemas.microsoft.com/office/drawing/2014/main" id="{C2439D71-E10F-B2C7-B97F-02E170B8F9F9}"/>
              </a:ext>
            </a:extLst>
          </p:cNvPr>
          <p:cNvGrpSpPr/>
          <p:nvPr/>
        </p:nvGrpSpPr>
        <p:grpSpPr>
          <a:xfrm>
            <a:off x="101600" y="5334002"/>
            <a:ext cx="1549401" cy="254000"/>
            <a:chOff x="101600" y="5334000"/>
            <a:chExt cx="1549400" cy="254000"/>
          </a:xfrm>
        </p:grpSpPr>
        <p:sp>
          <p:nvSpPr>
            <p:cNvPr id="13" name="in_sel_body">
              <a:extLst>
                <a:ext uri="{FF2B5EF4-FFF2-40B4-BE49-F238E27FC236}">
                  <a16:creationId xmlns:a16="http://schemas.microsoft.com/office/drawing/2014/main" id="{855CF3F8-CEF1-F6A7-A20E-56AFBBB600E3}"/>
                </a:ext>
              </a:extLst>
            </p:cNvPr>
            <p:cNvSpPr/>
            <p:nvPr/>
          </p:nvSpPr>
          <p:spPr>
            <a:xfrm>
              <a:off x="101600" y="5334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" name="in_sel_pin">
              <a:extLst>
                <a:ext uri="{FF2B5EF4-FFF2-40B4-BE49-F238E27FC236}">
                  <a16:creationId xmlns:a16="http://schemas.microsoft.com/office/drawing/2014/main" id="{D46DD5F2-10AD-F700-FEFA-FD1D5D07252F}"/>
                </a:ext>
              </a:extLst>
            </p:cNvPr>
            <p:cNvSpPr/>
            <p:nvPr/>
          </p:nvSpPr>
          <p:spPr>
            <a:xfrm>
              <a:off x="1524000" y="5397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9" name="k0">
            <a:extLst>
              <a:ext uri="{FF2B5EF4-FFF2-40B4-BE49-F238E27FC236}">
                <a16:creationId xmlns:a16="http://schemas.microsoft.com/office/drawing/2014/main" id="{B165E8A8-A5F6-4864-3C3D-4BED162F1031}"/>
              </a:ext>
            </a:extLst>
          </p:cNvPr>
          <p:cNvGrpSpPr/>
          <p:nvPr/>
        </p:nvGrpSpPr>
        <p:grpSpPr>
          <a:xfrm>
            <a:off x="1904999" y="2603500"/>
            <a:ext cx="736601" cy="762000"/>
            <a:chOff x="1905000" y="2603500"/>
            <a:chExt cx="736600" cy="762000"/>
          </a:xfrm>
        </p:grpSpPr>
        <p:sp>
          <p:nvSpPr>
            <p:cNvPr id="16" name="k0_body">
              <a:extLst>
                <a:ext uri="{FF2B5EF4-FFF2-40B4-BE49-F238E27FC236}">
                  <a16:creationId xmlns:a16="http://schemas.microsoft.com/office/drawing/2014/main" id="{22D2AF57-257B-7D5C-2BA8-23B49B6ADD28}"/>
                </a:ext>
              </a:extLst>
            </p:cNvPr>
            <p:cNvSpPr/>
            <p:nvPr/>
          </p:nvSpPr>
          <p:spPr>
            <a:xfrm>
              <a:off x="1905000" y="2603500"/>
              <a:ext cx="635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1'b0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const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7" name="k0_pin_0">
              <a:extLst>
                <a:ext uri="{FF2B5EF4-FFF2-40B4-BE49-F238E27FC236}">
                  <a16:creationId xmlns:a16="http://schemas.microsoft.com/office/drawing/2014/main" id="{AAA67361-4BBD-8DFA-B3A7-082E6AC9F4E5}"/>
                </a:ext>
              </a:extLst>
            </p:cNvPr>
            <p:cNvSpPr/>
            <p:nvPr/>
          </p:nvSpPr>
          <p:spPr>
            <a:xfrm>
              <a:off x="2540000" y="3086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k0_lbl_0">
              <a:extLst>
                <a:ext uri="{FF2B5EF4-FFF2-40B4-BE49-F238E27FC236}">
                  <a16:creationId xmlns:a16="http://schemas.microsoft.com/office/drawing/2014/main" id="{39FCB279-F84D-4B2B-7FAF-58B3BA936FEF}"/>
                </a:ext>
              </a:extLst>
            </p:cNvPr>
            <p:cNvSpPr txBox="1"/>
            <p:nvPr/>
          </p:nvSpPr>
          <p:spPr>
            <a:xfrm>
              <a:off x="2044700" y="3048000"/>
              <a:ext cx="444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0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1" name="U_ADD">
            <a:extLst>
              <a:ext uri="{FF2B5EF4-FFF2-40B4-BE49-F238E27FC236}">
                <a16:creationId xmlns:a16="http://schemas.microsoft.com/office/drawing/2014/main" id="{627134D2-C315-F13F-DF2B-31A5449995A9}"/>
              </a:ext>
            </a:extLst>
          </p:cNvPr>
          <p:cNvGrpSpPr/>
          <p:nvPr/>
        </p:nvGrpSpPr>
        <p:grpSpPr>
          <a:xfrm>
            <a:off x="2794001" y="1524002"/>
            <a:ext cx="1905001" cy="1270000"/>
            <a:chOff x="2794000" y="1524000"/>
            <a:chExt cx="1905000" cy="1270000"/>
          </a:xfrm>
        </p:grpSpPr>
        <p:sp>
          <p:nvSpPr>
            <p:cNvPr id="20" name="U_ADD_body">
              <a:extLst>
                <a:ext uri="{FF2B5EF4-FFF2-40B4-BE49-F238E27FC236}">
                  <a16:creationId xmlns:a16="http://schemas.microsoft.com/office/drawing/2014/main" id="{CC6B5263-08D4-94DD-114C-E12F2C71030E}"/>
                </a:ext>
              </a:extLst>
            </p:cNvPr>
            <p:cNvSpPr/>
            <p:nvPr/>
          </p:nvSpPr>
          <p:spPr>
            <a:xfrm>
              <a:off x="2921000" y="1524000"/>
              <a:ext cx="1651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1" name="U_ADD_pin_i_a[7:0]">
              <a:extLst>
                <a:ext uri="{FF2B5EF4-FFF2-40B4-BE49-F238E27FC236}">
                  <a16:creationId xmlns:a16="http://schemas.microsoft.com/office/drawing/2014/main" id="{09B8B9B9-E428-DBDF-9F8D-0DC4B4D4D7AE}"/>
                </a:ext>
              </a:extLst>
            </p:cNvPr>
            <p:cNvSpPr/>
            <p:nvPr/>
          </p:nvSpPr>
          <p:spPr>
            <a:xfrm>
              <a:off x="2794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U_ADD_lbl_i_a[7:0]">
              <a:extLst>
                <a:ext uri="{FF2B5EF4-FFF2-40B4-BE49-F238E27FC236}">
                  <a16:creationId xmlns:a16="http://schemas.microsoft.com/office/drawing/2014/main" id="{CA9A59CC-4ECB-CB2E-35A6-F739F8161182}"/>
                </a:ext>
              </a:extLst>
            </p:cNvPr>
            <p:cNvSpPr txBox="1"/>
            <p:nvPr/>
          </p:nvSpPr>
          <p:spPr>
            <a:xfrm>
              <a:off x="29718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3" name="U_ADD_pin_i_b[7:0]">
              <a:extLst>
                <a:ext uri="{FF2B5EF4-FFF2-40B4-BE49-F238E27FC236}">
                  <a16:creationId xmlns:a16="http://schemas.microsoft.com/office/drawing/2014/main" id="{FBAF0F11-772B-0059-C6DE-B886B9F9A8BE}"/>
                </a:ext>
              </a:extLst>
            </p:cNvPr>
            <p:cNvSpPr/>
            <p:nvPr/>
          </p:nvSpPr>
          <p:spPr>
            <a:xfrm>
              <a:off x="2794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U_ADD_lbl_i_b[7:0]">
              <a:extLst>
                <a:ext uri="{FF2B5EF4-FFF2-40B4-BE49-F238E27FC236}">
                  <a16:creationId xmlns:a16="http://schemas.microsoft.com/office/drawing/2014/main" id="{073C505F-2B00-A2EA-150B-5FF9625C273F}"/>
                </a:ext>
              </a:extLst>
            </p:cNvPr>
            <p:cNvSpPr txBox="1"/>
            <p:nvPr/>
          </p:nvSpPr>
          <p:spPr>
            <a:xfrm>
              <a:off x="29718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5" name="U_ADD_pin_i_cin">
              <a:extLst>
                <a:ext uri="{FF2B5EF4-FFF2-40B4-BE49-F238E27FC236}">
                  <a16:creationId xmlns:a16="http://schemas.microsoft.com/office/drawing/2014/main" id="{B10EBB20-B72B-15AB-60C0-3EA20E623B17}"/>
                </a:ext>
              </a:extLst>
            </p:cNvPr>
            <p:cNvSpPr/>
            <p:nvPr/>
          </p:nvSpPr>
          <p:spPr>
            <a:xfrm>
              <a:off x="2819400" y="251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" name="U_ADD_lbl_i_cin">
              <a:extLst>
                <a:ext uri="{FF2B5EF4-FFF2-40B4-BE49-F238E27FC236}">
                  <a16:creationId xmlns:a16="http://schemas.microsoft.com/office/drawing/2014/main" id="{4DF6B25C-4A55-64C5-3085-D203F15EC7F0}"/>
                </a:ext>
              </a:extLst>
            </p:cNvPr>
            <p:cNvSpPr txBox="1"/>
            <p:nvPr/>
          </p:nvSpPr>
          <p:spPr>
            <a:xfrm>
              <a:off x="2971800" y="2476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7" name="U_ADD_pin_o_sum[7:0]">
              <a:extLst>
                <a:ext uri="{FF2B5EF4-FFF2-40B4-BE49-F238E27FC236}">
                  <a16:creationId xmlns:a16="http://schemas.microsoft.com/office/drawing/2014/main" id="{648F8A94-66A1-7CE5-AAA2-97AF27A8EE8E}"/>
                </a:ext>
              </a:extLst>
            </p:cNvPr>
            <p:cNvSpPr/>
            <p:nvPr/>
          </p:nvSpPr>
          <p:spPr>
            <a:xfrm>
              <a:off x="4572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U_ADD_lbl_o_sum[7:0]">
              <a:extLst>
                <a:ext uri="{FF2B5EF4-FFF2-40B4-BE49-F238E27FC236}">
                  <a16:creationId xmlns:a16="http://schemas.microsoft.com/office/drawing/2014/main" id="{82294B58-EDDC-7978-BAB8-D047C5CE60C0}"/>
                </a:ext>
              </a:extLst>
            </p:cNvPr>
            <p:cNvSpPr txBox="1"/>
            <p:nvPr/>
          </p:nvSpPr>
          <p:spPr>
            <a:xfrm>
              <a:off x="35687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9" name="U_ADD_pin_o_cout">
              <a:extLst>
                <a:ext uri="{FF2B5EF4-FFF2-40B4-BE49-F238E27FC236}">
                  <a16:creationId xmlns:a16="http://schemas.microsoft.com/office/drawing/2014/main" id="{5BC4F963-39F1-899E-DEBC-5AEC6015F7BD}"/>
                </a:ext>
              </a:extLst>
            </p:cNvPr>
            <p:cNvSpPr/>
            <p:nvPr/>
          </p:nvSpPr>
          <p:spPr>
            <a:xfrm>
              <a:off x="4572000" y="2260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U_ADD_lbl_o_cout">
              <a:extLst>
                <a:ext uri="{FF2B5EF4-FFF2-40B4-BE49-F238E27FC236}">
                  <a16:creationId xmlns:a16="http://schemas.microsoft.com/office/drawing/2014/main" id="{C6F01B68-125F-F767-042E-599F07458C19}"/>
                </a:ext>
              </a:extLst>
            </p:cNvPr>
            <p:cNvSpPr txBox="1"/>
            <p:nvPr/>
          </p:nvSpPr>
          <p:spPr>
            <a:xfrm>
              <a:off x="35687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9" name="CAT">
            <a:extLst>
              <a:ext uri="{FF2B5EF4-FFF2-40B4-BE49-F238E27FC236}">
                <a16:creationId xmlns:a16="http://schemas.microsoft.com/office/drawing/2014/main" id="{5891895C-B6A6-6427-2ACA-B8BCAA0104EA}"/>
              </a:ext>
            </a:extLst>
          </p:cNvPr>
          <p:cNvGrpSpPr/>
          <p:nvPr/>
        </p:nvGrpSpPr>
        <p:grpSpPr>
          <a:xfrm>
            <a:off x="4953002" y="1514764"/>
            <a:ext cx="1333500" cy="1016000"/>
            <a:chOff x="5016500" y="1524000"/>
            <a:chExt cx="1333500" cy="1016000"/>
          </a:xfrm>
        </p:grpSpPr>
        <p:sp>
          <p:nvSpPr>
            <p:cNvPr id="32" name="CAT_body">
              <a:extLst>
                <a:ext uri="{FF2B5EF4-FFF2-40B4-BE49-F238E27FC236}">
                  <a16:creationId xmlns:a16="http://schemas.microsoft.com/office/drawing/2014/main" id="{0D7188C4-43F8-86AC-E1BA-083930BF902A}"/>
                </a:ext>
              </a:extLst>
            </p:cNvPr>
            <p:cNvSpPr/>
            <p:nvPr/>
          </p:nvSpPr>
          <p:spPr>
            <a:xfrm>
              <a:off x="5143500" y="1524000"/>
              <a:ext cx="10795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3" name="CAT_pin_lo[7:0]">
              <a:extLst>
                <a:ext uri="{FF2B5EF4-FFF2-40B4-BE49-F238E27FC236}">
                  <a16:creationId xmlns:a16="http://schemas.microsoft.com/office/drawing/2014/main" id="{C5447B82-01DF-66A2-F798-120E48824EAD}"/>
                </a:ext>
              </a:extLst>
            </p:cNvPr>
            <p:cNvSpPr/>
            <p:nvPr/>
          </p:nvSpPr>
          <p:spPr>
            <a:xfrm>
              <a:off x="50165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CAT_lbl_lo[7:0]">
              <a:extLst>
                <a:ext uri="{FF2B5EF4-FFF2-40B4-BE49-F238E27FC236}">
                  <a16:creationId xmlns:a16="http://schemas.microsoft.com/office/drawing/2014/main" id="{609D27D3-EDF1-9020-18B4-55CDD414FCAB}"/>
                </a:ext>
              </a:extLst>
            </p:cNvPr>
            <p:cNvSpPr txBox="1"/>
            <p:nvPr/>
          </p:nvSpPr>
          <p:spPr>
            <a:xfrm>
              <a:off x="519430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5" name="CAT_pin_hi">
              <a:extLst>
                <a:ext uri="{FF2B5EF4-FFF2-40B4-BE49-F238E27FC236}">
                  <a16:creationId xmlns:a16="http://schemas.microsoft.com/office/drawing/2014/main" id="{6D486316-26A2-7605-77CB-08F586CA1733}"/>
                </a:ext>
              </a:extLst>
            </p:cNvPr>
            <p:cNvSpPr/>
            <p:nvPr/>
          </p:nvSpPr>
          <p:spPr>
            <a:xfrm>
              <a:off x="50419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CAT_lbl_hi">
              <a:extLst>
                <a:ext uri="{FF2B5EF4-FFF2-40B4-BE49-F238E27FC236}">
                  <a16:creationId xmlns:a16="http://schemas.microsoft.com/office/drawing/2014/main" id="{040EA6D7-A066-DB6A-98A5-38347F02C4B4}"/>
                </a:ext>
              </a:extLst>
            </p:cNvPr>
            <p:cNvSpPr txBox="1"/>
            <p:nvPr/>
          </p:nvSpPr>
          <p:spPr>
            <a:xfrm>
              <a:off x="5194300" y="2222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CAT_pin_out[8:0]">
              <a:extLst>
                <a:ext uri="{FF2B5EF4-FFF2-40B4-BE49-F238E27FC236}">
                  <a16:creationId xmlns:a16="http://schemas.microsoft.com/office/drawing/2014/main" id="{51B87409-006F-5123-7CDD-2F1C78719E3B}"/>
                </a:ext>
              </a:extLst>
            </p:cNvPr>
            <p:cNvSpPr/>
            <p:nvPr/>
          </p:nvSpPr>
          <p:spPr>
            <a:xfrm>
              <a:off x="6223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CAT_lbl_out[8:0]">
              <a:extLst>
                <a:ext uri="{FF2B5EF4-FFF2-40B4-BE49-F238E27FC236}">
                  <a16:creationId xmlns:a16="http://schemas.microsoft.com/office/drawing/2014/main" id="{C5482518-0937-254D-E5AE-17C700EED763}"/>
                </a:ext>
              </a:extLst>
            </p:cNvPr>
            <p:cNvSpPr txBox="1"/>
            <p:nvPr/>
          </p:nvSpPr>
          <p:spPr>
            <a:xfrm>
              <a:off x="550545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1" name="U_SPLIT">
            <a:extLst>
              <a:ext uri="{FF2B5EF4-FFF2-40B4-BE49-F238E27FC236}">
                <a16:creationId xmlns:a16="http://schemas.microsoft.com/office/drawing/2014/main" id="{EDF1A9BB-60C0-8733-74CF-E7893A5FCB01}"/>
              </a:ext>
            </a:extLst>
          </p:cNvPr>
          <p:cNvGrpSpPr/>
          <p:nvPr/>
        </p:nvGrpSpPr>
        <p:grpSpPr>
          <a:xfrm>
            <a:off x="6477000" y="2476500"/>
            <a:ext cx="1905001" cy="1524000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4015DF05-2743-F435-157C-F85B41CFB555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79F0B89C-DD1A-782C-1EB1-AE147519EDC8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9441E43D-DFD9-4F29-29C2-3E8F5D97177E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6FB20A18-95DF-CC58-96D3-F97A768D9A8D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4173C8CC-3F95-1AD6-BE7B-EFD6426647F1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FA14315B-EE02-FEC6-1BDD-21EACA6D4441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5A6E5D6D-FC03-4A64-5325-D4F6EC5C4DC7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44479D46-F8EB-FB00-74DF-8BC1869A87EE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14280E50-3F33-38C0-6277-A59E830644D5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AC8E2C7D-A8EC-59AB-9CFB-63826C6C1EB8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59CB6097-B650-1EF6-EAEE-845CECE5649B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65" name="U_MUX">
            <a:extLst>
              <a:ext uri="{FF2B5EF4-FFF2-40B4-BE49-F238E27FC236}">
                <a16:creationId xmlns:a16="http://schemas.microsoft.com/office/drawing/2014/main" id="{F1EA2256-AE35-A0A2-82F6-0072BC00B0A4}"/>
              </a:ext>
            </a:extLst>
          </p:cNvPr>
          <p:cNvGrpSpPr/>
          <p:nvPr/>
        </p:nvGrpSpPr>
        <p:grpSpPr>
          <a:xfrm>
            <a:off x="8508999" y="2476501"/>
            <a:ext cx="1841500" cy="1778000"/>
            <a:chOff x="8509000" y="2476500"/>
            <a:chExt cx="1841500" cy="1778000"/>
          </a:xfrm>
        </p:grpSpPr>
        <p:sp>
          <p:nvSpPr>
            <p:cNvPr id="52" name="U_MUX_body">
              <a:extLst>
                <a:ext uri="{FF2B5EF4-FFF2-40B4-BE49-F238E27FC236}">
                  <a16:creationId xmlns:a16="http://schemas.microsoft.com/office/drawing/2014/main" id="{63CB7D8F-7C51-42EB-B118-D9767956829F}"/>
                </a:ext>
              </a:extLst>
            </p:cNvPr>
            <p:cNvSpPr/>
            <p:nvPr/>
          </p:nvSpPr>
          <p:spPr>
            <a:xfrm>
              <a:off x="8636000" y="2476500"/>
              <a:ext cx="1587500" cy="1778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mux_4x1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U_MUX #(4)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3" name="U_MUX_pin_i_d0[3:0]">
              <a:extLst>
                <a:ext uri="{FF2B5EF4-FFF2-40B4-BE49-F238E27FC236}">
                  <a16:creationId xmlns:a16="http://schemas.microsoft.com/office/drawing/2014/main" id="{2C17D119-2755-6E43-910A-FF12DDD0CF5D}"/>
                </a:ext>
              </a:extLst>
            </p:cNvPr>
            <p:cNvSpPr/>
            <p:nvPr/>
          </p:nvSpPr>
          <p:spPr>
            <a:xfrm>
              <a:off x="8509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U_MUX_lbl_i_d0[3:0]">
              <a:extLst>
                <a:ext uri="{FF2B5EF4-FFF2-40B4-BE49-F238E27FC236}">
                  <a16:creationId xmlns:a16="http://schemas.microsoft.com/office/drawing/2014/main" id="{C068B67B-0046-064A-CE1C-C0CD7E93BF34}"/>
                </a:ext>
              </a:extLst>
            </p:cNvPr>
            <p:cNvSpPr txBox="1"/>
            <p:nvPr/>
          </p:nvSpPr>
          <p:spPr>
            <a:xfrm>
              <a:off x="8686800" y="2921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5" name="U_MUX_pin_i_d1[3:0]">
              <a:extLst>
                <a:ext uri="{FF2B5EF4-FFF2-40B4-BE49-F238E27FC236}">
                  <a16:creationId xmlns:a16="http://schemas.microsoft.com/office/drawing/2014/main" id="{D85A5294-CBE9-C4A0-7792-35627550CA95}"/>
                </a:ext>
              </a:extLst>
            </p:cNvPr>
            <p:cNvSpPr/>
            <p:nvPr/>
          </p:nvSpPr>
          <p:spPr>
            <a:xfrm>
              <a:off x="8509000" y="3200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U_MUX_lbl_i_d1[3:0]">
              <a:extLst>
                <a:ext uri="{FF2B5EF4-FFF2-40B4-BE49-F238E27FC236}">
                  <a16:creationId xmlns:a16="http://schemas.microsoft.com/office/drawing/2014/main" id="{37CBB7DB-DF7A-3574-87BD-1CD7E0BD68A6}"/>
                </a:ext>
              </a:extLst>
            </p:cNvPr>
            <p:cNvSpPr txBox="1"/>
            <p:nvPr/>
          </p:nvSpPr>
          <p:spPr>
            <a:xfrm>
              <a:off x="8686800" y="3175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7" name="U_MUX_pin_i_d2[3:0]">
              <a:extLst>
                <a:ext uri="{FF2B5EF4-FFF2-40B4-BE49-F238E27FC236}">
                  <a16:creationId xmlns:a16="http://schemas.microsoft.com/office/drawing/2014/main" id="{9441ACF2-BBFB-AEBE-CFAC-923CBD902EDD}"/>
                </a:ext>
              </a:extLst>
            </p:cNvPr>
            <p:cNvSpPr/>
            <p:nvPr/>
          </p:nvSpPr>
          <p:spPr>
            <a:xfrm>
              <a:off x="8509000" y="3454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U_MUX_lbl_i_d2[3:0]">
              <a:extLst>
                <a:ext uri="{FF2B5EF4-FFF2-40B4-BE49-F238E27FC236}">
                  <a16:creationId xmlns:a16="http://schemas.microsoft.com/office/drawing/2014/main" id="{B83A6753-1DDF-A8FF-9DCE-5DC7F699EFEC}"/>
                </a:ext>
              </a:extLst>
            </p:cNvPr>
            <p:cNvSpPr txBox="1"/>
            <p:nvPr/>
          </p:nvSpPr>
          <p:spPr>
            <a:xfrm>
              <a:off x="8686800" y="3429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i_d2[3:0]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9" name="U_MUX_pin_i_d3[3:0]">
              <a:extLst>
                <a:ext uri="{FF2B5EF4-FFF2-40B4-BE49-F238E27FC236}">
                  <a16:creationId xmlns:a16="http://schemas.microsoft.com/office/drawing/2014/main" id="{C017E261-CB7A-082A-2A75-A5F676AE35A4}"/>
                </a:ext>
              </a:extLst>
            </p:cNvPr>
            <p:cNvSpPr/>
            <p:nvPr/>
          </p:nvSpPr>
          <p:spPr>
            <a:xfrm>
              <a:off x="8509000" y="3708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U_MUX_lbl_i_d3[3:0]">
              <a:extLst>
                <a:ext uri="{FF2B5EF4-FFF2-40B4-BE49-F238E27FC236}">
                  <a16:creationId xmlns:a16="http://schemas.microsoft.com/office/drawing/2014/main" id="{473BCEBD-B16D-3A13-92E1-106776B0AE50}"/>
                </a:ext>
              </a:extLst>
            </p:cNvPr>
            <p:cNvSpPr txBox="1"/>
            <p:nvPr/>
          </p:nvSpPr>
          <p:spPr>
            <a:xfrm>
              <a:off x="8686800" y="3683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i_d3[3:0]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" name="U_MUX_pin_i_sel[1:0]">
              <a:extLst>
                <a:ext uri="{FF2B5EF4-FFF2-40B4-BE49-F238E27FC236}">
                  <a16:creationId xmlns:a16="http://schemas.microsoft.com/office/drawing/2014/main" id="{31B05648-5A6C-ACFB-4B3B-77FE5EE86AC0}"/>
                </a:ext>
              </a:extLst>
            </p:cNvPr>
            <p:cNvSpPr/>
            <p:nvPr/>
          </p:nvSpPr>
          <p:spPr>
            <a:xfrm>
              <a:off x="8509000" y="3962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U_MUX_lbl_i_sel[1:0]">
              <a:extLst>
                <a:ext uri="{FF2B5EF4-FFF2-40B4-BE49-F238E27FC236}">
                  <a16:creationId xmlns:a16="http://schemas.microsoft.com/office/drawing/2014/main" id="{ACE1B4FF-4D5C-8CD9-2BA5-D53459A0E7BB}"/>
                </a:ext>
              </a:extLst>
            </p:cNvPr>
            <p:cNvSpPr txBox="1"/>
            <p:nvPr/>
          </p:nvSpPr>
          <p:spPr>
            <a:xfrm>
              <a:off x="8686800" y="3937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3" name="U_MUX_pin_o_data[3:0]">
              <a:extLst>
                <a:ext uri="{FF2B5EF4-FFF2-40B4-BE49-F238E27FC236}">
                  <a16:creationId xmlns:a16="http://schemas.microsoft.com/office/drawing/2014/main" id="{B1449158-96B7-D335-4669-545D76F31681}"/>
                </a:ext>
              </a:extLst>
            </p:cNvPr>
            <p:cNvSpPr/>
            <p:nvPr/>
          </p:nvSpPr>
          <p:spPr>
            <a:xfrm>
              <a:off x="102235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4" name="U_MUX_lbl_o_data[3:0]">
              <a:extLst>
                <a:ext uri="{FF2B5EF4-FFF2-40B4-BE49-F238E27FC236}">
                  <a16:creationId xmlns:a16="http://schemas.microsoft.com/office/drawing/2014/main" id="{6CE1EB03-8FBD-83D3-BDC2-846452092090}"/>
                </a:ext>
              </a:extLst>
            </p:cNvPr>
            <p:cNvSpPr txBox="1"/>
            <p:nvPr/>
          </p:nvSpPr>
          <p:spPr>
            <a:xfrm>
              <a:off x="9251950" y="2921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o_data[3:0]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1" name="U_DEC">
            <a:extLst>
              <a:ext uri="{FF2B5EF4-FFF2-40B4-BE49-F238E27FC236}">
                <a16:creationId xmlns:a16="http://schemas.microsoft.com/office/drawing/2014/main" id="{0EBEFA02-6DD5-9375-B2C1-4B7A31CC7477}"/>
              </a:ext>
            </a:extLst>
          </p:cNvPr>
          <p:cNvGrpSpPr/>
          <p:nvPr/>
        </p:nvGrpSpPr>
        <p:grpSpPr>
          <a:xfrm>
            <a:off x="4953002" y="5334002"/>
            <a:ext cx="1778000" cy="762000"/>
            <a:chOff x="4953000" y="5334000"/>
            <a:chExt cx="1778000" cy="762000"/>
          </a:xfrm>
        </p:grpSpPr>
        <p:sp>
          <p:nvSpPr>
            <p:cNvPr id="66" name="U_DEC_body">
              <a:extLst>
                <a:ext uri="{FF2B5EF4-FFF2-40B4-BE49-F238E27FC236}">
                  <a16:creationId xmlns:a16="http://schemas.microsoft.com/office/drawing/2014/main" id="{A1A49945-C0BF-78A5-5AE7-DABA1B85B386}"/>
                </a:ext>
              </a:extLst>
            </p:cNvPr>
            <p:cNvSpPr/>
            <p:nvPr/>
          </p:nvSpPr>
          <p:spPr>
            <a:xfrm>
              <a:off x="5080000" y="5334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decoder_2x4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7" name="U_DEC_pin_i_sel[1:0]">
              <a:extLst>
                <a:ext uri="{FF2B5EF4-FFF2-40B4-BE49-F238E27FC236}">
                  <a16:creationId xmlns:a16="http://schemas.microsoft.com/office/drawing/2014/main" id="{4DDA97DF-B766-7F5E-5D8C-A58C8A75B666}"/>
                </a:ext>
              </a:extLst>
            </p:cNvPr>
            <p:cNvSpPr/>
            <p:nvPr/>
          </p:nvSpPr>
          <p:spPr>
            <a:xfrm>
              <a:off x="4953000" y="580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U_DEC_lbl_i_sel[1:0]">
              <a:extLst>
                <a:ext uri="{FF2B5EF4-FFF2-40B4-BE49-F238E27FC236}">
                  <a16:creationId xmlns:a16="http://schemas.microsoft.com/office/drawing/2014/main" id="{DE1D5B04-EC57-9D53-8067-406CF9D4C10A}"/>
                </a:ext>
              </a:extLst>
            </p:cNvPr>
            <p:cNvSpPr txBox="1"/>
            <p:nvPr/>
          </p:nvSpPr>
          <p:spPr>
            <a:xfrm>
              <a:off x="5130800" y="577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9" name="U_DEC_pin_o_dec_n[3:0]">
              <a:extLst>
                <a:ext uri="{FF2B5EF4-FFF2-40B4-BE49-F238E27FC236}">
                  <a16:creationId xmlns:a16="http://schemas.microsoft.com/office/drawing/2014/main" id="{BD482A74-6962-D592-78EB-5201CE7D6403}"/>
                </a:ext>
              </a:extLst>
            </p:cNvPr>
            <p:cNvSpPr/>
            <p:nvPr/>
          </p:nvSpPr>
          <p:spPr>
            <a:xfrm>
              <a:off x="6604000" y="580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0" name="U_DEC_lbl_o_dec_n[3:0]">
              <a:extLst>
                <a:ext uri="{FF2B5EF4-FFF2-40B4-BE49-F238E27FC236}">
                  <a16:creationId xmlns:a16="http://schemas.microsoft.com/office/drawing/2014/main" id="{66B095D9-CA3B-CBCB-86EF-0219928ED1EE}"/>
                </a:ext>
              </a:extLst>
            </p:cNvPr>
            <p:cNvSpPr txBox="1"/>
            <p:nvPr/>
          </p:nvSpPr>
          <p:spPr>
            <a:xfrm>
              <a:off x="5664200" y="577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o_dec_n[3:0]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5EE5922C-55F0-F7A5-E810-A4FBE137CC0A}"/>
              </a:ext>
            </a:extLst>
          </p:cNvPr>
          <p:cNvGrpSpPr/>
          <p:nvPr/>
        </p:nvGrpSpPr>
        <p:grpSpPr>
          <a:xfrm>
            <a:off x="7003474" y="5956300"/>
            <a:ext cx="1778000" cy="762000"/>
            <a:chOff x="6985000" y="5461000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F7869862-37D5-EA0F-9CB9-705BCC61216A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C949CF38-1D78-DFF2-0A27-5C0F8B70B248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73C4B938-D5E2-3BFE-B48A-7DE0669FE2E8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84BCD00A-0495-0327-BE1A-63C142948F62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6C24A17C-7B69-DC60-5D3C-39F8DEC4C65C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90CDC95D-2EFC-B79A-54BF-9AD5DAF017D4}"/>
              </a:ext>
            </a:extLst>
          </p:cNvPr>
          <p:cNvGrpSpPr/>
          <p:nvPr/>
        </p:nvGrpSpPr>
        <p:grpSpPr>
          <a:xfrm>
            <a:off x="10540999" y="5715001"/>
            <a:ext cx="1549401" cy="254000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F917D8C1-2435-AE3C-50E9-DE5BD7107C15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2E85BEC9-4E31-5E25-53A2-A2941A53C4BE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440C86A1-2E98-497B-C5B1-60809175E057}"/>
              </a:ext>
            </a:extLst>
          </p:cNvPr>
          <p:cNvGrpSpPr/>
          <p:nvPr/>
        </p:nvGrpSpPr>
        <p:grpSpPr>
          <a:xfrm>
            <a:off x="10540999" y="5080002"/>
            <a:ext cx="1549401" cy="254000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4CD9ACB4-0E8D-C88D-BBA3-D3AB0804717A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1447517B-4E96-A173-7136-5FE06046F266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6" name="out_cout">
            <a:extLst>
              <a:ext uri="{FF2B5EF4-FFF2-40B4-BE49-F238E27FC236}">
                <a16:creationId xmlns:a16="http://schemas.microsoft.com/office/drawing/2014/main" id="{D6A880A1-C788-754C-C8EE-12AAF2484F04}"/>
              </a:ext>
            </a:extLst>
          </p:cNvPr>
          <p:cNvGrpSpPr/>
          <p:nvPr/>
        </p:nvGrpSpPr>
        <p:grpSpPr>
          <a:xfrm>
            <a:off x="10566400" y="1168402"/>
            <a:ext cx="1524000" cy="254000"/>
            <a:chOff x="10566400" y="1168400"/>
            <a:chExt cx="1524000" cy="254000"/>
          </a:xfrm>
        </p:grpSpPr>
        <p:sp>
          <p:nvSpPr>
            <p:cNvPr id="84" name="out_cout_body">
              <a:extLst>
                <a:ext uri="{FF2B5EF4-FFF2-40B4-BE49-F238E27FC236}">
                  <a16:creationId xmlns:a16="http://schemas.microsoft.com/office/drawing/2014/main" id="{9046779D-5676-F911-491F-38C6215DF750}"/>
                </a:ext>
              </a:extLst>
            </p:cNvPr>
            <p:cNvSpPr/>
            <p:nvPr/>
          </p:nvSpPr>
          <p:spPr>
            <a:xfrm>
              <a:off x="10668000" y="11684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5" name="out_cout_pin">
              <a:extLst>
                <a:ext uri="{FF2B5EF4-FFF2-40B4-BE49-F238E27FC236}">
                  <a16:creationId xmlns:a16="http://schemas.microsoft.com/office/drawing/2014/main" id="{1EDF8531-C294-9949-FC58-2F57562F488F}"/>
                </a:ext>
              </a:extLst>
            </p:cNvPr>
            <p:cNvSpPr/>
            <p:nvPr/>
          </p:nvSpPr>
          <p:spPr>
            <a:xfrm>
              <a:off x="10566400" y="124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DD2542CD-F368-3DA0-5953-CE4722E007DF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650999" y="1905001"/>
            <a:ext cx="1143001" cy="152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0544C609-0C07-FAB8-7CBA-EF91313405DE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650999" y="2311400"/>
            <a:ext cx="1143001" cy="1016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8DB28D23-17C5-4218-5F1F-63F77116EF1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2641601" y="2565401"/>
            <a:ext cx="177801" cy="5715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803888D9-54FC-A4AF-BC0D-91A06E7E137C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73602" y="2302164"/>
            <a:ext cx="304800" cy="9238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BE1D845B-9DF4-D114-80C5-CE3489BF53AD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4699002" y="2048164"/>
            <a:ext cx="254000" cy="923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4AC251C0-55A3-8AD4-07A5-3EB9B7EDE102}"/>
              </a:ext>
            </a:extLst>
          </p:cNvPr>
          <p:cNvCxnSpPr>
            <a:cxnSpLocks/>
            <a:stCxn id="29" idx="3"/>
            <a:endCxn id="85" idx="1"/>
          </p:cNvCxnSpPr>
          <p:nvPr/>
        </p:nvCxnSpPr>
        <p:spPr>
          <a:xfrm flipV="1">
            <a:off x="4673600" y="1295400"/>
            <a:ext cx="5892800" cy="10160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311FE098-334E-34C1-F12B-167558C2C4B5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>
            <a:off x="6286502" y="2048164"/>
            <a:ext cx="190498" cy="961736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71BBE381-73A4-3E3E-FBD3-0700CDABB782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>
            <a:off x="8382000" y="3009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CD00B200-D74B-AC2B-D647-972C73BBF89C}"/>
              </a:ext>
            </a:extLst>
          </p:cNvPr>
          <p:cNvCxnSpPr>
            <a:cxnSpLocks/>
            <a:stCxn id="45" idx="3"/>
            <a:endCxn id="55" idx="1"/>
          </p:cNvCxnSpPr>
          <p:nvPr/>
        </p:nvCxnSpPr>
        <p:spPr>
          <a:xfrm>
            <a:off x="8382000" y="3263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5C02E525-77D7-49E4-7ECF-6ABEBDC9A21C}"/>
              </a:ext>
            </a:extLst>
          </p:cNvPr>
          <p:cNvCxnSpPr>
            <a:cxnSpLocks/>
            <a:stCxn id="47" idx="3"/>
            <a:endCxn id="57" idx="1"/>
          </p:cNvCxnSpPr>
          <p:nvPr/>
        </p:nvCxnSpPr>
        <p:spPr>
          <a:xfrm>
            <a:off x="8382000" y="3517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A1E86BAA-1F47-9984-4405-9874AFF89CDE}"/>
              </a:ext>
            </a:extLst>
          </p:cNvPr>
          <p:cNvCxnSpPr>
            <a:cxnSpLocks/>
            <a:stCxn id="49" idx="3"/>
            <a:endCxn id="59" idx="1"/>
          </p:cNvCxnSpPr>
          <p:nvPr/>
        </p:nvCxnSpPr>
        <p:spPr>
          <a:xfrm>
            <a:off x="8382000" y="3771900"/>
            <a:ext cx="127001" cy="127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EA71994F-EB47-FA13-E9D1-2D7DCC8A2901}"/>
              </a:ext>
            </a:extLst>
          </p:cNvPr>
          <p:cNvCxnSpPr>
            <a:cxnSpLocks/>
            <a:stCxn id="14" idx="3"/>
            <a:endCxn id="61" idx="1"/>
          </p:cNvCxnSpPr>
          <p:nvPr/>
        </p:nvCxnSpPr>
        <p:spPr>
          <a:xfrm flipV="1">
            <a:off x="1651002" y="4025900"/>
            <a:ext cx="6858000" cy="14351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B3A191E6-733C-CB8E-F5AD-870485F3D80E}"/>
              </a:ext>
            </a:extLst>
          </p:cNvPr>
          <p:cNvCxnSpPr>
            <a:cxnSpLocks/>
            <a:stCxn id="14" idx="3"/>
            <a:endCxn id="67" idx="1"/>
          </p:cNvCxnSpPr>
          <p:nvPr/>
        </p:nvCxnSpPr>
        <p:spPr>
          <a:xfrm>
            <a:off x="1651002" y="5461000"/>
            <a:ext cx="3302000" cy="406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820B4C7A-C64D-60AC-6D04-67EC947D17F6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H="1">
            <a:off x="7003474" y="3009901"/>
            <a:ext cx="3347025" cy="3479799"/>
          </a:xfrm>
          <a:prstGeom prst="bentConnector5">
            <a:avLst>
              <a:gd name="adj1" fmla="val -6830"/>
              <a:gd name="adj2" fmla="val 50000"/>
              <a:gd name="adj3" fmla="val 10683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C6D07B2D-8F99-DFB3-757C-8B90B5EDE5FF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8781474" y="5842001"/>
            <a:ext cx="1759525" cy="647699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7C4B321E-22E5-BB23-2D1C-69E8960C40EA}"/>
              </a:ext>
            </a:extLst>
          </p:cNvPr>
          <p:cNvCxnSpPr>
            <a:stCxn id="69" idx="3"/>
            <a:endCxn id="82" idx="1"/>
          </p:cNvCxnSpPr>
          <p:nvPr/>
        </p:nvCxnSpPr>
        <p:spPr>
          <a:xfrm flipV="1">
            <a:off x="6731002" y="5207002"/>
            <a:ext cx="3809997" cy="6604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09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7C91-98B8-5259-355E-6DA90519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EDEA5D-93A0-867F-7921-8B71132418AB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87E85-5A7B-C7B5-F0C6-F0A422E4DBDD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top_adder_fnd_Clk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DE62B-9FD8-FE78-A037-22D1E2EE6187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끌어 보면 선이 따라옴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같은 방법으로 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구성</a:t>
            </a: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DA8B1DB7-1780-730B-5C8F-FB60B30E0D92}"/>
              </a:ext>
            </a:extLst>
          </p:cNvPr>
          <p:cNvSpPr/>
          <p:nvPr/>
        </p:nvSpPr>
        <p:spPr>
          <a:xfrm>
            <a:off x="1524001" y="1041400"/>
            <a:ext cx="8890000" cy="5588000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988E9-9BF0-0D2C-6570-C56D672037A5}"/>
              </a:ext>
            </a:extLst>
          </p:cNvPr>
          <p:cNvSpPr txBox="1"/>
          <p:nvPr/>
        </p:nvSpPr>
        <p:spPr>
          <a:xfrm>
            <a:off x="1651002" y="109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top_adder_fnd_8bit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" name="in_a">
            <a:extLst>
              <a:ext uri="{FF2B5EF4-FFF2-40B4-BE49-F238E27FC236}">
                <a16:creationId xmlns:a16="http://schemas.microsoft.com/office/drawing/2014/main" id="{EA5D73D2-4FCB-39AD-2479-D334827CAE46}"/>
              </a:ext>
            </a:extLst>
          </p:cNvPr>
          <p:cNvGrpSpPr/>
          <p:nvPr/>
        </p:nvGrpSpPr>
        <p:grpSpPr>
          <a:xfrm>
            <a:off x="101600" y="1778002"/>
            <a:ext cx="1549401" cy="254000"/>
            <a:chOff x="101600" y="1778000"/>
            <a:chExt cx="1549400" cy="254000"/>
          </a:xfrm>
        </p:grpSpPr>
        <p:sp>
          <p:nvSpPr>
            <p:cNvPr id="7" name="in_a_body">
              <a:extLst>
                <a:ext uri="{FF2B5EF4-FFF2-40B4-BE49-F238E27FC236}">
                  <a16:creationId xmlns:a16="http://schemas.microsoft.com/office/drawing/2014/main" id="{A15CD737-8D42-DBC7-857E-5E86D5EF5606}"/>
                </a:ext>
              </a:extLst>
            </p:cNvPr>
            <p:cNvSpPr/>
            <p:nvPr/>
          </p:nvSpPr>
          <p:spPr>
            <a:xfrm>
              <a:off x="101600" y="1778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in_a_pin">
              <a:extLst>
                <a:ext uri="{FF2B5EF4-FFF2-40B4-BE49-F238E27FC236}">
                  <a16:creationId xmlns:a16="http://schemas.microsoft.com/office/drawing/2014/main" id="{B3F29087-9F71-ABB5-B763-9CA89607E7A4}"/>
                </a:ext>
              </a:extLst>
            </p:cNvPr>
            <p:cNvSpPr/>
            <p:nvPr/>
          </p:nvSpPr>
          <p:spPr>
            <a:xfrm>
              <a:off x="1524000" y="1841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2" name="in_b">
            <a:extLst>
              <a:ext uri="{FF2B5EF4-FFF2-40B4-BE49-F238E27FC236}">
                <a16:creationId xmlns:a16="http://schemas.microsoft.com/office/drawing/2014/main" id="{EE44433C-F3A7-6716-E4EC-B04080D7CDB7}"/>
              </a:ext>
            </a:extLst>
          </p:cNvPr>
          <p:cNvGrpSpPr/>
          <p:nvPr/>
        </p:nvGrpSpPr>
        <p:grpSpPr>
          <a:xfrm>
            <a:off x="101600" y="2286002"/>
            <a:ext cx="1549401" cy="254000"/>
            <a:chOff x="101600" y="2286000"/>
            <a:chExt cx="1549400" cy="254000"/>
          </a:xfrm>
        </p:grpSpPr>
        <p:sp>
          <p:nvSpPr>
            <p:cNvPr id="10" name="in_b_body">
              <a:extLst>
                <a:ext uri="{FF2B5EF4-FFF2-40B4-BE49-F238E27FC236}">
                  <a16:creationId xmlns:a16="http://schemas.microsoft.com/office/drawing/2014/main" id="{FA650D79-C609-760E-6433-C324218746AD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1" name="in_b_pin">
              <a:extLst>
                <a:ext uri="{FF2B5EF4-FFF2-40B4-BE49-F238E27FC236}">
                  <a16:creationId xmlns:a16="http://schemas.microsoft.com/office/drawing/2014/main" id="{E0C49862-C8FE-402A-C357-6B2B5B561979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1" name="U_ADD">
            <a:extLst>
              <a:ext uri="{FF2B5EF4-FFF2-40B4-BE49-F238E27FC236}">
                <a16:creationId xmlns:a16="http://schemas.microsoft.com/office/drawing/2014/main" id="{DF529865-571C-81A9-10EF-19D47B64280A}"/>
              </a:ext>
            </a:extLst>
          </p:cNvPr>
          <p:cNvGrpSpPr/>
          <p:nvPr/>
        </p:nvGrpSpPr>
        <p:grpSpPr>
          <a:xfrm>
            <a:off x="2794001" y="1524002"/>
            <a:ext cx="1905001" cy="1270000"/>
            <a:chOff x="2794000" y="1524000"/>
            <a:chExt cx="1905000" cy="1270000"/>
          </a:xfrm>
        </p:grpSpPr>
        <p:sp>
          <p:nvSpPr>
            <p:cNvPr id="20" name="U_ADD_body">
              <a:extLst>
                <a:ext uri="{FF2B5EF4-FFF2-40B4-BE49-F238E27FC236}">
                  <a16:creationId xmlns:a16="http://schemas.microsoft.com/office/drawing/2014/main" id="{21981F4B-6E35-A00B-6503-044F1E729D81}"/>
                </a:ext>
              </a:extLst>
            </p:cNvPr>
            <p:cNvSpPr/>
            <p:nvPr/>
          </p:nvSpPr>
          <p:spPr>
            <a:xfrm>
              <a:off x="2921000" y="1524000"/>
              <a:ext cx="1651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1" name="U_ADD_pin_i_a[7:0]">
              <a:extLst>
                <a:ext uri="{FF2B5EF4-FFF2-40B4-BE49-F238E27FC236}">
                  <a16:creationId xmlns:a16="http://schemas.microsoft.com/office/drawing/2014/main" id="{64D51857-5366-490B-4965-777599BDC8AC}"/>
                </a:ext>
              </a:extLst>
            </p:cNvPr>
            <p:cNvSpPr/>
            <p:nvPr/>
          </p:nvSpPr>
          <p:spPr>
            <a:xfrm>
              <a:off x="2794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U_ADD_lbl_i_a[7:0]">
              <a:extLst>
                <a:ext uri="{FF2B5EF4-FFF2-40B4-BE49-F238E27FC236}">
                  <a16:creationId xmlns:a16="http://schemas.microsoft.com/office/drawing/2014/main" id="{9BC80ACF-3AA5-F0FA-2FEA-522AFE8340D5}"/>
                </a:ext>
              </a:extLst>
            </p:cNvPr>
            <p:cNvSpPr txBox="1"/>
            <p:nvPr/>
          </p:nvSpPr>
          <p:spPr>
            <a:xfrm>
              <a:off x="29718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3" name="U_ADD_pin_i_b[7:0]">
              <a:extLst>
                <a:ext uri="{FF2B5EF4-FFF2-40B4-BE49-F238E27FC236}">
                  <a16:creationId xmlns:a16="http://schemas.microsoft.com/office/drawing/2014/main" id="{98332CC8-86EC-3817-1362-121715FC1A15}"/>
                </a:ext>
              </a:extLst>
            </p:cNvPr>
            <p:cNvSpPr/>
            <p:nvPr/>
          </p:nvSpPr>
          <p:spPr>
            <a:xfrm>
              <a:off x="2794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U_ADD_lbl_i_b[7:0]">
              <a:extLst>
                <a:ext uri="{FF2B5EF4-FFF2-40B4-BE49-F238E27FC236}">
                  <a16:creationId xmlns:a16="http://schemas.microsoft.com/office/drawing/2014/main" id="{A07B6E3B-BA4D-3ACD-0677-0142129D461A}"/>
                </a:ext>
              </a:extLst>
            </p:cNvPr>
            <p:cNvSpPr txBox="1"/>
            <p:nvPr/>
          </p:nvSpPr>
          <p:spPr>
            <a:xfrm>
              <a:off x="29718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5" name="U_ADD_pin_i_cin">
              <a:extLst>
                <a:ext uri="{FF2B5EF4-FFF2-40B4-BE49-F238E27FC236}">
                  <a16:creationId xmlns:a16="http://schemas.microsoft.com/office/drawing/2014/main" id="{14DCBA4F-A05E-7537-392C-3BB43DCB7369}"/>
                </a:ext>
              </a:extLst>
            </p:cNvPr>
            <p:cNvSpPr/>
            <p:nvPr/>
          </p:nvSpPr>
          <p:spPr>
            <a:xfrm>
              <a:off x="2819400" y="251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" name="U_ADD_lbl_i_cin">
              <a:extLst>
                <a:ext uri="{FF2B5EF4-FFF2-40B4-BE49-F238E27FC236}">
                  <a16:creationId xmlns:a16="http://schemas.microsoft.com/office/drawing/2014/main" id="{D6DB4094-5F44-4B8E-71A3-E570860574C7}"/>
                </a:ext>
              </a:extLst>
            </p:cNvPr>
            <p:cNvSpPr txBox="1"/>
            <p:nvPr/>
          </p:nvSpPr>
          <p:spPr>
            <a:xfrm>
              <a:off x="2971800" y="2476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7" name="U_ADD_pin_o_sum[7:0]">
              <a:extLst>
                <a:ext uri="{FF2B5EF4-FFF2-40B4-BE49-F238E27FC236}">
                  <a16:creationId xmlns:a16="http://schemas.microsoft.com/office/drawing/2014/main" id="{3F8791A2-8F8C-E445-F7FA-D2E067A8AE36}"/>
                </a:ext>
              </a:extLst>
            </p:cNvPr>
            <p:cNvSpPr/>
            <p:nvPr/>
          </p:nvSpPr>
          <p:spPr>
            <a:xfrm>
              <a:off x="4572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U_ADD_lbl_o_sum[7:0]">
              <a:extLst>
                <a:ext uri="{FF2B5EF4-FFF2-40B4-BE49-F238E27FC236}">
                  <a16:creationId xmlns:a16="http://schemas.microsoft.com/office/drawing/2014/main" id="{D6D9C926-5146-A4A6-6E8A-0E4226711A31}"/>
                </a:ext>
              </a:extLst>
            </p:cNvPr>
            <p:cNvSpPr txBox="1"/>
            <p:nvPr/>
          </p:nvSpPr>
          <p:spPr>
            <a:xfrm>
              <a:off x="35687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9" name="U_ADD_pin_o_cout">
              <a:extLst>
                <a:ext uri="{FF2B5EF4-FFF2-40B4-BE49-F238E27FC236}">
                  <a16:creationId xmlns:a16="http://schemas.microsoft.com/office/drawing/2014/main" id="{835DCFAC-A742-DC93-4215-861F128205D7}"/>
                </a:ext>
              </a:extLst>
            </p:cNvPr>
            <p:cNvSpPr/>
            <p:nvPr/>
          </p:nvSpPr>
          <p:spPr>
            <a:xfrm>
              <a:off x="4572000" y="2260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U_ADD_lbl_o_cout">
              <a:extLst>
                <a:ext uri="{FF2B5EF4-FFF2-40B4-BE49-F238E27FC236}">
                  <a16:creationId xmlns:a16="http://schemas.microsoft.com/office/drawing/2014/main" id="{D0E9DC53-56BF-9C04-8C1D-AAF4F3E2DBD5}"/>
                </a:ext>
              </a:extLst>
            </p:cNvPr>
            <p:cNvSpPr txBox="1"/>
            <p:nvPr/>
          </p:nvSpPr>
          <p:spPr>
            <a:xfrm>
              <a:off x="35687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9" name="CAT">
            <a:extLst>
              <a:ext uri="{FF2B5EF4-FFF2-40B4-BE49-F238E27FC236}">
                <a16:creationId xmlns:a16="http://schemas.microsoft.com/office/drawing/2014/main" id="{7B8DC73E-7283-C491-A7A5-F88CDDB4FC9B}"/>
              </a:ext>
            </a:extLst>
          </p:cNvPr>
          <p:cNvGrpSpPr/>
          <p:nvPr/>
        </p:nvGrpSpPr>
        <p:grpSpPr>
          <a:xfrm>
            <a:off x="5175251" y="1449794"/>
            <a:ext cx="1333500" cy="1016000"/>
            <a:chOff x="5016500" y="1524000"/>
            <a:chExt cx="1333500" cy="1016000"/>
          </a:xfrm>
        </p:grpSpPr>
        <p:sp>
          <p:nvSpPr>
            <p:cNvPr id="32" name="CAT_body">
              <a:extLst>
                <a:ext uri="{FF2B5EF4-FFF2-40B4-BE49-F238E27FC236}">
                  <a16:creationId xmlns:a16="http://schemas.microsoft.com/office/drawing/2014/main" id="{6FA46D29-1930-F539-6A35-DBB180282CA7}"/>
                </a:ext>
              </a:extLst>
            </p:cNvPr>
            <p:cNvSpPr/>
            <p:nvPr/>
          </p:nvSpPr>
          <p:spPr>
            <a:xfrm>
              <a:off x="5143500" y="1524000"/>
              <a:ext cx="10795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3" name="CAT_pin_lo[7:0]">
              <a:extLst>
                <a:ext uri="{FF2B5EF4-FFF2-40B4-BE49-F238E27FC236}">
                  <a16:creationId xmlns:a16="http://schemas.microsoft.com/office/drawing/2014/main" id="{0547E63F-15F2-B633-33EA-60E6674E1772}"/>
                </a:ext>
              </a:extLst>
            </p:cNvPr>
            <p:cNvSpPr/>
            <p:nvPr/>
          </p:nvSpPr>
          <p:spPr>
            <a:xfrm>
              <a:off x="50165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CAT_lbl_lo[7:0]">
              <a:extLst>
                <a:ext uri="{FF2B5EF4-FFF2-40B4-BE49-F238E27FC236}">
                  <a16:creationId xmlns:a16="http://schemas.microsoft.com/office/drawing/2014/main" id="{CFB231E0-6264-155A-ADB7-D9F45BEE5178}"/>
                </a:ext>
              </a:extLst>
            </p:cNvPr>
            <p:cNvSpPr txBox="1"/>
            <p:nvPr/>
          </p:nvSpPr>
          <p:spPr>
            <a:xfrm>
              <a:off x="519430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5" name="CAT_pin_hi">
              <a:extLst>
                <a:ext uri="{FF2B5EF4-FFF2-40B4-BE49-F238E27FC236}">
                  <a16:creationId xmlns:a16="http://schemas.microsoft.com/office/drawing/2014/main" id="{379387EC-C226-DF34-EB8C-0EB8ACEADC4D}"/>
                </a:ext>
              </a:extLst>
            </p:cNvPr>
            <p:cNvSpPr/>
            <p:nvPr/>
          </p:nvSpPr>
          <p:spPr>
            <a:xfrm>
              <a:off x="50419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CAT_lbl_hi">
              <a:extLst>
                <a:ext uri="{FF2B5EF4-FFF2-40B4-BE49-F238E27FC236}">
                  <a16:creationId xmlns:a16="http://schemas.microsoft.com/office/drawing/2014/main" id="{21603600-1878-C7A6-877A-D12F5A1D7A4C}"/>
                </a:ext>
              </a:extLst>
            </p:cNvPr>
            <p:cNvSpPr txBox="1"/>
            <p:nvPr/>
          </p:nvSpPr>
          <p:spPr>
            <a:xfrm>
              <a:off x="5194300" y="2222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CAT_pin_out[8:0]">
              <a:extLst>
                <a:ext uri="{FF2B5EF4-FFF2-40B4-BE49-F238E27FC236}">
                  <a16:creationId xmlns:a16="http://schemas.microsoft.com/office/drawing/2014/main" id="{9333D34A-604F-7889-0185-C33EE141DBD9}"/>
                </a:ext>
              </a:extLst>
            </p:cNvPr>
            <p:cNvSpPr/>
            <p:nvPr/>
          </p:nvSpPr>
          <p:spPr>
            <a:xfrm>
              <a:off x="6223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CAT_lbl_out[8:0]">
              <a:extLst>
                <a:ext uri="{FF2B5EF4-FFF2-40B4-BE49-F238E27FC236}">
                  <a16:creationId xmlns:a16="http://schemas.microsoft.com/office/drawing/2014/main" id="{3AF0C65F-FBD3-6FCB-BA2A-776615B080C5}"/>
                </a:ext>
              </a:extLst>
            </p:cNvPr>
            <p:cNvSpPr txBox="1"/>
            <p:nvPr/>
          </p:nvSpPr>
          <p:spPr>
            <a:xfrm>
              <a:off x="550545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1" name="U_SPLIT">
            <a:extLst>
              <a:ext uri="{FF2B5EF4-FFF2-40B4-BE49-F238E27FC236}">
                <a16:creationId xmlns:a16="http://schemas.microsoft.com/office/drawing/2014/main" id="{A03345DB-E043-44E9-A4A3-24FDEAA3F1DA}"/>
              </a:ext>
            </a:extLst>
          </p:cNvPr>
          <p:cNvGrpSpPr/>
          <p:nvPr/>
        </p:nvGrpSpPr>
        <p:grpSpPr>
          <a:xfrm>
            <a:off x="4030800" y="4122836"/>
            <a:ext cx="1905001" cy="1524000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FDD6D49A-655E-7B99-F8F9-8C099CE219E9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FF4FF111-B38B-4EA5-B5D0-06AE6203BC20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BC36F66F-05D8-1FE1-83FF-BCA79054594E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7CCA737F-5401-2912-B74E-D2A62B3D1963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802CDFEC-5295-1813-0A48-2D8E521B02EF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D0EB384D-D100-04ED-2A74-F2B48AC1D053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66DED0F8-7FF2-3186-B047-CA8E040FFEEC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61450B4C-C384-1A00-89EF-8A0626D034D0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0BD0BA6B-5E13-0FCB-953C-7D59380ADBE2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11460BD2-AAE0-ACFD-5F33-8C14B05935EA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F9843414-8396-5020-BA6C-5ACA89B32FEC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F8321CAD-1758-3E74-F0A3-C4E747919D65}"/>
              </a:ext>
            </a:extLst>
          </p:cNvPr>
          <p:cNvGrpSpPr/>
          <p:nvPr/>
        </p:nvGrpSpPr>
        <p:grpSpPr>
          <a:xfrm>
            <a:off x="8442600" y="5606335"/>
            <a:ext cx="1778000" cy="762000"/>
            <a:chOff x="6985000" y="5461000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93561414-16D0-9379-9378-677D1961DBB8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1A0B05DB-9E34-3B3D-890D-64CC88225CD4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74CB3553-FE5A-3B16-D2E8-10EA74C4186D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01B6C0EB-6EC6-5864-A904-DA24896E846D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C2E2559D-203D-6630-5028-2E883A4B969E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75D5DCCC-181C-6E6F-4D32-574FFDB79465}"/>
              </a:ext>
            </a:extLst>
          </p:cNvPr>
          <p:cNvGrpSpPr/>
          <p:nvPr/>
        </p:nvGrpSpPr>
        <p:grpSpPr>
          <a:xfrm>
            <a:off x="10566400" y="5951774"/>
            <a:ext cx="1549401" cy="254000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B9D84DF3-8CF2-8472-A797-9CA2D159D916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1FEF8535-6B97-CDBF-5EFD-75FE55C1FFAC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7AED2845-1B73-BDF3-0332-A1DDC1381DD0}"/>
              </a:ext>
            </a:extLst>
          </p:cNvPr>
          <p:cNvGrpSpPr/>
          <p:nvPr/>
        </p:nvGrpSpPr>
        <p:grpSpPr>
          <a:xfrm>
            <a:off x="10531186" y="5001518"/>
            <a:ext cx="1549401" cy="254000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F4786AC5-53DB-7C32-D194-7988CAFE6D57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F659808D-6753-4AC3-18A1-CF54D6552790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6" name="out_cout">
            <a:extLst>
              <a:ext uri="{FF2B5EF4-FFF2-40B4-BE49-F238E27FC236}">
                <a16:creationId xmlns:a16="http://schemas.microsoft.com/office/drawing/2014/main" id="{FC3AA43A-E00F-D546-FF77-662A8382FF62}"/>
              </a:ext>
            </a:extLst>
          </p:cNvPr>
          <p:cNvGrpSpPr/>
          <p:nvPr/>
        </p:nvGrpSpPr>
        <p:grpSpPr>
          <a:xfrm>
            <a:off x="10566400" y="1168402"/>
            <a:ext cx="1524000" cy="254000"/>
            <a:chOff x="10566400" y="1168400"/>
            <a:chExt cx="1524000" cy="254000"/>
          </a:xfrm>
        </p:grpSpPr>
        <p:sp>
          <p:nvSpPr>
            <p:cNvPr id="84" name="out_cout_body">
              <a:extLst>
                <a:ext uri="{FF2B5EF4-FFF2-40B4-BE49-F238E27FC236}">
                  <a16:creationId xmlns:a16="http://schemas.microsoft.com/office/drawing/2014/main" id="{0B22A962-5CD7-B1B0-A472-FE94A34D12C7}"/>
                </a:ext>
              </a:extLst>
            </p:cNvPr>
            <p:cNvSpPr/>
            <p:nvPr/>
          </p:nvSpPr>
          <p:spPr>
            <a:xfrm>
              <a:off x="10668000" y="11684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5" name="out_cout_pin">
              <a:extLst>
                <a:ext uri="{FF2B5EF4-FFF2-40B4-BE49-F238E27FC236}">
                  <a16:creationId xmlns:a16="http://schemas.microsoft.com/office/drawing/2014/main" id="{AEACA644-8D31-F085-E2AE-9D4410FDD3B9}"/>
                </a:ext>
              </a:extLst>
            </p:cNvPr>
            <p:cNvSpPr/>
            <p:nvPr/>
          </p:nvSpPr>
          <p:spPr>
            <a:xfrm>
              <a:off x="10566400" y="124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808804E2-B717-3455-AD96-BB318298019E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650999" y="1905001"/>
            <a:ext cx="1143001" cy="152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541128B4-C24B-056A-D2DD-271A19184870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650999" y="2311400"/>
            <a:ext cx="1143001" cy="1016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BDF5ECB8-5D1F-ABCA-C6F5-A50D03EC7EF8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406816" y="2565402"/>
            <a:ext cx="1412585" cy="720125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E55EFBBA-1356-D882-C4CA-572BB650165D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73602" y="2237194"/>
            <a:ext cx="527049" cy="74208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09AD0481-FABD-45CD-AB09-EC628FEBEB7D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4699002" y="1983194"/>
            <a:ext cx="476249" cy="7420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BD0150CE-AB7E-60E2-246F-F3EC567AB6DC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 flipH="1">
            <a:off x="4030800" y="1983194"/>
            <a:ext cx="2477951" cy="2673042"/>
          </a:xfrm>
          <a:prstGeom prst="bentConnector5">
            <a:avLst>
              <a:gd name="adj1" fmla="val -9225"/>
              <a:gd name="adj2" fmla="val 50000"/>
              <a:gd name="adj3" fmla="val 109225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8E6BD7E1-EE2B-9CE3-65AA-5D9A18A72F50}"/>
              </a:ext>
            </a:extLst>
          </p:cNvPr>
          <p:cNvCxnSpPr>
            <a:cxnSpLocks/>
            <a:stCxn id="43" idx="3"/>
            <a:endCxn id="159" idx="1"/>
          </p:cNvCxnSpPr>
          <p:nvPr/>
        </p:nvCxnSpPr>
        <p:spPr>
          <a:xfrm>
            <a:off x="5935801" y="4656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A076B3EC-8789-ED7C-A28D-0D4864EC44A9}"/>
              </a:ext>
            </a:extLst>
          </p:cNvPr>
          <p:cNvCxnSpPr>
            <a:cxnSpLocks/>
            <a:stCxn id="45" idx="3"/>
            <a:endCxn id="162" idx="1"/>
          </p:cNvCxnSpPr>
          <p:nvPr/>
        </p:nvCxnSpPr>
        <p:spPr>
          <a:xfrm>
            <a:off x="5935801" y="4910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0BCA9B7-E9A1-43E1-F1A2-3E4BF374C417}"/>
              </a:ext>
            </a:extLst>
          </p:cNvPr>
          <p:cNvCxnSpPr>
            <a:cxnSpLocks/>
            <a:stCxn id="47" idx="3"/>
            <a:endCxn id="163" idx="1"/>
          </p:cNvCxnSpPr>
          <p:nvPr/>
        </p:nvCxnSpPr>
        <p:spPr>
          <a:xfrm>
            <a:off x="5935801" y="5164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CB8AA4E9-A128-815F-1F9D-4788EFA79004}"/>
              </a:ext>
            </a:extLst>
          </p:cNvPr>
          <p:cNvCxnSpPr>
            <a:cxnSpLocks/>
            <a:stCxn id="49" idx="3"/>
            <a:endCxn id="164" idx="1"/>
          </p:cNvCxnSpPr>
          <p:nvPr/>
        </p:nvCxnSpPr>
        <p:spPr>
          <a:xfrm>
            <a:off x="5935801" y="5418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in_b">
            <a:extLst>
              <a:ext uri="{FF2B5EF4-FFF2-40B4-BE49-F238E27FC236}">
                <a16:creationId xmlns:a16="http://schemas.microsoft.com/office/drawing/2014/main" id="{F6F9FD84-FF42-5D9B-E1CB-92AEEE4D16F8}"/>
              </a:ext>
            </a:extLst>
          </p:cNvPr>
          <p:cNvGrpSpPr/>
          <p:nvPr/>
        </p:nvGrpSpPr>
        <p:grpSpPr>
          <a:xfrm>
            <a:off x="-16164" y="5725439"/>
            <a:ext cx="1549401" cy="254000"/>
            <a:chOff x="101600" y="2286000"/>
            <a:chExt cx="1549400" cy="254000"/>
          </a:xfrm>
        </p:grpSpPr>
        <p:sp>
          <p:nvSpPr>
            <p:cNvPr id="138" name="in_b_body">
              <a:extLst>
                <a:ext uri="{FF2B5EF4-FFF2-40B4-BE49-F238E27FC236}">
                  <a16:creationId xmlns:a16="http://schemas.microsoft.com/office/drawing/2014/main" id="{650532AD-879D-47A6-2639-425CF49868B5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39" name="in_b_pin">
              <a:extLst>
                <a:ext uri="{FF2B5EF4-FFF2-40B4-BE49-F238E27FC236}">
                  <a16:creationId xmlns:a16="http://schemas.microsoft.com/office/drawing/2014/main" id="{3E55A4A9-DE4B-04D2-4DA9-7931849C491D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40" name="in_b">
            <a:extLst>
              <a:ext uri="{FF2B5EF4-FFF2-40B4-BE49-F238E27FC236}">
                <a16:creationId xmlns:a16="http://schemas.microsoft.com/office/drawing/2014/main" id="{E5ADBA72-04D3-5AA9-E902-3225759FC8CC}"/>
              </a:ext>
            </a:extLst>
          </p:cNvPr>
          <p:cNvGrpSpPr/>
          <p:nvPr/>
        </p:nvGrpSpPr>
        <p:grpSpPr>
          <a:xfrm>
            <a:off x="-16164" y="6273801"/>
            <a:ext cx="1549401" cy="254000"/>
            <a:chOff x="101600" y="2286000"/>
            <a:chExt cx="1549400" cy="254000"/>
          </a:xfrm>
        </p:grpSpPr>
        <p:sp>
          <p:nvSpPr>
            <p:cNvPr id="141" name="in_b_body">
              <a:extLst>
                <a:ext uri="{FF2B5EF4-FFF2-40B4-BE49-F238E27FC236}">
                  <a16:creationId xmlns:a16="http://schemas.microsoft.com/office/drawing/2014/main" id="{3F4CCAFB-724E-DB72-04B9-3A5AECA70AB1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i_reset_n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2" name="in_b_pin">
              <a:extLst>
                <a:ext uri="{FF2B5EF4-FFF2-40B4-BE49-F238E27FC236}">
                  <a16:creationId xmlns:a16="http://schemas.microsoft.com/office/drawing/2014/main" id="{76A99666-38D3-6532-70CB-7A9C4EC1FDC8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57B4601A-D5F4-F06D-69C9-76B0C756B354}"/>
              </a:ext>
            </a:extLst>
          </p:cNvPr>
          <p:cNvCxnSpPr>
            <a:cxnSpLocks/>
            <a:stCxn id="139" idx="3"/>
            <a:endCxn id="149" idx="1"/>
          </p:cNvCxnSpPr>
          <p:nvPr/>
        </p:nvCxnSpPr>
        <p:spPr>
          <a:xfrm>
            <a:off x="1533237" y="5852439"/>
            <a:ext cx="4776929" cy="18307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3B2B96FF-F2B7-75FB-527D-AE35398ACBD8}"/>
              </a:ext>
            </a:extLst>
          </p:cNvPr>
          <p:cNvCxnSpPr>
            <a:cxnSpLocks/>
            <a:stCxn id="142" idx="3"/>
            <a:endCxn id="151" idx="1"/>
          </p:cNvCxnSpPr>
          <p:nvPr/>
        </p:nvCxnSpPr>
        <p:spPr>
          <a:xfrm flipV="1">
            <a:off x="1533237" y="6306877"/>
            <a:ext cx="4780392" cy="93924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E9C58A56-9721-DE5C-6272-233913440030}"/>
              </a:ext>
            </a:extLst>
          </p:cNvPr>
          <p:cNvCxnSpPr>
            <a:cxnSpLocks/>
            <a:stCxn id="29" idx="3"/>
            <a:endCxn id="85" idx="1"/>
          </p:cNvCxnSpPr>
          <p:nvPr/>
        </p:nvCxnSpPr>
        <p:spPr>
          <a:xfrm flipV="1">
            <a:off x="4673602" y="1295402"/>
            <a:ext cx="5892798" cy="10160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FCCA1CA3-876B-9AB6-C0C3-B75109159317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8029847" y="6114197"/>
            <a:ext cx="412753" cy="2553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연결선: 꺾임 190">
            <a:extLst>
              <a:ext uri="{FF2B5EF4-FFF2-40B4-BE49-F238E27FC236}">
                <a16:creationId xmlns:a16="http://schemas.microsoft.com/office/drawing/2014/main" id="{4FA19023-AB61-7B68-D0EB-9E528F1D92C2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10220600" y="6078774"/>
            <a:ext cx="345800" cy="60961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40D2AA57-9983-F192-2BD7-ED506F0CF96E}"/>
              </a:ext>
            </a:extLst>
          </p:cNvPr>
          <p:cNvCxnSpPr>
            <a:cxnSpLocks/>
            <a:stCxn id="194" idx="3"/>
            <a:endCxn id="82" idx="1"/>
          </p:cNvCxnSpPr>
          <p:nvPr/>
        </p:nvCxnSpPr>
        <p:spPr>
          <a:xfrm>
            <a:off x="8222671" y="5113573"/>
            <a:ext cx="2308515" cy="1494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" name="in_b">
            <a:extLst>
              <a:ext uri="{FF2B5EF4-FFF2-40B4-BE49-F238E27FC236}">
                <a16:creationId xmlns:a16="http://schemas.microsoft.com/office/drawing/2014/main" id="{2D68EFBE-7675-E5B5-6803-6FF27A634748}"/>
              </a:ext>
            </a:extLst>
          </p:cNvPr>
          <p:cNvGrpSpPr/>
          <p:nvPr/>
        </p:nvGrpSpPr>
        <p:grpSpPr>
          <a:xfrm>
            <a:off x="50800" y="3154777"/>
            <a:ext cx="1414608" cy="254000"/>
            <a:chOff x="101600" y="2286000"/>
            <a:chExt cx="1549400" cy="254000"/>
          </a:xfrm>
        </p:grpSpPr>
        <p:sp>
          <p:nvSpPr>
            <p:cNvPr id="199" name="in_b_body">
              <a:extLst>
                <a:ext uri="{FF2B5EF4-FFF2-40B4-BE49-F238E27FC236}">
                  <a16:creationId xmlns:a16="http://schemas.microsoft.com/office/drawing/2014/main" id="{E835D38B-0AE3-2015-FCE4-B14F7CB4889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0" name="in_b_pin">
              <a:extLst>
                <a:ext uri="{FF2B5EF4-FFF2-40B4-BE49-F238E27FC236}">
                  <a16:creationId xmlns:a16="http://schemas.microsoft.com/office/drawing/2014/main" id="{B0904E30-DF5B-72BC-F88D-E577AD0C7F17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C0897A2C-6EB8-775F-3D7C-0AF6A6644DF2}"/>
              </a:ext>
            </a:extLst>
          </p:cNvPr>
          <p:cNvGrpSpPr/>
          <p:nvPr/>
        </p:nvGrpSpPr>
        <p:grpSpPr>
          <a:xfrm>
            <a:off x="6161807" y="4208386"/>
            <a:ext cx="2078182" cy="2334486"/>
            <a:chOff x="5871442" y="4152311"/>
            <a:chExt cx="2078182" cy="233448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2319EFC4-2EFA-A8B8-0042-30E6B305337E}"/>
                </a:ext>
              </a:extLst>
            </p:cNvPr>
            <p:cNvGrpSpPr/>
            <p:nvPr/>
          </p:nvGrpSpPr>
          <p:grpSpPr>
            <a:xfrm>
              <a:off x="6013449" y="4584101"/>
              <a:ext cx="136815" cy="1730201"/>
              <a:chOff x="6013449" y="4584101"/>
              <a:chExt cx="136815" cy="1730201"/>
            </a:xfrm>
          </p:grpSpPr>
          <p:sp>
            <p:nvSpPr>
              <p:cNvPr id="149" name="U_SPLIT_pin_i_data[8:0]">
                <a:extLst>
                  <a:ext uri="{FF2B5EF4-FFF2-40B4-BE49-F238E27FC236}">
                    <a16:creationId xmlns:a16="http://schemas.microsoft.com/office/drawing/2014/main" id="{FD23CC41-08B2-B11A-ABA4-D29A7A3D91EB}"/>
                  </a:ext>
                </a:extLst>
              </p:cNvPr>
              <p:cNvSpPr/>
              <p:nvPr/>
            </p:nvSpPr>
            <p:spPr>
              <a:xfrm>
                <a:off x="6019801" y="5915939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1" name="U_SPLIT_pin_i_data[8:0]">
                <a:extLst>
                  <a:ext uri="{FF2B5EF4-FFF2-40B4-BE49-F238E27FC236}">
                    <a16:creationId xmlns:a16="http://schemas.microsoft.com/office/drawing/2014/main" id="{03016D46-C1DD-8495-3CD2-83BD60776B94}"/>
                  </a:ext>
                </a:extLst>
              </p:cNvPr>
              <p:cNvSpPr/>
              <p:nvPr/>
            </p:nvSpPr>
            <p:spPr>
              <a:xfrm>
                <a:off x="6023264" y="6187302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3414AEF6-07F8-EC32-F403-82F8AE4C0B3B}"/>
                  </a:ext>
                </a:extLst>
              </p:cNvPr>
              <p:cNvGrpSpPr/>
              <p:nvPr/>
            </p:nvGrpSpPr>
            <p:grpSpPr>
              <a:xfrm>
                <a:off x="6013449" y="4584101"/>
                <a:ext cx="127000" cy="890202"/>
                <a:chOff x="8175625" y="3542100"/>
                <a:chExt cx="127000" cy="890202"/>
              </a:xfrm>
            </p:grpSpPr>
            <p:sp>
              <p:nvSpPr>
                <p:cNvPr id="159" name="U_SPLIT_pin_i_data[8:0]">
                  <a:extLst>
                    <a:ext uri="{FF2B5EF4-FFF2-40B4-BE49-F238E27FC236}">
                      <a16:creationId xmlns:a16="http://schemas.microsoft.com/office/drawing/2014/main" id="{5E9C188A-F297-69C4-EB73-6B964E7E01E6}"/>
                    </a:ext>
                  </a:extLst>
                </p:cNvPr>
                <p:cNvSpPr/>
                <p:nvPr/>
              </p:nvSpPr>
              <p:spPr>
                <a:xfrm>
                  <a:off x="8175625" y="3542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2" name="U_SPLIT_pin_i_data[8:0]">
                  <a:extLst>
                    <a:ext uri="{FF2B5EF4-FFF2-40B4-BE49-F238E27FC236}">
                      <a16:creationId xmlns:a16="http://schemas.microsoft.com/office/drawing/2014/main" id="{E990D7DC-58A5-8B16-F0E3-4339678BAE1B}"/>
                    </a:ext>
                  </a:extLst>
                </p:cNvPr>
                <p:cNvSpPr/>
                <p:nvPr/>
              </p:nvSpPr>
              <p:spPr>
                <a:xfrm>
                  <a:off x="8175625" y="3796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3" name="U_SPLIT_pin_i_data[8:0]">
                  <a:extLst>
                    <a:ext uri="{FF2B5EF4-FFF2-40B4-BE49-F238E27FC236}">
                      <a16:creationId xmlns:a16="http://schemas.microsoft.com/office/drawing/2014/main" id="{27D588B0-EB27-6A67-A94C-B54F3BFF8C7C}"/>
                    </a:ext>
                  </a:extLst>
                </p:cNvPr>
                <p:cNvSpPr/>
                <p:nvPr/>
              </p:nvSpPr>
              <p:spPr>
                <a:xfrm>
                  <a:off x="8175625" y="4051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4" name="U_SPLIT_pin_i_data[8:0]">
                  <a:extLst>
                    <a:ext uri="{FF2B5EF4-FFF2-40B4-BE49-F238E27FC236}">
                      <a16:creationId xmlns:a16="http://schemas.microsoft.com/office/drawing/2014/main" id="{400B4471-431F-55F9-5854-B257B874369F}"/>
                    </a:ext>
                  </a:extLst>
                </p:cNvPr>
                <p:cNvSpPr/>
                <p:nvPr/>
              </p:nvSpPr>
              <p:spPr>
                <a:xfrm>
                  <a:off x="8175625" y="4305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</p:grpSp>
        </p:grpSp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35756573-06EB-F6EE-A573-272489AA97A9}"/>
                </a:ext>
              </a:extLst>
            </p:cNvPr>
            <p:cNvGrpSpPr/>
            <p:nvPr/>
          </p:nvGrpSpPr>
          <p:grpSpPr>
            <a:xfrm>
              <a:off x="5871442" y="4152311"/>
              <a:ext cx="2078182" cy="2334486"/>
              <a:chOff x="5857586" y="4154059"/>
              <a:chExt cx="2078182" cy="2334486"/>
            </a:xfrm>
          </p:grpSpPr>
          <p:sp>
            <p:nvSpPr>
              <p:cNvPr id="136" name="U_SPLIT_body">
                <a:extLst>
                  <a:ext uri="{FF2B5EF4-FFF2-40B4-BE49-F238E27FC236}">
                    <a16:creationId xmlns:a16="http://schemas.microsoft.com/office/drawing/2014/main" id="{0C302637-B250-89EC-DE2C-8D386E390ACA}"/>
                  </a:ext>
                </a:extLst>
              </p:cNvPr>
              <p:cNvSpPr/>
              <p:nvPr/>
            </p:nvSpPr>
            <p:spPr>
              <a:xfrm>
                <a:off x="6140449" y="4154059"/>
                <a:ext cx="1651001" cy="2334486"/>
              </a:xfrm>
              <a:prstGeom prst="roundRect">
                <a:avLst>
                  <a:gd name="adj" fmla="val 6000"/>
                </a:avLst>
              </a:prstGeom>
              <a:solidFill>
                <a:srgbClr val="ECFEFF"/>
              </a:solidFill>
              <a:ln w="19050">
                <a:solidFill>
                  <a:srgbClr val="0E74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401" tIns="38100" rIns="25401" rtlCol="0" anchor="t"/>
              <a:lstStyle/>
              <a:p>
                <a:pPr algn="ctr"/>
                <a:r>
                  <a:rPr lang="en-US" altLang="ko-KR" sz="1001" b="1">
                    <a:solidFill>
                      <a:srgbClr val="0E7490"/>
                    </a:solidFill>
                    <a:latin typeface="Malgun Gothic" panose="020B0503020000020004" pitchFamily="50" charset="-127"/>
                  </a:rPr>
                  <a:t>Fnd_Controller</a:t>
                </a:r>
              </a:p>
            </p:txBody>
          </p:sp>
          <p:sp>
            <p:nvSpPr>
              <p:cNvPr id="155" name="U_SPLIT_lbl_i_data[8:0]">
                <a:extLst>
                  <a:ext uri="{FF2B5EF4-FFF2-40B4-BE49-F238E27FC236}">
                    <a16:creationId xmlns:a16="http://schemas.microsoft.com/office/drawing/2014/main" id="{14B13C7D-5D8F-F842-CD94-5E6FC05E9841}"/>
                  </a:ext>
                </a:extLst>
              </p:cNvPr>
              <p:cNvSpPr txBox="1"/>
              <p:nvPr/>
            </p:nvSpPr>
            <p:spPr>
              <a:xfrm>
                <a:off x="6227039" y="5933302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i_clk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57" name="U_SPLIT_lbl_i_data[8:0]">
                <a:extLst>
                  <a:ext uri="{FF2B5EF4-FFF2-40B4-BE49-F238E27FC236}">
                    <a16:creationId xmlns:a16="http://schemas.microsoft.com/office/drawing/2014/main" id="{3E0262E8-9FDB-0451-E6BB-98B10AA20A0B}"/>
                  </a:ext>
                </a:extLst>
              </p:cNvPr>
              <p:cNvSpPr txBox="1"/>
              <p:nvPr/>
            </p:nvSpPr>
            <p:spPr>
              <a:xfrm>
                <a:off x="6232236" y="617460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i_reset_n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4" name="U_SPLIT_lbl_o_digit_1[3:0]">
                <a:extLst>
                  <a:ext uri="{FF2B5EF4-FFF2-40B4-BE49-F238E27FC236}">
                    <a16:creationId xmlns:a16="http://schemas.microsoft.com/office/drawing/2014/main" id="{B0E5B68A-EFCD-404F-E7FB-DB5672E496F1}"/>
                  </a:ext>
                </a:extLst>
              </p:cNvPr>
              <p:cNvSpPr txBox="1"/>
              <p:nvPr/>
            </p:nvSpPr>
            <p:spPr>
              <a:xfrm>
                <a:off x="5857586" y="458139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6" name="U_SPLIT_lbl_o_digit_1[3:0]">
                <a:extLst>
                  <a:ext uri="{FF2B5EF4-FFF2-40B4-BE49-F238E27FC236}">
                    <a16:creationId xmlns:a16="http://schemas.microsoft.com/office/drawing/2014/main" id="{0A66AB82-B46F-40E9-BA1B-930941BC1B1E}"/>
                  </a:ext>
                </a:extLst>
              </p:cNvPr>
              <p:cNvSpPr txBox="1"/>
              <p:nvPr/>
            </p:nvSpPr>
            <p:spPr>
              <a:xfrm>
                <a:off x="5915888" y="486301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7" name="U_SPLIT_lbl_o_digit_1[3:0]">
                <a:extLst>
                  <a:ext uri="{FF2B5EF4-FFF2-40B4-BE49-F238E27FC236}">
                    <a16:creationId xmlns:a16="http://schemas.microsoft.com/office/drawing/2014/main" id="{C87EB62C-2F61-F911-AD60-0B600CE726B5}"/>
                  </a:ext>
                </a:extLst>
              </p:cNvPr>
              <p:cNvSpPr txBox="1"/>
              <p:nvPr/>
            </p:nvSpPr>
            <p:spPr>
              <a:xfrm>
                <a:off x="5962068" y="509385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8" name="U_SPLIT_lbl_o_digit_1[3:0]">
                <a:extLst>
                  <a:ext uri="{FF2B5EF4-FFF2-40B4-BE49-F238E27FC236}">
                    <a16:creationId xmlns:a16="http://schemas.microsoft.com/office/drawing/2014/main" id="{298B61CD-680B-DD11-557E-24D7642A3CD2}"/>
                  </a:ext>
                </a:extLst>
              </p:cNvPr>
              <p:cNvSpPr txBox="1"/>
              <p:nvPr/>
            </p:nvSpPr>
            <p:spPr>
              <a:xfrm>
                <a:off x="6017484" y="533477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84" name="U_SPLIT_pin_o_digit_1[3:0]">
                <a:extLst>
                  <a:ext uri="{FF2B5EF4-FFF2-40B4-BE49-F238E27FC236}">
                    <a16:creationId xmlns:a16="http://schemas.microsoft.com/office/drawing/2014/main" id="{BDE6E522-E899-6711-6D84-2EE3A17C99A2}"/>
                  </a:ext>
                </a:extLst>
              </p:cNvPr>
              <p:cNvSpPr/>
              <p:nvPr/>
            </p:nvSpPr>
            <p:spPr>
              <a:xfrm>
                <a:off x="7808768" y="6008325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86" name="U_SPLIT_lbl_o_digit_1[3:0]">
                <a:extLst>
                  <a:ext uri="{FF2B5EF4-FFF2-40B4-BE49-F238E27FC236}">
                    <a16:creationId xmlns:a16="http://schemas.microsoft.com/office/drawing/2014/main" id="{97B4B34B-7D55-30A9-7EAA-427ECEC9C718}"/>
                  </a:ext>
                </a:extLst>
              </p:cNvPr>
              <p:cNvSpPr txBox="1"/>
              <p:nvPr/>
            </p:nvSpPr>
            <p:spPr>
              <a:xfrm>
                <a:off x="6789016" y="599908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o_hex[3:0]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94" name="U_SPLIT_pin_o_digit_1[3:0]">
                <a:extLst>
                  <a:ext uri="{FF2B5EF4-FFF2-40B4-BE49-F238E27FC236}">
                    <a16:creationId xmlns:a16="http://schemas.microsoft.com/office/drawing/2014/main" id="{48CE249C-5FBF-A327-3583-15076D70EBCE}"/>
                  </a:ext>
                </a:extLst>
              </p:cNvPr>
              <p:cNvSpPr/>
              <p:nvPr/>
            </p:nvSpPr>
            <p:spPr>
              <a:xfrm>
                <a:off x="7791450" y="4995746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202" name="U_SPLIT_lbl_o_digit_1[3:0]">
                <a:extLst>
                  <a:ext uri="{FF2B5EF4-FFF2-40B4-BE49-F238E27FC236}">
                    <a16:creationId xmlns:a16="http://schemas.microsoft.com/office/drawing/2014/main" id="{4311D96F-B156-E8AA-747B-4A0BDCF3B2CB}"/>
                  </a:ext>
                </a:extLst>
              </p:cNvPr>
              <p:cNvSpPr txBox="1"/>
              <p:nvPr/>
            </p:nvSpPr>
            <p:spPr>
              <a:xfrm>
                <a:off x="6827979" y="498550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o_fnd_com[3:0]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417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BBE0-AB41-8558-EBF4-453554758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D2472-1F66-4598-9F11-355E8EE41E66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C811E-420B-6FA3-D58C-6B721FB3E486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top_adder_fnd_Clk_v2 </a:t>
            </a:r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5EB39-FF1D-2925-21E7-037D4BA05370}"/>
              </a:ext>
            </a:extLst>
          </p:cNvPr>
          <p:cNvSpPr txBox="1"/>
          <p:nvPr/>
        </p:nvSpPr>
        <p:spPr>
          <a:xfrm>
            <a:off x="381002" y="7874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블록을 끌어 보면 선이 따라옴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같은 방법으로 새 </a:t>
            </a:r>
            <a:r>
              <a:rPr lang="en-US" altLang="ko-KR" sz="1001">
                <a:solidFill>
                  <a:srgbClr val="6B7280"/>
                </a:solidFill>
                <a:latin typeface="Malgun Gothic" panose="020B0503020000020004" pitchFamily="50" charset="-127"/>
              </a:rPr>
              <a:t>Top </a:t>
            </a:r>
            <a:r>
              <a:rPr lang="ko-KR" altLang="en-US" sz="1001">
                <a:solidFill>
                  <a:srgbClr val="6B7280"/>
                </a:solidFill>
                <a:latin typeface="Malgun Gothic" panose="020B0503020000020004" pitchFamily="50" charset="-127"/>
              </a:rPr>
              <a:t>구성</a:t>
            </a: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2F80E53F-5079-D565-33EB-5FD42C246267}"/>
              </a:ext>
            </a:extLst>
          </p:cNvPr>
          <p:cNvSpPr/>
          <p:nvPr/>
        </p:nvSpPr>
        <p:spPr>
          <a:xfrm>
            <a:off x="1524001" y="1041400"/>
            <a:ext cx="8890000" cy="5588000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54519-EB63-65AD-8502-4D0D8F438516}"/>
              </a:ext>
            </a:extLst>
          </p:cNvPr>
          <p:cNvSpPr txBox="1"/>
          <p:nvPr/>
        </p:nvSpPr>
        <p:spPr>
          <a:xfrm>
            <a:off x="1651002" y="109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top_adder_fnd_8bit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" name="in_a">
            <a:extLst>
              <a:ext uri="{FF2B5EF4-FFF2-40B4-BE49-F238E27FC236}">
                <a16:creationId xmlns:a16="http://schemas.microsoft.com/office/drawing/2014/main" id="{723A95AF-D350-8D1E-A9BE-229988B21474}"/>
              </a:ext>
            </a:extLst>
          </p:cNvPr>
          <p:cNvGrpSpPr/>
          <p:nvPr/>
        </p:nvGrpSpPr>
        <p:grpSpPr>
          <a:xfrm>
            <a:off x="101600" y="1778002"/>
            <a:ext cx="1549401" cy="254000"/>
            <a:chOff x="101600" y="1778000"/>
            <a:chExt cx="1549400" cy="254000"/>
          </a:xfrm>
        </p:grpSpPr>
        <p:sp>
          <p:nvSpPr>
            <p:cNvPr id="7" name="in_a_body">
              <a:extLst>
                <a:ext uri="{FF2B5EF4-FFF2-40B4-BE49-F238E27FC236}">
                  <a16:creationId xmlns:a16="http://schemas.microsoft.com/office/drawing/2014/main" id="{BC83E252-4AE4-67EB-2F8B-9078C0AB3304}"/>
                </a:ext>
              </a:extLst>
            </p:cNvPr>
            <p:cNvSpPr/>
            <p:nvPr/>
          </p:nvSpPr>
          <p:spPr>
            <a:xfrm>
              <a:off x="101600" y="1778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in_a_pin">
              <a:extLst>
                <a:ext uri="{FF2B5EF4-FFF2-40B4-BE49-F238E27FC236}">
                  <a16:creationId xmlns:a16="http://schemas.microsoft.com/office/drawing/2014/main" id="{C344FF70-896E-DBA4-8925-913E133F2B80}"/>
                </a:ext>
              </a:extLst>
            </p:cNvPr>
            <p:cNvSpPr/>
            <p:nvPr/>
          </p:nvSpPr>
          <p:spPr>
            <a:xfrm>
              <a:off x="1524000" y="1841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2" name="in_b">
            <a:extLst>
              <a:ext uri="{FF2B5EF4-FFF2-40B4-BE49-F238E27FC236}">
                <a16:creationId xmlns:a16="http://schemas.microsoft.com/office/drawing/2014/main" id="{E9F3B7F3-692A-FDB2-86A8-6631249ECB19}"/>
              </a:ext>
            </a:extLst>
          </p:cNvPr>
          <p:cNvGrpSpPr/>
          <p:nvPr/>
        </p:nvGrpSpPr>
        <p:grpSpPr>
          <a:xfrm>
            <a:off x="101600" y="2286002"/>
            <a:ext cx="1549401" cy="254000"/>
            <a:chOff x="101600" y="2286000"/>
            <a:chExt cx="1549400" cy="254000"/>
          </a:xfrm>
        </p:grpSpPr>
        <p:sp>
          <p:nvSpPr>
            <p:cNvPr id="10" name="in_b_body">
              <a:extLst>
                <a:ext uri="{FF2B5EF4-FFF2-40B4-BE49-F238E27FC236}">
                  <a16:creationId xmlns:a16="http://schemas.microsoft.com/office/drawing/2014/main" id="{862C704B-4FD3-305C-FDD9-874996D27654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1" name="in_b_pin">
              <a:extLst>
                <a:ext uri="{FF2B5EF4-FFF2-40B4-BE49-F238E27FC236}">
                  <a16:creationId xmlns:a16="http://schemas.microsoft.com/office/drawing/2014/main" id="{263D449C-C3DE-D293-DBB4-B0D34D8F3C12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1" name="U_ADD">
            <a:extLst>
              <a:ext uri="{FF2B5EF4-FFF2-40B4-BE49-F238E27FC236}">
                <a16:creationId xmlns:a16="http://schemas.microsoft.com/office/drawing/2014/main" id="{79F54A7C-874F-14F4-B132-3AF6BED03172}"/>
              </a:ext>
            </a:extLst>
          </p:cNvPr>
          <p:cNvGrpSpPr/>
          <p:nvPr/>
        </p:nvGrpSpPr>
        <p:grpSpPr>
          <a:xfrm>
            <a:off x="2794001" y="1524002"/>
            <a:ext cx="1905001" cy="1270000"/>
            <a:chOff x="2794000" y="1524000"/>
            <a:chExt cx="1905000" cy="1270000"/>
          </a:xfrm>
        </p:grpSpPr>
        <p:sp>
          <p:nvSpPr>
            <p:cNvPr id="20" name="U_ADD_body">
              <a:extLst>
                <a:ext uri="{FF2B5EF4-FFF2-40B4-BE49-F238E27FC236}">
                  <a16:creationId xmlns:a16="http://schemas.microsoft.com/office/drawing/2014/main" id="{5C42ED60-046A-C5D9-65C3-F5D528FB7122}"/>
                </a:ext>
              </a:extLst>
            </p:cNvPr>
            <p:cNvSpPr/>
            <p:nvPr/>
          </p:nvSpPr>
          <p:spPr>
            <a:xfrm>
              <a:off x="2921000" y="1524000"/>
              <a:ext cx="1651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1" name="U_ADD_pin_i_a[7:0]">
              <a:extLst>
                <a:ext uri="{FF2B5EF4-FFF2-40B4-BE49-F238E27FC236}">
                  <a16:creationId xmlns:a16="http://schemas.microsoft.com/office/drawing/2014/main" id="{4517713C-8583-68DB-F5D8-D7E536DDDF39}"/>
                </a:ext>
              </a:extLst>
            </p:cNvPr>
            <p:cNvSpPr/>
            <p:nvPr/>
          </p:nvSpPr>
          <p:spPr>
            <a:xfrm>
              <a:off x="2794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U_ADD_lbl_i_a[7:0]">
              <a:extLst>
                <a:ext uri="{FF2B5EF4-FFF2-40B4-BE49-F238E27FC236}">
                  <a16:creationId xmlns:a16="http://schemas.microsoft.com/office/drawing/2014/main" id="{43D94077-AC3C-BDAA-9E53-146DB0C2E5C0}"/>
                </a:ext>
              </a:extLst>
            </p:cNvPr>
            <p:cNvSpPr txBox="1"/>
            <p:nvPr/>
          </p:nvSpPr>
          <p:spPr>
            <a:xfrm>
              <a:off x="29718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3" name="U_ADD_pin_i_b[7:0]">
              <a:extLst>
                <a:ext uri="{FF2B5EF4-FFF2-40B4-BE49-F238E27FC236}">
                  <a16:creationId xmlns:a16="http://schemas.microsoft.com/office/drawing/2014/main" id="{D75B60D9-D28C-EFDD-4642-3EA3AF32E0EE}"/>
                </a:ext>
              </a:extLst>
            </p:cNvPr>
            <p:cNvSpPr/>
            <p:nvPr/>
          </p:nvSpPr>
          <p:spPr>
            <a:xfrm>
              <a:off x="2794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U_ADD_lbl_i_b[7:0]">
              <a:extLst>
                <a:ext uri="{FF2B5EF4-FFF2-40B4-BE49-F238E27FC236}">
                  <a16:creationId xmlns:a16="http://schemas.microsoft.com/office/drawing/2014/main" id="{0DE55B00-AAFE-20E3-430D-798C0F71A5F0}"/>
                </a:ext>
              </a:extLst>
            </p:cNvPr>
            <p:cNvSpPr txBox="1"/>
            <p:nvPr/>
          </p:nvSpPr>
          <p:spPr>
            <a:xfrm>
              <a:off x="29718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5" name="U_ADD_pin_i_cin">
              <a:extLst>
                <a:ext uri="{FF2B5EF4-FFF2-40B4-BE49-F238E27FC236}">
                  <a16:creationId xmlns:a16="http://schemas.microsoft.com/office/drawing/2014/main" id="{E6C9413E-F998-FD41-36AF-82FDC1407E7B}"/>
                </a:ext>
              </a:extLst>
            </p:cNvPr>
            <p:cNvSpPr/>
            <p:nvPr/>
          </p:nvSpPr>
          <p:spPr>
            <a:xfrm>
              <a:off x="2819400" y="251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" name="U_ADD_lbl_i_cin">
              <a:extLst>
                <a:ext uri="{FF2B5EF4-FFF2-40B4-BE49-F238E27FC236}">
                  <a16:creationId xmlns:a16="http://schemas.microsoft.com/office/drawing/2014/main" id="{65DDA028-D58C-DA99-31BA-A6627E6CF9AC}"/>
                </a:ext>
              </a:extLst>
            </p:cNvPr>
            <p:cNvSpPr txBox="1"/>
            <p:nvPr/>
          </p:nvSpPr>
          <p:spPr>
            <a:xfrm>
              <a:off x="2971800" y="2476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7" name="U_ADD_pin_o_sum[7:0]">
              <a:extLst>
                <a:ext uri="{FF2B5EF4-FFF2-40B4-BE49-F238E27FC236}">
                  <a16:creationId xmlns:a16="http://schemas.microsoft.com/office/drawing/2014/main" id="{7CD27984-C2E7-CCCE-F856-6FA7C52913FF}"/>
                </a:ext>
              </a:extLst>
            </p:cNvPr>
            <p:cNvSpPr/>
            <p:nvPr/>
          </p:nvSpPr>
          <p:spPr>
            <a:xfrm>
              <a:off x="4572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U_ADD_lbl_o_sum[7:0]">
              <a:extLst>
                <a:ext uri="{FF2B5EF4-FFF2-40B4-BE49-F238E27FC236}">
                  <a16:creationId xmlns:a16="http://schemas.microsoft.com/office/drawing/2014/main" id="{453C68CE-9067-6897-4EAC-6854CE8E2F75}"/>
                </a:ext>
              </a:extLst>
            </p:cNvPr>
            <p:cNvSpPr txBox="1"/>
            <p:nvPr/>
          </p:nvSpPr>
          <p:spPr>
            <a:xfrm>
              <a:off x="35687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9" name="U_ADD_pin_o_cout">
              <a:extLst>
                <a:ext uri="{FF2B5EF4-FFF2-40B4-BE49-F238E27FC236}">
                  <a16:creationId xmlns:a16="http://schemas.microsoft.com/office/drawing/2014/main" id="{FA82AA97-7493-79CB-AF89-41F158E1617E}"/>
                </a:ext>
              </a:extLst>
            </p:cNvPr>
            <p:cNvSpPr/>
            <p:nvPr/>
          </p:nvSpPr>
          <p:spPr>
            <a:xfrm>
              <a:off x="4572000" y="2260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U_ADD_lbl_o_cout">
              <a:extLst>
                <a:ext uri="{FF2B5EF4-FFF2-40B4-BE49-F238E27FC236}">
                  <a16:creationId xmlns:a16="http://schemas.microsoft.com/office/drawing/2014/main" id="{2DD2C2FB-1F67-E3A5-53D8-60601607C16F}"/>
                </a:ext>
              </a:extLst>
            </p:cNvPr>
            <p:cNvSpPr txBox="1"/>
            <p:nvPr/>
          </p:nvSpPr>
          <p:spPr>
            <a:xfrm>
              <a:off x="35687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9" name="CAT">
            <a:extLst>
              <a:ext uri="{FF2B5EF4-FFF2-40B4-BE49-F238E27FC236}">
                <a16:creationId xmlns:a16="http://schemas.microsoft.com/office/drawing/2014/main" id="{63A6A5A7-E1F1-1867-9B84-2A848BC73A22}"/>
              </a:ext>
            </a:extLst>
          </p:cNvPr>
          <p:cNvGrpSpPr/>
          <p:nvPr/>
        </p:nvGrpSpPr>
        <p:grpSpPr>
          <a:xfrm>
            <a:off x="5175251" y="1449794"/>
            <a:ext cx="1333500" cy="1016000"/>
            <a:chOff x="5016500" y="1524000"/>
            <a:chExt cx="1333500" cy="1016000"/>
          </a:xfrm>
        </p:grpSpPr>
        <p:sp>
          <p:nvSpPr>
            <p:cNvPr id="32" name="CAT_body">
              <a:extLst>
                <a:ext uri="{FF2B5EF4-FFF2-40B4-BE49-F238E27FC236}">
                  <a16:creationId xmlns:a16="http://schemas.microsoft.com/office/drawing/2014/main" id="{D4FC1D84-F079-5C06-D901-DCC7264C93DD}"/>
                </a:ext>
              </a:extLst>
            </p:cNvPr>
            <p:cNvSpPr/>
            <p:nvPr/>
          </p:nvSpPr>
          <p:spPr>
            <a:xfrm>
              <a:off x="5143500" y="1524000"/>
              <a:ext cx="10795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3" name="CAT_pin_lo[7:0]">
              <a:extLst>
                <a:ext uri="{FF2B5EF4-FFF2-40B4-BE49-F238E27FC236}">
                  <a16:creationId xmlns:a16="http://schemas.microsoft.com/office/drawing/2014/main" id="{0AD22394-B354-1E61-52C3-3B45037C1793}"/>
                </a:ext>
              </a:extLst>
            </p:cNvPr>
            <p:cNvSpPr/>
            <p:nvPr/>
          </p:nvSpPr>
          <p:spPr>
            <a:xfrm>
              <a:off x="50165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CAT_lbl_lo[7:0]">
              <a:extLst>
                <a:ext uri="{FF2B5EF4-FFF2-40B4-BE49-F238E27FC236}">
                  <a16:creationId xmlns:a16="http://schemas.microsoft.com/office/drawing/2014/main" id="{6631E5F5-2252-2BBF-6A77-6BBAFB76D13C}"/>
                </a:ext>
              </a:extLst>
            </p:cNvPr>
            <p:cNvSpPr txBox="1"/>
            <p:nvPr/>
          </p:nvSpPr>
          <p:spPr>
            <a:xfrm>
              <a:off x="519430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5" name="CAT_pin_hi">
              <a:extLst>
                <a:ext uri="{FF2B5EF4-FFF2-40B4-BE49-F238E27FC236}">
                  <a16:creationId xmlns:a16="http://schemas.microsoft.com/office/drawing/2014/main" id="{E495F15F-17CC-3ED7-355F-A0818FFB41A8}"/>
                </a:ext>
              </a:extLst>
            </p:cNvPr>
            <p:cNvSpPr/>
            <p:nvPr/>
          </p:nvSpPr>
          <p:spPr>
            <a:xfrm>
              <a:off x="50419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CAT_lbl_hi">
              <a:extLst>
                <a:ext uri="{FF2B5EF4-FFF2-40B4-BE49-F238E27FC236}">
                  <a16:creationId xmlns:a16="http://schemas.microsoft.com/office/drawing/2014/main" id="{814EECE3-F89D-0454-B8E3-BDB5EAE06360}"/>
                </a:ext>
              </a:extLst>
            </p:cNvPr>
            <p:cNvSpPr txBox="1"/>
            <p:nvPr/>
          </p:nvSpPr>
          <p:spPr>
            <a:xfrm>
              <a:off x="5194300" y="2222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CAT_pin_out[8:0]">
              <a:extLst>
                <a:ext uri="{FF2B5EF4-FFF2-40B4-BE49-F238E27FC236}">
                  <a16:creationId xmlns:a16="http://schemas.microsoft.com/office/drawing/2014/main" id="{D160B15B-0EDA-517C-82C8-A5F10961304B}"/>
                </a:ext>
              </a:extLst>
            </p:cNvPr>
            <p:cNvSpPr/>
            <p:nvPr/>
          </p:nvSpPr>
          <p:spPr>
            <a:xfrm>
              <a:off x="6223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CAT_lbl_out[8:0]">
              <a:extLst>
                <a:ext uri="{FF2B5EF4-FFF2-40B4-BE49-F238E27FC236}">
                  <a16:creationId xmlns:a16="http://schemas.microsoft.com/office/drawing/2014/main" id="{A606D085-F1B5-B680-7950-AFFCA38AC41D}"/>
                </a:ext>
              </a:extLst>
            </p:cNvPr>
            <p:cNvSpPr txBox="1"/>
            <p:nvPr/>
          </p:nvSpPr>
          <p:spPr>
            <a:xfrm>
              <a:off x="550545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1" name="U_SPLIT">
            <a:extLst>
              <a:ext uri="{FF2B5EF4-FFF2-40B4-BE49-F238E27FC236}">
                <a16:creationId xmlns:a16="http://schemas.microsoft.com/office/drawing/2014/main" id="{1C48E5DE-8DB7-A8FF-87C8-F7790F0B52ED}"/>
              </a:ext>
            </a:extLst>
          </p:cNvPr>
          <p:cNvGrpSpPr/>
          <p:nvPr/>
        </p:nvGrpSpPr>
        <p:grpSpPr>
          <a:xfrm>
            <a:off x="4030800" y="4122836"/>
            <a:ext cx="1905001" cy="1524000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B56CA695-B8AC-C7A6-E34F-F89E521ABF1F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3EF2EC51-E0CB-4EED-8A17-AD775CD95CEF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C0C59E96-2755-ACEE-A317-51AB9A08B8C8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151F7536-8B3E-F2E7-DC21-F1E135BF3B6C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EDCC3909-B2EE-F5F4-0289-C4516CA5663D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6203DBA3-1158-C2CF-31AA-789F8FB873C1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9A197B38-E2F8-9D8A-6E86-76E1A4F1E514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6F1956A6-A003-BDA3-F289-E4547CB29450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9A20A8E6-07D1-712F-50F2-A51C65062C1E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91642C83-F054-168B-606D-87551D580D8E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D8AF4337-26C8-8622-EB7D-1B6CEE2D9E31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2765E7A8-4EA4-A9FB-9E86-E28995BE93EF}"/>
              </a:ext>
            </a:extLst>
          </p:cNvPr>
          <p:cNvGrpSpPr/>
          <p:nvPr/>
        </p:nvGrpSpPr>
        <p:grpSpPr>
          <a:xfrm>
            <a:off x="8442600" y="5606335"/>
            <a:ext cx="1778000" cy="762000"/>
            <a:chOff x="6985000" y="5461000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CFB465CE-4F95-C37D-AAEB-F0FE6C9DE7EF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BF38CD52-BC06-11BA-A869-5DB7375D711A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39D249A7-2EBD-13CF-5C19-432EAF0F2344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90C9FA10-02F4-248A-6B7D-D478E95DBCDC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4516FADE-DF11-5322-1FDE-B6AF18A8D0A7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66C7EFAE-A2F2-F41B-1E81-61AAB1CD709C}"/>
              </a:ext>
            </a:extLst>
          </p:cNvPr>
          <p:cNvGrpSpPr/>
          <p:nvPr/>
        </p:nvGrpSpPr>
        <p:grpSpPr>
          <a:xfrm>
            <a:off x="10566400" y="5951774"/>
            <a:ext cx="1549401" cy="254000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93DBAD93-A59F-7ADE-B77C-38D5C169F94F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53D14458-26C7-93DB-F80A-1F6D105BE190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9D441408-AC25-6279-34BA-26D2E4A2C1AC}"/>
              </a:ext>
            </a:extLst>
          </p:cNvPr>
          <p:cNvGrpSpPr/>
          <p:nvPr/>
        </p:nvGrpSpPr>
        <p:grpSpPr>
          <a:xfrm>
            <a:off x="10531186" y="5001518"/>
            <a:ext cx="1549401" cy="254000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55AAB690-8515-1F4B-3675-68F0AD5968D1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49229BB9-62E7-5387-3FC2-DA504A7EF439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6" name="out_cout">
            <a:extLst>
              <a:ext uri="{FF2B5EF4-FFF2-40B4-BE49-F238E27FC236}">
                <a16:creationId xmlns:a16="http://schemas.microsoft.com/office/drawing/2014/main" id="{5B3A403C-696D-7F44-539F-FB5FEA22D2F4}"/>
              </a:ext>
            </a:extLst>
          </p:cNvPr>
          <p:cNvGrpSpPr/>
          <p:nvPr/>
        </p:nvGrpSpPr>
        <p:grpSpPr>
          <a:xfrm>
            <a:off x="10566400" y="1168402"/>
            <a:ext cx="1524000" cy="254000"/>
            <a:chOff x="10566400" y="1168400"/>
            <a:chExt cx="1524000" cy="254000"/>
          </a:xfrm>
        </p:grpSpPr>
        <p:sp>
          <p:nvSpPr>
            <p:cNvPr id="84" name="out_cout_body">
              <a:extLst>
                <a:ext uri="{FF2B5EF4-FFF2-40B4-BE49-F238E27FC236}">
                  <a16:creationId xmlns:a16="http://schemas.microsoft.com/office/drawing/2014/main" id="{65F761E7-5980-3D25-B10D-98F2C2843801}"/>
                </a:ext>
              </a:extLst>
            </p:cNvPr>
            <p:cNvSpPr/>
            <p:nvPr/>
          </p:nvSpPr>
          <p:spPr>
            <a:xfrm>
              <a:off x="10668000" y="11684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5" name="out_cout_pin">
              <a:extLst>
                <a:ext uri="{FF2B5EF4-FFF2-40B4-BE49-F238E27FC236}">
                  <a16:creationId xmlns:a16="http://schemas.microsoft.com/office/drawing/2014/main" id="{35688838-84BB-24EB-125F-63F851DD9E56}"/>
                </a:ext>
              </a:extLst>
            </p:cNvPr>
            <p:cNvSpPr/>
            <p:nvPr/>
          </p:nvSpPr>
          <p:spPr>
            <a:xfrm>
              <a:off x="10566400" y="124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857FB60-FAE0-E46D-4CF4-2A7081169267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650999" y="1905001"/>
            <a:ext cx="1143001" cy="1524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DBD407A2-D558-DA03-BD8E-3D0097CD3BC9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650999" y="2311400"/>
            <a:ext cx="1143001" cy="10160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8E1838C0-8D9F-FD9B-CE80-94BCA8D06BBA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406816" y="2565402"/>
            <a:ext cx="1412585" cy="720125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D0F53870-1EDE-5C79-5523-26D4AA444754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73602" y="2237194"/>
            <a:ext cx="527049" cy="74208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82314652-4AEB-0133-1477-5E67E3B72E6E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4699002" y="1983194"/>
            <a:ext cx="476249" cy="7420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1823C334-B0F6-0AC7-A124-F75B1E13A31D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 flipH="1">
            <a:off x="4030800" y="1983194"/>
            <a:ext cx="2477951" cy="2673042"/>
          </a:xfrm>
          <a:prstGeom prst="bentConnector5">
            <a:avLst>
              <a:gd name="adj1" fmla="val -9225"/>
              <a:gd name="adj2" fmla="val 50000"/>
              <a:gd name="adj3" fmla="val 109225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C4CEB600-1516-B43A-946A-682C9C068ECF}"/>
              </a:ext>
            </a:extLst>
          </p:cNvPr>
          <p:cNvCxnSpPr>
            <a:cxnSpLocks/>
            <a:stCxn id="43" idx="3"/>
            <a:endCxn id="159" idx="1"/>
          </p:cNvCxnSpPr>
          <p:nvPr/>
        </p:nvCxnSpPr>
        <p:spPr>
          <a:xfrm>
            <a:off x="5935801" y="4656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34146100-F311-7C7F-CF63-1157889237CC}"/>
              </a:ext>
            </a:extLst>
          </p:cNvPr>
          <p:cNvCxnSpPr>
            <a:cxnSpLocks/>
            <a:stCxn id="45" idx="3"/>
            <a:endCxn id="162" idx="1"/>
          </p:cNvCxnSpPr>
          <p:nvPr/>
        </p:nvCxnSpPr>
        <p:spPr>
          <a:xfrm>
            <a:off x="5935801" y="4910236"/>
            <a:ext cx="368013" cy="4744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051A83CF-3ACE-E202-CED0-2E2D45C34FBA}"/>
              </a:ext>
            </a:extLst>
          </p:cNvPr>
          <p:cNvCxnSpPr>
            <a:cxnSpLocks/>
            <a:stCxn id="47" idx="3"/>
            <a:endCxn id="163" idx="1"/>
          </p:cNvCxnSpPr>
          <p:nvPr/>
        </p:nvCxnSpPr>
        <p:spPr>
          <a:xfrm>
            <a:off x="5935801" y="5164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42E38C14-6D70-C50B-36DC-8678C91F2636}"/>
              </a:ext>
            </a:extLst>
          </p:cNvPr>
          <p:cNvCxnSpPr>
            <a:cxnSpLocks/>
            <a:stCxn id="49" idx="3"/>
            <a:endCxn id="164" idx="1"/>
          </p:cNvCxnSpPr>
          <p:nvPr/>
        </p:nvCxnSpPr>
        <p:spPr>
          <a:xfrm>
            <a:off x="5935801" y="5418236"/>
            <a:ext cx="368013" cy="48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in_b">
            <a:extLst>
              <a:ext uri="{FF2B5EF4-FFF2-40B4-BE49-F238E27FC236}">
                <a16:creationId xmlns:a16="http://schemas.microsoft.com/office/drawing/2014/main" id="{7203BF1C-A13F-0240-6687-57F6E8ED0020}"/>
              </a:ext>
            </a:extLst>
          </p:cNvPr>
          <p:cNvGrpSpPr/>
          <p:nvPr/>
        </p:nvGrpSpPr>
        <p:grpSpPr>
          <a:xfrm>
            <a:off x="-16164" y="5725439"/>
            <a:ext cx="1549401" cy="254000"/>
            <a:chOff x="101600" y="2286000"/>
            <a:chExt cx="1549400" cy="254000"/>
          </a:xfrm>
        </p:grpSpPr>
        <p:sp>
          <p:nvSpPr>
            <p:cNvPr id="138" name="in_b_body">
              <a:extLst>
                <a:ext uri="{FF2B5EF4-FFF2-40B4-BE49-F238E27FC236}">
                  <a16:creationId xmlns:a16="http://schemas.microsoft.com/office/drawing/2014/main" id="{BC74B732-60AA-B370-1043-E496236CD794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39" name="in_b_pin">
              <a:extLst>
                <a:ext uri="{FF2B5EF4-FFF2-40B4-BE49-F238E27FC236}">
                  <a16:creationId xmlns:a16="http://schemas.microsoft.com/office/drawing/2014/main" id="{A63BD0E6-5BAE-1BA8-6207-492B0D38D4B6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40" name="in_b">
            <a:extLst>
              <a:ext uri="{FF2B5EF4-FFF2-40B4-BE49-F238E27FC236}">
                <a16:creationId xmlns:a16="http://schemas.microsoft.com/office/drawing/2014/main" id="{6D5CF703-AA20-3C12-E878-218E08316312}"/>
              </a:ext>
            </a:extLst>
          </p:cNvPr>
          <p:cNvGrpSpPr/>
          <p:nvPr/>
        </p:nvGrpSpPr>
        <p:grpSpPr>
          <a:xfrm>
            <a:off x="-16164" y="6273801"/>
            <a:ext cx="1549401" cy="254000"/>
            <a:chOff x="101600" y="2286000"/>
            <a:chExt cx="1549400" cy="254000"/>
          </a:xfrm>
        </p:grpSpPr>
        <p:sp>
          <p:nvSpPr>
            <p:cNvPr id="141" name="in_b_body">
              <a:extLst>
                <a:ext uri="{FF2B5EF4-FFF2-40B4-BE49-F238E27FC236}">
                  <a16:creationId xmlns:a16="http://schemas.microsoft.com/office/drawing/2014/main" id="{653C455F-C611-E886-00A3-429B2B7C8B5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i_reset_n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2" name="in_b_pin">
              <a:extLst>
                <a:ext uri="{FF2B5EF4-FFF2-40B4-BE49-F238E27FC236}">
                  <a16:creationId xmlns:a16="http://schemas.microsoft.com/office/drawing/2014/main" id="{74D44B5B-EC18-0C98-7D06-EE6967D1D805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8AEE39B6-3CA4-03D5-59FD-BF726E341A3B}"/>
              </a:ext>
            </a:extLst>
          </p:cNvPr>
          <p:cNvCxnSpPr>
            <a:cxnSpLocks/>
            <a:stCxn id="139" idx="3"/>
          </p:cNvCxnSpPr>
          <p:nvPr/>
        </p:nvCxnSpPr>
        <p:spPr>
          <a:xfrm flipV="1">
            <a:off x="1533237" y="5408206"/>
            <a:ext cx="565163" cy="444233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C79CDAC0-9FBF-3A40-3289-D63ECC5863C1}"/>
              </a:ext>
            </a:extLst>
          </p:cNvPr>
          <p:cNvCxnSpPr>
            <a:cxnSpLocks/>
            <a:stCxn id="142" idx="3"/>
            <a:endCxn id="151" idx="1"/>
          </p:cNvCxnSpPr>
          <p:nvPr/>
        </p:nvCxnSpPr>
        <p:spPr>
          <a:xfrm flipV="1">
            <a:off x="1533237" y="6306877"/>
            <a:ext cx="4780392" cy="93924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C236C21C-8669-4401-4143-C5B1CD8DD36F}"/>
              </a:ext>
            </a:extLst>
          </p:cNvPr>
          <p:cNvCxnSpPr>
            <a:cxnSpLocks/>
            <a:stCxn id="29" idx="3"/>
            <a:endCxn id="85" idx="1"/>
          </p:cNvCxnSpPr>
          <p:nvPr/>
        </p:nvCxnSpPr>
        <p:spPr>
          <a:xfrm flipV="1">
            <a:off x="4673602" y="1295402"/>
            <a:ext cx="5892798" cy="1016000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2F41D323-9849-35C8-6729-C1A36E2EC500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8029847" y="6114197"/>
            <a:ext cx="412753" cy="2553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연결선: 꺾임 190">
            <a:extLst>
              <a:ext uri="{FF2B5EF4-FFF2-40B4-BE49-F238E27FC236}">
                <a16:creationId xmlns:a16="http://schemas.microsoft.com/office/drawing/2014/main" id="{C5DC1B6A-2C7A-4B31-7774-8BF08AEA6C39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10220600" y="6078774"/>
            <a:ext cx="345800" cy="60961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735829D4-48DD-9C0A-4372-D129D3AD883E}"/>
              </a:ext>
            </a:extLst>
          </p:cNvPr>
          <p:cNvCxnSpPr>
            <a:cxnSpLocks/>
            <a:stCxn id="194" idx="3"/>
            <a:endCxn id="82" idx="1"/>
          </p:cNvCxnSpPr>
          <p:nvPr/>
        </p:nvCxnSpPr>
        <p:spPr>
          <a:xfrm>
            <a:off x="8222671" y="5113573"/>
            <a:ext cx="2308515" cy="1494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" name="in_b">
            <a:extLst>
              <a:ext uri="{FF2B5EF4-FFF2-40B4-BE49-F238E27FC236}">
                <a16:creationId xmlns:a16="http://schemas.microsoft.com/office/drawing/2014/main" id="{BE5A5DE1-DC6F-E8A3-CE6B-12BCAEF98C51}"/>
              </a:ext>
            </a:extLst>
          </p:cNvPr>
          <p:cNvGrpSpPr/>
          <p:nvPr/>
        </p:nvGrpSpPr>
        <p:grpSpPr>
          <a:xfrm>
            <a:off x="50800" y="3154777"/>
            <a:ext cx="1414608" cy="254000"/>
            <a:chOff x="101600" y="2286000"/>
            <a:chExt cx="1549400" cy="254000"/>
          </a:xfrm>
        </p:grpSpPr>
        <p:sp>
          <p:nvSpPr>
            <p:cNvPr id="199" name="in_b_body">
              <a:extLst>
                <a:ext uri="{FF2B5EF4-FFF2-40B4-BE49-F238E27FC236}">
                  <a16:creationId xmlns:a16="http://schemas.microsoft.com/office/drawing/2014/main" id="{0717662A-906F-0ABA-ED27-5F6382CA029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00" name="in_b_pin">
              <a:extLst>
                <a:ext uri="{FF2B5EF4-FFF2-40B4-BE49-F238E27FC236}">
                  <a16:creationId xmlns:a16="http://schemas.microsoft.com/office/drawing/2014/main" id="{DA93A6FB-B70E-A9CA-D499-E6EC8CB5E1A2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6330B490-98A0-2B5E-F345-C86C5806C858}"/>
              </a:ext>
            </a:extLst>
          </p:cNvPr>
          <p:cNvGrpSpPr/>
          <p:nvPr/>
        </p:nvGrpSpPr>
        <p:grpSpPr>
          <a:xfrm>
            <a:off x="6161807" y="4208386"/>
            <a:ext cx="2078182" cy="2334486"/>
            <a:chOff x="5871442" y="4152311"/>
            <a:chExt cx="2078182" cy="233448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506879C5-E9B0-E1D6-1C62-00F4E57CC2DB}"/>
                </a:ext>
              </a:extLst>
            </p:cNvPr>
            <p:cNvGrpSpPr/>
            <p:nvPr/>
          </p:nvGrpSpPr>
          <p:grpSpPr>
            <a:xfrm>
              <a:off x="6013449" y="4584101"/>
              <a:ext cx="136815" cy="1730201"/>
              <a:chOff x="6013449" y="4584101"/>
              <a:chExt cx="136815" cy="1730201"/>
            </a:xfrm>
          </p:grpSpPr>
          <p:sp>
            <p:nvSpPr>
              <p:cNvPr id="149" name="U_SPLIT_pin_i_data[8:0]">
                <a:extLst>
                  <a:ext uri="{FF2B5EF4-FFF2-40B4-BE49-F238E27FC236}">
                    <a16:creationId xmlns:a16="http://schemas.microsoft.com/office/drawing/2014/main" id="{5E0E55D5-AE9E-ED61-2B80-A31A01989A86}"/>
                  </a:ext>
                </a:extLst>
              </p:cNvPr>
              <p:cNvSpPr/>
              <p:nvPr/>
            </p:nvSpPr>
            <p:spPr>
              <a:xfrm>
                <a:off x="6019801" y="5915939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51" name="U_SPLIT_pin_i_data[8:0]">
                <a:extLst>
                  <a:ext uri="{FF2B5EF4-FFF2-40B4-BE49-F238E27FC236}">
                    <a16:creationId xmlns:a16="http://schemas.microsoft.com/office/drawing/2014/main" id="{C451EE86-BB35-7248-F874-9FE2CBEA2F6A}"/>
                  </a:ext>
                </a:extLst>
              </p:cNvPr>
              <p:cNvSpPr/>
              <p:nvPr/>
            </p:nvSpPr>
            <p:spPr>
              <a:xfrm>
                <a:off x="6023264" y="6187302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37AC57AA-766B-3011-AEE2-BC269187E21F}"/>
                  </a:ext>
                </a:extLst>
              </p:cNvPr>
              <p:cNvGrpSpPr/>
              <p:nvPr/>
            </p:nvGrpSpPr>
            <p:grpSpPr>
              <a:xfrm>
                <a:off x="6013449" y="4584101"/>
                <a:ext cx="127000" cy="890202"/>
                <a:chOff x="8175625" y="3542100"/>
                <a:chExt cx="127000" cy="890202"/>
              </a:xfrm>
            </p:grpSpPr>
            <p:sp>
              <p:nvSpPr>
                <p:cNvPr id="159" name="U_SPLIT_pin_i_data[8:0]">
                  <a:extLst>
                    <a:ext uri="{FF2B5EF4-FFF2-40B4-BE49-F238E27FC236}">
                      <a16:creationId xmlns:a16="http://schemas.microsoft.com/office/drawing/2014/main" id="{30C05C42-9123-C226-CA75-E28B9E7652EC}"/>
                    </a:ext>
                  </a:extLst>
                </p:cNvPr>
                <p:cNvSpPr/>
                <p:nvPr/>
              </p:nvSpPr>
              <p:spPr>
                <a:xfrm>
                  <a:off x="8175625" y="3542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2" name="U_SPLIT_pin_i_data[8:0]">
                  <a:extLst>
                    <a:ext uri="{FF2B5EF4-FFF2-40B4-BE49-F238E27FC236}">
                      <a16:creationId xmlns:a16="http://schemas.microsoft.com/office/drawing/2014/main" id="{FAFF18CD-BFA8-1BD9-B1BA-B47E394DB2DE}"/>
                    </a:ext>
                  </a:extLst>
                </p:cNvPr>
                <p:cNvSpPr/>
                <p:nvPr/>
              </p:nvSpPr>
              <p:spPr>
                <a:xfrm>
                  <a:off x="8175625" y="3796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3" name="U_SPLIT_pin_i_data[8:0]">
                  <a:extLst>
                    <a:ext uri="{FF2B5EF4-FFF2-40B4-BE49-F238E27FC236}">
                      <a16:creationId xmlns:a16="http://schemas.microsoft.com/office/drawing/2014/main" id="{E481FBF6-2F61-804A-2204-4A883F54A59E}"/>
                    </a:ext>
                  </a:extLst>
                </p:cNvPr>
                <p:cNvSpPr/>
                <p:nvPr/>
              </p:nvSpPr>
              <p:spPr>
                <a:xfrm>
                  <a:off x="8175625" y="4051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  <p:sp>
              <p:nvSpPr>
                <p:cNvPr id="164" name="U_SPLIT_pin_i_data[8:0]">
                  <a:extLst>
                    <a:ext uri="{FF2B5EF4-FFF2-40B4-BE49-F238E27FC236}">
                      <a16:creationId xmlns:a16="http://schemas.microsoft.com/office/drawing/2014/main" id="{FE7DE207-EFEE-996E-BF9F-2207932F8055}"/>
                    </a:ext>
                  </a:extLst>
                </p:cNvPr>
                <p:cNvSpPr/>
                <p:nvPr/>
              </p:nvSpPr>
              <p:spPr>
                <a:xfrm>
                  <a:off x="8175625" y="4305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1"/>
                </a:p>
              </p:txBody>
            </p:sp>
          </p:grpSp>
        </p:grpSp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EFD8C2DF-F1E7-36C5-CF29-A2E1ECA9102E}"/>
                </a:ext>
              </a:extLst>
            </p:cNvPr>
            <p:cNvGrpSpPr/>
            <p:nvPr/>
          </p:nvGrpSpPr>
          <p:grpSpPr>
            <a:xfrm>
              <a:off x="5871442" y="4152311"/>
              <a:ext cx="2078182" cy="2334486"/>
              <a:chOff x="5857586" y="4154059"/>
              <a:chExt cx="2078182" cy="2334486"/>
            </a:xfrm>
          </p:grpSpPr>
          <p:sp>
            <p:nvSpPr>
              <p:cNvPr id="136" name="U_SPLIT_body">
                <a:extLst>
                  <a:ext uri="{FF2B5EF4-FFF2-40B4-BE49-F238E27FC236}">
                    <a16:creationId xmlns:a16="http://schemas.microsoft.com/office/drawing/2014/main" id="{FECB6D09-45AC-873D-D523-2B995D80B2A0}"/>
                  </a:ext>
                </a:extLst>
              </p:cNvPr>
              <p:cNvSpPr/>
              <p:nvPr/>
            </p:nvSpPr>
            <p:spPr>
              <a:xfrm>
                <a:off x="6140449" y="4154059"/>
                <a:ext cx="1651001" cy="2334486"/>
              </a:xfrm>
              <a:prstGeom prst="roundRect">
                <a:avLst>
                  <a:gd name="adj" fmla="val 6000"/>
                </a:avLst>
              </a:prstGeom>
              <a:solidFill>
                <a:srgbClr val="ECFEFF"/>
              </a:solidFill>
              <a:ln w="19050">
                <a:solidFill>
                  <a:srgbClr val="0E74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401" tIns="38100" rIns="25401" rtlCol="0" anchor="t"/>
              <a:lstStyle/>
              <a:p>
                <a:pPr algn="ctr"/>
                <a:r>
                  <a:rPr lang="en-US" altLang="ko-KR" sz="1001" b="1">
                    <a:solidFill>
                      <a:srgbClr val="0E7490"/>
                    </a:solidFill>
                    <a:latin typeface="Malgun Gothic" panose="020B0503020000020004" pitchFamily="50" charset="-127"/>
                  </a:rPr>
                  <a:t>Fnd_Controller</a:t>
                </a:r>
              </a:p>
            </p:txBody>
          </p:sp>
          <p:sp>
            <p:nvSpPr>
              <p:cNvPr id="155" name="U_SPLIT_lbl_i_data[8:0]">
                <a:extLst>
                  <a:ext uri="{FF2B5EF4-FFF2-40B4-BE49-F238E27FC236}">
                    <a16:creationId xmlns:a16="http://schemas.microsoft.com/office/drawing/2014/main" id="{EE9DA3D0-5ED7-1938-A8E6-C4DFE7561F7C}"/>
                  </a:ext>
                </a:extLst>
              </p:cNvPr>
              <p:cNvSpPr txBox="1"/>
              <p:nvPr/>
            </p:nvSpPr>
            <p:spPr>
              <a:xfrm>
                <a:off x="6227039" y="5933302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i_clk_1kHz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57" name="U_SPLIT_lbl_i_data[8:0]">
                <a:extLst>
                  <a:ext uri="{FF2B5EF4-FFF2-40B4-BE49-F238E27FC236}">
                    <a16:creationId xmlns:a16="http://schemas.microsoft.com/office/drawing/2014/main" id="{37884063-91F3-AFE9-183B-AE6D0A2A555D}"/>
                  </a:ext>
                </a:extLst>
              </p:cNvPr>
              <p:cNvSpPr txBox="1"/>
              <p:nvPr/>
            </p:nvSpPr>
            <p:spPr>
              <a:xfrm>
                <a:off x="6232236" y="617460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i_reset_n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4" name="U_SPLIT_lbl_o_digit_1[3:0]">
                <a:extLst>
                  <a:ext uri="{FF2B5EF4-FFF2-40B4-BE49-F238E27FC236}">
                    <a16:creationId xmlns:a16="http://schemas.microsoft.com/office/drawing/2014/main" id="{99A1BDCE-3C24-6D5F-E5CC-45B59BBD5226}"/>
                  </a:ext>
                </a:extLst>
              </p:cNvPr>
              <p:cNvSpPr txBox="1"/>
              <p:nvPr/>
            </p:nvSpPr>
            <p:spPr>
              <a:xfrm>
                <a:off x="5857586" y="458139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6" name="U_SPLIT_lbl_o_digit_1[3:0]">
                <a:extLst>
                  <a:ext uri="{FF2B5EF4-FFF2-40B4-BE49-F238E27FC236}">
                    <a16:creationId xmlns:a16="http://schemas.microsoft.com/office/drawing/2014/main" id="{DE78ADA1-5FA4-AC0E-94DD-26DC3A070085}"/>
                  </a:ext>
                </a:extLst>
              </p:cNvPr>
              <p:cNvSpPr txBox="1"/>
              <p:nvPr/>
            </p:nvSpPr>
            <p:spPr>
              <a:xfrm>
                <a:off x="5915888" y="486301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7" name="U_SPLIT_lbl_o_digit_1[3:0]">
                <a:extLst>
                  <a:ext uri="{FF2B5EF4-FFF2-40B4-BE49-F238E27FC236}">
                    <a16:creationId xmlns:a16="http://schemas.microsoft.com/office/drawing/2014/main" id="{D51D675E-3FC4-C407-9472-C7BFB593A7FF}"/>
                  </a:ext>
                </a:extLst>
              </p:cNvPr>
              <p:cNvSpPr txBox="1"/>
              <p:nvPr/>
            </p:nvSpPr>
            <p:spPr>
              <a:xfrm>
                <a:off x="5962068" y="509385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8" name="U_SPLIT_lbl_o_digit_1[3:0]">
                <a:extLst>
                  <a:ext uri="{FF2B5EF4-FFF2-40B4-BE49-F238E27FC236}">
                    <a16:creationId xmlns:a16="http://schemas.microsoft.com/office/drawing/2014/main" id="{9BB1DCF6-EDFE-36A0-BAD5-74FBF2BE7122}"/>
                  </a:ext>
                </a:extLst>
              </p:cNvPr>
              <p:cNvSpPr txBox="1"/>
              <p:nvPr/>
            </p:nvSpPr>
            <p:spPr>
              <a:xfrm>
                <a:off x="6017484" y="533477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i_digit_1000[3:0]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84" name="U_SPLIT_pin_o_digit_1[3:0]">
                <a:extLst>
                  <a:ext uri="{FF2B5EF4-FFF2-40B4-BE49-F238E27FC236}">
                    <a16:creationId xmlns:a16="http://schemas.microsoft.com/office/drawing/2014/main" id="{81BB5BC8-4ABB-136C-BD48-71911B559D76}"/>
                  </a:ext>
                </a:extLst>
              </p:cNvPr>
              <p:cNvSpPr/>
              <p:nvPr/>
            </p:nvSpPr>
            <p:spPr>
              <a:xfrm>
                <a:off x="7808768" y="6008325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186" name="U_SPLIT_lbl_o_digit_1[3:0]">
                <a:extLst>
                  <a:ext uri="{FF2B5EF4-FFF2-40B4-BE49-F238E27FC236}">
                    <a16:creationId xmlns:a16="http://schemas.microsoft.com/office/drawing/2014/main" id="{95FC252D-D257-AA69-297B-962E04251ADB}"/>
                  </a:ext>
                </a:extLst>
              </p:cNvPr>
              <p:cNvSpPr txBox="1"/>
              <p:nvPr/>
            </p:nvSpPr>
            <p:spPr>
              <a:xfrm>
                <a:off x="6789016" y="599908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o_hex[3:0]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94" name="U_SPLIT_pin_o_digit_1[3:0]">
                <a:extLst>
                  <a:ext uri="{FF2B5EF4-FFF2-40B4-BE49-F238E27FC236}">
                    <a16:creationId xmlns:a16="http://schemas.microsoft.com/office/drawing/2014/main" id="{34814EE0-DA24-6242-BAB0-73C22D32642D}"/>
                  </a:ext>
                </a:extLst>
              </p:cNvPr>
              <p:cNvSpPr/>
              <p:nvPr/>
            </p:nvSpPr>
            <p:spPr>
              <a:xfrm>
                <a:off x="7791450" y="4995746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1"/>
              </a:p>
            </p:txBody>
          </p:sp>
          <p:sp>
            <p:nvSpPr>
              <p:cNvPr id="202" name="U_SPLIT_lbl_o_digit_1[3:0]">
                <a:extLst>
                  <a:ext uri="{FF2B5EF4-FFF2-40B4-BE49-F238E27FC236}">
                    <a16:creationId xmlns:a16="http://schemas.microsoft.com/office/drawing/2014/main" id="{861D54F7-3A4C-8AE4-B0EA-B8E286AEC07B}"/>
                  </a:ext>
                </a:extLst>
              </p:cNvPr>
              <p:cNvSpPr txBox="1"/>
              <p:nvPr/>
            </p:nvSpPr>
            <p:spPr>
              <a:xfrm>
                <a:off x="6827979" y="498550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8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o_fnd_com[3:0]</a:t>
                </a:r>
                <a:endParaRPr lang="ko-KR" altLang="en-US" sz="8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</p:grpSp>
      </p:grpSp>
      <p:grpSp>
        <p:nvGrpSpPr>
          <p:cNvPr id="14" name="U_SPLIT">
            <a:extLst>
              <a:ext uri="{FF2B5EF4-FFF2-40B4-BE49-F238E27FC236}">
                <a16:creationId xmlns:a16="http://schemas.microsoft.com/office/drawing/2014/main" id="{7A6F8E15-2230-2FD8-A68C-AFEDF633DF06}"/>
              </a:ext>
            </a:extLst>
          </p:cNvPr>
          <p:cNvGrpSpPr/>
          <p:nvPr/>
        </p:nvGrpSpPr>
        <p:grpSpPr>
          <a:xfrm>
            <a:off x="2077315" y="4876801"/>
            <a:ext cx="1651002" cy="1422260"/>
            <a:chOff x="6477000" y="2476500"/>
            <a:chExt cx="1905000" cy="1524000"/>
          </a:xfrm>
        </p:grpSpPr>
        <p:sp>
          <p:nvSpPr>
            <p:cNvPr id="15" name="U_SPLIT_body">
              <a:extLst>
                <a:ext uri="{FF2B5EF4-FFF2-40B4-BE49-F238E27FC236}">
                  <a16:creationId xmlns:a16="http://schemas.microsoft.com/office/drawing/2014/main" id="{4EFEEB04-70A0-1CD3-2C45-CB23DE5CC5A9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clock_div</a:t>
              </a:r>
            </a:p>
            <a:p>
              <a:pPr algn="ctr"/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6" name="U_SPLIT_pin_i_data[8:0]">
              <a:extLst>
                <a:ext uri="{FF2B5EF4-FFF2-40B4-BE49-F238E27FC236}">
                  <a16:creationId xmlns:a16="http://schemas.microsoft.com/office/drawing/2014/main" id="{57799043-BC16-3E2F-9F1E-5A4335FED70A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U_SPLIT_lbl_i_data[8:0]">
              <a:extLst>
                <a:ext uri="{FF2B5EF4-FFF2-40B4-BE49-F238E27FC236}">
                  <a16:creationId xmlns:a16="http://schemas.microsoft.com/office/drawing/2014/main" id="{EC063173-7FD1-7D64-7FA3-05CD7ACE0FD6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6" name="U_SPLIT_pin_o_digit_1000[3:0]">
              <a:extLst>
                <a:ext uri="{FF2B5EF4-FFF2-40B4-BE49-F238E27FC236}">
                  <a16:creationId xmlns:a16="http://schemas.microsoft.com/office/drawing/2014/main" id="{3132CA75-F858-F5E8-A587-428E67E1F7BF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U_SPLIT_lbl_o_digit_1000[3:0]">
              <a:extLst>
                <a:ext uri="{FF2B5EF4-FFF2-40B4-BE49-F238E27FC236}">
                  <a16:creationId xmlns:a16="http://schemas.microsoft.com/office/drawing/2014/main" id="{32E4A577-5EA8-BDA1-36F4-569DAB34BF55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o_clk_1kHz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F86B5C24-92D7-4ECE-4967-684D2AD93888}"/>
              </a:ext>
            </a:extLst>
          </p:cNvPr>
          <p:cNvCxnSpPr>
            <a:cxnSpLocks/>
            <a:stCxn id="56" idx="3"/>
            <a:endCxn id="149" idx="1"/>
          </p:cNvCxnSpPr>
          <p:nvPr/>
        </p:nvCxnSpPr>
        <p:spPr>
          <a:xfrm flipV="1">
            <a:off x="3728317" y="6035514"/>
            <a:ext cx="2581849" cy="5020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n_b_pin">
            <a:extLst>
              <a:ext uri="{FF2B5EF4-FFF2-40B4-BE49-F238E27FC236}">
                <a16:creationId xmlns:a16="http://schemas.microsoft.com/office/drawing/2014/main" id="{00018130-EA11-AA68-F54A-E8A4834E366E}"/>
              </a:ext>
            </a:extLst>
          </p:cNvPr>
          <p:cNvSpPr/>
          <p:nvPr/>
        </p:nvSpPr>
        <p:spPr>
          <a:xfrm>
            <a:off x="2068849" y="6002757"/>
            <a:ext cx="127000" cy="127000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2919C3BF-2057-4B7E-FDDB-453B4FD93449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1514187" y="6066257"/>
            <a:ext cx="554662" cy="333827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206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29A7-E971-0B96-571B-5907908D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op_frame">
            <a:extLst>
              <a:ext uri="{FF2B5EF4-FFF2-40B4-BE49-F238E27FC236}">
                <a16:creationId xmlns:a16="http://schemas.microsoft.com/office/drawing/2014/main" id="{39ABE9D4-AB8D-B315-2CDD-76598F39C0FA}"/>
              </a:ext>
            </a:extLst>
          </p:cNvPr>
          <p:cNvSpPr/>
          <p:nvPr/>
        </p:nvSpPr>
        <p:spPr>
          <a:xfrm>
            <a:off x="4634424" y="1805588"/>
            <a:ext cx="5209352" cy="3729957"/>
          </a:xfrm>
          <a:prstGeom prst="roundRect">
            <a:avLst>
              <a:gd name="adj" fmla="val 2000"/>
            </a:avLst>
          </a:prstGeom>
          <a:solidFill>
            <a:srgbClr val="92D050">
              <a:alpha val="14000"/>
            </a:srgbClr>
          </a:solidFill>
          <a:ln w="12700" cap="flat" cmpd="sng" algn="ctr">
            <a:solidFill>
              <a:srgbClr val="9CA3A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C2A94-25A8-C907-2926-FAE11022A85A}"/>
              </a:ext>
            </a:extLst>
          </p:cNvPr>
          <p:cNvSpPr txBox="1"/>
          <p:nvPr/>
        </p:nvSpPr>
        <p:spPr>
          <a:xfrm>
            <a:off x="561780" y="204197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FBE83-EE07-6A7A-D283-5DD36D26458A}"/>
              </a:ext>
            </a:extLst>
          </p:cNvPr>
          <p:cNvSpPr txBox="1"/>
          <p:nvPr/>
        </p:nvSpPr>
        <p:spPr>
          <a:xfrm>
            <a:off x="52578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F2937"/>
                </a:solidFill>
                <a:latin typeface="Malgun Gothic" panose="020B0503020000020004" pitchFamily="50" charset="-127"/>
              </a:rPr>
              <a:t>프로젝트</a:t>
            </a: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37250D58-0FD3-E613-7DF8-60FBCF43915E}"/>
              </a:ext>
            </a:extLst>
          </p:cNvPr>
          <p:cNvSpPr/>
          <p:nvPr/>
        </p:nvSpPr>
        <p:spPr>
          <a:xfrm>
            <a:off x="1310640" y="885243"/>
            <a:ext cx="8875597" cy="4867384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51" name="U_SPLIT">
            <a:extLst>
              <a:ext uri="{FF2B5EF4-FFF2-40B4-BE49-F238E27FC236}">
                <a16:creationId xmlns:a16="http://schemas.microsoft.com/office/drawing/2014/main" id="{FAF134BC-DAFF-6A71-2CC8-7139C34C8878}"/>
              </a:ext>
            </a:extLst>
          </p:cNvPr>
          <p:cNvGrpSpPr/>
          <p:nvPr/>
        </p:nvGrpSpPr>
        <p:grpSpPr>
          <a:xfrm>
            <a:off x="5359061" y="1930380"/>
            <a:ext cx="1426394" cy="1132609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403F0620-5FD6-F6DC-98F1-5AEEC6F08F8D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9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6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6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D1E587C8-706A-23F4-8ADE-B40E7E9648D5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FF58EA5A-AAF5-88BA-A5CF-5C2BB3DBE40F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i_data[13:0]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A2148DFE-8F22-ACC2-BB2C-F0D832D15235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EF7B94FC-AE8D-FD63-D44E-F32256B25068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5E763FFF-BDC7-1ABB-D306-6AE2EBBDE2BC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F4751D55-B06A-24EE-77AF-BFFC55AFAAE6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3DCA3024-BA02-478B-E0FC-4D47DF2EB3F0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D2D3FB96-5969-E274-45AA-0A2B2667EDDD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C5AA0AB5-8E87-DD35-5B6C-0CCF1D0E37EF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C88B7BB0-7216-B3F7-1108-DDEDFBD06487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7BC541EA-4589-F45A-75FF-693C3A0D5664}"/>
              </a:ext>
            </a:extLst>
          </p:cNvPr>
          <p:cNvGrpSpPr/>
          <p:nvPr/>
        </p:nvGrpSpPr>
        <p:grpSpPr>
          <a:xfrm>
            <a:off x="7728821" y="4844859"/>
            <a:ext cx="1331300" cy="566305"/>
            <a:chOff x="6985000" y="5461000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67367F7D-F1B7-2CF0-6044-158B7336DF5C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900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6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6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42452281-AFEF-A4A0-EE26-6B75DB7F4CB2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C1E977E1-15D0-3E90-99BC-573BE5621B82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D3B5C3EC-933A-1812-2482-D8EF010A8C29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66313183-0A47-7665-5F4D-F8076F18A452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77E42DF0-4375-C808-74A4-DDA88876783C}"/>
              </a:ext>
            </a:extLst>
          </p:cNvPr>
          <p:cNvGrpSpPr/>
          <p:nvPr/>
        </p:nvGrpSpPr>
        <p:grpSpPr>
          <a:xfrm>
            <a:off x="10224147" y="5249028"/>
            <a:ext cx="1160134" cy="188768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24F6525D-D142-3FD9-74AB-A3C4BF597EBB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7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7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1A860BFA-79EB-1348-305E-E0D7B07C86C8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862C78DF-7A58-E965-A796-78A3D92AAF96}"/>
              </a:ext>
            </a:extLst>
          </p:cNvPr>
          <p:cNvGrpSpPr/>
          <p:nvPr/>
        </p:nvGrpSpPr>
        <p:grpSpPr>
          <a:xfrm>
            <a:off x="10197780" y="4542815"/>
            <a:ext cx="1160134" cy="188768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210F4D82-8A06-B7C6-3AC8-588B9FDFCC04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7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7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D2C584A5-0617-FD8F-68A9-F2BFA4BDFAB7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DA0D8BC4-729A-FF1C-3475-81B86A450C41}"/>
              </a:ext>
            </a:extLst>
          </p:cNvPr>
          <p:cNvCxnSpPr>
            <a:cxnSpLocks/>
            <a:stCxn id="43" idx="3"/>
            <a:endCxn id="159" idx="1"/>
          </p:cNvCxnSpPr>
          <p:nvPr/>
        </p:nvCxnSpPr>
        <p:spPr>
          <a:xfrm>
            <a:off x="6785455" y="2326794"/>
            <a:ext cx="275554" cy="35257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358305ED-8E75-7C96-9957-1C760AC75551}"/>
              </a:ext>
            </a:extLst>
          </p:cNvPr>
          <p:cNvCxnSpPr>
            <a:cxnSpLocks/>
            <a:stCxn id="45" idx="3"/>
            <a:endCxn id="162" idx="1"/>
          </p:cNvCxnSpPr>
          <p:nvPr/>
        </p:nvCxnSpPr>
        <p:spPr>
          <a:xfrm>
            <a:off x="6785455" y="2515562"/>
            <a:ext cx="275554" cy="35257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849D1F6-F12C-3F2E-6A4D-25805D93E0AB}"/>
              </a:ext>
            </a:extLst>
          </p:cNvPr>
          <p:cNvCxnSpPr>
            <a:cxnSpLocks/>
            <a:stCxn id="47" idx="3"/>
            <a:endCxn id="163" idx="1"/>
          </p:cNvCxnSpPr>
          <p:nvPr/>
        </p:nvCxnSpPr>
        <p:spPr>
          <a:xfrm>
            <a:off x="6785455" y="2704330"/>
            <a:ext cx="275554" cy="3615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68742BE7-72B8-4D83-1AC8-83901DB75631}"/>
              </a:ext>
            </a:extLst>
          </p:cNvPr>
          <p:cNvCxnSpPr>
            <a:cxnSpLocks/>
            <a:stCxn id="49" idx="3"/>
            <a:endCxn id="164" idx="1"/>
          </p:cNvCxnSpPr>
          <p:nvPr/>
        </p:nvCxnSpPr>
        <p:spPr>
          <a:xfrm>
            <a:off x="6785455" y="2893098"/>
            <a:ext cx="275554" cy="3615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in_b">
            <a:extLst>
              <a:ext uri="{FF2B5EF4-FFF2-40B4-BE49-F238E27FC236}">
                <a16:creationId xmlns:a16="http://schemas.microsoft.com/office/drawing/2014/main" id="{0A3B604A-57A0-6391-59A5-04E7C397BE2D}"/>
              </a:ext>
            </a:extLst>
          </p:cNvPr>
          <p:cNvGrpSpPr/>
          <p:nvPr/>
        </p:nvGrpSpPr>
        <p:grpSpPr>
          <a:xfrm>
            <a:off x="32631" y="4992736"/>
            <a:ext cx="1160134" cy="188768"/>
            <a:chOff x="101600" y="2286000"/>
            <a:chExt cx="1549400" cy="254000"/>
          </a:xfrm>
        </p:grpSpPr>
        <p:sp>
          <p:nvSpPr>
            <p:cNvPr id="138" name="in_b_body">
              <a:extLst>
                <a:ext uri="{FF2B5EF4-FFF2-40B4-BE49-F238E27FC236}">
                  <a16:creationId xmlns:a16="http://schemas.microsoft.com/office/drawing/2014/main" id="{A2DC1670-5BAA-AE81-CB23-5DFBBE6B4716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7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7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39" name="in_b_pin">
              <a:extLst>
                <a:ext uri="{FF2B5EF4-FFF2-40B4-BE49-F238E27FC236}">
                  <a16:creationId xmlns:a16="http://schemas.microsoft.com/office/drawing/2014/main" id="{9C8B289D-D37E-9D84-6B86-77BE1C39C4FF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140" name="in_b">
            <a:extLst>
              <a:ext uri="{FF2B5EF4-FFF2-40B4-BE49-F238E27FC236}">
                <a16:creationId xmlns:a16="http://schemas.microsoft.com/office/drawing/2014/main" id="{A288025E-BED5-B0B3-B65D-A389AABB3C56}"/>
              </a:ext>
            </a:extLst>
          </p:cNvPr>
          <p:cNvGrpSpPr/>
          <p:nvPr/>
        </p:nvGrpSpPr>
        <p:grpSpPr>
          <a:xfrm>
            <a:off x="32631" y="5472999"/>
            <a:ext cx="1160134" cy="188768"/>
            <a:chOff x="101600" y="2286000"/>
            <a:chExt cx="1549400" cy="254000"/>
          </a:xfrm>
        </p:grpSpPr>
        <p:sp>
          <p:nvSpPr>
            <p:cNvPr id="141" name="in_b_body">
              <a:extLst>
                <a:ext uri="{FF2B5EF4-FFF2-40B4-BE49-F238E27FC236}">
                  <a16:creationId xmlns:a16="http://schemas.microsoft.com/office/drawing/2014/main" id="{B3233398-10FD-8A6E-BD07-4A5A4101D620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7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i_reset</a:t>
              </a:r>
              <a:endParaRPr lang="ko-KR" altLang="en-US" sz="7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2" name="in_b_pin">
              <a:extLst>
                <a:ext uri="{FF2B5EF4-FFF2-40B4-BE49-F238E27FC236}">
                  <a16:creationId xmlns:a16="http://schemas.microsoft.com/office/drawing/2014/main" id="{2B47849D-0BC9-4A92-3B1F-E0A369097F7A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7FC603BF-3AB2-D2E2-DC9C-6336D9C8481E}"/>
              </a:ext>
            </a:extLst>
          </p:cNvPr>
          <p:cNvCxnSpPr>
            <a:cxnSpLocks/>
            <a:stCxn id="139" idx="3"/>
            <a:endCxn id="59" idx="1"/>
          </p:cNvCxnSpPr>
          <p:nvPr/>
        </p:nvCxnSpPr>
        <p:spPr>
          <a:xfrm flipV="1">
            <a:off x="1192765" y="4475134"/>
            <a:ext cx="4037920" cy="611986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5EC74F22-E3C7-33B5-AD89-36452B294E85}"/>
              </a:ext>
            </a:extLst>
          </p:cNvPr>
          <p:cNvCxnSpPr>
            <a:cxnSpLocks/>
            <a:stCxn id="184" idx="3"/>
            <a:endCxn id="73" idx="1"/>
          </p:cNvCxnSpPr>
          <p:nvPr/>
        </p:nvCxnSpPr>
        <p:spPr>
          <a:xfrm flipH="1">
            <a:off x="7728821" y="3419209"/>
            <a:ext cx="781924" cy="1822064"/>
          </a:xfrm>
          <a:prstGeom prst="bentConnector5">
            <a:avLst>
              <a:gd name="adj1" fmla="val -21891"/>
              <a:gd name="adj2" fmla="val 50000"/>
              <a:gd name="adj3" fmla="val 121891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연결선: 꺾임 190">
            <a:extLst>
              <a:ext uri="{FF2B5EF4-FFF2-40B4-BE49-F238E27FC236}">
                <a16:creationId xmlns:a16="http://schemas.microsoft.com/office/drawing/2014/main" id="{AA29D397-9480-EFE8-7D21-0AB55253EE48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>
            <a:off x="9060121" y="5241273"/>
            <a:ext cx="1164026" cy="102139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677BAEF6-C41D-4030-4FF1-D8E5D1E905D8}"/>
              </a:ext>
            </a:extLst>
          </p:cNvPr>
          <p:cNvGrpSpPr/>
          <p:nvPr/>
        </p:nvGrpSpPr>
        <p:grpSpPr>
          <a:xfrm>
            <a:off x="6954680" y="1993960"/>
            <a:ext cx="1556065" cy="1734948"/>
            <a:chOff x="5871442" y="4152311"/>
            <a:chExt cx="2078182" cy="233448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89E3962F-5F93-C142-62A2-1F905D36D7A8}"/>
                </a:ext>
              </a:extLst>
            </p:cNvPr>
            <p:cNvGrpSpPr/>
            <p:nvPr/>
          </p:nvGrpSpPr>
          <p:grpSpPr>
            <a:xfrm>
              <a:off x="6013449" y="4584101"/>
              <a:ext cx="136815" cy="1730201"/>
              <a:chOff x="6013449" y="4584101"/>
              <a:chExt cx="136815" cy="1730201"/>
            </a:xfrm>
          </p:grpSpPr>
          <p:sp>
            <p:nvSpPr>
              <p:cNvPr id="149" name="U_SPLIT_pin_i_data[8:0]">
                <a:extLst>
                  <a:ext uri="{FF2B5EF4-FFF2-40B4-BE49-F238E27FC236}">
                    <a16:creationId xmlns:a16="http://schemas.microsoft.com/office/drawing/2014/main" id="{653A30E4-CB10-B270-C3CB-B3379C5C6C83}"/>
                  </a:ext>
                </a:extLst>
              </p:cNvPr>
              <p:cNvSpPr/>
              <p:nvPr/>
            </p:nvSpPr>
            <p:spPr>
              <a:xfrm>
                <a:off x="6019801" y="5915939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51" name="U_SPLIT_pin_i_data[8:0]">
                <a:extLst>
                  <a:ext uri="{FF2B5EF4-FFF2-40B4-BE49-F238E27FC236}">
                    <a16:creationId xmlns:a16="http://schemas.microsoft.com/office/drawing/2014/main" id="{5C142853-ADA9-FE31-A752-7B40A924D98A}"/>
                  </a:ext>
                </a:extLst>
              </p:cNvPr>
              <p:cNvSpPr/>
              <p:nvPr/>
            </p:nvSpPr>
            <p:spPr>
              <a:xfrm>
                <a:off x="6023264" y="6187302"/>
                <a:ext cx="127000" cy="127000"/>
              </a:xfrm>
              <a:prstGeom prst="rect">
                <a:avLst/>
              </a:prstGeom>
              <a:solidFill>
                <a:srgbClr val="1D4ED8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26CAED22-ACB6-17E6-E8E5-8E9A2169CBAD}"/>
                  </a:ext>
                </a:extLst>
              </p:cNvPr>
              <p:cNvGrpSpPr/>
              <p:nvPr/>
            </p:nvGrpSpPr>
            <p:grpSpPr>
              <a:xfrm>
                <a:off x="6013449" y="4584101"/>
                <a:ext cx="127000" cy="890202"/>
                <a:chOff x="8175625" y="3542100"/>
                <a:chExt cx="127000" cy="890202"/>
              </a:xfrm>
            </p:grpSpPr>
            <p:sp>
              <p:nvSpPr>
                <p:cNvPr id="159" name="U_SPLIT_pin_i_data[8:0]">
                  <a:extLst>
                    <a:ext uri="{FF2B5EF4-FFF2-40B4-BE49-F238E27FC236}">
                      <a16:creationId xmlns:a16="http://schemas.microsoft.com/office/drawing/2014/main" id="{3FC21D98-D02B-161B-6EB5-422979076748}"/>
                    </a:ext>
                  </a:extLst>
                </p:cNvPr>
                <p:cNvSpPr/>
                <p:nvPr/>
              </p:nvSpPr>
              <p:spPr>
                <a:xfrm>
                  <a:off x="8175625" y="3542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162" name="U_SPLIT_pin_i_data[8:0]">
                  <a:extLst>
                    <a:ext uri="{FF2B5EF4-FFF2-40B4-BE49-F238E27FC236}">
                      <a16:creationId xmlns:a16="http://schemas.microsoft.com/office/drawing/2014/main" id="{342A792B-FFF2-FBF8-9DA1-AB12C15BD414}"/>
                    </a:ext>
                  </a:extLst>
                </p:cNvPr>
                <p:cNvSpPr/>
                <p:nvPr/>
              </p:nvSpPr>
              <p:spPr>
                <a:xfrm>
                  <a:off x="8175625" y="3796100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163" name="U_SPLIT_pin_i_data[8:0]">
                  <a:extLst>
                    <a:ext uri="{FF2B5EF4-FFF2-40B4-BE49-F238E27FC236}">
                      <a16:creationId xmlns:a16="http://schemas.microsoft.com/office/drawing/2014/main" id="{DA4ED3D7-B46E-0885-AC96-B40CCFAF0557}"/>
                    </a:ext>
                  </a:extLst>
                </p:cNvPr>
                <p:cNvSpPr/>
                <p:nvPr/>
              </p:nvSpPr>
              <p:spPr>
                <a:xfrm>
                  <a:off x="8175625" y="4051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164" name="U_SPLIT_pin_i_data[8:0]">
                  <a:extLst>
                    <a:ext uri="{FF2B5EF4-FFF2-40B4-BE49-F238E27FC236}">
                      <a16:creationId xmlns:a16="http://schemas.microsoft.com/office/drawing/2014/main" id="{78CE23D3-2063-64F6-C420-398A2A1457C4}"/>
                    </a:ext>
                  </a:extLst>
                </p:cNvPr>
                <p:cNvSpPr/>
                <p:nvPr/>
              </p:nvSpPr>
              <p:spPr>
                <a:xfrm>
                  <a:off x="8175625" y="4305302"/>
                  <a:ext cx="127000" cy="127000"/>
                </a:xfrm>
                <a:prstGeom prst="rect">
                  <a:avLst/>
                </a:prstGeom>
                <a:solidFill>
                  <a:srgbClr val="1D4ED8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DCD45EC2-963E-8F9F-865D-9D5A26C6F09A}"/>
                </a:ext>
              </a:extLst>
            </p:cNvPr>
            <p:cNvGrpSpPr/>
            <p:nvPr/>
          </p:nvGrpSpPr>
          <p:grpSpPr>
            <a:xfrm>
              <a:off x="5871442" y="4152311"/>
              <a:ext cx="2078182" cy="2334486"/>
              <a:chOff x="5857586" y="4154059"/>
              <a:chExt cx="2078182" cy="2334486"/>
            </a:xfrm>
          </p:grpSpPr>
          <p:sp>
            <p:nvSpPr>
              <p:cNvPr id="136" name="U_SPLIT_body">
                <a:extLst>
                  <a:ext uri="{FF2B5EF4-FFF2-40B4-BE49-F238E27FC236}">
                    <a16:creationId xmlns:a16="http://schemas.microsoft.com/office/drawing/2014/main" id="{203B8C6E-740D-DC76-A76E-8736BF4A2FCB}"/>
                  </a:ext>
                </a:extLst>
              </p:cNvPr>
              <p:cNvSpPr/>
              <p:nvPr/>
            </p:nvSpPr>
            <p:spPr>
              <a:xfrm>
                <a:off x="6140449" y="4154059"/>
                <a:ext cx="1651001" cy="2334486"/>
              </a:xfrm>
              <a:prstGeom prst="roundRect">
                <a:avLst>
                  <a:gd name="adj" fmla="val 6000"/>
                </a:avLst>
              </a:prstGeom>
              <a:solidFill>
                <a:srgbClr val="ECFEFF"/>
              </a:solidFill>
              <a:ln w="19050">
                <a:solidFill>
                  <a:srgbClr val="0E74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401" tIns="38100" rIns="25401" rtlCol="0" anchor="t"/>
              <a:lstStyle/>
              <a:p>
                <a:pPr algn="ctr"/>
                <a:r>
                  <a:rPr lang="en-US" altLang="ko-KR" sz="900" b="1">
                    <a:solidFill>
                      <a:srgbClr val="0E7490"/>
                    </a:solidFill>
                    <a:latin typeface="Malgun Gothic" panose="020B0503020000020004" pitchFamily="50" charset="-127"/>
                  </a:rPr>
                  <a:t>Fnd_Controller</a:t>
                </a:r>
              </a:p>
            </p:txBody>
          </p:sp>
          <p:sp>
            <p:nvSpPr>
              <p:cNvPr id="155" name="U_SPLIT_lbl_i_data[8:0]">
                <a:extLst>
                  <a:ext uri="{FF2B5EF4-FFF2-40B4-BE49-F238E27FC236}">
                    <a16:creationId xmlns:a16="http://schemas.microsoft.com/office/drawing/2014/main" id="{C1B7A4C7-ABB2-410D-EA36-712DAE87F94B}"/>
                  </a:ext>
                </a:extLst>
              </p:cNvPr>
              <p:cNvSpPr txBox="1"/>
              <p:nvPr/>
            </p:nvSpPr>
            <p:spPr>
              <a:xfrm>
                <a:off x="6227039" y="5933302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i_clk_1kHz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57" name="U_SPLIT_lbl_i_data[8:0]">
                <a:extLst>
                  <a:ext uri="{FF2B5EF4-FFF2-40B4-BE49-F238E27FC236}">
                    <a16:creationId xmlns:a16="http://schemas.microsoft.com/office/drawing/2014/main" id="{85EE1D90-D230-75D0-22B5-A13149194E5F}"/>
                  </a:ext>
                </a:extLst>
              </p:cNvPr>
              <p:cNvSpPr txBox="1"/>
              <p:nvPr/>
            </p:nvSpPr>
            <p:spPr>
              <a:xfrm>
                <a:off x="6232236" y="617460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i_reset_n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4" name="U_SPLIT_lbl_o_digit_1[3:0]">
                <a:extLst>
                  <a:ext uri="{FF2B5EF4-FFF2-40B4-BE49-F238E27FC236}">
                    <a16:creationId xmlns:a16="http://schemas.microsoft.com/office/drawing/2014/main" id="{FD36A202-AD05-C8A7-6982-EDAC397FCC77}"/>
                  </a:ext>
                </a:extLst>
              </p:cNvPr>
              <p:cNvSpPr txBox="1"/>
              <p:nvPr/>
            </p:nvSpPr>
            <p:spPr>
              <a:xfrm>
                <a:off x="5857586" y="458139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i_digit_1[3:0]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6" name="U_SPLIT_lbl_o_digit_1[3:0]">
                <a:extLst>
                  <a:ext uri="{FF2B5EF4-FFF2-40B4-BE49-F238E27FC236}">
                    <a16:creationId xmlns:a16="http://schemas.microsoft.com/office/drawing/2014/main" id="{64499B78-6FA2-0887-5F82-5F1C2BFCAF77}"/>
                  </a:ext>
                </a:extLst>
              </p:cNvPr>
              <p:cNvSpPr txBox="1"/>
              <p:nvPr/>
            </p:nvSpPr>
            <p:spPr>
              <a:xfrm>
                <a:off x="5915888" y="486301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i_digit_10[3:0]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7" name="U_SPLIT_lbl_o_digit_1[3:0]">
                <a:extLst>
                  <a:ext uri="{FF2B5EF4-FFF2-40B4-BE49-F238E27FC236}">
                    <a16:creationId xmlns:a16="http://schemas.microsoft.com/office/drawing/2014/main" id="{C25DA11D-94D1-3DC3-FA3A-AAE536138019}"/>
                  </a:ext>
                </a:extLst>
              </p:cNvPr>
              <p:cNvSpPr txBox="1"/>
              <p:nvPr/>
            </p:nvSpPr>
            <p:spPr>
              <a:xfrm>
                <a:off x="5962068" y="509385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i_digit_100[3:0]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78" name="U_SPLIT_lbl_o_digit_1[3:0]">
                <a:extLst>
                  <a:ext uri="{FF2B5EF4-FFF2-40B4-BE49-F238E27FC236}">
                    <a16:creationId xmlns:a16="http://schemas.microsoft.com/office/drawing/2014/main" id="{396BC4B1-ECC1-5580-AB32-6AEE50214BEF}"/>
                  </a:ext>
                </a:extLst>
              </p:cNvPr>
              <p:cNvSpPr txBox="1"/>
              <p:nvPr/>
            </p:nvSpPr>
            <p:spPr>
              <a:xfrm>
                <a:off x="6017484" y="5334770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i_digit_1000[3:0]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84" name="U_SPLIT_pin_o_digit_1[3:0]">
                <a:extLst>
                  <a:ext uri="{FF2B5EF4-FFF2-40B4-BE49-F238E27FC236}">
                    <a16:creationId xmlns:a16="http://schemas.microsoft.com/office/drawing/2014/main" id="{E8B5B123-BB02-C000-A54F-30593A4EADB1}"/>
                  </a:ext>
                </a:extLst>
              </p:cNvPr>
              <p:cNvSpPr/>
              <p:nvPr/>
            </p:nvSpPr>
            <p:spPr>
              <a:xfrm>
                <a:off x="7808768" y="6008325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6" name="U_SPLIT_lbl_o_digit_1[3:0]">
                <a:extLst>
                  <a:ext uri="{FF2B5EF4-FFF2-40B4-BE49-F238E27FC236}">
                    <a16:creationId xmlns:a16="http://schemas.microsoft.com/office/drawing/2014/main" id="{CC0902E7-5832-CB9C-8688-4146F14A1ACC}"/>
                  </a:ext>
                </a:extLst>
              </p:cNvPr>
              <p:cNvSpPr txBox="1"/>
              <p:nvPr/>
            </p:nvSpPr>
            <p:spPr>
              <a:xfrm>
                <a:off x="6789016" y="5999089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o_hex[3:0]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  <p:sp>
            <p:nvSpPr>
              <p:cNvPr id="194" name="U_SPLIT_pin_o_digit_1[3:0]">
                <a:extLst>
                  <a:ext uri="{FF2B5EF4-FFF2-40B4-BE49-F238E27FC236}">
                    <a16:creationId xmlns:a16="http://schemas.microsoft.com/office/drawing/2014/main" id="{305804EA-198E-4524-BAD0-053982CAC5CF}"/>
                  </a:ext>
                </a:extLst>
              </p:cNvPr>
              <p:cNvSpPr/>
              <p:nvPr/>
            </p:nvSpPr>
            <p:spPr>
              <a:xfrm>
                <a:off x="7791450" y="4995746"/>
                <a:ext cx="127000" cy="127000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02" name="U_SPLIT_lbl_o_digit_1[3:0]">
                <a:extLst>
                  <a:ext uri="{FF2B5EF4-FFF2-40B4-BE49-F238E27FC236}">
                    <a16:creationId xmlns:a16="http://schemas.microsoft.com/office/drawing/2014/main" id="{8514F27F-09C0-FB9E-3C3C-BEE222656D3E}"/>
                  </a:ext>
                </a:extLst>
              </p:cNvPr>
              <p:cNvSpPr txBox="1"/>
              <p:nvPr/>
            </p:nvSpPr>
            <p:spPr>
              <a:xfrm>
                <a:off x="6827979" y="4985508"/>
                <a:ext cx="952501" cy="27699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r"/>
                <a:r>
                  <a:rPr lang="en-US" altLang="ko-KR" sz="600" b="1">
                    <a:solidFill>
                      <a:srgbClr val="1F2937"/>
                    </a:solidFill>
                    <a:latin typeface="Malgun Gothic" panose="020B0503020000020004" pitchFamily="50" charset="-127"/>
                  </a:rPr>
                  <a:t>o_fnd_com[3:0]</a:t>
                </a:r>
                <a:endParaRPr lang="ko-KR" altLang="en-US" sz="600" b="1">
                  <a:solidFill>
                    <a:srgbClr val="1F2937"/>
                  </a:solidFill>
                  <a:latin typeface="Malgun Gothic" panose="020B0503020000020004" pitchFamily="50" charset="-127"/>
                </a:endParaRPr>
              </a:p>
            </p:txBody>
          </p:sp>
        </p:grp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6DD974DB-0AC8-560B-498E-FEBBFE4085CB}"/>
              </a:ext>
            </a:extLst>
          </p:cNvPr>
          <p:cNvCxnSpPr>
            <a:cxnSpLocks/>
            <a:stCxn id="142" idx="3"/>
            <a:endCxn id="71" idx="1"/>
          </p:cNvCxnSpPr>
          <p:nvPr/>
        </p:nvCxnSpPr>
        <p:spPr>
          <a:xfrm flipV="1">
            <a:off x="1192765" y="5036778"/>
            <a:ext cx="4043638" cy="53060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DB843A2E-8488-FCDF-3E49-463A46E56232}"/>
              </a:ext>
            </a:extLst>
          </p:cNvPr>
          <p:cNvCxnSpPr>
            <a:cxnSpLocks/>
            <a:endCxn id="82" idx="1"/>
          </p:cNvCxnSpPr>
          <p:nvPr/>
        </p:nvCxnSpPr>
        <p:spPr>
          <a:xfrm rot="16200000" flipH="1">
            <a:off x="8353236" y="2792654"/>
            <a:ext cx="1970930" cy="1718159"/>
          </a:xfrm>
          <a:prstGeom prst="bentConnector2">
            <a:avLst/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U_SPLIT">
            <a:extLst>
              <a:ext uri="{FF2B5EF4-FFF2-40B4-BE49-F238E27FC236}">
                <a16:creationId xmlns:a16="http://schemas.microsoft.com/office/drawing/2014/main" id="{61EF202F-252D-4D56-AE13-B7EA8D48DE41}"/>
              </a:ext>
            </a:extLst>
          </p:cNvPr>
          <p:cNvGrpSpPr/>
          <p:nvPr/>
        </p:nvGrpSpPr>
        <p:grpSpPr>
          <a:xfrm>
            <a:off x="5230685" y="4105184"/>
            <a:ext cx="1236209" cy="1056998"/>
            <a:chOff x="6477000" y="2476500"/>
            <a:chExt cx="1905000" cy="1524000"/>
          </a:xfrm>
        </p:grpSpPr>
        <p:sp>
          <p:nvSpPr>
            <p:cNvPr id="55" name="U_SPLIT_body">
              <a:extLst>
                <a:ext uri="{FF2B5EF4-FFF2-40B4-BE49-F238E27FC236}">
                  <a16:creationId xmlns:a16="http://schemas.microsoft.com/office/drawing/2014/main" id="{4FE55462-8ABD-BA35-69C0-168572CAD60B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9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clock_div</a:t>
              </a:r>
            </a:p>
            <a:p>
              <a:pPr algn="ctr"/>
              <a:endParaRPr lang="ko-KR" altLang="en-US" sz="6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9" name="U_SPLIT_pin_i_data[8:0]">
              <a:extLst>
                <a:ext uri="{FF2B5EF4-FFF2-40B4-BE49-F238E27FC236}">
                  <a16:creationId xmlns:a16="http://schemas.microsoft.com/office/drawing/2014/main" id="{F7270276-C36A-750E-77AB-2BBC7E32D0A1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60" name="U_SPLIT_lbl_i_data[8:0]">
              <a:extLst>
                <a:ext uri="{FF2B5EF4-FFF2-40B4-BE49-F238E27FC236}">
                  <a16:creationId xmlns:a16="http://schemas.microsoft.com/office/drawing/2014/main" id="{95111889-1243-80AD-B9F5-9ED550A30A2A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" name="U_SPLIT_pin_o_digit_1000[3:0]">
              <a:extLst>
                <a:ext uri="{FF2B5EF4-FFF2-40B4-BE49-F238E27FC236}">
                  <a16:creationId xmlns:a16="http://schemas.microsoft.com/office/drawing/2014/main" id="{1CEB1FC7-D362-BF43-4A77-509C0AB349C2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64" name="U_SPLIT_lbl_o_digit_1000[3:0]">
              <a:extLst>
                <a:ext uri="{FF2B5EF4-FFF2-40B4-BE49-F238E27FC236}">
                  <a16:creationId xmlns:a16="http://schemas.microsoft.com/office/drawing/2014/main" id="{8BE4570E-AA66-4671-B7EF-390A307396BA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6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o_clk_1kHz</a:t>
              </a:r>
              <a:endParaRPr lang="ko-KR" altLang="en-US" sz="6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sp>
        <p:nvSpPr>
          <p:cNvPr id="68" name="U_SPLIT_lbl_i_data[8:0]">
            <a:extLst>
              <a:ext uri="{FF2B5EF4-FFF2-40B4-BE49-F238E27FC236}">
                <a16:creationId xmlns:a16="http://schemas.microsoft.com/office/drawing/2014/main" id="{CC58DEBD-7F94-2C34-A173-A3D02A497847}"/>
              </a:ext>
            </a:extLst>
          </p:cNvPr>
          <p:cNvSpPr txBox="1"/>
          <p:nvPr/>
        </p:nvSpPr>
        <p:spPr>
          <a:xfrm>
            <a:off x="5359061" y="4977806"/>
            <a:ext cx="618104" cy="19211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600" b="1">
                <a:solidFill>
                  <a:srgbClr val="1F2937"/>
                </a:solidFill>
                <a:latin typeface="Malgun Gothic" panose="020B0503020000020004" pitchFamily="50" charset="-127"/>
              </a:rPr>
              <a:t>i_reset_n</a:t>
            </a:r>
            <a:endParaRPr lang="ko-KR" altLang="en-US" sz="600" b="1">
              <a:solidFill>
                <a:srgbClr val="1F29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1" name="U_SPLIT_pin_i_data[8:0]">
            <a:extLst>
              <a:ext uri="{FF2B5EF4-FFF2-40B4-BE49-F238E27FC236}">
                <a16:creationId xmlns:a16="http://schemas.microsoft.com/office/drawing/2014/main" id="{362DC062-A5AC-FF20-0EB6-23AA19506F13}"/>
              </a:ext>
            </a:extLst>
          </p:cNvPr>
          <p:cNvSpPr/>
          <p:nvPr/>
        </p:nvSpPr>
        <p:spPr>
          <a:xfrm>
            <a:off x="5236403" y="4992736"/>
            <a:ext cx="82414" cy="88083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C1557BDA-53E8-DA5B-07E2-E0961214ACA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46028" y="3891693"/>
            <a:ext cx="1653465" cy="598872"/>
          </a:xfrm>
          <a:prstGeom prst="bentConnector2">
            <a:avLst/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EB3D51B4-BE73-9ED4-82C8-321D36678004}"/>
              </a:ext>
            </a:extLst>
          </p:cNvPr>
          <p:cNvCxnSpPr>
            <a:cxnSpLocks/>
            <a:endCxn id="151" idx="1"/>
          </p:cNvCxnSpPr>
          <p:nvPr/>
        </p:nvCxnSpPr>
        <p:spPr>
          <a:xfrm flipV="1">
            <a:off x="4638391" y="3553521"/>
            <a:ext cx="2429968" cy="1482649"/>
          </a:xfrm>
          <a:prstGeom prst="bentConnector3">
            <a:avLst>
              <a:gd name="adj1" fmla="val 95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90B25C81-6083-773F-9442-CFB69AE5E107}"/>
              </a:ext>
            </a:extLst>
          </p:cNvPr>
          <p:cNvSpPr txBox="1"/>
          <p:nvPr/>
        </p:nvSpPr>
        <p:spPr>
          <a:xfrm>
            <a:off x="4698972" y="1790974"/>
            <a:ext cx="1376799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latin typeface="Malgun Gothic" panose="020B0503020000020004" pitchFamily="50" charset="-127"/>
              </a:rPr>
              <a:t>FND_CONTROLLER</a:t>
            </a:r>
            <a:endParaRPr lang="ko-KR" altLang="en-US" sz="1001" b="1">
              <a:latin typeface="Malgun Gothic" panose="020B0503020000020004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6F33A03-4001-8AF6-4973-C112C046BC5E}"/>
              </a:ext>
            </a:extLst>
          </p:cNvPr>
          <p:cNvSpPr txBox="1"/>
          <p:nvPr/>
        </p:nvSpPr>
        <p:spPr>
          <a:xfrm>
            <a:off x="1353359" y="909225"/>
            <a:ext cx="134412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1F2937"/>
                </a:solidFill>
                <a:latin typeface="Malgun Gothic" panose="020B0503020000020004" pitchFamily="50" charset="-127"/>
              </a:rPr>
              <a:t>‘Counter_10000’</a:t>
            </a:r>
            <a:endParaRPr lang="ko-KR" altLang="en-US" sz="1200" b="1">
              <a:solidFill>
                <a:srgbClr val="1F29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8" name="top_frame">
            <a:extLst>
              <a:ext uri="{FF2B5EF4-FFF2-40B4-BE49-F238E27FC236}">
                <a16:creationId xmlns:a16="http://schemas.microsoft.com/office/drawing/2014/main" id="{3C0BE5C8-429E-A5AE-6499-B37B096076EC}"/>
              </a:ext>
            </a:extLst>
          </p:cNvPr>
          <p:cNvSpPr/>
          <p:nvPr/>
        </p:nvSpPr>
        <p:spPr>
          <a:xfrm>
            <a:off x="1542906" y="1826873"/>
            <a:ext cx="3002080" cy="2364256"/>
          </a:xfrm>
          <a:prstGeom prst="roundRect">
            <a:avLst>
              <a:gd name="adj" fmla="val 2000"/>
            </a:avLst>
          </a:prstGeom>
          <a:solidFill>
            <a:schemeClr val="accent1">
              <a:alpha val="9000"/>
            </a:schemeClr>
          </a:solidFill>
          <a:ln w="12700" cap="flat" cmpd="sng" algn="ctr">
            <a:solidFill>
              <a:srgbClr val="9CA3A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129" name="lib_dec">
            <a:extLst>
              <a:ext uri="{FF2B5EF4-FFF2-40B4-BE49-F238E27FC236}">
                <a16:creationId xmlns:a16="http://schemas.microsoft.com/office/drawing/2014/main" id="{9EB05DFF-F9C2-0E91-EE3F-E5B2EA6C04F2}"/>
              </a:ext>
            </a:extLst>
          </p:cNvPr>
          <p:cNvGrpSpPr/>
          <p:nvPr/>
        </p:nvGrpSpPr>
        <p:grpSpPr>
          <a:xfrm>
            <a:off x="1590787" y="2256221"/>
            <a:ext cx="1186180" cy="1564000"/>
            <a:chOff x="6731000" y="1270000"/>
            <a:chExt cx="1186180" cy="1564000"/>
          </a:xfrm>
        </p:grpSpPr>
        <p:sp>
          <p:nvSpPr>
            <p:cNvPr id="130" name="lib_dec_body">
              <a:extLst>
                <a:ext uri="{FF2B5EF4-FFF2-40B4-BE49-F238E27FC236}">
                  <a16:creationId xmlns:a16="http://schemas.microsoft.com/office/drawing/2014/main" id="{156E3F90-5D71-ABA2-E72A-84D89105F733}"/>
                </a:ext>
              </a:extLst>
            </p:cNvPr>
            <p:cNvSpPr/>
            <p:nvPr/>
          </p:nvSpPr>
          <p:spPr>
            <a:xfrm>
              <a:off x="6858000" y="1270000"/>
              <a:ext cx="819730" cy="1564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endParaRPr lang="en-US" altLang="ko-KR" sz="1001" b="1">
                <a:solidFill>
                  <a:srgbClr val="B91C1C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31" name="lib_dec_pin_i_sel[1:0]">
              <a:extLst>
                <a:ext uri="{FF2B5EF4-FFF2-40B4-BE49-F238E27FC236}">
                  <a16:creationId xmlns:a16="http://schemas.microsoft.com/office/drawing/2014/main" id="{2491E474-44B5-53A2-9D3A-0BA9E86C525F}"/>
                </a:ext>
              </a:extLst>
            </p:cNvPr>
            <p:cNvSpPr/>
            <p:nvPr/>
          </p:nvSpPr>
          <p:spPr>
            <a:xfrm>
              <a:off x="6731000" y="225806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2" name="lib_dec_lbl_i_sel[1:0]">
              <a:extLst>
                <a:ext uri="{FF2B5EF4-FFF2-40B4-BE49-F238E27FC236}">
                  <a16:creationId xmlns:a16="http://schemas.microsoft.com/office/drawing/2014/main" id="{93DBDBCF-A13F-44FD-8E0E-18EB8B50971D}"/>
                </a:ext>
              </a:extLst>
            </p:cNvPr>
            <p:cNvSpPr txBox="1"/>
            <p:nvPr/>
          </p:nvSpPr>
          <p:spPr>
            <a:xfrm>
              <a:off x="6887088" y="2249936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i_clk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33" name="lib_dec_pin_o_dec_n[3:0]">
              <a:extLst>
                <a:ext uri="{FF2B5EF4-FFF2-40B4-BE49-F238E27FC236}">
                  <a16:creationId xmlns:a16="http://schemas.microsoft.com/office/drawing/2014/main" id="{81B03ADB-5272-BD01-CDB6-F2C72289046A}"/>
                </a:ext>
              </a:extLst>
            </p:cNvPr>
            <p:cNvSpPr/>
            <p:nvPr/>
          </p:nvSpPr>
          <p:spPr>
            <a:xfrm>
              <a:off x="7674265" y="246974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8" name="lib_dec_pin_i_sel[1:0]">
              <a:extLst>
                <a:ext uri="{FF2B5EF4-FFF2-40B4-BE49-F238E27FC236}">
                  <a16:creationId xmlns:a16="http://schemas.microsoft.com/office/drawing/2014/main" id="{234F7BA1-D973-EC3C-2182-E6E580401986}"/>
                </a:ext>
              </a:extLst>
            </p:cNvPr>
            <p:cNvSpPr/>
            <p:nvPr/>
          </p:nvSpPr>
          <p:spPr>
            <a:xfrm>
              <a:off x="6731000" y="2518533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3" name="lib_dec_lbl_i_sel[1:0]">
              <a:extLst>
                <a:ext uri="{FF2B5EF4-FFF2-40B4-BE49-F238E27FC236}">
                  <a16:creationId xmlns:a16="http://schemas.microsoft.com/office/drawing/2014/main" id="{69E7B222-8E8E-F792-3283-DC71A639528B}"/>
                </a:ext>
              </a:extLst>
            </p:cNvPr>
            <p:cNvSpPr txBox="1"/>
            <p:nvPr/>
          </p:nvSpPr>
          <p:spPr>
            <a:xfrm>
              <a:off x="6901180" y="2492417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i_reset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135" name="lib_dec">
            <a:extLst>
              <a:ext uri="{FF2B5EF4-FFF2-40B4-BE49-F238E27FC236}">
                <a16:creationId xmlns:a16="http://schemas.microsoft.com/office/drawing/2014/main" id="{27006872-2317-3911-CD08-16563062031D}"/>
              </a:ext>
            </a:extLst>
          </p:cNvPr>
          <p:cNvGrpSpPr/>
          <p:nvPr/>
        </p:nvGrpSpPr>
        <p:grpSpPr>
          <a:xfrm>
            <a:off x="3069052" y="2279601"/>
            <a:ext cx="1068975" cy="1564000"/>
            <a:chOff x="6739910" y="1270000"/>
            <a:chExt cx="1068975" cy="1564000"/>
          </a:xfrm>
        </p:grpSpPr>
        <p:sp>
          <p:nvSpPr>
            <p:cNvPr id="144" name="lib_dec_body">
              <a:extLst>
                <a:ext uri="{FF2B5EF4-FFF2-40B4-BE49-F238E27FC236}">
                  <a16:creationId xmlns:a16="http://schemas.microsoft.com/office/drawing/2014/main" id="{0F67CA00-84AA-222B-0A21-2B7BFAC62CC5}"/>
                </a:ext>
              </a:extLst>
            </p:cNvPr>
            <p:cNvSpPr/>
            <p:nvPr/>
          </p:nvSpPr>
          <p:spPr>
            <a:xfrm>
              <a:off x="6858000" y="1270000"/>
              <a:ext cx="819730" cy="1564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endParaRPr lang="en-US" altLang="ko-KR" sz="1001" b="1">
                <a:solidFill>
                  <a:srgbClr val="B91C1C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6" name="lib_dec_pin_i_sel[1:0]">
              <a:extLst>
                <a:ext uri="{FF2B5EF4-FFF2-40B4-BE49-F238E27FC236}">
                  <a16:creationId xmlns:a16="http://schemas.microsoft.com/office/drawing/2014/main" id="{F7966D17-04C0-876D-5E21-23C8F009F53D}"/>
                </a:ext>
              </a:extLst>
            </p:cNvPr>
            <p:cNvSpPr/>
            <p:nvPr/>
          </p:nvSpPr>
          <p:spPr>
            <a:xfrm>
              <a:off x="6739910" y="2447061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7" name="lib_dec_lbl_i_sel[1:0]">
              <a:extLst>
                <a:ext uri="{FF2B5EF4-FFF2-40B4-BE49-F238E27FC236}">
                  <a16:creationId xmlns:a16="http://schemas.microsoft.com/office/drawing/2014/main" id="{642E380B-D84B-8140-24AA-19BEDACD9541}"/>
                </a:ext>
              </a:extLst>
            </p:cNvPr>
            <p:cNvSpPr txBox="1"/>
            <p:nvPr/>
          </p:nvSpPr>
          <p:spPr>
            <a:xfrm>
              <a:off x="6921454" y="2455322"/>
              <a:ext cx="468081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8" name="lib_dec_pin_o_dec_n[3:0]">
              <a:extLst>
                <a:ext uri="{FF2B5EF4-FFF2-40B4-BE49-F238E27FC236}">
                  <a16:creationId xmlns:a16="http://schemas.microsoft.com/office/drawing/2014/main" id="{CE03AB28-733F-609F-5B84-C6538982AFA7}"/>
                </a:ext>
              </a:extLst>
            </p:cNvPr>
            <p:cNvSpPr/>
            <p:nvPr/>
          </p:nvSpPr>
          <p:spPr>
            <a:xfrm>
              <a:off x="7681885" y="153248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7" name="lib_dec_pin_i_sel[1:0]">
              <a:extLst>
                <a:ext uri="{FF2B5EF4-FFF2-40B4-BE49-F238E27FC236}">
                  <a16:creationId xmlns:a16="http://schemas.microsoft.com/office/drawing/2014/main" id="{5FF4652B-0598-8D42-7CD0-ECDB2A6EB728}"/>
                </a:ext>
              </a:extLst>
            </p:cNvPr>
            <p:cNvSpPr/>
            <p:nvPr/>
          </p:nvSpPr>
          <p:spPr>
            <a:xfrm>
              <a:off x="6739910" y="2668821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sp>
        <p:nvSpPr>
          <p:cNvPr id="152" name="lib_dec_lbl_i_sel[1:0]">
            <a:extLst>
              <a:ext uri="{FF2B5EF4-FFF2-40B4-BE49-F238E27FC236}">
                <a16:creationId xmlns:a16="http://schemas.microsoft.com/office/drawing/2014/main" id="{3E26429F-4540-B81F-1EA9-82E2229C21D3}"/>
              </a:ext>
            </a:extLst>
          </p:cNvPr>
          <p:cNvSpPr txBox="1"/>
          <p:nvPr/>
        </p:nvSpPr>
        <p:spPr>
          <a:xfrm>
            <a:off x="3274017" y="2546639"/>
            <a:ext cx="777574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700" b="1">
                <a:solidFill>
                  <a:srgbClr val="1F2937"/>
                </a:solidFill>
                <a:latin typeface="Malgun Gothic" panose="020B0503020000020004" pitchFamily="50" charset="-127"/>
              </a:rPr>
              <a:t>[13:0]o_counter</a:t>
            </a:r>
            <a:endParaRPr lang="ko-KR" altLang="en-US" sz="700" b="1">
              <a:solidFill>
                <a:srgbClr val="1F29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ED1BC3D-318C-25B9-18E7-81506A89B55B}"/>
              </a:ext>
            </a:extLst>
          </p:cNvPr>
          <p:cNvSpPr txBox="1"/>
          <p:nvPr/>
        </p:nvSpPr>
        <p:spPr>
          <a:xfrm>
            <a:off x="1555774" y="1847655"/>
            <a:ext cx="1376799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latin typeface="Malgun Gothic" panose="020B0503020000020004" pitchFamily="50" charset="-127"/>
              </a:rPr>
              <a:t>Counter_datapath</a:t>
            </a:r>
            <a:endParaRPr lang="ko-KR" altLang="en-US" sz="1001" b="1">
              <a:latin typeface="Malgun Gothic" panose="020B0503020000020004" pitchFamily="50" charset="-127"/>
            </a:endParaRPr>
          </a:p>
        </p:txBody>
      </p:sp>
      <p:cxnSp>
        <p:nvCxnSpPr>
          <p:cNvPr id="160" name="연결선: 꺾임 159">
            <a:extLst>
              <a:ext uri="{FF2B5EF4-FFF2-40B4-BE49-F238E27FC236}">
                <a16:creationId xmlns:a16="http://schemas.microsoft.com/office/drawing/2014/main" id="{E01D941A-04E4-104C-282D-AC8DF60475B6}"/>
              </a:ext>
            </a:extLst>
          </p:cNvPr>
          <p:cNvCxnSpPr>
            <a:cxnSpLocks/>
            <a:endCxn id="146" idx="1"/>
          </p:cNvCxnSpPr>
          <p:nvPr/>
        </p:nvCxnSpPr>
        <p:spPr>
          <a:xfrm flipV="1">
            <a:off x="2663034" y="3520162"/>
            <a:ext cx="406018" cy="4093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0CCD5ABD-3E05-728D-835B-01B61AF71BAD}"/>
              </a:ext>
            </a:extLst>
          </p:cNvPr>
          <p:cNvCxnSpPr>
            <a:cxnSpLocks/>
            <a:endCxn id="168" idx="1"/>
          </p:cNvCxnSpPr>
          <p:nvPr/>
        </p:nvCxnSpPr>
        <p:spPr>
          <a:xfrm rot="5400000" flipH="1" flipV="1">
            <a:off x="482349" y="4472724"/>
            <a:ext cx="2012908" cy="203968"/>
          </a:xfrm>
          <a:prstGeom prst="bentConnector2">
            <a:avLst/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E0BD66A2-26F2-ED9C-BA17-8E37F9F0FF6A}"/>
              </a:ext>
            </a:extLst>
          </p:cNvPr>
          <p:cNvCxnSpPr>
            <a:cxnSpLocks/>
            <a:stCxn id="139" idx="0"/>
            <a:endCxn id="131" idx="1"/>
          </p:cNvCxnSpPr>
          <p:nvPr/>
        </p:nvCxnSpPr>
        <p:spPr>
          <a:xfrm rot="5400000" flipH="1" flipV="1">
            <a:off x="501930" y="3951071"/>
            <a:ext cx="1732147" cy="445568"/>
          </a:xfrm>
          <a:prstGeom prst="bentConnector2">
            <a:avLst/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연결선: 꺾임 179">
            <a:extLst>
              <a:ext uri="{FF2B5EF4-FFF2-40B4-BE49-F238E27FC236}">
                <a16:creationId xmlns:a16="http://schemas.microsoft.com/office/drawing/2014/main" id="{9E232401-B9BF-453C-0021-C0481D06279D}"/>
              </a:ext>
            </a:extLst>
          </p:cNvPr>
          <p:cNvCxnSpPr>
            <a:cxnSpLocks/>
            <a:stCxn id="148" idx="3"/>
          </p:cNvCxnSpPr>
          <p:nvPr/>
        </p:nvCxnSpPr>
        <p:spPr>
          <a:xfrm flipV="1">
            <a:off x="4138027" y="2325529"/>
            <a:ext cx="1221034" cy="28005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65479CE5-4C67-E11F-B5DC-3B61A518C514}"/>
              </a:ext>
            </a:extLst>
          </p:cNvPr>
          <p:cNvSpPr txBox="1"/>
          <p:nvPr/>
        </p:nvSpPr>
        <p:spPr>
          <a:xfrm>
            <a:off x="1655132" y="2261712"/>
            <a:ext cx="929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>
                <a:solidFill>
                  <a:srgbClr val="B91C1C"/>
                </a:solidFill>
                <a:latin typeface="Malgun Gothic" panose="020B0503020000020004" pitchFamily="50" charset="-127"/>
              </a:rPr>
              <a:t>tick_gen</a:t>
            </a:r>
            <a:endParaRPr lang="de-DE" altLang="ko-KR" sz="900" b="1">
              <a:solidFill>
                <a:srgbClr val="B91C1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8675611-0621-26E7-CA8D-AB4699D069A4}"/>
              </a:ext>
            </a:extLst>
          </p:cNvPr>
          <p:cNvSpPr txBox="1"/>
          <p:nvPr/>
        </p:nvSpPr>
        <p:spPr>
          <a:xfrm>
            <a:off x="3190447" y="2284572"/>
            <a:ext cx="7596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>
                <a:solidFill>
                  <a:srgbClr val="B91C1C"/>
                </a:solidFill>
                <a:latin typeface="Malgun Gothic" panose="020B0503020000020004" pitchFamily="50" charset="-127"/>
              </a:rPr>
              <a:t>counter</a:t>
            </a:r>
            <a:endParaRPr lang="de-DE" altLang="ko-KR" sz="900" b="1">
              <a:solidFill>
                <a:srgbClr val="B91C1C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01" name="연결선: 꺾임 200">
            <a:extLst>
              <a:ext uri="{FF2B5EF4-FFF2-40B4-BE49-F238E27FC236}">
                <a16:creationId xmlns:a16="http://schemas.microsoft.com/office/drawing/2014/main" id="{307291B5-5384-5A02-25EF-65F95AF60AE3}"/>
              </a:ext>
            </a:extLst>
          </p:cNvPr>
          <p:cNvCxnSpPr>
            <a:cxnSpLocks/>
          </p:cNvCxnSpPr>
          <p:nvPr/>
        </p:nvCxnSpPr>
        <p:spPr>
          <a:xfrm flipV="1">
            <a:off x="1386818" y="3749502"/>
            <a:ext cx="1693575" cy="39326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lib_dec_lbl_i_sel[1:0]">
            <a:extLst>
              <a:ext uri="{FF2B5EF4-FFF2-40B4-BE49-F238E27FC236}">
                <a16:creationId xmlns:a16="http://schemas.microsoft.com/office/drawing/2014/main" id="{51370A2B-116A-2FB1-3F7C-FF02BEF16A65}"/>
              </a:ext>
            </a:extLst>
          </p:cNvPr>
          <p:cNvSpPr txBox="1"/>
          <p:nvPr/>
        </p:nvSpPr>
        <p:spPr>
          <a:xfrm>
            <a:off x="3245814" y="3670566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800" b="1">
                <a:solidFill>
                  <a:srgbClr val="1F2937"/>
                </a:solidFill>
                <a:latin typeface="Malgun Gothic" panose="020B0503020000020004" pitchFamily="50" charset="-127"/>
              </a:rPr>
              <a:t>i_reset</a:t>
            </a:r>
            <a:endParaRPr lang="ko-KR" altLang="en-US" sz="800" b="1">
              <a:solidFill>
                <a:srgbClr val="1F29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471706D-C6C3-9655-7041-67EB0BED7397}"/>
              </a:ext>
            </a:extLst>
          </p:cNvPr>
          <p:cNvSpPr txBox="1"/>
          <p:nvPr/>
        </p:nvSpPr>
        <p:spPr>
          <a:xfrm>
            <a:off x="3435908" y="130962"/>
            <a:ext cx="8585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목표 </a:t>
            </a:r>
            <a:r>
              <a:rPr lang="en-US" altLang="ko-KR" sz="1400"/>
              <a:t>: </a:t>
            </a:r>
            <a:r>
              <a:rPr lang="ko-KR" altLang="en-US" sz="1400"/>
              <a:t>보드 클럭 자원을 온전히 이용하여 </a:t>
            </a:r>
            <a:r>
              <a:rPr lang="en-US" altLang="ko-KR" sz="1400"/>
              <a:t>Tick</a:t>
            </a:r>
            <a:r>
              <a:rPr lang="ko-KR" altLang="en-US" sz="1400"/>
              <a:t>을 만들고 보드에서 </a:t>
            </a:r>
            <a:r>
              <a:rPr lang="en-US" altLang="ko-KR" sz="1400"/>
              <a:t>9999 </a:t>
            </a:r>
            <a:r>
              <a:rPr lang="ko-KR" altLang="en-US" sz="1400"/>
              <a:t>까지 출력 </a:t>
            </a:r>
            <a:r>
              <a:rPr lang="en-US" altLang="ko-KR" sz="1400"/>
              <a:t>(  </a:t>
            </a:r>
            <a:r>
              <a:rPr lang="ko-KR" altLang="en-US" sz="1400"/>
              <a:t>더 추가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조합회로</a:t>
            </a:r>
            <a:r>
              <a:rPr lang="en-US" altLang="ko-KR" sz="1400"/>
              <a:t>/ </a:t>
            </a:r>
            <a:r>
              <a:rPr lang="ko-KR" altLang="en-US" sz="1400"/>
              <a:t>순차회로  구별 할것</a:t>
            </a:r>
            <a:r>
              <a:rPr lang="en-US" altLang="ko-KR" sz="1400"/>
              <a:t> – </a:t>
            </a:r>
            <a:r>
              <a:rPr lang="ko-KR" altLang="en-US" sz="1400"/>
              <a:t>색깔을 달리하면 됨</a:t>
            </a:r>
            <a:r>
              <a:rPr lang="en-US" altLang="ko-KR" sz="1400"/>
              <a:t>. </a:t>
            </a:r>
            <a:r>
              <a:rPr lang="ko-KR" altLang="en-US" sz="1400"/>
              <a:t>제시된 블럭다이어그램 재구성 </a:t>
            </a:r>
          </a:p>
        </p:txBody>
      </p:sp>
    </p:spTree>
    <p:extLst>
      <p:ext uri="{BB962C8B-B14F-4D97-AF65-F5344CB8AC3E}">
        <p14:creationId xmlns:p14="http://schemas.microsoft.com/office/powerpoint/2010/main" val="383789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AA31-4E74-A119-2062-38FBCCE7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A2FB67-17CE-6897-0CCE-08BB2BD639AF}"/>
              </a:ext>
            </a:extLst>
          </p:cNvPr>
          <p:cNvSpPr txBox="1"/>
          <p:nvPr/>
        </p:nvSpPr>
        <p:spPr>
          <a:xfrm>
            <a:off x="381001" y="203201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3730A3"/>
                </a:solidFill>
                <a:latin typeface="Malgun Gothic" panose="020B0503020000020004" pitchFamily="50" charset="-127"/>
              </a:rPr>
              <a:t>EXAMPLE</a:t>
            </a:r>
            <a:endParaRPr lang="ko-KR" altLang="en-US" sz="1001" b="1">
              <a:solidFill>
                <a:srgbClr val="3730A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84B1D-826A-0900-065F-AF85D1E1ADBE}"/>
              </a:ext>
            </a:extLst>
          </p:cNvPr>
          <p:cNvSpPr txBox="1"/>
          <p:nvPr/>
        </p:nvSpPr>
        <p:spPr>
          <a:xfrm>
            <a:off x="381002" y="406401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ko-KR" altLang="en-US" sz="2000" b="1">
              <a:solidFill>
                <a:srgbClr val="1F29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op_frame">
            <a:extLst>
              <a:ext uri="{FF2B5EF4-FFF2-40B4-BE49-F238E27FC236}">
                <a16:creationId xmlns:a16="http://schemas.microsoft.com/office/drawing/2014/main" id="{2F602599-81FA-8264-A344-6112C3A1CEB8}"/>
              </a:ext>
            </a:extLst>
          </p:cNvPr>
          <p:cNvSpPr/>
          <p:nvPr/>
        </p:nvSpPr>
        <p:spPr>
          <a:xfrm>
            <a:off x="1741436" y="683400"/>
            <a:ext cx="7620000" cy="5768199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1ABAF-4DBD-31E3-B8BF-4137E9F98262}"/>
              </a:ext>
            </a:extLst>
          </p:cNvPr>
          <p:cNvSpPr txBox="1"/>
          <p:nvPr/>
        </p:nvSpPr>
        <p:spPr>
          <a:xfrm>
            <a:off x="1842686" y="724221"/>
            <a:ext cx="3037489" cy="2225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1" b="1">
                <a:solidFill>
                  <a:srgbClr val="6B7280"/>
                </a:solidFill>
                <a:latin typeface="Malgun Gothic" panose="020B0503020000020004" pitchFamily="50" charset="-127"/>
              </a:rPr>
              <a:t>top_adder_fnd_8bit</a:t>
            </a:r>
            <a:endParaRPr lang="ko-KR" altLang="en-US" sz="1001" b="1">
              <a:solidFill>
                <a:srgbClr val="6B7280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9" name="in_a">
            <a:extLst>
              <a:ext uri="{FF2B5EF4-FFF2-40B4-BE49-F238E27FC236}">
                <a16:creationId xmlns:a16="http://schemas.microsoft.com/office/drawing/2014/main" id="{A6CF7240-5792-9CB1-1B04-941D87A7CE1C}"/>
              </a:ext>
            </a:extLst>
          </p:cNvPr>
          <p:cNvGrpSpPr/>
          <p:nvPr/>
        </p:nvGrpSpPr>
        <p:grpSpPr>
          <a:xfrm>
            <a:off x="607439" y="1275304"/>
            <a:ext cx="1235246" cy="204104"/>
            <a:chOff x="101600" y="1778000"/>
            <a:chExt cx="1549400" cy="254000"/>
          </a:xfrm>
        </p:grpSpPr>
        <p:sp>
          <p:nvSpPr>
            <p:cNvPr id="7" name="in_a_body">
              <a:extLst>
                <a:ext uri="{FF2B5EF4-FFF2-40B4-BE49-F238E27FC236}">
                  <a16:creationId xmlns:a16="http://schemas.microsoft.com/office/drawing/2014/main" id="{6ED5B1F1-DF20-B5CD-AEA7-E9F6EE78C969}"/>
                </a:ext>
              </a:extLst>
            </p:cNvPr>
            <p:cNvSpPr/>
            <p:nvPr/>
          </p:nvSpPr>
          <p:spPr>
            <a:xfrm>
              <a:off x="101600" y="1778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" name="in_a_pin">
              <a:extLst>
                <a:ext uri="{FF2B5EF4-FFF2-40B4-BE49-F238E27FC236}">
                  <a16:creationId xmlns:a16="http://schemas.microsoft.com/office/drawing/2014/main" id="{0DFD3B7C-6576-0A6B-2763-DC3583B4FDB1}"/>
                </a:ext>
              </a:extLst>
            </p:cNvPr>
            <p:cNvSpPr/>
            <p:nvPr/>
          </p:nvSpPr>
          <p:spPr>
            <a:xfrm>
              <a:off x="1524000" y="1841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2" name="in_b">
            <a:extLst>
              <a:ext uri="{FF2B5EF4-FFF2-40B4-BE49-F238E27FC236}">
                <a16:creationId xmlns:a16="http://schemas.microsoft.com/office/drawing/2014/main" id="{6E06B829-3DA0-ED0F-277A-E50C8B905ABE}"/>
              </a:ext>
            </a:extLst>
          </p:cNvPr>
          <p:cNvGrpSpPr/>
          <p:nvPr/>
        </p:nvGrpSpPr>
        <p:grpSpPr>
          <a:xfrm>
            <a:off x="607439" y="1683513"/>
            <a:ext cx="1235246" cy="204104"/>
            <a:chOff x="101600" y="2286000"/>
            <a:chExt cx="1549400" cy="254000"/>
          </a:xfrm>
        </p:grpSpPr>
        <p:sp>
          <p:nvSpPr>
            <p:cNvPr id="10" name="in_b_body">
              <a:extLst>
                <a:ext uri="{FF2B5EF4-FFF2-40B4-BE49-F238E27FC236}">
                  <a16:creationId xmlns:a16="http://schemas.microsoft.com/office/drawing/2014/main" id="{F369D320-001F-0D56-7652-27EDA0739D55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1" name="in_b_pin">
              <a:extLst>
                <a:ext uri="{FF2B5EF4-FFF2-40B4-BE49-F238E27FC236}">
                  <a16:creationId xmlns:a16="http://schemas.microsoft.com/office/drawing/2014/main" id="{FC0FDF64-977F-5222-F191-12A2CBED31F7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5" name="in_sel">
            <a:extLst>
              <a:ext uri="{FF2B5EF4-FFF2-40B4-BE49-F238E27FC236}">
                <a16:creationId xmlns:a16="http://schemas.microsoft.com/office/drawing/2014/main" id="{522CB9B3-BBB3-A34C-AE23-2D1F6CE802A1}"/>
              </a:ext>
            </a:extLst>
          </p:cNvPr>
          <p:cNvGrpSpPr/>
          <p:nvPr/>
        </p:nvGrpSpPr>
        <p:grpSpPr>
          <a:xfrm>
            <a:off x="607439" y="4132765"/>
            <a:ext cx="1235246" cy="204104"/>
            <a:chOff x="101600" y="5334000"/>
            <a:chExt cx="1549400" cy="254000"/>
          </a:xfrm>
        </p:grpSpPr>
        <p:sp>
          <p:nvSpPr>
            <p:cNvPr id="13" name="in_sel_body">
              <a:extLst>
                <a:ext uri="{FF2B5EF4-FFF2-40B4-BE49-F238E27FC236}">
                  <a16:creationId xmlns:a16="http://schemas.microsoft.com/office/drawing/2014/main" id="{B019DC77-0F98-2176-905B-A64F4E939636}"/>
                </a:ext>
              </a:extLst>
            </p:cNvPr>
            <p:cNvSpPr/>
            <p:nvPr/>
          </p:nvSpPr>
          <p:spPr>
            <a:xfrm>
              <a:off x="101600" y="5334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4" name="in_sel_pin">
              <a:extLst>
                <a:ext uri="{FF2B5EF4-FFF2-40B4-BE49-F238E27FC236}">
                  <a16:creationId xmlns:a16="http://schemas.microsoft.com/office/drawing/2014/main" id="{1A74ACF7-B0F5-2363-D581-B110451530FD}"/>
                </a:ext>
              </a:extLst>
            </p:cNvPr>
            <p:cNvSpPr/>
            <p:nvPr/>
          </p:nvSpPr>
          <p:spPr>
            <a:xfrm>
              <a:off x="1524000" y="5397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19" name="k0">
            <a:extLst>
              <a:ext uri="{FF2B5EF4-FFF2-40B4-BE49-F238E27FC236}">
                <a16:creationId xmlns:a16="http://schemas.microsoft.com/office/drawing/2014/main" id="{4ADBB7EC-FE24-AAD8-B26C-C301E2BD9B49}"/>
              </a:ext>
            </a:extLst>
          </p:cNvPr>
          <p:cNvGrpSpPr/>
          <p:nvPr/>
        </p:nvGrpSpPr>
        <p:grpSpPr>
          <a:xfrm>
            <a:off x="2045183" y="1938642"/>
            <a:ext cx="587249" cy="612313"/>
            <a:chOff x="1905000" y="2603500"/>
            <a:chExt cx="736600" cy="762000"/>
          </a:xfrm>
        </p:grpSpPr>
        <p:sp>
          <p:nvSpPr>
            <p:cNvPr id="16" name="k0_body">
              <a:extLst>
                <a:ext uri="{FF2B5EF4-FFF2-40B4-BE49-F238E27FC236}">
                  <a16:creationId xmlns:a16="http://schemas.microsoft.com/office/drawing/2014/main" id="{D073BC98-48DE-8C2C-54F5-6DB43D8E3034}"/>
                </a:ext>
              </a:extLst>
            </p:cNvPr>
            <p:cNvSpPr/>
            <p:nvPr/>
          </p:nvSpPr>
          <p:spPr>
            <a:xfrm>
              <a:off x="1905000" y="2603500"/>
              <a:ext cx="635000" cy="762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1'b0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const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17" name="k0_pin_0">
              <a:extLst>
                <a:ext uri="{FF2B5EF4-FFF2-40B4-BE49-F238E27FC236}">
                  <a16:creationId xmlns:a16="http://schemas.microsoft.com/office/drawing/2014/main" id="{33505BDD-8444-30C8-DD1B-C6A0BFDD7238}"/>
                </a:ext>
              </a:extLst>
            </p:cNvPr>
            <p:cNvSpPr/>
            <p:nvPr/>
          </p:nvSpPr>
          <p:spPr>
            <a:xfrm>
              <a:off x="2540000" y="30861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k0_lbl_0">
              <a:extLst>
                <a:ext uri="{FF2B5EF4-FFF2-40B4-BE49-F238E27FC236}">
                  <a16:creationId xmlns:a16="http://schemas.microsoft.com/office/drawing/2014/main" id="{38421B3F-B2F1-75D7-2FAD-9BBB7A62A662}"/>
                </a:ext>
              </a:extLst>
            </p:cNvPr>
            <p:cNvSpPr txBox="1"/>
            <p:nvPr/>
          </p:nvSpPr>
          <p:spPr>
            <a:xfrm>
              <a:off x="2044700" y="3048000"/>
              <a:ext cx="444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0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1" name="U_ADD">
            <a:extLst>
              <a:ext uri="{FF2B5EF4-FFF2-40B4-BE49-F238E27FC236}">
                <a16:creationId xmlns:a16="http://schemas.microsoft.com/office/drawing/2014/main" id="{E64B0305-DF7E-3EFA-D2DA-AF3EDA4D1C85}"/>
              </a:ext>
            </a:extLst>
          </p:cNvPr>
          <p:cNvGrpSpPr/>
          <p:nvPr/>
        </p:nvGrpSpPr>
        <p:grpSpPr>
          <a:xfrm>
            <a:off x="2753932" y="1071200"/>
            <a:ext cx="1518745" cy="1020522"/>
            <a:chOff x="2794000" y="1524000"/>
            <a:chExt cx="1905000" cy="1270000"/>
          </a:xfrm>
        </p:grpSpPr>
        <p:sp>
          <p:nvSpPr>
            <p:cNvPr id="20" name="U_ADD_body">
              <a:extLst>
                <a:ext uri="{FF2B5EF4-FFF2-40B4-BE49-F238E27FC236}">
                  <a16:creationId xmlns:a16="http://schemas.microsoft.com/office/drawing/2014/main" id="{645569AD-7196-E2B1-8F56-C7988B02F6CA}"/>
                </a:ext>
              </a:extLst>
            </p:cNvPr>
            <p:cNvSpPr/>
            <p:nvPr/>
          </p:nvSpPr>
          <p:spPr>
            <a:xfrm>
              <a:off x="2921000" y="1524000"/>
              <a:ext cx="1651000" cy="1270000"/>
            </a:xfrm>
            <a:prstGeom prst="roundRect">
              <a:avLst>
                <a:gd name="adj" fmla="val 6000"/>
              </a:avLst>
            </a:prstGeom>
            <a:solidFill>
              <a:srgbClr val="EEF2FF"/>
            </a:solidFill>
            <a:ln w="19050">
              <a:solidFill>
                <a:srgbClr val="3730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3730A3"/>
                  </a:solidFill>
                  <a:latin typeface="Malgun Gothic" panose="020B0503020000020004" pitchFamily="50" charset="-127"/>
                </a:rPr>
                <a:t>full_adder_8bit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U_ADD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1" name="U_ADD_pin_i_a[7:0]">
              <a:extLst>
                <a:ext uri="{FF2B5EF4-FFF2-40B4-BE49-F238E27FC236}">
                  <a16:creationId xmlns:a16="http://schemas.microsoft.com/office/drawing/2014/main" id="{9D1159A4-A831-F41D-42CC-45CEEE476145}"/>
                </a:ext>
              </a:extLst>
            </p:cNvPr>
            <p:cNvSpPr/>
            <p:nvPr/>
          </p:nvSpPr>
          <p:spPr>
            <a:xfrm>
              <a:off x="27940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U_ADD_lbl_i_a[7:0]">
              <a:extLst>
                <a:ext uri="{FF2B5EF4-FFF2-40B4-BE49-F238E27FC236}">
                  <a16:creationId xmlns:a16="http://schemas.microsoft.com/office/drawing/2014/main" id="{FE384B19-4406-49D4-FCA6-624B7ECB280C}"/>
                </a:ext>
              </a:extLst>
            </p:cNvPr>
            <p:cNvSpPr txBox="1"/>
            <p:nvPr/>
          </p:nvSpPr>
          <p:spPr>
            <a:xfrm>
              <a:off x="29718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3" name="U_ADD_pin_i_b[7:0]">
              <a:extLst>
                <a:ext uri="{FF2B5EF4-FFF2-40B4-BE49-F238E27FC236}">
                  <a16:creationId xmlns:a16="http://schemas.microsoft.com/office/drawing/2014/main" id="{F52256D9-2CE0-D7DE-ECB2-93A20C1023FD}"/>
                </a:ext>
              </a:extLst>
            </p:cNvPr>
            <p:cNvSpPr/>
            <p:nvPr/>
          </p:nvSpPr>
          <p:spPr>
            <a:xfrm>
              <a:off x="2794000" y="2247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U_ADD_lbl_i_b[7:0]">
              <a:extLst>
                <a:ext uri="{FF2B5EF4-FFF2-40B4-BE49-F238E27FC236}">
                  <a16:creationId xmlns:a16="http://schemas.microsoft.com/office/drawing/2014/main" id="{8931EBFA-2643-EF4B-89FA-0D39C4587AE6}"/>
                </a:ext>
              </a:extLst>
            </p:cNvPr>
            <p:cNvSpPr txBox="1"/>
            <p:nvPr/>
          </p:nvSpPr>
          <p:spPr>
            <a:xfrm>
              <a:off x="29718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i_b[7:0]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5" name="U_ADD_pin_i_cin">
              <a:extLst>
                <a:ext uri="{FF2B5EF4-FFF2-40B4-BE49-F238E27FC236}">
                  <a16:creationId xmlns:a16="http://schemas.microsoft.com/office/drawing/2014/main" id="{8D45D7AF-FC66-75DE-B4D5-B737235C6603}"/>
                </a:ext>
              </a:extLst>
            </p:cNvPr>
            <p:cNvSpPr/>
            <p:nvPr/>
          </p:nvSpPr>
          <p:spPr>
            <a:xfrm>
              <a:off x="2819400" y="251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" name="U_ADD_lbl_i_cin">
              <a:extLst>
                <a:ext uri="{FF2B5EF4-FFF2-40B4-BE49-F238E27FC236}">
                  <a16:creationId xmlns:a16="http://schemas.microsoft.com/office/drawing/2014/main" id="{09644006-D686-7C95-1C01-34632A49EE2E}"/>
                </a:ext>
              </a:extLst>
            </p:cNvPr>
            <p:cNvSpPr txBox="1"/>
            <p:nvPr/>
          </p:nvSpPr>
          <p:spPr>
            <a:xfrm>
              <a:off x="2971800" y="2476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i_cin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7" name="U_ADD_pin_o_sum[7:0]">
              <a:extLst>
                <a:ext uri="{FF2B5EF4-FFF2-40B4-BE49-F238E27FC236}">
                  <a16:creationId xmlns:a16="http://schemas.microsoft.com/office/drawing/2014/main" id="{231ED6FD-FD63-4B63-E4F9-E2892538718F}"/>
                </a:ext>
              </a:extLst>
            </p:cNvPr>
            <p:cNvSpPr/>
            <p:nvPr/>
          </p:nvSpPr>
          <p:spPr>
            <a:xfrm>
              <a:off x="4572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U_ADD_lbl_o_sum[7:0]">
              <a:extLst>
                <a:ext uri="{FF2B5EF4-FFF2-40B4-BE49-F238E27FC236}">
                  <a16:creationId xmlns:a16="http://schemas.microsoft.com/office/drawing/2014/main" id="{70839842-3F3B-4EA4-58B5-B967D2DAEEAF}"/>
                </a:ext>
              </a:extLst>
            </p:cNvPr>
            <p:cNvSpPr txBox="1"/>
            <p:nvPr/>
          </p:nvSpPr>
          <p:spPr>
            <a:xfrm>
              <a:off x="3568700" y="1968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o_sum[7:0]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29" name="U_ADD_pin_o_cout">
              <a:extLst>
                <a:ext uri="{FF2B5EF4-FFF2-40B4-BE49-F238E27FC236}">
                  <a16:creationId xmlns:a16="http://schemas.microsoft.com/office/drawing/2014/main" id="{48DA7BB1-D19E-DDD1-CB70-36EFCC29054D}"/>
                </a:ext>
              </a:extLst>
            </p:cNvPr>
            <p:cNvSpPr/>
            <p:nvPr/>
          </p:nvSpPr>
          <p:spPr>
            <a:xfrm>
              <a:off x="4572000" y="2260600"/>
              <a:ext cx="101600" cy="101600"/>
            </a:xfrm>
            <a:prstGeom prst="rect">
              <a:avLst/>
            </a:prstGeom>
            <a:solidFill>
              <a:srgbClr val="4ADE80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U_ADD_lbl_o_cout">
              <a:extLst>
                <a:ext uri="{FF2B5EF4-FFF2-40B4-BE49-F238E27FC236}">
                  <a16:creationId xmlns:a16="http://schemas.microsoft.com/office/drawing/2014/main" id="{1A06C417-20F9-A81A-D69F-D92474B21B5C}"/>
                </a:ext>
              </a:extLst>
            </p:cNvPr>
            <p:cNvSpPr txBox="1"/>
            <p:nvPr/>
          </p:nvSpPr>
          <p:spPr>
            <a:xfrm>
              <a:off x="3568700" y="22225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39" name="CAT">
            <a:extLst>
              <a:ext uri="{FF2B5EF4-FFF2-40B4-BE49-F238E27FC236}">
                <a16:creationId xmlns:a16="http://schemas.microsoft.com/office/drawing/2014/main" id="{A5E65985-3744-3FD1-6F4F-0195D1B11C7A}"/>
              </a:ext>
            </a:extLst>
          </p:cNvPr>
          <p:cNvGrpSpPr/>
          <p:nvPr/>
        </p:nvGrpSpPr>
        <p:grpSpPr>
          <a:xfrm>
            <a:off x="4475177" y="1063777"/>
            <a:ext cx="1063121" cy="816417"/>
            <a:chOff x="5016500" y="1524000"/>
            <a:chExt cx="1333500" cy="1016000"/>
          </a:xfrm>
        </p:grpSpPr>
        <p:sp>
          <p:nvSpPr>
            <p:cNvPr id="32" name="CAT_body">
              <a:extLst>
                <a:ext uri="{FF2B5EF4-FFF2-40B4-BE49-F238E27FC236}">
                  <a16:creationId xmlns:a16="http://schemas.microsoft.com/office/drawing/2014/main" id="{47CFECA2-59D0-0BA9-B473-69C59EB0C43D}"/>
                </a:ext>
              </a:extLst>
            </p:cNvPr>
            <p:cNvSpPr/>
            <p:nvPr/>
          </p:nvSpPr>
          <p:spPr>
            <a:xfrm>
              <a:off x="5143500" y="1524000"/>
              <a:ext cx="1079500" cy="1016000"/>
            </a:xfrm>
            <a:prstGeom prst="roundRect">
              <a:avLst>
                <a:gd name="adj" fmla="val 6000"/>
              </a:avLst>
            </a:prstGeom>
            <a:solidFill>
              <a:srgbClr val="FEFCE8"/>
            </a:solidFill>
            <a:ln w="19050">
              <a:solidFill>
                <a:srgbClr val="A162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A16207"/>
                  </a:solidFill>
                  <a:latin typeface="Malgun Gothic" panose="020B0503020000020004" pitchFamily="50" charset="-127"/>
                </a:rPr>
                <a:t>concat { }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{hi, lo}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3" name="CAT_pin_lo[7:0]">
              <a:extLst>
                <a:ext uri="{FF2B5EF4-FFF2-40B4-BE49-F238E27FC236}">
                  <a16:creationId xmlns:a16="http://schemas.microsoft.com/office/drawing/2014/main" id="{27FDE3A3-22A8-7C13-3DC9-EA663C854115}"/>
                </a:ext>
              </a:extLst>
            </p:cNvPr>
            <p:cNvSpPr/>
            <p:nvPr/>
          </p:nvSpPr>
          <p:spPr>
            <a:xfrm>
              <a:off x="5016500" y="199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CAT_lbl_lo[7:0]">
              <a:extLst>
                <a:ext uri="{FF2B5EF4-FFF2-40B4-BE49-F238E27FC236}">
                  <a16:creationId xmlns:a16="http://schemas.microsoft.com/office/drawing/2014/main" id="{E3962C0E-1C56-B3AE-B81A-183AE72332A7}"/>
                </a:ext>
              </a:extLst>
            </p:cNvPr>
            <p:cNvSpPr txBox="1"/>
            <p:nvPr/>
          </p:nvSpPr>
          <p:spPr>
            <a:xfrm>
              <a:off x="519430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lo[7:0]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5" name="CAT_pin_hi">
              <a:extLst>
                <a:ext uri="{FF2B5EF4-FFF2-40B4-BE49-F238E27FC236}">
                  <a16:creationId xmlns:a16="http://schemas.microsoft.com/office/drawing/2014/main" id="{C8F25384-3C17-6E7D-E148-E258C3A59B77}"/>
                </a:ext>
              </a:extLst>
            </p:cNvPr>
            <p:cNvSpPr/>
            <p:nvPr/>
          </p:nvSpPr>
          <p:spPr>
            <a:xfrm>
              <a:off x="5041900" y="2260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CAT_lbl_hi">
              <a:extLst>
                <a:ext uri="{FF2B5EF4-FFF2-40B4-BE49-F238E27FC236}">
                  <a16:creationId xmlns:a16="http://schemas.microsoft.com/office/drawing/2014/main" id="{7F8636BA-0436-CC8E-4C8A-6C5EC893B7B9}"/>
                </a:ext>
              </a:extLst>
            </p:cNvPr>
            <p:cNvSpPr txBox="1"/>
            <p:nvPr/>
          </p:nvSpPr>
          <p:spPr>
            <a:xfrm>
              <a:off x="5194300" y="2222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>
                  <a:solidFill>
                    <a:srgbClr val="1F2937"/>
                  </a:solidFill>
                  <a:latin typeface="Malgun Gothic" panose="020B0503020000020004" pitchFamily="50" charset="-127"/>
                </a:rPr>
                <a:t>hi</a:t>
              </a:r>
              <a:endParaRPr lang="ko-KR" altLang="en-US" sz="800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37" name="CAT_pin_out[8:0]">
              <a:extLst>
                <a:ext uri="{FF2B5EF4-FFF2-40B4-BE49-F238E27FC236}">
                  <a16:creationId xmlns:a16="http://schemas.microsoft.com/office/drawing/2014/main" id="{B3B94D96-7714-C854-46D2-44236B0F8008}"/>
                </a:ext>
              </a:extLst>
            </p:cNvPr>
            <p:cNvSpPr/>
            <p:nvPr/>
          </p:nvSpPr>
          <p:spPr>
            <a:xfrm>
              <a:off x="6223000" y="199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CAT_lbl_out[8:0]">
              <a:extLst>
                <a:ext uri="{FF2B5EF4-FFF2-40B4-BE49-F238E27FC236}">
                  <a16:creationId xmlns:a16="http://schemas.microsoft.com/office/drawing/2014/main" id="{C8EA1613-58DD-5504-7A17-40EE3170998E}"/>
                </a:ext>
              </a:extLst>
            </p:cNvPr>
            <p:cNvSpPr txBox="1"/>
            <p:nvPr/>
          </p:nvSpPr>
          <p:spPr>
            <a:xfrm>
              <a:off x="5505450" y="1968500"/>
              <a:ext cx="666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out[8:0]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51" name="U_SPLIT">
            <a:extLst>
              <a:ext uri="{FF2B5EF4-FFF2-40B4-BE49-F238E27FC236}">
                <a16:creationId xmlns:a16="http://schemas.microsoft.com/office/drawing/2014/main" id="{32F587E4-FBCE-20BD-A863-7D75CA597FA9}"/>
              </a:ext>
            </a:extLst>
          </p:cNvPr>
          <p:cNvGrpSpPr/>
          <p:nvPr/>
        </p:nvGrpSpPr>
        <p:grpSpPr>
          <a:xfrm>
            <a:off x="5335795" y="1928438"/>
            <a:ext cx="1518745" cy="1224626"/>
            <a:chOff x="6477000" y="2476500"/>
            <a:chExt cx="1905000" cy="1524000"/>
          </a:xfrm>
        </p:grpSpPr>
        <p:sp>
          <p:nvSpPr>
            <p:cNvPr id="40" name="U_SPLIT_body">
              <a:extLst>
                <a:ext uri="{FF2B5EF4-FFF2-40B4-BE49-F238E27FC236}">
                  <a16:creationId xmlns:a16="http://schemas.microsoft.com/office/drawing/2014/main" id="{C375F5C7-4152-744C-FA40-00DC12023427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1" name="U_SPLIT_pin_i_data[8:0]">
              <a:extLst>
                <a:ext uri="{FF2B5EF4-FFF2-40B4-BE49-F238E27FC236}">
                  <a16:creationId xmlns:a16="http://schemas.microsoft.com/office/drawing/2014/main" id="{BFD1E272-47C8-F915-D631-98CACF518305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U_SPLIT_lbl_i_data[8:0]">
              <a:extLst>
                <a:ext uri="{FF2B5EF4-FFF2-40B4-BE49-F238E27FC236}">
                  <a16:creationId xmlns:a16="http://schemas.microsoft.com/office/drawing/2014/main" id="{C7A00259-F181-DE7C-F335-A4ED120BF8C5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i_data[8:0]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3" name="U_SPLIT_pin_o_digit_1[3:0]">
              <a:extLst>
                <a:ext uri="{FF2B5EF4-FFF2-40B4-BE49-F238E27FC236}">
                  <a16:creationId xmlns:a16="http://schemas.microsoft.com/office/drawing/2014/main" id="{649C10DB-D285-04CE-454F-81D599F787CE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4" name="U_SPLIT_lbl_o_digit_1[3:0]">
              <a:extLst>
                <a:ext uri="{FF2B5EF4-FFF2-40B4-BE49-F238E27FC236}">
                  <a16:creationId xmlns:a16="http://schemas.microsoft.com/office/drawing/2014/main" id="{BB032349-395A-4CFF-0F56-1F9F8ABAF58C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5" name="U_SPLIT_pin_o_digit_10[3:0]">
              <a:extLst>
                <a:ext uri="{FF2B5EF4-FFF2-40B4-BE49-F238E27FC236}">
                  <a16:creationId xmlns:a16="http://schemas.microsoft.com/office/drawing/2014/main" id="{D25CB05A-69CE-C360-7890-8AF716607BA0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U_SPLIT_lbl_o_digit_10[3:0]">
              <a:extLst>
                <a:ext uri="{FF2B5EF4-FFF2-40B4-BE49-F238E27FC236}">
                  <a16:creationId xmlns:a16="http://schemas.microsoft.com/office/drawing/2014/main" id="{3F5379AA-6272-D14B-0854-EBD7AEDA5E56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7" name="U_SPLIT_pin_o_digit_100[3:0]">
              <a:extLst>
                <a:ext uri="{FF2B5EF4-FFF2-40B4-BE49-F238E27FC236}">
                  <a16:creationId xmlns:a16="http://schemas.microsoft.com/office/drawing/2014/main" id="{8AAAD453-A6B9-9E10-49CD-DA477057D7F8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U_SPLIT_lbl_o_digit_100[3:0]">
              <a:extLst>
                <a:ext uri="{FF2B5EF4-FFF2-40B4-BE49-F238E27FC236}">
                  <a16:creationId xmlns:a16="http://schemas.microsoft.com/office/drawing/2014/main" id="{441218C7-207D-9527-58FC-BAC23D18C6A8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" name="U_SPLIT_pin_o_digit_1000[3:0]">
              <a:extLst>
                <a:ext uri="{FF2B5EF4-FFF2-40B4-BE49-F238E27FC236}">
                  <a16:creationId xmlns:a16="http://schemas.microsoft.com/office/drawing/2014/main" id="{528A7828-55AB-D5B1-51CF-971557E823E4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" name="U_SPLIT_lbl_o_digit_1000[3:0]">
              <a:extLst>
                <a:ext uri="{FF2B5EF4-FFF2-40B4-BE49-F238E27FC236}">
                  <a16:creationId xmlns:a16="http://schemas.microsoft.com/office/drawing/2014/main" id="{65305DC7-1055-E07B-C94F-0CFFE460A1D3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65" name="U_MUX">
            <a:extLst>
              <a:ext uri="{FF2B5EF4-FFF2-40B4-BE49-F238E27FC236}">
                <a16:creationId xmlns:a16="http://schemas.microsoft.com/office/drawing/2014/main" id="{F4F7BD95-7BEB-C4B4-9824-E27E1B0639C6}"/>
              </a:ext>
            </a:extLst>
          </p:cNvPr>
          <p:cNvGrpSpPr/>
          <p:nvPr/>
        </p:nvGrpSpPr>
        <p:grpSpPr>
          <a:xfrm>
            <a:off x="7310164" y="1836590"/>
            <a:ext cx="1468120" cy="1428730"/>
            <a:chOff x="8509000" y="2476500"/>
            <a:chExt cx="1841500" cy="1778000"/>
          </a:xfrm>
        </p:grpSpPr>
        <p:sp>
          <p:nvSpPr>
            <p:cNvPr id="52" name="U_MUX_body">
              <a:extLst>
                <a:ext uri="{FF2B5EF4-FFF2-40B4-BE49-F238E27FC236}">
                  <a16:creationId xmlns:a16="http://schemas.microsoft.com/office/drawing/2014/main" id="{207A759B-2313-7317-B249-D57F81869AF6}"/>
                </a:ext>
              </a:extLst>
            </p:cNvPr>
            <p:cNvSpPr/>
            <p:nvPr/>
          </p:nvSpPr>
          <p:spPr>
            <a:xfrm>
              <a:off x="8636000" y="2476500"/>
              <a:ext cx="1587500" cy="1778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pl-PL" altLang="ko-KR" sz="1001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mux_4x1</a:t>
              </a:r>
            </a:p>
            <a:p>
              <a:pPr algn="ctr"/>
              <a:r>
                <a:rPr lang="pl-PL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U_MUX #(4)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3" name="U_MUX_pin_i_d0[3:0]">
              <a:extLst>
                <a:ext uri="{FF2B5EF4-FFF2-40B4-BE49-F238E27FC236}">
                  <a16:creationId xmlns:a16="http://schemas.microsoft.com/office/drawing/2014/main" id="{3DB68C59-6E7D-61E3-BBF8-20D202F82491}"/>
                </a:ext>
              </a:extLst>
            </p:cNvPr>
            <p:cNvSpPr/>
            <p:nvPr/>
          </p:nvSpPr>
          <p:spPr>
            <a:xfrm>
              <a:off x="8509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U_MUX_lbl_i_d0[3:0]">
              <a:extLst>
                <a:ext uri="{FF2B5EF4-FFF2-40B4-BE49-F238E27FC236}">
                  <a16:creationId xmlns:a16="http://schemas.microsoft.com/office/drawing/2014/main" id="{4C40EBA8-BFB9-9CB8-9C97-4F1B1269B0AE}"/>
                </a:ext>
              </a:extLst>
            </p:cNvPr>
            <p:cNvSpPr txBox="1"/>
            <p:nvPr/>
          </p:nvSpPr>
          <p:spPr>
            <a:xfrm>
              <a:off x="8686800" y="2921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i_d0[3:0]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5" name="U_MUX_pin_i_d1[3:0]">
              <a:extLst>
                <a:ext uri="{FF2B5EF4-FFF2-40B4-BE49-F238E27FC236}">
                  <a16:creationId xmlns:a16="http://schemas.microsoft.com/office/drawing/2014/main" id="{9750887E-1A70-4E34-5E01-1B79EC928050}"/>
                </a:ext>
              </a:extLst>
            </p:cNvPr>
            <p:cNvSpPr/>
            <p:nvPr/>
          </p:nvSpPr>
          <p:spPr>
            <a:xfrm>
              <a:off x="8509000" y="3200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U_MUX_lbl_i_d1[3:0]">
              <a:extLst>
                <a:ext uri="{FF2B5EF4-FFF2-40B4-BE49-F238E27FC236}">
                  <a16:creationId xmlns:a16="http://schemas.microsoft.com/office/drawing/2014/main" id="{BE4E0DAC-CE9F-E178-114C-8918B1BE2826}"/>
                </a:ext>
              </a:extLst>
            </p:cNvPr>
            <p:cNvSpPr txBox="1"/>
            <p:nvPr/>
          </p:nvSpPr>
          <p:spPr>
            <a:xfrm>
              <a:off x="8686800" y="3175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i_d1[3:0]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7" name="U_MUX_pin_i_d2[3:0]">
              <a:extLst>
                <a:ext uri="{FF2B5EF4-FFF2-40B4-BE49-F238E27FC236}">
                  <a16:creationId xmlns:a16="http://schemas.microsoft.com/office/drawing/2014/main" id="{2694DEF0-896E-4B5C-E0B5-D49ECE5CEDD0}"/>
                </a:ext>
              </a:extLst>
            </p:cNvPr>
            <p:cNvSpPr/>
            <p:nvPr/>
          </p:nvSpPr>
          <p:spPr>
            <a:xfrm>
              <a:off x="8509000" y="3454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U_MUX_lbl_i_d2[3:0]">
              <a:extLst>
                <a:ext uri="{FF2B5EF4-FFF2-40B4-BE49-F238E27FC236}">
                  <a16:creationId xmlns:a16="http://schemas.microsoft.com/office/drawing/2014/main" id="{7BAB2009-F82B-EFF2-338A-08674FBA37DD}"/>
                </a:ext>
              </a:extLst>
            </p:cNvPr>
            <p:cNvSpPr txBox="1"/>
            <p:nvPr/>
          </p:nvSpPr>
          <p:spPr>
            <a:xfrm>
              <a:off x="8686800" y="3429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i_d2[3:0]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9" name="U_MUX_pin_i_d3[3:0]">
              <a:extLst>
                <a:ext uri="{FF2B5EF4-FFF2-40B4-BE49-F238E27FC236}">
                  <a16:creationId xmlns:a16="http://schemas.microsoft.com/office/drawing/2014/main" id="{0F0FF1CD-4988-D1AD-1766-B1CCEA069BAE}"/>
                </a:ext>
              </a:extLst>
            </p:cNvPr>
            <p:cNvSpPr/>
            <p:nvPr/>
          </p:nvSpPr>
          <p:spPr>
            <a:xfrm>
              <a:off x="8509000" y="3708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U_MUX_lbl_i_d3[3:0]">
              <a:extLst>
                <a:ext uri="{FF2B5EF4-FFF2-40B4-BE49-F238E27FC236}">
                  <a16:creationId xmlns:a16="http://schemas.microsoft.com/office/drawing/2014/main" id="{1ED14D07-521A-8E33-68DA-8A5CA13A887B}"/>
                </a:ext>
              </a:extLst>
            </p:cNvPr>
            <p:cNvSpPr txBox="1"/>
            <p:nvPr/>
          </p:nvSpPr>
          <p:spPr>
            <a:xfrm>
              <a:off x="8686800" y="3683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i_d3[3:0]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" name="U_MUX_pin_i_sel[1:0]">
              <a:extLst>
                <a:ext uri="{FF2B5EF4-FFF2-40B4-BE49-F238E27FC236}">
                  <a16:creationId xmlns:a16="http://schemas.microsoft.com/office/drawing/2014/main" id="{A4A39AA8-EEF9-8AD7-3B60-C694F904A74E}"/>
                </a:ext>
              </a:extLst>
            </p:cNvPr>
            <p:cNvSpPr/>
            <p:nvPr/>
          </p:nvSpPr>
          <p:spPr>
            <a:xfrm>
              <a:off x="8509000" y="3962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U_MUX_lbl_i_sel[1:0]">
              <a:extLst>
                <a:ext uri="{FF2B5EF4-FFF2-40B4-BE49-F238E27FC236}">
                  <a16:creationId xmlns:a16="http://schemas.microsoft.com/office/drawing/2014/main" id="{13AE3EB4-3B15-E23C-5814-806A13A0C8B1}"/>
                </a:ext>
              </a:extLst>
            </p:cNvPr>
            <p:cNvSpPr txBox="1"/>
            <p:nvPr/>
          </p:nvSpPr>
          <p:spPr>
            <a:xfrm>
              <a:off x="8686800" y="3937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3" name="U_MUX_pin_o_data[3:0]">
              <a:extLst>
                <a:ext uri="{FF2B5EF4-FFF2-40B4-BE49-F238E27FC236}">
                  <a16:creationId xmlns:a16="http://schemas.microsoft.com/office/drawing/2014/main" id="{4C1B96C4-1E1A-6A58-8F43-AE3C5FCEEE14}"/>
                </a:ext>
              </a:extLst>
            </p:cNvPr>
            <p:cNvSpPr/>
            <p:nvPr/>
          </p:nvSpPr>
          <p:spPr>
            <a:xfrm>
              <a:off x="102235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4" name="U_MUX_lbl_o_data[3:0]">
              <a:extLst>
                <a:ext uri="{FF2B5EF4-FFF2-40B4-BE49-F238E27FC236}">
                  <a16:creationId xmlns:a16="http://schemas.microsoft.com/office/drawing/2014/main" id="{93187DEB-58D9-2AAF-7154-D6ECAE897BC4}"/>
                </a:ext>
              </a:extLst>
            </p:cNvPr>
            <p:cNvSpPr txBox="1"/>
            <p:nvPr/>
          </p:nvSpPr>
          <p:spPr>
            <a:xfrm>
              <a:off x="9251950" y="2921000"/>
              <a:ext cx="92075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o_data[3:0]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1" name="U_DEC">
            <a:extLst>
              <a:ext uri="{FF2B5EF4-FFF2-40B4-BE49-F238E27FC236}">
                <a16:creationId xmlns:a16="http://schemas.microsoft.com/office/drawing/2014/main" id="{60FB851D-A7F1-73F7-A0F0-7A7CE3CFE52C}"/>
              </a:ext>
            </a:extLst>
          </p:cNvPr>
          <p:cNvGrpSpPr/>
          <p:nvPr/>
        </p:nvGrpSpPr>
        <p:grpSpPr>
          <a:xfrm>
            <a:off x="4817533" y="3988987"/>
            <a:ext cx="1417495" cy="2061617"/>
            <a:chOff x="4953000" y="5334000"/>
            <a:chExt cx="1778000" cy="1749279"/>
          </a:xfrm>
        </p:grpSpPr>
        <p:sp>
          <p:nvSpPr>
            <p:cNvPr id="66" name="U_DEC_body">
              <a:extLst>
                <a:ext uri="{FF2B5EF4-FFF2-40B4-BE49-F238E27FC236}">
                  <a16:creationId xmlns:a16="http://schemas.microsoft.com/office/drawing/2014/main" id="{5E7C68A8-A039-E442-DA50-F0F5CEB61DF2}"/>
                </a:ext>
              </a:extLst>
            </p:cNvPr>
            <p:cNvSpPr/>
            <p:nvPr/>
          </p:nvSpPr>
          <p:spPr>
            <a:xfrm>
              <a:off x="5080000" y="5334000"/>
              <a:ext cx="1524000" cy="1749279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decoder_2x4</a:t>
              </a:r>
            </a:p>
            <a:p>
              <a:pPr algn="ctr"/>
              <a:r>
                <a:rPr lang="en-US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7" name="U_DEC_pin_i_sel[1:0]">
              <a:extLst>
                <a:ext uri="{FF2B5EF4-FFF2-40B4-BE49-F238E27FC236}">
                  <a16:creationId xmlns:a16="http://schemas.microsoft.com/office/drawing/2014/main" id="{181CC5AE-107D-E899-F40F-9F7AA421B64D}"/>
                </a:ext>
              </a:extLst>
            </p:cNvPr>
            <p:cNvSpPr/>
            <p:nvPr/>
          </p:nvSpPr>
          <p:spPr>
            <a:xfrm>
              <a:off x="4953000" y="5803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U_DEC_lbl_i_sel[1:0]">
              <a:extLst>
                <a:ext uri="{FF2B5EF4-FFF2-40B4-BE49-F238E27FC236}">
                  <a16:creationId xmlns:a16="http://schemas.microsoft.com/office/drawing/2014/main" id="{17DA3101-2B05-F50D-5650-4C02D6126E45}"/>
                </a:ext>
              </a:extLst>
            </p:cNvPr>
            <p:cNvSpPr txBox="1"/>
            <p:nvPr/>
          </p:nvSpPr>
          <p:spPr>
            <a:xfrm>
              <a:off x="5130800" y="577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i_sel[1:0]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9" name="U_DEC_pin_o_dec_n[3:0]">
              <a:extLst>
                <a:ext uri="{FF2B5EF4-FFF2-40B4-BE49-F238E27FC236}">
                  <a16:creationId xmlns:a16="http://schemas.microsoft.com/office/drawing/2014/main" id="{34A76DA0-2142-F747-4D1C-AE79805C40EC}"/>
                </a:ext>
              </a:extLst>
            </p:cNvPr>
            <p:cNvSpPr/>
            <p:nvPr/>
          </p:nvSpPr>
          <p:spPr>
            <a:xfrm>
              <a:off x="6604000" y="5803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0" name="U_DEC_lbl_o_dec_n[3:0]">
              <a:extLst>
                <a:ext uri="{FF2B5EF4-FFF2-40B4-BE49-F238E27FC236}">
                  <a16:creationId xmlns:a16="http://schemas.microsoft.com/office/drawing/2014/main" id="{DC6C103D-CC5B-09D5-4A9C-00E2E2CABD3E}"/>
                </a:ext>
              </a:extLst>
            </p:cNvPr>
            <p:cNvSpPr txBox="1"/>
            <p:nvPr/>
          </p:nvSpPr>
          <p:spPr>
            <a:xfrm>
              <a:off x="5664200" y="5778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o_dec_n[3:0]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77" name="U_FND">
            <a:extLst>
              <a:ext uri="{FF2B5EF4-FFF2-40B4-BE49-F238E27FC236}">
                <a16:creationId xmlns:a16="http://schemas.microsoft.com/office/drawing/2014/main" id="{9E8BDD1E-5F9F-5490-CD42-62B502EE9366}"/>
              </a:ext>
            </a:extLst>
          </p:cNvPr>
          <p:cNvGrpSpPr/>
          <p:nvPr/>
        </p:nvGrpSpPr>
        <p:grpSpPr>
          <a:xfrm>
            <a:off x="6975660" y="5414538"/>
            <a:ext cx="1417495" cy="612313"/>
            <a:chOff x="6985000" y="5461001"/>
            <a:chExt cx="1778000" cy="762000"/>
          </a:xfrm>
        </p:grpSpPr>
        <p:sp>
          <p:nvSpPr>
            <p:cNvPr id="72" name="U_FND_body">
              <a:extLst>
                <a:ext uri="{FF2B5EF4-FFF2-40B4-BE49-F238E27FC236}">
                  <a16:creationId xmlns:a16="http://schemas.microsoft.com/office/drawing/2014/main" id="{538C92C8-2502-9785-F75B-DA488F700D1E}"/>
                </a:ext>
              </a:extLst>
            </p:cNvPr>
            <p:cNvSpPr/>
            <p:nvPr/>
          </p:nvSpPr>
          <p:spPr>
            <a:xfrm>
              <a:off x="7112000" y="5461001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001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80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80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" name="U_FND_pin_i_hex[3:0]">
              <a:extLst>
                <a:ext uri="{FF2B5EF4-FFF2-40B4-BE49-F238E27FC236}">
                  <a16:creationId xmlns:a16="http://schemas.microsoft.com/office/drawing/2014/main" id="{88717F2A-6980-1373-5BAF-0488336DB9AF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4" name="U_FND_lbl_i_hex[3:0]">
              <a:extLst>
                <a:ext uri="{FF2B5EF4-FFF2-40B4-BE49-F238E27FC236}">
                  <a16:creationId xmlns:a16="http://schemas.microsoft.com/office/drawing/2014/main" id="{4BC648DF-D14B-6278-8CF8-614AD29367BF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5" name="U_FND_pin_o_fnd_data[7:0]">
              <a:extLst>
                <a:ext uri="{FF2B5EF4-FFF2-40B4-BE49-F238E27FC236}">
                  <a16:creationId xmlns:a16="http://schemas.microsoft.com/office/drawing/2014/main" id="{A49DB7BD-EBB8-B01B-111F-2273DE8F3AF7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U_FND_lbl_o_fnd_data[7:0]">
              <a:extLst>
                <a:ext uri="{FF2B5EF4-FFF2-40B4-BE49-F238E27FC236}">
                  <a16:creationId xmlns:a16="http://schemas.microsoft.com/office/drawing/2014/main" id="{D071E19D-4575-757F-1F52-3E4FA70E9408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8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8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80" name="out_data">
            <a:extLst>
              <a:ext uri="{FF2B5EF4-FFF2-40B4-BE49-F238E27FC236}">
                <a16:creationId xmlns:a16="http://schemas.microsoft.com/office/drawing/2014/main" id="{E304413F-89E5-3E7C-9A23-B4FDFC357233}"/>
              </a:ext>
            </a:extLst>
          </p:cNvPr>
          <p:cNvGrpSpPr/>
          <p:nvPr/>
        </p:nvGrpSpPr>
        <p:grpSpPr>
          <a:xfrm>
            <a:off x="8930159" y="4438921"/>
            <a:ext cx="1235246" cy="204104"/>
            <a:chOff x="10541000" y="5715000"/>
            <a:chExt cx="1549400" cy="254000"/>
          </a:xfrm>
        </p:grpSpPr>
        <p:sp>
          <p:nvSpPr>
            <p:cNvPr id="78" name="out_data_body">
              <a:extLst>
                <a:ext uri="{FF2B5EF4-FFF2-40B4-BE49-F238E27FC236}">
                  <a16:creationId xmlns:a16="http://schemas.microsoft.com/office/drawing/2014/main" id="{42A1E425-9FC3-5D2E-5959-D5B499B659D1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9" name="out_data_pin">
              <a:extLst>
                <a:ext uri="{FF2B5EF4-FFF2-40B4-BE49-F238E27FC236}">
                  <a16:creationId xmlns:a16="http://schemas.microsoft.com/office/drawing/2014/main" id="{87A956D9-A9A2-656B-BA62-B8531B810D65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3" name="out_com">
            <a:extLst>
              <a:ext uri="{FF2B5EF4-FFF2-40B4-BE49-F238E27FC236}">
                <a16:creationId xmlns:a16="http://schemas.microsoft.com/office/drawing/2014/main" id="{A51EC875-2C21-4D78-8B5E-289EA9F9EE70}"/>
              </a:ext>
            </a:extLst>
          </p:cNvPr>
          <p:cNvGrpSpPr/>
          <p:nvPr/>
        </p:nvGrpSpPr>
        <p:grpSpPr>
          <a:xfrm>
            <a:off x="8930159" y="3928661"/>
            <a:ext cx="1235246" cy="204104"/>
            <a:chOff x="10541000" y="5080000"/>
            <a:chExt cx="1549400" cy="254000"/>
          </a:xfrm>
        </p:grpSpPr>
        <p:sp>
          <p:nvSpPr>
            <p:cNvPr id="81" name="out_com_body">
              <a:extLst>
                <a:ext uri="{FF2B5EF4-FFF2-40B4-BE49-F238E27FC236}">
                  <a16:creationId xmlns:a16="http://schemas.microsoft.com/office/drawing/2014/main" id="{B1915E60-26EB-E50C-9DB8-81E74B5DE7EF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2" name="out_com_pin">
              <a:extLst>
                <a:ext uri="{FF2B5EF4-FFF2-40B4-BE49-F238E27FC236}">
                  <a16:creationId xmlns:a16="http://schemas.microsoft.com/office/drawing/2014/main" id="{2F07B8F9-7B97-530C-D775-51750E3956B3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86" name="out_cout">
            <a:extLst>
              <a:ext uri="{FF2B5EF4-FFF2-40B4-BE49-F238E27FC236}">
                <a16:creationId xmlns:a16="http://schemas.microsoft.com/office/drawing/2014/main" id="{E1001E30-C020-C826-F308-C123DAC5137E}"/>
              </a:ext>
            </a:extLst>
          </p:cNvPr>
          <p:cNvGrpSpPr/>
          <p:nvPr/>
        </p:nvGrpSpPr>
        <p:grpSpPr>
          <a:xfrm>
            <a:off x="8950409" y="785454"/>
            <a:ext cx="1214996" cy="204104"/>
            <a:chOff x="10566400" y="1168400"/>
            <a:chExt cx="1524000" cy="254000"/>
          </a:xfrm>
        </p:grpSpPr>
        <p:sp>
          <p:nvSpPr>
            <p:cNvPr id="84" name="out_cout_body">
              <a:extLst>
                <a:ext uri="{FF2B5EF4-FFF2-40B4-BE49-F238E27FC236}">
                  <a16:creationId xmlns:a16="http://schemas.microsoft.com/office/drawing/2014/main" id="{91B1D0C9-A064-171D-2465-EBB60FC37F9F}"/>
                </a:ext>
              </a:extLst>
            </p:cNvPr>
            <p:cNvSpPr/>
            <p:nvPr/>
          </p:nvSpPr>
          <p:spPr>
            <a:xfrm>
              <a:off x="10668000" y="11684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9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o_cout</a:t>
              </a:r>
              <a:endParaRPr lang="ko-KR" altLang="en-US" sz="9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85" name="out_cout_pin">
              <a:extLst>
                <a:ext uri="{FF2B5EF4-FFF2-40B4-BE49-F238E27FC236}">
                  <a16:creationId xmlns:a16="http://schemas.microsoft.com/office/drawing/2014/main" id="{E600552B-8B8C-0752-2A2F-ADF57ED68140}"/>
                </a:ext>
              </a:extLst>
            </p:cNvPr>
            <p:cNvSpPr/>
            <p:nvPr/>
          </p:nvSpPr>
          <p:spPr>
            <a:xfrm>
              <a:off x="10566400" y="1244600"/>
              <a:ext cx="101600" cy="101600"/>
            </a:xfrm>
            <a:prstGeom prst="rect">
              <a:avLst/>
            </a:prstGeom>
            <a:solidFill>
              <a:srgbClr val="60A5FA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B60E4A87-2E25-EE1D-5206-8B254AC9CCE9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1842684" y="1377356"/>
            <a:ext cx="911248" cy="122463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AF0AD0E0-D90C-F0B7-B348-9E85F862BEC0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842684" y="1703922"/>
            <a:ext cx="911248" cy="8164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F40E00A4-884D-B46E-1B19-16CD970BBCB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2632433" y="1908027"/>
            <a:ext cx="141750" cy="459235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A0759B76-2550-3C7A-7081-355CC00A87A7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252428" y="1696500"/>
            <a:ext cx="242999" cy="7423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C77D482E-E3B6-4FB3-8DF7-96CCC681AD9E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 flipV="1">
            <a:off x="4272678" y="1492396"/>
            <a:ext cx="202499" cy="7423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C099CC83-B1FE-FB65-93A5-EA60747B825F}"/>
              </a:ext>
            </a:extLst>
          </p:cNvPr>
          <p:cNvCxnSpPr>
            <a:cxnSpLocks/>
            <a:stCxn id="29" idx="3"/>
            <a:endCxn id="85" idx="1"/>
          </p:cNvCxnSpPr>
          <p:nvPr/>
        </p:nvCxnSpPr>
        <p:spPr>
          <a:xfrm flipV="1">
            <a:off x="4252426" y="887504"/>
            <a:ext cx="4697983" cy="816417"/>
          </a:xfrm>
          <a:prstGeom prst="bentConnector3">
            <a:avLst>
              <a:gd name="adj1" fmla="val 50000"/>
            </a:avLst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BDEEFD9E-2CFD-27CD-0D37-B637807DCB32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 flipH="1">
            <a:off x="5335795" y="1492396"/>
            <a:ext cx="202503" cy="864662"/>
          </a:xfrm>
          <a:prstGeom prst="bentConnector5">
            <a:avLst>
              <a:gd name="adj1" fmla="val -89998"/>
              <a:gd name="adj2" fmla="val 50000"/>
              <a:gd name="adj3" fmla="val 189998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77AF4563-83BF-C957-B587-B717A412104D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 flipV="1">
            <a:off x="6854540" y="2265209"/>
            <a:ext cx="455624" cy="9184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5E384798-D0C9-652E-4FF7-95CB07C8E850}"/>
              </a:ext>
            </a:extLst>
          </p:cNvPr>
          <p:cNvCxnSpPr>
            <a:cxnSpLocks/>
            <a:stCxn id="45" idx="3"/>
            <a:endCxn id="55" idx="1"/>
          </p:cNvCxnSpPr>
          <p:nvPr/>
        </p:nvCxnSpPr>
        <p:spPr>
          <a:xfrm flipV="1">
            <a:off x="6854540" y="2469314"/>
            <a:ext cx="455624" cy="9184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3828F16B-8282-3FC1-2D3A-BCE03617831D}"/>
              </a:ext>
            </a:extLst>
          </p:cNvPr>
          <p:cNvCxnSpPr>
            <a:cxnSpLocks/>
            <a:stCxn id="47" idx="3"/>
            <a:endCxn id="57" idx="1"/>
          </p:cNvCxnSpPr>
          <p:nvPr/>
        </p:nvCxnSpPr>
        <p:spPr>
          <a:xfrm flipV="1">
            <a:off x="6854540" y="2673418"/>
            <a:ext cx="455624" cy="9184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F4E47799-438C-27A9-2EF2-4F35B1C370CB}"/>
              </a:ext>
            </a:extLst>
          </p:cNvPr>
          <p:cNvCxnSpPr>
            <a:cxnSpLocks/>
            <a:stCxn id="49" idx="3"/>
            <a:endCxn id="59" idx="1"/>
          </p:cNvCxnSpPr>
          <p:nvPr/>
        </p:nvCxnSpPr>
        <p:spPr>
          <a:xfrm flipV="1">
            <a:off x="6854540" y="2877522"/>
            <a:ext cx="455624" cy="91848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CD6CED9C-6C16-14A6-B55C-5C567726915E}"/>
              </a:ext>
            </a:extLst>
          </p:cNvPr>
          <p:cNvCxnSpPr>
            <a:cxnSpLocks/>
            <a:stCxn id="14" idx="3"/>
            <a:endCxn id="61" idx="1"/>
          </p:cNvCxnSpPr>
          <p:nvPr/>
        </p:nvCxnSpPr>
        <p:spPr>
          <a:xfrm flipV="1">
            <a:off x="1842686" y="3081626"/>
            <a:ext cx="5467481" cy="115319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A346CFC7-E5FA-3613-0B1D-1895BBF801DD}"/>
              </a:ext>
            </a:extLst>
          </p:cNvPr>
          <p:cNvCxnSpPr>
            <a:cxnSpLocks/>
            <a:stCxn id="14" idx="3"/>
            <a:endCxn id="67" idx="1"/>
          </p:cNvCxnSpPr>
          <p:nvPr/>
        </p:nvCxnSpPr>
        <p:spPr>
          <a:xfrm>
            <a:off x="1842685" y="4234817"/>
            <a:ext cx="2974848" cy="382810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360225CA-6C17-DC8A-4143-2C800D7CB9E9}"/>
              </a:ext>
            </a:extLst>
          </p:cNvPr>
          <p:cNvCxnSpPr>
            <a:cxnSpLocks/>
            <a:stCxn id="63" idx="3"/>
            <a:endCxn id="73" idx="1"/>
          </p:cNvCxnSpPr>
          <p:nvPr/>
        </p:nvCxnSpPr>
        <p:spPr>
          <a:xfrm flipH="1">
            <a:off x="6975660" y="2265209"/>
            <a:ext cx="1802624" cy="3577947"/>
          </a:xfrm>
          <a:prstGeom prst="bentConnector5">
            <a:avLst>
              <a:gd name="adj1" fmla="val -12682"/>
              <a:gd name="adj2" fmla="val 50000"/>
              <a:gd name="adj3" fmla="val 112682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14DA5138-6E1E-AFC5-7B4C-E6C16A31E783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8393155" y="4540973"/>
            <a:ext cx="537004" cy="1302183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752DF3DE-5D20-F778-9BE2-23FB0840C578}"/>
              </a:ext>
            </a:extLst>
          </p:cNvPr>
          <p:cNvCxnSpPr>
            <a:cxnSpLocks/>
            <a:stCxn id="69" idx="3"/>
            <a:endCxn id="82" idx="1"/>
          </p:cNvCxnSpPr>
          <p:nvPr/>
        </p:nvCxnSpPr>
        <p:spPr>
          <a:xfrm flipV="1">
            <a:off x="6235028" y="4030713"/>
            <a:ext cx="2695131" cy="58691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U_DEC_pin_i_sel[1:0]">
            <a:extLst>
              <a:ext uri="{FF2B5EF4-FFF2-40B4-BE49-F238E27FC236}">
                <a16:creationId xmlns:a16="http://schemas.microsoft.com/office/drawing/2014/main" id="{342465B3-4346-0AD0-A834-EE0B24B70984}"/>
              </a:ext>
            </a:extLst>
          </p:cNvPr>
          <p:cNvSpPr/>
          <p:nvPr/>
        </p:nvSpPr>
        <p:spPr>
          <a:xfrm>
            <a:off x="4819822" y="5456040"/>
            <a:ext cx="101250" cy="149676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</p:spTree>
    <p:extLst>
      <p:ext uri="{BB962C8B-B14F-4D97-AF65-F5344CB8AC3E}">
        <p14:creationId xmlns:p14="http://schemas.microsoft.com/office/powerpoint/2010/main" val="53145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EB721-AC6E-2A9F-2DAA-1EA27DF1A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10/08 </a:t>
            </a:r>
            <a:r>
              <a:rPr lang="ko-KR" altLang="en-US"/>
              <a:t>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435BC1-7B73-21E6-1F49-B304C1FC1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98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2310-AC89-120A-4BA0-510EEC13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B5FC21A2-4D89-FECB-304F-BB03F18D7EF4}"/>
              </a:ext>
            </a:extLst>
          </p:cNvPr>
          <p:cNvGrpSpPr/>
          <p:nvPr/>
        </p:nvGrpSpPr>
        <p:grpSpPr>
          <a:xfrm>
            <a:off x="541944" y="1258729"/>
            <a:ext cx="2523225" cy="1791007"/>
            <a:chOff x="541944" y="1258729"/>
            <a:chExt cx="3267000" cy="274894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6CB91A3D-D3B3-74C2-9E6D-A19D547ED4BA}"/>
                    </a:ext>
                  </a:extLst>
                </p14:cNvPr>
                <p14:cNvContentPartPr/>
                <p14:nvPr/>
              </p14:nvContentPartPr>
              <p14:xfrm>
                <a:off x="1771704" y="3244369"/>
                <a:ext cx="265320" cy="18432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6CB91A3D-D3B3-74C2-9E6D-A19D547ED4B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63791" y="3234987"/>
                  <a:ext cx="281146" cy="20308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1031893A-C067-7846-1B07-4D5459AD314D}"/>
                </a:ext>
              </a:extLst>
            </p:cNvPr>
            <p:cNvGrpSpPr/>
            <p:nvPr/>
          </p:nvGrpSpPr>
          <p:grpSpPr>
            <a:xfrm>
              <a:off x="541944" y="1258729"/>
              <a:ext cx="3267000" cy="2729040"/>
              <a:chOff x="3357880" y="354720"/>
              <a:chExt cx="3267000" cy="2729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22" name="잉크 21">
                    <a:extLst>
                      <a:ext uri="{FF2B5EF4-FFF2-40B4-BE49-F238E27FC236}">
                        <a16:creationId xmlns:a16="http://schemas.microsoft.com/office/drawing/2014/main" id="{E33FBF7C-67A5-1CAF-8663-2687D655363E}"/>
                      </a:ext>
                    </a:extLst>
                  </p14:cNvPr>
                  <p14:cNvContentPartPr/>
                  <p14:nvPr/>
                </p14:nvContentPartPr>
                <p14:xfrm>
                  <a:off x="3372640" y="1031040"/>
                  <a:ext cx="87120" cy="94680"/>
                </p14:xfrm>
              </p:contentPart>
            </mc:Choice>
            <mc:Fallback xmlns="">
              <p:pic>
                <p:nvPicPr>
                  <p:cNvPr id="22" name="잉크 21">
                    <a:extLst>
                      <a:ext uri="{FF2B5EF4-FFF2-40B4-BE49-F238E27FC236}">
                        <a16:creationId xmlns:a16="http://schemas.microsoft.com/office/drawing/2014/main" id="{E33FBF7C-67A5-1CAF-8663-2687D655363E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3364720" y="1021682"/>
                    <a:ext cx="102960" cy="1133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23" name="잉크 22">
                    <a:extLst>
                      <a:ext uri="{FF2B5EF4-FFF2-40B4-BE49-F238E27FC236}">
                        <a16:creationId xmlns:a16="http://schemas.microsoft.com/office/drawing/2014/main" id="{71CD86E1-A8D0-BA1D-4183-DC22E0934BDA}"/>
                      </a:ext>
                    </a:extLst>
                  </p14:cNvPr>
                  <p14:cNvContentPartPr/>
                  <p14:nvPr/>
                </p14:nvContentPartPr>
                <p14:xfrm>
                  <a:off x="3378040" y="1015920"/>
                  <a:ext cx="71640" cy="96480"/>
                </p14:xfrm>
              </p:contentPart>
            </mc:Choice>
            <mc:Fallback xmlns="">
              <p:pic>
                <p:nvPicPr>
                  <p:cNvPr id="23" name="잉크 22">
                    <a:extLst>
                      <a:ext uri="{FF2B5EF4-FFF2-40B4-BE49-F238E27FC236}">
                        <a16:creationId xmlns:a16="http://schemas.microsoft.com/office/drawing/2014/main" id="{71CD86E1-A8D0-BA1D-4183-DC22E0934BDA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370132" y="1006548"/>
                    <a:ext cx="87457" cy="1152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24" name="잉크 23">
                    <a:extLst>
                      <a:ext uri="{FF2B5EF4-FFF2-40B4-BE49-F238E27FC236}">
                        <a16:creationId xmlns:a16="http://schemas.microsoft.com/office/drawing/2014/main" id="{2F5AD769-352F-FC42-23FD-CF18026342F6}"/>
                      </a:ext>
                    </a:extLst>
                  </p14:cNvPr>
                  <p14:cNvContentPartPr/>
                  <p14:nvPr/>
                </p14:nvContentPartPr>
                <p14:xfrm>
                  <a:off x="3357880" y="1076040"/>
                  <a:ext cx="305640" cy="5040"/>
                </p14:xfrm>
              </p:contentPart>
            </mc:Choice>
            <mc:Fallback xmlns="">
              <p:pic>
                <p:nvPicPr>
                  <p:cNvPr id="24" name="잉크 23">
                    <a:extLst>
                      <a:ext uri="{FF2B5EF4-FFF2-40B4-BE49-F238E27FC236}">
                        <a16:creationId xmlns:a16="http://schemas.microsoft.com/office/drawing/2014/main" id="{2F5AD769-352F-FC42-23FD-CF18026342F6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349494" y="1066520"/>
                    <a:ext cx="321481" cy="24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BB8AC898-F7E5-9579-A283-93188E228816}"/>
                      </a:ext>
                    </a:extLst>
                  </p14:cNvPr>
                  <p14:cNvContentPartPr/>
                  <p14:nvPr/>
                </p14:nvContentPartPr>
                <p14:xfrm>
                  <a:off x="4265800" y="1097280"/>
                  <a:ext cx="57600" cy="185040"/>
                </p14:xfrm>
              </p:contentPart>
            </mc:Choice>
            <mc:Fallback xmlns=""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BB8AC898-F7E5-9579-A283-93188E228816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257839" y="1087338"/>
                    <a:ext cx="73522" cy="2038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57A9D078-A9E1-2436-CC76-073A9CBC8F13}"/>
                      </a:ext>
                    </a:extLst>
                  </p14:cNvPr>
                  <p14:cNvContentPartPr/>
                  <p14:nvPr/>
                </p14:nvContentPartPr>
                <p14:xfrm>
                  <a:off x="5359120" y="1153800"/>
                  <a:ext cx="151920" cy="92520"/>
                </p14:xfrm>
              </p:contentPart>
            </mc:Choice>
            <mc:Fallback xmlns="">
              <p:pic>
                <p:nvPicPr>
                  <p:cNvPr id="27" name="잉크 26">
                    <a:extLst>
                      <a:ext uri="{FF2B5EF4-FFF2-40B4-BE49-F238E27FC236}">
                        <a16:creationId xmlns:a16="http://schemas.microsoft.com/office/drawing/2014/main" id="{57A9D078-A9E1-2436-CC76-073A9CBC8F13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5351198" y="1144438"/>
                    <a:ext cx="167764" cy="1112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8" name="잉크 27">
                    <a:extLst>
                      <a:ext uri="{FF2B5EF4-FFF2-40B4-BE49-F238E27FC236}">
                        <a16:creationId xmlns:a16="http://schemas.microsoft.com/office/drawing/2014/main" id="{3B977A6A-E575-1BD3-F548-ECAF9412A7B3}"/>
                      </a:ext>
                    </a:extLst>
                  </p14:cNvPr>
                  <p14:cNvContentPartPr/>
                  <p14:nvPr/>
                </p14:nvContentPartPr>
                <p14:xfrm>
                  <a:off x="6384400" y="1198800"/>
                  <a:ext cx="12240" cy="177840"/>
                </p14:xfrm>
              </p:contentPart>
            </mc:Choice>
            <mc:Fallback xmlns="">
              <p:pic>
                <p:nvPicPr>
                  <p:cNvPr id="28" name="잉크 27">
                    <a:extLst>
                      <a:ext uri="{FF2B5EF4-FFF2-40B4-BE49-F238E27FC236}">
                        <a16:creationId xmlns:a16="http://schemas.microsoft.com/office/drawing/2014/main" id="{3B977A6A-E575-1BD3-F548-ECAF9412A7B3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6376693" y="1189411"/>
                    <a:ext cx="27653" cy="19661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43" name="잉크 42">
                    <a:extLst>
                      <a:ext uri="{FF2B5EF4-FFF2-40B4-BE49-F238E27FC236}">
                        <a16:creationId xmlns:a16="http://schemas.microsoft.com/office/drawing/2014/main" id="{8CE8118D-4596-2ED2-509B-8E47F407C17E}"/>
                      </a:ext>
                    </a:extLst>
                  </p14:cNvPr>
                  <p14:cNvContentPartPr/>
                  <p14:nvPr/>
                </p14:nvContentPartPr>
                <p14:xfrm>
                  <a:off x="5175880" y="744240"/>
                  <a:ext cx="11160" cy="983160"/>
                </p14:xfrm>
              </p:contentPart>
            </mc:Choice>
            <mc:Fallback xmlns="">
              <p:pic>
                <p:nvPicPr>
                  <p:cNvPr id="43" name="잉크 42">
                    <a:extLst>
                      <a:ext uri="{FF2B5EF4-FFF2-40B4-BE49-F238E27FC236}">
                        <a16:creationId xmlns:a16="http://schemas.microsoft.com/office/drawing/2014/main" id="{8CE8118D-4596-2ED2-509B-8E47F407C17E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5167975" y="734850"/>
                    <a:ext cx="26970" cy="10019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44" name="잉크 43">
                    <a:extLst>
                      <a:ext uri="{FF2B5EF4-FFF2-40B4-BE49-F238E27FC236}">
                        <a16:creationId xmlns:a16="http://schemas.microsoft.com/office/drawing/2014/main" id="{12A7B857-6CB9-7218-FD2C-6F0F7C239046}"/>
                      </a:ext>
                    </a:extLst>
                  </p14:cNvPr>
                  <p14:cNvContentPartPr/>
                  <p14:nvPr/>
                </p14:nvContentPartPr>
                <p14:xfrm>
                  <a:off x="5118640" y="354720"/>
                  <a:ext cx="121680" cy="287640"/>
                </p14:xfrm>
              </p:contentPart>
            </mc:Choice>
            <mc:Fallback xmlns="">
              <p:pic>
                <p:nvPicPr>
                  <p:cNvPr id="44" name="잉크 43">
                    <a:extLst>
                      <a:ext uri="{FF2B5EF4-FFF2-40B4-BE49-F238E27FC236}">
                        <a16:creationId xmlns:a16="http://schemas.microsoft.com/office/drawing/2014/main" id="{12A7B857-6CB9-7218-FD2C-6F0F7C239046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5110714" y="345334"/>
                    <a:ext cx="137531" cy="3064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45" name="잉크 44">
                    <a:extLst>
                      <a:ext uri="{FF2B5EF4-FFF2-40B4-BE49-F238E27FC236}">
                        <a16:creationId xmlns:a16="http://schemas.microsoft.com/office/drawing/2014/main" id="{6BB8F245-06C0-FA56-27E2-886CF1942C92}"/>
                      </a:ext>
                    </a:extLst>
                  </p14:cNvPr>
                  <p14:cNvContentPartPr/>
                  <p14:nvPr/>
                </p14:nvContentPartPr>
                <p14:xfrm>
                  <a:off x="5186680" y="518160"/>
                  <a:ext cx="174960" cy="156960"/>
                </p14:xfrm>
              </p:contentPart>
            </mc:Choice>
            <mc:Fallback xmlns="">
              <p:pic>
                <p:nvPicPr>
                  <p:cNvPr id="45" name="잉크 44">
                    <a:extLst>
                      <a:ext uri="{FF2B5EF4-FFF2-40B4-BE49-F238E27FC236}">
                        <a16:creationId xmlns:a16="http://schemas.microsoft.com/office/drawing/2014/main" id="{6BB8F245-06C0-FA56-27E2-886CF1942C92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5178304" y="508212"/>
                    <a:ext cx="190781" cy="1757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" name="잉크 1">
                    <a:extLst>
                      <a:ext uri="{FF2B5EF4-FFF2-40B4-BE49-F238E27FC236}">
                        <a16:creationId xmlns:a16="http://schemas.microsoft.com/office/drawing/2014/main" id="{91FCE760-736F-9675-D50F-10E62DEFD266}"/>
                      </a:ext>
                    </a:extLst>
                  </p14:cNvPr>
                  <p14:cNvContentPartPr/>
                  <p14:nvPr/>
                </p14:nvContentPartPr>
                <p14:xfrm>
                  <a:off x="3763960" y="1757520"/>
                  <a:ext cx="87120" cy="1310760"/>
                </p14:xfrm>
              </p:contentPart>
            </mc:Choice>
            <mc:Fallback xmlns="">
              <p:pic>
                <p:nvPicPr>
                  <p:cNvPr id="2" name="잉크 1">
                    <a:extLst>
                      <a:ext uri="{FF2B5EF4-FFF2-40B4-BE49-F238E27FC236}">
                        <a16:creationId xmlns:a16="http://schemas.microsoft.com/office/drawing/2014/main" id="{91FCE760-736F-9675-D50F-10E62DEFD266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3756040" y="1748130"/>
                    <a:ext cx="102960" cy="13295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4" name="잉크 3">
                    <a:extLst>
                      <a:ext uri="{FF2B5EF4-FFF2-40B4-BE49-F238E27FC236}">
                        <a16:creationId xmlns:a16="http://schemas.microsoft.com/office/drawing/2014/main" id="{4C5926B8-DA58-D94A-31C2-A69D4DE189DE}"/>
                      </a:ext>
                    </a:extLst>
                  </p14:cNvPr>
                  <p14:cNvContentPartPr/>
                  <p14:nvPr/>
                </p14:nvContentPartPr>
                <p14:xfrm>
                  <a:off x="3855400" y="1737360"/>
                  <a:ext cx="655200" cy="56520"/>
                </p14:xfrm>
              </p:contentPart>
            </mc:Choice>
            <mc:Fallback xmlns="">
              <p:pic>
                <p:nvPicPr>
                  <p:cNvPr id="4" name="잉크 3">
                    <a:extLst>
                      <a:ext uri="{FF2B5EF4-FFF2-40B4-BE49-F238E27FC236}">
                        <a16:creationId xmlns:a16="http://schemas.microsoft.com/office/drawing/2014/main" id="{4C5926B8-DA58-D94A-31C2-A69D4DE189DE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3847478" y="1727483"/>
                    <a:ext cx="671044" cy="751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5" name="잉크 4">
                    <a:extLst>
                      <a:ext uri="{FF2B5EF4-FFF2-40B4-BE49-F238E27FC236}">
                        <a16:creationId xmlns:a16="http://schemas.microsoft.com/office/drawing/2014/main" id="{29374E3B-836A-95F6-0B55-C94A962B8945}"/>
                      </a:ext>
                    </a:extLst>
                  </p14:cNvPr>
                  <p14:cNvContentPartPr/>
                  <p14:nvPr/>
                </p14:nvContentPartPr>
                <p14:xfrm>
                  <a:off x="4536160" y="1600200"/>
                  <a:ext cx="31320" cy="348840"/>
                </p14:xfrm>
              </p:contentPart>
            </mc:Choice>
            <mc:Fallback xmlns="">
              <p:pic>
                <p:nvPicPr>
                  <p:cNvPr id="5" name="잉크 4">
                    <a:extLst>
                      <a:ext uri="{FF2B5EF4-FFF2-40B4-BE49-F238E27FC236}">
                        <a16:creationId xmlns:a16="http://schemas.microsoft.com/office/drawing/2014/main" id="{29374E3B-836A-95F6-0B55-C94A962B8945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4528213" y="1590265"/>
                    <a:ext cx="47214" cy="3676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6" name="잉크 5">
                    <a:extLst>
                      <a:ext uri="{FF2B5EF4-FFF2-40B4-BE49-F238E27FC236}">
                        <a16:creationId xmlns:a16="http://schemas.microsoft.com/office/drawing/2014/main" id="{FC48E600-B56A-1AFE-86C4-E48BDCBC9C65}"/>
                      </a:ext>
                    </a:extLst>
                  </p14:cNvPr>
                  <p14:cNvContentPartPr/>
                  <p14:nvPr/>
                </p14:nvContentPartPr>
                <p14:xfrm>
                  <a:off x="4551640" y="1605240"/>
                  <a:ext cx="356760" cy="274680"/>
                </p14:xfrm>
              </p:contentPart>
            </mc:Choice>
            <mc:Fallback xmlns="">
              <p:pic>
                <p:nvPicPr>
                  <p:cNvPr id="6" name="잉크 5">
                    <a:extLst>
                      <a:ext uri="{FF2B5EF4-FFF2-40B4-BE49-F238E27FC236}">
                        <a16:creationId xmlns:a16="http://schemas.microsoft.com/office/drawing/2014/main" id="{FC48E600-B56A-1AFE-86C4-E48BDCBC9C65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4543722" y="1595845"/>
                    <a:ext cx="372595" cy="2934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8" name="잉크 7">
                    <a:extLst>
                      <a:ext uri="{FF2B5EF4-FFF2-40B4-BE49-F238E27FC236}">
                        <a16:creationId xmlns:a16="http://schemas.microsoft.com/office/drawing/2014/main" id="{63EE61AB-B52E-AFF2-9269-0EF2C7ADB5C4}"/>
                      </a:ext>
                    </a:extLst>
                  </p14:cNvPr>
                  <p14:cNvContentPartPr/>
                  <p14:nvPr/>
                </p14:nvContentPartPr>
                <p14:xfrm>
                  <a:off x="4927480" y="1684800"/>
                  <a:ext cx="88920" cy="64080"/>
                </p14:xfrm>
              </p:contentPart>
            </mc:Choice>
            <mc:Fallback xmlns="">
              <p:pic>
                <p:nvPicPr>
                  <p:cNvPr id="8" name="잉크 7">
                    <a:extLst>
                      <a:ext uri="{FF2B5EF4-FFF2-40B4-BE49-F238E27FC236}">
                        <a16:creationId xmlns:a16="http://schemas.microsoft.com/office/drawing/2014/main" id="{63EE61AB-B52E-AFF2-9269-0EF2C7ADB5C4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4919566" y="1675409"/>
                    <a:ext cx="104749" cy="828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9" name="잉크 8">
                    <a:extLst>
                      <a:ext uri="{FF2B5EF4-FFF2-40B4-BE49-F238E27FC236}">
                        <a16:creationId xmlns:a16="http://schemas.microsoft.com/office/drawing/2014/main" id="{EDD8F9AB-9F33-C39E-02E1-0124B8279B3E}"/>
                      </a:ext>
                    </a:extLst>
                  </p14:cNvPr>
                  <p14:cNvContentPartPr/>
                  <p14:nvPr/>
                </p14:nvContentPartPr>
                <p14:xfrm>
                  <a:off x="5023960" y="1716840"/>
                  <a:ext cx="518040" cy="41400"/>
                </p14:xfrm>
              </p:contentPart>
            </mc:Choice>
            <mc:Fallback xmlns="">
              <p:pic>
                <p:nvPicPr>
                  <p:cNvPr id="9" name="잉크 8">
                    <a:extLst>
                      <a:ext uri="{FF2B5EF4-FFF2-40B4-BE49-F238E27FC236}">
                        <a16:creationId xmlns:a16="http://schemas.microsoft.com/office/drawing/2014/main" id="{EDD8F9AB-9F33-C39E-02E1-0124B8279B3E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5016040" y="1707456"/>
                    <a:ext cx="533879" cy="601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10" name="잉크 9">
                    <a:extLst>
                      <a:ext uri="{FF2B5EF4-FFF2-40B4-BE49-F238E27FC236}">
                        <a16:creationId xmlns:a16="http://schemas.microsoft.com/office/drawing/2014/main" id="{886D9918-730C-0B17-6B6E-A691C80D3657}"/>
                      </a:ext>
                    </a:extLst>
                  </p14:cNvPr>
                  <p14:cNvContentPartPr/>
                  <p14:nvPr/>
                </p14:nvContentPartPr>
                <p14:xfrm>
                  <a:off x="5577640" y="1615320"/>
                  <a:ext cx="41400" cy="321480"/>
                </p14:xfrm>
              </p:contentPart>
            </mc:Choice>
            <mc:Fallback xmlns="">
              <p:pic>
                <p:nvPicPr>
                  <p:cNvPr id="10" name="잉크 9">
                    <a:extLst>
                      <a:ext uri="{FF2B5EF4-FFF2-40B4-BE49-F238E27FC236}">
                        <a16:creationId xmlns:a16="http://schemas.microsoft.com/office/drawing/2014/main" id="{886D9918-730C-0B17-6B6E-A691C80D3657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5569732" y="1605930"/>
                    <a:ext cx="57216" cy="3402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11" name="잉크 10">
                    <a:extLst>
                      <a:ext uri="{FF2B5EF4-FFF2-40B4-BE49-F238E27FC236}">
                        <a16:creationId xmlns:a16="http://schemas.microsoft.com/office/drawing/2014/main" id="{084B011D-8A3C-3C35-3FC3-44F11E34B082}"/>
                      </a:ext>
                    </a:extLst>
                  </p14:cNvPr>
                  <p14:cNvContentPartPr/>
                  <p14:nvPr/>
                </p14:nvContentPartPr>
                <p14:xfrm>
                  <a:off x="5592760" y="1615320"/>
                  <a:ext cx="471960" cy="271800"/>
                </p14:xfrm>
              </p:contentPart>
            </mc:Choice>
            <mc:Fallback xmlns="">
              <p:pic>
                <p:nvPicPr>
                  <p:cNvPr id="11" name="잉크 10">
                    <a:extLst>
                      <a:ext uri="{FF2B5EF4-FFF2-40B4-BE49-F238E27FC236}">
                        <a16:creationId xmlns:a16="http://schemas.microsoft.com/office/drawing/2014/main" id="{084B011D-8A3C-3C35-3FC3-44F11E34B082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5584840" y="1605929"/>
                    <a:ext cx="487801" cy="2905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12" name="잉크 11">
                    <a:extLst>
                      <a:ext uri="{FF2B5EF4-FFF2-40B4-BE49-F238E27FC236}">
                        <a16:creationId xmlns:a16="http://schemas.microsoft.com/office/drawing/2014/main" id="{1EB38FEB-39A6-9D09-0D16-DA52B007192F}"/>
                      </a:ext>
                    </a:extLst>
                  </p14:cNvPr>
                  <p14:cNvContentPartPr/>
                  <p14:nvPr/>
                </p14:nvContentPartPr>
                <p14:xfrm>
                  <a:off x="6053920" y="1710720"/>
                  <a:ext cx="79200" cy="78120"/>
                </p14:xfrm>
              </p:contentPart>
            </mc:Choice>
            <mc:Fallback xmlns="">
              <p:pic>
                <p:nvPicPr>
                  <p:cNvPr id="12" name="잉크 11">
                    <a:extLst>
                      <a:ext uri="{FF2B5EF4-FFF2-40B4-BE49-F238E27FC236}">
                        <a16:creationId xmlns:a16="http://schemas.microsoft.com/office/drawing/2014/main" id="{1EB38FEB-39A6-9D09-0D16-DA52B007192F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046000" y="1701368"/>
                    <a:ext cx="95040" cy="968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13" name="잉크 12">
                    <a:extLst>
                      <a:ext uri="{FF2B5EF4-FFF2-40B4-BE49-F238E27FC236}">
                        <a16:creationId xmlns:a16="http://schemas.microsoft.com/office/drawing/2014/main" id="{BDEF7D3A-03D2-3C4E-CF79-6B9455E85447}"/>
                      </a:ext>
                    </a:extLst>
                  </p14:cNvPr>
                  <p14:cNvContentPartPr/>
                  <p14:nvPr/>
                </p14:nvContentPartPr>
                <p14:xfrm>
                  <a:off x="6136360" y="1766880"/>
                  <a:ext cx="448200" cy="1141920"/>
                </p14:xfrm>
              </p:contentPart>
            </mc:Choice>
            <mc:Fallback xmlns="">
              <p:pic>
                <p:nvPicPr>
                  <p:cNvPr id="13" name="잉크 12">
                    <a:extLst>
                      <a:ext uri="{FF2B5EF4-FFF2-40B4-BE49-F238E27FC236}">
                        <a16:creationId xmlns:a16="http://schemas.microsoft.com/office/drawing/2014/main" id="{BDEF7D3A-03D2-3C4E-CF79-6B9455E85447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128440" y="1757488"/>
                    <a:ext cx="464041" cy="11607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15" name="잉크 14">
                    <a:extLst>
                      <a:ext uri="{FF2B5EF4-FFF2-40B4-BE49-F238E27FC236}">
                        <a16:creationId xmlns:a16="http://schemas.microsoft.com/office/drawing/2014/main" id="{B52960EA-5211-92CE-876E-743CB0D37524}"/>
                      </a:ext>
                    </a:extLst>
                  </p14:cNvPr>
                  <p14:cNvContentPartPr/>
                  <p14:nvPr/>
                </p14:nvContentPartPr>
                <p14:xfrm>
                  <a:off x="3763960" y="2782080"/>
                  <a:ext cx="2860920" cy="301680"/>
                </p14:xfrm>
              </p:contentPart>
            </mc:Choice>
            <mc:Fallback xmlns="">
              <p:pic>
                <p:nvPicPr>
                  <p:cNvPr id="15" name="잉크 14">
                    <a:extLst>
                      <a:ext uri="{FF2B5EF4-FFF2-40B4-BE49-F238E27FC236}">
                        <a16:creationId xmlns:a16="http://schemas.microsoft.com/office/drawing/2014/main" id="{B52960EA-5211-92CE-876E-743CB0D37524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756036" y="2772687"/>
                    <a:ext cx="2876767" cy="3204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16" name="잉크 15">
                    <a:extLst>
                      <a:ext uri="{FF2B5EF4-FFF2-40B4-BE49-F238E27FC236}">
                        <a16:creationId xmlns:a16="http://schemas.microsoft.com/office/drawing/2014/main" id="{3AA16126-90DF-515B-2D44-0E95AC96149E}"/>
                      </a:ext>
                    </a:extLst>
                  </p14:cNvPr>
                  <p14:cNvContentPartPr/>
                  <p14:nvPr/>
                </p14:nvContentPartPr>
                <p14:xfrm>
                  <a:off x="4190920" y="1578600"/>
                  <a:ext cx="133560" cy="83880"/>
                </p14:xfrm>
              </p:contentPart>
            </mc:Choice>
            <mc:Fallback xmlns="">
              <p:pic>
                <p:nvPicPr>
                  <p:cNvPr id="16" name="잉크 15">
                    <a:extLst>
                      <a:ext uri="{FF2B5EF4-FFF2-40B4-BE49-F238E27FC236}">
                        <a16:creationId xmlns:a16="http://schemas.microsoft.com/office/drawing/2014/main" id="{3AA16126-90DF-515B-2D44-0E95AC96149E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4183009" y="1569219"/>
                    <a:ext cx="149382" cy="1026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17" name="잉크 16">
                    <a:extLst>
                      <a:ext uri="{FF2B5EF4-FFF2-40B4-BE49-F238E27FC236}">
                        <a16:creationId xmlns:a16="http://schemas.microsoft.com/office/drawing/2014/main" id="{05F24353-7EFE-6744-54BD-9A5896859097}"/>
                      </a:ext>
                    </a:extLst>
                  </p14:cNvPr>
                  <p14:cNvContentPartPr/>
                  <p14:nvPr/>
                </p14:nvContentPartPr>
                <p14:xfrm>
                  <a:off x="5391160" y="1442520"/>
                  <a:ext cx="9000" cy="173160"/>
                </p14:xfrm>
              </p:contentPart>
            </mc:Choice>
            <mc:Fallback xmlns="">
              <p:pic>
                <p:nvPicPr>
                  <p:cNvPr id="17" name="잉크 16">
                    <a:extLst>
                      <a:ext uri="{FF2B5EF4-FFF2-40B4-BE49-F238E27FC236}">
                        <a16:creationId xmlns:a16="http://schemas.microsoft.com/office/drawing/2014/main" id="{05F24353-7EFE-6744-54BD-9A5896859097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5383510" y="1433115"/>
                    <a:ext cx="24300" cy="1919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19" name="잉크 18">
                    <a:extLst>
                      <a:ext uri="{FF2B5EF4-FFF2-40B4-BE49-F238E27FC236}">
                        <a16:creationId xmlns:a16="http://schemas.microsoft.com/office/drawing/2014/main" id="{1DBDFAE8-4F54-42B7-42E9-1459C4AC2137}"/>
                      </a:ext>
                    </a:extLst>
                  </p14:cNvPr>
                  <p14:cNvContentPartPr/>
                  <p14:nvPr/>
                </p14:nvContentPartPr>
                <p14:xfrm>
                  <a:off x="6301960" y="1536480"/>
                  <a:ext cx="131400" cy="141480"/>
                </p14:xfrm>
              </p:contentPart>
            </mc:Choice>
            <mc:Fallback xmlns="">
              <p:pic>
                <p:nvPicPr>
                  <p:cNvPr id="19" name="잉크 18">
                    <a:extLst>
                      <a:ext uri="{FF2B5EF4-FFF2-40B4-BE49-F238E27FC236}">
                        <a16:creationId xmlns:a16="http://schemas.microsoft.com/office/drawing/2014/main" id="{1DBDFAE8-4F54-42B7-42E9-1459C4AC2137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6294039" y="1527085"/>
                    <a:ext cx="147243" cy="1602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20" name="잉크 19">
                    <a:extLst>
                      <a:ext uri="{FF2B5EF4-FFF2-40B4-BE49-F238E27FC236}">
                        <a16:creationId xmlns:a16="http://schemas.microsoft.com/office/drawing/2014/main" id="{77E4DC59-A33D-CA35-B6F1-21062800BDDC}"/>
                      </a:ext>
                    </a:extLst>
                  </p14:cNvPr>
                  <p14:cNvContentPartPr/>
                  <p14:nvPr/>
                </p14:nvContentPartPr>
                <p14:xfrm>
                  <a:off x="6604000" y="1661040"/>
                  <a:ext cx="360" cy="360"/>
                </p14:xfrm>
              </p:contentPart>
            </mc:Choice>
            <mc:Fallback xmlns="">
              <p:pic>
                <p:nvPicPr>
                  <p:cNvPr id="20" name="잉크 19">
                    <a:extLst>
                      <a:ext uri="{FF2B5EF4-FFF2-40B4-BE49-F238E27FC236}">
                        <a16:creationId xmlns:a16="http://schemas.microsoft.com/office/drawing/2014/main" id="{77E4DC59-A33D-CA35-B6F1-21062800BDDC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6597520" y="1654920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29" name="잉크 28">
                    <a:extLst>
                      <a:ext uri="{FF2B5EF4-FFF2-40B4-BE49-F238E27FC236}">
                        <a16:creationId xmlns:a16="http://schemas.microsoft.com/office/drawing/2014/main" id="{9189BA24-227C-34A2-F2B4-F70C9F3F3BC0}"/>
                      </a:ext>
                    </a:extLst>
                  </p14:cNvPr>
                  <p14:cNvContentPartPr/>
                  <p14:nvPr/>
                </p14:nvContentPartPr>
                <p14:xfrm>
                  <a:off x="3505120" y="1752480"/>
                  <a:ext cx="306000" cy="360"/>
                </p14:xfrm>
              </p:contentPart>
            </mc:Choice>
            <mc:Fallback xmlns="">
              <p:pic>
                <p:nvPicPr>
                  <p:cNvPr id="29" name="잉크 28">
                    <a:extLst>
                      <a:ext uri="{FF2B5EF4-FFF2-40B4-BE49-F238E27FC236}">
                        <a16:creationId xmlns:a16="http://schemas.microsoft.com/office/drawing/2014/main" id="{9189BA24-227C-34A2-F2B4-F70C9F3F3BC0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3497202" y="1746360"/>
                    <a:ext cx="321836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30" name="잉크 29">
                    <a:extLst>
                      <a:ext uri="{FF2B5EF4-FFF2-40B4-BE49-F238E27FC236}">
                        <a16:creationId xmlns:a16="http://schemas.microsoft.com/office/drawing/2014/main" id="{07B511B7-9406-E54F-C09B-38B079305895}"/>
                      </a:ext>
                    </a:extLst>
                  </p14:cNvPr>
                  <p14:cNvContentPartPr/>
                  <p14:nvPr/>
                </p14:nvContentPartPr>
                <p14:xfrm>
                  <a:off x="3743800" y="1691280"/>
                  <a:ext cx="65160" cy="122760"/>
                </p14:xfrm>
              </p:contentPart>
            </mc:Choice>
            <mc:Fallback xmlns="">
              <p:pic>
                <p:nvPicPr>
                  <p:cNvPr id="30" name="잉크 29">
                    <a:extLst>
                      <a:ext uri="{FF2B5EF4-FFF2-40B4-BE49-F238E27FC236}">
                        <a16:creationId xmlns:a16="http://schemas.microsoft.com/office/drawing/2014/main" id="{07B511B7-9406-E54F-C09B-38B079305895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3735888" y="1681879"/>
                    <a:ext cx="80985" cy="1415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47" name="잉크 46">
                    <a:extLst>
                      <a:ext uri="{FF2B5EF4-FFF2-40B4-BE49-F238E27FC236}">
                        <a16:creationId xmlns:a16="http://schemas.microsoft.com/office/drawing/2014/main" id="{77A45D2A-F515-1361-EE7E-4745A17A344C}"/>
                      </a:ext>
                    </a:extLst>
                  </p14:cNvPr>
                  <p14:cNvContentPartPr/>
                  <p14:nvPr/>
                </p14:nvContentPartPr>
                <p14:xfrm>
                  <a:off x="5166160" y="1697520"/>
                  <a:ext cx="87840" cy="63360"/>
                </p14:xfrm>
              </p:contentPart>
            </mc:Choice>
            <mc:Fallback xmlns="">
              <p:pic>
                <p:nvPicPr>
                  <p:cNvPr id="47" name="잉크 46">
                    <a:extLst>
                      <a:ext uri="{FF2B5EF4-FFF2-40B4-BE49-F238E27FC236}">
                        <a16:creationId xmlns:a16="http://schemas.microsoft.com/office/drawing/2014/main" id="{77A45D2A-F515-1361-EE7E-4745A17A344C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5158259" y="1688154"/>
                    <a:ext cx="103642" cy="820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49" name="잉크 48">
                    <a:extLst>
                      <a:ext uri="{FF2B5EF4-FFF2-40B4-BE49-F238E27FC236}">
                        <a16:creationId xmlns:a16="http://schemas.microsoft.com/office/drawing/2014/main" id="{49E4E8DE-98EC-758C-A4DB-E974EEF292C4}"/>
                      </a:ext>
                    </a:extLst>
                  </p14:cNvPr>
                  <p14:cNvContentPartPr/>
                  <p14:nvPr/>
                </p14:nvContentPartPr>
                <p14:xfrm>
                  <a:off x="6173800" y="701400"/>
                  <a:ext cx="45360" cy="1051560"/>
                </p14:xfrm>
              </p:contentPart>
            </mc:Choice>
            <mc:Fallback xmlns="">
              <p:pic>
                <p:nvPicPr>
                  <p:cNvPr id="49" name="잉크 48">
                    <a:extLst>
                      <a:ext uri="{FF2B5EF4-FFF2-40B4-BE49-F238E27FC236}">
                        <a16:creationId xmlns:a16="http://schemas.microsoft.com/office/drawing/2014/main" id="{49E4E8DE-98EC-758C-A4DB-E974EEF292C4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6165850" y="692006"/>
                    <a:ext cx="61259" cy="10703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50" name="잉크 49">
                    <a:extLst>
                      <a:ext uri="{FF2B5EF4-FFF2-40B4-BE49-F238E27FC236}">
                        <a16:creationId xmlns:a16="http://schemas.microsoft.com/office/drawing/2014/main" id="{2945A4BB-226B-9965-33AA-F62A7D5DF3B4}"/>
                      </a:ext>
                    </a:extLst>
                  </p14:cNvPr>
                  <p14:cNvContentPartPr/>
                  <p14:nvPr/>
                </p14:nvContentPartPr>
                <p14:xfrm>
                  <a:off x="6084880" y="406200"/>
                  <a:ext cx="98280" cy="215640"/>
                </p14:xfrm>
              </p:contentPart>
            </mc:Choice>
            <mc:Fallback xmlns="">
              <p:pic>
                <p:nvPicPr>
                  <p:cNvPr id="50" name="잉크 49">
                    <a:extLst>
                      <a:ext uri="{FF2B5EF4-FFF2-40B4-BE49-F238E27FC236}">
                        <a16:creationId xmlns:a16="http://schemas.microsoft.com/office/drawing/2014/main" id="{2945A4BB-226B-9965-33AA-F62A7D5DF3B4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6076962" y="396824"/>
                    <a:ext cx="114117" cy="2343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51" name="잉크 50">
                    <a:extLst>
                      <a:ext uri="{FF2B5EF4-FFF2-40B4-BE49-F238E27FC236}">
                        <a16:creationId xmlns:a16="http://schemas.microsoft.com/office/drawing/2014/main" id="{CBEED49F-B644-DBEA-D2CD-9AC22647C78B}"/>
                      </a:ext>
                    </a:extLst>
                  </p14:cNvPr>
                  <p14:cNvContentPartPr/>
                  <p14:nvPr/>
                </p14:nvContentPartPr>
                <p14:xfrm>
                  <a:off x="6116200" y="543360"/>
                  <a:ext cx="177840" cy="103680"/>
                </p14:xfrm>
              </p:contentPart>
            </mc:Choice>
            <mc:Fallback xmlns="">
              <p:pic>
                <p:nvPicPr>
                  <p:cNvPr id="51" name="잉크 50">
                    <a:extLst>
                      <a:ext uri="{FF2B5EF4-FFF2-40B4-BE49-F238E27FC236}">
                        <a16:creationId xmlns:a16="http://schemas.microsoft.com/office/drawing/2014/main" id="{CBEED49F-B644-DBEA-D2CD-9AC22647C78B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6108286" y="533985"/>
                    <a:ext cx="193669" cy="1224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52" name="잉크 51">
                    <a:extLst>
                      <a:ext uri="{FF2B5EF4-FFF2-40B4-BE49-F238E27FC236}">
                        <a16:creationId xmlns:a16="http://schemas.microsoft.com/office/drawing/2014/main" id="{808A3962-99C4-4DB6-604A-8436504C212B}"/>
                      </a:ext>
                    </a:extLst>
                  </p14:cNvPr>
                  <p14:cNvContentPartPr/>
                  <p14:nvPr/>
                </p14:nvContentPartPr>
                <p14:xfrm>
                  <a:off x="6044920" y="355440"/>
                  <a:ext cx="228960" cy="2520"/>
                </p14:xfrm>
              </p:contentPart>
            </mc:Choice>
            <mc:Fallback xmlns="">
              <p:pic>
                <p:nvPicPr>
                  <p:cNvPr id="52" name="잉크 51">
                    <a:extLst>
                      <a:ext uri="{FF2B5EF4-FFF2-40B4-BE49-F238E27FC236}">
                        <a16:creationId xmlns:a16="http://schemas.microsoft.com/office/drawing/2014/main" id="{808A3962-99C4-4DB6-604A-8436504C212B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6036993" y="346872"/>
                    <a:ext cx="244815" cy="196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54" name="잉크 53">
                    <a:extLst>
                      <a:ext uri="{FF2B5EF4-FFF2-40B4-BE49-F238E27FC236}">
                        <a16:creationId xmlns:a16="http://schemas.microsoft.com/office/drawing/2014/main" id="{8A3C7A59-0695-91B9-AE5C-7FCDFE66EFC5}"/>
                      </a:ext>
                    </a:extLst>
                  </p14:cNvPr>
                  <p14:cNvContentPartPr/>
                  <p14:nvPr/>
                </p14:nvContentPartPr>
                <p14:xfrm>
                  <a:off x="4597360" y="2362080"/>
                  <a:ext cx="56160" cy="156240"/>
                </p14:xfrm>
              </p:contentPart>
            </mc:Choice>
            <mc:Fallback xmlns="">
              <p:pic>
                <p:nvPicPr>
                  <p:cNvPr id="54" name="잉크 53">
                    <a:extLst>
                      <a:ext uri="{FF2B5EF4-FFF2-40B4-BE49-F238E27FC236}">
                        <a16:creationId xmlns:a16="http://schemas.microsoft.com/office/drawing/2014/main" id="{8A3C7A59-0695-91B9-AE5C-7FCDFE66EFC5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4589404" y="2352695"/>
                    <a:ext cx="72072" cy="1750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55" name="잉크 54">
                    <a:extLst>
                      <a:ext uri="{FF2B5EF4-FFF2-40B4-BE49-F238E27FC236}">
                        <a16:creationId xmlns:a16="http://schemas.microsoft.com/office/drawing/2014/main" id="{A7F4859C-5AA2-5387-1DC4-9170A7F5D7C0}"/>
                      </a:ext>
                    </a:extLst>
                  </p14:cNvPr>
                  <p14:cNvContentPartPr/>
                  <p14:nvPr/>
                </p14:nvContentPartPr>
                <p14:xfrm>
                  <a:off x="4693840" y="2397720"/>
                  <a:ext cx="33480" cy="81000"/>
                </p14:xfrm>
              </p:contentPart>
            </mc:Choice>
            <mc:Fallback xmlns="">
              <p:pic>
                <p:nvPicPr>
                  <p:cNvPr id="55" name="잉크 54">
                    <a:extLst>
                      <a:ext uri="{FF2B5EF4-FFF2-40B4-BE49-F238E27FC236}">
                        <a16:creationId xmlns:a16="http://schemas.microsoft.com/office/drawing/2014/main" id="{A7F4859C-5AA2-5387-1DC4-9170A7F5D7C0}"/>
                      </a:ext>
                    </a:extLst>
                  </p:cNvPr>
                  <p:cNvPicPr/>
                  <p:nvPr/>
                </p:nvPicPr>
                <p:blipFill>
                  <a:blip r:embed="rId69"/>
                  <a:stretch>
                    <a:fillRect/>
                  </a:stretch>
                </p:blipFill>
                <p:spPr>
                  <a:xfrm>
                    <a:off x="4685935" y="2388353"/>
                    <a:ext cx="49290" cy="997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56" name="잉크 55">
                    <a:extLst>
                      <a:ext uri="{FF2B5EF4-FFF2-40B4-BE49-F238E27FC236}">
                        <a16:creationId xmlns:a16="http://schemas.microsoft.com/office/drawing/2014/main" id="{5828BE39-2FC7-6E37-28C4-8849599F6C4E}"/>
                      </a:ext>
                    </a:extLst>
                  </p14:cNvPr>
                  <p14:cNvContentPartPr/>
                  <p14:nvPr/>
                </p14:nvContentPartPr>
                <p14:xfrm>
                  <a:off x="4755040" y="2372160"/>
                  <a:ext cx="50760" cy="66240"/>
                </p14:xfrm>
              </p:contentPart>
            </mc:Choice>
            <mc:Fallback xmlns="">
              <p:pic>
                <p:nvPicPr>
                  <p:cNvPr id="56" name="잉크 55">
                    <a:extLst>
                      <a:ext uri="{FF2B5EF4-FFF2-40B4-BE49-F238E27FC236}">
                        <a16:creationId xmlns:a16="http://schemas.microsoft.com/office/drawing/2014/main" id="{5828BE39-2FC7-6E37-28C4-8849599F6C4E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4747123" y="2362776"/>
                    <a:ext cx="66593" cy="85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57" name="잉크 56">
                    <a:extLst>
                      <a:ext uri="{FF2B5EF4-FFF2-40B4-BE49-F238E27FC236}">
                        <a16:creationId xmlns:a16="http://schemas.microsoft.com/office/drawing/2014/main" id="{C914B6A3-C66A-F274-833B-B8165D8ED79C}"/>
                      </a:ext>
                    </a:extLst>
                  </p14:cNvPr>
                  <p14:cNvContentPartPr/>
                  <p14:nvPr/>
                </p14:nvContentPartPr>
                <p14:xfrm>
                  <a:off x="4800400" y="2402760"/>
                  <a:ext cx="68400" cy="137160"/>
                </p14:xfrm>
              </p:contentPart>
            </mc:Choice>
            <mc:Fallback xmlns="">
              <p:pic>
                <p:nvPicPr>
                  <p:cNvPr id="57" name="잉크 56">
                    <a:extLst>
                      <a:ext uri="{FF2B5EF4-FFF2-40B4-BE49-F238E27FC236}">
                        <a16:creationId xmlns:a16="http://schemas.microsoft.com/office/drawing/2014/main" id="{C914B6A3-C66A-F274-833B-B8165D8ED79C}"/>
                      </a:ext>
                    </a:extLst>
                  </p:cNvPr>
                  <p:cNvPicPr/>
                  <p:nvPr/>
                </p:nvPicPr>
                <p:blipFill>
                  <a:blip r:embed="rId73"/>
                  <a:stretch>
                    <a:fillRect/>
                  </a:stretch>
                </p:blipFill>
                <p:spPr>
                  <a:xfrm>
                    <a:off x="4792490" y="2393396"/>
                    <a:ext cx="84220" cy="1558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58" name="잉크 57">
                    <a:extLst>
                      <a:ext uri="{FF2B5EF4-FFF2-40B4-BE49-F238E27FC236}">
                        <a16:creationId xmlns:a16="http://schemas.microsoft.com/office/drawing/2014/main" id="{6D3D0030-4981-685C-73ED-9EEB46AC5B45}"/>
                      </a:ext>
                    </a:extLst>
                  </p14:cNvPr>
                  <p14:cNvContentPartPr/>
                  <p14:nvPr/>
                </p14:nvContentPartPr>
                <p14:xfrm>
                  <a:off x="4940440" y="2410680"/>
                  <a:ext cx="111600" cy="129960"/>
                </p14:xfrm>
              </p:contentPart>
            </mc:Choice>
            <mc:Fallback xmlns="">
              <p:pic>
                <p:nvPicPr>
                  <p:cNvPr id="58" name="잉크 57">
                    <a:extLst>
                      <a:ext uri="{FF2B5EF4-FFF2-40B4-BE49-F238E27FC236}">
                        <a16:creationId xmlns:a16="http://schemas.microsoft.com/office/drawing/2014/main" id="{6D3D0030-4981-685C-73ED-9EEB46AC5B45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4932535" y="2401318"/>
                    <a:ext cx="127410" cy="1486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60" name="잉크 59">
                    <a:extLst>
                      <a:ext uri="{FF2B5EF4-FFF2-40B4-BE49-F238E27FC236}">
                        <a16:creationId xmlns:a16="http://schemas.microsoft.com/office/drawing/2014/main" id="{C9F63C0E-111B-966D-A624-417E6491CDB9}"/>
                      </a:ext>
                    </a:extLst>
                  </p14:cNvPr>
                  <p14:cNvContentPartPr/>
                  <p14:nvPr/>
                </p14:nvContentPartPr>
                <p14:xfrm>
                  <a:off x="5095240" y="2407080"/>
                  <a:ext cx="275760" cy="159840"/>
                </p14:xfrm>
              </p:contentPart>
            </mc:Choice>
            <mc:Fallback xmlns="">
              <p:pic>
                <p:nvPicPr>
                  <p:cNvPr id="60" name="잉크 59">
                    <a:extLst>
                      <a:ext uri="{FF2B5EF4-FFF2-40B4-BE49-F238E27FC236}">
                        <a16:creationId xmlns:a16="http://schemas.microsoft.com/office/drawing/2014/main" id="{C9F63C0E-111B-966D-A624-417E6491CDB9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5086855" y="2397710"/>
                    <a:ext cx="291598" cy="1785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61" name="잉크 60">
                    <a:extLst>
                      <a:ext uri="{FF2B5EF4-FFF2-40B4-BE49-F238E27FC236}">
                        <a16:creationId xmlns:a16="http://schemas.microsoft.com/office/drawing/2014/main" id="{DE63F3D6-F739-0A7C-5DA3-C62E4794CCA9}"/>
                      </a:ext>
                    </a:extLst>
                  </p14:cNvPr>
                  <p14:cNvContentPartPr/>
                  <p14:nvPr/>
                </p14:nvContentPartPr>
                <p14:xfrm>
                  <a:off x="5420320" y="2600760"/>
                  <a:ext cx="360" cy="360"/>
                </p14:xfrm>
              </p:contentPart>
            </mc:Choice>
            <mc:Fallback xmlns="">
              <p:pic>
                <p:nvPicPr>
                  <p:cNvPr id="61" name="잉크 60">
                    <a:extLst>
                      <a:ext uri="{FF2B5EF4-FFF2-40B4-BE49-F238E27FC236}">
                        <a16:creationId xmlns:a16="http://schemas.microsoft.com/office/drawing/2014/main" id="{DE63F3D6-F739-0A7C-5DA3-C62E4794CCA9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5414200" y="2594640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77" name="잉크 76">
                    <a:extLst>
                      <a:ext uri="{FF2B5EF4-FFF2-40B4-BE49-F238E27FC236}">
                        <a16:creationId xmlns:a16="http://schemas.microsoft.com/office/drawing/2014/main" id="{F33E6F2A-3F41-8F59-A502-769470A8C420}"/>
                      </a:ext>
                    </a:extLst>
                  </p14:cNvPr>
                  <p14:cNvContentPartPr/>
                  <p14:nvPr/>
                </p14:nvContentPartPr>
                <p14:xfrm>
                  <a:off x="6189185" y="1709067"/>
                  <a:ext cx="55800" cy="68760"/>
                </p14:xfrm>
              </p:contentPart>
            </mc:Choice>
            <mc:Fallback xmlns="">
              <p:pic>
                <p:nvPicPr>
                  <p:cNvPr id="77" name="잉크 76">
                    <a:extLst>
                      <a:ext uri="{FF2B5EF4-FFF2-40B4-BE49-F238E27FC236}">
                        <a16:creationId xmlns:a16="http://schemas.microsoft.com/office/drawing/2014/main" id="{F33E6F2A-3F41-8F59-A502-769470A8C420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6181280" y="1699716"/>
                    <a:ext cx="71610" cy="87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79" name="잉크 78">
                    <a:extLst>
                      <a:ext uri="{FF2B5EF4-FFF2-40B4-BE49-F238E27FC236}">
                        <a16:creationId xmlns:a16="http://schemas.microsoft.com/office/drawing/2014/main" id="{CC8F5E2C-0112-A107-E79E-33C228995A52}"/>
                      </a:ext>
                    </a:extLst>
                  </p14:cNvPr>
                  <p14:cNvContentPartPr/>
                  <p14:nvPr/>
                </p14:nvContentPartPr>
                <p14:xfrm>
                  <a:off x="6213665" y="1776747"/>
                  <a:ext cx="28080" cy="22320"/>
                </p14:xfrm>
              </p:contentPart>
            </mc:Choice>
            <mc:Fallback xmlns="">
              <p:pic>
                <p:nvPicPr>
                  <p:cNvPr id="79" name="잉크 78">
                    <a:extLst>
                      <a:ext uri="{FF2B5EF4-FFF2-40B4-BE49-F238E27FC236}">
                        <a16:creationId xmlns:a16="http://schemas.microsoft.com/office/drawing/2014/main" id="{CC8F5E2C-0112-A107-E79E-33C228995A52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6205839" y="1767492"/>
                    <a:ext cx="43731" cy="40829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F8E6E03-F622-5D85-ED7B-D8274150CC9D}"/>
                </a:ext>
              </a:extLst>
            </p:cNvPr>
            <p:cNvSpPr txBox="1"/>
            <p:nvPr/>
          </p:nvSpPr>
          <p:spPr>
            <a:xfrm>
              <a:off x="1626990" y="3535277"/>
              <a:ext cx="1465907" cy="472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값을 저장  </a:t>
              </a: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DA0B3632-F1D0-98A8-695C-E2EA73B73B59}"/>
              </a:ext>
            </a:extLst>
          </p:cNvPr>
          <p:cNvGrpSpPr/>
          <p:nvPr/>
        </p:nvGrpSpPr>
        <p:grpSpPr>
          <a:xfrm>
            <a:off x="3935716" y="1156344"/>
            <a:ext cx="3161756" cy="2272656"/>
            <a:chOff x="3763569" y="1342870"/>
            <a:chExt cx="6986520" cy="4527355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334C580-8DF1-0EE8-66FD-EAB0CD2B261C}"/>
                </a:ext>
              </a:extLst>
            </p:cNvPr>
            <p:cNvSpPr txBox="1"/>
            <p:nvPr/>
          </p:nvSpPr>
          <p:spPr>
            <a:xfrm>
              <a:off x="4464864" y="1342870"/>
              <a:ext cx="1465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  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02DBC1D4-59FC-28D7-1929-A29813554D83}"/>
                    </a:ext>
                  </a:extLst>
                </p14:cNvPr>
                <p14:cNvContentPartPr/>
                <p14:nvPr/>
              </p14:nvContentPartPr>
              <p14:xfrm>
                <a:off x="5691665" y="1859907"/>
                <a:ext cx="2611080" cy="146160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02DBC1D4-59FC-28D7-1929-A29813554D8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678144" y="1847715"/>
                  <a:ext cx="2638121" cy="148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7AFCDFDB-5CCA-E01E-F464-F8CE739B6D18}"/>
                    </a:ext>
                  </a:extLst>
                </p14:cNvPr>
                <p14:cNvContentPartPr/>
                <p14:nvPr/>
              </p14:nvContentPartPr>
              <p14:xfrm>
                <a:off x="6327785" y="1444107"/>
                <a:ext cx="11520" cy="83304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7AFCDFDB-5CCA-E01E-F464-F8CE739B6D1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314729" y="1431920"/>
                  <a:ext cx="37632" cy="857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98820740-6CD0-CE95-0C5D-AE62F1C9BFED}"/>
                    </a:ext>
                  </a:extLst>
                </p14:cNvPr>
                <p14:cNvContentPartPr/>
                <p14:nvPr/>
              </p14:nvContentPartPr>
              <p14:xfrm>
                <a:off x="6317345" y="1442667"/>
                <a:ext cx="708480" cy="68508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98820740-6CD0-CE95-0C5D-AE62F1C9BFE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3827" y="1430485"/>
                  <a:ext cx="735515" cy="7094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E5474961-15B6-73A9-C46A-618F7E6B1D91}"/>
                    </a:ext>
                  </a:extLst>
                </p14:cNvPr>
                <p14:cNvContentPartPr/>
                <p14:nvPr/>
              </p14:nvContentPartPr>
              <p14:xfrm>
                <a:off x="7034825" y="1700787"/>
                <a:ext cx="102960" cy="8712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E5474961-15B6-73A9-C46A-618F7E6B1D9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21361" y="1688647"/>
                  <a:ext cx="129888" cy="1113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87ACCEC2-FC79-2B1A-3A66-78B1BCEF828B}"/>
                    </a:ext>
                  </a:extLst>
                </p14:cNvPr>
                <p14:cNvContentPartPr/>
                <p14:nvPr/>
              </p14:nvContentPartPr>
              <p14:xfrm>
                <a:off x="7169465" y="1776747"/>
                <a:ext cx="1724760" cy="7344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87ACCEC2-FC79-2B1A-3A66-78B1BCEF828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55947" y="1764626"/>
                  <a:ext cx="1751796" cy="976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FEBFE451-20B2-E3DB-5520-162606A9F5DB}"/>
                    </a:ext>
                  </a:extLst>
                </p14:cNvPr>
                <p14:cNvContentPartPr/>
                <p14:nvPr/>
              </p14:nvContentPartPr>
              <p14:xfrm>
                <a:off x="9348905" y="1610067"/>
                <a:ext cx="141840" cy="21132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FEBFE451-20B2-E3DB-5520-162606A9F5D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35434" y="1597889"/>
                  <a:ext cx="168782" cy="2356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C4A4BF73-7537-BEDD-E15D-EAE5547315FD}"/>
                    </a:ext>
                  </a:extLst>
                </p14:cNvPr>
                <p14:cNvContentPartPr/>
                <p14:nvPr/>
              </p14:nvContentPartPr>
              <p14:xfrm>
                <a:off x="9445025" y="1683147"/>
                <a:ext cx="214200" cy="14976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C4A4BF73-7537-BEDD-E15D-EAE5547315F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31538" y="1671024"/>
                  <a:ext cx="241173" cy="1740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20816092-1769-7E5B-4611-52130AA12489}"/>
                    </a:ext>
                  </a:extLst>
                </p14:cNvPr>
                <p14:cNvContentPartPr/>
                <p14:nvPr/>
              </p14:nvContentPartPr>
              <p14:xfrm>
                <a:off x="5579705" y="1796547"/>
                <a:ext cx="2889000" cy="177804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20816092-1769-7E5B-4611-52130AA1248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566183" y="1784359"/>
                  <a:ext cx="2916045" cy="18024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62202C18-1B8C-8499-26C1-E6E455D8EA30}"/>
                    </a:ext>
                  </a:extLst>
                </p14:cNvPr>
                <p14:cNvContentPartPr/>
                <p14:nvPr/>
              </p14:nvContentPartPr>
              <p14:xfrm>
                <a:off x="5028905" y="1516827"/>
                <a:ext cx="1288080" cy="3168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62202C18-1B8C-8499-26C1-E6E455D8EA3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015388" y="1504859"/>
                  <a:ext cx="1315114" cy="556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89F710A3-6999-19B2-7C83-7A19C1EA3293}"/>
                    </a:ext>
                  </a:extLst>
                </p14:cNvPr>
                <p14:cNvContentPartPr/>
                <p14:nvPr/>
              </p14:nvContentPartPr>
              <p14:xfrm>
                <a:off x="5351105" y="3718587"/>
                <a:ext cx="1158840" cy="3312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89F710A3-6999-19B2-7C83-7A19C1EA329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37593" y="3706607"/>
                  <a:ext cx="1185864" cy="57079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CCDDACB8-49C7-5F2E-2A98-3C616762971D}"/>
                </a:ext>
              </a:extLst>
            </p:cNvPr>
            <p:cNvGrpSpPr/>
            <p:nvPr/>
          </p:nvGrpSpPr>
          <p:grpSpPr>
            <a:xfrm>
              <a:off x="4525265" y="1360587"/>
              <a:ext cx="235080" cy="273960"/>
              <a:chOff x="4525265" y="1360587"/>
              <a:chExt cx="235080" cy="273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110" name="잉크 109">
                    <a:extLst>
                      <a:ext uri="{FF2B5EF4-FFF2-40B4-BE49-F238E27FC236}">
                        <a16:creationId xmlns:a16="http://schemas.microsoft.com/office/drawing/2014/main" id="{2F327FAE-A389-DB71-F5A2-6958993AABEA}"/>
                      </a:ext>
                    </a:extLst>
                  </p14:cNvPr>
                  <p14:cNvContentPartPr/>
                  <p14:nvPr/>
                </p14:nvContentPartPr>
                <p14:xfrm>
                  <a:off x="4525265" y="1360587"/>
                  <a:ext cx="213120" cy="273960"/>
                </p14:xfrm>
              </p:contentPart>
            </mc:Choice>
            <mc:Fallback xmlns="">
              <p:pic>
                <p:nvPicPr>
                  <p:cNvPr id="110" name="잉크 109">
                    <a:extLst>
                      <a:ext uri="{FF2B5EF4-FFF2-40B4-BE49-F238E27FC236}">
                        <a16:creationId xmlns:a16="http://schemas.microsoft.com/office/drawing/2014/main" id="{2F327FAE-A389-DB71-F5A2-6958993AABEA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4511796" y="1348395"/>
                    <a:ext cx="240057" cy="2983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5">
                <p14:nvContentPartPr>
                  <p14:cNvPr id="111" name="잉크 110">
                    <a:extLst>
                      <a:ext uri="{FF2B5EF4-FFF2-40B4-BE49-F238E27FC236}">
                        <a16:creationId xmlns:a16="http://schemas.microsoft.com/office/drawing/2014/main" id="{AD1E4B7B-A0A8-1A52-E883-9CA08E3AE850}"/>
                      </a:ext>
                    </a:extLst>
                  </p14:cNvPr>
                  <p14:cNvContentPartPr/>
                  <p14:nvPr/>
                </p14:nvContentPartPr>
                <p14:xfrm>
                  <a:off x="4665305" y="1360947"/>
                  <a:ext cx="95040" cy="100080"/>
                </p14:xfrm>
              </p:contentPart>
            </mc:Choice>
            <mc:Fallback xmlns="">
              <p:pic>
                <p:nvPicPr>
                  <p:cNvPr id="111" name="잉크 110">
                    <a:extLst>
                      <a:ext uri="{FF2B5EF4-FFF2-40B4-BE49-F238E27FC236}">
                        <a16:creationId xmlns:a16="http://schemas.microsoft.com/office/drawing/2014/main" id="{AD1E4B7B-A0A8-1A52-E883-9CA08E3AE850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4651841" y="1348794"/>
                    <a:ext cx="121968" cy="12438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FAD29E79-85C2-487A-7FA1-5DE60C739479}"/>
                    </a:ext>
                  </a:extLst>
                </p14:cNvPr>
                <p14:cNvContentPartPr/>
                <p14:nvPr/>
              </p14:nvContentPartPr>
              <p14:xfrm>
                <a:off x="4808945" y="3562707"/>
                <a:ext cx="350640" cy="39528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FAD29E79-85C2-487A-7FA1-5DE60C73947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95428" y="3550534"/>
                  <a:ext cx="377673" cy="4196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10E67D10-14A1-E702-29E2-A38AB489BCB0}"/>
                    </a:ext>
                  </a:extLst>
                </p14:cNvPr>
                <p14:cNvContentPartPr/>
                <p14:nvPr/>
              </p14:nvContentPartPr>
              <p14:xfrm>
                <a:off x="5205665" y="3720747"/>
                <a:ext cx="1308240" cy="3060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10E67D10-14A1-E702-29E2-A38AB489BCB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192145" y="3708649"/>
                  <a:ext cx="1335280" cy="547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201D5029-8314-9B6A-36B8-6F39B5A3EF2F}"/>
                    </a:ext>
                  </a:extLst>
                </p14:cNvPr>
                <p14:cNvContentPartPr/>
                <p14:nvPr/>
              </p14:nvContentPartPr>
              <p14:xfrm>
                <a:off x="5101625" y="3740547"/>
                <a:ext cx="1311840" cy="11520"/>
              </p14:xfrm>
            </p:contentPart>
          </mc:Choice>
          <mc:Fallback xmlns=""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201D5029-8314-9B6A-36B8-6F39B5A3EF2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088109" y="3728307"/>
                  <a:ext cx="1338872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281252A0-B595-20B2-8ED5-BC20F2930C96}"/>
                </a:ext>
              </a:extLst>
            </p:cNvPr>
            <p:cNvGrpSpPr/>
            <p:nvPr/>
          </p:nvGrpSpPr>
          <p:grpSpPr>
            <a:xfrm>
              <a:off x="6390065" y="3137907"/>
              <a:ext cx="3718440" cy="756720"/>
              <a:chOff x="6390065" y="3137907"/>
              <a:chExt cx="3718440" cy="756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3">
                <p14:nvContentPartPr>
                  <p14:cNvPr id="95" name="잉크 94">
                    <a:extLst>
                      <a:ext uri="{FF2B5EF4-FFF2-40B4-BE49-F238E27FC236}">
                        <a16:creationId xmlns:a16="http://schemas.microsoft.com/office/drawing/2014/main" id="{CF7E59BF-820D-6B31-31B5-A9BF3BE6991A}"/>
                      </a:ext>
                    </a:extLst>
                  </p14:cNvPr>
                  <p14:cNvContentPartPr/>
                  <p14:nvPr/>
                </p14:nvContentPartPr>
                <p14:xfrm>
                  <a:off x="6421385" y="3179307"/>
                  <a:ext cx="83880" cy="715320"/>
                </p14:xfrm>
              </p:contentPart>
            </mc:Choice>
            <mc:Fallback xmlns="">
              <p:pic>
                <p:nvPicPr>
                  <p:cNvPr id="95" name="잉크 94">
                    <a:extLst>
                      <a:ext uri="{FF2B5EF4-FFF2-40B4-BE49-F238E27FC236}">
                        <a16:creationId xmlns:a16="http://schemas.microsoft.com/office/drawing/2014/main" id="{CF7E59BF-820D-6B31-31B5-A9BF3BE6991A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6407933" y="3167122"/>
                    <a:ext cx="110785" cy="7396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5">
                <p14:nvContentPartPr>
                  <p14:cNvPr id="96" name="잉크 95">
                    <a:extLst>
                      <a:ext uri="{FF2B5EF4-FFF2-40B4-BE49-F238E27FC236}">
                        <a16:creationId xmlns:a16="http://schemas.microsoft.com/office/drawing/2014/main" id="{5D10E0CF-67E2-C6F0-3ED7-1C1C8E136D34}"/>
                      </a:ext>
                    </a:extLst>
                  </p14:cNvPr>
                  <p14:cNvContentPartPr/>
                  <p14:nvPr/>
                </p14:nvContentPartPr>
                <p14:xfrm>
                  <a:off x="6390065" y="3168507"/>
                  <a:ext cx="916200" cy="653760"/>
                </p14:xfrm>
              </p:contentPart>
            </mc:Choice>
            <mc:Fallback xmlns="">
              <p:pic>
                <p:nvPicPr>
                  <p:cNvPr id="96" name="잉크 95">
                    <a:extLst>
                      <a:ext uri="{FF2B5EF4-FFF2-40B4-BE49-F238E27FC236}">
                        <a16:creationId xmlns:a16="http://schemas.microsoft.com/office/drawing/2014/main" id="{5D10E0CF-67E2-C6F0-3ED7-1C1C8E136D34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6376545" y="3156321"/>
                    <a:ext cx="943241" cy="6781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7">
                <p14:nvContentPartPr>
                  <p14:cNvPr id="97" name="잉크 96">
                    <a:extLst>
                      <a:ext uri="{FF2B5EF4-FFF2-40B4-BE49-F238E27FC236}">
                        <a16:creationId xmlns:a16="http://schemas.microsoft.com/office/drawing/2014/main" id="{1A49D017-00E0-5D7A-5261-ECB3EF06A1D6}"/>
                      </a:ext>
                    </a:extLst>
                  </p14:cNvPr>
                  <p14:cNvContentPartPr/>
                  <p14:nvPr/>
                </p14:nvContentPartPr>
                <p14:xfrm>
                  <a:off x="7313825" y="3416547"/>
                  <a:ext cx="108000" cy="107640"/>
                </p14:xfrm>
              </p:contentPart>
            </mc:Choice>
            <mc:Fallback xmlns="">
              <p:pic>
                <p:nvPicPr>
                  <p:cNvPr id="97" name="잉크 96">
                    <a:extLst>
                      <a:ext uri="{FF2B5EF4-FFF2-40B4-BE49-F238E27FC236}">
                        <a16:creationId xmlns:a16="http://schemas.microsoft.com/office/drawing/2014/main" id="{1A49D017-00E0-5D7A-5261-ECB3EF06A1D6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7300325" y="3404429"/>
                    <a:ext cx="135000" cy="1318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9">
                <p14:nvContentPartPr>
                  <p14:cNvPr id="98" name="잉크 97">
                    <a:extLst>
                      <a:ext uri="{FF2B5EF4-FFF2-40B4-BE49-F238E27FC236}">
                        <a16:creationId xmlns:a16="http://schemas.microsoft.com/office/drawing/2014/main" id="{7432B903-C4C1-7D7F-AE9C-956841C81CAC}"/>
                      </a:ext>
                    </a:extLst>
                  </p14:cNvPr>
                  <p14:cNvContentPartPr/>
                  <p14:nvPr/>
                </p14:nvContentPartPr>
                <p14:xfrm>
                  <a:off x="7460345" y="3460107"/>
                  <a:ext cx="1787040" cy="104760"/>
                </p14:xfrm>
              </p:contentPart>
            </mc:Choice>
            <mc:Fallback xmlns="">
              <p:pic>
                <p:nvPicPr>
                  <p:cNvPr id="98" name="잉크 97">
                    <a:extLst>
                      <a:ext uri="{FF2B5EF4-FFF2-40B4-BE49-F238E27FC236}">
                        <a16:creationId xmlns:a16="http://schemas.microsoft.com/office/drawing/2014/main" id="{7432B903-C4C1-7D7F-AE9C-956841C81CAC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7446825" y="3447992"/>
                    <a:ext cx="1814080" cy="1289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1">
                <p14:nvContentPartPr>
                  <p14:cNvPr id="100" name="잉크 99">
                    <a:extLst>
                      <a:ext uri="{FF2B5EF4-FFF2-40B4-BE49-F238E27FC236}">
                        <a16:creationId xmlns:a16="http://schemas.microsoft.com/office/drawing/2014/main" id="{0EFE7822-41EC-067F-778B-3063C589C10B}"/>
                      </a:ext>
                    </a:extLst>
                  </p14:cNvPr>
                  <p14:cNvContentPartPr/>
                  <p14:nvPr/>
                </p14:nvContentPartPr>
                <p14:xfrm>
                  <a:off x="9743105" y="3272907"/>
                  <a:ext cx="160920" cy="283680"/>
                </p14:xfrm>
              </p:contentPart>
            </mc:Choice>
            <mc:Fallback xmlns="">
              <p:pic>
                <p:nvPicPr>
                  <p:cNvPr id="100" name="잉크 99">
                    <a:extLst>
                      <a:ext uri="{FF2B5EF4-FFF2-40B4-BE49-F238E27FC236}">
                        <a16:creationId xmlns:a16="http://schemas.microsoft.com/office/drawing/2014/main" id="{0EFE7822-41EC-067F-778B-3063C589C10B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9729629" y="3260729"/>
                    <a:ext cx="187872" cy="3080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3">
                <p14:nvContentPartPr>
                  <p14:cNvPr id="101" name="잉크 100">
                    <a:extLst>
                      <a:ext uri="{FF2B5EF4-FFF2-40B4-BE49-F238E27FC236}">
                        <a16:creationId xmlns:a16="http://schemas.microsoft.com/office/drawing/2014/main" id="{699E1F57-2028-EE77-EC41-E452ED981A4B}"/>
                      </a:ext>
                    </a:extLst>
                  </p14:cNvPr>
                  <p14:cNvContentPartPr/>
                  <p14:nvPr/>
                </p14:nvContentPartPr>
                <p14:xfrm>
                  <a:off x="9881705" y="3439227"/>
                  <a:ext cx="226800" cy="146520"/>
                </p14:xfrm>
              </p:contentPart>
            </mc:Choice>
            <mc:Fallback xmlns="">
              <p:pic>
                <p:nvPicPr>
                  <p:cNvPr id="101" name="잉크 100">
                    <a:extLst>
                      <a:ext uri="{FF2B5EF4-FFF2-40B4-BE49-F238E27FC236}">
                        <a16:creationId xmlns:a16="http://schemas.microsoft.com/office/drawing/2014/main" id="{699E1F57-2028-EE77-EC41-E452ED981A4B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9868224" y="3427077"/>
                    <a:ext cx="253762" cy="1708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5">
                <p14:nvContentPartPr>
                  <p14:cNvPr id="102" name="잉크 101">
                    <a:extLst>
                      <a:ext uri="{FF2B5EF4-FFF2-40B4-BE49-F238E27FC236}">
                        <a16:creationId xmlns:a16="http://schemas.microsoft.com/office/drawing/2014/main" id="{B36F3D6A-3FBD-9E31-C808-477F3699E311}"/>
                      </a:ext>
                    </a:extLst>
                  </p14:cNvPr>
                  <p14:cNvContentPartPr/>
                  <p14:nvPr/>
                </p14:nvContentPartPr>
                <p14:xfrm>
                  <a:off x="9632225" y="3137907"/>
                  <a:ext cx="377280" cy="11160"/>
                </p14:xfrm>
              </p:contentPart>
            </mc:Choice>
            <mc:Fallback xmlns="">
              <p:pic>
                <p:nvPicPr>
                  <p:cNvPr id="102" name="잉크 101">
                    <a:extLst>
                      <a:ext uri="{FF2B5EF4-FFF2-40B4-BE49-F238E27FC236}">
                        <a16:creationId xmlns:a16="http://schemas.microsoft.com/office/drawing/2014/main" id="{B36F3D6A-3FBD-9E31-C808-477F3699E311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9618722" y="3126049"/>
                    <a:ext cx="404285" cy="348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7">
                <p14:nvContentPartPr>
                  <p14:cNvPr id="118" name="잉크 117">
                    <a:extLst>
                      <a:ext uri="{FF2B5EF4-FFF2-40B4-BE49-F238E27FC236}">
                        <a16:creationId xmlns:a16="http://schemas.microsoft.com/office/drawing/2014/main" id="{E3E220F1-9371-EFD3-2612-F9ED0D6EA8CE}"/>
                      </a:ext>
                    </a:extLst>
                  </p14:cNvPr>
                  <p14:cNvContentPartPr/>
                  <p14:nvPr/>
                </p14:nvContentPartPr>
                <p14:xfrm>
                  <a:off x="9800409" y="3387665"/>
                  <a:ext cx="127800" cy="57240"/>
                </p14:xfrm>
              </p:contentPart>
            </mc:Choice>
            <mc:Fallback xmlns="">
              <p:pic>
                <p:nvPicPr>
                  <p:cNvPr id="118" name="잉크 117">
                    <a:extLst>
                      <a:ext uri="{FF2B5EF4-FFF2-40B4-BE49-F238E27FC236}">
                        <a16:creationId xmlns:a16="http://schemas.microsoft.com/office/drawing/2014/main" id="{E3E220F1-9371-EFD3-2612-F9ED0D6EA8CE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9786915" y="3375501"/>
                    <a:ext cx="154789" cy="8156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D6DA9A49-B945-8ABB-64EB-2578E2AB3711}"/>
                </a:ext>
              </a:extLst>
            </p:cNvPr>
            <p:cNvGrpSpPr/>
            <p:nvPr/>
          </p:nvGrpSpPr>
          <p:grpSpPr>
            <a:xfrm>
              <a:off x="4079289" y="2801585"/>
              <a:ext cx="558360" cy="264240"/>
              <a:chOff x="4079289" y="2801585"/>
              <a:chExt cx="558360" cy="264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9">
                <p14:nvContentPartPr>
                  <p14:cNvPr id="120" name="잉크 119">
                    <a:extLst>
                      <a:ext uri="{FF2B5EF4-FFF2-40B4-BE49-F238E27FC236}">
                        <a16:creationId xmlns:a16="http://schemas.microsoft.com/office/drawing/2014/main" id="{77569887-83EA-2468-8DB8-78C9DD1600C0}"/>
                      </a:ext>
                    </a:extLst>
                  </p14:cNvPr>
                  <p14:cNvContentPartPr/>
                  <p14:nvPr/>
                </p14:nvContentPartPr>
                <p14:xfrm>
                  <a:off x="4079289" y="2918945"/>
                  <a:ext cx="493560" cy="360"/>
                </p14:xfrm>
              </p:contentPart>
            </mc:Choice>
            <mc:Fallback xmlns="">
              <p:pic>
                <p:nvPicPr>
                  <p:cNvPr id="120" name="잉크 119">
                    <a:extLst>
                      <a:ext uri="{FF2B5EF4-FFF2-40B4-BE49-F238E27FC236}">
                        <a16:creationId xmlns:a16="http://schemas.microsoft.com/office/drawing/2014/main" id="{77569887-83EA-2468-8DB8-78C9DD1600C0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4065778" y="2912825"/>
                    <a:ext cx="520583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1">
                <p14:nvContentPartPr>
                  <p14:cNvPr id="121" name="잉크 120">
                    <a:extLst>
                      <a:ext uri="{FF2B5EF4-FFF2-40B4-BE49-F238E27FC236}">
                        <a16:creationId xmlns:a16="http://schemas.microsoft.com/office/drawing/2014/main" id="{8D2A91EA-A732-B578-632D-B1AC57912E58}"/>
                      </a:ext>
                    </a:extLst>
                  </p14:cNvPr>
                  <p14:cNvContentPartPr/>
                  <p14:nvPr/>
                </p14:nvContentPartPr>
                <p14:xfrm>
                  <a:off x="4478169" y="2801585"/>
                  <a:ext cx="159480" cy="264240"/>
                </p14:xfrm>
              </p:contentPart>
            </mc:Choice>
            <mc:Fallback xmlns="">
              <p:pic>
                <p:nvPicPr>
                  <p:cNvPr id="121" name="잉크 120">
                    <a:extLst>
                      <a:ext uri="{FF2B5EF4-FFF2-40B4-BE49-F238E27FC236}">
                        <a16:creationId xmlns:a16="http://schemas.microsoft.com/office/drawing/2014/main" id="{8D2A91EA-A732-B578-632D-B1AC57912E58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4464681" y="2789411"/>
                    <a:ext cx="186457" cy="28858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37EC23FF-6B49-BFA6-B88C-E70BF6A5E8E3}"/>
                </a:ext>
              </a:extLst>
            </p:cNvPr>
            <p:cNvGrpSpPr/>
            <p:nvPr/>
          </p:nvGrpSpPr>
          <p:grpSpPr>
            <a:xfrm>
              <a:off x="4173249" y="3317465"/>
              <a:ext cx="129960" cy="1294560"/>
              <a:chOff x="4173249" y="3317465"/>
              <a:chExt cx="129960" cy="1294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3">
                <p14:nvContentPartPr>
                  <p14:cNvPr id="122" name="잉크 121">
                    <a:extLst>
                      <a:ext uri="{FF2B5EF4-FFF2-40B4-BE49-F238E27FC236}">
                        <a16:creationId xmlns:a16="http://schemas.microsoft.com/office/drawing/2014/main" id="{CFCC868F-A367-060E-8A06-E64F18952B36}"/>
                      </a:ext>
                    </a:extLst>
                  </p14:cNvPr>
                  <p14:cNvContentPartPr/>
                  <p14:nvPr/>
                </p14:nvContentPartPr>
                <p14:xfrm>
                  <a:off x="4248489" y="3317465"/>
                  <a:ext cx="18720" cy="1294560"/>
                </p14:xfrm>
              </p:contentPart>
            </mc:Choice>
            <mc:Fallback xmlns="">
              <p:pic>
                <p:nvPicPr>
                  <p:cNvPr id="122" name="잉크 121">
                    <a:extLst>
                      <a:ext uri="{FF2B5EF4-FFF2-40B4-BE49-F238E27FC236}">
                        <a16:creationId xmlns:a16="http://schemas.microsoft.com/office/drawing/2014/main" id="{CFCC868F-A367-060E-8A06-E64F18952B36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4235229" y="3305279"/>
                    <a:ext cx="45240" cy="13189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5">
                <p14:nvContentPartPr>
                  <p14:cNvPr id="123" name="잉크 122">
                    <a:extLst>
                      <a:ext uri="{FF2B5EF4-FFF2-40B4-BE49-F238E27FC236}">
                        <a16:creationId xmlns:a16="http://schemas.microsoft.com/office/drawing/2014/main" id="{5FF4B4AA-E778-57D5-7E90-378198A79B4A}"/>
                      </a:ext>
                    </a:extLst>
                  </p14:cNvPr>
                  <p14:cNvContentPartPr/>
                  <p14:nvPr/>
                </p14:nvContentPartPr>
                <p14:xfrm>
                  <a:off x="4173249" y="4513385"/>
                  <a:ext cx="129960" cy="57600"/>
                </p14:xfrm>
              </p:contentPart>
            </mc:Choice>
            <mc:Fallback xmlns="">
              <p:pic>
                <p:nvPicPr>
                  <p:cNvPr id="123" name="잉크 122">
                    <a:extLst>
                      <a:ext uri="{FF2B5EF4-FFF2-40B4-BE49-F238E27FC236}">
                        <a16:creationId xmlns:a16="http://schemas.microsoft.com/office/drawing/2014/main" id="{5FF4B4AA-E778-57D5-7E90-378198A79B4A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4159778" y="4501296"/>
                    <a:ext cx="156903" cy="8177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0A66A331-A05A-5F92-E98F-BF58E6B31D1F}"/>
                </a:ext>
              </a:extLst>
            </p:cNvPr>
            <p:cNvGrpSpPr/>
            <p:nvPr/>
          </p:nvGrpSpPr>
          <p:grpSpPr>
            <a:xfrm>
              <a:off x="3763569" y="4864745"/>
              <a:ext cx="1910880" cy="654120"/>
              <a:chOff x="3763569" y="4864745"/>
              <a:chExt cx="1910880" cy="654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7">
                <p14:nvContentPartPr>
                  <p14:cNvPr id="124" name="잉크 123">
                    <a:extLst>
                      <a:ext uri="{FF2B5EF4-FFF2-40B4-BE49-F238E27FC236}">
                        <a16:creationId xmlns:a16="http://schemas.microsoft.com/office/drawing/2014/main" id="{B917FCEC-AB7F-1D58-3E77-CA1E16C9DB60}"/>
                      </a:ext>
                    </a:extLst>
                  </p14:cNvPr>
                  <p14:cNvContentPartPr/>
                  <p14:nvPr/>
                </p14:nvContentPartPr>
                <p14:xfrm>
                  <a:off x="3763569" y="4970585"/>
                  <a:ext cx="82440" cy="73440"/>
                </p14:xfrm>
              </p:contentPart>
            </mc:Choice>
            <mc:Fallback xmlns="">
              <p:pic>
                <p:nvPicPr>
                  <p:cNvPr id="124" name="잉크 123">
                    <a:extLst>
                      <a:ext uri="{FF2B5EF4-FFF2-40B4-BE49-F238E27FC236}">
                        <a16:creationId xmlns:a16="http://schemas.microsoft.com/office/drawing/2014/main" id="{B917FCEC-AB7F-1D58-3E77-CA1E16C9DB60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3750093" y="4958464"/>
                    <a:ext cx="109392" cy="976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9">
                <p14:nvContentPartPr>
                  <p14:cNvPr id="125" name="잉크 124">
                    <a:extLst>
                      <a:ext uri="{FF2B5EF4-FFF2-40B4-BE49-F238E27FC236}">
                        <a16:creationId xmlns:a16="http://schemas.microsoft.com/office/drawing/2014/main" id="{A1EBD235-B93D-8941-B9EF-2FCEC8893876}"/>
                      </a:ext>
                    </a:extLst>
                  </p14:cNvPr>
                  <p14:cNvContentPartPr/>
                  <p14:nvPr/>
                </p14:nvContentPartPr>
                <p14:xfrm>
                  <a:off x="3962289" y="4864745"/>
                  <a:ext cx="38880" cy="281880"/>
                </p14:xfrm>
              </p:contentPart>
            </mc:Choice>
            <mc:Fallback xmlns="">
              <p:pic>
                <p:nvPicPr>
                  <p:cNvPr id="125" name="잉크 124">
                    <a:extLst>
                      <a:ext uri="{FF2B5EF4-FFF2-40B4-BE49-F238E27FC236}">
                        <a16:creationId xmlns:a16="http://schemas.microsoft.com/office/drawing/2014/main" id="{A1EBD235-B93D-8941-B9EF-2FCEC8893876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3948800" y="4852583"/>
                    <a:ext cx="65858" cy="3062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1">
                <p14:nvContentPartPr>
                  <p14:cNvPr id="126" name="잉크 125">
                    <a:extLst>
                      <a:ext uri="{FF2B5EF4-FFF2-40B4-BE49-F238E27FC236}">
                        <a16:creationId xmlns:a16="http://schemas.microsoft.com/office/drawing/2014/main" id="{C5404092-FDA7-07BC-EED5-D262904E47D7}"/>
                      </a:ext>
                    </a:extLst>
                  </p14:cNvPr>
                  <p14:cNvContentPartPr/>
                  <p14:nvPr/>
                </p14:nvContentPartPr>
                <p14:xfrm>
                  <a:off x="3856809" y="5181545"/>
                  <a:ext cx="113040" cy="166320"/>
                </p14:xfrm>
              </p:contentPart>
            </mc:Choice>
            <mc:Fallback xmlns="">
              <p:pic>
                <p:nvPicPr>
                  <p:cNvPr id="126" name="잉크 125">
                    <a:extLst>
                      <a:ext uri="{FF2B5EF4-FFF2-40B4-BE49-F238E27FC236}">
                        <a16:creationId xmlns:a16="http://schemas.microsoft.com/office/drawing/2014/main" id="{C5404092-FDA7-07BC-EED5-D262904E47D7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3843371" y="5169358"/>
                    <a:ext cx="139917" cy="1906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3">
                <p14:nvContentPartPr>
                  <p14:cNvPr id="127" name="잉크 126">
                    <a:extLst>
                      <a:ext uri="{FF2B5EF4-FFF2-40B4-BE49-F238E27FC236}">
                        <a16:creationId xmlns:a16="http://schemas.microsoft.com/office/drawing/2014/main" id="{B08D24EC-CD4B-7A6C-A50F-4F6520F59E9B}"/>
                      </a:ext>
                    </a:extLst>
                  </p14:cNvPr>
                  <p14:cNvContentPartPr/>
                  <p14:nvPr/>
                </p14:nvContentPartPr>
                <p14:xfrm>
                  <a:off x="3985689" y="5228345"/>
                  <a:ext cx="9720" cy="16920"/>
                </p14:xfrm>
              </p:contentPart>
            </mc:Choice>
            <mc:Fallback xmlns="">
              <p:pic>
                <p:nvPicPr>
                  <p:cNvPr id="127" name="잉크 126">
                    <a:extLst>
                      <a:ext uri="{FF2B5EF4-FFF2-40B4-BE49-F238E27FC236}">
                        <a16:creationId xmlns:a16="http://schemas.microsoft.com/office/drawing/2014/main" id="{B08D24EC-CD4B-7A6C-A50F-4F6520F59E9B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3972978" y="5216360"/>
                    <a:ext cx="35142" cy="408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5">
                <p14:nvContentPartPr>
                  <p14:cNvPr id="128" name="잉크 127">
                    <a:extLst>
                      <a:ext uri="{FF2B5EF4-FFF2-40B4-BE49-F238E27FC236}">
                        <a16:creationId xmlns:a16="http://schemas.microsoft.com/office/drawing/2014/main" id="{FD313500-26C4-EBC8-E086-E3C749B1C738}"/>
                      </a:ext>
                    </a:extLst>
                  </p14:cNvPr>
                  <p14:cNvContentPartPr/>
                  <p14:nvPr/>
                </p14:nvContentPartPr>
                <p14:xfrm>
                  <a:off x="3950409" y="5263625"/>
                  <a:ext cx="71280" cy="7560"/>
                </p14:xfrm>
              </p:contentPart>
            </mc:Choice>
            <mc:Fallback xmlns="">
              <p:pic>
                <p:nvPicPr>
                  <p:cNvPr id="128" name="잉크 127">
                    <a:extLst>
                      <a:ext uri="{FF2B5EF4-FFF2-40B4-BE49-F238E27FC236}">
                        <a16:creationId xmlns:a16="http://schemas.microsoft.com/office/drawing/2014/main" id="{FD313500-26C4-EBC8-E086-E3C749B1C738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3936945" y="5251941"/>
                    <a:ext cx="98208" cy="309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7">
                <p14:nvContentPartPr>
                  <p14:cNvPr id="129" name="잉크 128">
                    <a:extLst>
                      <a:ext uri="{FF2B5EF4-FFF2-40B4-BE49-F238E27FC236}">
                        <a16:creationId xmlns:a16="http://schemas.microsoft.com/office/drawing/2014/main" id="{1E3937AF-46E0-7AF0-B5D1-B6991E5D1C4F}"/>
                      </a:ext>
                    </a:extLst>
                  </p14:cNvPr>
                  <p14:cNvContentPartPr/>
                  <p14:nvPr/>
                </p14:nvContentPartPr>
                <p14:xfrm>
                  <a:off x="4174689" y="4969505"/>
                  <a:ext cx="101160" cy="132840"/>
                </p14:xfrm>
              </p:contentPart>
            </mc:Choice>
            <mc:Fallback xmlns="">
              <p:pic>
                <p:nvPicPr>
                  <p:cNvPr id="129" name="잉크 128">
                    <a:extLst>
                      <a:ext uri="{FF2B5EF4-FFF2-40B4-BE49-F238E27FC236}">
                        <a16:creationId xmlns:a16="http://schemas.microsoft.com/office/drawing/2014/main" id="{1E3937AF-46E0-7AF0-B5D1-B6991E5D1C4F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4161254" y="4957364"/>
                    <a:ext cx="128031" cy="1571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9">
                <p14:nvContentPartPr>
                  <p14:cNvPr id="130" name="잉크 129">
                    <a:extLst>
                      <a:ext uri="{FF2B5EF4-FFF2-40B4-BE49-F238E27FC236}">
                        <a16:creationId xmlns:a16="http://schemas.microsoft.com/office/drawing/2014/main" id="{91709D0B-EB87-BC64-4744-AB9AE9C1D4EB}"/>
                      </a:ext>
                    </a:extLst>
                  </p14:cNvPr>
                  <p14:cNvContentPartPr/>
                  <p14:nvPr/>
                </p14:nvContentPartPr>
                <p14:xfrm>
                  <a:off x="4278729" y="5047985"/>
                  <a:ext cx="117000" cy="16920"/>
                </p14:xfrm>
              </p:contentPart>
            </mc:Choice>
            <mc:Fallback xmlns="">
              <p:pic>
                <p:nvPicPr>
                  <p:cNvPr id="130" name="잉크 129">
                    <a:extLst>
                      <a:ext uri="{FF2B5EF4-FFF2-40B4-BE49-F238E27FC236}">
                        <a16:creationId xmlns:a16="http://schemas.microsoft.com/office/drawing/2014/main" id="{91709D0B-EB87-BC64-4744-AB9AE9C1D4EB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4265290" y="5036000"/>
                    <a:ext cx="143878" cy="408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1">
                <p14:nvContentPartPr>
                  <p14:cNvPr id="131" name="잉크 130">
                    <a:extLst>
                      <a:ext uri="{FF2B5EF4-FFF2-40B4-BE49-F238E27FC236}">
                        <a16:creationId xmlns:a16="http://schemas.microsoft.com/office/drawing/2014/main" id="{54BCE8AD-3564-FD88-D62F-CA80F3D0FB7E}"/>
                      </a:ext>
                    </a:extLst>
                  </p14:cNvPr>
                  <p14:cNvContentPartPr/>
                  <p14:nvPr/>
                </p14:nvContentPartPr>
                <p14:xfrm>
                  <a:off x="4337409" y="5094785"/>
                  <a:ext cx="67320" cy="5040"/>
                </p14:xfrm>
              </p:contentPart>
            </mc:Choice>
            <mc:Fallback xmlns="">
              <p:pic>
                <p:nvPicPr>
                  <p:cNvPr id="131" name="잉크 130">
                    <a:extLst>
                      <a:ext uri="{FF2B5EF4-FFF2-40B4-BE49-F238E27FC236}">
                        <a16:creationId xmlns:a16="http://schemas.microsoft.com/office/drawing/2014/main" id="{54BCE8AD-3564-FD88-D62F-CA80F3D0FB7E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4323945" y="5082545"/>
                    <a:ext cx="94248" cy="2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3">
                <p14:nvContentPartPr>
                  <p14:cNvPr id="132" name="잉크 131">
                    <a:extLst>
                      <a:ext uri="{FF2B5EF4-FFF2-40B4-BE49-F238E27FC236}">
                        <a16:creationId xmlns:a16="http://schemas.microsoft.com/office/drawing/2014/main" id="{05887DA5-1477-CFAA-C840-C765B02E2339}"/>
                      </a:ext>
                    </a:extLst>
                  </p14:cNvPr>
                  <p14:cNvContentPartPr/>
                  <p14:nvPr/>
                </p14:nvContentPartPr>
                <p14:xfrm>
                  <a:off x="4442889" y="4888505"/>
                  <a:ext cx="37080" cy="263520"/>
                </p14:xfrm>
              </p:contentPart>
            </mc:Choice>
            <mc:Fallback xmlns="">
              <p:pic>
                <p:nvPicPr>
                  <p:cNvPr id="132" name="잉크 131">
                    <a:extLst>
                      <a:ext uri="{FF2B5EF4-FFF2-40B4-BE49-F238E27FC236}">
                        <a16:creationId xmlns:a16="http://schemas.microsoft.com/office/drawing/2014/main" id="{05887DA5-1477-CFAA-C840-C765B02E2339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4429477" y="4876332"/>
                    <a:ext cx="63904" cy="2878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5">
                <p14:nvContentPartPr>
                  <p14:cNvPr id="133" name="잉크 132">
                    <a:extLst>
                      <a:ext uri="{FF2B5EF4-FFF2-40B4-BE49-F238E27FC236}">
                        <a16:creationId xmlns:a16="http://schemas.microsoft.com/office/drawing/2014/main" id="{4CBE006F-0ED7-7646-8A2C-B234539AD9F1}"/>
                      </a:ext>
                    </a:extLst>
                  </p14:cNvPr>
                  <p14:cNvContentPartPr/>
                  <p14:nvPr/>
                </p14:nvContentPartPr>
                <p14:xfrm>
                  <a:off x="4381689" y="5181545"/>
                  <a:ext cx="147240" cy="129600"/>
                </p14:xfrm>
              </p:contentPart>
            </mc:Choice>
            <mc:Fallback xmlns="">
              <p:pic>
                <p:nvPicPr>
                  <p:cNvPr id="133" name="잉크 132">
                    <a:extLst>
                      <a:ext uri="{FF2B5EF4-FFF2-40B4-BE49-F238E27FC236}">
                        <a16:creationId xmlns:a16="http://schemas.microsoft.com/office/drawing/2014/main" id="{4CBE006F-0ED7-7646-8A2C-B234539AD9F1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4368232" y="5169373"/>
                    <a:ext cx="174155" cy="1539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7">
                <p14:nvContentPartPr>
                  <p14:cNvPr id="134" name="잉크 133">
                    <a:extLst>
                      <a:ext uri="{FF2B5EF4-FFF2-40B4-BE49-F238E27FC236}">
                        <a16:creationId xmlns:a16="http://schemas.microsoft.com/office/drawing/2014/main" id="{91D0E84E-67E1-8414-AEA2-E65399971370}"/>
                      </a:ext>
                    </a:extLst>
                  </p14:cNvPr>
                  <p14:cNvContentPartPr/>
                  <p14:nvPr/>
                </p14:nvContentPartPr>
                <p14:xfrm>
                  <a:off x="4606689" y="5008025"/>
                  <a:ext cx="131400" cy="57960"/>
                </p14:xfrm>
              </p:contentPart>
            </mc:Choice>
            <mc:Fallback xmlns="">
              <p:pic>
                <p:nvPicPr>
                  <p:cNvPr id="134" name="잉크 133">
                    <a:extLst>
                      <a:ext uri="{FF2B5EF4-FFF2-40B4-BE49-F238E27FC236}">
                        <a16:creationId xmlns:a16="http://schemas.microsoft.com/office/drawing/2014/main" id="{91D0E84E-67E1-8414-AEA2-E65399971370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4593232" y="4995861"/>
                    <a:ext cx="158313" cy="822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9">
                <p14:nvContentPartPr>
                  <p14:cNvPr id="135" name="잉크 134">
                    <a:extLst>
                      <a:ext uri="{FF2B5EF4-FFF2-40B4-BE49-F238E27FC236}">
                        <a16:creationId xmlns:a16="http://schemas.microsoft.com/office/drawing/2014/main" id="{D89B8960-1758-2A3C-BB91-98B9E5848829}"/>
                      </a:ext>
                    </a:extLst>
                  </p14:cNvPr>
                  <p14:cNvContentPartPr/>
                  <p14:nvPr/>
                </p14:nvContentPartPr>
                <p14:xfrm>
                  <a:off x="4560249" y="5122865"/>
                  <a:ext cx="150840" cy="29520"/>
                </p14:xfrm>
              </p:contentPart>
            </mc:Choice>
            <mc:Fallback xmlns="">
              <p:pic>
                <p:nvPicPr>
                  <p:cNvPr id="135" name="잉크 134">
                    <a:extLst>
                      <a:ext uri="{FF2B5EF4-FFF2-40B4-BE49-F238E27FC236}">
                        <a16:creationId xmlns:a16="http://schemas.microsoft.com/office/drawing/2014/main" id="{D89B8960-1758-2A3C-BB91-98B9E5848829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4546753" y="5110625"/>
                    <a:ext cx="177832" cy="5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1">
                <p14:nvContentPartPr>
                  <p14:cNvPr id="136" name="잉크 135">
                    <a:extLst>
                      <a:ext uri="{FF2B5EF4-FFF2-40B4-BE49-F238E27FC236}">
                        <a16:creationId xmlns:a16="http://schemas.microsoft.com/office/drawing/2014/main" id="{8DF10BC8-8C89-3067-768E-84080A7DAFF6}"/>
                      </a:ext>
                    </a:extLst>
                  </p14:cNvPr>
                  <p14:cNvContentPartPr/>
                  <p14:nvPr/>
                </p14:nvContentPartPr>
                <p14:xfrm>
                  <a:off x="4567809" y="5216465"/>
                  <a:ext cx="177120" cy="107640"/>
                </p14:xfrm>
              </p:contentPart>
            </mc:Choice>
            <mc:Fallback xmlns="">
              <p:pic>
                <p:nvPicPr>
                  <p:cNvPr id="136" name="잉크 135">
                    <a:extLst>
                      <a:ext uri="{FF2B5EF4-FFF2-40B4-BE49-F238E27FC236}">
                        <a16:creationId xmlns:a16="http://schemas.microsoft.com/office/drawing/2014/main" id="{8DF10BC8-8C89-3067-768E-84080A7DAFF6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4554307" y="5204347"/>
                    <a:ext cx="204125" cy="1318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3">
                <p14:nvContentPartPr>
                  <p14:cNvPr id="137" name="잉크 136">
                    <a:extLst>
                      <a:ext uri="{FF2B5EF4-FFF2-40B4-BE49-F238E27FC236}">
                        <a16:creationId xmlns:a16="http://schemas.microsoft.com/office/drawing/2014/main" id="{6C338DB1-E3E5-529D-E9B0-A27F0FDEBDB0}"/>
                      </a:ext>
                    </a:extLst>
                  </p14:cNvPr>
                  <p14:cNvContentPartPr/>
                  <p14:nvPr/>
                </p14:nvContentPartPr>
                <p14:xfrm>
                  <a:off x="5040849" y="4981745"/>
                  <a:ext cx="178200" cy="145440"/>
                </p14:xfrm>
              </p:contentPart>
            </mc:Choice>
            <mc:Fallback xmlns="">
              <p:pic>
                <p:nvPicPr>
                  <p:cNvPr id="137" name="잉크 136">
                    <a:extLst>
                      <a:ext uri="{FF2B5EF4-FFF2-40B4-BE49-F238E27FC236}">
                        <a16:creationId xmlns:a16="http://schemas.microsoft.com/office/drawing/2014/main" id="{6C338DB1-E3E5-529D-E9B0-A27F0FDEBDB0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5027325" y="4969565"/>
                    <a:ext cx="205248" cy="1697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5">
                <p14:nvContentPartPr>
                  <p14:cNvPr id="138" name="잉크 137">
                    <a:extLst>
                      <a:ext uri="{FF2B5EF4-FFF2-40B4-BE49-F238E27FC236}">
                        <a16:creationId xmlns:a16="http://schemas.microsoft.com/office/drawing/2014/main" id="{64E769FB-D254-F3DB-82CE-4CE403DF5FA8}"/>
                      </a:ext>
                    </a:extLst>
                  </p14:cNvPr>
                  <p14:cNvContentPartPr/>
                  <p14:nvPr/>
                </p14:nvContentPartPr>
                <p14:xfrm>
                  <a:off x="5157849" y="5122865"/>
                  <a:ext cx="73800" cy="43560"/>
                </p14:xfrm>
              </p:contentPart>
            </mc:Choice>
            <mc:Fallback xmlns="">
              <p:pic>
                <p:nvPicPr>
                  <p:cNvPr id="138" name="잉크 137">
                    <a:extLst>
                      <a:ext uri="{FF2B5EF4-FFF2-40B4-BE49-F238E27FC236}">
                        <a16:creationId xmlns:a16="http://schemas.microsoft.com/office/drawing/2014/main" id="{64E769FB-D254-F3DB-82CE-4CE403DF5FA8}"/>
                      </a:ext>
                    </a:extLst>
                  </p:cNvPr>
                  <p:cNvPicPr/>
                  <p:nvPr/>
                </p:nvPicPr>
                <p:blipFill>
                  <a:blip r:embed="rId166"/>
                  <a:stretch>
                    <a:fillRect/>
                  </a:stretch>
                </p:blipFill>
                <p:spPr>
                  <a:xfrm>
                    <a:off x="5144359" y="5110725"/>
                    <a:ext cx="100781" cy="678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7">
                <p14:nvContentPartPr>
                  <p14:cNvPr id="139" name="잉크 138">
                    <a:extLst>
                      <a:ext uri="{FF2B5EF4-FFF2-40B4-BE49-F238E27FC236}">
                        <a16:creationId xmlns:a16="http://schemas.microsoft.com/office/drawing/2014/main" id="{1D8624FD-E8ED-34F5-AC9B-3E80A5BD2BA3}"/>
                      </a:ext>
                    </a:extLst>
                  </p14:cNvPr>
                  <p14:cNvContentPartPr/>
                  <p14:nvPr/>
                </p14:nvContentPartPr>
                <p14:xfrm>
                  <a:off x="5099529" y="5216465"/>
                  <a:ext cx="294480" cy="360"/>
                </p14:xfrm>
              </p:contentPart>
            </mc:Choice>
            <mc:Fallback xmlns="">
              <p:pic>
                <p:nvPicPr>
                  <p:cNvPr id="139" name="잉크 138">
                    <a:extLst>
                      <a:ext uri="{FF2B5EF4-FFF2-40B4-BE49-F238E27FC236}">
                        <a16:creationId xmlns:a16="http://schemas.microsoft.com/office/drawing/2014/main" id="{1D8624FD-E8ED-34F5-AC9B-3E80A5BD2BA3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5086035" y="5210345"/>
                    <a:ext cx="321467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9">
                <p14:nvContentPartPr>
                  <p14:cNvPr id="140" name="잉크 139">
                    <a:extLst>
                      <a:ext uri="{FF2B5EF4-FFF2-40B4-BE49-F238E27FC236}">
                        <a16:creationId xmlns:a16="http://schemas.microsoft.com/office/drawing/2014/main" id="{753C2E33-0747-BC07-2DE6-681C3AB4566C}"/>
                      </a:ext>
                    </a:extLst>
                  </p14:cNvPr>
                  <p14:cNvContentPartPr/>
                  <p14:nvPr/>
                </p14:nvContentPartPr>
                <p14:xfrm>
                  <a:off x="5357289" y="5298545"/>
                  <a:ext cx="360" cy="79920"/>
                </p14:xfrm>
              </p:contentPart>
            </mc:Choice>
            <mc:Fallback xmlns="">
              <p:pic>
                <p:nvPicPr>
                  <p:cNvPr id="140" name="잉크 139">
                    <a:extLst>
                      <a:ext uri="{FF2B5EF4-FFF2-40B4-BE49-F238E27FC236}">
                        <a16:creationId xmlns:a16="http://schemas.microsoft.com/office/drawing/2014/main" id="{753C2E33-0747-BC07-2DE6-681C3AB4566C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5351169" y="5286414"/>
                    <a:ext cx="12600" cy="1041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1">
                <p14:nvContentPartPr>
                  <p14:cNvPr id="141" name="잉크 140">
                    <a:extLst>
                      <a:ext uri="{FF2B5EF4-FFF2-40B4-BE49-F238E27FC236}">
                        <a16:creationId xmlns:a16="http://schemas.microsoft.com/office/drawing/2014/main" id="{FD6727DD-5E65-A479-570A-B93D0E1F1380}"/>
                      </a:ext>
                    </a:extLst>
                  </p14:cNvPr>
                  <p14:cNvContentPartPr/>
                  <p14:nvPr/>
                </p14:nvContentPartPr>
                <p14:xfrm>
                  <a:off x="5450889" y="5099465"/>
                  <a:ext cx="206640" cy="118800"/>
                </p14:xfrm>
              </p:contentPart>
            </mc:Choice>
            <mc:Fallback xmlns="">
              <p:pic>
                <p:nvPicPr>
                  <p:cNvPr id="141" name="잉크 140">
                    <a:extLst>
                      <a:ext uri="{FF2B5EF4-FFF2-40B4-BE49-F238E27FC236}">
                        <a16:creationId xmlns:a16="http://schemas.microsoft.com/office/drawing/2014/main" id="{FD6727DD-5E65-A479-570A-B93D0E1F1380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5437378" y="5087299"/>
                    <a:ext cx="233662" cy="1431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3">
                <p14:nvContentPartPr>
                  <p14:cNvPr id="142" name="잉크 141">
                    <a:extLst>
                      <a:ext uri="{FF2B5EF4-FFF2-40B4-BE49-F238E27FC236}">
                        <a16:creationId xmlns:a16="http://schemas.microsoft.com/office/drawing/2014/main" id="{34B1A427-4CBD-B52E-88FD-40B82A2AC0B6}"/>
                      </a:ext>
                    </a:extLst>
                  </p14:cNvPr>
                  <p14:cNvContentPartPr/>
                  <p14:nvPr/>
                </p14:nvContentPartPr>
                <p14:xfrm>
                  <a:off x="5661849" y="4911905"/>
                  <a:ext cx="12600" cy="606960"/>
                </p14:xfrm>
              </p:contentPart>
            </mc:Choice>
            <mc:Fallback xmlns="">
              <p:pic>
                <p:nvPicPr>
                  <p:cNvPr id="142" name="잉크 141">
                    <a:extLst>
                      <a:ext uri="{FF2B5EF4-FFF2-40B4-BE49-F238E27FC236}">
                        <a16:creationId xmlns:a16="http://schemas.microsoft.com/office/drawing/2014/main" id="{34B1A427-4CBD-B52E-88FD-40B82A2AC0B6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5648461" y="4899723"/>
                    <a:ext cx="39375" cy="63132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BC2D14B6-3F2C-78EE-E56B-C973639EC312}"/>
                </a:ext>
              </a:extLst>
            </p:cNvPr>
            <p:cNvGrpSpPr/>
            <p:nvPr/>
          </p:nvGrpSpPr>
          <p:grpSpPr>
            <a:xfrm>
              <a:off x="6130929" y="4747745"/>
              <a:ext cx="1248480" cy="1122480"/>
              <a:chOff x="6130929" y="4747745"/>
              <a:chExt cx="1248480" cy="1122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5">
                <p14:nvContentPartPr>
                  <p14:cNvPr id="143" name="잉크 142">
                    <a:extLst>
                      <a:ext uri="{FF2B5EF4-FFF2-40B4-BE49-F238E27FC236}">
                        <a16:creationId xmlns:a16="http://schemas.microsoft.com/office/drawing/2014/main" id="{CBE72286-8B71-2417-6048-28EB452367DC}"/>
                      </a:ext>
                    </a:extLst>
                  </p14:cNvPr>
                  <p14:cNvContentPartPr/>
                  <p14:nvPr/>
                </p14:nvContentPartPr>
                <p14:xfrm>
                  <a:off x="6130929" y="5087585"/>
                  <a:ext cx="11160" cy="162720"/>
                </p14:xfrm>
              </p:contentPart>
            </mc:Choice>
            <mc:Fallback xmlns="">
              <p:pic>
                <p:nvPicPr>
                  <p:cNvPr id="143" name="잉크 142">
                    <a:extLst>
                      <a:ext uri="{FF2B5EF4-FFF2-40B4-BE49-F238E27FC236}">
                        <a16:creationId xmlns:a16="http://schemas.microsoft.com/office/drawing/2014/main" id="{CBE72286-8B71-2417-6048-28EB452367DC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6117378" y="5075452"/>
                    <a:ext cx="38263" cy="18698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7">
                <p14:nvContentPartPr>
                  <p14:cNvPr id="144" name="잉크 143">
                    <a:extLst>
                      <a:ext uri="{FF2B5EF4-FFF2-40B4-BE49-F238E27FC236}">
                        <a16:creationId xmlns:a16="http://schemas.microsoft.com/office/drawing/2014/main" id="{B0C5F8C6-D3DD-8CBE-6DDD-CFCD795FDC56}"/>
                      </a:ext>
                    </a:extLst>
                  </p14:cNvPr>
                  <p14:cNvContentPartPr/>
                  <p14:nvPr/>
                </p14:nvContentPartPr>
                <p14:xfrm>
                  <a:off x="6175569" y="5076065"/>
                  <a:ext cx="117360" cy="176760"/>
                </p14:xfrm>
              </p:contentPart>
            </mc:Choice>
            <mc:Fallback xmlns="">
              <p:pic>
                <p:nvPicPr>
                  <p:cNvPr id="144" name="잉크 143">
                    <a:extLst>
                      <a:ext uri="{FF2B5EF4-FFF2-40B4-BE49-F238E27FC236}">
                        <a16:creationId xmlns:a16="http://schemas.microsoft.com/office/drawing/2014/main" id="{B0C5F8C6-D3DD-8CBE-6DDD-CFCD795FDC56}"/>
                      </a:ext>
                    </a:extLst>
                  </p:cNvPr>
                  <p:cNvPicPr/>
                  <p:nvPr/>
                </p:nvPicPr>
                <p:blipFill>
                  <a:blip r:embed="rId178"/>
                  <a:stretch>
                    <a:fillRect/>
                  </a:stretch>
                </p:blipFill>
                <p:spPr>
                  <a:xfrm>
                    <a:off x="6162088" y="5063899"/>
                    <a:ext cx="144321" cy="2010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9">
                <p14:nvContentPartPr>
                  <p14:cNvPr id="145" name="잉크 144">
                    <a:extLst>
                      <a:ext uri="{FF2B5EF4-FFF2-40B4-BE49-F238E27FC236}">
                        <a16:creationId xmlns:a16="http://schemas.microsoft.com/office/drawing/2014/main" id="{B19FB5F2-9505-FC2E-52A7-86F0D7320B62}"/>
                      </a:ext>
                    </a:extLst>
                  </p14:cNvPr>
                  <p14:cNvContentPartPr/>
                  <p14:nvPr/>
                </p14:nvContentPartPr>
                <p14:xfrm>
                  <a:off x="6271689" y="5061665"/>
                  <a:ext cx="242280" cy="131760"/>
                </p14:xfrm>
              </p:contentPart>
            </mc:Choice>
            <mc:Fallback xmlns="">
              <p:pic>
                <p:nvPicPr>
                  <p:cNvPr id="145" name="잉크 144">
                    <a:extLst>
                      <a:ext uri="{FF2B5EF4-FFF2-40B4-BE49-F238E27FC236}">
                        <a16:creationId xmlns:a16="http://schemas.microsoft.com/office/drawing/2014/main" id="{B19FB5F2-9505-FC2E-52A7-86F0D7320B62}"/>
                      </a:ext>
                    </a:extLst>
                  </p:cNvPr>
                  <p:cNvPicPr/>
                  <p:nvPr/>
                </p:nvPicPr>
                <p:blipFill>
                  <a:blip r:embed="rId180"/>
                  <a:stretch>
                    <a:fillRect/>
                  </a:stretch>
                </p:blipFill>
                <p:spPr>
                  <a:xfrm>
                    <a:off x="6258185" y="5049492"/>
                    <a:ext cx="269288" cy="1561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1">
                <p14:nvContentPartPr>
                  <p14:cNvPr id="146" name="잉크 145">
                    <a:extLst>
                      <a:ext uri="{FF2B5EF4-FFF2-40B4-BE49-F238E27FC236}">
                        <a16:creationId xmlns:a16="http://schemas.microsoft.com/office/drawing/2014/main" id="{F8DFC443-0163-93B0-0437-3D0C0BDCC010}"/>
                      </a:ext>
                    </a:extLst>
                  </p14:cNvPr>
                  <p14:cNvContentPartPr/>
                  <p14:nvPr/>
                </p14:nvContentPartPr>
                <p14:xfrm>
                  <a:off x="6526929" y="5005505"/>
                  <a:ext cx="14760" cy="183600"/>
                </p14:xfrm>
              </p:contentPart>
            </mc:Choice>
            <mc:Fallback xmlns="">
              <p:pic>
                <p:nvPicPr>
                  <p:cNvPr id="146" name="잉크 145">
                    <a:extLst>
                      <a:ext uri="{FF2B5EF4-FFF2-40B4-BE49-F238E27FC236}">
                        <a16:creationId xmlns:a16="http://schemas.microsoft.com/office/drawing/2014/main" id="{F8DFC443-0163-93B0-0437-3D0C0BDCC010}"/>
                      </a:ext>
                    </a:extLst>
                  </p:cNvPr>
                  <p:cNvPicPr/>
                  <p:nvPr/>
                </p:nvPicPr>
                <p:blipFill>
                  <a:blip r:embed="rId182"/>
                  <a:stretch>
                    <a:fillRect/>
                  </a:stretch>
                </p:blipFill>
                <p:spPr>
                  <a:xfrm>
                    <a:off x="6513723" y="4993360"/>
                    <a:ext cx="41173" cy="2078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3">
                <p14:nvContentPartPr>
                  <p14:cNvPr id="147" name="잉크 146">
                    <a:extLst>
                      <a:ext uri="{FF2B5EF4-FFF2-40B4-BE49-F238E27FC236}">
                        <a16:creationId xmlns:a16="http://schemas.microsoft.com/office/drawing/2014/main" id="{BF1EB65C-64F6-4C29-8734-9CCE5B9A817C}"/>
                      </a:ext>
                    </a:extLst>
                  </p14:cNvPr>
                  <p14:cNvContentPartPr/>
                  <p14:nvPr/>
                </p14:nvContentPartPr>
                <p14:xfrm>
                  <a:off x="6646809" y="4747745"/>
                  <a:ext cx="360" cy="660240"/>
                </p14:xfrm>
              </p:contentPart>
            </mc:Choice>
            <mc:Fallback xmlns="">
              <p:pic>
                <p:nvPicPr>
                  <p:cNvPr id="147" name="잉크 146">
                    <a:extLst>
                      <a:ext uri="{FF2B5EF4-FFF2-40B4-BE49-F238E27FC236}">
                        <a16:creationId xmlns:a16="http://schemas.microsoft.com/office/drawing/2014/main" id="{BF1EB65C-64F6-4C29-8734-9CCE5B9A817C}"/>
                      </a:ext>
                    </a:extLst>
                  </p:cNvPr>
                  <p:cNvPicPr/>
                  <p:nvPr/>
                </p:nvPicPr>
                <p:blipFill>
                  <a:blip r:embed="rId184"/>
                  <a:stretch>
                    <a:fillRect/>
                  </a:stretch>
                </p:blipFill>
                <p:spPr>
                  <a:xfrm>
                    <a:off x="6640689" y="4735558"/>
                    <a:ext cx="12600" cy="6846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5">
                <p14:nvContentPartPr>
                  <p14:cNvPr id="148" name="잉크 147">
                    <a:extLst>
                      <a:ext uri="{FF2B5EF4-FFF2-40B4-BE49-F238E27FC236}">
                        <a16:creationId xmlns:a16="http://schemas.microsoft.com/office/drawing/2014/main" id="{80D0843A-B209-ECEF-328A-E6BD1F90E103}"/>
                      </a:ext>
                    </a:extLst>
                  </p14:cNvPr>
                  <p14:cNvContentPartPr/>
                  <p14:nvPr/>
                </p14:nvContentPartPr>
                <p14:xfrm>
                  <a:off x="6751929" y="5052305"/>
                  <a:ext cx="256320" cy="250560"/>
                </p14:xfrm>
              </p:contentPart>
            </mc:Choice>
            <mc:Fallback xmlns="">
              <p:pic>
                <p:nvPicPr>
                  <p:cNvPr id="148" name="잉크 147">
                    <a:extLst>
                      <a:ext uri="{FF2B5EF4-FFF2-40B4-BE49-F238E27FC236}">
                        <a16:creationId xmlns:a16="http://schemas.microsoft.com/office/drawing/2014/main" id="{80D0843A-B209-ECEF-328A-E6BD1F90E103}"/>
                      </a:ext>
                    </a:extLst>
                  </p:cNvPr>
                  <p:cNvPicPr/>
                  <p:nvPr/>
                </p:nvPicPr>
                <p:blipFill>
                  <a:blip r:embed="rId186"/>
                  <a:stretch>
                    <a:fillRect/>
                  </a:stretch>
                </p:blipFill>
                <p:spPr>
                  <a:xfrm>
                    <a:off x="6738438" y="5040135"/>
                    <a:ext cx="283301" cy="2749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7">
                <p14:nvContentPartPr>
                  <p14:cNvPr id="149" name="잉크 148">
                    <a:extLst>
                      <a:ext uri="{FF2B5EF4-FFF2-40B4-BE49-F238E27FC236}">
                        <a16:creationId xmlns:a16="http://schemas.microsoft.com/office/drawing/2014/main" id="{3DA4CF4D-CEDA-4B7E-999A-F0EC72283050}"/>
                      </a:ext>
                    </a:extLst>
                  </p14:cNvPr>
                  <p14:cNvContentPartPr/>
                  <p14:nvPr/>
                </p14:nvContentPartPr>
                <p14:xfrm>
                  <a:off x="7140009" y="5099465"/>
                  <a:ext cx="140400" cy="132120"/>
                </p14:xfrm>
              </p:contentPart>
            </mc:Choice>
            <mc:Fallback xmlns="">
              <p:pic>
                <p:nvPicPr>
                  <p:cNvPr id="149" name="잉크 148">
                    <a:extLst>
                      <a:ext uri="{FF2B5EF4-FFF2-40B4-BE49-F238E27FC236}">
                        <a16:creationId xmlns:a16="http://schemas.microsoft.com/office/drawing/2014/main" id="{3DA4CF4D-CEDA-4B7E-999A-F0EC72283050}"/>
                      </a:ext>
                    </a:extLst>
                  </p:cNvPr>
                  <p:cNvPicPr/>
                  <p:nvPr/>
                </p:nvPicPr>
                <p:blipFill>
                  <a:blip r:embed="rId188"/>
                  <a:stretch>
                    <a:fillRect/>
                  </a:stretch>
                </p:blipFill>
                <p:spPr>
                  <a:xfrm>
                    <a:off x="7126524" y="5087324"/>
                    <a:ext cx="167369" cy="1564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9">
                <p14:nvContentPartPr>
                  <p14:cNvPr id="150" name="잉크 149">
                    <a:extLst>
                      <a:ext uri="{FF2B5EF4-FFF2-40B4-BE49-F238E27FC236}">
                        <a16:creationId xmlns:a16="http://schemas.microsoft.com/office/drawing/2014/main" id="{440278CE-D7B9-C4A3-D165-48E8A0DEE82B}"/>
                      </a:ext>
                    </a:extLst>
                  </p14:cNvPr>
                  <p14:cNvContentPartPr/>
                  <p14:nvPr/>
                </p14:nvContentPartPr>
                <p14:xfrm>
                  <a:off x="7267089" y="5204945"/>
                  <a:ext cx="112320" cy="665280"/>
                </p14:xfrm>
              </p:contentPart>
            </mc:Choice>
            <mc:Fallback xmlns="">
              <p:pic>
                <p:nvPicPr>
                  <p:cNvPr id="150" name="잉크 149">
                    <a:extLst>
                      <a:ext uri="{FF2B5EF4-FFF2-40B4-BE49-F238E27FC236}">
                        <a16:creationId xmlns:a16="http://schemas.microsoft.com/office/drawing/2014/main" id="{440278CE-D7B9-C4A3-D165-48E8A0DEE82B}"/>
                      </a:ext>
                    </a:extLst>
                  </p:cNvPr>
                  <p:cNvPicPr/>
                  <p:nvPr/>
                </p:nvPicPr>
                <p:blipFill>
                  <a:blip r:embed="rId190"/>
                  <a:stretch>
                    <a:fillRect/>
                  </a:stretch>
                </p:blipFill>
                <p:spPr>
                  <a:xfrm>
                    <a:off x="7253642" y="5192758"/>
                    <a:ext cx="139214" cy="68965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67EE7A61-C0C2-2C73-2DFD-7FE4EC858317}"/>
                    </a:ext>
                  </a:extLst>
                </p14:cNvPr>
                <p14:cNvContentPartPr/>
                <p14:nvPr/>
              </p14:nvContentPartPr>
              <p14:xfrm>
                <a:off x="7737609" y="5169305"/>
                <a:ext cx="174240" cy="16884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67EE7A61-C0C2-2C73-2DFD-7FE4EC85831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24084" y="5157143"/>
                  <a:ext cx="201291" cy="1931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40FB74FD-BF28-58EE-33F0-5173608B37EC}"/>
                    </a:ext>
                  </a:extLst>
                </p14:cNvPr>
                <p14:cNvContentPartPr/>
                <p14:nvPr/>
              </p14:nvContentPartPr>
              <p14:xfrm>
                <a:off x="8006529" y="4923425"/>
                <a:ext cx="81360" cy="49248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40FB74FD-BF28-58EE-33F0-5173608B37E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993101" y="4911238"/>
                  <a:ext cx="108217" cy="516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A4F6BC7B-472C-0CBB-8C23-E5A55B19096A}"/>
                    </a:ext>
                  </a:extLst>
                </p14:cNvPr>
                <p14:cNvContentPartPr/>
                <p14:nvPr/>
              </p14:nvContentPartPr>
              <p14:xfrm>
                <a:off x="8194089" y="4982105"/>
                <a:ext cx="293760" cy="849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A4F6BC7B-472C-0CBB-8C23-E5A55B19096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180592" y="4969968"/>
                  <a:ext cx="320754" cy="1092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7835BA9A-121F-F694-6CFB-F97FA5F16441}"/>
                    </a:ext>
                  </a:extLst>
                </p14:cNvPr>
                <p14:cNvContentPartPr/>
                <p14:nvPr/>
              </p14:nvContentPartPr>
              <p14:xfrm>
                <a:off x="8252769" y="5158145"/>
                <a:ext cx="342000" cy="36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7835BA9A-121F-F694-6CFB-F97FA5F1644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239279" y="5152025"/>
                  <a:ext cx="368979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07D11DA4-EB43-E163-FD6C-28FB695E6EB1}"/>
                    </a:ext>
                  </a:extLst>
                </p14:cNvPr>
                <p14:cNvContentPartPr/>
                <p14:nvPr/>
              </p14:nvContentPartPr>
              <p14:xfrm>
                <a:off x="8349969" y="5247065"/>
                <a:ext cx="140400" cy="136800"/>
              </p14:xfrm>
            </p:contentPart>
          </mc:Choice>
          <mc:Fallback xmlns=""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07D11DA4-EB43-E163-FD6C-28FB695E6EB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336484" y="5234889"/>
                  <a:ext cx="167369" cy="1611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E956F792-16AA-27CD-1CBC-A016E496477C}"/>
                    </a:ext>
                  </a:extLst>
                </p14:cNvPr>
                <p14:cNvContentPartPr/>
                <p14:nvPr/>
              </p14:nvContentPartPr>
              <p14:xfrm>
                <a:off x="8897529" y="5158145"/>
                <a:ext cx="245520" cy="36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E956F792-16AA-27CD-1CBC-A016E496477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884021" y="5152025"/>
                  <a:ext cx="272535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F635E902-5165-4B5D-829C-D1D89DB3CD8B}"/>
                    </a:ext>
                  </a:extLst>
                </p14:cNvPr>
                <p14:cNvContentPartPr/>
                <p14:nvPr/>
              </p14:nvContentPartPr>
              <p14:xfrm>
                <a:off x="8850729" y="5239865"/>
                <a:ext cx="348480" cy="504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F635E902-5165-4B5D-829C-D1D89DB3CD8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837204" y="5227625"/>
                  <a:ext cx="375531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F0CE40EA-DDED-ADB2-325B-0717B0BDF686}"/>
                    </a:ext>
                  </a:extLst>
                </p14:cNvPr>
                <p14:cNvContentPartPr/>
                <p14:nvPr/>
              </p14:nvContentPartPr>
              <p14:xfrm>
                <a:off x="9057009" y="5040785"/>
                <a:ext cx="278280" cy="37836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F0CE40EA-DDED-ADB2-325B-0717B0BDF68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043493" y="5028603"/>
                  <a:ext cx="305313" cy="402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61FDA99C-17A9-E927-4643-0D38E3BA3892}"/>
                    </a:ext>
                  </a:extLst>
                </p14:cNvPr>
                <p14:cNvContentPartPr/>
                <p14:nvPr/>
              </p14:nvContentPartPr>
              <p14:xfrm>
                <a:off x="9819849" y="5028185"/>
                <a:ext cx="195120" cy="320400"/>
              </p14:xfrm>
            </p:contentPart>
          </mc:Choice>
          <mc:Fallback xmlns=""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61FDA99C-17A9-E927-4643-0D38E3BA389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806365" y="5016000"/>
                  <a:ext cx="222088" cy="3447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8DA984B0-896E-54B1-2AF3-82726C1CBD32}"/>
                    </a:ext>
                  </a:extLst>
                </p14:cNvPr>
                <p14:cNvContentPartPr/>
                <p14:nvPr/>
              </p14:nvContentPartPr>
              <p14:xfrm>
                <a:off x="10070049" y="5134385"/>
                <a:ext cx="238320" cy="12240"/>
              </p14:xfrm>
            </p:contentPart>
          </mc:Choice>
          <mc:Fallback xmlns=""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8DA984B0-896E-54B1-2AF3-82726C1CBD3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056544" y="5122145"/>
                  <a:ext cx="26533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BDB68C79-83AA-0423-0579-6F049A62AB3E}"/>
                    </a:ext>
                  </a:extLst>
                </p14:cNvPr>
                <p14:cNvContentPartPr/>
                <p14:nvPr/>
              </p14:nvContentPartPr>
              <p14:xfrm>
                <a:off x="10359489" y="4960865"/>
                <a:ext cx="382680" cy="38592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BDB68C79-83AA-0423-0579-6F049A62AB3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345992" y="4948693"/>
                  <a:ext cx="409674" cy="4102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7E049C56-2A5C-804F-74FB-E6A6B2267EB3}"/>
                    </a:ext>
                  </a:extLst>
                </p14:cNvPr>
                <p14:cNvContentPartPr/>
                <p14:nvPr/>
              </p14:nvContentPartPr>
              <p14:xfrm>
                <a:off x="10749729" y="5369105"/>
                <a:ext cx="360" cy="360"/>
              </p14:xfrm>
            </p:contentPart>
          </mc:Choice>
          <mc:Fallback xmlns=""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7E049C56-2A5C-804F-74FB-E6A6B2267E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743609" y="536298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ECF23A17-05BF-88CF-4861-165D73258B97}"/>
              </a:ext>
            </a:extLst>
          </p:cNvPr>
          <p:cNvGrpSpPr/>
          <p:nvPr/>
        </p:nvGrpSpPr>
        <p:grpSpPr>
          <a:xfrm>
            <a:off x="3246969" y="2180225"/>
            <a:ext cx="373680" cy="164880"/>
            <a:chOff x="3246969" y="2180225"/>
            <a:chExt cx="37368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9F89F515-7F54-891F-DAA5-B378BF8C515E}"/>
                    </a:ext>
                  </a:extLst>
                </p14:cNvPr>
                <p14:cNvContentPartPr/>
                <p14:nvPr/>
              </p14:nvContentPartPr>
              <p14:xfrm>
                <a:off x="3246969" y="2273105"/>
                <a:ext cx="350640" cy="1296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9F89F515-7F54-891F-DAA5-B378BF8C515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240849" y="2266985"/>
                  <a:ext cx="362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C7024FB6-F3C0-1F1F-ADFC-CF057372BA29}"/>
                    </a:ext>
                  </a:extLst>
                </p14:cNvPr>
                <p14:cNvContentPartPr/>
                <p14:nvPr/>
              </p14:nvContentPartPr>
              <p14:xfrm>
                <a:off x="3521649" y="2180225"/>
                <a:ext cx="99000" cy="164880"/>
              </p14:xfrm>
            </p:contentPart>
          </mc:Choice>
          <mc:Fallback xmlns=""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C7024FB6-F3C0-1F1F-ADFC-CF057372BA2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15529" y="2174105"/>
                  <a:ext cx="111240" cy="177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9D1623D1-42FA-18FC-DA10-0B151C46DF66}"/>
              </a:ext>
            </a:extLst>
          </p:cNvPr>
          <p:cNvSpPr txBox="1"/>
          <p:nvPr/>
        </p:nvSpPr>
        <p:spPr>
          <a:xfrm>
            <a:off x="228999" y="143580"/>
            <a:ext cx="572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D-FF </a:t>
            </a:r>
            <a:r>
              <a:rPr lang="ko-KR" altLang="en-US"/>
              <a:t>역사 이흐름을 알려주는 슬라이드 필요 </a:t>
            </a: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6DE7E9E0-34F3-D23D-E364-364074934A60}"/>
              </a:ext>
            </a:extLst>
          </p:cNvPr>
          <p:cNvGrpSpPr/>
          <p:nvPr/>
        </p:nvGrpSpPr>
        <p:grpSpPr>
          <a:xfrm>
            <a:off x="7337325" y="905655"/>
            <a:ext cx="4850531" cy="3065709"/>
            <a:chOff x="339609" y="-272531"/>
            <a:chExt cx="11828520" cy="68537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C9439E7E-6933-DB45-3C1F-C463E7423842}"/>
                    </a:ext>
                  </a:extLst>
                </p14:cNvPr>
                <p14:cNvContentPartPr/>
                <p14:nvPr/>
              </p14:nvContentPartPr>
              <p14:xfrm>
                <a:off x="1047729" y="1440785"/>
                <a:ext cx="2492640" cy="1169280"/>
              </p14:xfrm>
            </p:contentPart>
          </mc:Choice>
          <mc:Fallback xmlns=""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C9439E7E-6933-DB45-3C1F-C463E742384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32808" y="1427114"/>
                  <a:ext cx="2522481" cy="1196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F15E6ACD-370C-579A-40D5-8503DE320F84}"/>
                    </a:ext>
                  </a:extLst>
                </p14:cNvPr>
                <p14:cNvContentPartPr/>
                <p14:nvPr/>
              </p14:nvContentPartPr>
              <p14:xfrm>
                <a:off x="9050169" y="1136945"/>
                <a:ext cx="352800" cy="200880"/>
              </p14:xfrm>
            </p:contentPart>
          </mc:Choice>
          <mc:Fallback xmlns=""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F15E6ACD-370C-579A-40D5-8503DE320F8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35287" y="1123285"/>
                  <a:ext cx="382565" cy="2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D7B8E53A-D7FE-C723-131F-3A2F16983051}"/>
                    </a:ext>
                  </a:extLst>
                </p14:cNvPr>
                <p14:cNvContentPartPr/>
                <p14:nvPr/>
              </p14:nvContentPartPr>
              <p14:xfrm>
                <a:off x="750009" y="2965745"/>
                <a:ext cx="245520" cy="12600"/>
              </p14:xfrm>
            </p:contentPart>
          </mc:Choice>
          <mc:Fallback xmlns=""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D7B8E53A-D7FE-C723-131F-3A2F1698305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5102" y="2952357"/>
                  <a:ext cx="275333" cy="3937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46B72AA5-8625-0FA5-271E-0D9865209042}"/>
                </a:ext>
              </a:extLst>
            </p:cNvPr>
            <p:cNvGrpSpPr/>
            <p:nvPr/>
          </p:nvGrpSpPr>
          <p:grpSpPr>
            <a:xfrm>
              <a:off x="339609" y="1116425"/>
              <a:ext cx="4555800" cy="2014920"/>
              <a:chOff x="339609" y="1116425"/>
              <a:chExt cx="4555800" cy="2014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24">
                <p14:nvContentPartPr>
                  <p14:cNvPr id="388" name="잉크 387">
                    <a:extLst>
                      <a:ext uri="{FF2B5EF4-FFF2-40B4-BE49-F238E27FC236}">
                        <a16:creationId xmlns:a16="http://schemas.microsoft.com/office/drawing/2014/main" id="{2A7169D2-7206-3EF1-717D-A213BFBA3A5A}"/>
                      </a:ext>
                    </a:extLst>
                  </p14:cNvPr>
                  <p14:cNvContentPartPr/>
                  <p14:nvPr/>
                </p14:nvContentPartPr>
                <p14:xfrm>
                  <a:off x="1195689" y="1136585"/>
                  <a:ext cx="903960" cy="599760"/>
                </p14:xfrm>
              </p:contentPart>
            </mc:Choice>
            <mc:Fallback xmlns="">
              <p:pic>
                <p:nvPicPr>
                  <p:cNvPr id="388" name="잉크 387">
                    <a:extLst>
                      <a:ext uri="{FF2B5EF4-FFF2-40B4-BE49-F238E27FC236}">
                        <a16:creationId xmlns:a16="http://schemas.microsoft.com/office/drawing/2014/main" id="{2A7169D2-7206-3EF1-717D-A213BFBA3A5A}"/>
                      </a:ext>
                    </a:extLst>
                  </p:cNvPr>
                  <p:cNvPicPr/>
                  <p:nvPr/>
                </p:nvPicPr>
                <p:blipFill>
                  <a:blip r:embed="rId225"/>
                  <a:stretch>
                    <a:fillRect/>
                  </a:stretch>
                </p:blipFill>
                <p:spPr>
                  <a:xfrm>
                    <a:off x="1180769" y="1122918"/>
                    <a:ext cx="933799" cy="6270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6">
                <p14:nvContentPartPr>
                  <p14:cNvPr id="389" name="잉크 388">
                    <a:extLst>
                      <a:ext uri="{FF2B5EF4-FFF2-40B4-BE49-F238E27FC236}">
                        <a16:creationId xmlns:a16="http://schemas.microsoft.com/office/drawing/2014/main" id="{68CF1FFF-2324-364D-890C-1A445617E292}"/>
                      </a:ext>
                    </a:extLst>
                  </p14:cNvPr>
                  <p14:cNvContentPartPr/>
                  <p14:nvPr/>
                </p14:nvContentPartPr>
                <p14:xfrm>
                  <a:off x="2156889" y="1345385"/>
                  <a:ext cx="144720" cy="144360"/>
                </p14:xfrm>
              </p:contentPart>
            </mc:Choice>
            <mc:Fallback xmlns="">
              <p:pic>
                <p:nvPicPr>
                  <p:cNvPr id="389" name="잉크 388">
                    <a:extLst>
                      <a:ext uri="{FF2B5EF4-FFF2-40B4-BE49-F238E27FC236}">
                        <a16:creationId xmlns:a16="http://schemas.microsoft.com/office/drawing/2014/main" id="{68CF1FFF-2324-364D-890C-1A445617E292}"/>
                      </a:ext>
                    </a:extLst>
                  </p:cNvPr>
                  <p:cNvPicPr/>
                  <p:nvPr/>
                </p:nvPicPr>
                <p:blipFill>
                  <a:blip r:embed="rId227"/>
                  <a:stretch>
                    <a:fillRect/>
                  </a:stretch>
                </p:blipFill>
                <p:spPr>
                  <a:xfrm>
                    <a:off x="2141978" y="1331751"/>
                    <a:ext cx="174541" cy="1716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8">
                <p14:nvContentPartPr>
                  <p14:cNvPr id="390" name="잉크 389">
                    <a:extLst>
                      <a:ext uri="{FF2B5EF4-FFF2-40B4-BE49-F238E27FC236}">
                        <a16:creationId xmlns:a16="http://schemas.microsoft.com/office/drawing/2014/main" id="{A6E60515-43A6-FCB7-38DC-9D6AE3A8AB05}"/>
                      </a:ext>
                    </a:extLst>
                  </p14:cNvPr>
                  <p14:cNvContentPartPr/>
                  <p14:nvPr/>
                </p14:nvContentPartPr>
                <p14:xfrm>
                  <a:off x="2285769" y="1418465"/>
                  <a:ext cx="1950480" cy="360"/>
                </p14:xfrm>
              </p:contentPart>
            </mc:Choice>
            <mc:Fallback xmlns="">
              <p:pic>
                <p:nvPicPr>
                  <p:cNvPr id="390" name="잉크 389">
                    <a:extLst>
                      <a:ext uri="{FF2B5EF4-FFF2-40B4-BE49-F238E27FC236}">
                        <a16:creationId xmlns:a16="http://schemas.microsoft.com/office/drawing/2014/main" id="{A6E60515-43A6-FCB7-38DC-9D6AE3A8AB05}"/>
                      </a:ext>
                    </a:extLst>
                  </p:cNvPr>
                  <p:cNvPicPr/>
                  <p:nvPr/>
                </p:nvPicPr>
                <p:blipFill>
                  <a:blip r:embed="rId229"/>
                  <a:stretch>
                    <a:fillRect/>
                  </a:stretch>
                </p:blipFill>
                <p:spPr>
                  <a:xfrm>
                    <a:off x="2270846" y="1412345"/>
                    <a:ext cx="1980325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0">
                <p14:nvContentPartPr>
                  <p14:cNvPr id="391" name="잉크 390">
                    <a:extLst>
                      <a:ext uri="{FF2B5EF4-FFF2-40B4-BE49-F238E27FC236}">
                        <a16:creationId xmlns:a16="http://schemas.microsoft.com/office/drawing/2014/main" id="{FA297599-8531-D567-034E-F065E523A518}"/>
                      </a:ext>
                    </a:extLst>
                  </p14:cNvPr>
                  <p14:cNvContentPartPr/>
                  <p14:nvPr/>
                </p14:nvContentPartPr>
                <p14:xfrm>
                  <a:off x="4416969" y="1195625"/>
                  <a:ext cx="249480" cy="308160"/>
                </p14:xfrm>
              </p:contentPart>
            </mc:Choice>
            <mc:Fallback xmlns="">
              <p:pic>
                <p:nvPicPr>
                  <p:cNvPr id="391" name="잉크 390">
                    <a:extLst>
                      <a:ext uri="{FF2B5EF4-FFF2-40B4-BE49-F238E27FC236}">
                        <a16:creationId xmlns:a16="http://schemas.microsoft.com/office/drawing/2014/main" id="{FA297599-8531-D567-034E-F065E523A518}"/>
                      </a:ext>
                    </a:extLst>
                  </p:cNvPr>
                  <p:cNvPicPr/>
                  <p:nvPr/>
                </p:nvPicPr>
                <p:blipFill>
                  <a:blip r:embed="rId231"/>
                  <a:stretch>
                    <a:fillRect/>
                  </a:stretch>
                </p:blipFill>
                <p:spPr>
                  <a:xfrm>
                    <a:off x="4402088" y="1181947"/>
                    <a:ext cx="279243" cy="3355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2">
                <p14:nvContentPartPr>
                  <p14:cNvPr id="392" name="잉크 391">
                    <a:extLst>
                      <a:ext uri="{FF2B5EF4-FFF2-40B4-BE49-F238E27FC236}">
                        <a16:creationId xmlns:a16="http://schemas.microsoft.com/office/drawing/2014/main" id="{C3C85038-B603-DD76-043A-EB164FCE5849}"/>
                      </a:ext>
                    </a:extLst>
                  </p14:cNvPr>
                  <p14:cNvContentPartPr/>
                  <p14:nvPr/>
                </p14:nvContentPartPr>
                <p14:xfrm>
                  <a:off x="4560249" y="1347905"/>
                  <a:ext cx="233280" cy="176040"/>
                </p14:xfrm>
              </p:contentPart>
            </mc:Choice>
            <mc:Fallback xmlns="">
              <p:pic>
                <p:nvPicPr>
                  <p:cNvPr id="392" name="잉크 391">
                    <a:extLst>
                      <a:ext uri="{FF2B5EF4-FFF2-40B4-BE49-F238E27FC236}">
                        <a16:creationId xmlns:a16="http://schemas.microsoft.com/office/drawing/2014/main" id="{C3C85038-B603-DD76-043A-EB164FCE5849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4545340" y="1334240"/>
                    <a:ext cx="263098" cy="2033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4">
                <p14:nvContentPartPr>
                  <p14:cNvPr id="393" name="잉크 392">
                    <a:extLst>
                      <a:ext uri="{FF2B5EF4-FFF2-40B4-BE49-F238E27FC236}">
                        <a16:creationId xmlns:a16="http://schemas.microsoft.com/office/drawing/2014/main" id="{D3458E7F-E908-9352-812A-69A005B35C7D}"/>
                      </a:ext>
                    </a:extLst>
                  </p14:cNvPr>
                  <p14:cNvContentPartPr/>
                  <p14:nvPr/>
                </p14:nvContentPartPr>
                <p14:xfrm>
                  <a:off x="2567289" y="2836865"/>
                  <a:ext cx="1980720" cy="71280"/>
                </p14:xfrm>
              </p:contentPart>
            </mc:Choice>
            <mc:Fallback xmlns="">
              <p:pic>
                <p:nvPicPr>
                  <p:cNvPr id="393" name="잉크 392">
                    <a:extLst>
                      <a:ext uri="{FF2B5EF4-FFF2-40B4-BE49-F238E27FC236}">
                        <a16:creationId xmlns:a16="http://schemas.microsoft.com/office/drawing/2014/main" id="{D3458E7F-E908-9352-812A-69A005B35C7D}"/>
                      </a:ext>
                    </a:extLst>
                  </p:cNvPr>
                  <p:cNvPicPr/>
                  <p:nvPr/>
                </p:nvPicPr>
                <p:blipFill>
                  <a:blip r:embed="rId235"/>
                  <a:stretch>
                    <a:fillRect/>
                  </a:stretch>
                </p:blipFill>
                <p:spPr>
                  <a:xfrm>
                    <a:off x="2552370" y="2823250"/>
                    <a:ext cx="2010558" cy="985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6">
                <p14:nvContentPartPr>
                  <p14:cNvPr id="394" name="잉크 393">
                    <a:extLst>
                      <a:ext uri="{FF2B5EF4-FFF2-40B4-BE49-F238E27FC236}">
                        <a16:creationId xmlns:a16="http://schemas.microsoft.com/office/drawing/2014/main" id="{B1816C0A-0796-E4C9-9570-B32342474729}"/>
                      </a:ext>
                    </a:extLst>
                  </p14:cNvPr>
                  <p14:cNvContentPartPr/>
                  <p14:nvPr/>
                </p14:nvContentPartPr>
                <p14:xfrm>
                  <a:off x="4546569" y="2636705"/>
                  <a:ext cx="286560" cy="309240"/>
                </p14:xfrm>
              </p:contentPart>
            </mc:Choice>
            <mc:Fallback xmlns="">
              <p:pic>
                <p:nvPicPr>
                  <p:cNvPr id="394" name="잉크 393">
                    <a:extLst>
                      <a:ext uri="{FF2B5EF4-FFF2-40B4-BE49-F238E27FC236}">
                        <a16:creationId xmlns:a16="http://schemas.microsoft.com/office/drawing/2014/main" id="{B1816C0A-0796-E4C9-9570-B32342474729}"/>
                      </a:ext>
                    </a:extLst>
                  </p:cNvPr>
                  <p:cNvPicPr/>
                  <p:nvPr/>
                </p:nvPicPr>
                <p:blipFill>
                  <a:blip r:embed="rId237"/>
                  <a:stretch>
                    <a:fillRect/>
                  </a:stretch>
                </p:blipFill>
                <p:spPr>
                  <a:xfrm>
                    <a:off x="4531671" y="2623050"/>
                    <a:ext cx="316355" cy="3365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8">
                <p14:nvContentPartPr>
                  <p14:cNvPr id="395" name="잉크 394">
                    <a:extLst>
                      <a:ext uri="{FF2B5EF4-FFF2-40B4-BE49-F238E27FC236}">
                        <a16:creationId xmlns:a16="http://schemas.microsoft.com/office/drawing/2014/main" id="{AC25BD08-3027-50AB-3073-CD3FE8936D97}"/>
                      </a:ext>
                    </a:extLst>
                  </p14:cNvPr>
                  <p14:cNvContentPartPr/>
                  <p14:nvPr/>
                </p14:nvContentPartPr>
                <p14:xfrm>
                  <a:off x="4700649" y="2778185"/>
                  <a:ext cx="192600" cy="129960"/>
                </p14:xfrm>
              </p:contentPart>
            </mc:Choice>
            <mc:Fallback xmlns="">
              <p:pic>
                <p:nvPicPr>
                  <p:cNvPr id="395" name="잉크 394">
                    <a:extLst>
                      <a:ext uri="{FF2B5EF4-FFF2-40B4-BE49-F238E27FC236}">
                        <a16:creationId xmlns:a16="http://schemas.microsoft.com/office/drawing/2014/main" id="{AC25BD08-3027-50AB-3073-CD3FE8936D97}"/>
                      </a:ext>
                    </a:extLst>
                  </p:cNvPr>
                  <p:cNvPicPr/>
                  <p:nvPr/>
                </p:nvPicPr>
                <p:blipFill>
                  <a:blip r:embed="rId239"/>
                  <a:stretch>
                    <a:fillRect/>
                  </a:stretch>
                </p:blipFill>
                <p:spPr>
                  <a:xfrm>
                    <a:off x="4685766" y="2764547"/>
                    <a:ext cx="222365" cy="1572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0">
                <p14:nvContentPartPr>
                  <p14:cNvPr id="396" name="잉크 395">
                    <a:extLst>
                      <a:ext uri="{FF2B5EF4-FFF2-40B4-BE49-F238E27FC236}">
                        <a16:creationId xmlns:a16="http://schemas.microsoft.com/office/drawing/2014/main" id="{45551F7A-80DD-2B69-66A0-12AF1F050D2C}"/>
                      </a:ext>
                    </a:extLst>
                  </p14:cNvPr>
                  <p14:cNvContentPartPr/>
                  <p14:nvPr/>
                </p14:nvContentPartPr>
                <p14:xfrm>
                  <a:off x="4560249" y="2555345"/>
                  <a:ext cx="335160" cy="360"/>
                </p14:xfrm>
              </p:contentPart>
            </mc:Choice>
            <mc:Fallback xmlns="">
              <p:pic>
                <p:nvPicPr>
                  <p:cNvPr id="396" name="잉크 395">
                    <a:extLst>
                      <a:ext uri="{FF2B5EF4-FFF2-40B4-BE49-F238E27FC236}">
                        <a16:creationId xmlns:a16="http://schemas.microsoft.com/office/drawing/2014/main" id="{45551F7A-80DD-2B69-66A0-12AF1F050D2C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4545334" y="2549225"/>
                    <a:ext cx="364991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1">
                <p14:nvContentPartPr>
                  <p14:cNvPr id="397" name="잉크 396">
                    <a:extLst>
                      <a:ext uri="{FF2B5EF4-FFF2-40B4-BE49-F238E27FC236}">
                        <a16:creationId xmlns:a16="http://schemas.microsoft.com/office/drawing/2014/main" id="{FE708AE0-72D3-E969-ADCA-479955DCC7BD}"/>
                      </a:ext>
                    </a:extLst>
                  </p14:cNvPr>
                  <p14:cNvContentPartPr/>
                  <p14:nvPr/>
                </p14:nvContentPartPr>
                <p14:xfrm>
                  <a:off x="993729" y="1625825"/>
                  <a:ext cx="2347560" cy="1211040"/>
                </p14:xfrm>
              </p:contentPart>
            </mc:Choice>
            <mc:Fallback xmlns="">
              <p:pic>
                <p:nvPicPr>
                  <p:cNvPr id="397" name="잉크 396">
                    <a:extLst>
                      <a:ext uri="{FF2B5EF4-FFF2-40B4-BE49-F238E27FC236}">
                        <a16:creationId xmlns:a16="http://schemas.microsoft.com/office/drawing/2014/main" id="{FE708AE0-72D3-E969-ADCA-479955DCC7BD}"/>
                      </a:ext>
                    </a:extLst>
                  </p:cNvPr>
                  <p:cNvPicPr/>
                  <p:nvPr/>
                </p:nvPicPr>
                <p:blipFill>
                  <a:blip r:embed="rId242"/>
                  <a:stretch>
                    <a:fillRect/>
                  </a:stretch>
                </p:blipFill>
                <p:spPr>
                  <a:xfrm>
                    <a:off x="978804" y="1612145"/>
                    <a:ext cx="2377409" cy="12383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3">
                <p14:nvContentPartPr>
                  <p14:cNvPr id="398" name="잉크 397">
                    <a:extLst>
                      <a:ext uri="{FF2B5EF4-FFF2-40B4-BE49-F238E27FC236}">
                        <a16:creationId xmlns:a16="http://schemas.microsoft.com/office/drawing/2014/main" id="{7E8E1CB6-9C19-C065-A93A-60A02ADCF16B}"/>
                      </a:ext>
                    </a:extLst>
                  </p14:cNvPr>
                  <p14:cNvContentPartPr/>
                  <p14:nvPr/>
                </p14:nvContentPartPr>
                <p14:xfrm>
                  <a:off x="631569" y="1372025"/>
                  <a:ext cx="869040" cy="34920"/>
                </p14:xfrm>
              </p:contentPart>
            </mc:Choice>
            <mc:Fallback xmlns="">
              <p:pic>
                <p:nvPicPr>
                  <p:cNvPr id="398" name="잉크 397">
                    <a:extLst>
                      <a:ext uri="{FF2B5EF4-FFF2-40B4-BE49-F238E27FC236}">
                        <a16:creationId xmlns:a16="http://schemas.microsoft.com/office/drawing/2014/main" id="{7E8E1CB6-9C19-C065-A93A-60A02ADCF16B}"/>
                      </a:ext>
                    </a:extLst>
                  </p:cNvPr>
                  <p:cNvPicPr/>
                  <p:nvPr/>
                </p:nvPicPr>
                <p:blipFill>
                  <a:blip r:embed="rId244"/>
                  <a:stretch>
                    <a:fillRect/>
                  </a:stretch>
                </p:blipFill>
                <p:spPr>
                  <a:xfrm>
                    <a:off x="616646" y="1358533"/>
                    <a:ext cx="898886" cy="619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5">
                <p14:nvContentPartPr>
                  <p14:cNvPr id="399" name="잉크 398">
                    <a:extLst>
                      <a:ext uri="{FF2B5EF4-FFF2-40B4-BE49-F238E27FC236}">
                        <a16:creationId xmlns:a16="http://schemas.microsoft.com/office/drawing/2014/main" id="{6CB844F1-45C6-7087-7374-7F5ADC08D81C}"/>
                      </a:ext>
                    </a:extLst>
                  </p14:cNvPr>
                  <p14:cNvContentPartPr/>
                  <p14:nvPr/>
                </p14:nvContentPartPr>
                <p14:xfrm>
                  <a:off x="1371369" y="2461025"/>
                  <a:ext cx="952200" cy="670320"/>
                </p14:xfrm>
              </p:contentPart>
            </mc:Choice>
            <mc:Fallback xmlns="">
              <p:pic>
                <p:nvPicPr>
                  <p:cNvPr id="399" name="잉크 398">
                    <a:extLst>
                      <a:ext uri="{FF2B5EF4-FFF2-40B4-BE49-F238E27FC236}">
                        <a16:creationId xmlns:a16="http://schemas.microsoft.com/office/drawing/2014/main" id="{6CB844F1-45C6-7087-7374-7F5ADC08D81C}"/>
                      </a:ext>
                    </a:extLst>
                  </p:cNvPr>
                  <p:cNvPicPr/>
                  <p:nvPr/>
                </p:nvPicPr>
                <p:blipFill>
                  <a:blip r:embed="rId246"/>
                  <a:stretch>
                    <a:fillRect/>
                  </a:stretch>
                </p:blipFill>
                <p:spPr>
                  <a:xfrm>
                    <a:off x="1356450" y="2447345"/>
                    <a:ext cx="982039" cy="69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7">
                <p14:nvContentPartPr>
                  <p14:cNvPr id="400" name="잉크 399">
                    <a:extLst>
                      <a:ext uri="{FF2B5EF4-FFF2-40B4-BE49-F238E27FC236}">
                        <a16:creationId xmlns:a16="http://schemas.microsoft.com/office/drawing/2014/main" id="{74E22731-5A66-1E28-D310-3E186A20E3E0}"/>
                      </a:ext>
                    </a:extLst>
                  </p14:cNvPr>
                  <p14:cNvContentPartPr/>
                  <p14:nvPr/>
                </p14:nvContentPartPr>
                <p14:xfrm>
                  <a:off x="2319609" y="2774585"/>
                  <a:ext cx="199440" cy="148320"/>
                </p14:xfrm>
              </p:contentPart>
            </mc:Choice>
            <mc:Fallback xmlns="">
              <p:pic>
                <p:nvPicPr>
                  <p:cNvPr id="400" name="잉크 399">
                    <a:extLst>
                      <a:ext uri="{FF2B5EF4-FFF2-40B4-BE49-F238E27FC236}">
                        <a16:creationId xmlns:a16="http://schemas.microsoft.com/office/drawing/2014/main" id="{74E22731-5A66-1E28-D310-3E186A20E3E0}"/>
                      </a:ext>
                    </a:extLst>
                  </p:cNvPr>
                  <p:cNvPicPr/>
                  <p:nvPr/>
                </p:nvPicPr>
                <p:blipFill>
                  <a:blip r:embed="rId248"/>
                  <a:stretch>
                    <a:fillRect/>
                  </a:stretch>
                </p:blipFill>
                <p:spPr>
                  <a:xfrm>
                    <a:off x="2304738" y="2760956"/>
                    <a:ext cx="229181" cy="1755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9">
                <p14:nvContentPartPr>
                  <p14:cNvPr id="401" name="잉크 400">
                    <a:extLst>
                      <a:ext uri="{FF2B5EF4-FFF2-40B4-BE49-F238E27FC236}">
                        <a16:creationId xmlns:a16="http://schemas.microsoft.com/office/drawing/2014/main" id="{F0D6A26C-2EB6-C8AD-9662-B44F90A2EFA5}"/>
                      </a:ext>
                    </a:extLst>
                  </p14:cNvPr>
                  <p14:cNvContentPartPr/>
                  <p14:nvPr/>
                </p14:nvContentPartPr>
                <p14:xfrm>
                  <a:off x="878889" y="2953865"/>
                  <a:ext cx="889920" cy="57600"/>
                </p14:xfrm>
              </p:contentPart>
            </mc:Choice>
            <mc:Fallback xmlns="">
              <p:pic>
                <p:nvPicPr>
                  <p:cNvPr id="401" name="잉크 400">
                    <a:extLst>
                      <a:ext uri="{FF2B5EF4-FFF2-40B4-BE49-F238E27FC236}">
                        <a16:creationId xmlns:a16="http://schemas.microsoft.com/office/drawing/2014/main" id="{F0D6A26C-2EB6-C8AD-9662-B44F90A2EFA5}"/>
                      </a:ext>
                    </a:extLst>
                  </p:cNvPr>
                  <p:cNvPicPr/>
                  <p:nvPr/>
                </p:nvPicPr>
                <p:blipFill>
                  <a:blip r:embed="rId250"/>
                  <a:stretch>
                    <a:fillRect/>
                  </a:stretch>
                </p:blipFill>
                <p:spPr>
                  <a:xfrm>
                    <a:off x="863969" y="2940265"/>
                    <a:ext cx="919760" cy="8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1">
                <p14:nvContentPartPr>
                  <p14:cNvPr id="402" name="잉크 401">
                    <a:extLst>
                      <a:ext uri="{FF2B5EF4-FFF2-40B4-BE49-F238E27FC236}">
                        <a16:creationId xmlns:a16="http://schemas.microsoft.com/office/drawing/2014/main" id="{F46BD097-F90D-4ED9-DCF2-27D7C9F55DEA}"/>
                      </a:ext>
                    </a:extLst>
                  </p14:cNvPr>
                  <p14:cNvContentPartPr/>
                  <p14:nvPr/>
                </p14:nvContentPartPr>
                <p14:xfrm>
                  <a:off x="339609" y="1116425"/>
                  <a:ext cx="215280" cy="386280"/>
                </p14:xfrm>
              </p:contentPart>
            </mc:Choice>
            <mc:Fallback xmlns="">
              <p:pic>
                <p:nvPicPr>
                  <p:cNvPr id="402" name="잉크 401">
                    <a:extLst>
                      <a:ext uri="{FF2B5EF4-FFF2-40B4-BE49-F238E27FC236}">
                        <a16:creationId xmlns:a16="http://schemas.microsoft.com/office/drawing/2014/main" id="{F46BD097-F90D-4ED9-DCF2-27D7C9F55DEA}"/>
                      </a:ext>
                    </a:extLst>
                  </p:cNvPr>
                  <p:cNvPicPr/>
                  <p:nvPr/>
                </p:nvPicPr>
                <p:blipFill>
                  <a:blip r:embed="rId252"/>
                  <a:stretch>
                    <a:fillRect/>
                  </a:stretch>
                </p:blipFill>
                <p:spPr>
                  <a:xfrm>
                    <a:off x="324732" y="1102744"/>
                    <a:ext cx="245034" cy="41364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9E18EED3-0F3F-C3B0-70DA-4E576887CF0C}"/>
                </a:ext>
              </a:extLst>
            </p:cNvPr>
            <p:cNvGrpSpPr/>
            <p:nvPr/>
          </p:nvGrpSpPr>
          <p:grpSpPr>
            <a:xfrm>
              <a:off x="419889" y="2871425"/>
              <a:ext cx="179280" cy="224280"/>
              <a:chOff x="419889" y="2871425"/>
              <a:chExt cx="179280" cy="224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53">
                <p14:nvContentPartPr>
                  <p14:cNvPr id="386" name="잉크 385">
                    <a:extLst>
                      <a:ext uri="{FF2B5EF4-FFF2-40B4-BE49-F238E27FC236}">
                        <a16:creationId xmlns:a16="http://schemas.microsoft.com/office/drawing/2014/main" id="{453E5862-72E8-76B0-5395-C8A1CD68634F}"/>
                      </a:ext>
                    </a:extLst>
                  </p14:cNvPr>
                  <p14:cNvContentPartPr/>
                  <p14:nvPr/>
                </p14:nvContentPartPr>
                <p14:xfrm>
                  <a:off x="419889" y="2871425"/>
                  <a:ext cx="164520" cy="224280"/>
                </p14:xfrm>
              </p:contentPart>
            </mc:Choice>
            <mc:Fallback xmlns="">
              <p:pic>
                <p:nvPicPr>
                  <p:cNvPr id="386" name="잉크 385">
                    <a:extLst>
                      <a:ext uri="{FF2B5EF4-FFF2-40B4-BE49-F238E27FC236}">
                        <a16:creationId xmlns:a16="http://schemas.microsoft.com/office/drawing/2014/main" id="{453E5862-72E8-76B0-5395-C8A1CD68634F}"/>
                      </a:ext>
                    </a:extLst>
                  </p:cNvPr>
                  <p:cNvPicPr/>
                  <p:nvPr/>
                </p:nvPicPr>
                <p:blipFill>
                  <a:blip r:embed="rId254"/>
                  <a:stretch>
                    <a:fillRect/>
                  </a:stretch>
                </p:blipFill>
                <p:spPr>
                  <a:xfrm>
                    <a:off x="405012" y="2857759"/>
                    <a:ext cx="194274" cy="2516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5">
                <p14:nvContentPartPr>
                  <p14:cNvPr id="387" name="잉크 386">
                    <a:extLst>
                      <a:ext uri="{FF2B5EF4-FFF2-40B4-BE49-F238E27FC236}">
                        <a16:creationId xmlns:a16="http://schemas.microsoft.com/office/drawing/2014/main" id="{ABDA2278-05BA-FCA4-E4ED-B710462D5365}"/>
                      </a:ext>
                    </a:extLst>
                  </p14:cNvPr>
                  <p14:cNvContentPartPr/>
                  <p14:nvPr/>
                </p14:nvContentPartPr>
                <p14:xfrm>
                  <a:off x="492249" y="2872145"/>
                  <a:ext cx="106920" cy="89640"/>
                </p14:xfrm>
              </p:contentPart>
            </mc:Choice>
            <mc:Fallback xmlns="">
              <p:pic>
                <p:nvPicPr>
                  <p:cNvPr id="387" name="잉크 386">
                    <a:extLst>
                      <a:ext uri="{FF2B5EF4-FFF2-40B4-BE49-F238E27FC236}">
                        <a16:creationId xmlns:a16="http://schemas.microsoft.com/office/drawing/2014/main" id="{ABDA2278-05BA-FCA4-E4ED-B710462D5365}"/>
                      </a:ext>
                    </a:extLst>
                  </p:cNvPr>
                  <p:cNvPicPr/>
                  <p:nvPr/>
                </p:nvPicPr>
                <p:blipFill>
                  <a:blip r:embed="rId256"/>
                  <a:stretch>
                    <a:fillRect/>
                  </a:stretch>
                </p:blipFill>
                <p:spPr>
                  <a:xfrm>
                    <a:off x="477350" y="2858539"/>
                    <a:ext cx="136717" cy="11685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2A33308C-ADA4-6E66-B40A-E2AC90A8D340}"/>
                </a:ext>
              </a:extLst>
            </p:cNvPr>
            <p:cNvGrpSpPr/>
            <p:nvPr/>
          </p:nvGrpSpPr>
          <p:grpSpPr>
            <a:xfrm>
              <a:off x="662889" y="93665"/>
              <a:ext cx="3804480" cy="567720"/>
              <a:chOff x="662889" y="93665"/>
              <a:chExt cx="3804480" cy="567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57">
                <p14:nvContentPartPr>
                  <p14:cNvPr id="370" name="잉크 369">
                    <a:extLst>
                      <a:ext uri="{FF2B5EF4-FFF2-40B4-BE49-F238E27FC236}">
                        <a16:creationId xmlns:a16="http://schemas.microsoft.com/office/drawing/2014/main" id="{8C8C114F-E940-948F-DEBE-8F43987B5E42}"/>
                      </a:ext>
                    </a:extLst>
                  </p14:cNvPr>
                  <p14:cNvContentPartPr/>
                  <p14:nvPr/>
                </p14:nvContentPartPr>
                <p14:xfrm>
                  <a:off x="662889" y="269345"/>
                  <a:ext cx="99000" cy="281520"/>
                </p14:xfrm>
              </p:contentPart>
            </mc:Choice>
            <mc:Fallback xmlns="">
              <p:pic>
                <p:nvPicPr>
                  <p:cNvPr id="370" name="잉크 369">
                    <a:extLst>
                      <a:ext uri="{FF2B5EF4-FFF2-40B4-BE49-F238E27FC236}">
                        <a16:creationId xmlns:a16="http://schemas.microsoft.com/office/drawing/2014/main" id="{8C8C114F-E940-948F-DEBE-8F43987B5E42}"/>
                      </a:ext>
                    </a:extLst>
                  </p:cNvPr>
                  <p:cNvPicPr/>
                  <p:nvPr/>
                </p:nvPicPr>
                <p:blipFill>
                  <a:blip r:embed="rId258"/>
                  <a:stretch>
                    <a:fillRect/>
                  </a:stretch>
                </p:blipFill>
                <p:spPr>
                  <a:xfrm>
                    <a:off x="648126" y="255671"/>
                    <a:ext cx="128526" cy="3088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9">
                <p14:nvContentPartPr>
                  <p14:cNvPr id="371" name="잉크 370">
                    <a:extLst>
                      <a:ext uri="{FF2B5EF4-FFF2-40B4-BE49-F238E27FC236}">
                        <a16:creationId xmlns:a16="http://schemas.microsoft.com/office/drawing/2014/main" id="{B23DCEB2-18D2-956A-FD0C-95343734803C}"/>
                      </a:ext>
                    </a:extLst>
                  </p14:cNvPr>
                  <p14:cNvContentPartPr/>
                  <p14:nvPr/>
                </p14:nvContentPartPr>
                <p14:xfrm>
                  <a:off x="773409" y="248465"/>
                  <a:ext cx="275040" cy="300960"/>
                </p14:xfrm>
              </p:contentPart>
            </mc:Choice>
            <mc:Fallback xmlns="">
              <p:pic>
                <p:nvPicPr>
                  <p:cNvPr id="371" name="잉크 370">
                    <a:extLst>
                      <a:ext uri="{FF2B5EF4-FFF2-40B4-BE49-F238E27FC236}">
                        <a16:creationId xmlns:a16="http://schemas.microsoft.com/office/drawing/2014/main" id="{B23DCEB2-18D2-956A-FD0C-95343734803C}"/>
                      </a:ext>
                    </a:extLst>
                  </p:cNvPr>
                  <p:cNvPicPr/>
                  <p:nvPr/>
                </p:nvPicPr>
                <p:blipFill>
                  <a:blip r:embed="rId260"/>
                  <a:stretch>
                    <a:fillRect/>
                  </a:stretch>
                </p:blipFill>
                <p:spPr>
                  <a:xfrm>
                    <a:off x="758518" y="234821"/>
                    <a:ext cx="304821" cy="3282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1">
                <p14:nvContentPartPr>
                  <p14:cNvPr id="372" name="잉크 371">
                    <a:extLst>
                      <a:ext uri="{FF2B5EF4-FFF2-40B4-BE49-F238E27FC236}">
                        <a16:creationId xmlns:a16="http://schemas.microsoft.com/office/drawing/2014/main" id="{BAB9CC8A-D717-4177-CAA3-3D321BE4E6D4}"/>
                      </a:ext>
                    </a:extLst>
                  </p14:cNvPr>
                  <p14:cNvContentPartPr/>
                  <p14:nvPr/>
                </p14:nvContentPartPr>
                <p14:xfrm>
                  <a:off x="1125489" y="351425"/>
                  <a:ext cx="156960" cy="225720"/>
                </p14:xfrm>
              </p:contentPart>
            </mc:Choice>
            <mc:Fallback xmlns="">
              <p:pic>
                <p:nvPicPr>
                  <p:cNvPr id="372" name="잉크 371">
                    <a:extLst>
                      <a:ext uri="{FF2B5EF4-FFF2-40B4-BE49-F238E27FC236}">
                        <a16:creationId xmlns:a16="http://schemas.microsoft.com/office/drawing/2014/main" id="{BAB9CC8A-D717-4177-CAA3-3D321BE4E6D4}"/>
                      </a:ext>
                    </a:extLst>
                  </p:cNvPr>
                  <p:cNvPicPr/>
                  <p:nvPr/>
                </p:nvPicPr>
                <p:blipFill>
                  <a:blip r:embed="rId262"/>
                  <a:stretch>
                    <a:fillRect/>
                  </a:stretch>
                </p:blipFill>
                <p:spPr>
                  <a:xfrm>
                    <a:off x="1110582" y="337769"/>
                    <a:ext cx="186774" cy="2530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3">
                <p14:nvContentPartPr>
                  <p14:cNvPr id="373" name="잉크 372">
                    <a:extLst>
                      <a:ext uri="{FF2B5EF4-FFF2-40B4-BE49-F238E27FC236}">
                        <a16:creationId xmlns:a16="http://schemas.microsoft.com/office/drawing/2014/main" id="{252AF395-895A-0A92-8CF7-E29DAFA23CD8}"/>
                      </a:ext>
                    </a:extLst>
                  </p14:cNvPr>
                  <p14:cNvContentPartPr/>
                  <p14:nvPr/>
                </p14:nvContentPartPr>
                <p14:xfrm>
                  <a:off x="1417089" y="257825"/>
                  <a:ext cx="274680" cy="403560"/>
                </p14:xfrm>
              </p:contentPart>
            </mc:Choice>
            <mc:Fallback xmlns="">
              <p:pic>
                <p:nvPicPr>
                  <p:cNvPr id="373" name="잉크 372">
                    <a:extLst>
                      <a:ext uri="{FF2B5EF4-FFF2-40B4-BE49-F238E27FC236}">
                        <a16:creationId xmlns:a16="http://schemas.microsoft.com/office/drawing/2014/main" id="{252AF395-895A-0A92-8CF7-E29DAFA23CD8}"/>
                      </a:ext>
                    </a:extLst>
                  </p:cNvPr>
                  <p:cNvPicPr/>
                  <p:nvPr/>
                </p:nvPicPr>
                <p:blipFill>
                  <a:blip r:embed="rId264"/>
                  <a:stretch>
                    <a:fillRect/>
                  </a:stretch>
                </p:blipFill>
                <p:spPr>
                  <a:xfrm>
                    <a:off x="1402170" y="244159"/>
                    <a:ext cx="304517" cy="4308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5">
                <p14:nvContentPartPr>
                  <p14:cNvPr id="374" name="잉크 373">
                    <a:extLst>
                      <a:ext uri="{FF2B5EF4-FFF2-40B4-BE49-F238E27FC236}">
                        <a16:creationId xmlns:a16="http://schemas.microsoft.com/office/drawing/2014/main" id="{B1145204-553D-1989-3345-D105E6C50CFE}"/>
                      </a:ext>
                    </a:extLst>
                  </p14:cNvPr>
                  <p14:cNvContentPartPr/>
                  <p14:nvPr/>
                </p14:nvContentPartPr>
                <p14:xfrm>
                  <a:off x="1851969" y="456545"/>
                  <a:ext cx="167400" cy="12600"/>
                </p14:xfrm>
              </p:contentPart>
            </mc:Choice>
            <mc:Fallback xmlns="">
              <p:pic>
                <p:nvPicPr>
                  <p:cNvPr id="374" name="잉크 373">
                    <a:extLst>
                      <a:ext uri="{FF2B5EF4-FFF2-40B4-BE49-F238E27FC236}">
                        <a16:creationId xmlns:a16="http://schemas.microsoft.com/office/drawing/2014/main" id="{B1145204-553D-1989-3345-D105E6C50CFE}"/>
                      </a:ext>
                    </a:extLst>
                  </p:cNvPr>
                  <p:cNvPicPr/>
                  <p:nvPr/>
                </p:nvPicPr>
                <p:blipFill>
                  <a:blip r:embed="rId266"/>
                  <a:stretch>
                    <a:fillRect/>
                  </a:stretch>
                </p:blipFill>
                <p:spPr>
                  <a:xfrm>
                    <a:off x="1837070" y="443157"/>
                    <a:ext cx="197199" cy="393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7">
                <p14:nvContentPartPr>
                  <p14:cNvPr id="375" name="잉크 374">
                    <a:extLst>
                      <a:ext uri="{FF2B5EF4-FFF2-40B4-BE49-F238E27FC236}">
                        <a16:creationId xmlns:a16="http://schemas.microsoft.com/office/drawing/2014/main" id="{B1550F29-9C7A-823B-97D9-694DE1FEB679}"/>
                      </a:ext>
                    </a:extLst>
                  </p14:cNvPr>
                  <p14:cNvContentPartPr/>
                  <p14:nvPr/>
                </p14:nvContentPartPr>
                <p14:xfrm>
                  <a:off x="2262369" y="195545"/>
                  <a:ext cx="349560" cy="329760"/>
                </p14:xfrm>
              </p:contentPart>
            </mc:Choice>
            <mc:Fallback xmlns="">
              <p:pic>
                <p:nvPicPr>
                  <p:cNvPr id="375" name="잉크 374">
                    <a:extLst>
                      <a:ext uri="{FF2B5EF4-FFF2-40B4-BE49-F238E27FC236}">
                        <a16:creationId xmlns:a16="http://schemas.microsoft.com/office/drawing/2014/main" id="{B1550F29-9C7A-823B-97D9-694DE1FEB679}"/>
                      </a:ext>
                    </a:extLst>
                  </p:cNvPr>
                  <p:cNvPicPr/>
                  <p:nvPr/>
                </p:nvPicPr>
                <p:blipFill>
                  <a:blip r:embed="rId268"/>
                  <a:stretch>
                    <a:fillRect/>
                  </a:stretch>
                </p:blipFill>
                <p:spPr>
                  <a:xfrm>
                    <a:off x="2247475" y="181872"/>
                    <a:ext cx="379347" cy="3571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9">
                <p14:nvContentPartPr>
                  <p14:cNvPr id="376" name="잉크 375">
                    <a:extLst>
                      <a:ext uri="{FF2B5EF4-FFF2-40B4-BE49-F238E27FC236}">
                        <a16:creationId xmlns:a16="http://schemas.microsoft.com/office/drawing/2014/main" id="{E7CBC2D0-B4E0-8348-14D4-B3997EFF0EA7}"/>
                      </a:ext>
                    </a:extLst>
                  </p14:cNvPr>
                  <p14:cNvContentPartPr/>
                  <p14:nvPr/>
                </p14:nvContentPartPr>
                <p14:xfrm>
                  <a:off x="2702649" y="222185"/>
                  <a:ext cx="183960" cy="343800"/>
                </p14:xfrm>
              </p:contentPart>
            </mc:Choice>
            <mc:Fallback xmlns="">
              <p:pic>
                <p:nvPicPr>
                  <p:cNvPr id="376" name="잉크 375">
                    <a:extLst>
                      <a:ext uri="{FF2B5EF4-FFF2-40B4-BE49-F238E27FC236}">
                        <a16:creationId xmlns:a16="http://schemas.microsoft.com/office/drawing/2014/main" id="{E7CBC2D0-B4E0-8348-14D4-B3997EFF0EA7}"/>
                      </a:ext>
                    </a:extLst>
                  </p:cNvPr>
                  <p:cNvPicPr/>
                  <p:nvPr/>
                </p:nvPicPr>
                <p:blipFill>
                  <a:blip r:embed="rId270"/>
                  <a:stretch>
                    <a:fillRect/>
                  </a:stretch>
                </p:blipFill>
                <p:spPr>
                  <a:xfrm>
                    <a:off x="2687757" y="208529"/>
                    <a:ext cx="213744" cy="3711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1">
                <p14:nvContentPartPr>
                  <p14:cNvPr id="377" name="잉크 376">
                    <a:extLst>
                      <a:ext uri="{FF2B5EF4-FFF2-40B4-BE49-F238E27FC236}">
                        <a16:creationId xmlns:a16="http://schemas.microsoft.com/office/drawing/2014/main" id="{D57FEFFC-4502-2258-4125-E37D839C41CE}"/>
                      </a:ext>
                    </a:extLst>
                  </p14:cNvPr>
                  <p14:cNvContentPartPr/>
                  <p14:nvPr/>
                </p14:nvContentPartPr>
                <p14:xfrm>
                  <a:off x="2801649" y="245945"/>
                  <a:ext cx="147960" cy="63360"/>
                </p14:xfrm>
              </p:contentPart>
            </mc:Choice>
            <mc:Fallback xmlns="">
              <p:pic>
                <p:nvPicPr>
                  <p:cNvPr id="377" name="잉크 376">
                    <a:extLst>
                      <a:ext uri="{FF2B5EF4-FFF2-40B4-BE49-F238E27FC236}">
                        <a16:creationId xmlns:a16="http://schemas.microsoft.com/office/drawing/2014/main" id="{D57FEFFC-4502-2258-4125-E37D839C41CE}"/>
                      </a:ext>
                    </a:extLst>
                  </p:cNvPr>
                  <p:cNvPicPr/>
                  <p:nvPr/>
                </p:nvPicPr>
                <p:blipFill>
                  <a:blip r:embed="rId272"/>
                  <a:stretch>
                    <a:fillRect/>
                  </a:stretch>
                </p:blipFill>
                <p:spPr>
                  <a:xfrm>
                    <a:off x="2786765" y="232311"/>
                    <a:ext cx="177727" cy="906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3">
                <p14:nvContentPartPr>
                  <p14:cNvPr id="378" name="잉크 377">
                    <a:extLst>
                      <a:ext uri="{FF2B5EF4-FFF2-40B4-BE49-F238E27FC236}">
                        <a16:creationId xmlns:a16="http://schemas.microsoft.com/office/drawing/2014/main" id="{CB190530-760C-1571-BA3F-C2F7F921F1A6}"/>
                      </a:ext>
                    </a:extLst>
                  </p14:cNvPr>
                  <p14:cNvContentPartPr/>
                  <p14:nvPr/>
                </p14:nvContentPartPr>
                <p14:xfrm>
                  <a:off x="3071289" y="527465"/>
                  <a:ext cx="242640" cy="24120"/>
                </p14:xfrm>
              </p:contentPart>
            </mc:Choice>
            <mc:Fallback xmlns="">
              <p:pic>
                <p:nvPicPr>
                  <p:cNvPr id="378" name="잉크 377">
                    <a:extLst>
                      <a:ext uri="{FF2B5EF4-FFF2-40B4-BE49-F238E27FC236}">
                        <a16:creationId xmlns:a16="http://schemas.microsoft.com/office/drawing/2014/main" id="{CB190530-760C-1571-BA3F-C2F7F921F1A6}"/>
                      </a:ext>
                    </a:extLst>
                  </p:cNvPr>
                  <p:cNvPicPr/>
                  <p:nvPr/>
                </p:nvPicPr>
                <p:blipFill>
                  <a:blip r:embed="rId274"/>
                  <a:stretch>
                    <a:fillRect/>
                  </a:stretch>
                </p:blipFill>
                <p:spPr>
                  <a:xfrm>
                    <a:off x="3056398" y="514238"/>
                    <a:ext cx="272423" cy="505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5">
                <p14:nvContentPartPr>
                  <p14:cNvPr id="379" name="잉크 378">
                    <a:extLst>
                      <a:ext uri="{FF2B5EF4-FFF2-40B4-BE49-F238E27FC236}">
                        <a16:creationId xmlns:a16="http://schemas.microsoft.com/office/drawing/2014/main" id="{747264E0-BF15-45FF-B43D-B46BF7BE4FD7}"/>
                      </a:ext>
                    </a:extLst>
                  </p14:cNvPr>
                  <p14:cNvContentPartPr/>
                  <p14:nvPr/>
                </p14:nvContentPartPr>
                <p14:xfrm>
                  <a:off x="3458289" y="175745"/>
                  <a:ext cx="204480" cy="451800"/>
                </p14:xfrm>
              </p:contentPart>
            </mc:Choice>
            <mc:Fallback xmlns="">
              <p:pic>
                <p:nvPicPr>
                  <p:cNvPr id="379" name="잉크 378">
                    <a:extLst>
                      <a:ext uri="{FF2B5EF4-FFF2-40B4-BE49-F238E27FC236}">
                        <a16:creationId xmlns:a16="http://schemas.microsoft.com/office/drawing/2014/main" id="{747264E0-BF15-45FF-B43D-B46BF7BE4FD7}"/>
                      </a:ext>
                    </a:extLst>
                  </p:cNvPr>
                  <p:cNvPicPr/>
                  <p:nvPr/>
                </p:nvPicPr>
                <p:blipFill>
                  <a:blip r:embed="rId276"/>
                  <a:stretch>
                    <a:fillRect/>
                  </a:stretch>
                </p:blipFill>
                <p:spPr>
                  <a:xfrm>
                    <a:off x="3443434" y="162078"/>
                    <a:ext cx="234191" cy="4791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7">
                <p14:nvContentPartPr>
                  <p14:cNvPr id="380" name="잉크 379">
                    <a:extLst>
                      <a:ext uri="{FF2B5EF4-FFF2-40B4-BE49-F238E27FC236}">
                        <a16:creationId xmlns:a16="http://schemas.microsoft.com/office/drawing/2014/main" id="{587C3FFA-6AC2-73D7-A867-380D521FCD30}"/>
                      </a:ext>
                    </a:extLst>
                  </p14:cNvPr>
                  <p14:cNvContentPartPr/>
                  <p14:nvPr/>
                </p14:nvContentPartPr>
                <p14:xfrm>
                  <a:off x="3644769" y="382745"/>
                  <a:ext cx="222840" cy="185040"/>
                </p14:xfrm>
              </p:contentPart>
            </mc:Choice>
            <mc:Fallback xmlns="">
              <p:pic>
                <p:nvPicPr>
                  <p:cNvPr id="380" name="잉크 379">
                    <a:extLst>
                      <a:ext uri="{FF2B5EF4-FFF2-40B4-BE49-F238E27FC236}">
                        <a16:creationId xmlns:a16="http://schemas.microsoft.com/office/drawing/2014/main" id="{587C3FFA-6AC2-73D7-A867-380D521FCD30}"/>
                      </a:ext>
                    </a:extLst>
                  </p:cNvPr>
                  <p:cNvPicPr/>
                  <p:nvPr/>
                </p:nvPicPr>
                <p:blipFill>
                  <a:blip r:embed="rId278"/>
                  <a:stretch>
                    <a:fillRect/>
                  </a:stretch>
                </p:blipFill>
                <p:spPr>
                  <a:xfrm>
                    <a:off x="3629913" y="369127"/>
                    <a:ext cx="252552" cy="2122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9">
                <p14:nvContentPartPr>
                  <p14:cNvPr id="381" name="잉크 380">
                    <a:extLst>
                      <a:ext uri="{FF2B5EF4-FFF2-40B4-BE49-F238E27FC236}">
                        <a16:creationId xmlns:a16="http://schemas.microsoft.com/office/drawing/2014/main" id="{1CA5FBB2-F9AC-B2CA-A5B6-CD5C740DD2D1}"/>
                      </a:ext>
                    </a:extLst>
                  </p14:cNvPr>
                  <p14:cNvContentPartPr/>
                  <p14:nvPr/>
                </p14:nvContentPartPr>
                <p14:xfrm>
                  <a:off x="3821529" y="550145"/>
                  <a:ext cx="79920" cy="12600"/>
                </p14:xfrm>
              </p:contentPart>
            </mc:Choice>
            <mc:Fallback xmlns="">
              <p:pic>
                <p:nvPicPr>
                  <p:cNvPr id="381" name="잉크 380">
                    <a:extLst>
                      <a:ext uri="{FF2B5EF4-FFF2-40B4-BE49-F238E27FC236}">
                        <a16:creationId xmlns:a16="http://schemas.microsoft.com/office/drawing/2014/main" id="{1CA5FBB2-F9AC-B2CA-A5B6-CD5C740DD2D1}"/>
                      </a:ext>
                    </a:extLst>
                  </p:cNvPr>
                  <p:cNvPicPr/>
                  <p:nvPr/>
                </p:nvPicPr>
                <p:blipFill>
                  <a:blip r:embed="rId280"/>
                  <a:stretch>
                    <a:fillRect/>
                  </a:stretch>
                </p:blipFill>
                <p:spPr>
                  <a:xfrm>
                    <a:off x="3806761" y="536757"/>
                    <a:ext cx="109456" cy="393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1">
                <p14:nvContentPartPr>
                  <p14:cNvPr id="382" name="잉크 381">
                    <a:extLst>
                      <a:ext uri="{FF2B5EF4-FFF2-40B4-BE49-F238E27FC236}">
                        <a16:creationId xmlns:a16="http://schemas.microsoft.com/office/drawing/2014/main" id="{48D6B0C7-78E5-386B-6A26-1417CBAE4D9F}"/>
                      </a:ext>
                    </a:extLst>
                  </p14:cNvPr>
                  <p14:cNvContentPartPr/>
                  <p14:nvPr/>
                </p14:nvContentPartPr>
                <p14:xfrm>
                  <a:off x="3809649" y="292745"/>
                  <a:ext cx="199440" cy="360"/>
                </p14:xfrm>
              </p:contentPart>
            </mc:Choice>
            <mc:Fallback xmlns="">
              <p:pic>
                <p:nvPicPr>
                  <p:cNvPr id="382" name="잉크 381">
                    <a:extLst>
                      <a:ext uri="{FF2B5EF4-FFF2-40B4-BE49-F238E27FC236}">
                        <a16:creationId xmlns:a16="http://schemas.microsoft.com/office/drawing/2014/main" id="{48D6B0C7-78E5-386B-6A26-1417CBAE4D9F}"/>
                      </a:ext>
                    </a:extLst>
                  </p:cNvPr>
                  <p:cNvPicPr/>
                  <p:nvPr/>
                </p:nvPicPr>
                <p:blipFill>
                  <a:blip r:embed="rId282"/>
                  <a:stretch>
                    <a:fillRect/>
                  </a:stretch>
                </p:blipFill>
                <p:spPr>
                  <a:xfrm>
                    <a:off x="3794778" y="286625"/>
                    <a:ext cx="229181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3">
                <p14:nvContentPartPr>
                  <p14:cNvPr id="383" name="잉크 382">
                    <a:extLst>
                      <a:ext uri="{FF2B5EF4-FFF2-40B4-BE49-F238E27FC236}">
                        <a16:creationId xmlns:a16="http://schemas.microsoft.com/office/drawing/2014/main" id="{F9626049-0E3E-5F1C-7BA0-3EAA0567205D}"/>
                      </a:ext>
                    </a:extLst>
                  </p14:cNvPr>
                  <p14:cNvContentPartPr/>
                  <p14:nvPr/>
                </p14:nvContentPartPr>
                <p14:xfrm>
                  <a:off x="3901809" y="93665"/>
                  <a:ext cx="33840" cy="474120"/>
                </p14:xfrm>
              </p:contentPart>
            </mc:Choice>
            <mc:Fallback xmlns="">
              <p:pic>
                <p:nvPicPr>
                  <p:cNvPr id="383" name="잉크 382">
                    <a:extLst>
                      <a:ext uri="{FF2B5EF4-FFF2-40B4-BE49-F238E27FC236}">
                        <a16:creationId xmlns:a16="http://schemas.microsoft.com/office/drawing/2014/main" id="{F9626049-0E3E-5F1C-7BA0-3EAA0567205D}"/>
                      </a:ext>
                    </a:extLst>
                  </p:cNvPr>
                  <p:cNvPicPr/>
                  <p:nvPr/>
                </p:nvPicPr>
                <p:blipFill>
                  <a:blip r:embed="rId284"/>
                  <a:stretch>
                    <a:fillRect/>
                  </a:stretch>
                </p:blipFill>
                <p:spPr>
                  <a:xfrm>
                    <a:off x="3887058" y="80004"/>
                    <a:ext cx="63342" cy="5014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5">
                <p14:nvContentPartPr>
                  <p14:cNvPr id="384" name="잉크 383">
                    <a:extLst>
                      <a:ext uri="{FF2B5EF4-FFF2-40B4-BE49-F238E27FC236}">
                        <a16:creationId xmlns:a16="http://schemas.microsoft.com/office/drawing/2014/main" id="{095567C8-FF9E-2369-E895-55E760621761}"/>
                      </a:ext>
                    </a:extLst>
                  </p14:cNvPr>
                  <p14:cNvContentPartPr/>
                  <p14:nvPr/>
                </p14:nvContentPartPr>
                <p14:xfrm>
                  <a:off x="4041849" y="374825"/>
                  <a:ext cx="167040" cy="178560"/>
                </p14:xfrm>
              </p:contentPart>
            </mc:Choice>
            <mc:Fallback xmlns="">
              <p:pic>
                <p:nvPicPr>
                  <p:cNvPr id="384" name="잉크 383">
                    <a:extLst>
                      <a:ext uri="{FF2B5EF4-FFF2-40B4-BE49-F238E27FC236}">
                        <a16:creationId xmlns:a16="http://schemas.microsoft.com/office/drawing/2014/main" id="{095567C8-FF9E-2369-E895-55E760621761}"/>
                      </a:ext>
                    </a:extLst>
                  </p:cNvPr>
                  <p:cNvPicPr/>
                  <p:nvPr/>
                </p:nvPicPr>
                <p:blipFill>
                  <a:blip r:embed="rId286"/>
                  <a:stretch>
                    <a:fillRect/>
                  </a:stretch>
                </p:blipFill>
                <p:spPr>
                  <a:xfrm>
                    <a:off x="4026982" y="361151"/>
                    <a:ext cx="196775" cy="2059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7">
                <p14:nvContentPartPr>
                  <p14:cNvPr id="385" name="잉크 384">
                    <a:extLst>
                      <a:ext uri="{FF2B5EF4-FFF2-40B4-BE49-F238E27FC236}">
                        <a16:creationId xmlns:a16="http://schemas.microsoft.com/office/drawing/2014/main" id="{D7D1257B-202D-CED3-D830-3EECCF2205A5}"/>
                      </a:ext>
                    </a:extLst>
                  </p14:cNvPr>
                  <p14:cNvContentPartPr/>
                  <p14:nvPr/>
                </p14:nvContentPartPr>
                <p14:xfrm>
                  <a:off x="4294209" y="140465"/>
                  <a:ext cx="173160" cy="441000"/>
                </p14:xfrm>
              </p:contentPart>
            </mc:Choice>
            <mc:Fallback xmlns="">
              <p:pic>
                <p:nvPicPr>
                  <p:cNvPr id="385" name="잉크 384">
                    <a:extLst>
                      <a:ext uri="{FF2B5EF4-FFF2-40B4-BE49-F238E27FC236}">
                        <a16:creationId xmlns:a16="http://schemas.microsoft.com/office/drawing/2014/main" id="{D7D1257B-202D-CED3-D830-3EECCF2205A5}"/>
                      </a:ext>
                    </a:extLst>
                  </p:cNvPr>
                  <p:cNvPicPr/>
                  <p:nvPr/>
                </p:nvPicPr>
                <p:blipFill>
                  <a:blip r:embed="rId288"/>
                  <a:stretch>
                    <a:fillRect/>
                  </a:stretch>
                </p:blipFill>
                <p:spPr>
                  <a:xfrm>
                    <a:off x="4279342" y="126809"/>
                    <a:ext cx="202895" cy="46831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F570B673-7B5E-B287-6492-A25C2C8BCE0E}"/>
                </a:ext>
              </a:extLst>
            </p:cNvPr>
            <p:cNvGrpSpPr/>
            <p:nvPr/>
          </p:nvGrpSpPr>
          <p:grpSpPr>
            <a:xfrm>
              <a:off x="6517929" y="550865"/>
              <a:ext cx="4006440" cy="3512880"/>
              <a:chOff x="6517929" y="550865"/>
              <a:chExt cx="4006440" cy="3512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89">
                <p14:nvContentPartPr>
                  <p14:cNvPr id="361" name="잉크 360">
                    <a:extLst>
                      <a:ext uri="{FF2B5EF4-FFF2-40B4-BE49-F238E27FC236}">
                        <a16:creationId xmlns:a16="http://schemas.microsoft.com/office/drawing/2014/main" id="{6599EC58-F630-EC84-BFA0-92809E1246E6}"/>
                      </a:ext>
                    </a:extLst>
                  </p14:cNvPr>
                  <p14:cNvContentPartPr/>
                  <p14:nvPr/>
                </p14:nvContentPartPr>
                <p14:xfrm>
                  <a:off x="6517929" y="1523225"/>
                  <a:ext cx="3317760" cy="47880"/>
                </p14:xfrm>
              </p:contentPart>
            </mc:Choice>
            <mc:Fallback xmlns="">
              <p:pic>
                <p:nvPicPr>
                  <p:cNvPr id="361" name="잉크 360">
                    <a:extLst>
                      <a:ext uri="{FF2B5EF4-FFF2-40B4-BE49-F238E27FC236}">
                        <a16:creationId xmlns:a16="http://schemas.microsoft.com/office/drawing/2014/main" id="{6599EC58-F630-EC84-BFA0-92809E1246E6}"/>
                      </a:ext>
                    </a:extLst>
                  </p:cNvPr>
                  <p:cNvPicPr/>
                  <p:nvPr/>
                </p:nvPicPr>
                <p:blipFill>
                  <a:blip r:embed="rId290"/>
                  <a:stretch>
                    <a:fillRect/>
                  </a:stretch>
                </p:blipFill>
                <p:spPr>
                  <a:xfrm>
                    <a:off x="6503008" y="1509659"/>
                    <a:ext cx="3347602" cy="750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1">
                <p14:nvContentPartPr>
                  <p14:cNvPr id="362" name="잉크 361">
                    <a:extLst>
                      <a:ext uri="{FF2B5EF4-FFF2-40B4-BE49-F238E27FC236}">
                        <a16:creationId xmlns:a16="http://schemas.microsoft.com/office/drawing/2014/main" id="{3CC0F714-4CF3-DBB9-4ADD-35633FEFB60C}"/>
                      </a:ext>
                    </a:extLst>
                  </p14:cNvPr>
                  <p14:cNvContentPartPr/>
                  <p14:nvPr/>
                </p14:nvContentPartPr>
                <p14:xfrm>
                  <a:off x="8545809" y="550865"/>
                  <a:ext cx="118080" cy="3512880"/>
                </p14:xfrm>
              </p:contentPart>
            </mc:Choice>
            <mc:Fallback xmlns="">
              <p:pic>
                <p:nvPicPr>
                  <p:cNvPr id="362" name="잉크 361">
                    <a:extLst>
                      <a:ext uri="{FF2B5EF4-FFF2-40B4-BE49-F238E27FC236}">
                        <a16:creationId xmlns:a16="http://schemas.microsoft.com/office/drawing/2014/main" id="{3CC0F714-4CF3-DBB9-4ADD-35633FEFB60C}"/>
                      </a:ext>
                    </a:extLst>
                  </p:cNvPr>
                  <p:cNvPicPr/>
                  <p:nvPr/>
                </p:nvPicPr>
                <p:blipFill>
                  <a:blip r:embed="rId292"/>
                  <a:stretch>
                    <a:fillRect/>
                  </a:stretch>
                </p:blipFill>
                <p:spPr>
                  <a:xfrm>
                    <a:off x="8530940" y="537184"/>
                    <a:ext cx="147819" cy="35402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3">
                <p14:nvContentPartPr>
                  <p14:cNvPr id="363" name="잉크 362">
                    <a:extLst>
                      <a:ext uri="{FF2B5EF4-FFF2-40B4-BE49-F238E27FC236}">
                        <a16:creationId xmlns:a16="http://schemas.microsoft.com/office/drawing/2014/main" id="{686933F7-0C78-144F-ACF2-67FE0B90DD9B}"/>
                      </a:ext>
                    </a:extLst>
                  </p14:cNvPr>
                  <p14:cNvContentPartPr/>
                  <p14:nvPr/>
                </p14:nvContentPartPr>
                <p14:xfrm>
                  <a:off x="8862609" y="1546625"/>
                  <a:ext cx="1661760" cy="48960"/>
                </p14:xfrm>
              </p:contentPart>
            </mc:Choice>
            <mc:Fallback xmlns="">
              <p:pic>
                <p:nvPicPr>
                  <p:cNvPr id="363" name="잉크 362">
                    <a:extLst>
                      <a:ext uri="{FF2B5EF4-FFF2-40B4-BE49-F238E27FC236}">
                        <a16:creationId xmlns:a16="http://schemas.microsoft.com/office/drawing/2014/main" id="{686933F7-0C78-144F-ACF2-67FE0B90DD9B}"/>
                      </a:ext>
                    </a:extLst>
                  </p:cNvPr>
                  <p:cNvPicPr/>
                  <p:nvPr/>
                </p:nvPicPr>
                <p:blipFill>
                  <a:blip r:embed="rId294"/>
                  <a:stretch>
                    <a:fillRect/>
                  </a:stretch>
                </p:blipFill>
                <p:spPr>
                  <a:xfrm>
                    <a:off x="8847686" y="1532980"/>
                    <a:ext cx="1691607" cy="762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5">
                <p14:nvContentPartPr>
                  <p14:cNvPr id="364" name="잉크 363">
                    <a:extLst>
                      <a:ext uri="{FF2B5EF4-FFF2-40B4-BE49-F238E27FC236}">
                        <a16:creationId xmlns:a16="http://schemas.microsoft.com/office/drawing/2014/main" id="{9FC76D28-5124-FDCF-60C7-9C240CFE058E}"/>
                      </a:ext>
                    </a:extLst>
                  </p14:cNvPr>
                  <p14:cNvContentPartPr/>
                  <p14:nvPr/>
                </p14:nvContentPartPr>
                <p14:xfrm>
                  <a:off x="8919489" y="1019585"/>
                  <a:ext cx="190800" cy="248400"/>
                </p14:xfrm>
              </p:contentPart>
            </mc:Choice>
            <mc:Fallback xmlns="">
              <p:pic>
                <p:nvPicPr>
                  <p:cNvPr id="364" name="잉크 363">
                    <a:extLst>
                      <a:ext uri="{FF2B5EF4-FFF2-40B4-BE49-F238E27FC236}">
                        <a16:creationId xmlns:a16="http://schemas.microsoft.com/office/drawing/2014/main" id="{9FC76D28-5124-FDCF-60C7-9C240CFE058E}"/>
                      </a:ext>
                    </a:extLst>
                  </p:cNvPr>
                  <p:cNvPicPr/>
                  <p:nvPr/>
                </p:nvPicPr>
                <p:blipFill>
                  <a:blip r:embed="rId296"/>
                  <a:stretch>
                    <a:fillRect/>
                  </a:stretch>
                </p:blipFill>
                <p:spPr>
                  <a:xfrm>
                    <a:off x="8904610" y="1005919"/>
                    <a:ext cx="220558" cy="2757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7">
                <p14:nvContentPartPr>
                  <p14:cNvPr id="365" name="잉크 364">
                    <a:extLst>
                      <a:ext uri="{FF2B5EF4-FFF2-40B4-BE49-F238E27FC236}">
                        <a16:creationId xmlns:a16="http://schemas.microsoft.com/office/drawing/2014/main" id="{29237444-A9FC-A405-FBE9-FC128157966B}"/>
                      </a:ext>
                    </a:extLst>
                  </p14:cNvPr>
                  <p14:cNvContentPartPr/>
                  <p14:nvPr/>
                </p14:nvContentPartPr>
                <p14:xfrm>
                  <a:off x="9073569" y="1207145"/>
                  <a:ext cx="350640" cy="190440"/>
                </p14:xfrm>
              </p:contentPart>
            </mc:Choice>
            <mc:Fallback xmlns="">
              <p:pic>
                <p:nvPicPr>
                  <p:cNvPr id="365" name="잉크 364">
                    <a:extLst>
                      <a:ext uri="{FF2B5EF4-FFF2-40B4-BE49-F238E27FC236}">
                        <a16:creationId xmlns:a16="http://schemas.microsoft.com/office/drawing/2014/main" id="{29237444-A9FC-A405-FBE9-FC128157966B}"/>
                      </a:ext>
                    </a:extLst>
                  </p:cNvPr>
                  <p:cNvPicPr/>
                  <p:nvPr/>
                </p:nvPicPr>
                <p:blipFill>
                  <a:blip r:embed="rId298"/>
                  <a:stretch>
                    <a:fillRect/>
                  </a:stretch>
                </p:blipFill>
                <p:spPr>
                  <a:xfrm>
                    <a:off x="9058667" y="1193485"/>
                    <a:ext cx="380444" cy="2177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9">
                <p14:nvContentPartPr>
                  <p14:cNvPr id="366" name="잉크 365">
                    <a:extLst>
                      <a:ext uri="{FF2B5EF4-FFF2-40B4-BE49-F238E27FC236}">
                        <a16:creationId xmlns:a16="http://schemas.microsoft.com/office/drawing/2014/main" id="{AECDA3C1-5A35-5767-D23F-2F1612D33662}"/>
                      </a:ext>
                    </a:extLst>
                  </p14:cNvPr>
                  <p14:cNvContentPartPr/>
                  <p14:nvPr/>
                </p14:nvContentPartPr>
                <p14:xfrm>
                  <a:off x="9026769" y="1120025"/>
                  <a:ext cx="182520" cy="84600"/>
                </p14:xfrm>
              </p:contentPart>
            </mc:Choice>
            <mc:Fallback xmlns="">
              <p:pic>
                <p:nvPicPr>
                  <p:cNvPr id="366" name="잉크 365">
                    <a:extLst>
                      <a:ext uri="{FF2B5EF4-FFF2-40B4-BE49-F238E27FC236}">
                        <a16:creationId xmlns:a16="http://schemas.microsoft.com/office/drawing/2014/main" id="{AECDA3C1-5A35-5767-D23F-2F1612D33662}"/>
                      </a:ext>
                    </a:extLst>
                  </p:cNvPr>
                  <p:cNvPicPr/>
                  <p:nvPr/>
                </p:nvPicPr>
                <p:blipFill>
                  <a:blip r:embed="rId300"/>
                  <a:stretch>
                    <a:fillRect/>
                  </a:stretch>
                </p:blipFill>
                <p:spPr>
                  <a:xfrm>
                    <a:off x="9011050" y="1106457"/>
                    <a:ext cx="212212" cy="111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1">
                <p14:nvContentPartPr>
                  <p14:cNvPr id="367" name="잉크 366">
                    <a:extLst>
                      <a:ext uri="{FF2B5EF4-FFF2-40B4-BE49-F238E27FC236}">
                        <a16:creationId xmlns:a16="http://schemas.microsoft.com/office/drawing/2014/main" id="{8E4E7627-7B68-0282-26E0-A7E35C889597}"/>
                      </a:ext>
                    </a:extLst>
                  </p14:cNvPr>
                  <p14:cNvContentPartPr/>
                  <p14:nvPr/>
                </p14:nvContentPartPr>
                <p14:xfrm>
                  <a:off x="9738129" y="1031465"/>
                  <a:ext cx="216360" cy="285120"/>
                </p14:xfrm>
              </p:contentPart>
            </mc:Choice>
            <mc:Fallback xmlns="">
              <p:pic>
                <p:nvPicPr>
                  <p:cNvPr id="367" name="잉크 366">
                    <a:extLst>
                      <a:ext uri="{FF2B5EF4-FFF2-40B4-BE49-F238E27FC236}">
                        <a16:creationId xmlns:a16="http://schemas.microsoft.com/office/drawing/2014/main" id="{8E4E7627-7B68-0282-26E0-A7E35C889597}"/>
                      </a:ext>
                    </a:extLst>
                  </p:cNvPr>
                  <p:cNvPicPr/>
                  <p:nvPr/>
                </p:nvPicPr>
                <p:blipFill>
                  <a:blip r:embed="rId302"/>
                  <a:stretch>
                    <a:fillRect/>
                  </a:stretch>
                </p:blipFill>
                <p:spPr>
                  <a:xfrm>
                    <a:off x="9723238" y="1017811"/>
                    <a:ext cx="246142" cy="3124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3">
                <p14:nvContentPartPr>
                  <p14:cNvPr id="368" name="잉크 367">
                    <a:extLst>
                      <a:ext uri="{FF2B5EF4-FFF2-40B4-BE49-F238E27FC236}">
                        <a16:creationId xmlns:a16="http://schemas.microsoft.com/office/drawing/2014/main" id="{EA2C3959-7F79-EE3F-EC45-66DF63646BE9}"/>
                      </a:ext>
                    </a:extLst>
                  </p14:cNvPr>
                  <p14:cNvContentPartPr/>
                  <p14:nvPr/>
                </p14:nvContentPartPr>
                <p14:xfrm>
                  <a:off x="9882489" y="1160345"/>
                  <a:ext cx="249120" cy="187920"/>
                </p14:xfrm>
              </p:contentPart>
            </mc:Choice>
            <mc:Fallback xmlns="">
              <p:pic>
                <p:nvPicPr>
                  <p:cNvPr id="368" name="잉크 367">
                    <a:extLst>
                      <a:ext uri="{FF2B5EF4-FFF2-40B4-BE49-F238E27FC236}">
                        <a16:creationId xmlns:a16="http://schemas.microsoft.com/office/drawing/2014/main" id="{EA2C3959-7F79-EE3F-EC45-66DF63646BE9}"/>
                      </a:ext>
                    </a:extLst>
                  </p:cNvPr>
                  <p:cNvPicPr/>
                  <p:nvPr/>
                </p:nvPicPr>
                <p:blipFill>
                  <a:blip r:embed="rId304"/>
                  <a:stretch>
                    <a:fillRect/>
                  </a:stretch>
                </p:blipFill>
                <p:spPr>
                  <a:xfrm>
                    <a:off x="9867577" y="1146693"/>
                    <a:ext cx="278944" cy="2152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5">
                <p14:nvContentPartPr>
                  <p14:cNvPr id="369" name="잉크 368">
                    <a:extLst>
                      <a:ext uri="{FF2B5EF4-FFF2-40B4-BE49-F238E27FC236}">
                        <a16:creationId xmlns:a16="http://schemas.microsoft.com/office/drawing/2014/main" id="{9D27F824-C9FE-2D75-A249-4BB02F13199D}"/>
                      </a:ext>
                    </a:extLst>
                  </p14:cNvPr>
                  <p14:cNvContentPartPr/>
                  <p14:nvPr/>
                </p14:nvContentPartPr>
                <p14:xfrm>
                  <a:off x="9683049" y="890705"/>
                  <a:ext cx="508320" cy="11880"/>
                </p14:xfrm>
              </p:contentPart>
            </mc:Choice>
            <mc:Fallback xmlns="">
              <p:pic>
                <p:nvPicPr>
                  <p:cNvPr id="369" name="잉크 368">
                    <a:extLst>
                      <a:ext uri="{FF2B5EF4-FFF2-40B4-BE49-F238E27FC236}">
                        <a16:creationId xmlns:a16="http://schemas.microsoft.com/office/drawing/2014/main" id="{9D27F824-C9FE-2D75-A249-4BB02F13199D}"/>
                      </a:ext>
                    </a:extLst>
                  </p:cNvPr>
                  <p:cNvPicPr/>
                  <p:nvPr/>
                </p:nvPicPr>
                <p:blipFill>
                  <a:blip r:embed="rId306"/>
                  <a:stretch>
                    <a:fillRect/>
                  </a:stretch>
                </p:blipFill>
                <p:spPr>
                  <a:xfrm>
                    <a:off x="9668150" y="877241"/>
                    <a:ext cx="538118" cy="3880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103B52D4-79E8-290D-C87D-F4808233DF9E}"/>
                </a:ext>
              </a:extLst>
            </p:cNvPr>
            <p:cNvGrpSpPr/>
            <p:nvPr/>
          </p:nvGrpSpPr>
          <p:grpSpPr>
            <a:xfrm>
              <a:off x="6916449" y="914105"/>
              <a:ext cx="1032120" cy="414000"/>
              <a:chOff x="6916449" y="914105"/>
              <a:chExt cx="1032120" cy="414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7">
                <p14:nvContentPartPr>
                  <p14:cNvPr id="358" name="잉크 357">
                    <a:extLst>
                      <a:ext uri="{FF2B5EF4-FFF2-40B4-BE49-F238E27FC236}">
                        <a16:creationId xmlns:a16="http://schemas.microsoft.com/office/drawing/2014/main" id="{79147BE8-7708-B1A6-0DDD-ACA48F6C536F}"/>
                      </a:ext>
                    </a:extLst>
                  </p14:cNvPr>
                  <p14:cNvContentPartPr/>
                  <p14:nvPr/>
                </p14:nvContentPartPr>
                <p14:xfrm>
                  <a:off x="6916449" y="914105"/>
                  <a:ext cx="333720" cy="406440"/>
                </p14:xfrm>
              </p:contentPart>
            </mc:Choice>
            <mc:Fallback xmlns="">
              <p:pic>
                <p:nvPicPr>
                  <p:cNvPr id="358" name="잉크 357">
                    <a:extLst>
                      <a:ext uri="{FF2B5EF4-FFF2-40B4-BE49-F238E27FC236}">
                        <a16:creationId xmlns:a16="http://schemas.microsoft.com/office/drawing/2014/main" id="{79147BE8-7708-B1A6-0DDD-ACA48F6C536F}"/>
                      </a:ext>
                    </a:extLst>
                  </p:cNvPr>
                  <p:cNvPicPr/>
                  <p:nvPr/>
                </p:nvPicPr>
                <p:blipFill>
                  <a:blip r:embed="rId308"/>
                  <a:stretch>
                    <a:fillRect/>
                  </a:stretch>
                </p:blipFill>
                <p:spPr>
                  <a:xfrm>
                    <a:off x="6901559" y="900450"/>
                    <a:ext cx="363501" cy="4337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9">
                <p14:nvContentPartPr>
                  <p14:cNvPr id="359" name="잉크 358">
                    <a:extLst>
                      <a:ext uri="{FF2B5EF4-FFF2-40B4-BE49-F238E27FC236}">
                        <a16:creationId xmlns:a16="http://schemas.microsoft.com/office/drawing/2014/main" id="{DD283671-65C5-E1F1-6B6D-73091758123D}"/>
                      </a:ext>
                    </a:extLst>
                  </p14:cNvPr>
                  <p14:cNvContentPartPr/>
                  <p14:nvPr/>
                </p14:nvContentPartPr>
                <p14:xfrm>
                  <a:off x="7700889" y="1031105"/>
                  <a:ext cx="214560" cy="297000"/>
                </p14:xfrm>
              </p:contentPart>
            </mc:Choice>
            <mc:Fallback xmlns="">
              <p:pic>
                <p:nvPicPr>
                  <p:cNvPr id="359" name="잉크 358">
                    <a:extLst>
                      <a:ext uri="{FF2B5EF4-FFF2-40B4-BE49-F238E27FC236}">
                        <a16:creationId xmlns:a16="http://schemas.microsoft.com/office/drawing/2014/main" id="{DD283671-65C5-E1F1-6B6D-73091758123D}"/>
                      </a:ext>
                    </a:extLst>
                  </p:cNvPr>
                  <p:cNvPicPr/>
                  <p:nvPr/>
                </p:nvPicPr>
                <p:blipFill>
                  <a:blip r:embed="rId310"/>
                  <a:stretch>
                    <a:fillRect/>
                  </a:stretch>
                </p:blipFill>
                <p:spPr>
                  <a:xfrm>
                    <a:off x="7686001" y="1017422"/>
                    <a:ext cx="244336" cy="3243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1">
                <p14:nvContentPartPr>
                  <p14:cNvPr id="360" name="잉크 359">
                    <a:extLst>
                      <a:ext uri="{FF2B5EF4-FFF2-40B4-BE49-F238E27FC236}">
                        <a16:creationId xmlns:a16="http://schemas.microsoft.com/office/drawing/2014/main" id="{52109988-09BF-C0F1-49FF-8302A6096207}"/>
                      </a:ext>
                    </a:extLst>
                  </p14:cNvPr>
                  <p14:cNvContentPartPr/>
                  <p14:nvPr/>
                </p14:nvContentPartPr>
                <p14:xfrm>
                  <a:off x="7842729" y="1033985"/>
                  <a:ext cx="105840" cy="83160"/>
                </p14:xfrm>
              </p:contentPart>
            </mc:Choice>
            <mc:Fallback xmlns="">
              <p:pic>
                <p:nvPicPr>
                  <p:cNvPr id="360" name="잉크 359">
                    <a:extLst>
                      <a:ext uri="{FF2B5EF4-FFF2-40B4-BE49-F238E27FC236}">
                        <a16:creationId xmlns:a16="http://schemas.microsoft.com/office/drawing/2014/main" id="{52109988-09BF-C0F1-49FF-8302A6096207}"/>
                      </a:ext>
                    </a:extLst>
                  </p:cNvPr>
                  <p:cNvPicPr/>
                  <p:nvPr/>
                </p:nvPicPr>
                <p:blipFill>
                  <a:blip r:embed="rId312"/>
                  <a:stretch>
                    <a:fillRect/>
                  </a:stretch>
                </p:blipFill>
                <p:spPr>
                  <a:xfrm>
                    <a:off x="7827859" y="1020392"/>
                    <a:ext cx="135580" cy="110347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811291A9-F9EE-4A6E-BF46-297E1EDD9333}"/>
                    </a:ext>
                  </a:extLst>
                </p14:cNvPr>
                <p14:cNvContentPartPr/>
                <p14:nvPr/>
              </p14:nvContentPartPr>
              <p14:xfrm>
                <a:off x="7084209" y="1922465"/>
                <a:ext cx="63720" cy="28800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811291A9-F9EE-4A6E-BF46-297E1EDD933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069370" y="1908789"/>
                  <a:ext cx="93398" cy="3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2ADD6E55-96B2-29F0-FCE7-5E716F8238DE}"/>
                    </a:ext>
                  </a:extLst>
                </p14:cNvPr>
                <p14:cNvContentPartPr/>
                <p14:nvPr/>
              </p14:nvContentPartPr>
              <p14:xfrm>
                <a:off x="7840209" y="1932185"/>
                <a:ext cx="192960" cy="205200"/>
              </p14:xfrm>
            </p:contentPart>
          </mc:Choice>
          <mc:Fallback xmlns=""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2ADD6E55-96B2-29F0-FCE7-5E716F8238D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825298" y="1918505"/>
                  <a:ext cx="222781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E6D312D3-6CD2-1F51-B4F2-902189C4FBDF}"/>
                    </a:ext>
                  </a:extLst>
                </p14:cNvPr>
                <p14:cNvContentPartPr/>
                <p14:nvPr/>
              </p14:nvContentPartPr>
              <p14:xfrm>
                <a:off x="9211089" y="1954865"/>
                <a:ext cx="171360" cy="19260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E6D312D3-6CD2-1F51-B4F2-902189C4FBD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196226" y="1941222"/>
                  <a:ext cx="201086" cy="2198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C56A9AD1-7247-2620-1008-23D618696E85}"/>
                    </a:ext>
                  </a:extLst>
                </p14:cNvPr>
                <p14:cNvContentPartPr/>
                <p14:nvPr/>
              </p14:nvContentPartPr>
              <p14:xfrm>
                <a:off x="10034769" y="1887185"/>
                <a:ext cx="360" cy="22320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C56A9AD1-7247-2620-1008-23D618696E8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028649" y="1873536"/>
                  <a:ext cx="12600" cy="250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09AF420C-F972-967B-1870-75C70376427E}"/>
                    </a:ext>
                  </a:extLst>
                </p14:cNvPr>
                <p14:cNvContentPartPr/>
                <p14:nvPr/>
              </p14:nvContentPartPr>
              <p14:xfrm>
                <a:off x="7008609" y="2505665"/>
                <a:ext cx="214920" cy="16884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09AF420C-F972-967B-1870-75C70376427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993696" y="2491997"/>
                  <a:ext cx="244746" cy="1961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556524FC-308E-8EDA-3DC3-BF8E77D87D99}"/>
                    </a:ext>
                  </a:extLst>
                </p14:cNvPr>
                <p14:cNvContentPartPr/>
                <p14:nvPr/>
              </p14:nvContentPartPr>
              <p14:xfrm>
                <a:off x="8076009" y="2449865"/>
                <a:ext cx="36720" cy="277920"/>
              </p14:xfrm>
            </p:contentPart>
          </mc:Choice>
          <mc:Fallback xmlns=""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556524FC-308E-8EDA-3DC3-BF8E77D87D9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061146" y="2436210"/>
                  <a:ext cx="66446" cy="3052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F963EE05-4863-7FF9-3069-40DEC8980A16}"/>
                    </a:ext>
                  </a:extLst>
                </p14:cNvPr>
                <p14:cNvContentPartPr/>
                <p14:nvPr/>
              </p14:nvContentPartPr>
              <p14:xfrm>
                <a:off x="9342489" y="2473265"/>
                <a:ext cx="59760" cy="28260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F963EE05-4863-7FF9-3069-40DEC8980A1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327766" y="2459617"/>
                  <a:ext cx="89207" cy="3098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AFCB4E96-9CA6-5318-CD65-B15F34620AF1}"/>
                    </a:ext>
                  </a:extLst>
                </p14:cNvPr>
                <p14:cNvContentPartPr/>
                <p14:nvPr/>
              </p14:nvContentPartPr>
              <p14:xfrm>
                <a:off x="10046649" y="2379665"/>
                <a:ext cx="243720" cy="30636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AFCB4E96-9CA6-5318-CD65-B15F34620AF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031745" y="2365995"/>
                  <a:ext cx="273527" cy="333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974E773B-34E7-552C-DEAA-3280FADA87B5}"/>
                    </a:ext>
                  </a:extLst>
                </p14:cNvPr>
                <p14:cNvContentPartPr/>
                <p14:nvPr/>
              </p14:nvContentPartPr>
              <p14:xfrm>
                <a:off x="7137489" y="3129905"/>
                <a:ext cx="156960" cy="249480"/>
              </p14:xfrm>
            </p:contentPart>
          </mc:Choice>
          <mc:Fallback xmlns=""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974E773B-34E7-552C-DEAA-3280FADA87B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122582" y="3116268"/>
                  <a:ext cx="186774" cy="2767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60CD9226-CA0B-E392-ED0C-99026CDFAC99}"/>
                    </a:ext>
                  </a:extLst>
                </p14:cNvPr>
                <p14:cNvContentPartPr/>
                <p14:nvPr/>
              </p14:nvContentPartPr>
              <p14:xfrm>
                <a:off x="8055489" y="3096785"/>
                <a:ext cx="236520" cy="248040"/>
              </p14:xfrm>
            </p:contentPart>
          </mc:Choice>
          <mc:Fallback xmlns=""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60CD9226-CA0B-E392-ED0C-99026CDFAC9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040597" y="3083139"/>
                  <a:ext cx="266304" cy="27533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D650FD93-EE3B-B0B7-A211-168E93347569}"/>
                </a:ext>
              </a:extLst>
            </p:cNvPr>
            <p:cNvGrpSpPr/>
            <p:nvPr/>
          </p:nvGrpSpPr>
          <p:grpSpPr>
            <a:xfrm>
              <a:off x="10034769" y="3059705"/>
              <a:ext cx="365760" cy="379440"/>
              <a:chOff x="10034769" y="3059705"/>
              <a:chExt cx="365760" cy="379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33">
                <p14:nvContentPartPr>
                  <p14:cNvPr id="355" name="잉크 354">
                    <a:extLst>
                      <a:ext uri="{FF2B5EF4-FFF2-40B4-BE49-F238E27FC236}">
                        <a16:creationId xmlns:a16="http://schemas.microsoft.com/office/drawing/2014/main" id="{95F6D4F0-8A62-5339-0155-A56DC4AA641D}"/>
                      </a:ext>
                    </a:extLst>
                  </p14:cNvPr>
                  <p14:cNvContentPartPr/>
                  <p14:nvPr/>
                </p14:nvContentPartPr>
                <p14:xfrm>
                  <a:off x="10090929" y="3134945"/>
                  <a:ext cx="194400" cy="304200"/>
                </p14:xfrm>
              </p:contentPart>
            </mc:Choice>
            <mc:Fallback xmlns="">
              <p:pic>
                <p:nvPicPr>
                  <p:cNvPr id="355" name="잉크 354">
                    <a:extLst>
                      <a:ext uri="{FF2B5EF4-FFF2-40B4-BE49-F238E27FC236}">
                        <a16:creationId xmlns:a16="http://schemas.microsoft.com/office/drawing/2014/main" id="{95F6D4F0-8A62-5339-0155-A56DC4AA641D}"/>
                      </a:ext>
                    </a:extLst>
                  </p:cNvPr>
                  <p:cNvPicPr/>
                  <p:nvPr/>
                </p:nvPicPr>
                <p:blipFill>
                  <a:blip r:embed="rId334"/>
                  <a:stretch>
                    <a:fillRect/>
                  </a:stretch>
                </p:blipFill>
                <p:spPr>
                  <a:xfrm>
                    <a:off x="10076043" y="3121264"/>
                    <a:ext cx="224173" cy="3315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5">
                <p14:nvContentPartPr>
                  <p14:cNvPr id="356" name="잉크 355">
                    <a:extLst>
                      <a:ext uri="{FF2B5EF4-FFF2-40B4-BE49-F238E27FC236}">
                        <a16:creationId xmlns:a16="http://schemas.microsoft.com/office/drawing/2014/main" id="{BDE042E3-574F-25BC-683A-50A82589D949}"/>
                      </a:ext>
                    </a:extLst>
                  </p14:cNvPr>
                  <p14:cNvContentPartPr/>
                  <p14:nvPr/>
                </p14:nvContentPartPr>
                <p14:xfrm>
                  <a:off x="10210449" y="3294065"/>
                  <a:ext cx="190080" cy="122760"/>
                </p14:xfrm>
              </p:contentPart>
            </mc:Choice>
            <mc:Fallback xmlns="">
              <p:pic>
                <p:nvPicPr>
                  <p:cNvPr id="356" name="잉크 355">
                    <a:extLst>
                      <a:ext uri="{FF2B5EF4-FFF2-40B4-BE49-F238E27FC236}">
                        <a16:creationId xmlns:a16="http://schemas.microsoft.com/office/drawing/2014/main" id="{BDE042E3-574F-25BC-683A-50A82589D949}"/>
                      </a:ext>
                    </a:extLst>
                  </p:cNvPr>
                  <p:cNvPicPr/>
                  <p:nvPr/>
                </p:nvPicPr>
                <p:blipFill>
                  <a:blip r:embed="rId336"/>
                  <a:stretch>
                    <a:fillRect/>
                  </a:stretch>
                </p:blipFill>
                <p:spPr>
                  <a:xfrm>
                    <a:off x="10195558" y="3280425"/>
                    <a:ext cx="219862" cy="150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7">
                <p14:nvContentPartPr>
                  <p14:cNvPr id="357" name="잉크 356">
                    <a:extLst>
                      <a:ext uri="{FF2B5EF4-FFF2-40B4-BE49-F238E27FC236}">
                        <a16:creationId xmlns:a16="http://schemas.microsoft.com/office/drawing/2014/main" id="{E12ED64D-BCEB-ACE8-72BD-EA1B23EDB2F5}"/>
                      </a:ext>
                    </a:extLst>
                  </p14:cNvPr>
                  <p14:cNvContentPartPr/>
                  <p14:nvPr/>
                </p14:nvContentPartPr>
                <p14:xfrm>
                  <a:off x="10034769" y="3059705"/>
                  <a:ext cx="346680" cy="360"/>
                </p14:xfrm>
              </p:contentPart>
            </mc:Choice>
            <mc:Fallback xmlns="">
              <p:pic>
                <p:nvPicPr>
                  <p:cNvPr id="357" name="잉크 356">
                    <a:extLst>
                      <a:ext uri="{FF2B5EF4-FFF2-40B4-BE49-F238E27FC236}">
                        <a16:creationId xmlns:a16="http://schemas.microsoft.com/office/drawing/2014/main" id="{E12ED64D-BCEB-ACE8-72BD-EA1B23EDB2F5}"/>
                      </a:ext>
                    </a:extLst>
                  </p:cNvPr>
                  <p:cNvPicPr/>
                  <p:nvPr/>
                </p:nvPicPr>
                <p:blipFill>
                  <a:blip r:embed="rId338"/>
                  <a:stretch>
                    <a:fillRect/>
                  </a:stretch>
                </p:blipFill>
                <p:spPr>
                  <a:xfrm>
                    <a:off x="10019849" y="3053585"/>
                    <a:ext cx="376521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7C6B62D0-BF45-C5FF-4310-80DC7AE94E4F}"/>
                    </a:ext>
                  </a:extLst>
                </p14:cNvPr>
                <p14:cNvContentPartPr/>
                <p14:nvPr/>
              </p14:nvContentPartPr>
              <p14:xfrm>
                <a:off x="11186049" y="3645785"/>
                <a:ext cx="21240" cy="21600"/>
              </p14:xfrm>
            </p:contentPart>
          </mc:Choice>
          <mc:Fallback xmlns=""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7C6B62D0-BF45-C5FF-4310-80DC7AE94E4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171606" y="3632185"/>
                  <a:ext cx="50126" cy="488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2F28C87B-8422-C6AF-D7A4-5102B47DC0A9}"/>
                </a:ext>
              </a:extLst>
            </p:cNvPr>
            <p:cNvGrpSpPr/>
            <p:nvPr/>
          </p:nvGrpSpPr>
          <p:grpSpPr>
            <a:xfrm>
              <a:off x="9247449" y="3141785"/>
              <a:ext cx="387720" cy="300600"/>
              <a:chOff x="9247449" y="3141785"/>
              <a:chExt cx="387720" cy="300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41">
                <p14:nvContentPartPr>
                  <p14:cNvPr id="352" name="잉크 351">
                    <a:extLst>
                      <a:ext uri="{FF2B5EF4-FFF2-40B4-BE49-F238E27FC236}">
                        <a16:creationId xmlns:a16="http://schemas.microsoft.com/office/drawing/2014/main" id="{6A37C04B-592B-362E-70FD-6C847F8216C0}"/>
                      </a:ext>
                    </a:extLst>
                  </p14:cNvPr>
                  <p14:cNvContentPartPr/>
                  <p14:nvPr/>
                </p14:nvContentPartPr>
                <p14:xfrm>
                  <a:off x="9247449" y="3141785"/>
                  <a:ext cx="201600" cy="238320"/>
                </p14:xfrm>
              </p:contentPart>
            </mc:Choice>
            <mc:Fallback xmlns="">
              <p:pic>
                <p:nvPicPr>
                  <p:cNvPr id="352" name="잉크 351">
                    <a:extLst>
                      <a:ext uri="{FF2B5EF4-FFF2-40B4-BE49-F238E27FC236}">
                        <a16:creationId xmlns:a16="http://schemas.microsoft.com/office/drawing/2014/main" id="{6A37C04B-592B-362E-70FD-6C847F8216C0}"/>
                      </a:ext>
                    </a:extLst>
                  </p:cNvPr>
                  <p:cNvPicPr/>
                  <p:nvPr/>
                </p:nvPicPr>
                <p:blipFill>
                  <a:blip r:embed="rId342"/>
                  <a:stretch>
                    <a:fillRect/>
                  </a:stretch>
                </p:blipFill>
                <p:spPr>
                  <a:xfrm>
                    <a:off x="9232548" y="3128144"/>
                    <a:ext cx="231402" cy="265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3">
                <p14:nvContentPartPr>
                  <p14:cNvPr id="353" name="잉크 352">
                    <a:extLst>
                      <a:ext uri="{FF2B5EF4-FFF2-40B4-BE49-F238E27FC236}">
                        <a16:creationId xmlns:a16="http://schemas.microsoft.com/office/drawing/2014/main" id="{B58288CD-8596-DC7A-9BC8-B653B64D9AE3}"/>
                      </a:ext>
                    </a:extLst>
                  </p14:cNvPr>
                  <p14:cNvContentPartPr/>
                  <p14:nvPr/>
                </p14:nvContentPartPr>
                <p14:xfrm>
                  <a:off x="9343209" y="3282185"/>
                  <a:ext cx="291960" cy="160200"/>
                </p14:xfrm>
              </p:contentPart>
            </mc:Choice>
            <mc:Fallback xmlns="">
              <p:pic>
                <p:nvPicPr>
                  <p:cNvPr id="353" name="잉크 352">
                    <a:extLst>
                      <a:ext uri="{FF2B5EF4-FFF2-40B4-BE49-F238E27FC236}">
                        <a16:creationId xmlns:a16="http://schemas.microsoft.com/office/drawing/2014/main" id="{B58288CD-8596-DC7A-9BC8-B653B64D9AE3}"/>
                      </a:ext>
                    </a:extLst>
                  </p:cNvPr>
                  <p:cNvPicPr/>
                  <p:nvPr/>
                </p:nvPicPr>
                <p:blipFill>
                  <a:blip r:embed="rId344"/>
                  <a:stretch>
                    <a:fillRect/>
                  </a:stretch>
                </p:blipFill>
                <p:spPr>
                  <a:xfrm>
                    <a:off x="9328304" y="3268500"/>
                    <a:ext cx="321770" cy="1875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5">
                <p14:nvContentPartPr>
                  <p14:cNvPr id="354" name="잉크 353">
                    <a:extLst>
                      <a:ext uri="{FF2B5EF4-FFF2-40B4-BE49-F238E27FC236}">
                        <a16:creationId xmlns:a16="http://schemas.microsoft.com/office/drawing/2014/main" id="{5E53E54F-CA56-F1A7-763E-4DD1C2FB9C06}"/>
                      </a:ext>
                    </a:extLst>
                  </p14:cNvPr>
                  <p14:cNvContentPartPr/>
                  <p14:nvPr/>
                </p14:nvContentPartPr>
                <p14:xfrm>
                  <a:off x="9331329" y="3141785"/>
                  <a:ext cx="47160" cy="360"/>
                </p14:xfrm>
              </p:contentPart>
            </mc:Choice>
            <mc:Fallback xmlns="">
              <p:pic>
                <p:nvPicPr>
                  <p:cNvPr id="354" name="잉크 353">
                    <a:extLst>
                      <a:ext uri="{FF2B5EF4-FFF2-40B4-BE49-F238E27FC236}">
                        <a16:creationId xmlns:a16="http://schemas.microsoft.com/office/drawing/2014/main" id="{5E53E54F-CA56-F1A7-763E-4DD1C2FB9C06}"/>
                      </a:ext>
                    </a:extLst>
                  </p:cNvPr>
                  <p:cNvPicPr/>
                  <p:nvPr/>
                </p:nvPicPr>
                <p:blipFill>
                  <a:blip r:embed="rId346"/>
                  <a:stretch>
                    <a:fillRect/>
                  </a:stretch>
                </p:blipFill>
                <p:spPr>
                  <a:xfrm>
                    <a:off x="9316482" y="3135665"/>
                    <a:ext cx="76853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487D9A2-3336-E527-A018-47C3EC76C4BB}"/>
                </a:ext>
              </a:extLst>
            </p:cNvPr>
            <p:cNvGrpSpPr/>
            <p:nvPr/>
          </p:nvGrpSpPr>
          <p:grpSpPr>
            <a:xfrm>
              <a:off x="11031249" y="3118025"/>
              <a:ext cx="621360" cy="377280"/>
              <a:chOff x="11031249" y="3118025"/>
              <a:chExt cx="621360" cy="377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47">
                <p14:nvContentPartPr>
                  <p14:cNvPr id="345" name="잉크 344">
                    <a:extLst>
                      <a:ext uri="{FF2B5EF4-FFF2-40B4-BE49-F238E27FC236}">
                        <a16:creationId xmlns:a16="http://schemas.microsoft.com/office/drawing/2014/main" id="{37D9B7EF-EC74-183D-5504-D7EDA1BB2166}"/>
                      </a:ext>
                    </a:extLst>
                  </p14:cNvPr>
                  <p14:cNvContentPartPr/>
                  <p14:nvPr/>
                </p14:nvContentPartPr>
                <p14:xfrm>
                  <a:off x="11131689" y="3160865"/>
                  <a:ext cx="155160" cy="109440"/>
                </p14:xfrm>
              </p:contentPart>
            </mc:Choice>
            <mc:Fallback xmlns="">
              <p:pic>
                <p:nvPicPr>
                  <p:cNvPr id="345" name="잉크 344">
                    <a:extLst>
                      <a:ext uri="{FF2B5EF4-FFF2-40B4-BE49-F238E27FC236}">
                        <a16:creationId xmlns:a16="http://schemas.microsoft.com/office/drawing/2014/main" id="{37D9B7EF-EC74-183D-5504-D7EDA1BB2166}"/>
                      </a:ext>
                    </a:extLst>
                  </p:cNvPr>
                  <p:cNvPicPr/>
                  <p:nvPr/>
                </p:nvPicPr>
                <p:blipFill>
                  <a:blip r:embed="rId348"/>
                  <a:stretch>
                    <a:fillRect/>
                  </a:stretch>
                </p:blipFill>
                <p:spPr>
                  <a:xfrm>
                    <a:off x="11116787" y="3147285"/>
                    <a:ext cx="184965" cy="136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9">
                <p14:nvContentPartPr>
                  <p14:cNvPr id="346" name="잉크 345">
                    <a:extLst>
                      <a:ext uri="{FF2B5EF4-FFF2-40B4-BE49-F238E27FC236}">
                        <a16:creationId xmlns:a16="http://schemas.microsoft.com/office/drawing/2014/main" id="{052AC8FF-458E-F9A7-04A5-8CB14010F982}"/>
                      </a:ext>
                    </a:extLst>
                  </p14:cNvPr>
                  <p14:cNvContentPartPr/>
                  <p14:nvPr/>
                </p14:nvContentPartPr>
                <p14:xfrm>
                  <a:off x="11031249" y="3305585"/>
                  <a:ext cx="317520" cy="36360"/>
                </p14:xfrm>
              </p:contentPart>
            </mc:Choice>
            <mc:Fallback xmlns="">
              <p:pic>
                <p:nvPicPr>
                  <p:cNvPr id="346" name="잉크 345">
                    <a:extLst>
                      <a:ext uri="{FF2B5EF4-FFF2-40B4-BE49-F238E27FC236}">
                        <a16:creationId xmlns:a16="http://schemas.microsoft.com/office/drawing/2014/main" id="{052AC8FF-458E-F9A7-04A5-8CB14010F982}"/>
                      </a:ext>
                    </a:extLst>
                  </p:cNvPr>
                  <p:cNvPicPr/>
                  <p:nvPr/>
                </p:nvPicPr>
                <p:blipFill>
                  <a:blip r:embed="rId350"/>
                  <a:stretch>
                    <a:fillRect/>
                  </a:stretch>
                </p:blipFill>
                <p:spPr>
                  <a:xfrm>
                    <a:off x="11016338" y="3292148"/>
                    <a:ext cx="347342" cy="632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1">
                <p14:nvContentPartPr>
                  <p14:cNvPr id="347" name="잉크 346">
                    <a:extLst>
                      <a:ext uri="{FF2B5EF4-FFF2-40B4-BE49-F238E27FC236}">
                        <a16:creationId xmlns:a16="http://schemas.microsoft.com/office/drawing/2014/main" id="{C4BF2408-71B5-231C-A11B-47480764ECFE}"/>
                      </a:ext>
                    </a:extLst>
                  </p14:cNvPr>
                  <p14:cNvContentPartPr/>
                  <p14:nvPr/>
                </p14:nvContentPartPr>
                <p14:xfrm>
                  <a:off x="11221329" y="3329345"/>
                  <a:ext cx="9720" cy="104400"/>
                </p14:xfrm>
              </p:contentPart>
            </mc:Choice>
            <mc:Fallback xmlns="">
              <p:pic>
                <p:nvPicPr>
                  <p:cNvPr id="347" name="잉크 346">
                    <a:extLst>
                      <a:ext uri="{FF2B5EF4-FFF2-40B4-BE49-F238E27FC236}">
                        <a16:creationId xmlns:a16="http://schemas.microsoft.com/office/drawing/2014/main" id="{C4BF2408-71B5-231C-A11B-47480764ECFE}"/>
                      </a:ext>
                    </a:extLst>
                  </p:cNvPr>
                  <p:cNvPicPr/>
                  <p:nvPr/>
                </p:nvPicPr>
                <p:blipFill>
                  <a:blip r:embed="rId352"/>
                  <a:stretch>
                    <a:fillRect/>
                  </a:stretch>
                </p:blipFill>
                <p:spPr>
                  <a:xfrm>
                    <a:off x="11206307" y="3315693"/>
                    <a:ext cx="39764" cy="1317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3">
                <p14:nvContentPartPr>
                  <p14:cNvPr id="348" name="잉크 347">
                    <a:extLst>
                      <a:ext uri="{FF2B5EF4-FFF2-40B4-BE49-F238E27FC236}">
                        <a16:creationId xmlns:a16="http://schemas.microsoft.com/office/drawing/2014/main" id="{00EDFC3A-FDC3-6F6B-1460-2C13F4CA70F9}"/>
                      </a:ext>
                    </a:extLst>
                  </p14:cNvPr>
                  <p14:cNvContentPartPr/>
                  <p14:nvPr/>
                </p14:nvContentPartPr>
                <p14:xfrm>
                  <a:off x="11322129" y="3376145"/>
                  <a:ext cx="14040" cy="90360"/>
                </p14:xfrm>
              </p:contentPart>
            </mc:Choice>
            <mc:Fallback xmlns="">
              <p:pic>
                <p:nvPicPr>
                  <p:cNvPr id="348" name="잉크 347">
                    <a:extLst>
                      <a:ext uri="{FF2B5EF4-FFF2-40B4-BE49-F238E27FC236}">
                        <a16:creationId xmlns:a16="http://schemas.microsoft.com/office/drawing/2014/main" id="{00EDFC3A-FDC3-6F6B-1460-2C13F4CA70F9}"/>
                      </a:ext>
                    </a:extLst>
                  </p:cNvPr>
                  <p:cNvPicPr/>
                  <p:nvPr/>
                </p:nvPicPr>
                <p:blipFill>
                  <a:blip r:embed="rId354"/>
                  <a:stretch>
                    <a:fillRect/>
                  </a:stretch>
                </p:blipFill>
                <p:spPr>
                  <a:xfrm>
                    <a:off x="11308089" y="3362551"/>
                    <a:ext cx="42120" cy="1175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5">
                <p14:nvContentPartPr>
                  <p14:cNvPr id="349" name="잉크 348">
                    <a:extLst>
                      <a:ext uri="{FF2B5EF4-FFF2-40B4-BE49-F238E27FC236}">
                        <a16:creationId xmlns:a16="http://schemas.microsoft.com/office/drawing/2014/main" id="{473F3BC3-2348-A197-16C6-1F8BF9F20EE1}"/>
                      </a:ext>
                    </a:extLst>
                  </p14:cNvPr>
                  <p14:cNvContentPartPr/>
                  <p14:nvPr/>
                </p14:nvContentPartPr>
                <p14:xfrm>
                  <a:off x="11412849" y="3223865"/>
                  <a:ext cx="123840" cy="67320"/>
                </p14:xfrm>
              </p:contentPart>
            </mc:Choice>
            <mc:Fallback xmlns="">
              <p:pic>
                <p:nvPicPr>
                  <p:cNvPr id="349" name="잉크 348">
                    <a:extLst>
                      <a:ext uri="{FF2B5EF4-FFF2-40B4-BE49-F238E27FC236}">
                        <a16:creationId xmlns:a16="http://schemas.microsoft.com/office/drawing/2014/main" id="{473F3BC3-2348-A197-16C6-1F8BF9F20EE1}"/>
                      </a:ext>
                    </a:extLst>
                  </p:cNvPr>
                  <p:cNvPicPr/>
                  <p:nvPr/>
                </p:nvPicPr>
                <p:blipFill>
                  <a:blip r:embed="rId356"/>
                  <a:stretch>
                    <a:fillRect/>
                  </a:stretch>
                </p:blipFill>
                <p:spPr>
                  <a:xfrm>
                    <a:off x="11398023" y="3210241"/>
                    <a:ext cx="153492" cy="945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7">
                <p14:nvContentPartPr>
                  <p14:cNvPr id="350" name="잉크 349">
                    <a:extLst>
                      <a:ext uri="{FF2B5EF4-FFF2-40B4-BE49-F238E27FC236}">
                        <a16:creationId xmlns:a16="http://schemas.microsoft.com/office/drawing/2014/main" id="{45B1591D-4C27-EC75-CB77-3B8C5B71832C}"/>
                      </a:ext>
                    </a:extLst>
                  </p14:cNvPr>
                  <p14:cNvContentPartPr/>
                  <p14:nvPr/>
                </p14:nvContentPartPr>
                <p14:xfrm>
                  <a:off x="11465049" y="3305585"/>
                  <a:ext cx="58680" cy="117000"/>
                </p14:xfrm>
              </p:contentPart>
            </mc:Choice>
            <mc:Fallback xmlns="">
              <p:pic>
                <p:nvPicPr>
                  <p:cNvPr id="350" name="잉크 349">
                    <a:extLst>
                      <a:ext uri="{FF2B5EF4-FFF2-40B4-BE49-F238E27FC236}">
                        <a16:creationId xmlns:a16="http://schemas.microsoft.com/office/drawing/2014/main" id="{45B1591D-4C27-EC75-CB77-3B8C5B71832C}"/>
                      </a:ext>
                    </a:extLst>
                  </p:cNvPr>
                  <p:cNvPicPr/>
                  <p:nvPr/>
                </p:nvPicPr>
                <p:blipFill>
                  <a:blip r:embed="rId358"/>
                  <a:stretch>
                    <a:fillRect/>
                  </a:stretch>
                </p:blipFill>
                <p:spPr>
                  <a:xfrm>
                    <a:off x="11450160" y="3291962"/>
                    <a:ext cx="88458" cy="1442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9">
                <p14:nvContentPartPr>
                  <p14:cNvPr id="351" name="잉크 350">
                    <a:extLst>
                      <a:ext uri="{FF2B5EF4-FFF2-40B4-BE49-F238E27FC236}">
                        <a16:creationId xmlns:a16="http://schemas.microsoft.com/office/drawing/2014/main" id="{6393A0CD-C086-5A54-7307-5F7B8963EF61}"/>
                      </a:ext>
                    </a:extLst>
                  </p14:cNvPr>
                  <p14:cNvContentPartPr/>
                  <p14:nvPr/>
                </p14:nvContentPartPr>
                <p14:xfrm>
                  <a:off x="11628129" y="3118025"/>
                  <a:ext cx="24480" cy="377280"/>
                </p14:xfrm>
              </p:contentPart>
            </mc:Choice>
            <mc:Fallback xmlns="">
              <p:pic>
                <p:nvPicPr>
                  <p:cNvPr id="351" name="잉크 350">
                    <a:extLst>
                      <a:ext uri="{FF2B5EF4-FFF2-40B4-BE49-F238E27FC236}">
                        <a16:creationId xmlns:a16="http://schemas.microsoft.com/office/drawing/2014/main" id="{6393A0CD-C086-5A54-7307-5F7B8963EF61}"/>
                      </a:ext>
                    </a:extLst>
                  </p:cNvPr>
                  <p:cNvPicPr/>
                  <p:nvPr/>
                </p:nvPicPr>
                <p:blipFill>
                  <a:blip r:embed="rId360"/>
                  <a:stretch>
                    <a:fillRect/>
                  </a:stretch>
                </p:blipFill>
                <p:spPr>
                  <a:xfrm>
                    <a:off x="11613779" y="3104350"/>
                    <a:ext cx="53181" cy="40463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50CB8141-CF03-9D8A-4846-C7BD143217D1}"/>
                </a:ext>
              </a:extLst>
            </p:cNvPr>
            <p:cNvGrpSpPr/>
            <p:nvPr/>
          </p:nvGrpSpPr>
          <p:grpSpPr>
            <a:xfrm>
              <a:off x="10736049" y="1640945"/>
              <a:ext cx="1432080" cy="460440"/>
              <a:chOff x="10736049" y="1640945"/>
              <a:chExt cx="1432080" cy="460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1">
                <p14:nvContentPartPr>
                  <p14:cNvPr id="335" name="잉크 334">
                    <a:extLst>
                      <a:ext uri="{FF2B5EF4-FFF2-40B4-BE49-F238E27FC236}">
                        <a16:creationId xmlns:a16="http://schemas.microsoft.com/office/drawing/2014/main" id="{74295A6B-8C17-62AB-744E-4088469A785C}"/>
                      </a:ext>
                    </a:extLst>
                  </p14:cNvPr>
                  <p14:cNvContentPartPr/>
                  <p14:nvPr/>
                </p14:nvContentPartPr>
                <p14:xfrm>
                  <a:off x="10736049" y="1805105"/>
                  <a:ext cx="158040" cy="237600"/>
                </p14:xfrm>
              </p:contentPart>
            </mc:Choice>
            <mc:Fallback xmlns="">
              <p:pic>
                <p:nvPicPr>
                  <p:cNvPr id="335" name="잉크 334">
                    <a:extLst>
                      <a:ext uri="{FF2B5EF4-FFF2-40B4-BE49-F238E27FC236}">
                        <a16:creationId xmlns:a16="http://schemas.microsoft.com/office/drawing/2014/main" id="{74295A6B-8C17-62AB-744E-4088469A785C}"/>
                      </a:ext>
                    </a:extLst>
                  </p:cNvPr>
                  <p:cNvPicPr/>
                  <p:nvPr/>
                </p:nvPicPr>
                <p:blipFill>
                  <a:blip r:embed="rId362"/>
                  <a:stretch>
                    <a:fillRect/>
                  </a:stretch>
                </p:blipFill>
                <p:spPr>
                  <a:xfrm>
                    <a:off x="10721123" y="1791459"/>
                    <a:ext cx="187892" cy="2648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3">
                <p14:nvContentPartPr>
                  <p14:cNvPr id="336" name="잉크 335">
                    <a:extLst>
                      <a:ext uri="{FF2B5EF4-FFF2-40B4-BE49-F238E27FC236}">
                        <a16:creationId xmlns:a16="http://schemas.microsoft.com/office/drawing/2014/main" id="{31597348-BEE5-678C-4ADA-8B0D205F41E2}"/>
                      </a:ext>
                    </a:extLst>
                  </p14:cNvPr>
                  <p14:cNvContentPartPr/>
                  <p14:nvPr/>
                </p14:nvContentPartPr>
                <p14:xfrm>
                  <a:off x="10796889" y="1945865"/>
                  <a:ext cx="119160" cy="121320"/>
                </p14:xfrm>
              </p:contentPart>
            </mc:Choice>
            <mc:Fallback xmlns="">
              <p:pic>
                <p:nvPicPr>
                  <p:cNvPr id="336" name="잉크 335">
                    <a:extLst>
                      <a:ext uri="{FF2B5EF4-FFF2-40B4-BE49-F238E27FC236}">
                        <a16:creationId xmlns:a16="http://schemas.microsoft.com/office/drawing/2014/main" id="{31597348-BEE5-678C-4ADA-8B0D205F41E2}"/>
                      </a:ext>
                    </a:extLst>
                  </p:cNvPr>
                  <p:cNvPicPr/>
                  <p:nvPr/>
                </p:nvPicPr>
                <p:blipFill>
                  <a:blip r:embed="rId364"/>
                  <a:stretch>
                    <a:fillRect/>
                  </a:stretch>
                </p:blipFill>
                <p:spPr>
                  <a:xfrm>
                    <a:off x="10781994" y="1932206"/>
                    <a:ext cx="148950" cy="1486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5">
                <p14:nvContentPartPr>
                  <p14:cNvPr id="337" name="잉크 336">
                    <a:extLst>
                      <a:ext uri="{FF2B5EF4-FFF2-40B4-BE49-F238E27FC236}">
                        <a16:creationId xmlns:a16="http://schemas.microsoft.com/office/drawing/2014/main" id="{D3C6BA06-3193-BF60-598A-1DC7A24018E9}"/>
                      </a:ext>
                    </a:extLst>
                  </p14:cNvPr>
                  <p14:cNvContentPartPr/>
                  <p14:nvPr/>
                </p14:nvContentPartPr>
                <p14:xfrm>
                  <a:off x="11019369" y="2016065"/>
                  <a:ext cx="101520" cy="360"/>
                </p14:xfrm>
              </p:contentPart>
            </mc:Choice>
            <mc:Fallback xmlns="">
              <p:pic>
                <p:nvPicPr>
                  <p:cNvPr id="337" name="잉크 336">
                    <a:extLst>
                      <a:ext uri="{FF2B5EF4-FFF2-40B4-BE49-F238E27FC236}">
                        <a16:creationId xmlns:a16="http://schemas.microsoft.com/office/drawing/2014/main" id="{D3C6BA06-3193-BF60-598A-1DC7A24018E9}"/>
                      </a:ext>
                    </a:extLst>
                  </p:cNvPr>
                  <p:cNvPicPr/>
                  <p:nvPr/>
                </p:nvPicPr>
                <p:blipFill>
                  <a:blip r:embed="rId366"/>
                  <a:stretch>
                    <a:fillRect/>
                  </a:stretch>
                </p:blipFill>
                <p:spPr>
                  <a:xfrm>
                    <a:off x="11004491" y="2009945"/>
                    <a:ext cx="131276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7">
                <p14:nvContentPartPr>
                  <p14:cNvPr id="338" name="잉크 337">
                    <a:extLst>
                      <a:ext uri="{FF2B5EF4-FFF2-40B4-BE49-F238E27FC236}">
                        <a16:creationId xmlns:a16="http://schemas.microsoft.com/office/drawing/2014/main" id="{057073CC-AE3D-8BA9-9987-873A9C70B669}"/>
                      </a:ext>
                    </a:extLst>
                  </p14:cNvPr>
                  <p14:cNvContentPartPr/>
                  <p14:nvPr/>
                </p14:nvContentPartPr>
                <p14:xfrm>
                  <a:off x="11206569" y="1816985"/>
                  <a:ext cx="153720" cy="235440"/>
                </p14:xfrm>
              </p:contentPart>
            </mc:Choice>
            <mc:Fallback xmlns="">
              <p:pic>
                <p:nvPicPr>
                  <p:cNvPr id="338" name="잉크 337">
                    <a:extLst>
                      <a:ext uri="{FF2B5EF4-FFF2-40B4-BE49-F238E27FC236}">
                        <a16:creationId xmlns:a16="http://schemas.microsoft.com/office/drawing/2014/main" id="{057073CC-AE3D-8BA9-9987-873A9C70B669}"/>
                      </a:ext>
                    </a:extLst>
                  </p:cNvPr>
                  <p:cNvPicPr/>
                  <p:nvPr/>
                </p:nvPicPr>
                <p:blipFill>
                  <a:blip r:embed="rId368"/>
                  <a:stretch>
                    <a:fillRect/>
                  </a:stretch>
                </p:blipFill>
                <p:spPr>
                  <a:xfrm>
                    <a:off x="11191721" y="1803325"/>
                    <a:ext cx="183416" cy="2627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9">
                <p14:nvContentPartPr>
                  <p14:cNvPr id="339" name="잉크 338">
                    <a:extLst>
                      <a:ext uri="{FF2B5EF4-FFF2-40B4-BE49-F238E27FC236}">
                        <a16:creationId xmlns:a16="http://schemas.microsoft.com/office/drawing/2014/main" id="{39C23409-6970-086B-C4A1-6D364FDAA492}"/>
                      </a:ext>
                    </a:extLst>
                  </p14:cNvPr>
                  <p14:cNvContentPartPr/>
                  <p14:nvPr/>
                </p14:nvContentPartPr>
                <p14:xfrm>
                  <a:off x="11322129" y="1932185"/>
                  <a:ext cx="168480" cy="146520"/>
                </p14:xfrm>
              </p:contentPart>
            </mc:Choice>
            <mc:Fallback xmlns="">
              <p:pic>
                <p:nvPicPr>
                  <p:cNvPr id="339" name="잉크 338">
                    <a:extLst>
                      <a:ext uri="{FF2B5EF4-FFF2-40B4-BE49-F238E27FC236}">
                        <a16:creationId xmlns:a16="http://schemas.microsoft.com/office/drawing/2014/main" id="{39C23409-6970-086B-C4A1-6D364FDAA492}"/>
                      </a:ext>
                    </a:extLst>
                  </p:cNvPr>
                  <p:cNvPicPr/>
                  <p:nvPr/>
                </p:nvPicPr>
                <p:blipFill>
                  <a:blip r:embed="rId370"/>
                  <a:stretch>
                    <a:fillRect/>
                  </a:stretch>
                </p:blipFill>
                <p:spPr>
                  <a:xfrm>
                    <a:off x="11307211" y="1918499"/>
                    <a:ext cx="198315" cy="1738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1">
                <p14:nvContentPartPr>
                  <p14:cNvPr id="340" name="잉크 339">
                    <a:extLst>
                      <a:ext uri="{FF2B5EF4-FFF2-40B4-BE49-F238E27FC236}">
                        <a16:creationId xmlns:a16="http://schemas.microsoft.com/office/drawing/2014/main" id="{E25456F3-55BA-4728-7B36-8BE217FF25AB}"/>
                      </a:ext>
                    </a:extLst>
                  </p14:cNvPr>
                  <p14:cNvContentPartPr/>
                  <p14:nvPr/>
                </p14:nvContentPartPr>
                <p14:xfrm>
                  <a:off x="11535969" y="1899065"/>
                  <a:ext cx="115560" cy="155520"/>
                </p14:xfrm>
              </p:contentPart>
            </mc:Choice>
            <mc:Fallback xmlns="">
              <p:pic>
                <p:nvPicPr>
                  <p:cNvPr id="340" name="잉크 339">
                    <a:extLst>
                      <a:ext uri="{FF2B5EF4-FFF2-40B4-BE49-F238E27FC236}">
                        <a16:creationId xmlns:a16="http://schemas.microsoft.com/office/drawing/2014/main" id="{E25456F3-55BA-4728-7B36-8BE217FF25AB}"/>
                      </a:ext>
                    </a:extLst>
                  </p:cNvPr>
                  <p:cNvPicPr/>
                  <p:nvPr/>
                </p:nvPicPr>
                <p:blipFill>
                  <a:blip r:embed="rId372"/>
                  <a:stretch>
                    <a:fillRect/>
                  </a:stretch>
                </p:blipFill>
                <p:spPr>
                  <a:xfrm>
                    <a:off x="11521086" y="1885437"/>
                    <a:ext cx="145325" cy="1827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3">
                <p14:nvContentPartPr>
                  <p14:cNvPr id="341" name="잉크 340">
                    <a:extLst>
                      <a:ext uri="{FF2B5EF4-FFF2-40B4-BE49-F238E27FC236}">
                        <a16:creationId xmlns:a16="http://schemas.microsoft.com/office/drawing/2014/main" id="{E76BA36C-F2FA-6363-81CF-DAC027216BD9}"/>
                      </a:ext>
                    </a:extLst>
                  </p14:cNvPr>
                  <p14:cNvContentPartPr/>
                  <p14:nvPr/>
                </p14:nvContentPartPr>
                <p14:xfrm>
                  <a:off x="11605809" y="2027585"/>
                  <a:ext cx="103680" cy="73800"/>
                </p14:xfrm>
              </p:contentPart>
            </mc:Choice>
            <mc:Fallback xmlns="">
              <p:pic>
                <p:nvPicPr>
                  <p:cNvPr id="341" name="잉크 340">
                    <a:extLst>
                      <a:ext uri="{FF2B5EF4-FFF2-40B4-BE49-F238E27FC236}">
                        <a16:creationId xmlns:a16="http://schemas.microsoft.com/office/drawing/2014/main" id="{E76BA36C-F2FA-6363-81CF-DAC027216BD9}"/>
                      </a:ext>
                    </a:extLst>
                  </p:cNvPr>
                  <p:cNvPicPr/>
                  <p:nvPr/>
                </p:nvPicPr>
                <p:blipFill>
                  <a:blip r:embed="rId374"/>
                  <a:stretch>
                    <a:fillRect/>
                  </a:stretch>
                </p:blipFill>
                <p:spPr>
                  <a:xfrm>
                    <a:off x="11590998" y="2013948"/>
                    <a:ext cx="133303" cy="1010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5">
                <p14:nvContentPartPr>
                  <p14:cNvPr id="342" name="잉크 341">
                    <a:extLst>
                      <a:ext uri="{FF2B5EF4-FFF2-40B4-BE49-F238E27FC236}">
                        <a16:creationId xmlns:a16="http://schemas.microsoft.com/office/drawing/2014/main" id="{4EC89C3A-87EC-855D-9405-49819DD2289C}"/>
                      </a:ext>
                    </a:extLst>
                  </p14:cNvPr>
                  <p14:cNvContentPartPr/>
                  <p14:nvPr/>
                </p14:nvContentPartPr>
                <p14:xfrm>
                  <a:off x="11708049" y="1896905"/>
                  <a:ext cx="164520" cy="111240"/>
                </p14:xfrm>
              </p:contentPart>
            </mc:Choice>
            <mc:Fallback xmlns="">
              <p:pic>
                <p:nvPicPr>
                  <p:cNvPr id="342" name="잉크 341">
                    <a:extLst>
                      <a:ext uri="{FF2B5EF4-FFF2-40B4-BE49-F238E27FC236}">
                        <a16:creationId xmlns:a16="http://schemas.microsoft.com/office/drawing/2014/main" id="{4EC89C3A-87EC-855D-9405-49819DD2289C}"/>
                      </a:ext>
                    </a:extLst>
                  </p:cNvPr>
                  <p:cNvPicPr/>
                  <p:nvPr/>
                </p:nvPicPr>
                <p:blipFill>
                  <a:blip r:embed="rId376"/>
                  <a:stretch>
                    <a:fillRect/>
                  </a:stretch>
                </p:blipFill>
                <p:spPr>
                  <a:xfrm>
                    <a:off x="11693172" y="1883300"/>
                    <a:ext cx="194274" cy="1384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7">
                <p14:nvContentPartPr>
                  <p14:cNvPr id="343" name="잉크 342">
                    <a:extLst>
                      <a:ext uri="{FF2B5EF4-FFF2-40B4-BE49-F238E27FC236}">
                        <a16:creationId xmlns:a16="http://schemas.microsoft.com/office/drawing/2014/main" id="{158A017B-41E2-F62B-245D-29DA3B4F1223}"/>
                      </a:ext>
                    </a:extLst>
                  </p14:cNvPr>
                  <p14:cNvContentPartPr/>
                  <p14:nvPr/>
                </p14:nvContentPartPr>
                <p14:xfrm>
                  <a:off x="11898849" y="1828505"/>
                  <a:ext cx="102600" cy="12600"/>
                </p14:xfrm>
              </p:contentPart>
            </mc:Choice>
            <mc:Fallback xmlns="">
              <p:pic>
                <p:nvPicPr>
                  <p:cNvPr id="343" name="잉크 342">
                    <a:extLst>
                      <a:ext uri="{FF2B5EF4-FFF2-40B4-BE49-F238E27FC236}">
                        <a16:creationId xmlns:a16="http://schemas.microsoft.com/office/drawing/2014/main" id="{158A017B-41E2-F62B-245D-29DA3B4F1223}"/>
                      </a:ext>
                    </a:extLst>
                  </p:cNvPr>
                  <p:cNvPicPr/>
                  <p:nvPr/>
                </p:nvPicPr>
                <p:blipFill>
                  <a:blip r:embed="rId378"/>
                  <a:stretch>
                    <a:fillRect/>
                  </a:stretch>
                </p:blipFill>
                <p:spPr>
                  <a:xfrm>
                    <a:off x="11883941" y="1815117"/>
                    <a:ext cx="132415" cy="393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9">
                <p14:nvContentPartPr>
                  <p14:cNvPr id="344" name="잉크 343">
                    <a:extLst>
                      <a:ext uri="{FF2B5EF4-FFF2-40B4-BE49-F238E27FC236}">
                        <a16:creationId xmlns:a16="http://schemas.microsoft.com/office/drawing/2014/main" id="{AC4CACA6-A12D-371A-9BBA-50D6EEE08C1D}"/>
                      </a:ext>
                    </a:extLst>
                  </p14:cNvPr>
                  <p14:cNvContentPartPr/>
                  <p14:nvPr/>
                </p14:nvContentPartPr>
                <p14:xfrm>
                  <a:off x="11874729" y="1640945"/>
                  <a:ext cx="293400" cy="363960"/>
                </p14:xfrm>
              </p:contentPart>
            </mc:Choice>
            <mc:Fallback xmlns="">
              <p:pic>
                <p:nvPicPr>
                  <p:cNvPr id="344" name="잉크 343">
                    <a:extLst>
                      <a:ext uri="{FF2B5EF4-FFF2-40B4-BE49-F238E27FC236}">
                        <a16:creationId xmlns:a16="http://schemas.microsoft.com/office/drawing/2014/main" id="{AC4CACA6-A12D-371A-9BBA-50D6EEE08C1D}"/>
                      </a:ext>
                    </a:extLst>
                  </p:cNvPr>
                  <p:cNvPicPr/>
                  <p:nvPr/>
                </p:nvPicPr>
                <p:blipFill>
                  <a:blip r:embed="rId380"/>
                  <a:stretch>
                    <a:fillRect/>
                  </a:stretch>
                </p:blipFill>
                <p:spPr>
                  <a:xfrm>
                    <a:off x="11859840" y="1627286"/>
                    <a:ext cx="323178" cy="39127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D09ACFB7-AF72-EFE4-0A53-3F6C2D91C03E}"/>
                </a:ext>
              </a:extLst>
            </p:cNvPr>
            <p:cNvGrpSpPr/>
            <p:nvPr/>
          </p:nvGrpSpPr>
          <p:grpSpPr>
            <a:xfrm>
              <a:off x="10914249" y="2367785"/>
              <a:ext cx="1078560" cy="352080"/>
              <a:chOff x="10914249" y="2367785"/>
              <a:chExt cx="1078560" cy="352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81">
                <p14:nvContentPartPr>
                  <p14:cNvPr id="326" name="잉크 325">
                    <a:extLst>
                      <a:ext uri="{FF2B5EF4-FFF2-40B4-BE49-F238E27FC236}">
                        <a16:creationId xmlns:a16="http://schemas.microsoft.com/office/drawing/2014/main" id="{CF9CF3FC-285A-7F96-CC78-C540C83F4FD2}"/>
                      </a:ext>
                    </a:extLst>
                  </p14:cNvPr>
                  <p14:cNvContentPartPr/>
                  <p14:nvPr/>
                </p14:nvContentPartPr>
                <p14:xfrm>
                  <a:off x="10914249" y="2435105"/>
                  <a:ext cx="144720" cy="263880"/>
                </p14:xfrm>
              </p:contentPart>
            </mc:Choice>
            <mc:Fallback xmlns="">
              <p:pic>
                <p:nvPicPr>
                  <p:cNvPr id="326" name="잉크 325">
                    <a:extLst>
                      <a:ext uri="{FF2B5EF4-FFF2-40B4-BE49-F238E27FC236}">
                        <a16:creationId xmlns:a16="http://schemas.microsoft.com/office/drawing/2014/main" id="{CF9CF3FC-285A-7F96-CC78-C540C83F4FD2}"/>
                      </a:ext>
                    </a:extLst>
                  </p:cNvPr>
                  <p:cNvPicPr/>
                  <p:nvPr/>
                </p:nvPicPr>
                <p:blipFill>
                  <a:blip r:embed="rId382"/>
                  <a:stretch>
                    <a:fillRect/>
                  </a:stretch>
                </p:blipFill>
                <p:spPr>
                  <a:xfrm>
                    <a:off x="10899338" y="2421428"/>
                    <a:ext cx="174541" cy="2912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3">
                <p14:nvContentPartPr>
                  <p14:cNvPr id="327" name="잉크 326">
                    <a:extLst>
                      <a:ext uri="{FF2B5EF4-FFF2-40B4-BE49-F238E27FC236}">
                        <a16:creationId xmlns:a16="http://schemas.microsoft.com/office/drawing/2014/main" id="{BC8D9AA9-4365-F234-A108-6DEAE1F4028D}"/>
                      </a:ext>
                    </a:extLst>
                  </p14:cNvPr>
                  <p14:cNvContentPartPr/>
                  <p14:nvPr/>
                </p14:nvContentPartPr>
                <p14:xfrm>
                  <a:off x="10995969" y="2567225"/>
                  <a:ext cx="127800" cy="152640"/>
                </p14:xfrm>
              </p:contentPart>
            </mc:Choice>
            <mc:Fallback xmlns="">
              <p:pic>
                <p:nvPicPr>
                  <p:cNvPr id="327" name="잉크 326">
                    <a:extLst>
                      <a:ext uri="{FF2B5EF4-FFF2-40B4-BE49-F238E27FC236}">
                        <a16:creationId xmlns:a16="http://schemas.microsoft.com/office/drawing/2014/main" id="{BC8D9AA9-4365-F234-A108-6DEAE1F4028D}"/>
                      </a:ext>
                    </a:extLst>
                  </p:cNvPr>
                  <p:cNvPicPr/>
                  <p:nvPr/>
                </p:nvPicPr>
                <p:blipFill>
                  <a:blip r:embed="rId384"/>
                  <a:stretch>
                    <a:fillRect/>
                  </a:stretch>
                </p:blipFill>
                <p:spPr>
                  <a:xfrm>
                    <a:off x="10981088" y="2553568"/>
                    <a:ext cx="157562" cy="1799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5">
                <p14:nvContentPartPr>
                  <p14:cNvPr id="328" name="잉크 327">
                    <a:extLst>
                      <a:ext uri="{FF2B5EF4-FFF2-40B4-BE49-F238E27FC236}">
                        <a16:creationId xmlns:a16="http://schemas.microsoft.com/office/drawing/2014/main" id="{47593ACF-5AD4-FA36-A1FC-2D5E8B568BF1}"/>
                      </a:ext>
                    </a:extLst>
                  </p14:cNvPr>
                  <p14:cNvContentPartPr/>
                  <p14:nvPr/>
                </p14:nvContentPartPr>
                <p14:xfrm>
                  <a:off x="11206929" y="2672705"/>
                  <a:ext cx="55800" cy="12240"/>
                </p14:xfrm>
              </p:contentPart>
            </mc:Choice>
            <mc:Fallback xmlns="">
              <p:pic>
                <p:nvPicPr>
                  <p:cNvPr id="328" name="잉크 327">
                    <a:extLst>
                      <a:ext uri="{FF2B5EF4-FFF2-40B4-BE49-F238E27FC236}">
                        <a16:creationId xmlns:a16="http://schemas.microsoft.com/office/drawing/2014/main" id="{47593ACF-5AD4-FA36-A1FC-2D5E8B568BF1}"/>
                      </a:ext>
                    </a:extLst>
                  </p:cNvPr>
                  <p:cNvPicPr/>
                  <p:nvPr/>
                </p:nvPicPr>
                <p:blipFill>
                  <a:blip r:embed="rId386"/>
                  <a:stretch>
                    <a:fillRect/>
                  </a:stretch>
                </p:blipFill>
                <p:spPr>
                  <a:xfrm>
                    <a:off x="11192107" y="2659700"/>
                    <a:ext cx="85444" cy="382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7">
                <p14:nvContentPartPr>
                  <p14:cNvPr id="329" name="잉크 328">
                    <a:extLst>
                      <a:ext uri="{FF2B5EF4-FFF2-40B4-BE49-F238E27FC236}">
                        <a16:creationId xmlns:a16="http://schemas.microsoft.com/office/drawing/2014/main" id="{80BF16FF-3A09-6CDE-BBD0-20F0DF60AC29}"/>
                      </a:ext>
                    </a:extLst>
                  </p14:cNvPr>
                  <p14:cNvContentPartPr/>
                  <p14:nvPr/>
                </p14:nvContentPartPr>
                <p14:xfrm>
                  <a:off x="11356689" y="2484425"/>
                  <a:ext cx="144000" cy="188640"/>
                </p14:xfrm>
              </p:contentPart>
            </mc:Choice>
            <mc:Fallback xmlns="">
              <p:pic>
                <p:nvPicPr>
                  <p:cNvPr id="329" name="잉크 328">
                    <a:extLst>
                      <a:ext uri="{FF2B5EF4-FFF2-40B4-BE49-F238E27FC236}">
                        <a16:creationId xmlns:a16="http://schemas.microsoft.com/office/drawing/2014/main" id="{80BF16FF-3A09-6CDE-BBD0-20F0DF60AC29}"/>
                      </a:ext>
                    </a:extLst>
                  </p:cNvPr>
                  <p:cNvPicPr/>
                  <p:nvPr/>
                </p:nvPicPr>
                <p:blipFill>
                  <a:blip r:embed="rId388"/>
                  <a:stretch>
                    <a:fillRect/>
                  </a:stretch>
                </p:blipFill>
                <p:spPr>
                  <a:xfrm>
                    <a:off x="11341762" y="2470779"/>
                    <a:ext cx="173854" cy="2159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9">
                <p14:nvContentPartPr>
                  <p14:cNvPr id="330" name="잉크 329">
                    <a:extLst>
                      <a:ext uri="{FF2B5EF4-FFF2-40B4-BE49-F238E27FC236}">
                        <a16:creationId xmlns:a16="http://schemas.microsoft.com/office/drawing/2014/main" id="{B588649D-5F89-D217-1314-A808123488D1}"/>
                      </a:ext>
                    </a:extLst>
                  </p14:cNvPr>
                  <p14:cNvContentPartPr/>
                  <p14:nvPr/>
                </p14:nvContentPartPr>
                <p14:xfrm>
                  <a:off x="11441649" y="2489465"/>
                  <a:ext cx="54000" cy="27000"/>
                </p14:xfrm>
              </p:contentPart>
            </mc:Choice>
            <mc:Fallback xmlns="">
              <p:pic>
                <p:nvPicPr>
                  <p:cNvPr id="330" name="잉크 329">
                    <a:extLst>
                      <a:ext uri="{FF2B5EF4-FFF2-40B4-BE49-F238E27FC236}">
                        <a16:creationId xmlns:a16="http://schemas.microsoft.com/office/drawing/2014/main" id="{B588649D-5F89-D217-1314-A808123488D1}"/>
                      </a:ext>
                    </a:extLst>
                  </p:cNvPr>
                  <p:cNvPicPr/>
                  <p:nvPr/>
                </p:nvPicPr>
                <p:blipFill>
                  <a:blip r:embed="rId390"/>
                  <a:stretch>
                    <a:fillRect/>
                  </a:stretch>
                </p:blipFill>
                <p:spPr>
                  <a:xfrm>
                    <a:off x="11426843" y="2475965"/>
                    <a:ext cx="83613" cy="5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1">
                <p14:nvContentPartPr>
                  <p14:cNvPr id="331" name="잉크 330">
                    <a:extLst>
                      <a:ext uri="{FF2B5EF4-FFF2-40B4-BE49-F238E27FC236}">
                        <a16:creationId xmlns:a16="http://schemas.microsoft.com/office/drawing/2014/main" id="{EE1B0309-15C0-A893-A655-2A2B32D0C256}"/>
                      </a:ext>
                    </a:extLst>
                  </p14:cNvPr>
                  <p14:cNvContentPartPr/>
                  <p14:nvPr/>
                </p14:nvContentPartPr>
                <p14:xfrm>
                  <a:off x="11569809" y="2482265"/>
                  <a:ext cx="109800" cy="118440"/>
                </p14:xfrm>
              </p:contentPart>
            </mc:Choice>
            <mc:Fallback xmlns="">
              <p:pic>
                <p:nvPicPr>
                  <p:cNvPr id="331" name="잉크 330">
                    <a:extLst>
                      <a:ext uri="{FF2B5EF4-FFF2-40B4-BE49-F238E27FC236}">
                        <a16:creationId xmlns:a16="http://schemas.microsoft.com/office/drawing/2014/main" id="{EE1B0309-15C0-A893-A655-2A2B32D0C256}"/>
                      </a:ext>
                    </a:extLst>
                  </p:cNvPr>
                  <p:cNvPicPr/>
                  <p:nvPr/>
                </p:nvPicPr>
                <p:blipFill>
                  <a:blip r:embed="rId392"/>
                  <a:stretch>
                    <a:fillRect/>
                  </a:stretch>
                </p:blipFill>
                <p:spPr>
                  <a:xfrm>
                    <a:off x="11554995" y="2468660"/>
                    <a:ext cx="139429" cy="1456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3">
                <p14:nvContentPartPr>
                  <p14:cNvPr id="332" name="잉크 331">
                    <a:extLst>
                      <a:ext uri="{FF2B5EF4-FFF2-40B4-BE49-F238E27FC236}">
                        <a16:creationId xmlns:a16="http://schemas.microsoft.com/office/drawing/2014/main" id="{7E33887C-F048-A9EA-66E3-C19FF96B42C9}"/>
                      </a:ext>
                    </a:extLst>
                  </p14:cNvPr>
                  <p14:cNvContentPartPr/>
                  <p14:nvPr/>
                </p14:nvContentPartPr>
                <p14:xfrm>
                  <a:off x="11547129" y="2531945"/>
                  <a:ext cx="172080" cy="132480"/>
                </p14:xfrm>
              </p:contentPart>
            </mc:Choice>
            <mc:Fallback xmlns="">
              <p:pic>
                <p:nvPicPr>
                  <p:cNvPr id="332" name="잉크 331">
                    <a:extLst>
                      <a:ext uri="{FF2B5EF4-FFF2-40B4-BE49-F238E27FC236}">
                        <a16:creationId xmlns:a16="http://schemas.microsoft.com/office/drawing/2014/main" id="{7E33887C-F048-A9EA-66E3-C19FF96B42C9}"/>
                      </a:ext>
                    </a:extLst>
                  </p:cNvPr>
                  <p:cNvPicPr/>
                  <p:nvPr/>
                </p:nvPicPr>
                <p:blipFill>
                  <a:blip r:embed="rId394"/>
                  <a:stretch>
                    <a:fillRect/>
                  </a:stretch>
                </p:blipFill>
                <p:spPr>
                  <a:xfrm>
                    <a:off x="11532279" y="2518296"/>
                    <a:ext cx="201779" cy="1597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5">
                <p14:nvContentPartPr>
                  <p14:cNvPr id="333" name="잉크 332">
                    <a:extLst>
                      <a:ext uri="{FF2B5EF4-FFF2-40B4-BE49-F238E27FC236}">
                        <a16:creationId xmlns:a16="http://schemas.microsoft.com/office/drawing/2014/main" id="{ABA68E0D-6EA0-6BCF-2766-AC198894FC69}"/>
                      </a:ext>
                    </a:extLst>
                  </p14:cNvPr>
                  <p14:cNvContentPartPr/>
                  <p14:nvPr/>
                </p14:nvContentPartPr>
                <p14:xfrm>
                  <a:off x="11734689" y="2496665"/>
                  <a:ext cx="119520" cy="360"/>
                </p14:xfrm>
              </p:contentPart>
            </mc:Choice>
            <mc:Fallback xmlns="">
              <p:pic>
                <p:nvPicPr>
                  <p:cNvPr id="333" name="잉크 332">
                    <a:extLst>
                      <a:ext uri="{FF2B5EF4-FFF2-40B4-BE49-F238E27FC236}">
                        <a16:creationId xmlns:a16="http://schemas.microsoft.com/office/drawing/2014/main" id="{ABA68E0D-6EA0-6BCF-2766-AC198894FC69}"/>
                      </a:ext>
                    </a:extLst>
                  </p:cNvPr>
                  <p:cNvPicPr/>
                  <p:nvPr/>
                </p:nvPicPr>
                <p:blipFill>
                  <a:blip r:embed="rId396"/>
                  <a:stretch>
                    <a:fillRect/>
                  </a:stretch>
                </p:blipFill>
                <p:spPr>
                  <a:xfrm>
                    <a:off x="11719858" y="2490545"/>
                    <a:ext cx="149182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7">
                <p14:nvContentPartPr>
                  <p14:cNvPr id="334" name="잉크 333">
                    <a:extLst>
                      <a:ext uri="{FF2B5EF4-FFF2-40B4-BE49-F238E27FC236}">
                        <a16:creationId xmlns:a16="http://schemas.microsoft.com/office/drawing/2014/main" id="{692784C0-D7AE-AAF9-D797-69AB6E535B1B}"/>
                      </a:ext>
                    </a:extLst>
                  </p14:cNvPr>
                  <p14:cNvContentPartPr/>
                  <p14:nvPr/>
                </p14:nvContentPartPr>
                <p14:xfrm>
                  <a:off x="11806689" y="2367785"/>
                  <a:ext cx="186120" cy="262440"/>
                </p14:xfrm>
              </p:contentPart>
            </mc:Choice>
            <mc:Fallback xmlns="">
              <p:pic>
                <p:nvPicPr>
                  <p:cNvPr id="334" name="잉크 333">
                    <a:extLst>
                      <a:ext uri="{FF2B5EF4-FFF2-40B4-BE49-F238E27FC236}">
                        <a16:creationId xmlns:a16="http://schemas.microsoft.com/office/drawing/2014/main" id="{692784C0-D7AE-AAF9-D797-69AB6E535B1B}"/>
                      </a:ext>
                    </a:extLst>
                  </p:cNvPr>
                  <p:cNvPicPr/>
                  <p:nvPr/>
                </p:nvPicPr>
                <p:blipFill>
                  <a:blip r:embed="rId398"/>
                  <a:stretch>
                    <a:fillRect/>
                  </a:stretch>
                </p:blipFill>
                <p:spPr>
                  <a:xfrm>
                    <a:off x="11791834" y="2354141"/>
                    <a:ext cx="215829" cy="289727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377E9D8F-F4B7-4D38-FFFA-85C44B721F54}"/>
                    </a:ext>
                  </a:extLst>
                </p14:cNvPr>
                <p14:cNvContentPartPr/>
                <p14:nvPr/>
              </p14:nvContentPartPr>
              <p14:xfrm>
                <a:off x="7195809" y="3786545"/>
                <a:ext cx="72720" cy="237960"/>
              </p14:xfrm>
            </p:contentPart>
          </mc:Choice>
          <mc:Fallback xmlns=""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377E9D8F-F4B7-4D38-FFFA-85C44B721F5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180915" y="3772878"/>
                  <a:ext cx="102509" cy="2652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25832784-BBE3-1A37-26E8-B845380CD763}"/>
                    </a:ext>
                  </a:extLst>
                </p14:cNvPr>
                <p14:cNvContentPartPr/>
                <p14:nvPr/>
              </p14:nvContentPartPr>
              <p14:xfrm>
                <a:off x="8216769" y="3704465"/>
                <a:ext cx="83520" cy="344520"/>
              </p14:xfrm>
            </p:contentPart>
          </mc:Choice>
          <mc:Fallback xmlns=""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25832784-BBE3-1A37-26E8-B845380CD76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201979" y="3690813"/>
                  <a:ext cx="113100" cy="3718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59C34643-51C0-F96F-5175-F4BE2B942BE2}"/>
                    </a:ext>
                  </a:extLst>
                </p14:cNvPr>
                <p14:cNvContentPartPr/>
                <p14:nvPr/>
              </p14:nvContentPartPr>
              <p14:xfrm>
                <a:off x="925689" y="1136945"/>
                <a:ext cx="12240" cy="267480"/>
              </p14:xfrm>
            </p:contentPart>
          </mc:Choice>
          <mc:Fallback xmlns=""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59C34643-51C0-F96F-5175-F4BE2B942BE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11817" y="1123290"/>
                  <a:ext cx="39984" cy="294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78F5333A-7F98-C9DC-CAD2-D58935A0DB07}"/>
                    </a:ext>
                  </a:extLst>
                </p14:cNvPr>
                <p14:cNvContentPartPr/>
                <p14:nvPr/>
              </p14:nvContentPartPr>
              <p14:xfrm>
                <a:off x="1043049" y="2965745"/>
                <a:ext cx="360" cy="261000"/>
              </p14:xfrm>
            </p:contentPart>
          </mc:Choice>
          <mc:Fallback xmlns=""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78F5333A-7F98-C9DC-CAD2-D58935A0DB0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36929" y="2952093"/>
                  <a:ext cx="12600" cy="2883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B2C8EE40-AB7B-5FC4-7F96-B1874F3BF6C1}"/>
                    </a:ext>
                  </a:extLst>
                </p14:cNvPr>
                <p14:cNvContentPartPr/>
                <p14:nvPr/>
              </p14:nvContentPartPr>
              <p14:xfrm>
                <a:off x="3239409" y="1192385"/>
                <a:ext cx="198000" cy="206280"/>
              </p14:xfrm>
            </p:contentPart>
          </mc:Choice>
          <mc:Fallback xmlns=""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B2C8EE40-AB7B-5FC4-7F96-B1874F3BF6C1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224515" y="1178740"/>
                  <a:ext cx="227788" cy="233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B5F38D53-C77B-09CC-40F5-2B4E885A6430}"/>
                    </a:ext>
                  </a:extLst>
                </p14:cNvPr>
                <p14:cNvContentPartPr/>
                <p14:nvPr/>
              </p14:nvContentPartPr>
              <p14:xfrm>
                <a:off x="1075449" y="2484785"/>
                <a:ext cx="191160" cy="141480"/>
              </p14:xfrm>
            </p:contentPart>
          </mc:Choice>
          <mc:Fallback xmlns=""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B5F38D53-C77B-09CC-40F5-2B4E885A643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60542" y="2471119"/>
                  <a:ext cx="220974" cy="1688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D1C0AD66-F755-09AD-E5EF-8B9B72C0591B}"/>
                    </a:ext>
                  </a:extLst>
                </p14:cNvPr>
                <p14:cNvContentPartPr/>
                <p14:nvPr/>
              </p14:nvContentPartPr>
              <p14:xfrm>
                <a:off x="3279009" y="2693585"/>
                <a:ext cx="265680" cy="248760"/>
              </p14:xfrm>
            </p:contentPart>
          </mc:Choice>
          <mc:Fallback xmlns=""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D1C0AD66-F755-09AD-E5EF-8B9B72C0591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264103" y="2679943"/>
                  <a:ext cx="295492" cy="27604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81524DFE-CB22-1595-5C8C-C2D320A84024}"/>
                </a:ext>
              </a:extLst>
            </p:cNvPr>
            <p:cNvGrpSpPr/>
            <p:nvPr/>
          </p:nvGrpSpPr>
          <p:grpSpPr>
            <a:xfrm>
              <a:off x="6213009" y="4148705"/>
              <a:ext cx="1850040" cy="414000"/>
              <a:chOff x="6213009" y="4148705"/>
              <a:chExt cx="1850040" cy="414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13">
                <p14:nvContentPartPr>
                  <p14:cNvPr id="323" name="잉크 322">
                    <a:extLst>
                      <a:ext uri="{FF2B5EF4-FFF2-40B4-BE49-F238E27FC236}">
                        <a16:creationId xmlns:a16="http://schemas.microsoft.com/office/drawing/2014/main" id="{FDC1F48A-53EE-71B5-CDBA-2B4FC87EC5A4}"/>
                      </a:ext>
                    </a:extLst>
                  </p14:cNvPr>
                  <p14:cNvContentPartPr/>
                  <p14:nvPr/>
                </p14:nvContentPartPr>
                <p14:xfrm>
                  <a:off x="6939849" y="4148705"/>
                  <a:ext cx="1123200" cy="36360"/>
                </p14:xfrm>
              </p:contentPart>
            </mc:Choice>
            <mc:Fallback xmlns="">
              <p:pic>
                <p:nvPicPr>
                  <p:cNvPr id="323" name="잉크 322">
                    <a:extLst>
                      <a:ext uri="{FF2B5EF4-FFF2-40B4-BE49-F238E27FC236}">
                        <a16:creationId xmlns:a16="http://schemas.microsoft.com/office/drawing/2014/main" id="{FDC1F48A-53EE-71B5-CDBA-2B4FC87EC5A4}"/>
                      </a:ext>
                    </a:extLst>
                  </p:cNvPr>
                  <p:cNvPicPr/>
                  <p:nvPr/>
                </p:nvPicPr>
                <p:blipFill>
                  <a:blip r:embed="rId414"/>
                  <a:stretch>
                    <a:fillRect/>
                  </a:stretch>
                </p:blipFill>
                <p:spPr>
                  <a:xfrm>
                    <a:off x="6924931" y="4135268"/>
                    <a:ext cx="1153035" cy="632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5">
                <p14:nvContentPartPr>
                  <p14:cNvPr id="324" name="잉크 323">
                    <a:extLst>
                      <a:ext uri="{FF2B5EF4-FFF2-40B4-BE49-F238E27FC236}">
                        <a16:creationId xmlns:a16="http://schemas.microsoft.com/office/drawing/2014/main" id="{AF19ECA2-46A6-D3BF-E299-87FB155D3C59}"/>
                      </a:ext>
                    </a:extLst>
                  </p14:cNvPr>
                  <p14:cNvContentPartPr/>
                  <p14:nvPr/>
                </p14:nvContentPartPr>
                <p14:xfrm>
                  <a:off x="6258369" y="4173185"/>
                  <a:ext cx="1092240" cy="389520"/>
                </p14:xfrm>
              </p:contentPart>
            </mc:Choice>
            <mc:Fallback xmlns="">
              <p:pic>
                <p:nvPicPr>
                  <p:cNvPr id="324" name="잉크 323">
                    <a:extLst>
                      <a:ext uri="{FF2B5EF4-FFF2-40B4-BE49-F238E27FC236}">
                        <a16:creationId xmlns:a16="http://schemas.microsoft.com/office/drawing/2014/main" id="{AF19ECA2-46A6-D3BF-E299-87FB155D3C59}"/>
                      </a:ext>
                    </a:extLst>
                  </p:cNvPr>
                  <p:cNvPicPr/>
                  <p:nvPr/>
                </p:nvPicPr>
                <p:blipFill>
                  <a:blip r:embed="rId416"/>
                  <a:stretch>
                    <a:fillRect/>
                  </a:stretch>
                </p:blipFill>
                <p:spPr>
                  <a:xfrm>
                    <a:off x="6243455" y="4159532"/>
                    <a:ext cx="1122068" cy="4168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7">
                <p14:nvContentPartPr>
                  <p14:cNvPr id="325" name="잉크 324">
                    <a:extLst>
                      <a:ext uri="{FF2B5EF4-FFF2-40B4-BE49-F238E27FC236}">
                        <a16:creationId xmlns:a16="http://schemas.microsoft.com/office/drawing/2014/main" id="{596B132F-35C2-7AE0-BD79-744E95C8770D}"/>
                      </a:ext>
                    </a:extLst>
                  </p14:cNvPr>
                  <p14:cNvContentPartPr/>
                  <p14:nvPr/>
                </p14:nvContentPartPr>
                <p14:xfrm>
                  <a:off x="6213009" y="4466225"/>
                  <a:ext cx="258120" cy="52200"/>
                </p14:xfrm>
              </p:contentPart>
            </mc:Choice>
            <mc:Fallback xmlns="">
              <p:pic>
                <p:nvPicPr>
                  <p:cNvPr id="325" name="잉크 324">
                    <a:extLst>
                      <a:ext uri="{FF2B5EF4-FFF2-40B4-BE49-F238E27FC236}">
                        <a16:creationId xmlns:a16="http://schemas.microsoft.com/office/drawing/2014/main" id="{596B132F-35C2-7AE0-BD79-744E95C8770D}"/>
                      </a:ext>
                    </a:extLst>
                  </p:cNvPr>
                  <p:cNvPicPr/>
                  <p:nvPr/>
                </p:nvPicPr>
                <p:blipFill>
                  <a:blip r:embed="rId418"/>
                  <a:stretch>
                    <a:fillRect/>
                  </a:stretch>
                </p:blipFill>
                <p:spPr>
                  <a:xfrm>
                    <a:off x="6198134" y="4452780"/>
                    <a:ext cx="287869" cy="7909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7B1A7F1A-B303-3BC5-E25A-74BC30CF064B}"/>
                </a:ext>
              </a:extLst>
            </p:cNvPr>
            <p:cNvGrpSpPr/>
            <p:nvPr/>
          </p:nvGrpSpPr>
          <p:grpSpPr>
            <a:xfrm>
              <a:off x="4665729" y="4806425"/>
              <a:ext cx="1113120" cy="340920"/>
              <a:chOff x="4665729" y="4806425"/>
              <a:chExt cx="1113120" cy="340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19">
                <p14:nvContentPartPr>
                  <p14:cNvPr id="316" name="잉크 315">
                    <a:extLst>
                      <a:ext uri="{FF2B5EF4-FFF2-40B4-BE49-F238E27FC236}">
                        <a16:creationId xmlns:a16="http://schemas.microsoft.com/office/drawing/2014/main" id="{D559650E-5B61-BC13-2003-6E72A5294771}"/>
                      </a:ext>
                    </a:extLst>
                  </p14:cNvPr>
                  <p14:cNvContentPartPr/>
                  <p14:nvPr/>
                </p14:nvContentPartPr>
                <p14:xfrm>
                  <a:off x="4665729" y="4826945"/>
                  <a:ext cx="155160" cy="266400"/>
                </p14:xfrm>
              </p:contentPart>
            </mc:Choice>
            <mc:Fallback xmlns="">
              <p:pic>
                <p:nvPicPr>
                  <p:cNvPr id="316" name="잉크 315">
                    <a:extLst>
                      <a:ext uri="{FF2B5EF4-FFF2-40B4-BE49-F238E27FC236}">
                        <a16:creationId xmlns:a16="http://schemas.microsoft.com/office/drawing/2014/main" id="{D559650E-5B61-BC13-2003-6E72A5294771}"/>
                      </a:ext>
                    </a:extLst>
                  </p:cNvPr>
                  <p:cNvPicPr/>
                  <p:nvPr/>
                </p:nvPicPr>
                <p:blipFill>
                  <a:blip r:embed="rId420"/>
                  <a:stretch>
                    <a:fillRect/>
                  </a:stretch>
                </p:blipFill>
                <p:spPr>
                  <a:xfrm>
                    <a:off x="4650827" y="4813263"/>
                    <a:ext cx="184965" cy="2937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1">
                <p14:nvContentPartPr>
                  <p14:cNvPr id="317" name="잉크 316">
                    <a:extLst>
                      <a:ext uri="{FF2B5EF4-FFF2-40B4-BE49-F238E27FC236}">
                        <a16:creationId xmlns:a16="http://schemas.microsoft.com/office/drawing/2014/main" id="{D2A53AD6-2F68-32FB-F6A5-86C3606F21A4}"/>
                      </a:ext>
                    </a:extLst>
                  </p14:cNvPr>
                  <p14:cNvContentPartPr/>
                  <p14:nvPr/>
                </p14:nvContentPartPr>
                <p14:xfrm>
                  <a:off x="4759329" y="4923425"/>
                  <a:ext cx="272520" cy="223920"/>
                </p14:xfrm>
              </p:contentPart>
            </mc:Choice>
            <mc:Fallback xmlns="">
              <p:pic>
                <p:nvPicPr>
                  <p:cNvPr id="317" name="잉크 316">
                    <a:extLst>
                      <a:ext uri="{FF2B5EF4-FFF2-40B4-BE49-F238E27FC236}">
                        <a16:creationId xmlns:a16="http://schemas.microsoft.com/office/drawing/2014/main" id="{D2A53AD6-2F68-32FB-F6A5-86C3606F21A4}"/>
                      </a:ext>
                    </a:extLst>
                  </p:cNvPr>
                  <p:cNvPicPr/>
                  <p:nvPr/>
                </p:nvPicPr>
                <p:blipFill>
                  <a:blip r:embed="rId422"/>
                  <a:stretch>
                    <a:fillRect/>
                  </a:stretch>
                </p:blipFill>
                <p:spPr>
                  <a:xfrm>
                    <a:off x="4744432" y="4909781"/>
                    <a:ext cx="302313" cy="2512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3">
                <p14:nvContentPartPr>
                  <p14:cNvPr id="318" name="잉크 317">
                    <a:extLst>
                      <a:ext uri="{FF2B5EF4-FFF2-40B4-BE49-F238E27FC236}">
                        <a16:creationId xmlns:a16="http://schemas.microsoft.com/office/drawing/2014/main" id="{A7A10229-3AC7-86D3-B5E7-5C92BCAF61A0}"/>
                      </a:ext>
                    </a:extLst>
                  </p14:cNvPr>
                  <p14:cNvContentPartPr/>
                  <p14:nvPr/>
                </p14:nvContentPartPr>
                <p14:xfrm>
                  <a:off x="5064249" y="4935305"/>
                  <a:ext cx="176040" cy="12600"/>
                </p14:xfrm>
              </p:contentPart>
            </mc:Choice>
            <mc:Fallback xmlns="">
              <p:pic>
                <p:nvPicPr>
                  <p:cNvPr id="318" name="잉크 317">
                    <a:extLst>
                      <a:ext uri="{FF2B5EF4-FFF2-40B4-BE49-F238E27FC236}">
                        <a16:creationId xmlns:a16="http://schemas.microsoft.com/office/drawing/2014/main" id="{A7A10229-3AC7-86D3-B5E7-5C92BCAF61A0}"/>
                      </a:ext>
                    </a:extLst>
                  </p:cNvPr>
                  <p:cNvPicPr/>
                  <p:nvPr/>
                </p:nvPicPr>
                <p:blipFill>
                  <a:blip r:embed="rId424"/>
                  <a:stretch>
                    <a:fillRect/>
                  </a:stretch>
                </p:blipFill>
                <p:spPr>
                  <a:xfrm>
                    <a:off x="5049360" y="4921917"/>
                    <a:ext cx="205818" cy="393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5">
                <p14:nvContentPartPr>
                  <p14:cNvPr id="319" name="잉크 318">
                    <a:extLst>
                      <a:ext uri="{FF2B5EF4-FFF2-40B4-BE49-F238E27FC236}">
                        <a16:creationId xmlns:a16="http://schemas.microsoft.com/office/drawing/2014/main" id="{3098D57F-EEAD-0113-4201-07176B4B870F}"/>
                      </a:ext>
                    </a:extLst>
                  </p14:cNvPr>
                  <p14:cNvContentPartPr/>
                  <p14:nvPr/>
                </p14:nvContentPartPr>
                <p14:xfrm>
                  <a:off x="5075769" y="4993985"/>
                  <a:ext cx="111600" cy="16920"/>
                </p14:xfrm>
              </p:contentPart>
            </mc:Choice>
            <mc:Fallback xmlns="">
              <p:pic>
                <p:nvPicPr>
                  <p:cNvPr id="319" name="잉크 318">
                    <a:extLst>
                      <a:ext uri="{FF2B5EF4-FFF2-40B4-BE49-F238E27FC236}">
                        <a16:creationId xmlns:a16="http://schemas.microsoft.com/office/drawing/2014/main" id="{3098D57F-EEAD-0113-4201-07176B4B870F}"/>
                      </a:ext>
                    </a:extLst>
                  </p:cNvPr>
                  <p:cNvPicPr/>
                  <p:nvPr/>
                </p:nvPicPr>
                <p:blipFill>
                  <a:blip r:embed="rId426"/>
                  <a:stretch>
                    <a:fillRect/>
                  </a:stretch>
                </p:blipFill>
                <p:spPr>
                  <a:xfrm>
                    <a:off x="5060947" y="4980910"/>
                    <a:ext cx="141244" cy="430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7">
                <p14:nvContentPartPr>
                  <p14:cNvPr id="320" name="잉크 319">
                    <a:extLst>
                      <a:ext uri="{FF2B5EF4-FFF2-40B4-BE49-F238E27FC236}">
                        <a16:creationId xmlns:a16="http://schemas.microsoft.com/office/drawing/2014/main" id="{0274C2A6-4D4E-94DF-AF7A-D2A87679F711}"/>
                      </a:ext>
                    </a:extLst>
                  </p14:cNvPr>
                  <p14:cNvContentPartPr/>
                  <p14:nvPr/>
                </p14:nvContentPartPr>
                <p14:xfrm>
                  <a:off x="5473929" y="4847105"/>
                  <a:ext cx="189720" cy="290880"/>
                </p14:xfrm>
              </p:contentPart>
            </mc:Choice>
            <mc:Fallback xmlns="">
              <p:pic>
                <p:nvPicPr>
                  <p:cNvPr id="320" name="잉크 319">
                    <a:extLst>
                      <a:ext uri="{FF2B5EF4-FFF2-40B4-BE49-F238E27FC236}">
                        <a16:creationId xmlns:a16="http://schemas.microsoft.com/office/drawing/2014/main" id="{0274C2A6-4D4E-94DF-AF7A-D2A87679F711}"/>
                      </a:ext>
                    </a:extLst>
                  </p:cNvPr>
                  <p:cNvPicPr/>
                  <p:nvPr/>
                </p:nvPicPr>
                <p:blipFill>
                  <a:blip r:embed="rId428"/>
                  <a:stretch>
                    <a:fillRect/>
                  </a:stretch>
                </p:blipFill>
                <p:spPr>
                  <a:xfrm>
                    <a:off x="5459066" y="4833445"/>
                    <a:ext cx="219446" cy="318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9">
                <p14:nvContentPartPr>
                  <p14:cNvPr id="321" name="잉크 320">
                    <a:extLst>
                      <a:ext uri="{FF2B5EF4-FFF2-40B4-BE49-F238E27FC236}">
                        <a16:creationId xmlns:a16="http://schemas.microsoft.com/office/drawing/2014/main" id="{3C42315A-D173-28EB-7D52-D36A745FF766}"/>
                      </a:ext>
                    </a:extLst>
                  </p14:cNvPr>
                  <p14:cNvContentPartPr/>
                  <p14:nvPr/>
                </p14:nvContentPartPr>
                <p14:xfrm>
                  <a:off x="5568249" y="4982105"/>
                  <a:ext cx="210600" cy="116640"/>
                </p14:xfrm>
              </p:contentPart>
            </mc:Choice>
            <mc:Fallback xmlns="">
              <p:pic>
                <p:nvPicPr>
                  <p:cNvPr id="321" name="잉크 320">
                    <a:extLst>
                      <a:ext uri="{FF2B5EF4-FFF2-40B4-BE49-F238E27FC236}">
                        <a16:creationId xmlns:a16="http://schemas.microsoft.com/office/drawing/2014/main" id="{3C42315A-D173-28EB-7D52-D36A745FF766}"/>
                      </a:ext>
                    </a:extLst>
                  </p:cNvPr>
                  <p:cNvPicPr/>
                  <p:nvPr/>
                </p:nvPicPr>
                <p:blipFill>
                  <a:blip r:embed="rId430"/>
                  <a:stretch>
                    <a:fillRect/>
                  </a:stretch>
                </p:blipFill>
                <p:spPr>
                  <a:xfrm>
                    <a:off x="5553393" y="4968524"/>
                    <a:ext cx="240311" cy="1438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1">
                <p14:nvContentPartPr>
                  <p14:cNvPr id="322" name="잉크 321">
                    <a:extLst>
                      <a:ext uri="{FF2B5EF4-FFF2-40B4-BE49-F238E27FC236}">
                        <a16:creationId xmlns:a16="http://schemas.microsoft.com/office/drawing/2014/main" id="{2E4932C1-3C65-E169-F6F8-0BCBA669053C}"/>
                      </a:ext>
                    </a:extLst>
                  </p14:cNvPr>
                  <p14:cNvContentPartPr/>
                  <p14:nvPr/>
                </p14:nvContentPartPr>
                <p14:xfrm>
                  <a:off x="5392569" y="4806425"/>
                  <a:ext cx="316800" cy="16920"/>
                </p14:xfrm>
              </p:contentPart>
            </mc:Choice>
            <mc:Fallback xmlns="">
              <p:pic>
                <p:nvPicPr>
                  <p:cNvPr id="322" name="잉크 321">
                    <a:extLst>
                      <a:ext uri="{FF2B5EF4-FFF2-40B4-BE49-F238E27FC236}">
                        <a16:creationId xmlns:a16="http://schemas.microsoft.com/office/drawing/2014/main" id="{2E4932C1-3C65-E169-F6F8-0BCBA669053C}"/>
                      </a:ext>
                    </a:extLst>
                  </p:cNvPr>
                  <p:cNvPicPr/>
                  <p:nvPr/>
                </p:nvPicPr>
                <p:blipFill>
                  <a:blip r:embed="rId432"/>
                  <a:stretch>
                    <a:fillRect/>
                  </a:stretch>
                </p:blipFill>
                <p:spPr>
                  <a:xfrm>
                    <a:off x="5377650" y="4793350"/>
                    <a:ext cx="346637" cy="43069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070D0E7-50C5-4F59-A50D-6CC11D217938}"/>
                </a:ext>
              </a:extLst>
            </p:cNvPr>
            <p:cNvGrpSpPr/>
            <p:nvPr/>
          </p:nvGrpSpPr>
          <p:grpSpPr>
            <a:xfrm>
              <a:off x="6201489" y="4829825"/>
              <a:ext cx="967680" cy="628560"/>
              <a:chOff x="6201489" y="4829825"/>
              <a:chExt cx="967680" cy="628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33">
                <p14:nvContentPartPr>
                  <p14:cNvPr id="307" name="잉크 306">
                    <a:extLst>
                      <a:ext uri="{FF2B5EF4-FFF2-40B4-BE49-F238E27FC236}">
                        <a16:creationId xmlns:a16="http://schemas.microsoft.com/office/drawing/2014/main" id="{FD378E7B-7EB5-359F-0DA0-E9866E7E96E1}"/>
                      </a:ext>
                    </a:extLst>
                  </p14:cNvPr>
                  <p14:cNvContentPartPr/>
                  <p14:nvPr/>
                </p14:nvContentPartPr>
                <p14:xfrm>
                  <a:off x="6236409" y="5047985"/>
                  <a:ext cx="181440" cy="5040"/>
                </p14:xfrm>
              </p:contentPart>
            </mc:Choice>
            <mc:Fallback xmlns="">
              <p:pic>
                <p:nvPicPr>
                  <p:cNvPr id="307" name="잉크 306">
                    <a:extLst>
                      <a:ext uri="{FF2B5EF4-FFF2-40B4-BE49-F238E27FC236}">
                        <a16:creationId xmlns:a16="http://schemas.microsoft.com/office/drawing/2014/main" id="{FD378E7B-7EB5-359F-0DA0-E9866E7E96E1}"/>
                      </a:ext>
                    </a:extLst>
                  </p:cNvPr>
                  <p:cNvPicPr/>
                  <p:nvPr/>
                </p:nvPicPr>
                <p:blipFill>
                  <a:blip r:embed="rId434"/>
                  <a:stretch>
                    <a:fillRect/>
                  </a:stretch>
                </p:blipFill>
                <p:spPr>
                  <a:xfrm>
                    <a:off x="6221508" y="5035745"/>
                    <a:ext cx="211242" cy="2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5">
                <p14:nvContentPartPr>
                  <p14:cNvPr id="308" name="잉크 307">
                    <a:extLst>
                      <a:ext uri="{FF2B5EF4-FFF2-40B4-BE49-F238E27FC236}">
                        <a16:creationId xmlns:a16="http://schemas.microsoft.com/office/drawing/2014/main" id="{3F40587E-48C0-DC41-BC68-AE1009D919EA}"/>
                      </a:ext>
                    </a:extLst>
                  </p14:cNvPr>
                  <p14:cNvContentPartPr/>
                  <p14:nvPr/>
                </p14:nvContentPartPr>
                <p14:xfrm>
                  <a:off x="6201489" y="5099465"/>
                  <a:ext cx="226800" cy="24120"/>
                </p14:xfrm>
              </p:contentPart>
            </mc:Choice>
            <mc:Fallback xmlns="">
              <p:pic>
                <p:nvPicPr>
                  <p:cNvPr id="308" name="잉크 307">
                    <a:extLst>
                      <a:ext uri="{FF2B5EF4-FFF2-40B4-BE49-F238E27FC236}">
                        <a16:creationId xmlns:a16="http://schemas.microsoft.com/office/drawing/2014/main" id="{3F40587E-48C0-DC41-BC68-AE1009D919EA}"/>
                      </a:ext>
                    </a:extLst>
                  </p:cNvPr>
                  <p:cNvPicPr/>
                  <p:nvPr/>
                </p:nvPicPr>
                <p:blipFill>
                  <a:blip r:embed="rId436"/>
                  <a:stretch>
                    <a:fillRect/>
                  </a:stretch>
                </p:blipFill>
                <p:spPr>
                  <a:xfrm>
                    <a:off x="6186603" y="5086238"/>
                    <a:ext cx="256573" cy="505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7">
                <p14:nvContentPartPr>
                  <p14:cNvPr id="309" name="잉크 308">
                    <a:extLst>
                      <a:ext uri="{FF2B5EF4-FFF2-40B4-BE49-F238E27FC236}">
                        <a16:creationId xmlns:a16="http://schemas.microsoft.com/office/drawing/2014/main" id="{0C28473E-7C3A-FDCA-10B1-70BEA3055C5D}"/>
                      </a:ext>
                    </a:extLst>
                  </p14:cNvPr>
                  <p14:cNvContentPartPr/>
                  <p14:nvPr/>
                </p14:nvContentPartPr>
                <p14:xfrm>
                  <a:off x="6252609" y="4965185"/>
                  <a:ext cx="247680" cy="256320"/>
                </p14:xfrm>
              </p:contentPart>
            </mc:Choice>
            <mc:Fallback xmlns="">
              <p:pic>
                <p:nvPicPr>
                  <p:cNvPr id="309" name="잉크 308">
                    <a:extLst>
                      <a:ext uri="{FF2B5EF4-FFF2-40B4-BE49-F238E27FC236}">
                        <a16:creationId xmlns:a16="http://schemas.microsoft.com/office/drawing/2014/main" id="{0C28473E-7C3A-FDCA-10B1-70BEA3055C5D}"/>
                      </a:ext>
                    </a:extLst>
                  </p:cNvPr>
                  <p:cNvPicPr/>
                  <p:nvPr/>
                </p:nvPicPr>
                <p:blipFill>
                  <a:blip r:embed="rId438"/>
                  <a:stretch>
                    <a:fillRect/>
                  </a:stretch>
                </p:blipFill>
                <p:spPr>
                  <a:xfrm>
                    <a:off x="6237731" y="4951525"/>
                    <a:ext cx="277437" cy="2836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9">
                <p14:nvContentPartPr>
                  <p14:cNvPr id="310" name="잉크 309">
                    <a:extLst>
                      <a:ext uri="{FF2B5EF4-FFF2-40B4-BE49-F238E27FC236}">
                        <a16:creationId xmlns:a16="http://schemas.microsoft.com/office/drawing/2014/main" id="{E29B0998-025D-DF1B-C69D-653C2FD8F67C}"/>
                      </a:ext>
                    </a:extLst>
                  </p14:cNvPr>
                  <p14:cNvContentPartPr/>
                  <p14:nvPr/>
                </p14:nvContentPartPr>
                <p14:xfrm>
                  <a:off x="6717009" y="4829825"/>
                  <a:ext cx="95760" cy="157680"/>
                </p14:xfrm>
              </p:contentPart>
            </mc:Choice>
            <mc:Fallback xmlns="">
              <p:pic>
                <p:nvPicPr>
                  <p:cNvPr id="310" name="잉크 309">
                    <a:extLst>
                      <a:ext uri="{FF2B5EF4-FFF2-40B4-BE49-F238E27FC236}">
                        <a16:creationId xmlns:a16="http://schemas.microsoft.com/office/drawing/2014/main" id="{E29B0998-025D-DF1B-C69D-653C2FD8F67C}"/>
                      </a:ext>
                    </a:extLst>
                  </p:cNvPr>
                  <p:cNvPicPr/>
                  <p:nvPr/>
                </p:nvPicPr>
                <p:blipFill>
                  <a:blip r:embed="rId440"/>
                  <a:stretch>
                    <a:fillRect/>
                  </a:stretch>
                </p:blipFill>
                <p:spPr>
                  <a:xfrm>
                    <a:off x="6702210" y="4816149"/>
                    <a:ext cx="125359" cy="1850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1">
                <p14:nvContentPartPr>
                  <p14:cNvPr id="311" name="잉크 310">
                    <a:extLst>
                      <a:ext uri="{FF2B5EF4-FFF2-40B4-BE49-F238E27FC236}">
                        <a16:creationId xmlns:a16="http://schemas.microsoft.com/office/drawing/2014/main" id="{4BA23113-383A-2BCC-4BE9-ACE30DD91A26}"/>
                      </a:ext>
                    </a:extLst>
                  </p14:cNvPr>
                  <p14:cNvContentPartPr/>
                  <p14:nvPr/>
                </p14:nvContentPartPr>
                <p14:xfrm>
                  <a:off x="6676689" y="4982105"/>
                  <a:ext cx="158040" cy="72000"/>
                </p14:xfrm>
              </p:contentPart>
            </mc:Choice>
            <mc:Fallback xmlns="">
              <p:pic>
                <p:nvPicPr>
                  <p:cNvPr id="311" name="잉크 310">
                    <a:extLst>
                      <a:ext uri="{FF2B5EF4-FFF2-40B4-BE49-F238E27FC236}">
                        <a16:creationId xmlns:a16="http://schemas.microsoft.com/office/drawing/2014/main" id="{4BA23113-383A-2BCC-4BE9-ACE30DD91A26}"/>
                      </a:ext>
                    </a:extLst>
                  </p:cNvPr>
                  <p:cNvPicPr/>
                  <p:nvPr/>
                </p:nvPicPr>
                <p:blipFill>
                  <a:blip r:embed="rId442"/>
                  <a:stretch>
                    <a:fillRect/>
                  </a:stretch>
                </p:blipFill>
                <p:spPr>
                  <a:xfrm>
                    <a:off x="6661763" y="4968505"/>
                    <a:ext cx="187892" cy="99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3">
                <p14:nvContentPartPr>
                  <p14:cNvPr id="312" name="잉크 311">
                    <a:extLst>
                      <a:ext uri="{FF2B5EF4-FFF2-40B4-BE49-F238E27FC236}">
                        <a16:creationId xmlns:a16="http://schemas.microsoft.com/office/drawing/2014/main" id="{04264462-5513-D6AB-99C8-D01115144999}"/>
                      </a:ext>
                    </a:extLst>
                  </p14:cNvPr>
                  <p14:cNvContentPartPr/>
                  <p14:nvPr/>
                </p14:nvContentPartPr>
                <p14:xfrm>
                  <a:off x="6611529" y="5052305"/>
                  <a:ext cx="282600" cy="360"/>
                </p14:xfrm>
              </p:contentPart>
            </mc:Choice>
            <mc:Fallback xmlns="">
              <p:pic>
                <p:nvPicPr>
                  <p:cNvPr id="312" name="잉크 311">
                    <a:extLst>
                      <a:ext uri="{FF2B5EF4-FFF2-40B4-BE49-F238E27FC236}">
                        <a16:creationId xmlns:a16="http://schemas.microsoft.com/office/drawing/2014/main" id="{04264462-5513-D6AB-99C8-D01115144999}"/>
                      </a:ext>
                    </a:extLst>
                  </p:cNvPr>
                  <p:cNvPicPr/>
                  <p:nvPr/>
                </p:nvPicPr>
                <p:blipFill>
                  <a:blip r:embed="rId444"/>
                  <a:stretch>
                    <a:fillRect/>
                  </a:stretch>
                </p:blipFill>
                <p:spPr>
                  <a:xfrm>
                    <a:off x="6596655" y="5046185"/>
                    <a:ext cx="312347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5">
                <p14:nvContentPartPr>
                  <p14:cNvPr id="313" name="잉크 312">
                    <a:extLst>
                      <a:ext uri="{FF2B5EF4-FFF2-40B4-BE49-F238E27FC236}">
                        <a16:creationId xmlns:a16="http://schemas.microsoft.com/office/drawing/2014/main" id="{9003EA89-10FB-692C-EF0A-4AC88C9A71A2}"/>
                      </a:ext>
                    </a:extLst>
                  </p14:cNvPr>
                  <p14:cNvContentPartPr/>
                  <p14:nvPr/>
                </p14:nvContentPartPr>
                <p14:xfrm>
                  <a:off x="6716289" y="5040785"/>
                  <a:ext cx="125640" cy="120240"/>
                </p14:xfrm>
              </p:contentPart>
            </mc:Choice>
            <mc:Fallback xmlns="">
              <p:pic>
                <p:nvPicPr>
                  <p:cNvPr id="313" name="잉크 312">
                    <a:extLst>
                      <a:ext uri="{FF2B5EF4-FFF2-40B4-BE49-F238E27FC236}">
                        <a16:creationId xmlns:a16="http://schemas.microsoft.com/office/drawing/2014/main" id="{9003EA89-10FB-692C-EF0A-4AC88C9A71A2}"/>
                      </a:ext>
                    </a:extLst>
                  </p:cNvPr>
                  <p:cNvPicPr/>
                  <p:nvPr/>
                </p:nvPicPr>
                <p:blipFill>
                  <a:blip r:embed="rId446"/>
                  <a:stretch>
                    <a:fillRect/>
                  </a:stretch>
                </p:blipFill>
                <p:spPr>
                  <a:xfrm>
                    <a:off x="6701456" y="5027158"/>
                    <a:ext cx="155305" cy="1474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7">
                <p14:nvContentPartPr>
                  <p14:cNvPr id="314" name="잉크 313">
                    <a:extLst>
                      <a:ext uri="{FF2B5EF4-FFF2-40B4-BE49-F238E27FC236}">
                        <a16:creationId xmlns:a16="http://schemas.microsoft.com/office/drawing/2014/main" id="{DD8E0976-820B-450B-D8FD-96C5C21CC7F9}"/>
                      </a:ext>
                    </a:extLst>
                  </p14:cNvPr>
                  <p14:cNvContentPartPr/>
                  <p14:nvPr/>
                </p14:nvContentPartPr>
                <p14:xfrm>
                  <a:off x="6975129" y="4864745"/>
                  <a:ext cx="130680" cy="204480"/>
                </p14:xfrm>
              </p:contentPart>
            </mc:Choice>
            <mc:Fallback xmlns="">
              <p:pic>
                <p:nvPicPr>
                  <p:cNvPr id="314" name="잉크 313">
                    <a:extLst>
                      <a:ext uri="{FF2B5EF4-FFF2-40B4-BE49-F238E27FC236}">
                        <a16:creationId xmlns:a16="http://schemas.microsoft.com/office/drawing/2014/main" id="{DD8E0976-820B-450B-D8FD-96C5C21CC7F9}"/>
                      </a:ext>
                    </a:extLst>
                  </p:cNvPr>
                  <p:cNvPicPr/>
                  <p:nvPr/>
                </p:nvPicPr>
                <p:blipFill>
                  <a:blip r:embed="rId448"/>
                  <a:stretch>
                    <a:fillRect/>
                  </a:stretch>
                </p:blipFill>
                <p:spPr>
                  <a:xfrm>
                    <a:off x="6960319" y="4851059"/>
                    <a:ext cx="160301" cy="2318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9">
                <p14:nvContentPartPr>
                  <p14:cNvPr id="315" name="잉크 314">
                    <a:extLst>
                      <a:ext uri="{FF2B5EF4-FFF2-40B4-BE49-F238E27FC236}">
                        <a16:creationId xmlns:a16="http://schemas.microsoft.com/office/drawing/2014/main" id="{A0DF8D00-1C87-DA0B-D4DB-F9478C37BC68}"/>
                      </a:ext>
                    </a:extLst>
                  </p14:cNvPr>
                  <p14:cNvContentPartPr/>
                  <p14:nvPr/>
                </p14:nvContentPartPr>
                <p14:xfrm>
                  <a:off x="7104009" y="4970585"/>
                  <a:ext cx="65160" cy="487800"/>
                </p14:xfrm>
              </p:contentPart>
            </mc:Choice>
            <mc:Fallback xmlns="">
              <p:pic>
                <p:nvPicPr>
                  <p:cNvPr id="315" name="잉크 314">
                    <a:extLst>
                      <a:ext uri="{FF2B5EF4-FFF2-40B4-BE49-F238E27FC236}">
                        <a16:creationId xmlns:a16="http://schemas.microsoft.com/office/drawing/2014/main" id="{A0DF8D00-1C87-DA0B-D4DB-F9478C37BC68}"/>
                      </a:ext>
                    </a:extLst>
                  </p:cNvPr>
                  <p:cNvPicPr/>
                  <p:nvPr/>
                </p:nvPicPr>
                <p:blipFill>
                  <a:blip r:embed="rId450"/>
                  <a:stretch>
                    <a:fillRect/>
                  </a:stretch>
                </p:blipFill>
                <p:spPr>
                  <a:xfrm>
                    <a:off x="7089239" y="4956901"/>
                    <a:ext cx="94699" cy="51516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DC7C8B07-C989-3001-2A73-B161F52C073B}"/>
                </a:ext>
              </a:extLst>
            </p:cNvPr>
            <p:cNvGrpSpPr/>
            <p:nvPr/>
          </p:nvGrpSpPr>
          <p:grpSpPr>
            <a:xfrm>
              <a:off x="7422249" y="4958705"/>
              <a:ext cx="1234080" cy="530280"/>
              <a:chOff x="7422249" y="4958705"/>
              <a:chExt cx="1234080" cy="530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51">
                <p14:nvContentPartPr>
                  <p14:cNvPr id="299" name="잉크 298">
                    <a:extLst>
                      <a:ext uri="{FF2B5EF4-FFF2-40B4-BE49-F238E27FC236}">
                        <a16:creationId xmlns:a16="http://schemas.microsoft.com/office/drawing/2014/main" id="{538B05FD-FD07-F810-FCEA-3933852682B5}"/>
                      </a:ext>
                    </a:extLst>
                  </p14:cNvPr>
                  <p14:cNvContentPartPr/>
                  <p14:nvPr/>
                </p14:nvContentPartPr>
                <p14:xfrm>
                  <a:off x="7422249" y="5087585"/>
                  <a:ext cx="368280" cy="327960"/>
                </p14:xfrm>
              </p:contentPart>
            </mc:Choice>
            <mc:Fallback xmlns="">
              <p:pic>
                <p:nvPicPr>
                  <p:cNvPr id="299" name="잉크 298">
                    <a:extLst>
                      <a:ext uri="{FF2B5EF4-FFF2-40B4-BE49-F238E27FC236}">
                        <a16:creationId xmlns:a16="http://schemas.microsoft.com/office/drawing/2014/main" id="{538B05FD-FD07-F810-FCEA-3933852682B5}"/>
                      </a:ext>
                    </a:extLst>
                  </p:cNvPr>
                  <p:cNvPicPr/>
                  <p:nvPr/>
                </p:nvPicPr>
                <p:blipFill>
                  <a:blip r:embed="rId452"/>
                  <a:stretch>
                    <a:fillRect/>
                  </a:stretch>
                </p:blipFill>
                <p:spPr>
                  <a:xfrm>
                    <a:off x="7407342" y="5073920"/>
                    <a:ext cx="398093" cy="3552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3">
                <p14:nvContentPartPr>
                  <p14:cNvPr id="300" name="잉크 299">
                    <a:extLst>
                      <a:ext uri="{FF2B5EF4-FFF2-40B4-BE49-F238E27FC236}">
                        <a16:creationId xmlns:a16="http://schemas.microsoft.com/office/drawing/2014/main" id="{0D4CAF4A-FE7D-6658-6108-7D9A42DD7585}"/>
                      </a:ext>
                    </a:extLst>
                  </p14:cNvPr>
                  <p14:cNvContentPartPr/>
                  <p14:nvPr/>
                </p14:nvContentPartPr>
                <p14:xfrm>
                  <a:off x="7819329" y="5275145"/>
                  <a:ext cx="82080" cy="60840"/>
                </p14:xfrm>
              </p:contentPart>
            </mc:Choice>
            <mc:Fallback xmlns="">
              <p:pic>
                <p:nvPicPr>
                  <p:cNvPr id="300" name="잉크 299">
                    <a:extLst>
                      <a:ext uri="{FF2B5EF4-FFF2-40B4-BE49-F238E27FC236}">
                        <a16:creationId xmlns:a16="http://schemas.microsoft.com/office/drawing/2014/main" id="{0D4CAF4A-FE7D-6658-6108-7D9A42DD7585}"/>
                      </a:ext>
                    </a:extLst>
                  </p:cNvPr>
                  <p:cNvPicPr/>
                  <p:nvPr/>
                </p:nvPicPr>
                <p:blipFill>
                  <a:blip r:embed="rId454"/>
                  <a:stretch>
                    <a:fillRect/>
                  </a:stretch>
                </p:blipFill>
                <p:spPr>
                  <a:xfrm>
                    <a:off x="7804485" y="5261536"/>
                    <a:ext cx="111769" cy="880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5">
                <p14:nvContentPartPr>
                  <p14:cNvPr id="301" name="잉크 300">
                    <a:extLst>
                      <a:ext uri="{FF2B5EF4-FFF2-40B4-BE49-F238E27FC236}">
                        <a16:creationId xmlns:a16="http://schemas.microsoft.com/office/drawing/2014/main" id="{71A43F84-DE22-2546-6786-B5556FA29661}"/>
                      </a:ext>
                    </a:extLst>
                  </p14:cNvPr>
                  <p14:cNvContentPartPr/>
                  <p14:nvPr/>
                </p14:nvContentPartPr>
                <p14:xfrm>
                  <a:off x="7934889" y="4958705"/>
                  <a:ext cx="142560" cy="304920"/>
                </p14:xfrm>
              </p:contentPart>
            </mc:Choice>
            <mc:Fallback xmlns="">
              <p:pic>
                <p:nvPicPr>
                  <p:cNvPr id="301" name="잉크 300">
                    <a:extLst>
                      <a:ext uri="{FF2B5EF4-FFF2-40B4-BE49-F238E27FC236}">
                        <a16:creationId xmlns:a16="http://schemas.microsoft.com/office/drawing/2014/main" id="{71A43F84-DE22-2546-6786-B5556FA29661}"/>
                      </a:ext>
                    </a:extLst>
                  </p:cNvPr>
                  <p:cNvPicPr/>
                  <p:nvPr/>
                </p:nvPicPr>
                <p:blipFill>
                  <a:blip r:embed="rId456"/>
                  <a:stretch>
                    <a:fillRect/>
                  </a:stretch>
                </p:blipFill>
                <p:spPr>
                  <a:xfrm>
                    <a:off x="7920021" y="4945028"/>
                    <a:ext cx="172296" cy="3322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7">
                <p14:nvContentPartPr>
                  <p14:cNvPr id="302" name="잉크 301">
                    <a:extLst>
                      <a:ext uri="{FF2B5EF4-FFF2-40B4-BE49-F238E27FC236}">
                        <a16:creationId xmlns:a16="http://schemas.microsoft.com/office/drawing/2014/main" id="{16C43502-1424-01A1-BC99-2A28DEC2BDAD}"/>
                      </a:ext>
                    </a:extLst>
                  </p14:cNvPr>
                  <p14:cNvContentPartPr/>
                  <p14:nvPr/>
                </p14:nvContentPartPr>
                <p14:xfrm>
                  <a:off x="7995009" y="5169665"/>
                  <a:ext cx="100440" cy="12240"/>
                </p14:xfrm>
              </p:contentPart>
            </mc:Choice>
            <mc:Fallback xmlns="">
              <p:pic>
                <p:nvPicPr>
                  <p:cNvPr id="302" name="잉크 301">
                    <a:extLst>
                      <a:ext uri="{FF2B5EF4-FFF2-40B4-BE49-F238E27FC236}">
                        <a16:creationId xmlns:a16="http://schemas.microsoft.com/office/drawing/2014/main" id="{16C43502-1424-01A1-BC99-2A28DEC2BDAD}"/>
                      </a:ext>
                    </a:extLst>
                  </p:cNvPr>
                  <p:cNvPicPr/>
                  <p:nvPr/>
                </p:nvPicPr>
                <p:blipFill>
                  <a:blip r:embed="rId458"/>
                  <a:stretch>
                    <a:fillRect/>
                  </a:stretch>
                </p:blipFill>
                <p:spPr>
                  <a:xfrm>
                    <a:off x="7980161" y="5156660"/>
                    <a:ext cx="130135" cy="382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9">
                <p14:nvContentPartPr>
                  <p14:cNvPr id="303" name="잉크 302">
                    <a:extLst>
                      <a:ext uri="{FF2B5EF4-FFF2-40B4-BE49-F238E27FC236}">
                        <a16:creationId xmlns:a16="http://schemas.microsoft.com/office/drawing/2014/main" id="{978621B1-9E71-DEC7-2AB7-861844954815}"/>
                      </a:ext>
                    </a:extLst>
                  </p14:cNvPr>
                  <p14:cNvContentPartPr/>
                  <p14:nvPr/>
                </p14:nvContentPartPr>
                <p14:xfrm>
                  <a:off x="7807449" y="5310425"/>
                  <a:ext cx="331200" cy="360"/>
                </p14:xfrm>
              </p:contentPart>
            </mc:Choice>
            <mc:Fallback xmlns="">
              <p:pic>
                <p:nvPicPr>
                  <p:cNvPr id="303" name="잉크 302">
                    <a:extLst>
                      <a:ext uri="{FF2B5EF4-FFF2-40B4-BE49-F238E27FC236}">
                        <a16:creationId xmlns:a16="http://schemas.microsoft.com/office/drawing/2014/main" id="{978621B1-9E71-DEC7-2AB7-861844954815}"/>
                      </a:ext>
                    </a:extLst>
                  </p:cNvPr>
                  <p:cNvPicPr/>
                  <p:nvPr/>
                </p:nvPicPr>
                <p:blipFill>
                  <a:blip r:embed="rId460"/>
                  <a:stretch>
                    <a:fillRect/>
                  </a:stretch>
                </p:blipFill>
                <p:spPr>
                  <a:xfrm>
                    <a:off x="7792554" y="5304305"/>
                    <a:ext cx="36099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1">
                <p14:nvContentPartPr>
                  <p14:cNvPr id="304" name="잉크 303">
                    <a:extLst>
                      <a:ext uri="{FF2B5EF4-FFF2-40B4-BE49-F238E27FC236}">
                        <a16:creationId xmlns:a16="http://schemas.microsoft.com/office/drawing/2014/main" id="{504F34B0-5D0F-673C-83BC-65640308F390}"/>
                      </a:ext>
                    </a:extLst>
                  </p14:cNvPr>
                  <p14:cNvContentPartPr/>
                  <p14:nvPr/>
                </p14:nvContentPartPr>
                <p14:xfrm>
                  <a:off x="8044329" y="5310425"/>
                  <a:ext cx="9720" cy="144720"/>
                </p14:xfrm>
              </p:contentPart>
            </mc:Choice>
            <mc:Fallback xmlns="">
              <p:pic>
                <p:nvPicPr>
                  <p:cNvPr id="304" name="잉크 303">
                    <a:extLst>
                      <a:ext uri="{FF2B5EF4-FFF2-40B4-BE49-F238E27FC236}">
                        <a16:creationId xmlns:a16="http://schemas.microsoft.com/office/drawing/2014/main" id="{504F34B0-5D0F-673C-83BC-65640308F390}"/>
                      </a:ext>
                    </a:extLst>
                  </p:cNvPr>
                  <p:cNvPicPr/>
                  <p:nvPr/>
                </p:nvPicPr>
                <p:blipFill>
                  <a:blip r:embed="rId462"/>
                  <a:stretch>
                    <a:fillRect/>
                  </a:stretch>
                </p:blipFill>
                <p:spPr>
                  <a:xfrm>
                    <a:off x="8030559" y="5296757"/>
                    <a:ext cx="37260" cy="172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3">
                <p14:nvContentPartPr>
                  <p14:cNvPr id="305" name="잉크 304">
                    <a:extLst>
                      <a:ext uri="{FF2B5EF4-FFF2-40B4-BE49-F238E27FC236}">
                        <a16:creationId xmlns:a16="http://schemas.microsoft.com/office/drawing/2014/main" id="{CC43C62D-9D75-93A6-0143-81FDEAF4E51B}"/>
                      </a:ext>
                    </a:extLst>
                  </p14:cNvPr>
                  <p14:cNvContentPartPr/>
                  <p14:nvPr/>
                </p14:nvContentPartPr>
                <p14:xfrm>
                  <a:off x="7947849" y="5434625"/>
                  <a:ext cx="502920" cy="54360"/>
                </p14:xfrm>
              </p:contentPart>
            </mc:Choice>
            <mc:Fallback xmlns="">
              <p:pic>
                <p:nvPicPr>
                  <p:cNvPr id="305" name="잉크 304">
                    <a:extLst>
                      <a:ext uri="{FF2B5EF4-FFF2-40B4-BE49-F238E27FC236}">
                        <a16:creationId xmlns:a16="http://schemas.microsoft.com/office/drawing/2014/main" id="{CC43C62D-9D75-93A6-0143-81FDEAF4E51B}"/>
                      </a:ext>
                    </a:extLst>
                  </p:cNvPr>
                  <p:cNvPicPr/>
                  <p:nvPr/>
                </p:nvPicPr>
                <p:blipFill>
                  <a:blip r:embed="rId464"/>
                  <a:stretch>
                    <a:fillRect/>
                  </a:stretch>
                </p:blipFill>
                <p:spPr>
                  <a:xfrm>
                    <a:off x="7932928" y="5421035"/>
                    <a:ext cx="532762" cy="815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5">
                <p14:nvContentPartPr>
                  <p14:cNvPr id="306" name="잉크 305">
                    <a:extLst>
                      <a:ext uri="{FF2B5EF4-FFF2-40B4-BE49-F238E27FC236}">
                        <a16:creationId xmlns:a16="http://schemas.microsoft.com/office/drawing/2014/main" id="{A91BD773-A2E7-4AF0-6AEF-F929C4A23E53}"/>
                      </a:ext>
                    </a:extLst>
                  </p14:cNvPr>
                  <p14:cNvContentPartPr/>
                  <p14:nvPr/>
                </p14:nvContentPartPr>
                <p14:xfrm>
                  <a:off x="8651289" y="5481425"/>
                  <a:ext cx="5040" cy="5040"/>
                </p14:xfrm>
              </p:contentPart>
            </mc:Choice>
            <mc:Fallback xmlns="">
              <p:pic>
                <p:nvPicPr>
                  <p:cNvPr id="306" name="잉크 305">
                    <a:extLst>
                      <a:ext uri="{FF2B5EF4-FFF2-40B4-BE49-F238E27FC236}">
                        <a16:creationId xmlns:a16="http://schemas.microsoft.com/office/drawing/2014/main" id="{A91BD773-A2E7-4AF0-6AEF-F929C4A23E53}"/>
                      </a:ext>
                    </a:extLst>
                  </p:cNvPr>
                  <p:cNvPicPr/>
                  <p:nvPr/>
                </p:nvPicPr>
                <p:blipFill>
                  <a:blip r:embed="rId466"/>
                  <a:stretch>
                    <a:fillRect/>
                  </a:stretch>
                </p:blipFill>
                <p:spPr>
                  <a:xfrm>
                    <a:off x="8637009" y="5469185"/>
                    <a:ext cx="33600" cy="295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7DA19946-BBD8-6501-2306-76F1D147C0B8}"/>
                </a:ext>
              </a:extLst>
            </p:cNvPr>
            <p:cNvGrpSpPr/>
            <p:nvPr/>
          </p:nvGrpSpPr>
          <p:grpSpPr>
            <a:xfrm>
              <a:off x="9589449" y="3762785"/>
              <a:ext cx="652680" cy="369720"/>
              <a:chOff x="9589449" y="3762785"/>
              <a:chExt cx="652680" cy="369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67">
                <p14:nvContentPartPr>
                  <p14:cNvPr id="297" name="잉크 296">
                    <a:extLst>
                      <a:ext uri="{FF2B5EF4-FFF2-40B4-BE49-F238E27FC236}">
                        <a16:creationId xmlns:a16="http://schemas.microsoft.com/office/drawing/2014/main" id="{FCF7376F-24F9-7D0E-F072-6F242BE14D29}"/>
                      </a:ext>
                    </a:extLst>
                  </p14:cNvPr>
                  <p14:cNvContentPartPr/>
                  <p14:nvPr/>
                </p14:nvContentPartPr>
                <p14:xfrm>
                  <a:off x="9677649" y="3762785"/>
                  <a:ext cx="404640" cy="355680"/>
                </p14:xfrm>
              </p:contentPart>
            </mc:Choice>
            <mc:Fallback xmlns="">
              <p:pic>
                <p:nvPicPr>
                  <p:cNvPr id="297" name="잉크 296">
                    <a:extLst>
                      <a:ext uri="{FF2B5EF4-FFF2-40B4-BE49-F238E27FC236}">
                        <a16:creationId xmlns:a16="http://schemas.microsoft.com/office/drawing/2014/main" id="{FCF7376F-24F9-7D0E-F072-6F242BE14D29}"/>
                      </a:ext>
                    </a:extLst>
                  </p:cNvPr>
                  <p:cNvPicPr/>
                  <p:nvPr/>
                </p:nvPicPr>
                <p:blipFill>
                  <a:blip r:embed="rId468"/>
                  <a:stretch>
                    <a:fillRect/>
                  </a:stretch>
                </p:blipFill>
                <p:spPr>
                  <a:xfrm>
                    <a:off x="9662727" y="3749136"/>
                    <a:ext cx="434483" cy="3829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9">
                <p14:nvContentPartPr>
                  <p14:cNvPr id="298" name="잉크 297">
                    <a:extLst>
                      <a:ext uri="{FF2B5EF4-FFF2-40B4-BE49-F238E27FC236}">
                        <a16:creationId xmlns:a16="http://schemas.microsoft.com/office/drawing/2014/main" id="{29D916FA-B0CE-ACDD-C8B7-96F3AF6A04F6}"/>
                      </a:ext>
                    </a:extLst>
                  </p14:cNvPr>
                  <p14:cNvContentPartPr/>
                  <p14:nvPr/>
                </p14:nvContentPartPr>
                <p14:xfrm>
                  <a:off x="9589449" y="3786545"/>
                  <a:ext cx="652680" cy="345960"/>
                </p14:xfrm>
              </p:contentPart>
            </mc:Choice>
            <mc:Fallback xmlns="">
              <p:pic>
                <p:nvPicPr>
                  <p:cNvPr id="298" name="잉크 297">
                    <a:extLst>
                      <a:ext uri="{FF2B5EF4-FFF2-40B4-BE49-F238E27FC236}">
                        <a16:creationId xmlns:a16="http://schemas.microsoft.com/office/drawing/2014/main" id="{29D916FA-B0CE-ACDD-C8B7-96F3AF6A04F6}"/>
                      </a:ext>
                    </a:extLst>
                  </p:cNvPr>
                  <p:cNvPicPr/>
                  <p:nvPr/>
                </p:nvPicPr>
                <p:blipFill>
                  <a:blip r:embed="rId470"/>
                  <a:stretch>
                    <a:fillRect/>
                  </a:stretch>
                </p:blipFill>
                <p:spPr>
                  <a:xfrm>
                    <a:off x="9574536" y="3772868"/>
                    <a:ext cx="682507" cy="37331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D9F3DAD1-4674-F7F4-F362-B2C239924F99}"/>
                    </a:ext>
                  </a:extLst>
                </p14:cNvPr>
                <p14:cNvContentPartPr/>
                <p14:nvPr/>
              </p14:nvContentPartPr>
              <p14:xfrm>
                <a:off x="10808409" y="4407545"/>
                <a:ext cx="360" cy="360"/>
              </p14:xfrm>
            </p:contentPart>
          </mc:Choice>
          <mc:Fallback xmlns=""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D9F3DAD1-4674-F7F4-F362-B2C239924F9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802289" y="440142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AC7F3C7-55DE-90C6-AB21-9010AE8EEB04}"/>
                </a:ext>
              </a:extLst>
            </p:cNvPr>
            <p:cNvSpPr txBox="1"/>
            <p:nvPr/>
          </p:nvSpPr>
          <p:spPr>
            <a:xfrm>
              <a:off x="4727369" y="-272531"/>
              <a:ext cx="7056115" cy="724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Active High RS Latch ( NOR )</a:t>
              </a:r>
              <a:endParaRPr lang="ko-KR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C18FC92A-652F-D066-0DFE-EEA477500715}"/>
                    </a:ext>
                  </a:extLst>
                </p14:cNvPr>
                <p14:cNvContentPartPr/>
                <p14:nvPr/>
              </p14:nvContentPartPr>
              <p14:xfrm>
                <a:off x="2859249" y="4056185"/>
                <a:ext cx="190800" cy="129960"/>
              </p14:xfrm>
            </p:contentPart>
          </mc:Choice>
          <mc:Fallback xmlns=""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C18FC92A-652F-D066-0DFE-EEA47750071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2844370" y="4042547"/>
                  <a:ext cx="220558" cy="1572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02906B2B-D788-57C6-4D3C-414434F027A0}"/>
                    </a:ext>
                  </a:extLst>
                </p14:cNvPr>
                <p14:cNvContentPartPr/>
                <p14:nvPr/>
              </p14:nvContentPartPr>
              <p14:xfrm>
                <a:off x="3041049" y="5388905"/>
                <a:ext cx="174240" cy="159840"/>
              </p14:xfrm>
            </p:contentPart>
          </mc:Choice>
          <mc:Fallback xmlns=""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02906B2B-D788-57C6-4D3C-414434F027A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026164" y="5375250"/>
                  <a:ext cx="204010" cy="187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EB01C537-B590-355B-10D4-8828E48EDAEC}"/>
                    </a:ext>
                  </a:extLst>
                </p14:cNvPr>
                <p14:cNvContentPartPr/>
                <p14:nvPr/>
              </p14:nvContentPartPr>
              <p14:xfrm>
                <a:off x="1269129" y="4135025"/>
                <a:ext cx="150840" cy="109080"/>
              </p14:xfrm>
            </p:contentPart>
          </mc:Choice>
          <mc:Fallback xmlns=""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EB01C537-B590-355B-10D4-8828E48EDAEC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254220" y="4121390"/>
                  <a:ext cx="180657" cy="136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6270B688-CEB2-1EA9-1B9C-736777DF3015}"/>
                    </a:ext>
                  </a:extLst>
                </p14:cNvPr>
                <p14:cNvContentPartPr/>
                <p14:nvPr/>
              </p14:nvContentPartPr>
              <p14:xfrm>
                <a:off x="1468569" y="5307185"/>
                <a:ext cx="176400" cy="179640"/>
              </p14:xfrm>
            </p:contentPart>
          </mc:Choice>
          <mc:Fallback xmlns=""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6270B688-CEB2-1EA9-1B9C-736777DF301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453723" y="5293552"/>
                  <a:ext cx="206091" cy="206907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A0BE3042-1899-B8E7-21BF-121DAC362F43}"/>
                </a:ext>
              </a:extLst>
            </p:cNvPr>
            <p:cNvGrpSpPr/>
            <p:nvPr/>
          </p:nvGrpSpPr>
          <p:grpSpPr>
            <a:xfrm>
              <a:off x="3434529" y="5345705"/>
              <a:ext cx="298800" cy="142200"/>
              <a:chOff x="3434529" y="5345705"/>
              <a:chExt cx="298800" cy="142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81">
                <p14:nvContentPartPr>
                  <p14:cNvPr id="295" name="잉크 294">
                    <a:extLst>
                      <a:ext uri="{FF2B5EF4-FFF2-40B4-BE49-F238E27FC236}">
                        <a16:creationId xmlns:a16="http://schemas.microsoft.com/office/drawing/2014/main" id="{AD1403E7-1956-23C8-1016-722D64C011EB}"/>
                      </a:ext>
                    </a:extLst>
                  </p14:cNvPr>
                  <p14:cNvContentPartPr/>
                  <p14:nvPr/>
                </p14:nvContentPartPr>
                <p14:xfrm>
                  <a:off x="3434529" y="5427065"/>
                  <a:ext cx="245520" cy="25560"/>
                </p14:xfrm>
              </p:contentPart>
            </mc:Choice>
            <mc:Fallback xmlns="">
              <p:pic>
                <p:nvPicPr>
                  <p:cNvPr id="295" name="잉크 294">
                    <a:extLst>
                      <a:ext uri="{FF2B5EF4-FFF2-40B4-BE49-F238E27FC236}">
                        <a16:creationId xmlns:a16="http://schemas.microsoft.com/office/drawing/2014/main" id="{AD1403E7-1956-23C8-1016-722D64C011EB}"/>
                      </a:ext>
                    </a:extLst>
                  </p:cNvPr>
                  <p:cNvPicPr/>
                  <p:nvPr/>
                </p:nvPicPr>
                <p:blipFill>
                  <a:blip r:embed="rId482"/>
                  <a:stretch>
                    <a:fillRect/>
                  </a:stretch>
                </p:blipFill>
                <p:spPr>
                  <a:xfrm>
                    <a:off x="3419622" y="5413486"/>
                    <a:ext cx="275333" cy="5271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3">
                <p14:nvContentPartPr>
                  <p14:cNvPr id="296" name="잉크 295">
                    <a:extLst>
                      <a:ext uri="{FF2B5EF4-FFF2-40B4-BE49-F238E27FC236}">
                        <a16:creationId xmlns:a16="http://schemas.microsoft.com/office/drawing/2014/main" id="{793D2234-7D83-333B-B76A-FC70A7CFA13A}"/>
                      </a:ext>
                    </a:extLst>
                  </p14:cNvPr>
                  <p14:cNvContentPartPr/>
                  <p14:nvPr/>
                </p14:nvContentPartPr>
                <p14:xfrm>
                  <a:off x="3587529" y="5345705"/>
                  <a:ext cx="145800" cy="142200"/>
                </p14:xfrm>
              </p:contentPart>
            </mc:Choice>
            <mc:Fallback xmlns="">
              <p:pic>
                <p:nvPicPr>
                  <p:cNvPr id="296" name="잉크 295">
                    <a:extLst>
                      <a:ext uri="{FF2B5EF4-FFF2-40B4-BE49-F238E27FC236}">
                        <a16:creationId xmlns:a16="http://schemas.microsoft.com/office/drawing/2014/main" id="{793D2234-7D83-333B-B76A-FC70A7CFA13A}"/>
                      </a:ext>
                    </a:extLst>
                  </p:cNvPr>
                  <p:cNvPicPr/>
                  <p:nvPr/>
                </p:nvPicPr>
                <p:blipFill>
                  <a:blip r:embed="rId484"/>
                  <a:stretch>
                    <a:fillRect/>
                  </a:stretch>
                </p:blipFill>
                <p:spPr>
                  <a:xfrm>
                    <a:off x="3572687" y="5332047"/>
                    <a:ext cx="175484" cy="16951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E940D4DE-E8FD-258B-B62E-7FFF05E84C67}"/>
                    </a:ext>
                  </a:extLst>
                </p14:cNvPr>
                <p14:cNvContentPartPr/>
                <p14:nvPr/>
              </p14:nvContentPartPr>
              <p14:xfrm>
                <a:off x="3985329" y="5275145"/>
                <a:ext cx="12240" cy="316800"/>
              </p14:xfrm>
            </p:contentPart>
          </mc:Choice>
          <mc:Fallback xmlns=""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E940D4DE-E8FD-258B-B62E-7FFF05E84C6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970466" y="5260672"/>
                  <a:ext cx="41966" cy="34413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04C32C97-4BAF-C359-5255-4CA6E9D48554}"/>
                </a:ext>
              </a:extLst>
            </p:cNvPr>
            <p:cNvGrpSpPr/>
            <p:nvPr/>
          </p:nvGrpSpPr>
          <p:grpSpPr>
            <a:xfrm>
              <a:off x="679809" y="4079585"/>
              <a:ext cx="718560" cy="264240"/>
              <a:chOff x="679809" y="4079585"/>
              <a:chExt cx="718560" cy="264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87">
                <p14:nvContentPartPr>
                  <p14:cNvPr id="289" name="잉크 288">
                    <a:extLst>
                      <a:ext uri="{FF2B5EF4-FFF2-40B4-BE49-F238E27FC236}">
                        <a16:creationId xmlns:a16="http://schemas.microsoft.com/office/drawing/2014/main" id="{A29E4557-5F92-9DA5-F795-FF487FC75E0B}"/>
                      </a:ext>
                    </a:extLst>
                  </p14:cNvPr>
                  <p14:cNvContentPartPr/>
                  <p14:nvPr/>
                </p14:nvContentPartPr>
                <p14:xfrm>
                  <a:off x="679809" y="4091105"/>
                  <a:ext cx="360" cy="252720"/>
                </p14:xfrm>
              </p:contentPart>
            </mc:Choice>
            <mc:Fallback xmlns="">
              <p:pic>
                <p:nvPicPr>
                  <p:cNvPr id="289" name="잉크 288">
                    <a:extLst>
                      <a:ext uri="{FF2B5EF4-FFF2-40B4-BE49-F238E27FC236}">
                        <a16:creationId xmlns:a16="http://schemas.microsoft.com/office/drawing/2014/main" id="{A29E4557-5F92-9DA5-F795-FF487FC75E0B}"/>
                      </a:ext>
                    </a:extLst>
                  </p:cNvPr>
                  <p:cNvPicPr/>
                  <p:nvPr/>
                </p:nvPicPr>
                <p:blipFill>
                  <a:blip r:embed="rId488"/>
                  <a:stretch>
                    <a:fillRect/>
                  </a:stretch>
                </p:blipFill>
                <p:spPr>
                  <a:xfrm>
                    <a:off x="673689" y="4077466"/>
                    <a:ext cx="12600" cy="2799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9">
                <p14:nvContentPartPr>
                  <p14:cNvPr id="290" name="잉크 289">
                    <a:extLst>
                      <a:ext uri="{FF2B5EF4-FFF2-40B4-BE49-F238E27FC236}">
                        <a16:creationId xmlns:a16="http://schemas.microsoft.com/office/drawing/2014/main" id="{923D1889-DC8F-7B2A-BC1C-5D6707E4A21F}"/>
                      </a:ext>
                    </a:extLst>
                  </p14:cNvPr>
                  <p14:cNvContentPartPr/>
                  <p14:nvPr/>
                </p14:nvContentPartPr>
                <p14:xfrm>
                  <a:off x="761889" y="4196225"/>
                  <a:ext cx="317520" cy="47880"/>
                </p14:xfrm>
              </p:contentPart>
            </mc:Choice>
            <mc:Fallback xmlns="">
              <p:pic>
                <p:nvPicPr>
                  <p:cNvPr id="290" name="잉크 289">
                    <a:extLst>
                      <a:ext uri="{FF2B5EF4-FFF2-40B4-BE49-F238E27FC236}">
                        <a16:creationId xmlns:a16="http://schemas.microsoft.com/office/drawing/2014/main" id="{923D1889-DC8F-7B2A-BC1C-5D6707E4A21F}"/>
                      </a:ext>
                    </a:extLst>
                  </p:cNvPr>
                  <p:cNvPicPr/>
                  <p:nvPr/>
                </p:nvPicPr>
                <p:blipFill>
                  <a:blip r:embed="rId490"/>
                  <a:stretch>
                    <a:fillRect/>
                  </a:stretch>
                </p:blipFill>
                <p:spPr>
                  <a:xfrm>
                    <a:off x="746978" y="4182659"/>
                    <a:ext cx="347342" cy="750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1">
                <p14:nvContentPartPr>
                  <p14:cNvPr id="291" name="잉크 290">
                    <a:extLst>
                      <a:ext uri="{FF2B5EF4-FFF2-40B4-BE49-F238E27FC236}">
                        <a16:creationId xmlns:a16="http://schemas.microsoft.com/office/drawing/2014/main" id="{16F2F7D8-0892-0A7A-B0E5-BB65F620B793}"/>
                      </a:ext>
                    </a:extLst>
                  </p14:cNvPr>
                  <p14:cNvContentPartPr/>
                  <p14:nvPr/>
                </p14:nvContentPartPr>
                <p14:xfrm>
                  <a:off x="962769" y="4079585"/>
                  <a:ext cx="118080" cy="99720"/>
                </p14:xfrm>
              </p:contentPart>
            </mc:Choice>
            <mc:Fallback xmlns="">
              <p:pic>
                <p:nvPicPr>
                  <p:cNvPr id="291" name="잉크 290">
                    <a:extLst>
                      <a:ext uri="{FF2B5EF4-FFF2-40B4-BE49-F238E27FC236}">
                        <a16:creationId xmlns:a16="http://schemas.microsoft.com/office/drawing/2014/main" id="{16F2F7D8-0892-0A7A-B0E5-BB65F620B793}"/>
                      </a:ext>
                    </a:extLst>
                  </p:cNvPr>
                  <p:cNvPicPr/>
                  <p:nvPr/>
                </p:nvPicPr>
                <p:blipFill>
                  <a:blip r:embed="rId492"/>
                  <a:stretch>
                    <a:fillRect/>
                  </a:stretch>
                </p:blipFill>
                <p:spPr>
                  <a:xfrm>
                    <a:off x="947900" y="4065914"/>
                    <a:ext cx="147819" cy="1270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3">
                <p14:nvContentPartPr>
                  <p14:cNvPr id="292" name="잉크 291">
                    <a:extLst>
                      <a:ext uri="{FF2B5EF4-FFF2-40B4-BE49-F238E27FC236}">
                        <a16:creationId xmlns:a16="http://schemas.microsoft.com/office/drawing/2014/main" id="{F71179AD-2D13-B5C2-93A5-91CDFC6F13A5}"/>
                      </a:ext>
                    </a:extLst>
                  </p14:cNvPr>
                  <p14:cNvContentPartPr/>
                  <p14:nvPr/>
                </p14:nvContentPartPr>
                <p14:xfrm>
                  <a:off x="937569" y="4137905"/>
                  <a:ext cx="163800" cy="142920"/>
                </p14:xfrm>
              </p:contentPart>
            </mc:Choice>
            <mc:Fallback xmlns="">
              <p:pic>
                <p:nvPicPr>
                  <p:cNvPr id="292" name="잉크 291">
                    <a:extLst>
                      <a:ext uri="{FF2B5EF4-FFF2-40B4-BE49-F238E27FC236}">
                        <a16:creationId xmlns:a16="http://schemas.microsoft.com/office/drawing/2014/main" id="{F71179AD-2D13-B5C2-93A5-91CDFC6F13A5}"/>
                      </a:ext>
                    </a:extLst>
                  </p:cNvPr>
                  <p:cNvPicPr/>
                  <p:nvPr/>
                </p:nvPicPr>
                <p:blipFill>
                  <a:blip r:embed="rId494"/>
                  <a:stretch>
                    <a:fillRect/>
                  </a:stretch>
                </p:blipFill>
                <p:spPr>
                  <a:xfrm>
                    <a:off x="922678" y="4124255"/>
                    <a:ext cx="193582" cy="1702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5">
                <p14:nvContentPartPr>
                  <p14:cNvPr id="293" name="잉크 292">
                    <a:extLst>
                      <a:ext uri="{FF2B5EF4-FFF2-40B4-BE49-F238E27FC236}">
                        <a16:creationId xmlns:a16="http://schemas.microsoft.com/office/drawing/2014/main" id="{044CC3C4-C872-2E19-E6FE-81066FC2C725}"/>
                      </a:ext>
                    </a:extLst>
                  </p14:cNvPr>
                  <p14:cNvContentPartPr/>
                  <p14:nvPr/>
                </p14:nvContentPartPr>
                <p14:xfrm>
                  <a:off x="1263729" y="4123865"/>
                  <a:ext cx="134640" cy="148320"/>
                </p14:xfrm>
              </p:contentPart>
            </mc:Choice>
            <mc:Fallback xmlns="">
              <p:pic>
                <p:nvPicPr>
                  <p:cNvPr id="293" name="잉크 292">
                    <a:extLst>
                      <a:ext uri="{FF2B5EF4-FFF2-40B4-BE49-F238E27FC236}">
                        <a16:creationId xmlns:a16="http://schemas.microsoft.com/office/drawing/2014/main" id="{044CC3C4-C872-2E19-E6FE-81066FC2C725}"/>
                      </a:ext>
                    </a:extLst>
                  </p:cNvPr>
                  <p:cNvPicPr/>
                  <p:nvPr/>
                </p:nvPicPr>
                <p:blipFill>
                  <a:blip r:embed="rId496"/>
                  <a:stretch>
                    <a:fillRect/>
                  </a:stretch>
                </p:blipFill>
                <p:spPr>
                  <a:xfrm>
                    <a:off x="1248866" y="4110236"/>
                    <a:ext cx="164366" cy="1755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7">
                <p14:nvContentPartPr>
                  <p14:cNvPr id="294" name="잉크 293">
                    <a:extLst>
                      <a:ext uri="{FF2B5EF4-FFF2-40B4-BE49-F238E27FC236}">
                        <a16:creationId xmlns:a16="http://schemas.microsoft.com/office/drawing/2014/main" id="{FAC3A461-2E82-0BF8-0E2E-92F5E6CAB3EE}"/>
                      </a:ext>
                    </a:extLst>
                  </p14:cNvPr>
                  <p14:cNvContentPartPr/>
                  <p14:nvPr/>
                </p14:nvContentPartPr>
                <p14:xfrm>
                  <a:off x="993729" y="4129985"/>
                  <a:ext cx="168840" cy="157680"/>
                </p14:xfrm>
              </p:contentPart>
            </mc:Choice>
            <mc:Fallback xmlns="">
              <p:pic>
                <p:nvPicPr>
                  <p:cNvPr id="294" name="잉크 293">
                    <a:extLst>
                      <a:ext uri="{FF2B5EF4-FFF2-40B4-BE49-F238E27FC236}">
                        <a16:creationId xmlns:a16="http://schemas.microsoft.com/office/drawing/2014/main" id="{FAC3A461-2E82-0BF8-0E2E-92F5E6CAB3EE}"/>
                      </a:ext>
                    </a:extLst>
                  </p:cNvPr>
                  <p:cNvPicPr/>
                  <p:nvPr/>
                </p:nvPicPr>
                <p:blipFill>
                  <a:blip r:embed="rId498"/>
                  <a:stretch>
                    <a:fillRect/>
                  </a:stretch>
                </p:blipFill>
                <p:spPr>
                  <a:xfrm>
                    <a:off x="978857" y="4116378"/>
                    <a:ext cx="198584" cy="18489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19" name="그룹 218">
              <a:extLst>
                <a:ext uri="{FF2B5EF4-FFF2-40B4-BE49-F238E27FC236}">
                  <a16:creationId xmlns:a16="http://schemas.microsoft.com/office/drawing/2014/main" id="{42337243-9A7D-1506-6287-3A1BC3A1E7D5}"/>
                </a:ext>
              </a:extLst>
            </p:cNvPr>
            <p:cNvGrpSpPr/>
            <p:nvPr/>
          </p:nvGrpSpPr>
          <p:grpSpPr>
            <a:xfrm>
              <a:off x="808689" y="5331665"/>
              <a:ext cx="788760" cy="236520"/>
              <a:chOff x="808689" y="5331665"/>
              <a:chExt cx="788760" cy="236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99">
                <p14:nvContentPartPr>
                  <p14:cNvPr id="284" name="잉크 283">
                    <a:extLst>
                      <a:ext uri="{FF2B5EF4-FFF2-40B4-BE49-F238E27FC236}">
                        <a16:creationId xmlns:a16="http://schemas.microsoft.com/office/drawing/2014/main" id="{B6F2593B-A9FF-76FC-FF8E-9A6E8943F024}"/>
                      </a:ext>
                    </a:extLst>
                  </p14:cNvPr>
                  <p14:cNvContentPartPr/>
                  <p14:nvPr/>
                </p14:nvContentPartPr>
                <p14:xfrm>
                  <a:off x="808689" y="5404025"/>
                  <a:ext cx="360" cy="164160"/>
                </p14:xfrm>
              </p:contentPart>
            </mc:Choice>
            <mc:Fallback xmlns="">
              <p:pic>
                <p:nvPicPr>
                  <p:cNvPr id="284" name="잉크 283">
                    <a:extLst>
                      <a:ext uri="{FF2B5EF4-FFF2-40B4-BE49-F238E27FC236}">
                        <a16:creationId xmlns:a16="http://schemas.microsoft.com/office/drawing/2014/main" id="{B6F2593B-A9FF-76FC-FF8E-9A6E8943F024}"/>
                      </a:ext>
                    </a:extLst>
                  </p:cNvPr>
                  <p:cNvPicPr/>
                  <p:nvPr/>
                </p:nvPicPr>
                <p:blipFill>
                  <a:blip r:embed="rId500"/>
                  <a:stretch>
                    <a:fillRect/>
                  </a:stretch>
                </p:blipFill>
                <p:spPr>
                  <a:xfrm>
                    <a:off x="802569" y="5390345"/>
                    <a:ext cx="12600" cy="191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1">
                <p14:nvContentPartPr>
                  <p14:cNvPr id="285" name="잉크 284">
                    <a:extLst>
                      <a:ext uri="{FF2B5EF4-FFF2-40B4-BE49-F238E27FC236}">
                        <a16:creationId xmlns:a16="http://schemas.microsoft.com/office/drawing/2014/main" id="{26CB9AC1-EEC3-5F95-76CC-F3146092E2ED}"/>
                      </a:ext>
                    </a:extLst>
                  </p14:cNvPr>
                  <p14:cNvContentPartPr/>
                  <p14:nvPr/>
                </p14:nvContentPartPr>
                <p14:xfrm>
                  <a:off x="972849" y="5447945"/>
                  <a:ext cx="293400" cy="27360"/>
                </p14:xfrm>
              </p:contentPart>
            </mc:Choice>
            <mc:Fallback xmlns="">
              <p:pic>
                <p:nvPicPr>
                  <p:cNvPr id="285" name="잉크 284">
                    <a:extLst>
                      <a:ext uri="{FF2B5EF4-FFF2-40B4-BE49-F238E27FC236}">
                        <a16:creationId xmlns:a16="http://schemas.microsoft.com/office/drawing/2014/main" id="{26CB9AC1-EEC3-5F95-76CC-F3146092E2ED}"/>
                      </a:ext>
                    </a:extLst>
                  </p:cNvPr>
                  <p:cNvPicPr/>
                  <p:nvPr/>
                </p:nvPicPr>
                <p:blipFill>
                  <a:blip r:embed="rId502"/>
                  <a:stretch>
                    <a:fillRect/>
                  </a:stretch>
                </p:blipFill>
                <p:spPr>
                  <a:xfrm>
                    <a:off x="957960" y="5434656"/>
                    <a:ext cx="323178" cy="539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3">
                <p14:nvContentPartPr>
                  <p14:cNvPr id="286" name="잉크 285">
                    <a:extLst>
                      <a:ext uri="{FF2B5EF4-FFF2-40B4-BE49-F238E27FC236}">
                        <a16:creationId xmlns:a16="http://schemas.microsoft.com/office/drawing/2014/main" id="{E68A8485-8FED-88C8-E39C-EA3946DDB4E5}"/>
                      </a:ext>
                    </a:extLst>
                  </p14:cNvPr>
                  <p14:cNvContentPartPr/>
                  <p14:nvPr/>
                </p14:nvContentPartPr>
                <p14:xfrm>
                  <a:off x="1173009" y="5345345"/>
                  <a:ext cx="118440" cy="146880"/>
                </p14:xfrm>
              </p:contentPart>
            </mc:Choice>
            <mc:Fallback xmlns="">
              <p:pic>
                <p:nvPicPr>
                  <p:cNvPr id="286" name="잉크 285">
                    <a:extLst>
                      <a:ext uri="{FF2B5EF4-FFF2-40B4-BE49-F238E27FC236}">
                        <a16:creationId xmlns:a16="http://schemas.microsoft.com/office/drawing/2014/main" id="{E68A8485-8FED-88C8-E39C-EA3946DDB4E5}"/>
                      </a:ext>
                    </a:extLst>
                  </p:cNvPr>
                  <p:cNvPicPr/>
                  <p:nvPr/>
                </p:nvPicPr>
                <p:blipFill>
                  <a:blip r:embed="rId504"/>
                  <a:stretch>
                    <a:fillRect/>
                  </a:stretch>
                </p:blipFill>
                <p:spPr>
                  <a:xfrm>
                    <a:off x="1158094" y="5331700"/>
                    <a:ext cx="148269" cy="174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5">
                <p14:nvContentPartPr>
                  <p14:cNvPr id="287" name="잉크 286">
                    <a:extLst>
                      <a:ext uri="{FF2B5EF4-FFF2-40B4-BE49-F238E27FC236}">
                        <a16:creationId xmlns:a16="http://schemas.microsoft.com/office/drawing/2014/main" id="{A2DCB684-1773-689E-D7A6-79F1E1556AE4}"/>
                      </a:ext>
                    </a:extLst>
                  </p14:cNvPr>
                  <p14:cNvContentPartPr/>
                  <p14:nvPr/>
                </p14:nvContentPartPr>
                <p14:xfrm>
                  <a:off x="1459569" y="5331665"/>
                  <a:ext cx="137880" cy="144360"/>
                </p14:xfrm>
              </p:contentPart>
            </mc:Choice>
            <mc:Fallback xmlns="">
              <p:pic>
                <p:nvPicPr>
                  <p:cNvPr id="287" name="잉크 286">
                    <a:extLst>
                      <a:ext uri="{FF2B5EF4-FFF2-40B4-BE49-F238E27FC236}">
                        <a16:creationId xmlns:a16="http://schemas.microsoft.com/office/drawing/2014/main" id="{A2DCB684-1773-689E-D7A6-79F1E1556AE4}"/>
                      </a:ext>
                    </a:extLst>
                  </p:cNvPr>
                  <p:cNvPicPr/>
                  <p:nvPr/>
                </p:nvPicPr>
                <p:blipFill>
                  <a:blip r:embed="rId506"/>
                  <a:stretch>
                    <a:fillRect/>
                  </a:stretch>
                </p:blipFill>
                <p:spPr>
                  <a:xfrm>
                    <a:off x="1444734" y="5318031"/>
                    <a:ext cx="167550" cy="1716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7">
                <p14:nvContentPartPr>
                  <p14:cNvPr id="288" name="잉크 287">
                    <a:extLst>
                      <a:ext uri="{FF2B5EF4-FFF2-40B4-BE49-F238E27FC236}">
                        <a16:creationId xmlns:a16="http://schemas.microsoft.com/office/drawing/2014/main" id="{93B60AE8-A229-1B1F-9BDE-B8FE9FE330A3}"/>
                      </a:ext>
                    </a:extLst>
                  </p14:cNvPr>
                  <p14:cNvContentPartPr/>
                  <p14:nvPr/>
                </p14:nvContentPartPr>
                <p14:xfrm>
                  <a:off x="1195689" y="5347145"/>
                  <a:ext cx="147960" cy="138960"/>
                </p14:xfrm>
              </p:contentPart>
            </mc:Choice>
            <mc:Fallback xmlns="">
              <p:pic>
                <p:nvPicPr>
                  <p:cNvPr id="288" name="잉크 287">
                    <a:extLst>
                      <a:ext uri="{FF2B5EF4-FFF2-40B4-BE49-F238E27FC236}">
                        <a16:creationId xmlns:a16="http://schemas.microsoft.com/office/drawing/2014/main" id="{93B60AE8-A229-1B1F-9BDE-B8FE9FE330A3}"/>
                      </a:ext>
                    </a:extLst>
                  </p:cNvPr>
                  <p:cNvPicPr/>
                  <p:nvPr/>
                </p:nvPicPr>
                <p:blipFill>
                  <a:blip r:embed="rId508"/>
                  <a:stretch>
                    <a:fillRect/>
                  </a:stretch>
                </p:blipFill>
                <p:spPr>
                  <a:xfrm>
                    <a:off x="1180805" y="5333490"/>
                    <a:ext cx="177727" cy="16627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F889B509-3467-E193-AB3F-8884EF61A054}"/>
                </a:ext>
              </a:extLst>
            </p:cNvPr>
            <p:cNvGrpSpPr/>
            <p:nvPr/>
          </p:nvGrpSpPr>
          <p:grpSpPr>
            <a:xfrm>
              <a:off x="3305649" y="4032425"/>
              <a:ext cx="504360" cy="212400"/>
              <a:chOff x="3305649" y="4032425"/>
              <a:chExt cx="504360" cy="212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09">
                <p14:nvContentPartPr>
                  <p14:cNvPr id="281" name="잉크 280">
                    <a:extLst>
                      <a:ext uri="{FF2B5EF4-FFF2-40B4-BE49-F238E27FC236}">
                        <a16:creationId xmlns:a16="http://schemas.microsoft.com/office/drawing/2014/main" id="{578A0B22-C60A-5997-10F4-F11A422E8D2E}"/>
                      </a:ext>
                    </a:extLst>
                  </p14:cNvPr>
                  <p14:cNvContentPartPr/>
                  <p14:nvPr/>
                </p14:nvContentPartPr>
                <p14:xfrm>
                  <a:off x="3305649" y="4137905"/>
                  <a:ext cx="168840" cy="360"/>
                </p14:xfrm>
              </p:contentPart>
            </mc:Choice>
            <mc:Fallback xmlns="">
              <p:pic>
                <p:nvPicPr>
                  <p:cNvPr id="281" name="잉크 280">
                    <a:extLst>
                      <a:ext uri="{FF2B5EF4-FFF2-40B4-BE49-F238E27FC236}">
                        <a16:creationId xmlns:a16="http://schemas.microsoft.com/office/drawing/2014/main" id="{578A0B22-C60A-5997-10F4-F11A422E8D2E}"/>
                      </a:ext>
                    </a:extLst>
                  </p:cNvPr>
                  <p:cNvPicPr/>
                  <p:nvPr/>
                </p:nvPicPr>
                <p:blipFill>
                  <a:blip r:embed="rId510"/>
                  <a:stretch>
                    <a:fillRect/>
                  </a:stretch>
                </p:blipFill>
                <p:spPr>
                  <a:xfrm>
                    <a:off x="3290777" y="4131785"/>
                    <a:ext cx="198584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1">
                <p14:nvContentPartPr>
                  <p14:cNvPr id="282" name="잉크 281">
                    <a:extLst>
                      <a:ext uri="{FF2B5EF4-FFF2-40B4-BE49-F238E27FC236}">
                        <a16:creationId xmlns:a16="http://schemas.microsoft.com/office/drawing/2014/main" id="{1DC14A6C-508F-A3C6-A332-7C9FAACDFFC2}"/>
                      </a:ext>
                    </a:extLst>
                  </p14:cNvPr>
                  <p14:cNvContentPartPr/>
                  <p14:nvPr/>
                </p14:nvContentPartPr>
                <p14:xfrm>
                  <a:off x="3399609" y="4032425"/>
                  <a:ext cx="119160" cy="156240"/>
                </p14:xfrm>
              </p:contentPart>
            </mc:Choice>
            <mc:Fallback xmlns="">
              <p:pic>
                <p:nvPicPr>
                  <p:cNvPr id="282" name="잉크 281">
                    <a:extLst>
                      <a:ext uri="{FF2B5EF4-FFF2-40B4-BE49-F238E27FC236}">
                        <a16:creationId xmlns:a16="http://schemas.microsoft.com/office/drawing/2014/main" id="{1DC14A6C-508F-A3C6-A332-7C9FAACDFFC2}"/>
                      </a:ext>
                    </a:extLst>
                  </p:cNvPr>
                  <p:cNvPicPr/>
                  <p:nvPr/>
                </p:nvPicPr>
                <p:blipFill>
                  <a:blip r:embed="rId512"/>
                  <a:stretch>
                    <a:fillRect/>
                  </a:stretch>
                </p:blipFill>
                <p:spPr>
                  <a:xfrm>
                    <a:off x="3384714" y="4018804"/>
                    <a:ext cx="148950" cy="1834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3">
                <p14:nvContentPartPr>
                  <p14:cNvPr id="283" name="잉크 282">
                    <a:extLst>
                      <a:ext uri="{FF2B5EF4-FFF2-40B4-BE49-F238E27FC236}">
                        <a16:creationId xmlns:a16="http://schemas.microsoft.com/office/drawing/2014/main" id="{AF352CF8-BC02-1143-6967-118D23B362D4}"/>
                      </a:ext>
                    </a:extLst>
                  </p14:cNvPr>
                  <p14:cNvContentPartPr/>
                  <p14:nvPr/>
                </p14:nvContentPartPr>
                <p14:xfrm>
                  <a:off x="3809649" y="4056185"/>
                  <a:ext cx="360" cy="188640"/>
                </p14:xfrm>
              </p:contentPart>
            </mc:Choice>
            <mc:Fallback xmlns="">
              <p:pic>
                <p:nvPicPr>
                  <p:cNvPr id="283" name="잉크 282">
                    <a:extLst>
                      <a:ext uri="{FF2B5EF4-FFF2-40B4-BE49-F238E27FC236}">
                        <a16:creationId xmlns:a16="http://schemas.microsoft.com/office/drawing/2014/main" id="{AF352CF8-BC02-1143-6967-118D23B362D4}"/>
                      </a:ext>
                    </a:extLst>
                  </p:cNvPr>
                  <p:cNvPicPr/>
                  <p:nvPr/>
                </p:nvPicPr>
                <p:blipFill>
                  <a:blip r:embed="rId514"/>
                  <a:stretch>
                    <a:fillRect/>
                  </a:stretch>
                </p:blipFill>
                <p:spPr>
                  <a:xfrm>
                    <a:off x="3803529" y="4042539"/>
                    <a:ext cx="12600" cy="215933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8422C525-6695-ED9B-B652-0576C2D4D4E0}"/>
                    </a:ext>
                  </a:extLst>
                </p14:cNvPr>
                <p14:cNvContentPartPr/>
                <p14:nvPr/>
              </p14:nvContentPartPr>
              <p14:xfrm>
                <a:off x="2003889" y="4032425"/>
                <a:ext cx="12600" cy="208440"/>
              </p14:xfrm>
            </p:contentPart>
          </mc:Choice>
          <mc:Fallback xmlns=""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8422C525-6695-ED9B-B652-0576C2D4D4E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989609" y="4018744"/>
                  <a:ext cx="41160" cy="23580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0FA954B3-4D17-FDBB-AD85-04A4232ED556}"/>
                </a:ext>
              </a:extLst>
            </p:cNvPr>
            <p:cNvGrpSpPr/>
            <p:nvPr/>
          </p:nvGrpSpPr>
          <p:grpSpPr>
            <a:xfrm>
              <a:off x="1746489" y="5346065"/>
              <a:ext cx="469440" cy="245880"/>
              <a:chOff x="1746489" y="5346065"/>
              <a:chExt cx="469440" cy="245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17">
                <p14:nvContentPartPr>
                  <p14:cNvPr id="278" name="잉크 277">
                    <a:extLst>
                      <a:ext uri="{FF2B5EF4-FFF2-40B4-BE49-F238E27FC236}">
                        <a16:creationId xmlns:a16="http://schemas.microsoft.com/office/drawing/2014/main" id="{3A0911E6-842E-7A6F-1DA5-3D4CAC1365FB}"/>
                      </a:ext>
                    </a:extLst>
                  </p14:cNvPr>
                  <p14:cNvContentPartPr/>
                  <p14:nvPr/>
                </p14:nvContentPartPr>
                <p14:xfrm>
                  <a:off x="1746489" y="5439305"/>
                  <a:ext cx="208800" cy="360"/>
                </p14:xfrm>
              </p:contentPart>
            </mc:Choice>
            <mc:Fallback xmlns="">
              <p:pic>
                <p:nvPicPr>
                  <p:cNvPr id="278" name="잉크 277">
                    <a:extLst>
                      <a:ext uri="{FF2B5EF4-FFF2-40B4-BE49-F238E27FC236}">
                        <a16:creationId xmlns:a16="http://schemas.microsoft.com/office/drawing/2014/main" id="{3A0911E6-842E-7A6F-1DA5-3D4CAC1365FB}"/>
                      </a:ext>
                    </a:extLst>
                  </p:cNvPr>
                  <p:cNvPicPr/>
                  <p:nvPr/>
                </p:nvPicPr>
                <p:blipFill>
                  <a:blip r:embed="rId518"/>
                  <a:stretch>
                    <a:fillRect/>
                  </a:stretch>
                </p:blipFill>
                <p:spPr>
                  <a:xfrm>
                    <a:off x="1731575" y="5433185"/>
                    <a:ext cx="238629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9">
                <p14:nvContentPartPr>
                  <p14:cNvPr id="279" name="잉크 278">
                    <a:extLst>
                      <a:ext uri="{FF2B5EF4-FFF2-40B4-BE49-F238E27FC236}">
                        <a16:creationId xmlns:a16="http://schemas.microsoft.com/office/drawing/2014/main" id="{2E95B20B-1CDD-C3CC-7E9A-046562317D72}"/>
                      </a:ext>
                    </a:extLst>
                  </p14:cNvPr>
                  <p14:cNvContentPartPr/>
                  <p14:nvPr/>
                </p14:nvContentPartPr>
                <p14:xfrm>
                  <a:off x="1865649" y="5372345"/>
                  <a:ext cx="134280" cy="119880"/>
                </p14:xfrm>
              </p:contentPart>
            </mc:Choice>
            <mc:Fallback xmlns="">
              <p:pic>
                <p:nvPicPr>
                  <p:cNvPr id="279" name="잉크 278">
                    <a:extLst>
                      <a:ext uri="{FF2B5EF4-FFF2-40B4-BE49-F238E27FC236}">
                        <a16:creationId xmlns:a16="http://schemas.microsoft.com/office/drawing/2014/main" id="{2E95B20B-1CDD-C3CC-7E9A-046562317D72}"/>
                      </a:ext>
                    </a:extLst>
                  </p:cNvPr>
                  <p:cNvPicPr/>
                  <p:nvPr/>
                </p:nvPicPr>
                <p:blipFill>
                  <a:blip r:embed="rId520"/>
                  <a:stretch>
                    <a:fillRect/>
                  </a:stretch>
                </p:blipFill>
                <p:spPr>
                  <a:xfrm>
                    <a:off x="1850826" y="5358759"/>
                    <a:ext cx="163926" cy="1470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1">
                <p14:nvContentPartPr>
                  <p14:cNvPr id="280" name="잉크 279">
                    <a:extLst>
                      <a:ext uri="{FF2B5EF4-FFF2-40B4-BE49-F238E27FC236}">
                        <a16:creationId xmlns:a16="http://schemas.microsoft.com/office/drawing/2014/main" id="{1102D373-8ECE-0429-276E-4EE818B76561}"/>
                      </a:ext>
                    </a:extLst>
                  </p14:cNvPr>
                  <p14:cNvContentPartPr/>
                  <p14:nvPr/>
                </p14:nvContentPartPr>
                <p14:xfrm>
                  <a:off x="2023689" y="5346065"/>
                  <a:ext cx="192240" cy="245880"/>
                </p14:xfrm>
              </p:contentPart>
            </mc:Choice>
            <mc:Fallback xmlns="">
              <p:pic>
                <p:nvPicPr>
                  <p:cNvPr id="280" name="잉크 279">
                    <a:extLst>
                      <a:ext uri="{FF2B5EF4-FFF2-40B4-BE49-F238E27FC236}">
                        <a16:creationId xmlns:a16="http://schemas.microsoft.com/office/drawing/2014/main" id="{1102D373-8ECE-0429-276E-4EE818B76561}"/>
                      </a:ext>
                    </a:extLst>
                  </p:cNvPr>
                  <p:cNvPicPr/>
                  <p:nvPr/>
                </p:nvPicPr>
                <p:blipFill>
                  <a:blip r:embed="rId522"/>
                  <a:stretch>
                    <a:fillRect/>
                  </a:stretch>
                </p:blipFill>
                <p:spPr>
                  <a:xfrm>
                    <a:off x="2008834" y="5332405"/>
                    <a:ext cx="221950" cy="273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58826069-BF05-4736-8327-90FBE40768CD}"/>
                </a:ext>
              </a:extLst>
            </p:cNvPr>
            <p:cNvGrpSpPr/>
            <p:nvPr/>
          </p:nvGrpSpPr>
          <p:grpSpPr>
            <a:xfrm>
              <a:off x="1558929" y="4032425"/>
              <a:ext cx="469440" cy="207360"/>
              <a:chOff x="1558929" y="4032425"/>
              <a:chExt cx="469440" cy="207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23">
                <p14:nvContentPartPr>
                  <p14:cNvPr id="275" name="잉크 274">
                    <a:extLst>
                      <a:ext uri="{FF2B5EF4-FFF2-40B4-BE49-F238E27FC236}">
                        <a16:creationId xmlns:a16="http://schemas.microsoft.com/office/drawing/2014/main" id="{6B1B445B-E12D-D342-FE27-41D074DEC76E}"/>
                      </a:ext>
                    </a:extLst>
                  </p14:cNvPr>
                  <p14:cNvContentPartPr/>
                  <p14:nvPr/>
                </p14:nvContentPartPr>
                <p14:xfrm>
                  <a:off x="1558929" y="4173185"/>
                  <a:ext cx="222480" cy="360"/>
                </p14:xfrm>
              </p:contentPart>
            </mc:Choice>
            <mc:Fallback xmlns="">
              <p:pic>
                <p:nvPicPr>
                  <p:cNvPr id="275" name="잉크 274">
                    <a:extLst>
                      <a:ext uri="{FF2B5EF4-FFF2-40B4-BE49-F238E27FC236}">
                        <a16:creationId xmlns:a16="http://schemas.microsoft.com/office/drawing/2014/main" id="{6B1B445B-E12D-D342-FE27-41D074DEC76E}"/>
                      </a:ext>
                    </a:extLst>
                  </p:cNvPr>
                  <p:cNvPicPr/>
                  <p:nvPr/>
                </p:nvPicPr>
                <p:blipFill>
                  <a:blip r:embed="rId524"/>
                  <a:stretch>
                    <a:fillRect/>
                  </a:stretch>
                </p:blipFill>
                <p:spPr>
                  <a:xfrm>
                    <a:off x="1544039" y="4167065"/>
                    <a:ext cx="252261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5">
                <p14:nvContentPartPr>
                  <p14:cNvPr id="276" name="잉크 275">
                    <a:extLst>
                      <a:ext uri="{FF2B5EF4-FFF2-40B4-BE49-F238E27FC236}">
                        <a16:creationId xmlns:a16="http://schemas.microsoft.com/office/drawing/2014/main" id="{0A117A69-045B-52A9-10A8-608FAF2A533B}"/>
                      </a:ext>
                    </a:extLst>
                  </p14:cNvPr>
                  <p14:cNvContentPartPr/>
                  <p14:nvPr/>
                </p14:nvContentPartPr>
                <p14:xfrm>
                  <a:off x="1699689" y="4091105"/>
                  <a:ext cx="80280" cy="123480"/>
                </p14:xfrm>
              </p:contentPart>
            </mc:Choice>
            <mc:Fallback xmlns="">
              <p:pic>
                <p:nvPicPr>
                  <p:cNvPr id="276" name="잉크 275">
                    <a:extLst>
                      <a:ext uri="{FF2B5EF4-FFF2-40B4-BE49-F238E27FC236}">
                        <a16:creationId xmlns:a16="http://schemas.microsoft.com/office/drawing/2014/main" id="{0A117A69-045B-52A9-10A8-608FAF2A533B}"/>
                      </a:ext>
                    </a:extLst>
                  </p:cNvPr>
                  <p:cNvPicPr/>
                  <p:nvPr/>
                </p:nvPicPr>
                <p:blipFill>
                  <a:blip r:embed="rId526"/>
                  <a:stretch>
                    <a:fillRect/>
                  </a:stretch>
                </p:blipFill>
                <p:spPr>
                  <a:xfrm>
                    <a:off x="1684855" y="4077474"/>
                    <a:ext cx="109949" cy="1507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7">
                <p14:nvContentPartPr>
                  <p14:cNvPr id="277" name="잉크 276">
                    <a:extLst>
                      <a:ext uri="{FF2B5EF4-FFF2-40B4-BE49-F238E27FC236}">
                        <a16:creationId xmlns:a16="http://schemas.microsoft.com/office/drawing/2014/main" id="{96744E56-0CD3-F1C2-07A6-999405235269}"/>
                      </a:ext>
                    </a:extLst>
                  </p14:cNvPr>
                  <p14:cNvContentPartPr/>
                  <p14:nvPr/>
                </p14:nvContentPartPr>
                <p14:xfrm>
                  <a:off x="1992369" y="4032425"/>
                  <a:ext cx="36000" cy="207360"/>
                </p14:xfrm>
              </p:contentPart>
            </mc:Choice>
            <mc:Fallback xmlns="">
              <p:pic>
                <p:nvPicPr>
                  <p:cNvPr id="277" name="잉크 276">
                    <a:extLst>
                      <a:ext uri="{FF2B5EF4-FFF2-40B4-BE49-F238E27FC236}">
                        <a16:creationId xmlns:a16="http://schemas.microsoft.com/office/drawing/2014/main" id="{96744E56-0CD3-F1C2-07A6-999405235269}"/>
                      </a:ext>
                    </a:extLst>
                  </p:cNvPr>
                  <p:cNvPicPr/>
                  <p:nvPr/>
                </p:nvPicPr>
                <p:blipFill>
                  <a:blip r:embed="rId528"/>
                  <a:stretch>
                    <a:fillRect/>
                  </a:stretch>
                </p:blipFill>
                <p:spPr>
                  <a:xfrm>
                    <a:off x="1977798" y="4018762"/>
                    <a:ext cx="65143" cy="23468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E662394C-A8E3-6797-45D9-2E8AD25A95ED}"/>
                </a:ext>
              </a:extLst>
            </p:cNvPr>
            <p:cNvGrpSpPr/>
            <p:nvPr/>
          </p:nvGrpSpPr>
          <p:grpSpPr>
            <a:xfrm>
              <a:off x="4044369" y="4067705"/>
              <a:ext cx="578160" cy="191520"/>
              <a:chOff x="4044369" y="4067705"/>
              <a:chExt cx="578160" cy="191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29">
                <p14:nvContentPartPr>
                  <p14:cNvPr id="272" name="잉크 271">
                    <a:extLst>
                      <a:ext uri="{FF2B5EF4-FFF2-40B4-BE49-F238E27FC236}">
                        <a16:creationId xmlns:a16="http://schemas.microsoft.com/office/drawing/2014/main" id="{46C9FB80-DAE2-E69D-5092-D0C432DEDF6C}"/>
                      </a:ext>
                    </a:extLst>
                  </p14:cNvPr>
                  <p14:cNvContentPartPr/>
                  <p14:nvPr/>
                </p14:nvContentPartPr>
                <p14:xfrm>
                  <a:off x="4044369" y="4145465"/>
                  <a:ext cx="267480" cy="28080"/>
                </p14:xfrm>
              </p:contentPart>
            </mc:Choice>
            <mc:Fallback xmlns="">
              <p:pic>
                <p:nvPicPr>
                  <p:cNvPr id="272" name="잉크 271">
                    <a:extLst>
                      <a:ext uri="{FF2B5EF4-FFF2-40B4-BE49-F238E27FC236}">
                        <a16:creationId xmlns:a16="http://schemas.microsoft.com/office/drawing/2014/main" id="{46C9FB80-DAE2-E69D-5092-D0C432DEDF6C}"/>
                      </a:ext>
                    </a:extLst>
                  </p:cNvPr>
                  <p:cNvPicPr/>
                  <p:nvPr/>
                </p:nvPicPr>
                <p:blipFill>
                  <a:blip r:embed="rId530"/>
                  <a:stretch>
                    <a:fillRect/>
                  </a:stretch>
                </p:blipFill>
                <p:spPr>
                  <a:xfrm>
                    <a:off x="4029460" y="4131826"/>
                    <a:ext cx="297297" cy="553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1">
                <p14:nvContentPartPr>
                  <p14:cNvPr id="273" name="잉크 272">
                    <a:extLst>
                      <a:ext uri="{FF2B5EF4-FFF2-40B4-BE49-F238E27FC236}">
                        <a16:creationId xmlns:a16="http://schemas.microsoft.com/office/drawing/2014/main" id="{ED9ADCDB-02E8-91C8-F4DC-B33FE3CC424E}"/>
                      </a:ext>
                    </a:extLst>
                  </p14:cNvPr>
                  <p14:cNvContentPartPr/>
                  <p14:nvPr/>
                </p14:nvContentPartPr>
                <p14:xfrm>
                  <a:off x="4220049" y="4067705"/>
                  <a:ext cx="56880" cy="166680"/>
                </p14:xfrm>
              </p:contentPart>
            </mc:Choice>
            <mc:Fallback xmlns="">
              <p:pic>
                <p:nvPicPr>
                  <p:cNvPr id="273" name="잉크 272">
                    <a:extLst>
                      <a:ext uri="{FF2B5EF4-FFF2-40B4-BE49-F238E27FC236}">
                        <a16:creationId xmlns:a16="http://schemas.microsoft.com/office/drawing/2014/main" id="{ED9ADCDB-02E8-91C8-F4DC-B33FE3CC424E}"/>
                      </a:ext>
                    </a:extLst>
                  </p:cNvPr>
                  <p:cNvPicPr/>
                  <p:nvPr/>
                </p:nvPicPr>
                <p:blipFill>
                  <a:blip r:embed="rId532"/>
                  <a:stretch>
                    <a:fillRect/>
                  </a:stretch>
                </p:blipFill>
                <p:spPr>
                  <a:xfrm>
                    <a:off x="4205173" y="4054016"/>
                    <a:ext cx="86633" cy="1940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3">
                <p14:nvContentPartPr>
                  <p14:cNvPr id="274" name="잉크 273">
                    <a:extLst>
                      <a:ext uri="{FF2B5EF4-FFF2-40B4-BE49-F238E27FC236}">
                        <a16:creationId xmlns:a16="http://schemas.microsoft.com/office/drawing/2014/main" id="{135C3E0F-A197-1AEF-9A0C-A3D5502B8C60}"/>
                      </a:ext>
                    </a:extLst>
                  </p14:cNvPr>
                  <p14:cNvContentPartPr/>
                  <p14:nvPr/>
                </p14:nvContentPartPr>
                <p14:xfrm>
                  <a:off x="4463409" y="4110185"/>
                  <a:ext cx="159120" cy="149040"/>
                </p14:xfrm>
              </p:contentPart>
            </mc:Choice>
            <mc:Fallback xmlns="">
              <p:pic>
                <p:nvPicPr>
                  <p:cNvPr id="274" name="잉크 273">
                    <a:extLst>
                      <a:ext uri="{FF2B5EF4-FFF2-40B4-BE49-F238E27FC236}">
                        <a16:creationId xmlns:a16="http://schemas.microsoft.com/office/drawing/2014/main" id="{135C3E0F-A197-1AEF-9A0C-A3D5502B8C60}"/>
                      </a:ext>
                    </a:extLst>
                  </p:cNvPr>
                  <p:cNvPicPr/>
                  <p:nvPr/>
                </p:nvPicPr>
                <p:blipFill>
                  <a:blip r:embed="rId534"/>
                  <a:stretch>
                    <a:fillRect/>
                  </a:stretch>
                </p:blipFill>
                <p:spPr>
                  <a:xfrm>
                    <a:off x="4448546" y="4096563"/>
                    <a:ext cx="188846" cy="17628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28999928-CCB4-E667-434E-7C7EF98CDF53}"/>
                </a:ext>
              </a:extLst>
            </p:cNvPr>
            <p:cNvGrpSpPr/>
            <p:nvPr/>
          </p:nvGrpSpPr>
          <p:grpSpPr>
            <a:xfrm>
              <a:off x="4278729" y="5353625"/>
              <a:ext cx="577080" cy="291600"/>
              <a:chOff x="4278729" y="5353625"/>
              <a:chExt cx="577080" cy="291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35">
                <p14:nvContentPartPr>
                  <p14:cNvPr id="269" name="잉크 268">
                    <a:extLst>
                      <a:ext uri="{FF2B5EF4-FFF2-40B4-BE49-F238E27FC236}">
                        <a16:creationId xmlns:a16="http://schemas.microsoft.com/office/drawing/2014/main" id="{5DB1A2A6-C142-D2D5-7411-AA02C1446C76}"/>
                      </a:ext>
                    </a:extLst>
                  </p14:cNvPr>
                  <p14:cNvContentPartPr/>
                  <p14:nvPr/>
                </p14:nvContentPartPr>
                <p14:xfrm>
                  <a:off x="4278729" y="5544425"/>
                  <a:ext cx="173520" cy="12600"/>
                </p14:xfrm>
              </p:contentPart>
            </mc:Choice>
            <mc:Fallback xmlns="">
              <p:pic>
                <p:nvPicPr>
                  <p:cNvPr id="269" name="잉크 268">
                    <a:extLst>
                      <a:ext uri="{FF2B5EF4-FFF2-40B4-BE49-F238E27FC236}">
                        <a16:creationId xmlns:a16="http://schemas.microsoft.com/office/drawing/2014/main" id="{5DB1A2A6-C142-D2D5-7411-AA02C1446C76}"/>
                      </a:ext>
                    </a:extLst>
                  </p:cNvPr>
                  <p:cNvPicPr/>
                  <p:nvPr/>
                </p:nvPicPr>
                <p:blipFill>
                  <a:blip r:embed="rId266"/>
                  <a:stretch>
                    <a:fillRect/>
                  </a:stretch>
                </p:blipFill>
                <p:spPr>
                  <a:xfrm>
                    <a:off x="4263831" y="5531037"/>
                    <a:ext cx="203316" cy="393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6">
                <p14:nvContentPartPr>
                  <p14:cNvPr id="270" name="잉크 269">
                    <a:extLst>
                      <a:ext uri="{FF2B5EF4-FFF2-40B4-BE49-F238E27FC236}">
                        <a16:creationId xmlns:a16="http://schemas.microsoft.com/office/drawing/2014/main" id="{6B1A0B08-7018-DCFF-D7AC-8F392F5FAE20}"/>
                      </a:ext>
                    </a:extLst>
                  </p14:cNvPr>
                  <p14:cNvContentPartPr/>
                  <p14:nvPr/>
                </p14:nvContentPartPr>
                <p14:xfrm>
                  <a:off x="4431009" y="5462705"/>
                  <a:ext cx="36360" cy="182520"/>
                </p14:xfrm>
              </p:contentPart>
            </mc:Choice>
            <mc:Fallback xmlns="">
              <p:pic>
                <p:nvPicPr>
                  <p:cNvPr id="270" name="잉크 269">
                    <a:extLst>
                      <a:ext uri="{FF2B5EF4-FFF2-40B4-BE49-F238E27FC236}">
                        <a16:creationId xmlns:a16="http://schemas.microsoft.com/office/drawing/2014/main" id="{6B1A0B08-7018-DCFF-D7AC-8F392F5FAE20}"/>
                      </a:ext>
                    </a:extLst>
                  </p:cNvPr>
                  <p:cNvPicPr/>
                  <p:nvPr/>
                </p:nvPicPr>
                <p:blipFill>
                  <a:blip r:embed="rId537"/>
                  <a:stretch>
                    <a:fillRect/>
                  </a:stretch>
                </p:blipFill>
                <p:spPr>
                  <a:xfrm>
                    <a:off x="4416292" y="5449036"/>
                    <a:ext cx="65794" cy="2098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8">
                <p14:nvContentPartPr>
                  <p14:cNvPr id="271" name="잉크 270">
                    <a:extLst>
                      <a:ext uri="{FF2B5EF4-FFF2-40B4-BE49-F238E27FC236}">
                        <a16:creationId xmlns:a16="http://schemas.microsoft.com/office/drawing/2014/main" id="{5FC816A6-B9A2-0D60-AA96-086F6297C2F8}"/>
                      </a:ext>
                    </a:extLst>
                  </p14:cNvPr>
                  <p14:cNvContentPartPr/>
                  <p14:nvPr/>
                </p14:nvContentPartPr>
                <p14:xfrm>
                  <a:off x="4614969" y="5353625"/>
                  <a:ext cx="240840" cy="260640"/>
                </p14:xfrm>
              </p:contentPart>
            </mc:Choice>
            <mc:Fallback xmlns="">
              <p:pic>
                <p:nvPicPr>
                  <p:cNvPr id="271" name="잉크 270">
                    <a:extLst>
                      <a:ext uri="{FF2B5EF4-FFF2-40B4-BE49-F238E27FC236}">
                        <a16:creationId xmlns:a16="http://schemas.microsoft.com/office/drawing/2014/main" id="{5FC816A6-B9A2-0D60-AA96-086F6297C2F8}"/>
                      </a:ext>
                    </a:extLst>
                  </p:cNvPr>
                  <p:cNvPicPr/>
                  <p:nvPr/>
                </p:nvPicPr>
                <p:blipFill>
                  <a:blip r:embed="rId539"/>
                  <a:stretch>
                    <a:fillRect/>
                  </a:stretch>
                </p:blipFill>
                <p:spPr>
                  <a:xfrm>
                    <a:off x="4600081" y="5339949"/>
                    <a:ext cx="270617" cy="28799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520F2705-01AA-4617-3387-9CF7419A72C7}"/>
                </a:ext>
              </a:extLst>
            </p:cNvPr>
            <p:cNvGrpSpPr/>
            <p:nvPr/>
          </p:nvGrpSpPr>
          <p:grpSpPr>
            <a:xfrm>
              <a:off x="5220129" y="4032425"/>
              <a:ext cx="1524600" cy="1911960"/>
              <a:chOff x="5220129" y="4032425"/>
              <a:chExt cx="1524600" cy="1911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40">
                <p14:nvContentPartPr>
                  <p14:cNvPr id="266" name="잉크 265">
                    <a:extLst>
                      <a:ext uri="{FF2B5EF4-FFF2-40B4-BE49-F238E27FC236}">
                        <a16:creationId xmlns:a16="http://schemas.microsoft.com/office/drawing/2014/main" id="{331205B3-B3EB-0187-4B27-4723F6466071}"/>
                      </a:ext>
                    </a:extLst>
                  </p14:cNvPr>
                  <p14:cNvContentPartPr/>
                  <p14:nvPr/>
                </p14:nvContentPartPr>
                <p14:xfrm>
                  <a:off x="5220129" y="4032425"/>
                  <a:ext cx="503280" cy="1637640"/>
                </p14:xfrm>
              </p:contentPart>
            </mc:Choice>
            <mc:Fallback xmlns="">
              <p:pic>
                <p:nvPicPr>
                  <p:cNvPr id="266" name="잉크 265">
                    <a:extLst>
                      <a:ext uri="{FF2B5EF4-FFF2-40B4-BE49-F238E27FC236}">
                        <a16:creationId xmlns:a16="http://schemas.microsoft.com/office/drawing/2014/main" id="{331205B3-B3EB-0187-4B27-4723F6466071}"/>
                      </a:ext>
                    </a:extLst>
                  </p:cNvPr>
                  <p:cNvPicPr/>
                  <p:nvPr/>
                </p:nvPicPr>
                <p:blipFill>
                  <a:blip r:embed="rId541"/>
                  <a:stretch>
                    <a:fillRect/>
                  </a:stretch>
                </p:blipFill>
                <p:spPr>
                  <a:xfrm>
                    <a:off x="5205223" y="4018744"/>
                    <a:ext cx="533091" cy="16650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2">
                <p14:nvContentPartPr>
                  <p14:cNvPr id="267" name="잉크 266">
                    <a:extLst>
                      <a:ext uri="{FF2B5EF4-FFF2-40B4-BE49-F238E27FC236}">
                        <a16:creationId xmlns:a16="http://schemas.microsoft.com/office/drawing/2014/main" id="{A814FF40-94B8-1D5E-8A5F-4E963099965B}"/>
                      </a:ext>
                    </a:extLst>
                  </p14:cNvPr>
                  <p14:cNvContentPartPr/>
                  <p14:nvPr/>
                </p14:nvContentPartPr>
                <p14:xfrm>
                  <a:off x="5779209" y="5287025"/>
                  <a:ext cx="965520" cy="542880"/>
                </p14:xfrm>
              </p:contentPart>
            </mc:Choice>
            <mc:Fallback xmlns="">
              <p:pic>
                <p:nvPicPr>
                  <p:cNvPr id="267" name="잉크 266">
                    <a:extLst>
                      <a:ext uri="{FF2B5EF4-FFF2-40B4-BE49-F238E27FC236}">
                        <a16:creationId xmlns:a16="http://schemas.microsoft.com/office/drawing/2014/main" id="{A814FF40-94B8-1D5E-8A5F-4E963099965B}"/>
                      </a:ext>
                    </a:extLst>
                  </p:cNvPr>
                  <p:cNvPicPr/>
                  <p:nvPr/>
                </p:nvPicPr>
                <p:blipFill>
                  <a:blip r:embed="rId543"/>
                  <a:stretch>
                    <a:fillRect/>
                  </a:stretch>
                </p:blipFill>
                <p:spPr>
                  <a:xfrm>
                    <a:off x="5764301" y="5273352"/>
                    <a:ext cx="995336" cy="5702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4">
                <p14:nvContentPartPr>
                  <p14:cNvPr id="268" name="잉크 267">
                    <a:extLst>
                      <a:ext uri="{FF2B5EF4-FFF2-40B4-BE49-F238E27FC236}">
                        <a16:creationId xmlns:a16="http://schemas.microsoft.com/office/drawing/2014/main" id="{8C0CCEEC-EDDE-8785-6F4F-293CA9019FA0}"/>
                      </a:ext>
                    </a:extLst>
                  </p14:cNvPr>
                  <p14:cNvContentPartPr/>
                  <p14:nvPr/>
                </p14:nvContentPartPr>
                <p14:xfrm>
                  <a:off x="6552849" y="5720825"/>
                  <a:ext cx="181800" cy="223560"/>
                </p14:xfrm>
              </p:contentPart>
            </mc:Choice>
            <mc:Fallback xmlns="">
              <p:pic>
                <p:nvPicPr>
                  <p:cNvPr id="268" name="잉크 267">
                    <a:extLst>
                      <a:ext uri="{FF2B5EF4-FFF2-40B4-BE49-F238E27FC236}">
                        <a16:creationId xmlns:a16="http://schemas.microsoft.com/office/drawing/2014/main" id="{8C0CCEEC-EDDE-8785-6F4F-293CA9019FA0}"/>
                      </a:ext>
                    </a:extLst>
                  </p:cNvPr>
                  <p:cNvPicPr/>
                  <p:nvPr/>
                </p:nvPicPr>
                <p:blipFill>
                  <a:blip r:embed="rId545"/>
                  <a:stretch>
                    <a:fillRect/>
                  </a:stretch>
                </p:blipFill>
                <p:spPr>
                  <a:xfrm>
                    <a:off x="6537990" y="5707154"/>
                    <a:ext cx="211517" cy="25090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DA6A1B6-C44D-7E2C-343B-B7D9817B1A95}"/>
                </a:ext>
              </a:extLst>
            </p:cNvPr>
            <p:cNvGrpSpPr/>
            <p:nvPr/>
          </p:nvGrpSpPr>
          <p:grpSpPr>
            <a:xfrm>
              <a:off x="7161609" y="5884985"/>
              <a:ext cx="1344240" cy="570600"/>
              <a:chOff x="7161609" y="5884985"/>
              <a:chExt cx="1344240" cy="570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46">
                <p14:nvContentPartPr>
                  <p14:cNvPr id="250" name="잉크 249">
                    <a:extLst>
                      <a:ext uri="{FF2B5EF4-FFF2-40B4-BE49-F238E27FC236}">
                        <a16:creationId xmlns:a16="http://schemas.microsoft.com/office/drawing/2014/main" id="{2E4DEE79-35F7-1779-F446-57DE1DAEA695}"/>
                      </a:ext>
                    </a:extLst>
                  </p14:cNvPr>
                  <p14:cNvContentPartPr/>
                  <p14:nvPr/>
                </p14:nvContentPartPr>
                <p14:xfrm>
                  <a:off x="7161609" y="5990465"/>
                  <a:ext cx="111240" cy="117000"/>
                </p14:xfrm>
              </p:contentPart>
            </mc:Choice>
            <mc:Fallback xmlns="">
              <p:pic>
                <p:nvPicPr>
                  <p:cNvPr id="250" name="잉크 249">
                    <a:extLst>
                      <a:ext uri="{FF2B5EF4-FFF2-40B4-BE49-F238E27FC236}">
                        <a16:creationId xmlns:a16="http://schemas.microsoft.com/office/drawing/2014/main" id="{2E4DEE79-35F7-1779-F446-57DE1DAEA695}"/>
                      </a:ext>
                    </a:extLst>
                  </p:cNvPr>
                  <p:cNvPicPr/>
                  <p:nvPr/>
                </p:nvPicPr>
                <p:blipFill>
                  <a:blip r:embed="rId547"/>
                  <a:stretch>
                    <a:fillRect/>
                  </a:stretch>
                </p:blipFill>
                <p:spPr>
                  <a:xfrm>
                    <a:off x="7146719" y="5976842"/>
                    <a:ext cx="141021" cy="1442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8">
                <p14:nvContentPartPr>
                  <p14:cNvPr id="251" name="잉크 250">
                    <a:extLst>
                      <a:ext uri="{FF2B5EF4-FFF2-40B4-BE49-F238E27FC236}">
                        <a16:creationId xmlns:a16="http://schemas.microsoft.com/office/drawing/2014/main" id="{3517B10E-ABB5-FBB5-5566-249A67EB08A8}"/>
                      </a:ext>
                    </a:extLst>
                  </p14:cNvPr>
                  <p14:cNvContentPartPr/>
                  <p14:nvPr/>
                </p14:nvContentPartPr>
                <p14:xfrm>
                  <a:off x="7366809" y="6003065"/>
                  <a:ext cx="54000" cy="83520"/>
                </p14:xfrm>
              </p:contentPart>
            </mc:Choice>
            <mc:Fallback xmlns="">
              <p:pic>
                <p:nvPicPr>
                  <p:cNvPr id="251" name="잉크 250">
                    <a:extLst>
                      <a:ext uri="{FF2B5EF4-FFF2-40B4-BE49-F238E27FC236}">
                        <a16:creationId xmlns:a16="http://schemas.microsoft.com/office/drawing/2014/main" id="{3517B10E-ABB5-FBB5-5566-249A67EB08A8}"/>
                      </a:ext>
                    </a:extLst>
                  </p:cNvPr>
                  <p:cNvPicPr/>
                  <p:nvPr/>
                </p:nvPicPr>
                <p:blipFill>
                  <a:blip r:embed="rId549"/>
                  <a:stretch>
                    <a:fillRect/>
                  </a:stretch>
                </p:blipFill>
                <p:spPr>
                  <a:xfrm>
                    <a:off x="7352003" y="5989413"/>
                    <a:ext cx="83613" cy="1108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0">
                <p14:nvContentPartPr>
                  <p14:cNvPr id="252" name="잉크 251">
                    <a:extLst>
                      <a:ext uri="{FF2B5EF4-FFF2-40B4-BE49-F238E27FC236}">
                        <a16:creationId xmlns:a16="http://schemas.microsoft.com/office/drawing/2014/main" id="{D10AF3FC-CA0A-E0C5-C846-734BC1C0E615}"/>
                      </a:ext>
                    </a:extLst>
                  </p14:cNvPr>
                  <p14:cNvContentPartPr/>
                  <p14:nvPr/>
                </p14:nvContentPartPr>
                <p14:xfrm>
                  <a:off x="7326849" y="6013865"/>
                  <a:ext cx="42840" cy="360"/>
                </p14:xfrm>
              </p:contentPart>
            </mc:Choice>
            <mc:Fallback xmlns="">
              <p:pic>
                <p:nvPicPr>
                  <p:cNvPr id="252" name="잉크 251">
                    <a:extLst>
                      <a:ext uri="{FF2B5EF4-FFF2-40B4-BE49-F238E27FC236}">
                        <a16:creationId xmlns:a16="http://schemas.microsoft.com/office/drawing/2014/main" id="{D10AF3FC-CA0A-E0C5-C846-734BC1C0E615}"/>
                      </a:ext>
                    </a:extLst>
                  </p:cNvPr>
                  <p:cNvPicPr/>
                  <p:nvPr/>
                </p:nvPicPr>
                <p:blipFill>
                  <a:blip r:embed="rId346"/>
                  <a:stretch>
                    <a:fillRect/>
                  </a:stretch>
                </p:blipFill>
                <p:spPr>
                  <a:xfrm>
                    <a:off x="7311986" y="6007745"/>
                    <a:ext cx="72566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1">
                <p14:nvContentPartPr>
                  <p14:cNvPr id="253" name="잉크 252">
                    <a:extLst>
                      <a:ext uri="{FF2B5EF4-FFF2-40B4-BE49-F238E27FC236}">
                        <a16:creationId xmlns:a16="http://schemas.microsoft.com/office/drawing/2014/main" id="{652BA6E2-4E5E-5B75-440D-7F89771EE34C}"/>
                      </a:ext>
                    </a:extLst>
                  </p14:cNvPr>
                  <p14:cNvContentPartPr/>
                  <p14:nvPr/>
                </p14:nvContentPartPr>
                <p14:xfrm>
                  <a:off x="7455729" y="5884985"/>
                  <a:ext cx="28440" cy="360"/>
                </p14:xfrm>
              </p:contentPart>
            </mc:Choice>
            <mc:Fallback xmlns="">
              <p:pic>
                <p:nvPicPr>
                  <p:cNvPr id="253" name="잉크 252">
                    <a:extLst>
                      <a:ext uri="{FF2B5EF4-FFF2-40B4-BE49-F238E27FC236}">
                        <a16:creationId xmlns:a16="http://schemas.microsoft.com/office/drawing/2014/main" id="{652BA6E2-4E5E-5B75-440D-7F89771EE34C}"/>
                      </a:ext>
                    </a:extLst>
                  </p:cNvPr>
                  <p:cNvPicPr/>
                  <p:nvPr/>
                </p:nvPicPr>
                <p:blipFill>
                  <a:blip r:embed="rId552"/>
                  <a:stretch>
                    <a:fillRect/>
                  </a:stretch>
                </p:blipFill>
                <p:spPr>
                  <a:xfrm>
                    <a:off x="7441078" y="5878865"/>
                    <a:ext cx="57742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3">
                <p14:nvContentPartPr>
                  <p14:cNvPr id="254" name="잉크 253">
                    <a:extLst>
                      <a:ext uri="{FF2B5EF4-FFF2-40B4-BE49-F238E27FC236}">
                        <a16:creationId xmlns:a16="http://schemas.microsoft.com/office/drawing/2014/main" id="{16443002-D5DD-D095-C570-86C938E7F651}"/>
                      </a:ext>
                    </a:extLst>
                  </p14:cNvPr>
                  <p14:cNvContentPartPr/>
                  <p14:nvPr/>
                </p14:nvContentPartPr>
                <p14:xfrm>
                  <a:off x="7514409" y="5990465"/>
                  <a:ext cx="9720" cy="140040"/>
                </p14:xfrm>
              </p:contentPart>
            </mc:Choice>
            <mc:Fallback xmlns="">
              <p:pic>
                <p:nvPicPr>
                  <p:cNvPr id="254" name="잉크 253">
                    <a:extLst>
                      <a:ext uri="{FF2B5EF4-FFF2-40B4-BE49-F238E27FC236}">
                        <a16:creationId xmlns:a16="http://schemas.microsoft.com/office/drawing/2014/main" id="{16443002-D5DD-D095-C570-86C938E7F651}"/>
                      </a:ext>
                    </a:extLst>
                  </p:cNvPr>
                  <p:cNvPicPr/>
                  <p:nvPr/>
                </p:nvPicPr>
                <p:blipFill>
                  <a:blip r:embed="rId554"/>
                  <a:stretch>
                    <a:fillRect/>
                  </a:stretch>
                </p:blipFill>
                <p:spPr>
                  <a:xfrm>
                    <a:off x="7500639" y="5976783"/>
                    <a:ext cx="37260" cy="1674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5">
                <p14:nvContentPartPr>
                  <p14:cNvPr id="255" name="잉크 254">
                    <a:extLst>
                      <a:ext uri="{FF2B5EF4-FFF2-40B4-BE49-F238E27FC236}">
                        <a16:creationId xmlns:a16="http://schemas.microsoft.com/office/drawing/2014/main" id="{0C8106C3-C451-F794-B175-0A2CA6EEC8FF}"/>
                      </a:ext>
                    </a:extLst>
                  </p14:cNvPr>
                  <p14:cNvContentPartPr/>
                  <p14:nvPr/>
                </p14:nvContentPartPr>
                <p14:xfrm>
                  <a:off x="7619889" y="5896505"/>
                  <a:ext cx="12600" cy="169920"/>
                </p14:xfrm>
              </p:contentPart>
            </mc:Choice>
            <mc:Fallback xmlns="">
              <p:pic>
                <p:nvPicPr>
                  <p:cNvPr id="255" name="잉크 254">
                    <a:extLst>
                      <a:ext uri="{FF2B5EF4-FFF2-40B4-BE49-F238E27FC236}">
                        <a16:creationId xmlns:a16="http://schemas.microsoft.com/office/drawing/2014/main" id="{0C8106C3-C451-F794-B175-0A2CA6EEC8FF}"/>
                      </a:ext>
                    </a:extLst>
                  </p:cNvPr>
                  <p:cNvPicPr/>
                  <p:nvPr/>
                </p:nvPicPr>
                <p:blipFill>
                  <a:blip r:embed="rId556"/>
                  <a:stretch>
                    <a:fillRect/>
                  </a:stretch>
                </p:blipFill>
                <p:spPr>
                  <a:xfrm>
                    <a:off x="7605609" y="5882815"/>
                    <a:ext cx="41160" cy="1973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7">
                <p14:nvContentPartPr>
                  <p14:cNvPr id="256" name="잉크 255">
                    <a:extLst>
                      <a:ext uri="{FF2B5EF4-FFF2-40B4-BE49-F238E27FC236}">
                        <a16:creationId xmlns:a16="http://schemas.microsoft.com/office/drawing/2014/main" id="{C70B0BF6-B010-4792-3780-F68CFBF59E43}"/>
                      </a:ext>
                    </a:extLst>
                  </p14:cNvPr>
                  <p14:cNvContentPartPr/>
                  <p14:nvPr/>
                </p14:nvContentPartPr>
                <p14:xfrm>
                  <a:off x="7725369" y="6001985"/>
                  <a:ext cx="60840" cy="100080"/>
                </p14:xfrm>
              </p:contentPart>
            </mc:Choice>
            <mc:Fallback xmlns="">
              <p:pic>
                <p:nvPicPr>
                  <p:cNvPr id="256" name="잉크 255">
                    <a:extLst>
                      <a:ext uri="{FF2B5EF4-FFF2-40B4-BE49-F238E27FC236}">
                        <a16:creationId xmlns:a16="http://schemas.microsoft.com/office/drawing/2014/main" id="{C70B0BF6-B010-4792-3780-F68CFBF59E43}"/>
                      </a:ext>
                    </a:extLst>
                  </p:cNvPr>
                  <p:cNvPicPr/>
                  <p:nvPr/>
                </p:nvPicPr>
                <p:blipFill>
                  <a:blip r:embed="rId558"/>
                  <a:stretch>
                    <a:fillRect/>
                  </a:stretch>
                </p:blipFill>
                <p:spPr>
                  <a:xfrm>
                    <a:off x="7710594" y="5988374"/>
                    <a:ext cx="90391" cy="1273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9">
                <p14:nvContentPartPr>
                  <p14:cNvPr id="257" name="잉크 256">
                    <a:extLst>
                      <a:ext uri="{FF2B5EF4-FFF2-40B4-BE49-F238E27FC236}">
                        <a16:creationId xmlns:a16="http://schemas.microsoft.com/office/drawing/2014/main" id="{D54D5829-DEB6-C35D-710D-EC91C5E89EC3}"/>
                      </a:ext>
                    </a:extLst>
                  </p14:cNvPr>
                  <p14:cNvContentPartPr/>
                  <p14:nvPr/>
                </p14:nvContentPartPr>
                <p14:xfrm>
                  <a:off x="7685409" y="5908385"/>
                  <a:ext cx="5040" cy="132840"/>
                </p14:xfrm>
              </p:contentPart>
            </mc:Choice>
            <mc:Fallback xmlns="">
              <p:pic>
                <p:nvPicPr>
                  <p:cNvPr id="257" name="잉크 256">
                    <a:extLst>
                      <a:ext uri="{FF2B5EF4-FFF2-40B4-BE49-F238E27FC236}">
                        <a16:creationId xmlns:a16="http://schemas.microsoft.com/office/drawing/2014/main" id="{D54D5829-DEB6-C35D-710D-EC91C5E89EC3}"/>
                      </a:ext>
                    </a:extLst>
                  </p:cNvPr>
                  <p:cNvPicPr/>
                  <p:nvPr/>
                </p:nvPicPr>
                <p:blipFill>
                  <a:blip r:embed="rId560"/>
                  <a:stretch>
                    <a:fillRect/>
                  </a:stretch>
                </p:blipFill>
                <p:spPr>
                  <a:xfrm>
                    <a:off x="7671129" y="5894698"/>
                    <a:ext cx="33600" cy="1602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1">
                <p14:nvContentPartPr>
                  <p14:cNvPr id="258" name="잉크 257">
                    <a:extLst>
                      <a:ext uri="{FF2B5EF4-FFF2-40B4-BE49-F238E27FC236}">
                        <a16:creationId xmlns:a16="http://schemas.microsoft.com/office/drawing/2014/main" id="{B2A598D3-E8A5-7CB2-7024-8C3750652D40}"/>
                      </a:ext>
                    </a:extLst>
                  </p14:cNvPr>
                  <p14:cNvContentPartPr/>
                  <p14:nvPr/>
                </p14:nvContentPartPr>
                <p14:xfrm>
                  <a:off x="7725369" y="6037265"/>
                  <a:ext cx="99720" cy="43560"/>
                </p14:xfrm>
              </p:contentPart>
            </mc:Choice>
            <mc:Fallback xmlns="">
              <p:pic>
                <p:nvPicPr>
                  <p:cNvPr id="258" name="잉크 257">
                    <a:extLst>
                      <a:ext uri="{FF2B5EF4-FFF2-40B4-BE49-F238E27FC236}">
                        <a16:creationId xmlns:a16="http://schemas.microsoft.com/office/drawing/2014/main" id="{B2A598D3-E8A5-7CB2-7024-8C3750652D40}"/>
                      </a:ext>
                    </a:extLst>
                  </p:cNvPr>
                  <p:cNvPicPr/>
                  <p:nvPr/>
                </p:nvPicPr>
                <p:blipFill>
                  <a:blip r:embed="rId562"/>
                  <a:stretch>
                    <a:fillRect/>
                  </a:stretch>
                </p:blipFill>
                <p:spPr>
                  <a:xfrm>
                    <a:off x="7710498" y="6023801"/>
                    <a:ext cx="129461" cy="704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3">
                <p14:nvContentPartPr>
                  <p14:cNvPr id="259" name="잉크 258">
                    <a:extLst>
                      <a:ext uri="{FF2B5EF4-FFF2-40B4-BE49-F238E27FC236}">
                        <a16:creationId xmlns:a16="http://schemas.microsoft.com/office/drawing/2014/main" id="{5C6B0F3D-7267-D6D5-369B-E2FCB0456FD1}"/>
                      </a:ext>
                    </a:extLst>
                  </p14:cNvPr>
                  <p14:cNvContentPartPr/>
                  <p14:nvPr/>
                </p14:nvContentPartPr>
                <p14:xfrm>
                  <a:off x="7854249" y="6016385"/>
                  <a:ext cx="155160" cy="9720"/>
                </p14:xfrm>
              </p:contentPart>
            </mc:Choice>
            <mc:Fallback xmlns="">
              <p:pic>
                <p:nvPicPr>
                  <p:cNvPr id="259" name="잉크 258">
                    <a:extLst>
                      <a:ext uri="{FF2B5EF4-FFF2-40B4-BE49-F238E27FC236}">
                        <a16:creationId xmlns:a16="http://schemas.microsoft.com/office/drawing/2014/main" id="{5C6B0F3D-7267-D6D5-369B-E2FCB0456FD1}"/>
                      </a:ext>
                    </a:extLst>
                  </p:cNvPr>
                  <p:cNvPicPr/>
                  <p:nvPr/>
                </p:nvPicPr>
                <p:blipFill>
                  <a:blip r:embed="rId564"/>
                  <a:stretch>
                    <a:fillRect/>
                  </a:stretch>
                </p:blipFill>
                <p:spPr>
                  <a:xfrm>
                    <a:off x="7839430" y="6002615"/>
                    <a:ext cx="184797" cy="372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5">
                <p14:nvContentPartPr>
                  <p14:cNvPr id="260" name="잉크 259">
                    <a:extLst>
                      <a:ext uri="{FF2B5EF4-FFF2-40B4-BE49-F238E27FC236}">
                        <a16:creationId xmlns:a16="http://schemas.microsoft.com/office/drawing/2014/main" id="{CB07CF9C-DA5A-0DAC-3380-17EECF17F706}"/>
                      </a:ext>
                    </a:extLst>
                  </p14:cNvPr>
                  <p14:cNvContentPartPr/>
                  <p14:nvPr/>
                </p14:nvContentPartPr>
                <p14:xfrm>
                  <a:off x="7902129" y="5943305"/>
                  <a:ext cx="90360" cy="216000"/>
                </p14:xfrm>
              </p:contentPart>
            </mc:Choice>
            <mc:Fallback xmlns="">
              <p:pic>
                <p:nvPicPr>
                  <p:cNvPr id="260" name="잉크 259">
                    <a:extLst>
                      <a:ext uri="{FF2B5EF4-FFF2-40B4-BE49-F238E27FC236}">
                        <a16:creationId xmlns:a16="http://schemas.microsoft.com/office/drawing/2014/main" id="{CB07CF9C-DA5A-0DAC-3380-17EECF17F706}"/>
                      </a:ext>
                    </a:extLst>
                  </p:cNvPr>
                  <p:cNvPicPr/>
                  <p:nvPr/>
                </p:nvPicPr>
                <p:blipFill>
                  <a:blip r:embed="rId566"/>
                  <a:stretch>
                    <a:fillRect/>
                  </a:stretch>
                </p:blipFill>
                <p:spPr>
                  <a:xfrm>
                    <a:off x="7887215" y="5929654"/>
                    <a:ext cx="120188" cy="2433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7">
                <p14:nvContentPartPr>
                  <p14:cNvPr id="261" name="잉크 260">
                    <a:extLst>
                      <a:ext uri="{FF2B5EF4-FFF2-40B4-BE49-F238E27FC236}">
                        <a16:creationId xmlns:a16="http://schemas.microsoft.com/office/drawing/2014/main" id="{A4B34626-7241-6631-26A5-7FD3DA450625}"/>
                      </a:ext>
                    </a:extLst>
                  </p14:cNvPr>
                  <p14:cNvContentPartPr/>
                  <p14:nvPr/>
                </p14:nvContentPartPr>
                <p14:xfrm>
                  <a:off x="8018409" y="5955185"/>
                  <a:ext cx="32040" cy="27360"/>
                </p14:xfrm>
              </p:contentPart>
            </mc:Choice>
            <mc:Fallback xmlns="">
              <p:pic>
                <p:nvPicPr>
                  <p:cNvPr id="261" name="잉크 260">
                    <a:extLst>
                      <a:ext uri="{FF2B5EF4-FFF2-40B4-BE49-F238E27FC236}">
                        <a16:creationId xmlns:a16="http://schemas.microsoft.com/office/drawing/2014/main" id="{A4B34626-7241-6631-26A5-7FD3DA450625}"/>
                      </a:ext>
                    </a:extLst>
                  </p:cNvPr>
                  <p:cNvPicPr/>
                  <p:nvPr/>
                </p:nvPicPr>
                <p:blipFill>
                  <a:blip r:embed="rId568"/>
                  <a:stretch>
                    <a:fillRect/>
                  </a:stretch>
                </p:blipFill>
                <p:spPr>
                  <a:xfrm>
                    <a:off x="8003688" y="5941505"/>
                    <a:ext cx="61482" cy="5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9">
                <p14:nvContentPartPr>
                  <p14:cNvPr id="262" name="잉크 261">
                    <a:extLst>
                      <a:ext uri="{FF2B5EF4-FFF2-40B4-BE49-F238E27FC236}">
                        <a16:creationId xmlns:a16="http://schemas.microsoft.com/office/drawing/2014/main" id="{EB7C756D-11C7-D671-C4EE-356BA43F5553}"/>
                      </a:ext>
                    </a:extLst>
                  </p14:cNvPr>
                  <p14:cNvContentPartPr/>
                  <p14:nvPr/>
                </p14:nvContentPartPr>
                <p14:xfrm>
                  <a:off x="8065209" y="6025385"/>
                  <a:ext cx="16920" cy="178200"/>
                </p14:xfrm>
              </p:contentPart>
            </mc:Choice>
            <mc:Fallback xmlns="">
              <p:pic>
                <p:nvPicPr>
                  <p:cNvPr id="262" name="잉크 261">
                    <a:extLst>
                      <a:ext uri="{FF2B5EF4-FFF2-40B4-BE49-F238E27FC236}">
                        <a16:creationId xmlns:a16="http://schemas.microsoft.com/office/drawing/2014/main" id="{EB7C756D-11C7-D671-C4EE-356BA43F5553}"/>
                      </a:ext>
                    </a:extLst>
                  </p:cNvPr>
                  <p:cNvPicPr/>
                  <p:nvPr/>
                </p:nvPicPr>
                <p:blipFill>
                  <a:blip r:embed="rId570"/>
                  <a:stretch>
                    <a:fillRect/>
                  </a:stretch>
                </p:blipFill>
                <p:spPr>
                  <a:xfrm>
                    <a:off x="8050827" y="6011739"/>
                    <a:ext cx="45684" cy="2054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1">
                <p14:nvContentPartPr>
                  <p14:cNvPr id="263" name="잉크 262">
                    <a:extLst>
                      <a:ext uri="{FF2B5EF4-FFF2-40B4-BE49-F238E27FC236}">
                        <a16:creationId xmlns:a16="http://schemas.microsoft.com/office/drawing/2014/main" id="{B5B5EEEA-A1B5-F28B-97B6-1584659F54B2}"/>
                      </a:ext>
                    </a:extLst>
                  </p14:cNvPr>
                  <p14:cNvContentPartPr/>
                  <p14:nvPr/>
                </p14:nvContentPartPr>
                <p14:xfrm>
                  <a:off x="8121729" y="6189545"/>
                  <a:ext cx="75240" cy="137160"/>
                </p14:xfrm>
              </p:contentPart>
            </mc:Choice>
            <mc:Fallback xmlns="">
              <p:pic>
                <p:nvPicPr>
                  <p:cNvPr id="263" name="잉크 262">
                    <a:extLst>
                      <a:ext uri="{FF2B5EF4-FFF2-40B4-BE49-F238E27FC236}">
                        <a16:creationId xmlns:a16="http://schemas.microsoft.com/office/drawing/2014/main" id="{B5B5EEEA-A1B5-F28B-97B6-1584659F54B2}"/>
                      </a:ext>
                    </a:extLst>
                  </p:cNvPr>
                  <p:cNvPicPr/>
                  <p:nvPr/>
                </p:nvPicPr>
                <p:blipFill>
                  <a:blip r:embed="rId572"/>
                  <a:stretch>
                    <a:fillRect/>
                  </a:stretch>
                </p:blipFill>
                <p:spPr>
                  <a:xfrm>
                    <a:off x="8106856" y="6175909"/>
                    <a:ext cx="104986" cy="1644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3">
                <p14:nvContentPartPr>
                  <p14:cNvPr id="264" name="잉크 263">
                    <a:extLst>
                      <a:ext uri="{FF2B5EF4-FFF2-40B4-BE49-F238E27FC236}">
                        <a16:creationId xmlns:a16="http://schemas.microsoft.com/office/drawing/2014/main" id="{686927EA-5D50-30EE-2A90-6CCE1FB22827}"/>
                      </a:ext>
                    </a:extLst>
                  </p14:cNvPr>
                  <p14:cNvContentPartPr/>
                  <p14:nvPr/>
                </p14:nvContentPartPr>
                <p14:xfrm>
                  <a:off x="8112369" y="6369905"/>
                  <a:ext cx="14040" cy="85680"/>
                </p14:xfrm>
              </p:contentPart>
            </mc:Choice>
            <mc:Fallback xmlns="">
              <p:pic>
                <p:nvPicPr>
                  <p:cNvPr id="264" name="잉크 263">
                    <a:extLst>
                      <a:ext uri="{FF2B5EF4-FFF2-40B4-BE49-F238E27FC236}">
                        <a16:creationId xmlns:a16="http://schemas.microsoft.com/office/drawing/2014/main" id="{686927EA-5D50-30EE-2A90-6CCE1FB22827}"/>
                      </a:ext>
                    </a:extLst>
                  </p:cNvPr>
                  <p:cNvPicPr/>
                  <p:nvPr/>
                </p:nvPicPr>
                <p:blipFill>
                  <a:blip r:embed="rId574"/>
                  <a:stretch>
                    <a:fillRect/>
                  </a:stretch>
                </p:blipFill>
                <p:spPr>
                  <a:xfrm>
                    <a:off x="8098329" y="6356292"/>
                    <a:ext cx="42120" cy="1129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5">
                <p14:nvContentPartPr>
                  <p14:cNvPr id="265" name="잉크 264">
                    <a:extLst>
                      <a:ext uri="{FF2B5EF4-FFF2-40B4-BE49-F238E27FC236}">
                        <a16:creationId xmlns:a16="http://schemas.microsoft.com/office/drawing/2014/main" id="{3049C89B-EB69-57FD-0B3A-B81DBF8D03B7}"/>
                      </a:ext>
                    </a:extLst>
                  </p14:cNvPr>
                  <p14:cNvContentPartPr/>
                  <p14:nvPr/>
                </p14:nvContentPartPr>
                <p14:xfrm>
                  <a:off x="8276169" y="6178025"/>
                  <a:ext cx="229680" cy="135360"/>
                </p14:xfrm>
              </p:contentPart>
            </mc:Choice>
            <mc:Fallback xmlns="">
              <p:pic>
                <p:nvPicPr>
                  <p:cNvPr id="265" name="잉크 264">
                    <a:extLst>
                      <a:ext uri="{FF2B5EF4-FFF2-40B4-BE49-F238E27FC236}">
                        <a16:creationId xmlns:a16="http://schemas.microsoft.com/office/drawing/2014/main" id="{3049C89B-EB69-57FD-0B3A-B81DBF8D03B7}"/>
                      </a:ext>
                    </a:extLst>
                  </p:cNvPr>
                  <p:cNvPicPr/>
                  <p:nvPr/>
                </p:nvPicPr>
                <p:blipFill>
                  <a:blip r:embed="rId576"/>
                  <a:stretch>
                    <a:fillRect/>
                  </a:stretch>
                </p:blipFill>
                <p:spPr>
                  <a:xfrm>
                    <a:off x="8261266" y="6164409"/>
                    <a:ext cx="259486" cy="16259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CD32099A-231F-EEF3-234E-F91B6FDB17FE}"/>
                </a:ext>
              </a:extLst>
            </p:cNvPr>
            <p:cNvGrpSpPr/>
            <p:nvPr/>
          </p:nvGrpSpPr>
          <p:grpSpPr>
            <a:xfrm>
              <a:off x="8780529" y="5990465"/>
              <a:ext cx="485280" cy="230760"/>
              <a:chOff x="8780529" y="5990465"/>
              <a:chExt cx="485280" cy="230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77">
                <p14:nvContentPartPr>
                  <p14:cNvPr id="248" name="잉크 247">
                    <a:extLst>
                      <a:ext uri="{FF2B5EF4-FFF2-40B4-BE49-F238E27FC236}">
                        <a16:creationId xmlns:a16="http://schemas.microsoft.com/office/drawing/2014/main" id="{80DCC939-D52E-FA07-0FB8-D42D32FE90EF}"/>
                      </a:ext>
                    </a:extLst>
                  </p14:cNvPr>
                  <p14:cNvContentPartPr/>
                  <p14:nvPr/>
                </p14:nvContentPartPr>
                <p14:xfrm>
                  <a:off x="8780529" y="6118265"/>
                  <a:ext cx="424440" cy="24840"/>
                </p14:xfrm>
              </p:contentPart>
            </mc:Choice>
            <mc:Fallback xmlns="">
              <p:pic>
                <p:nvPicPr>
                  <p:cNvPr id="248" name="잉크 247">
                    <a:extLst>
                      <a:ext uri="{FF2B5EF4-FFF2-40B4-BE49-F238E27FC236}">
                        <a16:creationId xmlns:a16="http://schemas.microsoft.com/office/drawing/2014/main" id="{80DCC939-D52E-FA07-0FB8-D42D32FE90EF}"/>
                      </a:ext>
                    </a:extLst>
                  </p:cNvPr>
                  <p:cNvPicPr/>
                  <p:nvPr/>
                </p:nvPicPr>
                <p:blipFill>
                  <a:blip r:embed="rId578"/>
                  <a:stretch>
                    <a:fillRect/>
                  </a:stretch>
                </p:blipFill>
                <p:spPr>
                  <a:xfrm>
                    <a:off x="8765621" y="6104643"/>
                    <a:ext cx="454256" cy="520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9">
                <p14:nvContentPartPr>
                  <p14:cNvPr id="249" name="잉크 248">
                    <a:extLst>
                      <a:ext uri="{FF2B5EF4-FFF2-40B4-BE49-F238E27FC236}">
                        <a16:creationId xmlns:a16="http://schemas.microsoft.com/office/drawing/2014/main" id="{3676D335-9F1E-5AA3-0076-246D723FE2B6}"/>
                      </a:ext>
                    </a:extLst>
                  </p14:cNvPr>
                  <p14:cNvContentPartPr/>
                  <p14:nvPr/>
                </p14:nvContentPartPr>
                <p14:xfrm>
                  <a:off x="9108489" y="5990465"/>
                  <a:ext cx="157320" cy="230760"/>
                </p14:xfrm>
              </p:contentPart>
            </mc:Choice>
            <mc:Fallback xmlns="">
              <p:pic>
                <p:nvPicPr>
                  <p:cNvPr id="249" name="잉크 248">
                    <a:extLst>
                      <a:ext uri="{FF2B5EF4-FFF2-40B4-BE49-F238E27FC236}">
                        <a16:creationId xmlns:a16="http://schemas.microsoft.com/office/drawing/2014/main" id="{3676D335-9F1E-5AA3-0076-246D723FE2B6}"/>
                      </a:ext>
                    </a:extLst>
                  </p:cNvPr>
                  <p:cNvPicPr/>
                  <p:nvPr/>
                </p:nvPicPr>
                <p:blipFill>
                  <a:blip r:embed="rId580"/>
                  <a:stretch>
                    <a:fillRect/>
                  </a:stretch>
                </p:blipFill>
                <p:spPr>
                  <a:xfrm>
                    <a:off x="9093631" y="5976796"/>
                    <a:ext cx="187036" cy="25809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8527C9E7-B034-370B-37F4-7D138BC41F03}"/>
                </a:ext>
              </a:extLst>
            </p:cNvPr>
            <p:cNvGrpSpPr/>
            <p:nvPr/>
          </p:nvGrpSpPr>
          <p:grpSpPr>
            <a:xfrm>
              <a:off x="9614649" y="5732345"/>
              <a:ext cx="799560" cy="592920"/>
              <a:chOff x="9614649" y="5732345"/>
              <a:chExt cx="799560" cy="592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81">
                <p14:nvContentPartPr>
                  <p14:cNvPr id="242" name="잉크 241">
                    <a:extLst>
                      <a:ext uri="{FF2B5EF4-FFF2-40B4-BE49-F238E27FC236}">
                        <a16:creationId xmlns:a16="http://schemas.microsoft.com/office/drawing/2014/main" id="{01952F8E-4631-8A46-C3F6-330C78E2F02E}"/>
                      </a:ext>
                    </a:extLst>
                  </p14:cNvPr>
                  <p14:cNvContentPartPr/>
                  <p14:nvPr/>
                </p14:nvContentPartPr>
                <p14:xfrm>
                  <a:off x="9614649" y="5989025"/>
                  <a:ext cx="209880" cy="336240"/>
                </p14:xfrm>
              </p:contentPart>
            </mc:Choice>
            <mc:Fallback xmlns="">
              <p:pic>
                <p:nvPicPr>
                  <p:cNvPr id="242" name="잉크 241">
                    <a:extLst>
                      <a:ext uri="{FF2B5EF4-FFF2-40B4-BE49-F238E27FC236}">
                        <a16:creationId xmlns:a16="http://schemas.microsoft.com/office/drawing/2014/main" id="{01952F8E-4631-8A46-C3F6-330C78E2F02E}"/>
                      </a:ext>
                    </a:extLst>
                  </p:cNvPr>
                  <p:cNvPicPr/>
                  <p:nvPr/>
                </p:nvPicPr>
                <p:blipFill>
                  <a:blip r:embed="rId582"/>
                  <a:stretch>
                    <a:fillRect/>
                  </a:stretch>
                </p:blipFill>
                <p:spPr>
                  <a:xfrm>
                    <a:off x="9599782" y="5975350"/>
                    <a:ext cx="239613" cy="3635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3">
                <p14:nvContentPartPr>
                  <p14:cNvPr id="243" name="잉크 242">
                    <a:extLst>
                      <a:ext uri="{FF2B5EF4-FFF2-40B4-BE49-F238E27FC236}">
                        <a16:creationId xmlns:a16="http://schemas.microsoft.com/office/drawing/2014/main" id="{354BCFE6-DFDC-735F-986D-73D1258901E3}"/>
                      </a:ext>
                    </a:extLst>
                  </p14:cNvPr>
                  <p14:cNvContentPartPr/>
                  <p14:nvPr/>
                </p14:nvContentPartPr>
                <p14:xfrm>
                  <a:off x="9834969" y="6037265"/>
                  <a:ext cx="102240" cy="122400"/>
                </p14:xfrm>
              </p:contentPart>
            </mc:Choice>
            <mc:Fallback xmlns="">
              <p:pic>
                <p:nvPicPr>
                  <p:cNvPr id="243" name="잉크 242">
                    <a:extLst>
                      <a:ext uri="{FF2B5EF4-FFF2-40B4-BE49-F238E27FC236}">
                        <a16:creationId xmlns:a16="http://schemas.microsoft.com/office/drawing/2014/main" id="{354BCFE6-DFDC-735F-986D-73D1258901E3}"/>
                      </a:ext>
                    </a:extLst>
                  </p:cNvPr>
                  <p:cNvPicPr/>
                  <p:nvPr/>
                </p:nvPicPr>
                <p:blipFill>
                  <a:blip r:embed="rId584"/>
                  <a:stretch>
                    <a:fillRect/>
                  </a:stretch>
                </p:blipFill>
                <p:spPr>
                  <a:xfrm>
                    <a:off x="9820114" y="6023665"/>
                    <a:ext cx="131951" cy="14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5">
                <p14:nvContentPartPr>
                  <p14:cNvPr id="244" name="잉크 243">
                    <a:extLst>
                      <a:ext uri="{FF2B5EF4-FFF2-40B4-BE49-F238E27FC236}">
                        <a16:creationId xmlns:a16="http://schemas.microsoft.com/office/drawing/2014/main" id="{3AC17DB9-396C-E731-C789-44F70066885B}"/>
                      </a:ext>
                    </a:extLst>
                  </p14:cNvPr>
                  <p14:cNvContentPartPr/>
                  <p14:nvPr/>
                </p14:nvContentPartPr>
                <p14:xfrm>
                  <a:off x="9941169" y="5973905"/>
                  <a:ext cx="30600" cy="5040"/>
                </p14:xfrm>
              </p:contentPart>
            </mc:Choice>
            <mc:Fallback xmlns="">
              <p:pic>
                <p:nvPicPr>
                  <p:cNvPr id="244" name="잉크 243">
                    <a:extLst>
                      <a:ext uri="{FF2B5EF4-FFF2-40B4-BE49-F238E27FC236}">
                        <a16:creationId xmlns:a16="http://schemas.microsoft.com/office/drawing/2014/main" id="{3AC17DB9-396C-E731-C789-44F70066885B}"/>
                      </a:ext>
                    </a:extLst>
                  </p:cNvPr>
                  <p:cNvPicPr/>
                  <p:nvPr/>
                </p:nvPicPr>
                <p:blipFill>
                  <a:blip r:embed="rId586"/>
                  <a:stretch>
                    <a:fillRect/>
                  </a:stretch>
                </p:blipFill>
                <p:spPr>
                  <a:xfrm>
                    <a:off x="9925432" y="5961665"/>
                    <a:ext cx="60326" cy="2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7">
                <p14:nvContentPartPr>
                  <p14:cNvPr id="245" name="잉크 244">
                    <a:extLst>
                      <a:ext uri="{FF2B5EF4-FFF2-40B4-BE49-F238E27FC236}">
                        <a16:creationId xmlns:a16="http://schemas.microsoft.com/office/drawing/2014/main" id="{335AECEF-55CA-0186-7322-F75444CC3DFA}"/>
                      </a:ext>
                    </a:extLst>
                  </p14:cNvPr>
                  <p14:cNvContentPartPr/>
                  <p14:nvPr/>
                </p14:nvContentPartPr>
                <p14:xfrm>
                  <a:off x="9964569" y="5732345"/>
                  <a:ext cx="136800" cy="469800"/>
                </p14:xfrm>
              </p:contentPart>
            </mc:Choice>
            <mc:Fallback xmlns="">
              <p:pic>
                <p:nvPicPr>
                  <p:cNvPr id="245" name="잉크 244">
                    <a:extLst>
                      <a:ext uri="{FF2B5EF4-FFF2-40B4-BE49-F238E27FC236}">
                        <a16:creationId xmlns:a16="http://schemas.microsoft.com/office/drawing/2014/main" id="{335AECEF-55CA-0186-7322-F75444CC3DFA}"/>
                      </a:ext>
                    </a:extLst>
                  </p:cNvPr>
                  <p:cNvPicPr/>
                  <p:nvPr/>
                </p:nvPicPr>
                <p:blipFill>
                  <a:blip r:embed="rId588"/>
                  <a:stretch>
                    <a:fillRect/>
                  </a:stretch>
                </p:blipFill>
                <p:spPr>
                  <a:xfrm>
                    <a:off x="9949661" y="5718669"/>
                    <a:ext cx="166615" cy="4971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9">
                <p14:nvContentPartPr>
                  <p14:cNvPr id="246" name="잉크 245">
                    <a:extLst>
                      <a:ext uri="{FF2B5EF4-FFF2-40B4-BE49-F238E27FC236}">
                        <a16:creationId xmlns:a16="http://schemas.microsoft.com/office/drawing/2014/main" id="{2F3694B0-B126-F559-B88A-1BC04EAFF711}"/>
                      </a:ext>
                    </a:extLst>
                  </p14:cNvPr>
                  <p14:cNvContentPartPr/>
                  <p14:nvPr/>
                </p14:nvContentPartPr>
                <p14:xfrm>
                  <a:off x="10128729" y="6048785"/>
                  <a:ext cx="285480" cy="109440"/>
                </p14:xfrm>
              </p:contentPart>
            </mc:Choice>
            <mc:Fallback xmlns="">
              <p:pic>
                <p:nvPicPr>
                  <p:cNvPr id="246" name="잉크 245">
                    <a:extLst>
                      <a:ext uri="{FF2B5EF4-FFF2-40B4-BE49-F238E27FC236}">
                        <a16:creationId xmlns:a16="http://schemas.microsoft.com/office/drawing/2014/main" id="{2F3694B0-B126-F559-B88A-1BC04EAFF711}"/>
                      </a:ext>
                    </a:extLst>
                  </p:cNvPr>
                  <p:cNvPicPr/>
                  <p:nvPr/>
                </p:nvPicPr>
                <p:blipFill>
                  <a:blip r:embed="rId590"/>
                  <a:stretch>
                    <a:fillRect/>
                  </a:stretch>
                </p:blipFill>
                <p:spPr>
                  <a:xfrm>
                    <a:off x="10113842" y="6035205"/>
                    <a:ext cx="315254" cy="136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1">
                <p14:nvContentPartPr>
                  <p14:cNvPr id="247" name="잉크 246">
                    <a:extLst>
                      <a:ext uri="{FF2B5EF4-FFF2-40B4-BE49-F238E27FC236}">
                        <a16:creationId xmlns:a16="http://schemas.microsoft.com/office/drawing/2014/main" id="{84947930-F707-EE01-A921-13172884031A}"/>
                      </a:ext>
                    </a:extLst>
                  </p14:cNvPr>
                  <p14:cNvContentPartPr/>
                  <p14:nvPr/>
                </p14:nvContentPartPr>
                <p14:xfrm>
                  <a:off x="10152129" y="6041585"/>
                  <a:ext cx="118440" cy="90720"/>
                </p14:xfrm>
              </p:contentPart>
            </mc:Choice>
            <mc:Fallback xmlns="">
              <p:pic>
                <p:nvPicPr>
                  <p:cNvPr id="247" name="잉크 246">
                    <a:extLst>
                      <a:ext uri="{FF2B5EF4-FFF2-40B4-BE49-F238E27FC236}">
                        <a16:creationId xmlns:a16="http://schemas.microsoft.com/office/drawing/2014/main" id="{84947930-F707-EE01-A921-13172884031A}"/>
                      </a:ext>
                    </a:extLst>
                  </p:cNvPr>
                  <p:cNvPicPr/>
                  <p:nvPr/>
                </p:nvPicPr>
                <p:blipFill>
                  <a:blip r:embed="rId592"/>
                  <a:stretch>
                    <a:fillRect/>
                  </a:stretch>
                </p:blipFill>
                <p:spPr>
                  <a:xfrm>
                    <a:off x="10137324" y="6027937"/>
                    <a:ext cx="148050" cy="11801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30" name="그룹 229">
              <a:extLst>
                <a:ext uri="{FF2B5EF4-FFF2-40B4-BE49-F238E27FC236}">
                  <a16:creationId xmlns:a16="http://schemas.microsoft.com/office/drawing/2014/main" id="{705921A5-F838-F004-BFAD-34517E7EC953}"/>
                </a:ext>
              </a:extLst>
            </p:cNvPr>
            <p:cNvGrpSpPr/>
            <p:nvPr/>
          </p:nvGrpSpPr>
          <p:grpSpPr>
            <a:xfrm>
              <a:off x="10608969" y="5837825"/>
              <a:ext cx="1153440" cy="743400"/>
              <a:chOff x="10608969" y="5837825"/>
              <a:chExt cx="1153440" cy="743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93">
                <p14:nvContentPartPr>
                  <p14:cNvPr id="232" name="잉크 231">
                    <a:extLst>
                      <a:ext uri="{FF2B5EF4-FFF2-40B4-BE49-F238E27FC236}">
                        <a16:creationId xmlns:a16="http://schemas.microsoft.com/office/drawing/2014/main" id="{49FC8B0D-9A39-5690-8396-D8DF859AE452}"/>
                      </a:ext>
                    </a:extLst>
                  </p14:cNvPr>
                  <p14:cNvContentPartPr/>
                  <p14:nvPr/>
                </p14:nvContentPartPr>
                <p14:xfrm>
                  <a:off x="10608969" y="6013865"/>
                  <a:ext cx="68760" cy="118080"/>
                </p14:xfrm>
              </p:contentPart>
            </mc:Choice>
            <mc:Fallback xmlns="">
              <p:pic>
                <p:nvPicPr>
                  <p:cNvPr id="232" name="잉크 231">
                    <a:extLst>
                      <a:ext uri="{FF2B5EF4-FFF2-40B4-BE49-F238E27FC236}">
                        <a16:creationId xmlns:a16="http://schemas.microsoft.com/office/drawing/2014/main" id="{49FC8B0D-9A39-5690-8396-D8DF859AE452}"/>
                      </a:ext>
                    </a:extLst>
                  </p:cNvPr>
                  <p:cNvPicPr/>
                  <p:nvPr/>
                </p:nvPicPr>
                <p:blipFill>
                  <a:blip r:embed="rId594"/>
                  <a:stretch>
                    <a:fillRect/>
                  </a:stretch>
                </p:blipFill>
                <p:spPr>
                  <a:xfrm>
                    <a:off x="10594173" y="6000209"/>
                    <a:ext cx="98353" cy="1453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5">
                <p14:nvContentPartPr>
                  <p14:cNvPr id="233" name="잉크 232">
                    <a:extLst>
                      <a:ext uri="{FF2B5EF4-FFF2-40B4-BE49-F238E27FC236}">
                        <a16:creationId xmlns:a16="http://schemas.microsoft.com/office/drawing/2014/main" id="{1069CF2F-4C00-1E66-3EDB-6D0B69D01F94}"/>
                      </a:ext>
                    </a:extLst>
                  </p14:cNvPr>
                  <p14:cNvContentPartPr/>
                  <p14:nvPr/>
                </p14:nvContentPartPr>
                <p14:xfrm>
                  <a:off x="10621209" y="5837825"/>
                  <a:ext cx="48960" cy="286920"/>
                </p14:xfrm>
              </p:contentPart>
            </mc:Choice>
            <mc:Fallback xmlns="">
              <p:pic>
                <p:nvPicPr>
                  <p:cNvPr id="233" name="잉크 232">
                    <a:extLst>
                      <a:ext uri="{FF2B5EF4-FFF2-40B4-BE49-F238E27FC236}">
                        <a16:creationId xmlns:a16="http://schemas.microsoft.com/office/drawing/2014/main" id="{1069CF2F-4C00-1E66-3EDB-6D0B69D01F94}"/>
                      </a:ext>
                    </a:extLst>
                  </p:cNvPr>
                  <p:cNvPicPr/>
                  <p:nvPr/>
                </p:nvPicPr>
                <p:blipFill>
                  <a:blip r:embed="rId596"/>
                  <a:stretch>
                    <a:fillRect/>
                  </a:stretch>
                </p:blipFill>
                <p:spPr>
                  <a:xfrm>
                    <a:off x="10606346" y="5824162"/>
                    <a:ext cx="78686" cy="3142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7">
                <p14:nvContentPartPr>
                  <p14:cNvPr id="234" name="잉크 233">
                    <a:extLst>
                      <a:ext uri="{FF2B5EF4-FFF2-40B4-BE49-F238E27FC236}">
                        <a16:creationId xmlns:a16="http://schemas.microsoft.com/office/drawing/2014/main" id="{FBEB24B4-398C-C710-159C-82556F65792E}"/>
                      </a:ext>
                    </a:extLst>
                  </p14:cNvPr>
                  <p14:cNvContentPartPr/>
                  <p14:nvPr/>
                </p14:nvContentPartPr>
                <p14:xfrm>
                  <a:off x="10628049" y="5991905"/>
                  <a:ext cx="101520" cy="165600"/>
                </p14:xfrm>
              </p:contentPart>
            </mc:Choice>
            <mc:Fallback xmlns="">
              <p:pic>
                <p:nvPicPr>
                  <p:cNvPr id="234" name="잉크 233">
                    <a:extLst>
                      <a:ext uri="{FF2B5EF4-FFF2-40B4-BE49-F238E27FC236}">
                        <a16:creationId xmlns:a16="http://schemas.microsoft.com/office/drawing/2014/main" id="{FBEB24B4-398C-C710-159C-82556F65792E}"/>
                      </a:ext>
                    </a:extLst>
                  </p:cNvPr>
                  <p:cNvPicPr/>
                  <p:nvPr/>
                </p:nvPicPr>
                <p:blipFill>
                  <a:blip r:embed="rId598"/>
                  <a:stretch>
                    <a:fillRect/>
                  </a:stretch>
                </p:blipFill>
                <p:spPr>
                  <a:xfrm>
                    <a:off x="10613171" y="5978239"/>
                    <a:ext cx="131276" cy="1929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9">
                <p14:nvContentPartPr>
                  <p14:cNvPr id="235" name="잉크 234">
                    <a:extLst>
                      <a:ext uri="{FF2B5EF4-FFF2-40B4-BE49-F238E27FC236}">
                        <a16:creationId xmlns:a16="http://schemas.microsoft.com/office/drawing/2014/main" id="{04ABFB69-FF7A-9CF3-C796-35FC900DC3E8}"/>
                      </a:ext>
                    </a:extLst>
                  </p14:cNvPr>
                  <p14:cNvContentPartPr/>
                  <p14:nvPr/>
                </p14:nvContentPartPr>
                <p14:xfrm>
                  <a:off x="10796889" y="6001985"/>
                  <a:ext cx="207000" cy="12600"/>
                </p14:xfrm>
              </p:contentPart>
            </mc:Choice>
            <mc:Fallback xmlns="">
              <p:pic>
                <p:nvPicPr>
                  <p:cNvPr id="235" name="잉크 234">
                    <a:extLst>
                      <a:ext uri="{FF2B5EF4-FFF2-40B4-BE49-F238E27FC236}">
                        <a16:creationId xmlns:a16="http://schemas.microsoft.com/office/drawing/2014/main" id="{04ABFB69-FF7A-9CF3-C796-35FC900DC3E8}"/>
                      </a:ext>
                    </a:extLst>
                  </p:cNvPr>
                  <p:cNvPicPr/>
                  <p:nvPr/>
                </p:nvPicPr>
                <p:blipFill>
                  <a:blip r:embed="rId600"/>
                  <a:stretch>
                    <a:fillRect/>
                  </a:stretch>
                </p:blipFill>
                <p:spPr>
                  <a:xfrm>
                    <a:off x="10782041" y="5988597"/>
                    <a:ext cx="236696" cy="393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1">
                <p14:nvContentPartPr>
                  <p14:cNvPr id="236" name="잉크 235">
                    <a:extLst>
                      <a:ext uri="{FF2B5EF4-FFF2-40B4-BE49-F238E27FC236}">
                        <a16:creationId xmlns:a16="http://schemas.microsoft.com/office/drawing/2014/main" id="{C171B8D7-E599-D022-34A2-92E92BC727C0}"/>
                      </a:ext>
                    </a:extLst>
                  </p14:cNvPr>
                  <p14:cNvContentPartPr/>
                  <p14:nvPr/>
                </p14:nvContentPartPr>
                <p14:xfrm>
                  <a:off x="10890489" y="5908385"/>
                  <a:ext cx="123480" cy="320760"/>
                </p14:xfrm>
              </p:contentPart>
            </mc:Choice>
            <mc:Fallback xmlns="">
              <p:pic>
                <p:nvPicPr>
                  <p:cNvPr id="236" name="잉크 235">
                    <a:extLst>
                      <a:ext uri="{FF2B5EF4-FFF2-40B4-BE49-F238E27FC236}">
                        <a16:creationId xmlns:a16="http://schemas.microsoft.com/office/drawing/2014/main" id="{C171B8D7-E599-D022-34A2-92E92BC727C0}"/>
                      </a:ext>
                    </a:extLst>
                  </p:cNvPr>
                  <p:cNvPicPr/>
                  <p:nvPr/>
                </p:nvPicPr>
                <p:blipFill>
                  <a:blip r:embed="rId602"/>
                  <a:stretch>
                    <a:fillRect/>
                  </a:stretch>
                </p:blipFill>
                <p:spPr>
                  <a:xfrm>
                    <a:off x="10875601" y="5894719"/>
                    <a:ext cx="153255" cy="3480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3">
                <p14:nvContentPartPr>
                  <p14:cNvPr id="237" name="잉크 236">
                    <a:extLst>
                      <a:ext uri="{FF2B5EF4-FFF2-40B4-BE49-F238E27FC236}">
                        <a16:creationId xmlns:a16="http://schemas.microsoft.com/office/drawing/2014/main" id="{47603BB7-41D9-1509-637F-FABFF5A9E895}"/>
                      </a:ext>
                    </a:extLst>
                  </p14:cNvPr>
                  <p14:cNvContentPartPr/>
                  <p14:nvPr/>
                </p14:nvContentPartPr>
                <p14:xfrm>
                  <a:off x="10995969" y="6058505"/>
                  <a:ext cx="120240" cy="156960"/>
                </p14:xfrm>
              </p:contentPart>
            </mc:Choice>
            <mc:Fallback xmlns="">
              <p:pic>
                <p:nvPicPr>
                  <p:cNvPr id="237" name="잉크 236">
                    <a:extLst>
                      <a:ext uri="{FF2B5EF4-FFF2-40B4-BE49-F238E27FC236}">
                        <a16:creationId xmlns:a16="http://schemas.microsoft.com/office/drawing/2014/main" id="{47603BB7-41D9-1509-637F-FABFF5A9E895}"/>
                      </a:ext>
                    </a:extLst>
                  </p:cNvPr>
                  <p:cNvPicPr/>
                  <p:nvPr/>
                </p:nvPicPr>
                <p:blipFill>
                  <a:blip r:embed="rId604"/>
                  <a:stretch>
                    <a:fillRect/>
                  </a:stretch>
                </p:blipFill>
                <p:spPr>
                  <a:xfrm>
                    <a:off x="10981157" y="6044891"/>
                    <a:ext cx="149864" cy="1841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5">
                <p14:nvContentPartPr>
                  <p14:cNvPr id="238" name="잉크 237">
                    <a:extLst>
                      <a:ext uri="{FF2B5EF4-FFF2-40B4-BE49-F238E27FC236}">
                        <a16:creationId xmlns:a16="http://schemas.microsoft.com/office/drawing/2014/main" id="{FDC1D593-DD6D-EEAF-0B7E-574188DE2AC5}"/>
                      </a:ext>
                    </a:extLst>
                  </p14:cNvPr>
                  <p14:cNvContentPartPr/>
                  <p14:nvPr/>
                </p14:nvContentPartPr>
                <p14:xfrm>
                  <a:off x="11128089" y="6154265"/>
                  <a:ext cx="144000" cy="82800"/>
                </p14:xfrm>
              </p:contentPart>
            </mc:Choice>
            <mc:Fallback xmlns="">
              <p:pic>
                <p:nvPicPr>
                  <p:cNvPr id="238" name="잉크 237">
                    <a:extLst>
                      <a:ext uri="{FF2B5EF4-FFF2-40B4-BE49-F238E27FC236}">
                        <a16:creationId xmlns:a16="http://schemas.microsoft.com/office/drawing/2014/main" id="{FDC1D593-DD6D-EEAF-0B7E-574188DE2AC5}"/>
                      </a:ext>
                    </a:extLst>
                  </p:cNvPr>
                  <p:cNvPicPr/>
                  <p:nvPr/>
                </p:nvPicPr>
                <p:blipFill>
                  <a:blip r:embed="rId606"/>
                  <a:stretch>
                    <a:fillRect/>
                  </a:stretch>
                </p:blipFill>
                <p:spPr>
                  <a:xfrm>
                    <a:off x="11113253" y="6140599"/>
                    <a:ext cx="173673" cy="110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7">
                <p14:nvContentPartPr>
                  <p14:cNvPr id="239" name="잉크 238">
                    <a:extLst>
                      <a:ext uri="{FF2B5EF4-FFF2-40B4-BE49-F238E27FC236}">
                        <a16:creationId xmlns:a16="http://schemas.microsoft.com/office/drawing/2014/main" id="{FC6DA01E-F1F5-D79B-AA14-C81613F27BB6}"/>
                      </a:ext>
                    </a:extLst>
                  </p14:cNvPr>
                  <p14:cNvContentPartPr/>
                  <p14:nvPr/>
                </p14:nvContentPartPr>
                <p14:xfrm>
                  <a:off x="11324289" y="6075785"/>
                  <a:ext cx="174960" cy="32040"/>
                </p14:xfrm>
              </p:contentPart>
            </mc:Choice>
            <mc:Fallback xmlns="">
              <p:pic>
                <p:nvPicPr>
                  <p:cNvPr id="239" name="잉크 238">
                    <a:extLst>
                      <a:ext uri="{FF2B5EF4-FFF2-40B4-BE49-F238E27FC236}">
                        <a16:creationId xmlns:a16="http://schemas.microsoft.com/office/drawing/2014/main" id="{FC6DA01E-F1F5-D79B-AA14-C81613F27BB6}"/>
                      </a:ext>
                    </a:extLst>
                  </p:cNvPr>
                  <p:cNvPicPr/>
                  <p:nvPr/>
                </p:nvPicPr>
                <p:blipFill>
                  <a:blip r:embed="rId608"/>
                  <a:stretch>
                    <a:fillRect/>
                  </a:stretch>
                </p:blipFill>
                <p:spPr>
                  <a:xfrm>
                    <a:off x="11309417" y="6062168"/>
                    <a:ext cx="204703" cy="592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9">
                <p14:nvContentPartPr>
                  <p14:cNvPr id="240" name="잉크 239">
                    <a:extLst>
                      <a:ext uri="{FF2B5EF4-FFF2-40B4-BE49-F238E27FC236}">
                        <a16:creationId xmlns:a16="http://schemas.microsoft.com/office/drawing/2014/main" id="{C76E1F3D-5BEE-2FDE-042E-12340B39B71F}"/>
                      </a:ext>
                    </a:extLst>
                  </p14:cNvPr>
                  <p14:cNvContentPartPr/>
                  <p14:nvPr/>
                </p14:nvContentPartPr>
                <p14:xfrm>
                  <a:off x="11487729" y="6072545"/>
                  <a:ext cx="274680" cy="508680"/>
                </p14:xfrm>
              </p:contentPart>
            </mc:Choice>
            <mc:Fallback xmlns="">
              <p:pic>
                <p:nvPicPr>
                  <p:cNvPr id="240" name="잉크 239">
                    <a:extLst>
                      <a:ext uri="{FF2B5EF4-FFF2-40B4-BE49-F238E27FC236}">
                        <a16:creationId xmlns:a16="http://schemas.microsoft.com/office/drawing/2014/main" id="{C76E1F3D-5BEE-2FDE-042E-12340B39B71F}"/>
                      </a:ext>
                    </a:extLst>
                  </p:cNvPr>
                  <p:cNvPicPr/>
                  <p:nvPr/>
                </p:nvPicPr>
                <p:blipFill>
                  <a:blip r:embed="rId610"/>
                  <a:stretch>
                    <a:fillRect/>
                  </a:stretch>
                </p:blipFill>
                <p:spPr>
                  <a:xfrm>
                    <a:off x="11472810" y="6058884"/>
                    <a:ext cx="304517" cy="5360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1">
                <p14:nvContentPartPr>
                  <p14:cNvPr id="241" name="잉크 240">
                    <a:extLst>
                      <a:ext uri="{FF2B5EF4-FFF2-40B4-BE49-F238E27FC236}">
                        <a16:creationId xmlns:a16="http://schemas.microsoft.com/office/drawing/2014/main" id="{A2A6D659-5307-D6A8-5998-B349F5678ED0}"/>
                      </a:ext>
                    </a:extLst>
                  </p14:cNvPr>
                  <p14:cNvContentPartPr/>
                  <p14:nvPr/>
                </p14:nvContentPartPr>
                <p14:xfrm>
                  <a:off x="11429769" y="5931785"/>
                  <a:ext cx="79200" cy="382680"/>
                </p14:xfrm>
              </p:contentPart>
            </mc:Choice>
            <mc:Fallback xmlns="">
              <p:pic>
                <p:nvPicPr>
                  <p:cNvPr id="241" name="잉크 240">
                    <a:extLst>
                      <a:ext uri="{FF2B5EF4-FFF2-40B4-BE49-F238E27FC236}">
                        <a16:creationId xmlns:a16="http://schemas.microsoft.com/office/drawing/2014/main" id="{A2A6D659-5307-D6A8-5998-B349F5678ED0}"/>
                      </a:ext>
                    </a:extLst>
                  </p:cNvPr>
                  <p:cNvPicPr/>
                  <p:nvPr/>
                </p:nvPicPr>
                <p:blipFill>
                  <a:blip r:embed="rId612"/>
                  <a:stretch>
                    <a:fillRect/>
                  </a:stretch>
                </p:blipFill>
                <p:spPr>
                  <a:xfrm>
                    <a:off x="11414973" y="5918118"/>
                    <a:ext cx="108791" cy="41001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E69BE144-27E7-18F2-B35D-2971D2C2D532}"/>
                    </a:ext>
                  </a:extLst>
                </p14:cNvPr>
                <p14:cNvContentPartPr/>
                <p14:nvPr/>
              </p14:nvContentPartPr>
              <p14:xfrm>
                <a:off x="7249449" y="3704465"/>
                <a:ext cx="42480" cy="316440"/>
              </p14:xfrm>
            </p:contentPart>
          </mc:Choice>
          <mc:Fallback xmlns=""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E69BE144-27E7-18F2-B35D-2971D2C2D532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7234711" y="3690811"/>
                  <a:ext cx="71956" cy="34374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5" name="TextBox 404">
            <a:extLst>
              <a:ext uri="{FF2B5EF4-FFF2-40B4-BE49-F238E27FC236}">
                <a16:creationId xmlns:a16="http://schemas.microsoft.com/office/drawing/2014/main" id="{7EC62641-1E6B-38F4-BBAB-5CE5DA213BCB}"/>
              </a:ext>
            </a:extLst>
          </p:cNvPr>
          <p:cNvSpPr txBox="1"/>
          <p:nvPr/>
        </p:nvSpPr>
        <p:spPr>
          <a:xfrm>
            <a:off x="526258" y="837108"/>
            <a:ext cx="66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#1</a:t>
            </a:r>
            <a:endParaRPr lang="ko-KR" altLang="en-US" b="1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60C70233-F1C3-0B11-DC14-34A56DC179BB}"/>
              </a:ext>
            </a:extLst>
          </p:cNvPr>
          <p:cNvSpPr txBox="1"/>
          <p:nvPr/>
        </p:nvSpPr>
        <p:spPr>
          <a:xfrm>
            <a:off x="3855368" y="822503"/>
            <a:ext cx="66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#2</a:t>
            </a:r>
            <a:endParaRPr lang="ko-KR" altLang="en-US" b="1"/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0B1BF21B-9082-8088-8A6E-BCA1F8F4C7EA}"/>
              </a:ext>
            </a:extLst>
          </p:cNvPr>
          <p:cNvSpPr txBox="1"/>
          <p:nvPr/>
        </p:nvSpPr>
        <p:spPr>
          <a:xfrm>
            <a:off x="7351582" y="788692"/>
            <a:ext cx="668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#3</a:t>
            </a:r>
          </a:p>
          <a:p>
            <a:endParaRPr lang="ko-KR" altLang="en-US" b="1"/>
          </a:p>
        </p:txBody>
      </p: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B2ED1298-547F-80F3-C7D5-8A0B10F9E014}"/>
              </a:ext>
            </a:extLst>
          </p:cNvPr>
          <p:cNvGrpSpPr/>
          <p:nvPr/>
        </p:nvGrpSpPr>
        <p:grpSpPr>
          <a:xfrm>
            <a:off x="495444" y="3995041"/>
            <a:ext cx="4433419" cy="2567483"/>
            <a:chOff x="853689" y="281225"/>
            <a:chExt cx="11047680" cy="518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10" name="잉크 409">
                  <a:extLst>
                    <a:ext uri="{FF2B5EF4-FFF2-40B4-BE49-F238E27FC236}">
                      <a16:creationId xmlns:a16="http://schemas.microsoft.com/office/drawing/2014/main" id="{7B04782E-EF4E-2594-95B9-F6C8D4A73212}"/>
                    </a:ext>
                  </a:extLst>
                </p14:cNvPr>
                <p14:cNvContentPartPr/>
                <p14:nvPr/>
              </p14:nvContentPartPr>
              <p14:xfrm>
                <a:off x="2102805" y="2144169"/>
                <a:ext cx="2492640" cy="1169280"/>
              </p14:xfrm>
            </p:contentPart>
          </mc:Choice>
          <mc:Fallback xmlns="">
            <p:pic>
              <p:nvPicPr>
                <p:cNvPr id="410" name="잉크 409">
                  <a:extLst>
                    <a:ext uri="{FF2B5EF4-FFF2-40B4-BE49-F238E27FC236}">
                      <a16:creationId xmlns:a16="http://schemas.microsoft.com/office/drawing/2014/main" id="{7B04782E-EF4E-2594-95B9-F6C8D4A73212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2087557" y="2131823"/>
                  <a:ext cx="2523136" cy="11939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11" name="잉크 410">
                  <a:extLst>
                    <a:ext uri="{FF2B5EF4-FFF2-40B4-BE49-F238E27FC236}">
                      <a16:creationId xmlns:a16="http://schemas.microsoft.com/office/drawing/2014/main" id="{7F3B538A-7598-C853-A855-1F4DE61501C6}"/>
                    </a:ext>
                  </a:extLst>
                </p14:cNvPr>
                <p14:cNvContentPartPr/>
                <p14:nvPr/>
              </p14:nvContentPartPr>
              <p14:xfrm>
                <a:off x="1805085" y="3669129"/>
                <a:ext cx="245520" cy="12600"/>
              </p14:xfrm>
            </p:contentPart>
          </mc:Choice>
          <mc:Fallback xmlns="">
            <p:pic>
              <p:nvPicPr>
                <p:cNvPr id="411" name="잉크 410">
                  <a:extLst>
                    <a:ext uri="{FF2B5EF4-FFF2-40B4-BE49-F238E27FC236}">
                      <a16:creationId xmlns:a16="http://schemas.microsoft.com/office/drawing/2014/main" id="{7F3B538A-7598-C853-A855-1F4DE61501C6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789852" y="3657229"/>
                  <a:ext cx="275986" cy="36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42B8EC73-26C4-5B25-550F-73BFED41C53B}"/>
                </a:ext>
              </a:extLst>
            </p:cNvPr>
            <p:cNvGrpSpPr/>
            <p:nvPr/>
          </p:nvGrpSpPr>
          <p:grpSpPr>
            <a:xfrm>
              <a:off x="1394685" y="1819809"/>
              <a:ext cx="4555800" cy="2014920"/>
              <a:chOff x="339609" y="1116425"/>
              <a:chExt cx="4555800" cy="2014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19">
                <p14:nvContentPartPr>
                  <p14:cNvPr id="494" name="잉크 493">
                    <a:extLst>
                      <a:ext uri="{FF2B5EF4-FFF2-40B4-BE49-F238E27FC236}">
                        <a16:creationId xmlns:a16="http://schemas.microsoft.com/office/drawing/2014/main" id="{D2E8E675-B7EC-CA07-9046-0E43369ADB1B}"/>
                      </a:ext>
                    </a:extLst>
                  </p14:cNvPr>
                  <p14:cNvContentPartPr/>
                  <p14:nvPr/>
                </p14:nvContentPartPr>
                <p14:xfrm>
                  <a:off x="1195689" y="1136585"/>
                  <a:ext cx="903960" cy="599760"/>
                </p14:xfrm>
              </p:contentPart>
            </mc:Choice>
            <mc:Fallback xmlns="">
              <p:pic>
                <p:nvPicPr>
                  <p:cNvPr id="494" name="잉크 493">
                    <a:extLst>
                      <a:ext uri="{FF2B5EF4-FFF2-40B4-BE49-F238E27FC236}">
                        <a16:creationId xmlns:a16="http://schemas.microsoft.com/office/drawing/2014/main" id="{D2E8E675-B7EC-CA07-9046-0E43369ADB1B}"/>
                      </a:ext>
                    </a:extLst>
                  </p:cNvPr>
                  <p:cNvPicPr/>
                  <p:nvPr/>
                </p:nvPicPr>
                <p:blipFill>
                  <a:blip r:embed="rId620"/>
                  <a:stretch>
                    <a:fillRect/>
                  </a:stretch>
                </p:blipFill>
                <p:spPr>
                  <a:xfrm>
                    <a:off x="1180444" y="1124241"/>
                    <a:ext cx="934451" cy="6244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1">
                <p14:nvContentPartPr>
                  <p14:cNvPr id="495" name="잉크 494">
                    <a:extLst>
                      <a:ext uri="{FF2B5EF4-FFF2-40B4-BE49-F238E27FC236}">
                        <a16:creationId xmlns:a16="http://schemas.microsoft.com/office/drawing/2014/main" id="{F4D63A63-CCE4-AA68-C836-F73E127B0DC3}"/>
                      </a:ext>
                    </a:extLst>
                  </p14:cNvPr>
                  <p14:cNvContentPartPr/>
                  <p14:nvPr/>
                </p14:nvContentPartPr>
                <p14:xfrm>
                  <a:off x="2156889" y="1345385"/>
                  <a:ext cx="144720" cy="144360"/>
                </p14:xfrm>
              </p:contentPart>
            </mc:Choice>
            <mc:Fallback xmlns="">
              <p:pic>
                <p:nvPicPr>
                  <p:cNvPr id="495" name="잉크 494">
                    <a:extLst>
                      <a:ext uri="{FF2B5EF4-FFF2-40B4-BE49-F238E27FC236}">
                        <a16:creationId xmlns:a16="http://schemas.microsoft.com/office/drawing/2014/main" id="{F4D63A63-CCE4-AA68-C836-F73E127B0DC3}"/>
                      </a:ext>
                    </a:extLst>
                  </p:cNvPr>
                  <p:cNvPicPr/>
                  <p:nvPr/>
                </p:nvPicPr>
                <p:blipFill>
                  <a:blip r:embed="rId622"/>
                  <a:stretch>
                    <a:fillRect/>
                  </a:stretch>
                </p:blipFill>
                <p:spPr>
                  <a:xfrm>
                    <a:off x="2141702" y="1333053"/>
                    <a:ext cx="175093" cy="1690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3">
                <p14:nvContentPartPr>
                  <p14:cNvPr id="496" name="잉크 495">
                    <a:extLst>
                      <a:ext uri="{FF2B5EF4-FFF2-40B4-BE49-F238E27FC236}">
                        <a16:creationId xmlns:a16="http://schemas.microsoft.com/office/drawing/2014/main" id="{1B1C5190-E3E2-AD9A-5B00-EBB317E2CF71}"/>
                      </a:ext>
                    </a:extLst>
                  </p14:cNvPr>
                  <p14:cNvContentPartPr/>
                  <p14:nvPr/>
                </p14:nvContentPartPr>
                <p14:xfrm>
                  <a:off x="2285769" y="1418465"/>
                  <a:ext cx="1950480" cy="360"/>
                </p14:xfrm>
              </p:contentPart>
            </mc:Choice>
            <mc:Fallback xmlns="">
              <p:pic>
                <p:nvPicPr>
                  <p:cNvPr id="496" name="잉크 495">
                    <a:extLst>
                      <a:ext uri="{FF2B5EF4-FFF2-40B4-BE49-F238E27FC236}">
                        <a16:creationId xmlns:a16="http://schemas.microsoft.com/office/drawing/2014/main" id="{1B1C5190-E3E2-AD9A-5B00-EBB317E2CF71}"/>
                      </a:ext>
                    </a:extLst>
                  </p:cNvPr>
                  <p:cNvPicPr/>
                  <p:nvPr/>
                </p:nvPicPr>
                <p:blipFill>
                  <a:blip r:embed="rId624"/>
                  <a:stretch>
                    <a:fillRect/>
                  </a:stretch>
                </p:blipFill>
                <p:spPr>
                  <a:xfrm>
                    <a:off x="2270524" y="1412345"/>
                    <a:ext cx="198097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5">
                <p14:nvContentPartPr>
                  <p14:cNvPr id="497" name="잉크 496">
                    <a:extLst>
                      <a:ext uri="{FF2B5EF4-FFF2-40B4-BE49-F238E27FC236}">
                        <a16:creationId xmlns:a16="http://schemas.microsoft.com/office/drawing/2014/main" id="{5CB75C6D-17E2-ECAD-C55B-6F7295F44BD3}"/>
                      </a:ext>
                    </a:extLst>
                  </p14:cNvPr>
                  <p14:cNvContentPartPr/>
                  <p14:nvPr/>
                </p14:nvContentPartPr>
                <p14:xfrm>
                  <a:off x="4416969" y="1195625"/>
                  <a:ext cx="249480" cy="308160"/>
                </p14:xfrm>
              </p:contentPart>
            </mc:Choice>
            <mc:Fallback xmlns="">
              <p:pic>
                <p:nvPicPr>
                  <p:cNvPr id="497" name="잉크 496">
                    <a:extLst>
                      <a:ext uri="{FF2B5EF4-FFF2-40B4-BE49-F238E27FC236}">
                        <a16:creationId xmlns:a16="http://schemas.microsoft.com/office/drawing/2014/main" id="{5CB75C6D-17E2-ECAD-C55B-6F7295F44BD3}"/>
                      </a:ext>
                    </a:extLst>
                  </p:cNvPr>
                  <p:cNvPicPr/>
                  <p:nvPr/>
                </p:nvPicPr>
                <p:blipFill>
                  <a:blip r:embed="rId626"/>
                  <a:stretch>
                    <a:fillRect/>
                  </a:stretch>
                </p:blipFill>
                <p:spPr>
                  <a:xfrm>
                    <a:off x="4401768" y="1183270"/>
                    <a:ext cx="279883" cy="3328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7">
                <p14:nvContentPartPr>
                  <p14:cNvPr id="498" name="잉크 497">
                    <a:extLst>
                      <a:ext uri="{FF2B5EF4-FFF2-40B4-BE49-F238E27FC236}">
                        <a16:creationId xmlns:a16="http://schemas.microsoft.com/office/drawing/2014/main" id="{27A52217-8D0F-4B3F-1042-7B83F22B25BB}"/>
                      </a:ext>
                    </a:extLst>
                  </p14:cNvPr>
                  <p14:cNvContentPartPr/>
                  <p14:nvPr/>
                </p14:nvContentPartPr>
                <p14:xfrm>
                  <a:off x="4560249" y="1347905"/>
                  <a:ext cx="233280" cy="176040"/>
                </p14:xfrm>
              </p:contentPart>
            </mc:Choice>
            <mc:Fallback xmlns="">
              <p:pic>
                <p:nvPicPr>
                  <p:cNvPr id="498" name="잉크 497">
                    <a:extLst>
                      <a:ext uri="{FF2B5EF4-FFF2-40B4-BE49-F238E27FC236}">
                        <a16:creationId xmlns:a16="http://schemas.microsoft.com/office/drawing/2014/main" id="{27A52217-8D0F-4B3F-1042-7B83F22B25BB}"/>
                      </a:ext>
                    </a:extLst>
                  </p:cNvPr>
                  <p:cNvPicPr/>
                  <p:nvPr/>
                </p:nvPicPr>
                <p:blipFill>
                  <a:blip r:embed="rId628"/>
                  <a:stretch>
                    <a:fillRect/>
                  </a:stretch>
                </p:blipFill>
                <p:spPr>
                  <a:xfrm>
                    <a:off x="4545055" y="1335589"/>
                    <a:ext cx="263669" cy="2006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9">
                <p14:nvContentPartPr>
                  <p14:cNvPr id="499" name="잉크 498">
                    <a:extLst>
                      <a:ext uri="{FF2B5EF4-FFF2-40B4-BE49-F238E27FC236}">
                        <a16:creationId xmlns:a16="http://schemas.microsoft.com/office/drawing/2014/main" id="{C7EB7364-F054-DCED-02A1-4526EFC462C0}"/>
                      </a:ext>
                    </a:extLst>
                  </p14:cNvPr>
                  <p14:cNvContentPartPr/>
                  <p14:nvPr/>
                </p14:nvContentPartPr>
                <p14:xfrm>
                  <a:off x="2567289" y="2836865"/>
                  <a:ext cx="1980720" cy="71280"/>
                </p14:xfrm>
              </p:contentPart>
            </mc:Choice>
            <mc:Fallback xmlns="">
              <p:pic>
                <p:nvPicPr>
                  <p:cNvPr id="499" name="잉크 498">
                    <a:extLst>
                      <a:ext uri="{FF2B5EF4-FFF2-40B4-BE49-F238E27FC236}">
                        <a16:creationId xmlns:a16="http://schemas.microsoft.com/office/drawing/2014/main" id="{C7EB7364-F054-DCED-02A1-4526EFC462C0}"/>
                      </a:ext>
                    </a:extLst>
                  </p:cNvPr>
                  <p:cNvPicPr/>
                  <p:nvPr/>
                </p:nvPicPr>
                <p:blipFill>
                  <a:blip r:embed="rId630"/>
                  <a:stretch>
                    <a:fillRect/>
                  </a:stretch>
                </p:blipFill>
                <p:spPr>
                  <a:xfrm>
                    <a:off x="2552039" y="2824625"/>
                    <a:ext cx="2011220" cy="9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1">
                <p14:nvContentPartPr>
                  <p14:cNvPr id="500" name="잉크 499">
                    <a:extLst>
                      <a:ext uri="{FF2B5EF4-FFF2-40B4-BE49-F238E27FC236}">
                        <a16:creationId xmlns:a16="http://schemas.microsoft.com/office/drawing/2014/main" id="{8CE1853B-D908-F954-21CE-EF55DCB844D2}"/>
                      </a:ext>
                    </a:extLst>
                  </p14:cNvPr>
                  <p14:cNvContentPartPr/>
                  <p14:nvPr/>
                </p14:nvContentPartPr>
                <p14:xfrm>
                  <a:off x="4546569" y="2636705"/>
                  <a:ext cx="286560" cy="309240"/>
                </p14:xfrm>
              </p:contentPart>
            </mc:Choice>
            <mc:Fallback xmlns="">
              <p:pic>
                <p:nvPicPr>
                  <p:cNvPr id="500" name="잉크 499">
                    <a:extLst>
                      <a:ext uri="{FF2B5EF4-FFF2-40B4-BE49-F238E27FC236}">
                        <a16:creationId xmlns:a16="http://schemas.microsoft.com/office/drawing/2014/main" id="{8CE1853B-D908-F954-21CE-EF55DCB844D2}"/>
                      </a:ext>
                    </a:extLst>
                  </p:cNvPr>
                  <p:cNvPicPr/>
                  <p:nvPr/>
                </p:nvPicPr>
                <p:blipFill>
                  <a:blip r:embed="rId632"/>
                  <a:stretch>
                    <a:fillRect/>
                  </a:stretch>
                </p:blipFill>
                <p:spPr>
                  <a:xfrm>
                    <a:off x="4531345" y="2624364"/>
                    <a:ext cx="317007" cy="3339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3">
                <p14:nvContentPartPr>
                  <p14:cNvPr id="501" name="잉크 500">
                    <a:extLst>
                      <a:ext uri="{FF2B5EF4-FFF2-40B4-BE49-F238E27FC236}">
                        <a16:creationId xmlns:a16="http://schemas.microsoft.com/office/drawing/2014/main" id="{F49A2889-6A29-3A38-AEDD-21A39F889954}"/>
                      </a:ext>
                    </a:extLst>
                  </p14:cNvPr>
                  <p14:cNvContentPartPr/>
                  <p14:nvPr/>
                </p14:nvContentPartPr>
                <p14:xfrm>
                  <a:off x="4700649" y="2778185"/>
                  <a:ext cx="192600" cy="129960"/>
                </p14:xfrm>
              </p:contentPart>
            </mc:Choice>
            <mc:Fallback xmlns="">
              <p:pic>
                <p:nvPicPr>
                  <p:cNvPr id="501" name="잉크 500">
                    <a:extLst>
                      <a:ext uri="{FF2B5EF4-FFF2-40B4-BE49-F238E27FC236}">
                        <a16:creationId xmlns:a16="http://schemas.microsoft.com/office/drawing/2014/main" id="{F49A2889-6A29-3A38-AEDD-21A39F889954}"/>
                      </a:ext>
                    </a:extLst>
                  </p:cNvPr>
                  <p:cNvPicPr/>
                  <p:nvPr/>
                </p:nvPicPr>
                <p:blipFill>
                  <a:blip r:embed="rId634"/>
                  <a:stretch>
                    <a:fillRect/>
                  </a:stretch>
                </p:blipFill>
                <p:spPr>
                  <a:xfrm>
                    <a:off x="4685420" y="2765911"/>
                    <a:ext cx="223058" cy="1545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5">
                <p14:nvContentPartPr>
                  <p14:cNvPr id="502" name="잉크 501">
                    <a:extLst>
                      <a:ext uri="{FF2B5EF4-FFF2-40B4-BE49-F238E27FC236}">
                        <a16:creationId xmlns:a16="http://schemas.microsoft.com/office/drawing/2014/main" id="{1AE5F4FE-F734-DC6B-0CBF-98D0DF2343C4}"/>
                      </a:ext>
                    </a:extLst>
                  </p14:cNvPr>
                  <p14:cNvContentPartPr/>
                  <p14:nvPr/>
                </p14:nvContentPartPr>
                <p14:xfrm>
                  <a:off x="4560249" y="2555345"/>
                  <a:ext cx="335160" cy="360"/>
                </p14:xfrm>
              </p:contentPart>
            </mc:Choice>
            <mc:Fallback xmlns="">
              <p:pic>
                <p:nvPicPr>
                  <p:cNvPr id="502" name="잉크 501">
                    <a:extLst>
                      <a:ext uri="{FF2B5EF4-FFF2-40B4-BE49-F238E27FC236}">
                        <a16:creationId xmlns:a16="http://schemas.microsoft.com/office/drawing/2014/main" id="{1AE5F4FE-F734-DC6B-0CBF-98D0DF2343C4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4545014" y="2549225"/>
                    <a:ext cx="365629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6">
                <p14:nvContentPartPr>
                  <p14:cNvPr id="503" name="잉크 502">
                    <a:extLst>
                      <a:ext uri="{FF2B5EF4-FFF2-40B4-BE49-F238E27FC236}">
                        <a16:creationId xmlns:a16="http://schemas.microsoft.com/office/drawing/2014/main" id="{AFAA6F14-BD45-70CB-80C1-124B99978C9E}"/>
                      </a:ext>
                    </a:extLst>
                  </p14:cNvPr>
                  <p14:cNvContentPartPr/>
                  <p14:nvPr/>
                </p14:nvContentPartPr>
                <p14:xfrm>
                  <a:off x="993729" y="1625825"/>
                  <a:ext cx="2347560" cy="1211040"/>
                </p14:xfrm>
              </p:contentPart>
            </mc:Choice>
            <mc:Fallback xmlns="">
              <p:pic>
                <p:nvPicPr>
                  <p:cNvPr id="503" name="잉크 502">
                    <a:extLst>
                      <a:ext uri="{FF2B5EF4-FFF2-40B4-BE49-F238E27FC236}">
                        <a16:creationId xmlns:a16="http://schemas.microsoft.com/office/drawing/2014/main" id="{AFAA6F14-BD45-70CB-80C1-124B99978C9E}"/>
                      </a:ext>
                    </a:extLst>
                  </p:cNvPr>
                  <p:cNvPicPr/>
                  <p:nvPr/>
                </p:nvPicPr>
                <p:blipFill>
                  <a:blip r:embed="rId637"/>
                  <a:stretch>
                    <a:fillRect/>
                  </a:stretch>
                </p:blipFill>
                <p:spPr>
                  <a:xfrm>
                    <a:off x="978479" y="1613475"/>
                    <a:ext cx="2378059" cy="12357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8">
                <p14:nvContentPartPr>
                  <p14:cNvPr id="504" name="잉크 503">
                    <a:extLst>
                      <a:ext uri="{FF2B5EF4-FFF2-40B4-BE49-F238E27FC236}">
                        <a16:creationId xmlns:a16="http://schemas.microsoft.com/office/drawing/2014/main" id="{16FCF425-695F-7654-1020-8396B3322DCC}"/>
                      </a:ext>
                    </a:extLst>
                  </p14:cNvPr>
                  <p14:cNvContentPartPr/>
                  <p14:nvPr/>
                </p14:nvContentPartPr>
                <p14:xfrm>
                  <a:off x="631569" y="1372025"/>
                  <a:ext cx="869040" cy="34920"/>
                </p14:xfrm>
              </p:contentPart>
            </mc:Choice>
            <mc:Fallback xmlns="">
              <p:pic>
                <p:nvPicPr>
                  <p:cNvPr id="504" name="잉크 503">
                    <a:extLst>
                      <a:ext uri="{FF2B5EF4-FFF2-40B4-BE49-F238E27FC236}">
                        <a16:creationId xmlns:a16="http://schemas.microsoft.com/office/drawing/2014/main" id="{16FCF425-695F-7654-1020-8396B3322DCC}"/>
                      </a:ext>
                    </a:extLst>
                  </p:cNvPr>
                  <p:cNvPicPr/>
                  <p:nvPr/>
                </p:nvPicPr>
                <p:blipFill>
                  <a:blip r:embed="rId639"/>
                  <a:stretch>
                    <a:fillRect/>
                  </a:stretch>
                </p:blipFill>
                <p:spPr>
                  <a:xfrm>
                    <a:off x="616323" y="1359657"/>
                    <a:ext cx="899533" cy="596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0">
                <p14:nvContentPartPr>
                  <p14:cNvPr id="505" name="잉크 504">
                    <a:extLst>
                      <a:ext uri="{FF2B5EF4-FFF2-40B4-BE49-F238E27FC236}">
                        <a16:creationId xmlns:a16="http://schemas.microsoft.com/office/drawing/2014/main" id="{BDCFC593-2F07-907F-9C9B-D34C4F174046}"/>
                      </a:ext>
                    </a:extLst>
                  </p14:cNvPr>
                  <p14:cNvContentPartPr/>
                  <p14:nvPr/>
                </p14:nvContentPartPr>
                <p14:xfrm>
                  <a:off x="1371369" y="2461025"/>
                  <a:ext cx="952200" cy="670320"/>
                </p14:xfrm>
              </p:contentPart>
            </mc:Choice>
            <mc:Fallback xmlns="">
              <p:pic>
                <p:nvPicPr>
                  <p:cNvPr id="505" name="잉크 504">
                    <a:extLst>
                      <a:ext uri="{FF2B5EF4-FFF2-40B4-BE49-F238E27FC236}">
                        <a16:creationId xmlns:a16="http://schemas.microsoft.com/office/drawing/2014/main" id="{BDCFC593-2F07-907F-9C9B-D34C4F174046}"/>
                      </a:ext>
                    </a:extLst>
                  </p:cNvPr>
                  <p:cNvPicPr/>
                  <p:nvPr/>
                </p:nvPicPr>
                <p:blipFill>
                  <a:blip r:embed="rId641"/>
                  <a:stretch>
                    <a:fillRect/>
                  </a:stretch>
                </p:blipFill>
                <p:spPr>
                  <a:xfrm>
                    <a:off x="1356127" y="2448679"/>
                    <a:ext cx="982685" cy="6950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2">
                <p14:nvContentPartPr>
                  <p14:cNvPr id="506" name="잉크 505">
                    <a:extLst>
                      <a:ext uri="{FF2B5EF4-FFF2-40B4-BE49-F238E27FC236}">
                        <a16:creationId xmlns:a16="http://schemas.microsoft.com/office/drawing/2014/main" id="{E3FFC48E-8590-6476-2283-EB74E2CC0732}"/>
                      </a:ext>
                    </a:extLst>
                  </p14:cNvPr>
                  <p14:cNvContentPartPr/>
                  <p14:nvPr/>
                </p14:nvContentPartPr>
                <p14:xfrm>
                  <a:off x="2319609" y="2774585"/>
                  <a:ext cx="199440" cy="148320"/>
                </p14:xfrm>
              </p:contentPart>
            </mc:Choice>
            <mc:Fallback xmlns="">
              <p:pic>
                <p:nvPicPr>
                  <p:cNvPr id="506" name="잉크 505">
                    <a:extLst>
                      <a:ext uri="{FF2B5EF4-FFF2-40B4-BE49-F238E27FC236}">
                        <a16:creationId xmlns:a16="http://schemas.microsoft.com/office/drawing/2014/main" id="{E3FFC48E-8590-6476-2283-EB74E2CC0732}"/>
                      </a:ext>
                    </a:extLst>
                  </p:cNvPr>
                  <p:cNvPicPr/>
                  <p:nvPr/>
                </p:nvPicPr>
                <p:blipFill>
                  <a:blip r:embed="rId643"/>
                  <a:stretch>
                    <a:fillRect/>
                  </a:stretch>
                </p:blipFill>
                <p:spPr>
                  <a:xfrm>
                    <a:off x="2304405" y="2762285"/>
                    <a:ext cx="229848" cy="1729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4">
                <p14:nvContentPartPr>
                  <p14:cNvPr id="507" name="잉크 506">
                    <a:extLst>
                      <a:ext uri="{FF2B5EF4-FFF2-40B4-BE49-F238E27FC236}">
                        <a16:creationId xmlns:a16="http://schemas.microsoft.com/office/drawing/2014/main" id="{A1323487-7B80-D326-D783-E0E79E233D87}"/>
                      </a:ext>
                    </a:extLst>
                  </p14:cNvPr>
                  <p14:cNvContentPartPr/>
                  <p14:nvPr/>
                </p14:nvContentPartPr>
                <p14:xfrm>
                  <a:off x="878889" y="2953865"/>
                  <a:ext cx="889920" cy="57600"/>
                </p14:xfrm>
              </p:contentPart>
            </mc:Choice>
            <mc:Fallback xmlns="">
              <p:pic>
                <p:nvPicPr>
                  <p:cNvPr id="507" name="잉크 506">
                    <a:extLst>
                      <a:ext uri="{FF2B5EF4-FFF2-40B4-BE49-F238E27FC236}">
                        <a16:creationId xmlns:a16="http://schemas.microsoft.com/office/drawing/2014/main" id="{A1323487-7B80-D326-D783-E0E79E233D87}"/>
                      </a:ext>
                    </a:extLst>
                  </p:cNvPr>
                  <p:cNvPicPr/>
                  <p:nvPr/>
                </p:nvPicPr>
                <p:blipFill>
                  <a:blip r:embed="rId645"/>
                  <a:stretch>
                    <a:fillRect/>
                  </a:stretch>
                </p:blipFill>
                <p:spPr>
                  <a:xfrm>
                    <a:off x="863654" y="2941625"/>
                    <a:ext cx="920391" cy="8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6">
                <p14:nvContentPartPr>
                  <p14:cNvPr id="508" name="잉크 507">
                    <a:extLst>
                      <a:ext uri="{FF2B5EF4-FFF2-40B4-BE49-F238E27FC236}">
                        <a16:creationId xmlns:a16="http://schemas.microsoft.com/office/drawing/2014/main" id="{EFD98C40-6F71-EDCA-8438-1F08B50FB9DE}"/>
                      </a:ext>
                    </a:extLst>
                  </p14:cNvPr>
                  <p14:cNvContentPartPr/>
                  <p14:nvPr/>
                </p14:nvContentPartPr>
                <p14:xfrm>
                  <a:off x="339609" y="1116425"/>
                  <a:ext cx="215280" cy="386280"/>
                </p14:xfrm>
              </p:contentPart>
            </mc:Choice>
            <mc:Fallback xmlns="">
              <p:pic>
                <p:nvPicPr>
                  <p:cNvPr id="508" name="잉크 507">
                    <a:extLst>
                      <a:ext uri="{FF2B5EF4-FFF2-40B4-BE49-F238E27FC236}">
                        <a16:creationId xmlns:a16="http://schemas.microsoft.com/office/drawing/2014/main" id="{EFD98C40-6F71-EDCA-8438-1F08B50FB9DE}"/>
                      </a:ext>
                    </a:extLst>
                  </p:cNvPr>
                  <p:cNvPicPr/>
                  <p:nvPr/>
                </p:nvPicPr>
                <p:blipFill>
                  <a:blip r:embed="rId647"/>
                  <a:stretch>
                    <a:fillRect/>
                  </a:stretch>
                </p:blipFill>
                <p:spPr>
                  <a:xfrm>
                    <a:off x="324423" y="1104081"/>
                    <a:ext cx="245651" cy="41096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A9C06650-2EFD-64CF-3F96-4007C37596BB}"/>
                </a:ext>
              </a:extLst>
            </p:cNvPr>
            <p:cNvGrpSpPr/>
            <p:nvPr/>
          </p:nvGrpSpPr>
          <p:grpSpPr>
            <a:xfrm>
              <a:off x="1474965" y="3574809"/>
              <a:ext cx="179280" cy="224280"/>
              <a:chOff x="419889" y="2871425"/>
              <a:chExt cx="179280" cy="224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48">
                <p14:nvContentPartPr>
                  <p14:cNvPr id="492" name="잉크 491">
                    <a:extLst>
                      <a:ext uri="{FF2B5EF4-FFF2-40B4-BE49-F238E27FC236}">
                        <a16:creationId xmlns:a16="http://schemas.microsoft.com/office/drawing/2014/main" id="{EBE90086-B750-F8D3-FB95-AA596C62566E}"/>
                      </a:ext>
                    </a:extLst>
                  </p14:cNvPr>
                  <p14:cNvContentPartPr/>
                  <p14:nvPr/>
                </p14:nvContentPartPr>
                <p14:xfrm>
                  <a:off x="419889" y="2871425"/>
                  <a:ext cx="164520" cy="224280"/>
                </p14:xfrm>
              </p:contentPart>
            </mc:Choice>
            <mc:Fallback xmlns="">
              <p:pic>
                <p:nvPicPr>
                  <p:cNvPr id="492" name="잉크 491">
                    <a:extLst>
                      <a:ext uri="{FF2B5EF4-FFF2-40B4-BE49-F238E27FC236}">
                        <a16:creationId xmlns:a16="http://schemas.microsoft.com/office/drawing/2014/main" id="{EBE90086-B750-F8D3-FB95-AA596C62566E}"/>
                      </a:ext>
                    </a:extLst>
                  </p:cNvPr>
                  <p:cNvPicPr/>
                  <p:nvPr/>
                </p:nvPicPr>
                <p:blipFill>
                  <a:blip r:embed="rId649"/>
                  <a:stretch>
                    <a:fillRect/>
                  </a:stretch>
                </p:blipFill>
                <p:spPr>
                  <a:xfrm>
                    <a:off x="404689" y="2859086"/>
                    <a:ext cx="194920" cy="2489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0">
                <p14:nvContentPartPr>
                  <p14:cNvPr id="493" name="잉크 492">
                    <a:extLst>
                      <a:ext uri="{FF2B5EF4-FFF2-40B4-BE49-F238E27FC236}">
                        <a16:creationId xmlns:a16="http://schemas.microsoft.com/office/drawing/2014/main" id="{71B61499-48BF-695D-3C16-EF9F30BC0B6B}"/>
                      </a:ext>
                    </a:extLst>
                  </p14:cNvPr>
                  <p14:cNvContentPartPr/>
                  <p14:nvPr/>
                </p14:nvContentPartPr>
                <p14:xfrm>
                  <a:off x="492249" y="2872145"/>
                  <a:ext cx="106920" cy="89640"/>
                </p14:xfrm>
              </p:contentPart>
            </mc:Choice>
            <mc:Fallback xmlns="">
              <p:pic>
                <p:nvPicPr>
                  <p:cNvPr id="493" name="잉크 492">
                    <a:extLst>
                      <a:ext uri="{FF2B5EF4-FFF2-40B4-BE49-F238E27FC236}">
                        <a16:creationId xmlns:a16="http://schemas.microsoft.com/office/drawing/2014/main" id="{71B61499-48BF-695D-3C16-EF9F30BC0B6B}"/>
                      </a:ext>
                    </a:extLst>
                  </p:cNvPr>
                  <p:cNvPicPr/>
                  <p:nvPr/>
                </p:nvPicPr>
                <p:blipFill>
                  <a:blip r:embed="rId651"/>
                  <a:stretch>
                    <a:fillRect/>
                  </a:stretch>
                </p:blipFill>
                <p:spPr>
                  <a:xfrm>
                    <a:off x="477102" y="2859856"/>
                    <a:ext cx="137214" cy="114219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4" name="그룹 413">
              <a:extLst>
                <a:ext uri="{FF2B5EF4-FFF2-40B4-BE49-F238E27FC236}">
                  <a16:creationId xmlns:a16="http://schemas.microsoft.com/office/drawing/2014/main" id="{00B24F13-77E3-E16E-6F1F-B32E6F41E303}"/>
                </a:ext>
              </a:extLst>
            </p:cNvPr>
            <p:cNvGrpSpPr/>
            <p:nvPr/>
          </p:nvGrpSpPr>
          <p:grpSpPr>
            <a:xfrm>
              <a:off x="853689" y="2098145"/>
              <a:ext cx="1128240" cy="2419920"/>
              <a:chOff x="853689" y="2098145"/>
              <a:chExt cx="1128240" cy="2419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52">
                <p14:nvContentPartPr>
                  <p14:cNvPr id="485" name="잉크 484">
                    <a:extLst>
                      <a:ext uri="{FF2B5EF4-FFF2-40B4-BE49-F238E27FC236}">
                        <a16:creationId xmlns:a16="http://schemas.microsoft.com/office/drawing/2014/main" id="{F8824655-3722-5E32-8F77-7744CE16B0F7}"/>
                      </a:ext>
                    </a:extLst>
                  </p14:cNvPr>
                  <p14:cNvContentPartPr/>
                  <p14:nvPr/>
                </p14:nvContentPartPr>
                <p14:xfrm>
                  <a:off x="1078329" y="2098145"/>
                  <a:ext cx="903600" cy="23760"/>
                </p14:xfrm>
              </p:contentPart>
            </mc:Choice>
            <mc:Fallback xmlns="">
              <p:pic>
                <p:nvPicPr>
                  <p:cNvPr id="485" name="잉크 484">
                    <a:extLst>
                      <a:ext uri="{FF2B5EF4-FFF2-40B4-BE49-F238E27FC236}">
                        <a16:creationId xmlns:a16="http://schemas.microsoft.com/office/drawing/2014/main" id="{F8824655-3722-5E32-8F77-7744CE16B0F7}"/>
                      </a:ext>
                    </a:extLst>
                  </p:cNvPr>
                  <p:cNvPicPr/>
                  <p:nvPr/>
                </p:nvPicPr>
                <p:blipFill>
                  <a:blip r:embed="rId653"/>
                  <a:stretch>
                    <a:fillRect/>
                  </a:stretch>
                </p:blipFill>
                <p:spPr>
                  <a:xfrm>
                    <a:off x="1063090" y="2085905"/>
                    <a:ext cx="934079" cy="48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4">
                <p14:nvContentPartPr>
                  <p14:cNvPr id="486" name="잉크 485">
                    <a:extLst>
                      <a:ext uri="{FF2B5EF4-FFF2-40B4-BE49-F238E27FC236}">
                        <a16:creationId xmlns:a16="http://schemas.microsoft.com/office/drawing/2014/main" id="{DD28C9FE-7862-8A0B-A5D3-832E10813462}"/>
                      </a:ext>
                    </a:extLst>
                  </p14:cNvPr>
                  <p14:cNvContentPartPr/>
                  <p14:nvPr/>
                </p14:nvContentPartPr>
                <p14:xfrm>
                  <a:off x="1371369" y="3657305"/>
                  <a:ext cx="597240" cy="13320"/>
                </p14:xfrm>
              </p:contentPart>
            </mc:Choice>
            <mc:Fallback xmlns="">
              <p:pic>
                <p:nvPicPr>
                  <p:cNvPr id="486" name="잉크 485">
                    <a:extLst>
                      <a:ext uri="{FF2B5EF4-FFF2-40B4-BE49-F238E27FC236}">
                        <a16:creationId xmlns:a16="http://schemas.microsoft.com/office/drawing/2014/main" id="{DD28C9FE-7862-8A0B-A5D3-832E10813462}"/>
                      </a:ext>
                    </a:extLst>
                  </p:cNvPr>
                  <p:cNvPicPr/>
                  <p:nvPr/>
                </p:nvPicPr>
                <p:blipFill>
                  <a:blip r:embed="rId655"/>
                  <a:stretch>
                    <a:fillRect/>
                  </a:stretch>
                </p:blipFill>
                <p:spPr>
                  <a:xfrm>
                    <a:off x="1356147" y="3645387"/>
                    <a:ext cx="627684" cy="371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6">
                <p14:nvContentPartPr>
                  <p14:cNvPr id="487" name="잉크 486">
                    <a:extLst>
                      <a:ext uri="{FF2B5EF4-FFF2-40B4-BE49-F238E27FC236}">
                        <a16:creationId xmlns:a16="http://schemas.microsoft.com/office/drawing/2014/main" id="{516C4A6A-2F22-FA7E-DDE5-E5638CF195F1}"/>
                      </a:ext>
                    </a:extLst>
                  </p14:cNvPr>
                  <p14:cNvContentPartPr/>
                  <p14:nvPr/>
                </p14:nvContentPartPr>
                <p14:xfrm>
                  <a:off x="1042689" y="2098145"/>
                  <a:ext cx="94680" cy="585360"/>
                </p14:xfrm>
              </p:contentPart>
            </mc:Choice>
            <mc:Fallback xmlns="">
              <p:pic>
                <p:nvPicPr>
                  <p:cNvPr id="487" name="잉크 486">
                    <a:extLst>
                      <a:ext uri="{FF2B5EF4-FFF2-40B4-BE49-F238E27FC236}">
                        <a16:creationId xmlns:a16="http://schemas.microsoft.com/office/drawing/2014/main" id="{516C4A6A-2F22-FA7E-DDE5-E5638CF195F1}"/>
                      </a:ext>
                    </a:extLst>
                  </p:cNvPr>
                  <p:cNvPicPr/>
                  <p:nvPr/>
                </p:nvPicPr>
                <p:blipFill>
                  <a:blip r:embed="rId657"/>
                  <a:stretch>
                    <a:fillRect/>
                  </a:stretch>
                </p:blipFill>
                <p:spPr>
                  <a:xfrm>
                    <a:off x="1027504" y="2085799"/>
                    <a:ext cx="125049" cy="6100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8">
                <p14:nvContentPartPr>
                  <p14:cNvPr id="488" name="잉크 487">
                    <a:extLst>
                      <a:ext uri="{FF2B5EF4-FFF2-40B4-BE49-F238E27FC236}">
                        <a16:creationId xmlns:a16="http://schemas.microsoft.com/office/drawing/2014/main" id="{8105085D-B96A-9107-AEDC-4D3FC0C38B1F}"/>
                      </a:ext>
                    </a:extLst>
                  </p14:cNvPr>
                  <p14:cNvContentPartPr/>
                  <p14:nvPr/>
                </p14:nvContentPartPr>
                <p14:xfrm>
                  <a:off x="853689" y="2684585"/>
                  <a:ext cx="371160" cy="415080"/>
                </p14:xfrm>
              </p:contentPart>
            </mc:Choice>
            <mc:Fallback xmlns="">
              <p:pic>
                <p:nvPicPr>
                  <p:cNvPr id="488" name="잉크 487">
                    <a:extLst>
                      <a:ext uri="{FF2B5EF4-FFF2-40B4-BE49-F238E27FC236}">
                        <a16:creationId xmlns:a16="http://schemas.microsoft.com/office/drawing/2014/main" id="{8105085D-B96A-9107-AEDC-4D3FC0C38B1F}"/>
                      </a:ext>
                    </a:extLst>
                  </p:cNvPr>
                  <p:cNvPicPr/>
                  <p:nvPr/>
                </p:nvPicPr>
                <p:blipFill>
                  <a:blip r:embed="rId659"/>
                  <a:stretch>
                    <a:fillRect/>
                  </a:stretch>
                </p:blipFill>
                <p:spPr>
                  <a:xfrm>
                    <a:off x="838448" y="2672249"/>
                    <a:ext cx="401642" cy="4397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0">
                <p14:nvContentPartPr>
                  <p14:cNvPr id="489" name="잉크 488">
                    <a:extLst>
                      <a:ext uri="{FF2B5EF4-FFF2-40B4-BE49-F238E27FC236}">
                        <a16:creationId xmlns:a16="http://schemas.microsoft.com/office/drawing/2014/main" id="{622232C8-A392-6ACD-F839-A70D52F00FDA}"/>
                      </a:ext>
                    </a:extLst>
                  </p14:cNvPr>
                  <p14:cNvContentPartPr/>
                  <p14:nvPr/>
                </p14:nvContentPartPr>
                <p14:xfrm>
                  <a:off x="971409" y="2551745"/>
                  <a:ext cx="154440" cy="150840"/>
                </p14:xfrm>
              </p:contentPart>
            </mc:Choice>
            <mc:Fallback xmlns="">
              <p:pic>
                <p:nvPicPr>
                  <p:cNvPr id="489" name="잉크 488">
                    <a:extLst>
                      <a:ext uri="{FF2B5EF4-FFF2-40B4-BE49-F238E27FC236}">
                        <a16:creationId xmlns:a16="http://schemas.microsoft.com/office/drawing/2014/main" id="{622232C8-A392-6ACD-F839-A70D52F00FDA}"/>
                      </a:ext>
                    </a:extLst>
                  </p:cNvPr>
                  <p:cNvPicPr/>
                  <p:nvPr/>
                </p:nvPicPr>
                <p:blipFill>
                  <a:blip r:embed="rId661"/>
                  <a:stretch>
                    <a:fillRect/>
                  </a:stretch>
                </p:blipFill>
                <p:spPr>
                  <a:xfrm>
                    <a:off x="956233" y="2539417"/>
                    <a:ext cx="184792" cy="1754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2">
                <p14:nvContentPartPr>
                  <p14:cNvPr id="490" name="잉크 489">
                    <a:extLst>
                      <a:ext uri="{FF2B5EF4-FFF2-40B4-BE49-F238E27FC236}">
                        <a16:creationId xmlns:a16="http://schemas.microsoft.com/office/drawing/2014/main" id="{AE484B41-5290-E4C1-2075-B1B16579E8EB}"/>
                      </a:ext>
                    </a:extLst>
                  </p14:cNvPr>
                  <p14:cNvContentPartPr/>
                  <p14:nvPr/>
                </p14:nvContentPartPr>
                <p14:xfrm>
                  <a:off x="1078329" y="3035945"/>
                  <a:ext cx="311040" cy="614520"/>
                </p14:xfrm>
              </p:contentPart>
            </mc:Choice>
            <mc:Fallback xmlns="">
              <p:pic>
                <p:nvPicPr>
                  <p:cNvPr id="490" name="잉크 489">
                    <a:extLst>
                      <a:ext uri="{FF2B5EF4-FFF2-40B4-BE49-F238E27FC236}">
                        <a16:creationId xmlns:a16="http://schemas.microsoft.com/office/drawing/2014/main" id="{AE484B41-5290-E4C1-2075-B1B16579E8EB}"/>
                      </a:ext>
                    </a:extLst>
                  </p:cNvPr>
                  <p:cNvPicPr/>
                  <p:nvPr/>
                </p:nvPicPr>
                <p:blipFill>
                  <a:blip r:embed="rId663"/>
                  <a:stretch>
                    <a:fillRect/>
                  </a:stretch>
                </p:blipFill>
                <p:spPr>
                  <a:xfrm>
                    <a:off x="1063091" y="3023596"/>
                    <a:ext cx="341517" cy="6392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4">
                <p14:nvContentPartPr>
                  <p14:cNvPr id="491" name="잉크 490">
                    <a:extLst>
                      <a:ext uri="{FF2B5EF4-FFF2-40B4-BE49-F238E27FC236}">
                        <a16:creationId xmlns:a16="http://schemas.microsoft.com/office/drawing/2014/main" id="{554E7983-D8BC-1333-C6FD-997898640C38}"/>
                      </a:ext>
                    </a:extLst>
                  </p14:cNvPr>
                  <p14:cNvContentPartPr/>
                  <p14:nvPr/>
                </p14:nvContentPartPr>
                <p14:xfrm>
                  <a:off x="887529" y="3611945"/>
                  <a:ext cx="308520" cy="906120"/>
                </p14:xfrm>
              </p:contentPart>
            </mc:Choice>
            <mc:Fallback xmlns="">
              <p:pic>
                <p:nvPicPr>
                  <p:cNvPr id="491" name="잉크 490">
                    <a:extLst>
                      <a:ext uri="{FF2B5EF4-FFF2-40B4-BE49-F238E27FC236}">
                        <a16:creationId xmlns:a16="http://schemas.microsoft.com/office/drawing/2014/main" id="{554E7983-D8BC-1333-C6FD-997898640C38}"/>
                      </a:ext>
                    </a:extLst>
                  </p:cNvPr>
                  <p:cNvPicPr/>
                  <p:nvPr/>
                </p:nvPicPr>
                <p:blipFill>
                  <a:blip r:embed="rId665"/>
                  <a:stretch>
                    <a:fillRect/>
                  </a:stretch>
                </p:blipFill>
                <p:spPr>
                  <a:xfrm>
                    <a:off x="872282" y="3599602"/>
                    <a:ext cx="339013" cy="93080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5" name="그룹 414">
              <a:extLst>
                <a:ext uri="{FF2B5EF4-FFF2-40B4-BE49-F238E27FC236}">
                  <a16:creationId xmlns:a16="http://schemas.microsoft.com/office/drawing/2014/main" id="{CCDD802B-8F9D-B671-769A-48B33226ED2F}"/>
                </a:ext>
              </a:extLst>
            </p:cNvPr>
            <p:cNvGrpSpPr/>
            <p:nvPr/>
          </p:nvGrpSpPr>
          <p:grpSpPr>
            <a:xfrm>
              <a:off x="941889" y="4606985"/>
              <a:ext cx="228240" cy="334440"/>
              <a:chOff x="941889" y="4606985"/>
              <a:chExt cx="228240" cy="334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66">
                <p14:nvContentPartPr>
                  <p14:cNvPr id="483" name="잉크 482">
                    <a:extLst>
                      <a:ext uri="{FF2B5EF4-FFF2-40B4-BE49-F238E27FC236}">
                        <a16:creationId xmlns:a16="http://schemas.microsoft.com/office/drawing/2014/main" id="{BAF4BF98-02AC-07EF-4ACE-2CA6D1D054FD}"/>
                      </a:ext>
                    </a:extLst>
                  </p14:cNvPr>
                  <p14:cNvContentPartPr/>
                  <p14:nvPr/>
                </p14:nvContentPartPr>
                <p14:xfrm>
                  <a:off x="949449" y="4606985"/>
                  <a:ext cx="360" cy="334440"/>
                </p14:xfrm>
              </p:contentPart>
            </mc:Choice>
            <mc:Fallback xmlns="">
              <p:pic>
                <p:nvPicPr>
                  <p:cNvPr id="483" name="잉크 482">
                    <a:extLst>
                      <a:ext uri="{FF2B5EF4-FFF2-40B4-BE49-F238E27FC236}">
                        <a16:creationId xmlns:a16="http://schemas.microsoft.com/office/drawing/2014/main" id="{BAF4BF98-02AC-07EF-4ACE-2CA6D1D054FD}"/>
                      </a:ext>
                    </a:extLst>
                  </p:cNvPr>
                  <p:cNvPicPr/>
                  <p:nvPr/>
                </p:nvPicPr>
                <p:blipFill>
                  <a:blip r:embed="rId667"/>
                  <a:stretch>
                    <a:fillRect/>
                  </a:stretch>
                </p:blipFill>
                <p:spPr>
                  <a:xfrm>
                    <a:off x="943329" y="4594652"/>
                    <a:ext cx="12600" cy="3591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8">
                <p14:nvContentPartPr>
                  <p14:cNvPr id="484" name="잉크 483">
                    <a:extLst>
                      <a:ext uri="{FF2B5EF4-FFF2-40B4-BE49-F238E27FC236}">
                        <a16:creationId xmlns:a16="http://schemas.microsoft.com/office/drawing/2014/main" id="{3B332F39-8DEC-2DE7-0D30-5C7DE3F06C0D}"/>
                      </a:ext>
                    </a:extLst>
                  </p14:cNvPr>
                  <p14:cNvContentPartPr/>
                  <p14:nvPr/>
                </p14:nvContentPartPr>
                <p14:xfrm>
                  <a:off x="941889" y="4675385"/>
                  <a:ext cx="228240" cy="185760"/>
                </p14:xfrm>
              </p:contentPart>
            </mc:Choice>
            <mc:Fallback xmlns="">
              <p:pic>
                <p:nvPicPr>
                  <p:cNvPr id="484" name="잉크 483">
                    <a:extLst>
                      <a:ext uri="{FF2B5EF4-FFF2-40B4-BE49-F238E27FC236}">
                        <a16:creationId xmlns:a16="http://schemas.microsoft.com/office/drawing/2014/main" id="{3B332F39-8DEC-2DE7-0D30-5C7DE3F06C0D}"/>
                      </a:ext>
                    </a:extLst>
                  </p:cNvPr>
                  <p:cNvPicPr/>
                  <p:nvPr/>
                </p:nvPicPr>
                <p:blipFill>
                  <a:blip r:embed="rId669"/>
                  <a:stretch>
                    <a:fillRect/>
                  </a:stretch>
                </p:blipFill>
                <p:spPr>
                  <a:xfrm>
                    <a:off x="926673" y="4663049"/>
                    <a:ext cx="258672" cy="21043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16" name="잉크 415">
                  <a:extLst>
                    <a:ext uri="{FF2B5EF4-FFF2-40B4-BE49-F238E27FC236}">
                      <a16:creationId xmlns:a16="http://schemas.microsoft.com/office/drawing/2014/main" id="{D6ECF595-C137-EF52-4AB5-5788C2697C4D}"/>
                    </a:ext>
                  </a:extLst>
                </p14:cNvPr>
                <p14:cNvContentPartPr/>
                <p14:nvPr/>
              </p14:nvContentPartPr>
              <p14:xfrm>
                <a:off x="5052369" y="2121545"/>
                <a:ext cx="257760" cy="12240"/>
              </p14:xfrm>
            </p:contentPart>
          </mc:Choice>
          <mc:Fallback xmlns="">
            <p:pic>
              <p:nvPicPr>
                <p:cNvPr id="416" name="잉크 415">
                  <a:extLst>
                    <a:ext uri="{FF2B5EF4-FFF2-40B4-BE49-F238E27FC236}">
                      <a16:creationId xmlns:a16="http://schemas.microsoft.com/office/drawing/2014/main" id="{D6ECF595-C137-EF52-4AB5-5788C2697C4D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5037154" y="2109305"/>
                  <a:ext cx="288190" cy="367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17" name="그룹 416">
              <a:extLst>
                <a:ext uri="{FF2B5EF4-FFF2-40B4-BE49-F238E27FC236}">
                  <a16:creationId xmlns:a16="http://schemas.microsoft.com/office/drawing/2014/main" id="{07D4AF54-6CF5-8082-BBAF-0DB526AACE5A}"/>
                </a:ext>
              </a:extLst>
            </p:cNvPr>
            <p:cNvGrpSpPr/>
            <p:nvPr/>
          </p:nvGrpSpPr>
          <p:grpSpPr>
            <a:xfrm>
              <a:off x="7150809" y="1793585"/>
              <a:ext cx="2905200" cy="1814760"/>
              <a:chOff x="7150809" y="1793585"/>
              <a:chExt cx="2905200" cy="1814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72">
                <p14:nvContentPartPr>
                  <p14:cNvPr id="471" name="잉크 470">
                    <a:extLst>
                      <a:ext uri="{FF2B5EF4-FFF2-40B4-BE49-F238E27FC236}">
                        <a16:creationId xmlns:a16="http://schemas.microsoft.com/office/drawing/2014/main" id="{EB611E47-A6C1-E3A4-9480-964EADC7DDD2}"/>
                      </a:ext>
                    </a:extLst>
                  </p14:cNvPr>
                  <p14:cNvContentPartPr/>
                  <p14:nvPr/>
                </p14:nvContentPartPr>
                <p14:xfrm>
                  <a:off x="7150809" y="2590265"/>
                  <a:ext cx="2905200" cy="144000"/>
                </p14:xfrm>
              </p:contentPart>
            </mc:Choice>
            <mc:Fallback xmlns="">
              <p:pic>
                <p:nvPicPr>
                  <p:cNvPr id="471" name="잉크 470">
                    <a:extLst>
                      <a:ext uri="{FF2B5EF4-FFF2-40B4-BE49-F238E27FC236}">
                        <a16:creationId xmlns:a16="http://schemas.microsoft.com/office/drawing/2014/main" id="{EB611E47-A6C1-E3A4-9480-964EADC7DDD2}"/>
                      </a:ext>
                    </a:extLst>
                  </p:cNvPr>
                  <p:cNvPicPr/>
                  <p:nvPr/>
                </p:nvPicPr>
                <p:blipFill>
                  <a:blip r:embed="rId673"/>
                  <a:stretch>
                    <a:fillRect/>
                  </a:stretch>
                </p:blipFill>
                <p:spPr>
                  <a:xfrm>
                    <a:off x="7135561" y="2577901"/>
                    <a:ext cx="2935696" cy="1687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4">
                <p14:nvContentPartPr>
                  <p14:cNvPr id="472" name="잉크 471">
                    <a:extLst>
                      <a:ext uri="{FF2B5EF4-FFF2-40B4-BE49-F238E27FC236}">
                        <a16:creationId xmlns:a16="http://schemas.microsoft.com/office/drawing/2014/main" id="{A97099AD-2EC5-E867-797E-F72D1CDA2C82}"/>
                      </a:ext>
                    </a:extLst>
                  </p14:cNvPr>
                  <p14:cNvContentPartPr/>
                  <p14:nvPr/>
                </p14:nvContentPartPr>
                <p14:xfrm>
                  <a:off x="8041809" y="1793585"/>
                  <a:ext cx="360" cy="1814760"/>
                </p14:xfrm>
              </p:contentPart>
            </mc:Choice>
            <mc:Fallback xmlns="">
              <p:pic>
                <p:nvPicPr>
                  <p:cNvPr id="472" name="잉크 471">
                    <a:extLst>
                      <a:ext uri="{FF2B5EF4-FFF2-40B4-BE49-F238E27FC236}">
                        <a16:creationId xmlns:a16="http://schemas.microsoft.com/office/drawing/2014/main" id="{A97099AD-2EC5-E867-797E-F72D1CDA2C82}"/>
                      </a:ext>
                    </a:extLst>
                  </p:cNvPr>
                  <p:cNvPicPr/>
                  <p:nvPr/>
                </p:nvPicPr>
                <p:blipFill>
                  <a:blip r:embed="rId675"/>
                  <a:stretch>
                    <a:fillRect/>
                  </a:stretch>
                </p:blipFill>
                <p:spPr>
                  <a:xfrm>
                    <a:off x="8035689" y="1781235"/>
                    <a:ext cx="12600" cy="18394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6">
                <p14:nvContentPartPr>
                  <p14:cNvPr id="473" name="잉크 472">
                    <a:extLst>
                      <a:ext uri="{FF2B5EF4-FFF2-40B4-BE49-F238E27FC236}">
                        <a16:creationId xmlns:a16="http://schemas.microsoft.com/office/drawing/2014/main" id="{5CCC3BD6-8BE9-5F04-46B1-008041EC9440}"/>
                      </a:ext>
                    </a:extLst>
                  </p14:cNvPr>
                  <p14:cNvContentPartPr/>
                  <p14:nvPr/>
                </p14:nvContentPartPr>
                <p14:xfrm>
                  <a:off x="7494249" y="2063225"/>
                  <a:ext cx="32040" cy="369720"/>
                </p14:xfrm>
              </p:contentPart>
            </mc:Choice>
            <mc:Fallback xmlns="">
              <p:pic>
                <p:nvPicPr>
                  <p:cNvPr id="473" name="잉크 472">
                    <a:extLst>
                      <a:ext uri="{FF2B5EF4-FFF2-40B4-BE49-F238E27FC236}">
                        <a16:creationId xmlns:a16="http://schemas.microsoft.com/office/drawing/2014/main" id="{5CCC3BD6-8BE9-5F04-46B1-008041EC9440}"/>
                      </a:ext>
                    </a:extLst>
                  </p:cNvPr>
                  <p:cNvPicPr/>
                  <p:nvPr/>
                </p:nvPicPr>
                <p:blipFill>
                  <a:blip r:embed="rId677"/>
                  <a:stretch>
                    <a:fillRect/>
                  </a:stretch>
                </p:blipFill>
                <p:spPr>
                  <a:xfrm>
                    <a:off x="7479119" y="2050877"/>
                    <a:ext cx="62300" cy="3944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8">
                <p14:nvContentPartPr>
                  <p14:cNvPr id="474" name="잉크 473">
                    <a:extLst>
                      <a:ext uri="{FF2B5EF4-FFF2-40B4-BE49-F238E27FC236}">
                        <a16:creationId xmlns:a16="http://schemas.microsoft.com/office/drawing/2014/main" id="{7F3E3314-7FD5-5ED6-7F87-EB9EB563F44A}"/>
                      </a:ext>
                    </a:extLst>
                  </p14:cNvPr>
                  <p14:cNvContentPartPr/>
                  <p14:nvPr/>
                </p14:nvContentPartPr>
                <p14:xfrm>
                  <a:off x="7516209" y="2050985"/>
                  <a:ext cx="200160" cy="299160"/>
                </p14:xfrm>
              </p:contentPart>
            </mc:Choice>
            <mc:Fallback xmlns="">
              <p:pic>
                <p:nvPicPr>
                  <p:cNvPr id="474" name="잉크 473">
                    <a:extLst>
                      <a:ext uri="{FF2B5EF4-FFF2-40B4-BE49-F238E27FC236}">
                        <a16:creationId xmlns:a16="http://schemas.microsoft.com/office/drawing/2014/main" id="{7F3E3314-7FD5-5ED6-7F87-EB9EB563F44A}"/>
                      </a:ext>
                    </a:extLst>
                  </p:cNvPr>
                  <p:cNvPicPr/>
                  <p:nvPr/>
                </p:nvPicPr>
                <p:blipFill>
                  <a:blip r:embed="rId679"/>
                  <a:stretch>
                    <a:fillRect/>
                  </a:stretch>
                </p:blipFill>
                <p:spPr>
                  <a:xfrm>
                    <a:off x="7501018" y="2038641"/>
                    <a:ext cx="230541" cy="323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0">
                <p14:nvContentPartPr>
                  <p14:cNvPr id="475" name="잉크 474">
                    <a:extLst>
                      <a:ext uri="{FF2B5EF4-FFF2-40B4-BE49-F238E27FC236}">
                        <a16:creationId xmlns:a16="http://schemas.microsoft.com/office/drawing/2014/main" id="{68E23706-A23B-E1C6-24F0-1816BDA9B355}"/>
                      </a:ext>
                    </a:extLst>
                  </p14:cNvPr>
                  <p14:cNvContentPartPr/>
                  <p14:nvPr/>
                </p14:nvContentPartPr>
                <p14:xfrm>
                  <a:off x="8356449" y="2074745"/>
                  <a:ext cx="227880" cy="263160"/>
                </p14:xfrm>
              </p:contentPart>
            </mc:Choice>
            <mc:Fallback xmlns="">
              <p:pic>
                <p:nvPicPr>
                  <p:cNvPr id="475" name="잉크 474">
                    <a:extLst>
                      <a:ext uri="{FF2B5EF4-FFF2-40B4-BE49-F238E27FC236}">
                        <a16:creationId xmlns:a16="http://schemas.microsoft.com/office/drawing/2014/main" id="{68E23706-A23B-E1C6-24F0-1816BDA9B355}"/>
                      </a:ext>
                    </a:extLst>
                  </p:cNvPr>
                  <p:cNvPicPr/>
                  <p:nvPr/>
                </p:nvPicPr>
                <p:blipFill>
                  <a:blip r:embed="rId681"/>
                  <a:stretch>
                    <a:fillRect/>
                  </a:stretch>
                </p:blipFill>
                <p:spPr>
                  <a:xfrm>
                    <a:off x="8341257" y="2062421"/>
                    <a:ext cx="258264" cy="2878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2">
                <p14:nvContentPartPr>
                  <p14:cNvPr id="476" name="잉크 475">
                    <a:extLst>
                      <a:ext uri="{FF2B5EF4-FFF2-40B4-BE49-F238E27FC236}">
                        <a16:creationId xmlns:a16="http://schemas.microsoft.com/office/drawing/2014/main" id="{4793A699-A2CF-9D83-6CE7-39899C822DDD}"/>
                      </a:ext>
                    </a:extLst>
                  </p14:cNvPr>
                  <p14:cNvContentPartPr/>
                  <p14:nvPr/>
                </p14:nvContentPartPr>
                <p14:xfrm>
                  <a:off x="8475609" y="2227385"/>
                  <a:ext cx="322920" cy="169560"/>
                </p14:xfrm>
              </p:contentPart>
            </mc:Choice>
            <mc:Fallback xmlns="">
              <p:pic>
                <p:nvPicPr>
                  <p:cNvPr id="476" name="잉크 475">
                    <a:extLst>
                      <a:ext uri="{FF2B5EF4-FFF2-40B4-BE49-F238E27FC236}">
                        <a16:creationId xmlns:a16="http://schemas.microsoft.com/office/drawing/2014/main" id="{4793A699-A2CF-9D83-6CE7-39899C822DDD}"/>
                      </a:ext>
                    </a:extLst>
                  </p:cNvPr>
                  <p:cNvPicPr/>
                  <p:nvPr/>
                </p:nvPicPr>
                <p:blipFill>
                  <a:blip r:embed="rId683"/>
                  <a:stretch>
                    <a:fillRect/>
                  </a:stretch>
                </p:blipFill>
                <p:spPr>
                  <a:xfrm>
                    <a:off x="8460360" y="2214342"/>
                    <a:ext cx="353418" cy="1941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4">
                <p14:nvContentPartPr>
                  <p14:cNvPr id="477" name="잉크 476">
                    <a:extLst>
                      <a:ext uri="{FF2B5EF4-FFF2-40B4-BE49-F238E27FC236}">
                        <a16:creationId xmlns:a16="http://schemas.microsoft.com/office/drawing/2014/main" id="{EAEEDCC0-EC68-4981-AE3D-902DE8BE3F58}"/>
                      </a:ext>
                    </a:extLst>
                  </p14:cNvPr>
                  <p14:cNvContentPartPr/>
                  <p14:nvPr/>
                </p14:nvContentPartPr>
                <p14:xfrm>
                  <a:off x="9012729" y="2063225"/>
                  <a:ext cx="231480" cy="320760"/>
                </p14:xfrm>
              </p:contentPart>
            </mc:Choice>
            <mc:Fallback xmlns="">
              <p:pic>
                <p:nvPicPr>
                  <p:cNvPr id="477" name="잉크 476">
                    <a:extLst>
                      <a:ext uri="{FF2B5EF4-FFF2-40B4-BE49-F238E27FC236}">
                        <a16:creationId xmlns:a16="http://schemas.microsoft.com/office/drawing/2014/main" id="{EAEEDCC0-EC68-4981-AE3D-902DE8BE3F58}"/>
                      </a:ext>
                    </a:extLst>
                  </p:cNvPr>
                  <p:cNvPicPr/>
                  <p:nvPr/>
                </p:nvPicPr>
                <p:blipFill>
                  <a:blip r:embed="rId685"/>
                  <a:stretch>
                    <a:fillRect/>
                  </a:stretch>
                </p:blipFill>
                <p:spPr>
                  <a:xfrm>
                    <a:off x="8997535" y="2050888"/>
                    <a:ext cx="261867" cy="3454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6">
                <p14:nvContentPartPr>
                  <p14:cNvPr id="478" name="잉크 477">
                    <a:extLst>
                      <a:ext uri="{FF2B5EF4-FFF2-40B4-BE49-F238E27FC236}">
                        <a16:creationId xmlns:a16="http://schemas.microsoft.com/office/drawing/2014/main" id="{25B1761F-C129-F551-4F2F-3C330171F4AB}"/>
                      </a:ext>
                    </a:extLst>
                  </p14:cNvPr>
                  <p14:cNvContentPartPr/>
                  <p14:nvPr/>
                </p14:nvContentPartPr>
                <p14:xfrm>
                  <a:off x="9179049" y="2227385"/>
                  <a:ext cx="221040" cy="127440"/>
                </p14:xfrm>
              </p:contentPart>
            </mc:Choice>
            <mc:Fallback xmlns="">
              <p:pic>
                <p:nvPicPr>
                  <p:cNvPr id="478" name="잉크 477">
                    <a:extLst>
                      <a:ext uri="{FF2B5EF4-FFF2-40B4-BE49-F238E27FC236}">
                        <a16:creationId xmlns:a16="http://schemas.microsoft.com/office/drawing/2014/main" id="{25B1761F-C129-F551-4F2F-3C330171F4AB}"/>
                      </a:ext>
                    </a:extLst>
                  </p:cNvPr>
                  <p:cNvPicPr/>
                  <p:nvPr/>
                </p:nvPicPr>
                <p:blipFill>
                  <a:blip r:embed="rId687"/>
                  <a:stretch>
                    <a:fillRect/>
                  </a:stretch>
                </p:blipFill>
                <p:spPr>
                  <a:xfrm>
                    <a:off x="9163836" y="2214351"/>
                    <a:ext cx="251467" cy="1520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8">
                <p14:nvContentPartPr>
                  <p14:cNvPr id="479" name="잉크 478">
                    <a:extLst>
                      <a:ext uri="{FF2B5EF4-FFF2-40B4-BE49-F238E27FC236}">
                        <a16:creationId xmlns:a16="http://schemas.microsoft.com/office/drawing/2014/main" id="{10CEF6CC-A097-E968-4040-08D851C98029}"/>
                      </a:ext>
                    </a:extLst>
                  </p14:cNvPr>
                  <p14:cNvContentPartPr/>
                  <p14:nvPr/>
                </p14:nvContentPartPr>
                <p14:xfrm>
                  <a:off x="8909409" y="1947305"/>
                  <a:ext cx="446040" cy="46800"/>
                </p14:xfrm>
              </p:contentPart>
            </mc:Choice>
            <mc:Fallback xmlns="">
              <p:pic>
                <p:nvPicPr>
                  <p:cNvPr id="479" name="잉크 478">
                    <a:extLst>
                      <a:ext uri="{FF2B5EF4-FFF2-40B4-BE49-F238E27FC236}">
                        <a16:creationId xmlns:a16="http://schemas.microsoft.com/office/drawing/2014/main" id="{10CEF6CC-A097-E968-4040-08D851C98029}"/>
                      </a:ext>
                    </a:extLst>
                  </p:cNvPr>
                  <p:cNvPicPr/>
                  <p:nvPr/>
                </p:nvPicPr>
                <p:blipFill>
                  <a:blip r:embed="rId689"/>
                  <a:stretch>
                    <a:fillRect/>
                  </a:stretch>
                </p:blipFill>
                <p:spPr>
                  <a:xfrm>
                    <a:off x="8894183" y="1935065"/>
                    <a:ext cx="476493" cy="71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0">
                <p14:nvContentPartPr>
                  <p14:cNvPr id="480" name="잉크 479">
                    <a:extLst>
                      <a:ext uri="{FF2B5EF4-FFF2-40B4-BE49-F238E27FC236}">
                        <a16:creationId xmlns:a16="http://schemas.microsoft.com/office/drawing/2014/main" id="{365DEC28-249F-91DA-D050-D281D1F06CD0}"/>
                      </a:ext>
                    </a:extLst>
                  </p14:cNvPr>
                  <p14:cNvContentPartPr/>
                  <p14:nvPr/>
                </p14:nvContentPartPr>
                <p14:xfrm>
                  <a:off x="7561209" y="2763785"/>
                  <a:ext cx="191160" cy="122400"/>
                </p14:xfrm>
              </p:contentPart>
            </mc:Choice>
            <mc:Fallback xmlns="">
              <p:pic>
                <p:nvPicPr>
                  <p:cNvPr id="480" name="잉크 479">
                    <a:extLst>
                      <a:ext uri="{FF2B5EF4-FFF2-40B4-BE49-F238E27FC236}">
                        <a16:creationId xmlns:a16="http://schemas.microsoft.com/office/drawing/2014/main" id="{365DEC28-249F-91DA-D050-D281D1F06CD0}"/>
                      </a:ext>
                    </a:extLst>
                  </p:cNvPr>
                  <p:cNvPicPr/>
                  <p:nvPr/>
                </p:nvPicPr>
                <p:blipFill>
                  <a:blip r:embed="rId691"/>
                  <a:stretch>
                    <a:fillRect/>
                  </a:stretch>
                </p:blipFill>
                <p:spPr>
                  <a:xfrm>
                    <a:off x="7546023" y="2751473"/>
                    <a:ext cx="221531" cy="1470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2">
                <p14:nvContentPartPr>
                  <p14:cNvPr id="481" name="잉크 480">
                    <a:extLst>
                      <a:ext uri="{FF2B5EF4-FFF2-40B4-BE49-F238E27FC236}">
                        <a16:creationId xmlns:a16="http://schemas.microsoft.com/office/drawing/2014/main" id="{BEA0A854-BECB-7FE8-5390-45B154DDDBBD}"/>
                      </a:ext>
                    </a:extLst>
                  </p14:cNvPr>
                  <p14:cNvContentPartPr/>
                  <p14:nvPr/>
                </p14:nvContentPartPr>
                <p14:xfrm>
                  <a:off x="8467689" y="2810225"/>
                  <a:ext cx="198720" cy="85680"/>
                </p14:xfrm>
              </p:contentPart>
            </mc:Choice>
            <mc:Fallback xmlns="">
              <p:pic>
                <p:nvPicPr>
                  <p:cNvPr id="481" name="잉크 480">
                    <a:extLst>
                      <a:ext uri="{FF2B5EF4-FFF2-40B4-BE49-F238E27FC236}">
                        <a16:creationId xmlns:a16="http://schemas.microsoft.com/office/drawing/2014/main" id="{BEA0A854-BECB-7FE8-5390-45B154DDDBBD}"/>
                      </a:ext>
                    </a:extLst>
                  </p:cNvPr>
                  <p:cNvPicPr/>
                  <p:nvPr/>
                </p:nvPicPr>
                <p:blipFill>
                  <a:blip r:embed="rId693"/>
                  <a:stretch>
                    <a:fillRect/>
                  </a:stretch>
                </p:blipFill>
                <p:spPr>
                  <a:xfrm>
                    <a:off x="8452472" y="2797881"/>
                    <a:ext cx="229155" cy="1103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4">
                <p14:nvContentPartPr>
                  <p14:cNvPr id="482" name="잉크 481">
                    <a:extLst>
                      <a:ext uri="{FF2B5EF4-FFF2-40B4-BE49-F238E27FC236}">
                        <a16:creationId xmlns:a16="http://schemas.microsoft.com/office/drawing/2014/main" id="{D9F595DE-5A43-2724-CB25-3B673E44E627}"/>
                      </a:ext>
                    </a:extLst>
                  </p14:cNvPr>
                  <p14:cNvContentPartPr/>
                  <p14:nvPr/>
                </p14:nvContentPartPr>
                <p14:xfrm>
                  <a:off x="9097329" y="2813465"/>
                  <a:ext cx="46800" cy="180360"/>
                </p14:xfrm>
              </p:contentPart>
            </mc:Choice>
            <mc:Fallback xmlns="">
              <p:pic>
                <p:nvPicPr>
                  <p:cNvPr id="482" name="잉크 481">
                    <a:extLst>
                      <a:ext uri="{FF2B5EF4-FFF2-40B4-BE49-F238E27FC236}">
                        <a16:creationId xmlns:a16="http://schemas.microsoft.com/office/drawing/2014/main" id="{D9F595DE-5A43-2724-CB25-3B673E44E627}"/>
                      </a:ext>
                    </a:extLst>
                  </p:cNvPr>
                  <p:cNvPicPr/>
                  <p:nvPr/>
                </p:nvPicPr>
                <p:blipFill>
                  <a:blip r:embed="rId695"/>
                  <a:stretch>
                    <a:fillRect/>
                  </a:stretch>
                </p:blipFill>
                <p:spPr>
                  <a:xfrm>
                    <a:off x="9082318" y="2801151"/>
                    <a:ext cx="76823" cy="204987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18" name="잉크 417">
                  <a:extLst>
                    <a:ext uri="{FF2B5EF4-FFF2-40B4-BE49-F238E27FC236}">
                      <a16:creationId xmlns:a16="http://schemas.microsoft.com/office/drawing/2014/main" id="{13F43EF0-23AE-623A-F7BA-FFF2BF3F0E61}"/>
                    </a:ext>
                  </a:extLst>
                </p14:cNvPr>
                <p14:cNvContentPartPr/>
                <p14:nvPr/>
              </p14:nvContentPartPr>
              <p14:xfrm>
                <a:off x="7835529" y="3211985"/>
                <a:ext cx="7560" cy="167400"/>
              </p14:xfrm>
            </p:contentPart>
          </mc:Choice>
          <mc:Fallback xmlns="">
            <p:pic>
              <p:nvPicPr>
                <p:cNvPr id="418" name="잉크 417">
                  <a:extLst>
                    <a:ext uri="{FF2B5EF4-FFF2-40B4-BE49-F238E27FC236}">
                      <a16:creationId xmlns:a16="http://schemas.microsoft.com/office/drawing/2014/main" id="{13F43EF0-23AE-623A-F7BA-FFF2BF3F0E61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7821249" y="3199666"/>
                  <a:ext cx="36120" cy="19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19" name="잉크 418">
                  <a:extLst>
                    <a:ext uri="{FF2B5EF4-FFF2-40B4-BE49-F238E27FC236}">
                      <a16:creationId xmlns:a16="http://schemas.microsoft.com/office/drawing/2014/main" id="{29B19BF1-CB42-897E-B044-1D8B38E59220}"/>
                    </a:ext>
                  </a:extLst>
                </p14:cNvPr>
                <p14:cNvContentPartPr/>
                <p14:nvPr/>
              </p14:nvContentPartPr>
              <p14:xfrm>
                <a:off x="8524209" y="3176705"/>
                <a:ext cx="57240" cy="243360"/>
              </p14:xfrm>
            </p:contentPart>
          </mc:Choice>
          <mc:Fallback xmlns="">
            <p:pic>
              <p:nvPicPr>
                <p:cNvPr id="419" name="잉크 418">
                  <a:extLst>
                    <a:ext uri="{FF2B5EF4-FFF2-40B4-BE49-F238E27FC236}">
                      <a16:creationId xmlns:a16="http://schemas.microsoft.com/office/drawing/2014/main" id="{29B19BF1-CB42-897E-B044-1D8B38E59220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8509239" y="3164392"/>
                  <a:ext cx="87181" cy="2679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0" name="잉크 419">
                  <a:extLst>
                    <a:ext uri="{FF2B5EF4-FFF2-40B4-BE49-F238E27FC236}">
                      <a16:creationId xmlns:a16="http://schemas.microsoft.com/office/drawing/2014/main" id="{7D22935B-62E1-EA7A-3A6A-34298CCCEDE8}"/>
                    </a:ext>
                  </a:extLst>
                </p14:cNvPr>
                <p14:cNvContentPartPr/>
                <p14:nvPr/>
              </p14:nvContentPartPr>
              <p14:xfrm>
                <a:off x="9120369" y="3196865"/>
                <a:ext cx="228600" cy="145800"/>
              </p14:xfrm>
            </p:contentPart>
          </mc:Choice>
          <mc:Fallback xmlns="">
            <p:pic>
              <p:nvPicPr>
                <p:cNvPr id="420" name="잉크 419">
                  <a:extLst>
                    <a:ext uri="{FF2B5EF4-FFF2-40B4-BE49-F238E27FC236}">
                      <a16:creationId xmlns:a16="http://schemas.microsoft.com/office/drawing/2014/main" id="{7D22935B-62E1-EA7A-3A6A-34298CCCEDE8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105129" y="3184534"/>
                  <a:ext cx="259080" cy="17046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1" name="그룹 420">
              <a:extLst>
                <a:ext uri="{FF2B5EF4-FFF2-40B4-BE49-F238E27FC236}">
                  <a16:creationId xmlns:a16="http://schemas.microsoft.com/office/drawing/2014/main" id="{C166C372-21A9-4CD2-E410-6E88D02569CE}"/>
                </a:ext>
              </a:extLst>
            </p:cNvPr>
            <p:cNvGrpSpPr/>
            <p:nvPr/>
          </p:nvGrpSpPr>
          <p:grpSpPr>
            <a:xfrm>
              <a:off x="7322889" y="3692585"/>
              <a:ext cx="424080" cy="682200"/>
              <a:chOff x="7322889" y="3692585"/>
              <a:chExt cx="424080" cy="682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02">
                <p14:nvContentPartPr>
                  <p14:cNvPr id="469" name="잉크 468">
                    <a:extLst>
                      <a:ext uri="{FF2B5EF4-FFF2-40B4-BE49-F238E27FC236}">
                        <a16:creationId xmlns:a16="http://schemas.microsoft.com/office/drawing/2014/main" id="{324A1A01-CB23-D381-F9D5-C6BB155A18FF}"/>
                      </a:ext>
                    </a:extLst>
                  </p14:cNvPr>
                  <p14:cNvContentPartPr/>
                  <p14:nvPr/>
                </p14:nvContentPartPr>
                <p14:xfrm>
                  <a:off x="7322889" y="3692585"/>
                  <a:ext cx="380520" cy="599400"/>
                </p14:xfrm>
              </p:contentPart>
            </mc:Choice>
            <mc:Fallback xmlns="">
              <p:pic>
                <p:nvPicPr>
                  <p:cNvPr id="469" name="잉크 468">
                    <a:extLst>
                      <a:ext uri="{FF2B5EF4-FFF2-40B4-BE49-F238E27FC236}">
                        <a16:creationId xmlns:a16="http://schemas.microsoft.com/office/drawing/2014/main" id="{324A1A01-CB23-D381-F9D5-C6BB155A18FF}"/>
                      </a:ext>
                    </a:extLst>
                  </p:cNvPr>
                  <p:cNvPicPr/>
                  <p:nvPr/>
                </p:nvPicPr>
                <p:blipFill>
                  <a:blip r:embed="rId703"/>
                  <a:stretch>
                    <a:fillRect/>
                  </a:stretch>
                </p:blipFill>
                <p:spPr>
                  <a:xfrm>
                    <a:off x="7307668" y="3680234"/>
                    <a:ext cx="410962" cy="6241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4">
                <p14:nvContentPartPr>
                  <p14:cNvPr id="470" name="잉크 469">
                    <a:extLst>
                      <a:ext uri="{FF2B5EF4-FFF2-40B4-BE49-F238E27FC236}">
                        <a16:creationId xmlns:a16="http://schemas.microsoft.com/office/drawing/2014/main" id="{7FCA2393-FCCB-18F3-887A-6B9E3BAD6276}"/>
                      </a:ext>
                    </a:extLst>
                  </p14:cNvPr>
                  <p14:cNvContentPartPr/>
                  <p14:nvPr/>
                </p14:nvContentPartPr>
                <p14:xfrm>
                  <a:off x="7597569" y="4196585"/>
                  <a:ext cx="149400" cy="178200"/>
                </p14:xfrm>
              </p:contentPart>
            </mc:Choice>
            <mc:Fallback xmlns="">
              <p:pic>
                <p:nvPicPr>
                  <p:cNvPr id="470" name="잉크 469">
                    <a:extLst>
                      <a:ext uri="{FF2B5EF4-FFF2-40B4-BE49-F238E27FC236}">
                        <a16:creationId xmlns:a16="http://schemas.microsoft.com/office/drawing/2014/main" id="{7FCA2393-FCCB-18F3-887A-6B9E3BAD6276}"/>
                      </a:ext>
                    </a:extLst>
                  </p:cNvPr>
                  <p:cNvPicPr/>
                  <p:nvPr/>
                </p:nvPicPr>
                <p:blipFill>
                  <a:blip r:embed="rId705"/>
                  <a:stretch>
                    <a:fillRect/>
                  </a:stretch>
                </p:blipFill>
                <p:spPr>
                  <a:xfrm>
                    <a:off x="7582361" y="4184270"/>
                    <a:ext cx="179817" cy="202829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22" name="그룹 421">
              <a:extLst>
                <a:ext uri="{FF2B5EF4-FFF2-40B4-BE49-F238E27FC236}">
                  <a16:creationId xmlns:a16="http://schemas.microsoft.com/office/drawing/2014/main" id="{10DA613F-0B2A-71AE-D956-EF86561BF7C3}"/>
                </a:ext>
              </a:extLst>
            </p:cNvPr>
            <p:cNvGrpSpPr/>
            <p:nvPr/>
          </p:nvGrpSpPr>
          <p:grpSpPr>
            <a:xfrm>
              <a:off x="8135769" y="4039985"/>
              <a:ext cx="3765600" cy="1423080"/>
              <a:chOff x="8135769" y="4039985"/>
              <a:chExt cx="3765600" cy="142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06">
                <p14:nvContentPartPr>
                  <p14:cNvPr id="431" name="잉크 430">
                    <a:extLst>
                      <a:ext uri="{FF2B5EF4-FFF2-40B4-BE49-F238E27FC236}">
                        <a16:creationId xmlns:a16="http://schemas.microsoft.com/office/drawing/2014/main" id="{2A27FF01-4F28-A31A-3EA3-A74ACC027048}"/>
                      </a:ext>
                    </a:extLst>
                  </p14:cNvPr>
                  <p14:cNvContentPartPr/>
                  <p14:nvPr/>
                </p14:nvContentPartPr>
                <p14:xfrm>
                  <a:off x="8135769" y="4039985"/>
                  <a:ext cx="198720" cy="342360"/>
                </p14:xfrm>
              </p:contentPart>
            </mc:Choice>
            <mc:Fallback xmlns="">
              <p:pic>
                <p:nvPicPr>
                  <p:cNvPr id="431" name="잉크 430">
                    <a:extLst>
                      <a:ext uri="{FF2B5EF4-FFF2-40B4-BE49-F238E27FC236}">
                        <a16:creationId xmlns:a16="http://schemas.microsoft.com/office/drawing/2014/main" id="{2A27FF01-4F28-A31A-3EA3-A74ACC027048}"/>
                      </a:ext>
                    </a:extLst>
                  </p:cNvPr>
                  <p:cNvPicPr/>
                  <p:nvPr/>
                </p:nvPicPr>
                <p:blipFill>
                  <a:blip r:embed="rId707"/>
                  <a:stretch>
                    <a:fillRect/>
                  </a:stretch>
                </p:blipFill>
                <p:spPr>
                  <a:xfrm>
                    <a:off x="8120552" y="4027654"/>
                    <a:ext cx="229155" cy="3670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8">
                <p14:nvContentPartPr>
                  <p14:cNvPr id="432" name="잉크 431">
                    <a:extLst>
                      <a:ext uri="{FF2B5EF4-FFF2-40B4-BE49-F238E27FC236}">
                        <a16:creationId xmlns:a16="http://schemas.microsoft.com/office/drawing/2014/main" id="{57E3D37D-3397-2E4C-D5B1-00B71A0D2BCD}"/>
                      </a:ext>
                    </a:extLst>
                  </p14:cNvPr>
                  <p14:cNvContentPartPr/>
                  <p14:nvPr/>
                </p14:nvContentPartPr>
                <p14:xfrm>
                  <a:off x="8462649" y="4113065"/>
                  <a:ext cx="104760" cy="281520"/>
                </p14:xfrm>
              </p:contentPart>
            </mc:Choice>
            <mc:Fallback xmlns="">
              <p:pic>
                <p:nvPicPr>
                  <p:cNvPr id="432" name="잉크 431">
                    <a:extLst>
                      <a:ext uri="{FF2B5EF4-FFF2-40B4-BE49-F238E27FC236}">
                        <a16:creationId xmlns:a16="http://schemas.microsoft.com/office/drawing/2014/main" id="{57E3D37D-3397-2E4C-D5B1-00B71A0D2BCD}"/>
                      </a:ext>
                    </a:extLst>
                  </p:cNvPr>
                  <p:cNvPicPr/>
                  <p:nvPr/>
                </p:nvPicPr>
                <p:blipFill>
                  <a:blip r:embed="rId709"/>
                  <a:stretch>
                    <a:fillRect/>
                  </a:stretch>
                </p:blipFill>
                <p:spPr>
                  <a:xfrm>
                    <a:off x="8447427" y="4100730"/>
                    <a:ext cx="135203" cy="3061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0">
                <p14:nvContentPartPr>
                  <p14:cNvPr id="433" name="잉크 432">
                    <a:extLst>
                      <a:ext uri="{FF2B5EF4-FFF2-40B4-BE49-F238E27FC236}">
                        <a16:creationId xmlns:a16="http://schemas.microsoft.com/office/drawing/2014/main" id="{0F264AE8-FE2D-A9FC-0BD3-F8B0C7FF5148}"/>
                      </a:ext>
                    </a:extLst>
                  </p14:cNvPr>
                  <p14:cNvContentPartPr/>
                  <p14:nvPr/>
                </p14:nvContentPartPr>
                <p14:xfrm>
                  <a:off x="8569569" y="4114505"/>
                  <a:ext cx="98640" cy="72720"/>
                </p14:xfrm>
              </p:contentPart>
            </mc:Choice>
            <mc:Fallback xmlns="">
              <p:pic>
                <p:nvPicPr>
                  <p:cNvPr id="433" name="잉크 432">
                    <a:extLst>
                      <a:ext uri="{FF2B5EF4-FFF2-40B4-BE49-F238E27FC236}">
                        <a16:creationId xmlns:a16="http://schemas.microsoft.com/office/drawing/2014/main" id="{0F264AE8-FE2D-A9FC-0BD3-F8B0C7FF5148}"/>
                      </a:ext>
                    </a:extLst>
                  </p:cNvPr>
                  <p:cNvPicPr/>
                  <p:nvPr/>
                </p:nvPicPr>
                <p:blipFill>
                  <a:blip r:embed="rId711"/>
                  <a:stretch>
                    <a:fillRect/>
                  </a:stretch>
                </p:blipFill>
                <p:spPr>
                  <a:xfrm>
                    <a:off x="8554462" y="4102143"/>
                    <a:ext cx="128854" cy="974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2">
                <p14:nvContentPartPr>
                  <p14:cNvPr id="434" name="잉크 433">
                    <a:extLst>
                      <a:ext uri="{FF2B5EF4-FFF2-40B4-BE49-F238E27FC236}">
                        <a16:creationId xmlns:a16="http://schemas.microsoft.com/office/drawing/2014/main" id="{958AF65D-A6EB-C7CD-2FE7-52086C715672}"/>
                      </a:ext>
                    </a:extLst>
                  </p14:cNvPr>
                  <p14:cNvContentPartPr/>
                  <p14:nvPr/>
                </p14:nvContentPartPr>
                <p14:xfrm>
                  <a:off x="9020289" y="4126385"/>
                  <a:ext cx="127080" cy="262080"/>
                </p14:xfrm>
              </p:contentPart>
            </mc:Choice>
            <mc:Fallback xmlns="">
              <p:pic>
                <p:nvPicPr>
                  <p:cNvPr id="434" name="잉크 433">
                    <a:extLst>
                      <a:ext uri="{FF2B5EF4-FFF2-40B4-BE49-F238E27FC236}">
                        <a16:creationId xmlns:a16="http://schemas.microsoft.com/office/drawing/2014/main" id="{958AF65D-A6EB-C7CD-2FE7-52086C715672}"/>
                      </a:ext>
                    </a:extLst>
                  </p:cNvPr>
                  <p:cNvPicPr/>
                  <p:nvPr/>
                </p:nvPicPr>
                <p:blipFill>
                  <a:blip r:embed="rId713"/>
                  <a:stretch>
                    <a:fillRect/>
                  </a:stretch>
                </p:blipFill>
                <p:spPr>
                  <a:xfrm>
                    <a:off x="9005075" y="4114043"/>
                    <a:ext cx="157508" cy="2867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4">
                <p14:nvContentPartPr>
                  <p14:cNvPr id="435" name="잉크 434">
                    <a:extLst>
                      <a:ext uri="{FF2B5EF4-FFF2-40B4-BE49-F238E27FC236}">
                        <a16:creationId xmlns:a16="http://schemas.microsoft.com/office/drawing/2014/main" id="{214A58EF-EB32-441A-8FDB-10B2330C5EBA}"/>
                      </a:ext>
                    </a:extLst>
                  </p14:cNvPr>
                  <p14:cNvContentPartPr/>
                  <p14:nvPr/>
                </p14:nvContentPartPr>
                <p14:xfrm>
                  <a:off x="9189489" y="4254905"/>
                  <a:ext cx="183600" cy="120600"/>
                </p14:xfrm>
              </p:contentPart>
            </mc:Choice>
            <mc:Fallback xmlns="">
              <p:pic>
                <p:nvPicPr>
                  <p:cNvPr id="435" name="잉크 434">
                    <a:extLst>
                      <a:ext uri="{FF2B5EF4-FFF2-40B4-BE49-F238E27FC236}">
                        <a16:creationId xmlns:a16="http://schemas.microsoft.com/office/drawing/2014/main" id="{214A58EF-EB32-441A-8FDB-10B2330C5EBA}"/>
                      </a:ext>
                    </a:extLst>
                  </p:cNvPr>
                  <p:cNvPicPr/>
                  <p:nvPr/>
                </p:nvPicPr>
                <p:blipFill>
                  <a:blip r:embed="rId715"/>
                  <a:stretch>
                    <a:fillRect/>
                  </a:stretch>
                </p:blipFill>
                <p:spPr>
                  <a:xfrm>
                    <a:off x="9174264" y="4242628"/>
                    <a:ext cx="214051" cy="1451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6">
                <p14:nvContentPartPr>
                  <p14:cNvPr id="436" name="잉크 435">
                    <a:extLst>
                      <a:ext uri="{FF2B5EF4-FFF2-40B4-BE49-F238E27FC236}">
                        <a16:creationId xmlns:a16="http://schemas.microsoft.com/office/drawing/2014/main" id="{80F0A1C9-8BC6-E6A6-47DE-20B694FE26B6}"/>
                      </a:ext>
                    </a:extLst>
                  </p14:cNvPr>
                  <p14:cNvContentPartPr/>
                  <p14:nvPr/>
                </p14:nvContentPartPr>
                <p14:xfrm>
                  <a:off x="9366609" y="4243745"/>
                  <a:ext cx="144360" cy="11160"/>
                </p14:xfrm>
              </p:contentPart>
            </mc:Choice>
            <mc:Fallback xmlns="">
              <p:pic>
                <p:nvPicPr>
                  <p:cNvPr id="436" name="잉크 435">
                    <a:extLst>
                      <a:ext uri="{FF2B5EF4-FFF2-40B4-BE49-F238E27FC236}">
                        <a16:creationId xmlns:a16="http://schemas.microsoft.com/office/drawing/2014/main" id="{80F0A1C9-8BC6-E6A6-47DE-20B694FE26B6}"/>
                      </a:ext>
                    </a:extLst>
                  </p:cNvPr>
                  <p:cNvPicPr/>
                  <p:nvPr/>
                </p:nvPicPr>
                <p:blipFill>
                  <a:blip r:embed="rId717"/>
                  <a:stretch>
                    <a:fillRect/>
                  </a:stretch>
                </p:blipFill>
                <p:spPr>
                  <a:xfrm>
                    <a:off x="9351460" y="4231887"/>
                    <a:ext cx="174658" cy="348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8">
                <p14:nvContentPartPr>
                  <p14:cNvPr id="437" name="잉크 436">
                    <a:extLst>
                      <a:ext uri="{FF2B5EF4-FFF2-40B4-BE49-F238E27FC236}">
                        <a16:creationId xmlns:a16="http://schemas.microsoft.com/office/drawing/2014/main" id="{5A03942C-559B-10A6-BE00-10177555B7CA}"/>
                      </a:ext>
                    </a:extLst>
                  </p14:cNvPr>
                  <p14:cNvContentPartPr/>
                  <p14:nvPr/>
                </p14:nvContentPartPr>
                <p14:xfrm>
                  <a:off x="9422409" y="4114505"/>
                  <a:ext cx="165240" cy="293760"/>
                </p14:xfrm>
              </p:contentPart>
            </mc:Choice>
            <mc:Fallback xmlns="">
              <p:pic>
                <p:nvPicPr>
                  <p:cNvPr id="437" name="잉크 436">
                    <a:extLst>
                      <a:ext uri="{FF2B5EF4-FFF2-40B4-BE49-F238E27FC236}">
                        <a16:creationId xmlns:a16="http://schemas.microsoft.com/office/drawing/2014/main" id="{5A03942C-559B-10A6-BE00-10177555B7CA}"/>
                      </a:ext>
                    </a:extLst>
                  </p:cNvPr>
                  <p:cNvPicPr/>
                  <p:nvPr/>
                </p:nvPicPr>
                <p:blipFill>
                  <a:blip r:embed="rId719"/>
                  <a:stretch>
                    <a:fillRect/>
                  </a:stretch>
                </p:blipFill>
                <p:spPr>
                  <a:xfrm>
                    <a:off x="9407225" y="4102174"/>
                    <a:ext cx="195608" cy="3184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0">
                <p14:nvContentPartPr>
                  <p14:cNvPr id="438" name="잉크 437">
                    <a:extLst>
                      <a:ext uri="{FF2B5EF4-FFF2-40B4-BE49-F238E27FC236}">
                        <a16:creationId xmlns:a16="http://schemas.microsoft.com/office/drawing/2014/main" id="{4B60CB8B-FA45-428B-0014-7E139CA75371}"/>
                      </a:ext>
                    </a:extLst>
                  </p14:cNvPr>
                  <p14:cNvContentPartPr/>
                  <p14:nvPr/>
                </p14:nvContentPartPr>
                <p14:xfrm>
                  <a:off x="9621849" y="4302065"/>
                  <a:ext cx="127080" cy="131400"/>
                </p14:xfrm>
              </p:contentPart>
            </mc:Choice>
            <mc:Fallback xmlns="">
              <p:pic>
                <p:nvPicPr>
                  <p:cNvPr id="438" name="잉크 437">
                    <a:extLst>
                      <a:ext uri="{FF2B5EF4-FFF2-40B4-BE49-F238E27FC236}">
                        <a16:creationId xmlns:a16="http://schemas.microsoft.com/office/drawing/2014/main" id="{4B60CB8B-FA45-428B-0014-7E139CA75371}"/>
                      </a:ext>
                    </a:extLst>
                  </p:cNvPr>
                  <p:cNvPicPr/>
                  <p:nvPr/>
                </p:nvPicPr>
                <p:blipFill>
                  <a:blip r:embed="rId721"/>
                  <a:stretch>
                    <a:fillRect/>
                  </a:stretch>
                </p:blipFill>
                <p:spPr>
                  <a:xfrm>
                    <a:off x="9606635" y="4289791"/>
                    <a:ext cx="157508" cy="1559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2">
                <p14:nvContentPartPr>
                  <p14:cNvPr id="439" name="잉크 438">
                    <a:extLst>
                      <a:ext uri="{FF2B5EF4-FFF2-40B4-BE49-F238E27FC236}">
                        <a16:creationId xmlns:a16="http://schemas.microsoft.com/office/drawing/2014/main" id="{B5E26E01-3AD1-DBF4-C7CE-28C04C237C18}"/>
                      </a:ext>
                    </a:extLst>
                  </p14:cNvPr>
                  <p14:cNvContentPartPr/>
                  <p14:nvPr/>
                </p14:nvContentPartPr>
                <p14:xfrm>
                  <a:off x="9861249" y="4091105"/>
                  <a:ext cx="136440" cy="381240"/>
                </p14:xfrm>
              </p:contentPart>
            </mc:Choice>
            <mc:Fallback xmlns="">
              <p:pic>
                <p:nvPicPr>
                  <p:cNvPr id="439" name="잉크 438">
                    <a:extLst>
                      <a:ext uri="{FF2B5EF4-FFF2-40B4-BE49-F238E27FC236}">
                        <a16:creationId xmlns:a16="http://schemas.microsoft.com/office/drawing/2014/main" id="{B5E26E01-3AD1-DBF4-C7CE-28C04C237C18}"/>
                      </a:ext>
                    </a:extLst>
                  </p:cNvPr>
                  <p:cNvPicPr/>
                  <p:nvPr/>
                </p:nvPicPr>
                <p:blipFill>
                  <a:blip r:embed="rId723"/>
                  <a:stretch>
                    <a:fillRect/>
                  </a:stretch>
                </p:blipFill>
                <p:spPr>
                  <a:xfrm>
                    <a:off x="9846089" y="4078760"/>
                    <a:ext cx="166760" cy="4059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4">
                <p14:nvContentPartPr>
                  <p14:cNvPr id="440" name="잉크 439">
                    <a:extLst>
                      <a:ext uri="{FF2B5EF4-FFF2-40B4-BE49-F238E27FC236}">
                        <a16:creationId xmlns:a16="http://schemas.microsoft.com/office/drawing/2014/main" id="{AAE0390D-138A-6E8F-0C3A-1FFC762DB467}"/>
                      </a:ext>
                    </a:extLst>
                  </p14:cNvPr>
                  <p14:cNvContentPartPr/>
                  <p14:nvPr/>
                </p14:nvContentPartPr>
                <p14:xfrm>
                  <a:off x="10143489" y="4091105"/>
                  <a:ext cx="117360" cy="189720"/>
                </p14:xfrm>
              </p:contentPart>
            </mc:Choice>
            <mc:Fallback xmlns="">
              <p:pic>
                <p:nvPicPr>
                  <p:cNvPr id="440" name="잉크 439">
                    <a:extLst>
                      <a:ext uri="{FF2B5EF4-FFF2-40B4-BE49-F238E27FC236}">
                        <a16:creationId xmlns:a16="http://schemas.microsoft.com/office/drawing/2014/main" id="{AAE0390D-138A-6E8F-0C3A-1FFC762DB467}"/>
                      </a:ext>
                    </a:extLst>
                  </p:cNvPr>
                  <p:cNvPicPr/>
                  <p:nvPr/>
                </p:nvPicPr>
                <p:blipFill>
                  <a:blip r:embed="rId725"/>
                  <a:stretch>
                    <a:fillRect/>
                  </a:stretch>
                </p:blipFill>
                <p:spPr>
                  <a:xfrm>
                    <a:off x="10128374" y="4078795"/>
                    <a:ext cx="147589" cy="2143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6">
                <p14:nvContentPartPr>
                  <p14:cNvPr id="441" name="잉크 440">
                    <a:extLst>
                      <a:ext uri="{FF2B5EF4-FFF2-40B4-BE49-F238E27FC236}">
                        <a16:creationId xmlns:a16="http://schemas.microsoft.com/office/drawing/2014/main" id="{5AE432B1-26D0-0C2D-AE21-5A0F9DED5EDD}"/>
                      </a:ext>
                    </a:extLst>
                  </p14:cNvPr>
                  <p14:cNvContentPartPr/>
                  <p14:nvPr/>
                </p14:nvContentPartPr>
                <p14:xfrm>
                  <a:off x="10116849" y="4313945"/>
                  <a:ext cx="328680" cy="48600"/>
                </p14:xfrm>
              </p:contentPart>
            </mc:Choice>
            <mc:Fallback xmlns="">
              <p:pic>
                <p:nvPicPr>
                  <p:cNvPr id="441" name="잉크 440">
                    <a:extLst>
                      <a:ext uri="{FF2B5EF4-FFF2-40B4-BE49-F238E27FC236}">
                        <a16:creationId xmlns:a16="http://schemas.microsoft.com/office/drawing/2014/main" id="{5AE432B1-26D0-0C2D-AE21-5A0F9DED5EDD}"/>
                      </a:ext>
                    </a:extLst>
                  </p:cNvPr>
                  <p:cNvPicPr/>
                  <p:nvPr/>
                </p:nvPicPr>
                <p:blipFill>
                  <a:blip r:embed="rId727"/>
                  <a:stretch>
                    <a:fillRect/>
                  </a:stretch>
                </p:blipFill>
                <p:spPr>
                  <a:xfrm>
                    <a:off x="10101624" y="4301795"/>
                    <a:ext cx="359130" cy="729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8">
                <p14:nvContentPartPr>
                  <p14:cNvPr id="442" name="잉크 441">
                    <a:extLst>
                      <a:ext uri="{FF2B5EF4-FFF2-40B4-BE49-F238E27FC236}">
                        <a16:creationId xmlns:a16="http://schemas.microsoft.com/office/drawing/2014/main" id="{F741BF37-1151-6303-788A-8163686F9CAF}"/>
                      </a:ext>
                    </a:extLst>
                  </p14:cNvPr>
                  <p14:cNvContentPartPr/>
                  <p14:nvPr/>
                </p14:nvContentPartPr>
                <p14:xfrm>
                  <a:off x="10468569" y="4079585"/>
                  <a:ext cx="360" cy="502200"/>
                </p14:xfrm>
              </p:contentPart>
            </mc:Choice>
            <mc:Fallback xmlns="">
              <p:pic>
                <p:nvPicPr>
                  <p:cNvPr id="442" name="잉크 441">
                    <a:extLst>
                      <a:ext uri="{FF2B5EF4-FFF2-40B4-BE49-F238E27FC236}">
                        <a16:creationId xmlns:a16="http://schemas.microsoft.com/office/drawing/2014/main" id="{F741BF37-1151-6303-788A-8163686F9CAF}"/>
                      </a:ext>
                    </a:extLst>
                  </p:cNvPr>
                  <p:cNvPicPr/>
                  <p:nvPr/>
                </p:nvPicPr>
                <p:blipFill>
                  <a:blip r:embed="rId729"/>
                  <a:stretch>
                    <a:fillRect/>
                  </a:stretch>
                </p:blipFill>
                <p:spPr>
                  <a:xfrm>
                    <a:off x="10462449" y="4067248"/>
                    <a:ext cx="12600" cy="5268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0">
                <p14:nvContentPartPr>
                  <p14:cNvPr id="443" name="잉크 442">
                    <a:extLst>
                      <a:ext uri="{FF2B5EF4-FFF2-40B4-BE49-F238E27FC236}">
                        <a16:creationId xmlns:a16="http://schemas.microsoft.com/office/drawing/2014/main" id="{4D35265C-EF58-1E12-2422-E38276380F95}"/>
                      </a:ext>
                    </a:extLst>
                  </p14:cNvPr>
                  <p14:cNvContentPartPr/>
                  <p14:nvPr/>
                </p14:nvContentPartPr>
                <p14:xfrm>
                  <a:off x="8205249" y="4908665"/>
                  <a:ext cx="426960" cy="172080"/>
                </p14:xfrm>
              </p:contentPart>
            </mc:Choice>
            <mc:Fallback xmlns="">
              <p:pic>
                <p:nvPicPr>
                  <p:cNvPr id="443" name="잉크 442">
                    <a:extLst>
                      <a:ext uri="{FF2B5EF4-FFF2-40B4-BE49-F238E27FC236}">
                        <a16:creationId xmlns:a16="http://schemas.microsoft.com/office/drawing/2014/main" id="{4D35265C-EF58-1E12-2422-E38276380F95}"/>
                      </a:ext>
                    </a:extLst>
                  </p:cNvPr>
                  <p:cNvPicPr/>
                  <p:nvPr/>
                </p:nvPicPr>
                <p:blipFill>
                  <a:blip r:embed="rId731"/>
                  <a:stretch>
                    <a:fillRect/>
                  </a:stretch>
                </p:blipFill>
                <p:spPr>
                  <a:xfrm>
                    <a:off x="8190032" y="4896322"/>
                    <a:ext cx="457393" cy="1967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2">
                <p14:nvContentPartPr>
                  <p14:cNvPr id="444" name="잉크 443">
                    <a:extLst>
                      <a:ext uri="{FF2B5EF4-FFF2-40B4-BE49-F238E27FC236}">
                        <a16:creationId xmlns:a16="http://schemas.microsoft.com/office/drawing/2014/main" id="{2C6C1F2D-167B-C12B-67B2-66A6A2779DB0}"/>
                      </a:ext>
                    </a:extLst>
                  </p14:cNvPr>
                  <p14:cNvContentPartPr/>
                  <p14:nvPr/>
                </p14:nvContentPartPr>
                <p14:xfrm>
                  <a:off x="8698449" y="4817945"/>
                  <a:ext cx="12240" cy="352080"/>
                </p14:xfrm>
              </p:contentPart>
            </mc:Choice>
            <mc:Fallback xmlns="">
              <p:pic>
                <p:nvPicPr>
                  <p:cNvPr id="444" name="잉크 443">
                    <a:extLst>
                      <a:ext uri="{FF2B5EF4-FFF2-40B4-BE49-F238E27FC236}">
                        <a16:creationId xmlns:a16="http://schemas.microsoft.com/office/drawing/2014/main" id="{2C6C1F2D-167B-C12B-67B2-66A6A2779DB0}"/>
                      </a:ext>
                    </a:extLst>
                  </p:cNvPr>
                  <p:cNvPicPr/>
                  <p:nvPr/>
                </p:nvPicPr>
                <p:blipFill>
                  <a:blip r:embed="rId733"/>
                  <a:stretch>
                    <a:fillRect/>
                  </a:stretch>
                </p:blipFill>
                <p:spPr>
                  <a:xfrm>
                    <a:off x="8683586" y="4805604"/>
                    <a:ext cx="41966" cy="3767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4">
                <p14:nvContentPartPr>
                  <p14:cNvPr id="445" name="잉크 444">
                    <a:extLst>
                      <a:ext uri="{FF2B5EF4-FFF2-40B4-BE49-F238E27FC236}">
                        <a16:creationId xmlns:a16="http://schemas.microsoft.com/office/drawing/2014/main" id="{4D46463E-B17D-0E99-D135-D237F5576BE2}"/>
                      </a:ext>
                    </a:extLst>
                  </p14:cNvPr>
                  <p14:cNvContentPartPr/>
                  <p14:nvPr/>
                </p14:nvContentPartPr>
                <p14:xfrm>
                  <a:off x="8744889" y="4888505"/>
                  <a:ext cx="332640" cy="293040"/>
                </p14:xfrm>
              </p:contentPart>
            </mc:Choice>
            <mc:Fallback xmlns="">
              <p:pic>
                <p:nvPicPr>
                  <p:cNvPr id="445" name="잉크 444">
                    <a:extLst>
                      <a:ext uri="{FF2B5EF4-FFF2-40B4-BE49-F238E27FC236}">
                        <a16:creationId xmlns:a16="http://schemas.microsoft.com/office/drawing/2014/main" id="{4D46463E-B17D-0E99-D135-D237F5576BE2}"/>
                      </a:ext>
                    </a:extLst>
                  </p:cNvPr>
                  <p:cNvPicPr/>
                  <p:nvPr/>
                </p:nvPicPr>
                <p:blipFill>
                  <a:blip r:embed="rId735"/>
                  <a:stretch>
                    <a:fillRect/>
                  </a:stretch>
                </p:blipFill>
                <p:spPr>
                  <a:xfrm>
                    <a:off x="8729647" y="4876174"/>
                    <a:ext cx="363125" cy="3177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6">
                <p14:nvContentPartPr>
                  <p14:cNvPr id="446" name="잉크 445">
                    <a:extLst>
                      <a:ext uri="{FF2B5EF4-FFF2-40B4-BE49-F238E27FC236}">
                        <a16:creationId xmlns:a16="http://schemas.microsoft.com/office/drawing/2014/main" id="{1F2576F4-B728-6A90-3D9C-9A2087B8F888}"/>
                      </a:ext>
                    </a:extLst>
                  </p14:cNvPr>
                  <p14:cNvContentPartPr/>
                  <p14:nvPr/>
                </p14:nvContentPartPr>
                <p14:xfrm>
                  <a:off x="9083649" y="4935305"/>
                  <a:ext cx="208800" cy="132840"/>
                </p14:xfrm>
              </p:contentPart>
            </mc:Choice>
            <mc:Fallback xmlns="">
              <p:pic>
                <p:nvPicPr>
                  <p:cNvPr id="446" name="잉크 445">
                    <a:extLst>
                      <a:ext uri="{FF2B5EF4-FFF2-40B4-BE49-F238E27FC236}">
                        <a16:creationId xmlns:a16="http://schemas.microsoft.com/office/drawing/2014/main" id="{1F2576F4-B728-6A90-3D9C-9A2087B8F888}"/>
                      </a:ext>
                    </a:extLst>
                  </p:cNvPr>
                  <p:cNvPicPr/>
                  <p:nvPr/>
                </p:nvPicPr>
                <p:blipFill>
                  <a:blip r:embed="rId737"/>
                  <a:stretch>
                    <a:fillRect/>
                  </a:stretch>
                </p:blipFill>
                <p:spPr>
                  <a:xfrm>
                    <a:off x="9068415" y="4922965"/>
                    <a:ext cx="239269" cy="1575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8">
                <p14:nvContentPartPr>
                  <p14:cNvPr id="447" name="잉크 446">
                    <a:extLst>
                      <a:ext uri="{FF2B5EF4-FFF2-40B4-BE49-F238E27FC236}">
                        <a16:creationId xmlns:a16="http://schemas.microsoft.com/office/drawing/2014/main" id="{A4745975-6D98-2E2D-036D-417EFECB89E1}"/>
                      </a:ext>
                    </a:extLst>
                  </p14:cNvPr>
                  <p14:cNvContentPartPr/>
                  <p14:nvPr/>
                </p14:nvContentPartPr>
                <p14:xfrm>
                  <a:off x="9373449" y="4806425"/>
                  <a:ext cx="16920" cy="488520"/>
                </p14:xfrm>
              </p:contentPart>
            </mc:Choice>
            <mc:Fallback xmlns="">
              <p:pic>
                <p:nvPicPr>
                  <p:cNvPr id="447" name="잉크 446">
                    <a:extLst>
                      <a:ext uri="{FF2B5EF4-FFF2-40B4-BE49-F238E27FC236}">
                        <a16:creationId xmlns:a16="http://schemas.microsoft.com/office/drawing/2014/main" id="{A4745975-6D98-2E2D-036D-417EFECB89E1}"/>
                      </a:ext>
                    </a:extLst>
                  </p:cNvPr>
                  <p:cNvPicPr/>
                  <p:nvPr/>
                </p:nvPicPr>
                <p:blipFill>
                  <a:blip r:embed="rId739"/>
                  <a:stretch>
                    <a:fillRect/>
                  </a:stretch>
                </p:blipFill>
                <p:spPr>
                  <a:xfrm>
                    <a:off x="9359067" y="4794085"/>
                    <a:ext cx="45684" cy="51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0">
                <p14:nvContentPartPr>
                  <p14:cNvPr id="448" name="잉크 447">
                    <a:extLst>
                      <a:ext uri="{FF2B5EF4-FFF2-40B4-BE49-F238E27FC236}">
                        <a16:creationId xmlns:a16="http://schemas.microsoft.com/office/drawing/2014/main" id="{8CDF763A-D25C-611C-B6A2-BB28494335B1}"/>
                      </a:ext>
                    </a:extLst>
                  </p14:cNvPr>
                  <p14:cNvContentPartPr/>
                  <p14:nvPr/>
                </p14:nvContentPartPr>
                <p14:xfrm>
                  <a:off x="9636249" y="4923065"/>
                  <a:ext cx="154440" cy="143280"/>
                </p14:xfrm>
              </p:contentPart>
            </mc:Choice>
            <mc:Fallback xmlns="">
              <p:pic>
                <p:nvPicPr>
                  <p:cNvPr id="448" name="잉크 447">
                    <a:extLst>
                      <a:ext uri="{FF2B5EF4-FFF2-40B4-BE49-F238E27FC236}">
                        <a16:creationId xmlns:a16="http://schemas.microsoft.com/office/drawing/2014/main" id="{8CDF763A-D25C-611C-B6A2-BB28494335B1}"/>
                      </a:ext>
                    </a:extLst>
                  </p:cNvPr>
                  <p:cNvPicPr/>
                  <p:nvPr/>
                </p:nvPicPr>
                <p:blipFill>
                  <a:blip r:embed="rId741"/>
                  <a:stretch>
                    <a:fillRect/>
                  </a:stretch>
                </p:blipFill>
                <p:spPr>
                  <a:xfrm>
                    <a:off x="9621073" y="4910763"/>
                    <a:ext cx="184792" cy="1678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2">
                <p14:nvContentPartPr>
                  <p14:cNvPr id="449" name="잉크 448">
                    <a:extLst>
                      <a:ext uri="{FF2B5EF4-FFF2-40B4-BE49-F238E27FC236}">
                        <a16:creationId xmlns:a16="http://schemas.microsoft.com/office/drawing/2014/main" id="{6DE83F2F-DA00-060F-CDC2-3EBF12AECC2A}"/>
                      </a:ext>
                    </a:extLst>
                  </p14:cNvPr>
                  <p14:cNvContentPartPr/>
                  <p14:nvPr/>
                </p14:nvContentPartPr>
                <p14:xfrm>
                  <a:off x="9835329" y="4817945"/>
                  <a:ext cx="12600" cy="354600"/>
                </p14:xfrm>
              </p:contentPart>
            </mc:Choice>
            <mc:Fallback xmlns="">
              <p:pic>
                <p:nvPicPr>
                  <p:cNvPr id="449" name="잉크 448">
                    <a:extLst>
                      <a:ext uri="{FF2B5EF4-FFF2-40B4-BE49-F238E27FC236}">
                        <a16:creationId xmlns:a16="http://schemas.microsoft.com/office/drawing/2014/main" id="{6DE83F2F-DA00-060F-CDC2-3EBF12AECC2A}"/>
                      </a:ext>
                    </a:extLst>
                  </p:cNvPr>
                  <p:cNvPicPr/>
                  <p:nvPr/>
                </p:nvPicPr>
                <p:blipFill>
                  <a:blip r:embed="rId743"/>
                  <a:stretch>
                    <a:fillRect/>
                  </a:stretch>
                </p:blipFill>
                <p:spPr>
                  <a:xfrm>
                    <a:off x="9821049" y="4805617"/>
                    <a:ext cx="41160" cy="3792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4">
                <p14:nvContentPartPr>
                  <p14:cNvPr id="450" name="잉크 449">
                    <a:extLst>
                      <a:ext uri="{FF2B5EF4-FFF2-40B4-BE49-F238E27FC236}">
                        <a16:creationId xmlns:a16="http://schemas.microsoft.com/office/drawing/2014/main" id="{255E43F1-D599-A570-38A3-144BFE111FCF}"/>
                      </a:ext>
                    </a:extLst>
                  </p14:cNvPr>
                  <p14:cNvContentPartPr/>
                  <p14:nvPr/>
                </p14:nvContentPartPr>
                <p14:xfrm>
                  <a:off x="9905889" y="4876625"/>
                  <a:ext cx="203400" cy="117720"/>
                </p14:xfrm>
              </p:contentPart>
            </mc:Choice>
            <mc:Fallback xmlns="">
              <p:pic>
                <p:nvPicPr>
                  <p:cNvPr id="450" name="잉크 449">
                    <a:extLst>
                      <a:ext uri="{FF2B5EF4-FFF2-40B4-BE49-F238E27FC236}">
                        <a16:creationId xmlns:a16="http://schemas.microsoft.com/office/drawing/2014/main" id="{255E43F1-D599-A570-38A3-144BFE111FCF}"/>
                      </a:ext>
                    </a:extLst>
                  </p:cNvPr>
                  <p:cNvPicPr/>
                  <p:nvPr/>
                </p:nvPicPr>
                <p:blipFill>
                  <a:blip r:embed="rId745"/>
                  <a:stretch>
                    <a:fillRect/>
                  </a:stretch>
                </p:blipFill>
                <p:spPr>
                  <a:xfrm>
                    <a:off x="9890656" y="4864272"/>
                    <a:ext cx="233865" cy="1424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6">
                <p14:nvContentPartPr>
                  <p14:cNvPr id="451" name="잉크 450">
                    <a:extLst>
                      <a:ext uri="{FF2B5EF4-FFF2-40B4-BE49-F238E27FC236}">
                        <a16:creationId xmlns:a16="http://schemas.microsoft.com/office/drawing/2014/main" id="{7EFD14E4-D4C7-29EE-8403-DE913BFE0B79}"/>
                      </a:ext>
                    </a:extLst>
                  </p14:cNvPr>
                  <p14:cNvContentPartPr/>
                  <p14:nvPr/>
                </p14:nvContentPartPr>
                <p14:xfrm>
                  <a:off x="9859089" y="5064185"/>
                  <a:ext cx="294480" cy="360"/>
                </p14:xfrm>
              </p:contentPart>
            </mc:Choice>
            <mc:Fallback xmlns="">
              <p:pic>
                <p:nvPicPr>
                  <p:cNvPr id="451" name="잉크 450">
                    <a:extLst>
                      <a:ext uri="{FF2B5EF4-FFF2-40B4-BE49-F238E27FC236}">
                        <a16:creationId xmlns:a16="http://schemas.microsoft.com/office/drawing/2014/main" id="{7EFD14E4-D4C7-29EE-8403-DE913BFE0B79}"/>
                      </a:ext>
                    </a:extLst>
                  </p:cNvPr>
                  <p:cNvPicPr/>
                  <p:nvPr/>
                </p:nvPicPr>
                <p:blipFill>
                  <a:blip r:embed="rId747"/>
                  <a:stretch>
                    <a:fillRect/>
                  </a:stretch>
                </p:blipFill>
                <p:spPr>
                  <a:xfrm>
                    <a:off x="9843873" y="5058065"/>
                    <a:ext cx="324913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8">
                <p14:nvContentPartPr>
                  <p14:cNvPr id="452" name="잉크 451">
                    <a:extLst>
                      <a:ext uri="{FF2B5EF4-FFF2-40B4-BE49-F238E27FC236}">
                        <a16:creationId xmlns:a16="http://schemas.microsoft.com/office/drawing/2014/main" id="{4C9AA8C2-13DF-9C08-DB88-941634D911CE}"/>
                      </a:ext>
                    </a:extLst>
                  </p14:cNvPr>
                  <p14:cNvContentPartPr/>
                  <p14:nvPr/>
                </p14:nvContentPartPr>
                <p14:xfrm>
                  <a:off x="9954129" y="5064185"/>
                  <a:ext cx="153720" cy="149760"/>
                </p14:xfrm>
              </p:contentPart>
            </mc:Choice>
            <mc:Fallback xmlns="">
              <p:pic>
                <p:nvPicPr>
                  <p:cNvPr id="452" name="잉크 451">
                    <a:extLst>
                      <a:ext uri="{FF2B5EF4-FFF2-40B4-BE49-F238E27FC236}">
                        <a16:creationId xmlns:a16="http://schemas.microsoft.com/office/drawing/2014/main" id="{4C9AA8C2-13DF-9C08-DB88-941634D911CE}"/>
                      </a:ext>
                    </a:extLst>
                  </p:cNvPr>
                  <p:cNvPicPr/>
                  <p:nvPr/>
                </p:nvPicPr>
                <p:blipFill>
                  <a:blip r:embed="rId749"/>
                  <a:stretch>
                    <a:fillRect/>
                  </a:stretch>
                </p:blipFill>
                <p:spPr>
                  <a:xfrm>
                    <a:off x="9938936" y="5051886"/>
                    <a:ext cx="184107" cy="1743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0">
                <p14:nvContentPartPr>
                  <p14:cNvPr id="453" name="잉크 452">
                    <a:extLst>
                      <a:ext uri="{FF2B5EF4-FFF2-40B4-BE49-F238E27FC236}">
                        <a16:creationId xmlns:a16="http://schemas.microsoft.com/office/drawing/2014/main" id="{880FC3BF-EA7D-0BFD-D7FD-251BA50A0AC8}"/>
                      </a:ext>
                    </a:extLst>
                  </p14:cNvPr>
                  <p14:cNvContentPartPr/>
                  <p14:nvPr/>
                </p14:nvContentPartPr>
                <p14:xfrm>
                  <a:off x="10246449" y="4853225"/>
                  <a:ext cx="143640" cy="165600"/>
                </p14:xfrm>
              </p:contentPart>
            </mc:Choice>
            <mc:Fallback xmlns="">
              <p:pic>
                <p:nvPicPr>
                  <p:cNvPr id="453" name="잉크 452">
                    <a:extLst>
                      <a:ext uri="{FF2B5EF4-FFF2-40B4-BE49-F238E27FC236}">
                        <a16:creationId xmlns:a16="http://schemas.microsoft.com/office/drawing/2014/main" id="{880FC3BF-EA7D-0BFD-D7FD-251BA50A0AC8}"/>
                      </a:ext>
                    </a:extLst>
                  </p:cNvPr>
                  <p:cNvPicPr/>
                  <p:nvPr/>
                </p:nvPicPr>
                <p:blipFill>
                  <a:blip r:embed="rId751"/>
                  <a:stretch>
                    <a:fillRect/>
                  </a:stretch>
                </p:blipFill>
                <p:spPr>
                  <a:xfrm>
                    <a:off x="10231282" y="4840878"/>
                    <a:ext cx="173974" cy="1902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2">
                <p14:nvContentPartPr>
                  <p14:cNvPr id="454" name="잉크 453">
                    <a:extLst>
                      <a:ext uri="{FF2B5EF4-FFF2-40B4-BE49-F238E27FC236}">
                        <a16:creationId xmlns:a16="http://schemas.microsoft.com/office/drawing/2014/main" id="{A9A2D67B-0463-2CAB-178A-1148607302B1}"/>
                      </a:ext>
                    </a:extLst>
                  </p14:cNvPr>
                  <p14:cNvContentPartPr/>
                  <p14:nvPr/>
                </p14:nvContentPartPr>
                <p14:xfrm>
                  <a:off x="10491609" y="4817945"/>
                  <a:ext cx="12240" cy="525600"/>
                </p14:xfrm>
              </p:contentPart>
            </mc:Choice>
            <mc:Fallback xmlns="">
              <p:pic>
                <p:nvPicPr>
                  <p:cNvPr id="454" name="잉크 453">
                    <a:extLst>
                      <a:ext uri="{FF2B5EF4-FFF2-40B4-BE49-F238E27FC236}">
                        <a16:creationId xmlns:a16="http://schemas.microsoft.com/office/drawing/2014/main" id="{A9A2D67B-0463-2CAB-178A-1148607302B1}"/>
                      </a:ext>
                    </a:extLst>
                  </p:cNvPr>
                  <p:cNvPicPr/>
                  <p:nvPr/>
                </p:nvPicPr>
                <p:blipFill>
                  <a:blip r:embed="rId753"/>
                  <a:stretch>
                    <a:fillRect/>
                  </a:stretch>
                </p:blipFill>
                <p:spPr>
                  <a:xfrm>
                    <a:off x="10476746" y="4805604"/>
                    <a:ext cx="41966" cy="5502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4">
                <p14:nvContentPartPr>
                  <p14:cNvPr id="455" name="잉크 454">
                    <a:extLst>
                      <a:ext uri="{FF2B5EF4-FFF2-40B4-BE49-F238E27FC236}">
                        <a16:creationId xmlns:a16="http://schemas.microsoft.com/office/drawing/2014/main" id="{FE4AE4E4-2380-2B97-9E60-70B239C5F9DF}"/>
                      </a:ext>
                    </a:extLst>
                  </p14:cNvPr>
                  <p14:cNvContentPartPr/>
                  <p14:nvPr/>
                </p14:nvContentPartPr>
                <p14:xfrm>
                  <a:off x="10732449" y="4806425"/>
                  <a:ext cx="217080" cy="277920"/>
                </p14:xfrm>
              </p:contentPart>
            </mc:Choice>
            <mc:Fallback xmlns="">
              <p:pic>
                <p:nvPicPr>
                  <p:cNvPr id="455" name="잉크 454">
                    <a:extLst>
                      <a:ext uri="{FF2B5EF4-FFF2-40B4-BE49-F238E27FC236}">
                        <a16:creationId xmlns:a16="http://schemas.microsoft.com/office/drawing/2014/main" id="{FE4AE4E4-2380-2B97-9E60-70B239C5F9DF}"/>
                      </a:ext>
                    </a:extLst>
                  </p:cNvPr>
                  <p:cNvPicPr/>
                  <p:nvPr/>
                </p:nvPicPr>
                <p:blipFill>
                  <a:blip r:embed="rId755"/>
                  <a:stretch>
                    <a:fillRect/>
                  </a:stretch>
                </p:blipFill>
                <p:spPr>
                  <a:xfrm>
                    <a:off x="10717262" y="4794089"/>
                    <a:ext cx="247453" cy="3025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6">
                <p14:nvContentPartPr>
                  <p14:cNvPr id="456" name="잉크 455">
                    <a:extLst>
                      <a:ext uri="{FF2B5EF4-FFF2-40B4-BE49-F238E27FC236}">
                        <a16:creationId xmlns:a16="http://schemas.microsoft.com/office/drawing/2014/main" id="{BE568CAC-51C0-E625-24D6-E8CE9AF9D41F}"/>
                      </a:ext>
                    </a:extLst>
                  </p14:cNvPr>
                  <p14:cNvContentPartPr/>
                  <p14:nvPr/>
                </p14:nvContentPartPr>
                <p14:xfrm>
                  <a:off x="10855569" y="4982105"/>
                  <a:ext cx="75240" cy="110160"/>
                </p14:xfrm>
              </p:contentPart>
            </mc:Choice>
            <mc:Fallback xmlns="">
              <p:pic>
                <p:nvPicPr>
                  <p:cNvPr id="456" name="잉크 455">
                    <a:extLst>
                      <a:ext uri="{FF2B5EF4-FFF2-40B4-BE49-F238E27FC236}">
                        <a16:creationId xmlns:a16="http://schemas.microsoft.com/office/drawing/2014/main" id="{BE568CAC-51C0-E625-24D6-E8CE9AF9D41F}"/>
                      </a:ext>
                    </a:extLst>
                  </p:cNvPr>
                  <p:cNvPicPr/>
                  <p:nvPr/>
                </p:nvPicPr>
                <p:blipFill>
                  <a:blip r:embed="rId757"/>
                  <a:stretch>
                    <a:fillRect/>
                  </a:stretch>
                </p:blipFill>
                <p:spPr>
                  <a:xfrm>
                    <a:off x="10840342" y="4969784"/>
                    <a:ext cx="105694" cy="1348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8">
                <p14:nvContentPartPr>
                  <p14:cNvPr id="457" name="잉크 456">
                    <a:extLst>
                      <a:ext uri="{FF2B5EF4-FFF2-40B4-BE49-F238E27FC236}">
                        <a16:creationId xmlns:a16="http://schemas.microsoft.com/office/drawing/2014/main" id="{60AB7C6C-DF72-5030-FCBB-618C2D36F2F5}"/>
                      </a:ext>
                    </a:extLst>
                  </p14:cNvPr>
                  <p14:cNvContentPartPr/>
                  <p14:nvPr/>
                </p14:nvContentPartPr>
                <p14:xfrm>
                  <a:off x="10994889" y="4630385"/>
                  <a:ext cx="36720" cy="671760"/>
                </p14:xfrm>
              </p:contentPart>
            </mc:Choice>
            <mc:Fallback xmlns="">
              <p:pic>
                <p:nvPicPr>
                  <p:cNvPr id="457" name="잉크 456">
                    <a:extLst>
                      <a:ext uri="{FF2B5EF4-FFF2-40B4-BE49-F238E27FC236}">
                        <a16:creationId xmlns:a16="http://schemas.microsoft.com/office/drawing/2014/main" id="{60AB7C6C-DF72-5030-FCBB-618C2D36F2F5}"/>
                      </a:ext>
                    </a:extLst>
                  </p:cNvPr>
                  <p:cNvPicPr/>
                  <p:nvPr/>
                </p:nvPicPr>
                <p:blipFill>
                  <a:blip r:embed="rId759"/>
                  <a:stretch>
                    <a:fillRect/>
                  </a:stretch>
                </p:blipFill>
                <p:spPr>
                  <a:xfrm>
                    <a:off x="10979664" y="4618039"/>
                    <a:ext cx="67171" cy="6964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0">
                <p14:nvContentPartPr>
                  <p14:cNvPr id="458" name="잉크 457">
                    <a:extLst>
                      <a:ext uri="{FF2B5EF4-FFF2-40B4-BE49-F238E27FC236}">
                        <a16:creationId xmlns:a16="http://schemas.microsoft.com/office/drawing/2014/main" id="{A759F131-89CD-DF4D-0E44-6995088EA3C3}"/>
                      </a:ext>
                    </a:extLst>
                  </p14:cNvPr>
                  <p14:cNvContentPartPr/>
                  <p14:nvPr/>
                </p14:nvContentPartPr>
                <p14:xfrm>
                  <a:off x="10995969" y="5099465"/>
                  <a:ext cx="147240" cy="360"/>
                </p14:xfrm>
              </p:contentPart>
            </mc:Choice>
            <mc:Fallback xmlns="">
              <p:pic>
                <p:nvPicPr>
                  <p:cNvPr id="458" name="잉크 457">
                    <a:extLst>
                      <a:ext uri="{FF2B5EF4-FFF2-40B4-BE49-F238E27FC236}">
                        <a16:creationId xmlns:a16="http://schemas.microsoft.com/office/drawing/2014/main" id="{A759F131-89CD-DF4D-0E44-6995088EA3C3}"/>
                      </a:ext>
                    </a:extLst>
                  </p:cNvPr>
                  <p:cNvPicPr/>
                  <p:nvPr/>
                </p:nvPicPr>
                <p:blipFill>
                  <a:blip r:embed="rId761"/>
                  <a:stretch>
                    <a:fillRect/>
                  </a:stretch>
                </p:blipFill>
                <p:spPr>
                  <a:xfrm>
                    <a:off x="10980799" y="5093345"/>
                    <a:ext cx="17758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2">
                <p14:nvContentPartPr>
                  <p14:cNvPr id="459" name="잉크 458">
                    <a:extLst>
                      <a:ext uri="{FF2B5EF4-FFF2-40B4-BE49-F238E27FC236}">
                        <a16:creationId xmlns:a16="http://schemas.microsoft.com/office/drawing/2014/main" id="{6E90A199-C910-6F1C-1BE9-CA627B87C97C}"/>
                      </a:ext>
                    </a:extLst>
                  </p14:cNvPr>
                  <p14:cNvContentPartPr/>
                  <p14:nvPr/>
                </p14:nvContentPartPr>
                <p14:xfrm>
                  <a:off x="11135289" y="4935305"/>
                  <a:ext cx="163080" cy="177480"/>
                </p14:xfrm>
              </p:contentPart>
            </mc:Choice>
            <mc:Fallback xmlns="">
              <p:pic>
                <p:nvPicPr>
                  <p:cNvPr id="459" name="잉크 458">
                    <a:extLst>
                      <a:ext uri="{FF2B5EF4-FFF2-40B4-BE49-F238E27FC236}">
                        <a16:creationId xmlns:a16="http://schemas.microsoft.com/office/drawing/2014/main" id="{6E90A199-C910-6F1C-1BE9-CA627B87C97C}"/>
                      </a:ext>
                    </a:extLst>
                  </p:cNvPr>
                  <p:cNvPicPr/>
                  <p:nvPr/>
                </p:nvPicPr>
                <p:blipFill>
                  <a:blip r:embed="rId763"/>
                  <a:stretch>
                    <a:fillRect/>
                  </a:stretch>
                </p:blipFill>
                <p:spPr>
                  <a:xfrm>
                    <a:off x="11120056" y="4922990"/>
                    <a:ext cx="193545" cy="2021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4">
                <p14:nvContentPartPr>
                  <p14:cNvPr id="460" name="잉크 459">
                    <a:extLst>
                      <a:ext uri="{FF2B5EF4-FFF2-40B4-BE49-F238E27FC236}">
                        <a16:creationId xmlns:a16="http://schemas.microsoft.com/office/drawing/2014/main" id="{CF29E123-8F18-35A3-78A2-75C0455ADE9A}"/>
                      </a:ext>
                    </a:extLst>
                  </p14:cNvPr>
                  <p14:cNvContentPartPr/>
                  <p14:nvPr/>
                </p14:nvContentPartPr>
                <p14:xfrm>
                  <a:off x="11394489" y="4689065"/>
                  <a:ext cx="12600" cy="676080"/>
                </p14:xfrm>
              </p:contentPart>
            </mc:Choice>
            <mc:Fallback xmlns="">
              <p:pic>
                <p:nvPicPr>
                  <p:cNvPr id="460" name="잉크 459">
                    <a:extLst>
                      <a:ext uri="{FF2B5EF4-FFF2-40B4-BE49-F238E27FC236}">
                        <a16:creationId xmlns:a16="http://schemas.microsoft.com/office/drawing/2014/main" id="{CF29E123-8F18-35A3-78A2-75C0455ADE9A}"/>
                      </a:ext>
                    </a:extLst>
                  </p:cNvPr>
                  <p:cNvPicPr/>
                  <p:nvPr/>
                </p:nvPicPr>
                <p:blipFill>
                  <a:blip r:embed="rId765"/>
                  <a:stretch>
                    <a:fillRect/>
                  </a:stretch>
                </p:blipFill>
                <p:spPr>
                  <a:xfrm>
                    <a:off x="11380209" y="4676720"/>
                    <a:ext cx="41160" cy="7007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6">
                <p14:nvContentPartPr>
                  <p14:cNvPr id="461" name="잉크 460">
                    <a:extLst>
                      <a:ext uri="{FF2B5EF4-FFF2-40B4-BE49-F238E27FC236}">
                        <a16:creationId xmlns:a16="http://schemas.microsoft.com/office/drawing/2014/main" id="{66500ABA-4CC0-ADFB-D5BD-13BBA703200A}"/>
                      </a:ext>
                    </a:extLst>
                  </p14:cNvPr>
                  <p14:cNvContentPartPr/>
                  <p14:nvPr/>
                </p14:nvContentPartPr>
                <p14:xfrm>
                  <a:off x="11476569" y="5064185"/>
                  <a:ext cx="79920" cy="360"/>
                </p14:xfrm>
              </p:contentPart>
            </mc:Choice>
            <mc:Fallback xmlns="">
              <p:pic>
                <p:nvPicPr>
                  <p:cNvPr id="461" name="잉크 460">
                    <a:extLst>
                      <a:ext uri="{FF2B5EF4-FFF2-40B4-BE49-F238E27FC236}">
                        <a16:creationId xmlns:a16="http://schemas.microsoft.com/office/drawing/2014/main" id="{66500ABA-4CC0-ADFB-D5BD-13BBA703200A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11461473" y="5058065"/>
                    <a:ext cx="110112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7">
                <p14:nvContentPartPr>
                  <p14:cNvPr id="462" name="잉크 461">
                    <a:extLst>
                      <a:ext uri="{FF2B5EF4-FFF2-40B4-BE49-F238E27FC236}">
                        <a16:creationId xmlns:a16="http://schemas.microsoft.com/office/drawing/2014/main" id="{E70207CB-510B-8090-E9EA-1B8ED4E50CA7}"/>
                      </a:ext>
                    </a:extLst>
                  </p14:cNvPr>
                  <p14:cNvContentPartPr/>
                  <p14:nvPr/>
                </p14:nvContentPartPr>
                <p14:xfrm>
                  <a:off x="11629209" y="4981745"/>
                  <a:ext cx="132840" cy="98640"/>
                </p14:xfrm>
              </p:contentPart>
            </mc:Choice>
            <mc:Fallback xmlns="">
              <p:pic>
                <p:nvPicPr>
                  <p:cNvPr id="462" name="잉크 461">
                    <a:extLst>
                      <a:ext uri="{FF2B5EF4-FFF2-40B4-BE49-F238E27FC236}">
                        <a16:creationId xmlns:a16="http://schemas.microsoft.com/office/drawing/2014/main" id="{E70207CB-510B-8090-E9EA-1B8ED4E50CA7}"/>
                      </a:ext>
                    </a:extLst>
                  </p:cNvPr>
                  <p:cNvPicPr/>
                  <p:nvPr/>
                </p:nvPicPr>
                <p:blipFill>
                  <a:blip r:embed="rId768"/>
                  <a:stretch>
                    <a:fillRect/>
                  </a:stretch>
                </p:blipFill>
                <p:spPr>
                  <a:xfrm>
                    <a:off x="11614053" y="4969415"/>
                    <a:ext cx="163152" cy="1233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9">
                <p14:nvContentPartPr>
                  <p14:cNvPr id="463" name="잉크 462">
                    <a:extLst>
                      <a:ext uri="{FF2B5EF4-FFF2-40B4-BE49-F238E27FC236}">
                        <a16:creationId xmlns:a16="http://schemas.microsoft.com/office/drawing/2014/main" id="{98F8A209-254B-8C0C-7527-59693E160A60}"/>
                      </a:ext>
                    </a:extLst>
                  </p14:cNvPr>
                  <p14:cNvContentPartPr/>
                  <p14:nvPr/>
                </p14:nvContentPartPr>
                <p14:xfrm>
                  <a:off x="11676009" y="5087585"/>
                  <a:ext cx="57240" cy="43560"/>
                </p14:xfrm>
              </p:contentPart>
            </mc:Choice>
            <mc:Fallback xmlns="">
              <p:pic>
                <p:nvPicPr>
                  <p:cNvPr id="463" name="잉크 462">
                    <a:extLst>
                      <a:ext uri="{FF2B5EF4-FFF2-40B4-BE49-F238E27FC236}">
                        <a16:creationId xmlns:a16="http://schemas.microsoft.com/office/drawing/2014/main" id="{98F8A209-254B-8C0C-7527-59693E160A60}"/>
                      </a:ext>
                    </a:extLst>
                  </p:cNvPr>
                  <p:cNvPicPr/>
                  <p:nvPr/>
                </p:nvPicPr>
                <p:blipFill>
                  <a:blip r:embed="rId770"/>
                  <a:stretch>
                    <a:fillRect/>
                  </a:stretch>
                </p:blipFill>
                <p:spPr>
                  <a:xfrm>
                    <a:off x="11660805" y="5075445"/>
                    <a:ext cx="87649" cy="678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1">
                <p14:nvContentPartPr>
                  <p14:cNvPr id="464" name="잉크 463">
                    <a:extLst>
                      <a:ext uri="{FF2B5EF4-FFF2-40B4-BE49-F238E27FC236}">
                        <a16:creationId xmlns:a16="http://schemas.microsoft.com/office/drawing/2014/main" id="{10445C27-7D2F-FE36-9D8B-2625A1A2A999}"/>
                      </a:ext>
                    </a:extLst>
                  </p14:cNvPr>
                  <p14:cNvContentPartPr/>
                  <p14:nvPr/>
                </p14:nvContentPartPr>
                <p14:xfrm>
                  <a:off x="11816769" y="4771145"/>
                  <a:ext cx="12600" cy="363960"/>
                </p14:xfrm>
              </p:contentPart>
            </mc:Choice>
            <mc:Fallback xmlns="">
              <p:pic>
                <p:nvPicPr>
                  <p:cNvPr id="464" name="잉크 463">
                    <a:extLst>
                      <a:ext uri="{FF2B5EF4-FFF2-40B4-BE49-F238E27FC236}">
                        <a16:creationId xmlns:a16="http://schemas.microsoft.com/office/drawing/2014/main" id="{10445C27-7D2F-FE36-9D8B-2625A1A2A999}"/>
                      </a:ext>
                    </a:extLst>
                  </p:cNvPr>
                  <p:cNvPicPr/>
                  <p:nvPr/>
                </p:nvPicPr>
                <p:blipFill>
                  <a:blip r:embed="rId772"/>
                  <a:stretch>
                    <a:fillRect/>
                  </a:stretch>
                </p:blipFill>
                <p:spPr>
                  <a:xfrm>
                    <a:off x="11801469" y="4758795"/>
                    <a:ext cx="43200" cy="3886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3">
                <p14:nvContentPartPr>
                  <p14:cNvPr id="465" name="잉크 464">
                    <a:extLst>
                      <a:ext uri="{FF2B5EF4-FFF2-40B4-BE49-F238E27FC236}">
                        <a16:creationId xmlns:a16="http://schemas.microsoft.com/office/drawing/2014/main" id="{2512C48C-E233-6071-2636-01B0B1DC77F9}"/>
                      </a:ext>
                    </a:extLst>
                  </p14:cNvPr>
                  <p14:cNvContentPartPr/>
                  <p14:nvPr/>
                </p14:nvContentPartPr>
                <p14:xfrm>
                  <a:off x="11687889" y="5193065"/>
                  <a:ext cx="360" cy="104760"/>
                </p14:xfrm>
              </p:contentPart>
            </mc:Choice>
            <mc:Fallback xmlns="">
              <p:pic>
                <p:nvPicPr>
                  <p:cNvPr id="465" name="잉크 464">
                    <a:extLst>
                      <a:ext uri="{FF2B5EF4-FFF2-40B4-BE49-F238E27FC236}">
                        <a16:creationId xmlns:a16="http://schemas.microsoft.com/office/drawing/2014/main" id="{2512C48C-E233-6071-2636-01B0B1DC77F9}"/>
                      </a:ext>
                    </a:extLst>
                  </p:cNvPr>
                  <p:cNvPicPr/>
                  <p:nvPr/>
                </p:nvPicPr>
                <p:blipFill>
                  <a:blip r:embed="rId774"/>
                  <a:stretch>
                    <a:fillRect/>
                  </a:stretch>
                </p:blipFill>
                <p:spPr>
                  <a:xfrm>
                    <a:off x="11681769" y="5180783"/>
                    <a:ext cx="12600" cy="1293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5">
                <p14:nvContentPartPr>
                  <p14:cNvPr id="466" name="잉크 465">
                    <a:extLst>
                      <a:ext uri="{FF2B5EF4-FFF2-40B4-BE49-F238E27FC236}">
                        <a16:creationId xmlns:a16="http://schemas.microsoft.com/office/drawing/2014/main" id="{62786566-868A-937D-6D98-D4BD3F79480C}"/>
                      </a:ext>
                    </a:extLst>
                  </p14:cNvPr>
                  <p14:cNvContentPartPr/>
                  <p14:nvPr/>
                </p14:nvContentPartPr>
                <p14:xfrm>
                  <a:off x="11711289" y="5203505"/>
                  <a:ext cx="190080" cy="100440"/>
                </p14:xfrm>
              </p:contentPart>
            </mc:Choice>
            <mc:Fallback xmlns="">
              <p:pic>
                <p:nvPicPr>
                  <p:cNvPr id="466" name="잉크 465">
                    <a:extLst>
                      <a:ext uri="{FF2B5EF4-FFF2-40B4-BE49-F238E27FC236}">
                        <a16:creationId xmlns:a16="http://schemas.microsoft.com/office/drawing/2014/main" id="{62786566-868A-937D-6D98-D4BD3F79480C}"/>
                      </a:ext>
                    </a:extLst>
                  </p:cNvPr>
                  <p:cNvPicPr/>
                  <p:nvPr/>
                </p:nvPicPr>
                <p:blipFill>
                  <a:blip r:embed="rId776"/>
                  <a:stretch>
                    <a:fillRect/>
                  </a:stretch>
                </p:blipFill>
                <p:spPr>
                  <a:xfrm>
                    <a:off x="11696047" y="5191221"/>
                    <a:ext cx="220565" cy="125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7">
                <p14:nvContentPartPr>
                  <p14:cNvPr id="467" name="잉크 466">
                    <a:extLst>
                      <a:ext uri="{FF2B5EF4-FFF2-40B4-BE49-F238E27FC236}">
                        <a16:creationId xmlns:a16="http://schemas.microsoft.com/office/drawing/2014/main" id="{9EA104C6-704B-AEF5-2442-878068FD66F0}"/>
                      </a:ext>
                    </a:extLst>
                  </p14:cNvPr>
                  <p14:cNvContentPartPr/>
                  <p14:nvPr/>
                </p14:nvContentPartPr>
                <p14:xfrm>
                  <a:off x="11652609" y="5310425"/>
                  <a:ext cx="211680" cy="360"/>
                </p14:xfrm>
              </p:contentPart>
            </mc:Choice>
            <mc:Fallback xmlns="">
              <p:pic>
                <p:nvPicPr>
                  <p:cNvPr id="467" name="잉크 466">
                    <a:extLst>
                      <a:ext uri="{FF2B5EF4-FFF2-40B4-BE49-F238E27FC236}">
                        <a16:creationId xmlns:a16="http://schemas.microsoft.com/office/drawing/2014/main" id="{9EA104C6-704B-AEF5-2442-878068FD66F0}"/>
                      </a:ext>
                    </a:extLst>
                  </p:cNvPr>
                  <p:cNvPicPr/>
                  <p:nvPr/>
                </p:nvPicPr>
                <p:blipFill>
                  <a:blip r:embed="rId518"/>
                  <a:stretch>
                    <a:fillRect/>
                  </a:stretch>
                </p:blipFill>
                <p:spPr>
                  <a:xfrm>
                    <a:off x="11637425" y="5304305"/>
                    <a:ext cx="242048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8">
                <p14:nvContentPartPr>
                  <p14:cNvPr id="468" name="잉크 467">
                    <a:extLst>
                      <a:ext uri="{FF2B5EF4-FFF2-40B4-BE49-F238E27FC236}">
                        <a16:creationId xmlns:a16="http://schemas.microsoft.com/office/drawing/2014/main" id="{44F33C90-819D-6940-A482-9A2099D51734}"/>
                      </a:ext>
                    </a:extLst>
                  </p14:cNvPr>
                  <p14:cNvContentPartPr/>
                  <p14:nvPr/>
                </p14:nvContentPartPr>
                <p14:xfrm>
                  <a:off x="11664129" y="5462705"/>
                  <a:ext cx="360" cy="360"/>
                </p14:xfrm>
              </p:contentPart>
            </mc:Choice>
            <mc:Fallback xmlns="">
              <p:pic>
                <p:nvPicPr>
                  <p:cNvPr id="468" name="잉크 467">
                    <a:extLst>
                      <a:ext uri="{FF2B5EF4-FFF2-40B4-BE49-F238E27FC236}">
                        <a16:creationId xmlns:a16="http://schemas.microsoft.com/office/drawing/2014/main" id="{44F33C90-819D-6940-A482-9A2099D51734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11658009" y="5456585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23" name="그룹 422">
              <a:extLst>
                <a:ext uri="{FF2B5EF4-FFF2-40B4-BE49-F238E27FC236}">
                  <a16:creationId xmlns:a16="http://schemas.microsoft.com/office/drawing/2014/main" id="{45168C25-050D-AC58-8273-0CA590DDB9D6}"/>
                </a:ext>
              </a:extLst>
            </p:cNvPr>
            <p:cNvGrpSpPr/>
            <p:nvPr/>
          </p:nvGrpSpPr>
          <p:grpSpPr>
            <a:xfrm>
              <a:off x="1113609" y="281225"/>
              <a:ext cx="584280" cy="634320"/>
              <a:chOff x="1113609" y="281225"/>
              <a:chExt cx="584280" cy="634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79">
                <p14:nvContentPartPr>
                  <p14:cNvPr id="425" name="잉크 424">
                    <a:extLst>
                      <a:ext uri="{FF2B5EF4-FFF2-40B4-BE49-F238E27FC236}">
                        <a16:creationId xmlns:a16="http://schemas.microsoft.com/office/drawing/2014/main" id="{4300B644-9C55-2241-1FAE-F48F9D661D66}"/>
                      </a:ext>
                    </a:extLst>
                  </p14:cNvPr>
                  <p14:cNvContentPartPr/>
                  <p14:nvPr/>
                </p14:nvContentPartPr>
                <p14:xfrm>
                  <a:off x="1151769" y="386705"/>
                  <a:ext cx="172440" cy="189720"/>
                </p14:xfrm>
              </p:contentPart>
            </mc:Choice>
            <mc:Fallback xmlns="">
              <p:pic>
                <p:nvPicPr>
                  <p:cNvPr id="425" name="잉크 424">
                    <a:extLst>
                      <a:ext uri="{FF2B5EF4-FFF2-40B4-BE49-F238E27FC236}">
                        <a16:creationId xmlns:a16="http://schemas.microsoft.com/office/drawing/2014/main" id="{4300B644-9C55-2241-1FAE-F48F9D661D66}"/>
                      </a:ext>
                    </a:extLst>
                  </p:cNvPr>
                  <p:cNvPicPr/>
                  <p:nvPr/>
                </p:nvPicPr>
                <p:blipFill>
                  <a:blip r:embed="rId780"/>
                  <a:stretch>
                    <a:fillRect/>
                  </a:stretch>
                </p:blipFill>
                <p:spPr>
                  <a:xfrm>
                    <a:off x="1136580" y="374395"/>
                    <a:ext cx="202818" cy="2143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1">
                <p14:nvContentPartPr>
                  <p14:cNvPr id="426" name="잉크 425">
                    <a:extLst>
                      <a:ext uri="{FF2B5EF4-FFF2-40B4-BE49-F238E27FC236}">
                        <a16:creationId xmlns:a16="http://schemas.microsoft.com/office/drawing/2014/main" id="{9C7ABC45-6EC7-5D9E-8E79-FB7AE47E500D}"/>
                      </a:ext>
                    </a:extLst>
                  </p14:cNvPr>
                  <p14:cNvContentPartPr/>
                  <p14:nvPr/>
                </p14:nvContentPartPr>
                <p14:xfrm>
                  <a:off x="1324569" y="316505"/>
                  <a:ext cx="12240" cy="195840"/>
                </p14:xfrm>
              </p:contentPart>
            </mc:Choice>
            <mc:Fallback xmlns="">
              <p:pic>
                <p:nvPicPr>
                  <p:cNvPr id="426" name="잉크 425">
                    <a:extLst>
                      <a:ext uri="{FF2B5EF4-FFF2-40B4-BE49-F238E27FC236}">
                        <a16:creationId xmlns:a16="http://schemas.microsoft.com/office/drawing/2014/main" id="{9C7ABC45-6EC7-5D9E-8E79-FB7AE47E500D}"/>
                      </a:ext>
                    </a:extLst>
                  </p:cNvPr>
                  <p:cNvPicPr/>
                  <p:nvPr/>
                </p:nvPicPr>
                <p:blipFill>
                  <a:blip r:embed="rId782"/>
                  <a:stretch>
                    <a:fillRect/>
                  </a:stretch>
                </p:blipFill>
                <p:spPr>
                  <a:xfrm>
                    <a:off x="1309706" y="304174"/>
                    <a:ext cx="41966" cy="2205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3">
                <p14:nvContentPartPr>
                  <p14:cNvPr id="427" name="잉크 426">
                    <a:extLst>
                      <a:ext uri="{FF2B5EF4-FFF2-40B4-BE49-F238E27FC236}">
                        <a16:creationId xmlns:a16="http://schemas.microsoft.com/office/drawing/2014/main" id="{AA5CC339-1F62-15CF-DC0B-39C4180FAF00}"/>
                      </a:ext>
                    </a:extLst>
                  </p14:cNvPr>
                  <p14:cNvContentPartPr/>
                  <p14:nvPr/>
                </p14:nvContentPartPr>
                <p14:xfrm>
                  <a:off x="1113609" y="440705"/>
                  <a:ext cx="288720" cy="5040"/>
                </p14:xfrm>
              </p:contentPart>
            </mc:Choice>
            <mc:Fallback xmlns="">
              <p:pic>
                <p:nvPicPr>
                  <p:cNvPr id="427" name="잉크 426">
                    <a:extLst>
                      <a:ext uri="{FF2B5EF4-FFF2-40B4-BE49-F238E27FC236}">
                        <a16:creationId xmlns:a16="http://schemas.microsoft.com/office/drawing/2014/main" id="{AA5CC339-1F62-15CF-DC0B-39C4180FAF00}"/>
                      </a:ext>
                    </a:extLst>
                  </p:cNvPr>
                  <p:cNvPicPr/>
                  <p:nvPr/>
                </p:nvPicPr>
                <p:blipFill>
                  <a:blip r:embed="rId784"/>
                  <a:stretch>
                    <a:fillRect/>
                  </a:stretch>
                </p:blipFill>
                <p:spPr>
                  <a:xfrm>
                    <a:off x="1098366" y="428465"/>
                    <a:ext cx="319206" cy="2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5">
                <p14:nvContentPartPr>
                  <p14:cNvPr id="428" name="잉크 427">
                    <a:extLst>
                      <a:ext uri="{FF2B5EF4-FFF2-40B4-BE49-F238E27FC236}">
                        <a16:creationId xmlns:a16="http://schemas.microsoft.com/office/drawing/2014/main" id="{40327B59-F21D-CC9D-6490-7B8FAF596FE3}"/>
                      </a:ext>
                    </a:extLst>
                  </p14:cNvPr>
                  <p14:cNvContentPartPr/>
                  <p14:nvPr/>
                </p14:nvContentPartPr>
                <p14:xfrm>
                  <a:off x="1402329" y="281225"/>
                  <a:ext cx="28080" cy="341280"/>
                </p14:xfrm>
              </p:contentPart>
            </mc:Choice>
            <mc:Fallback xmlns="">
              <p:pic>
                <p:nvPicPr>
                  <p:cNvPr id="428" name="잉크 427">
                    <a:extLst>
                      <a:ext uri="{FF2B5EF4-FFF2-40B4-BE49-F238E27FC236}">
                        <a16:creationId xmlns:a16="http://schemas.microsoft.com/office/drawing/2014/main" id="{40327B59-F21D-CC9D-6490-7B8FAF596FE3}"/>
                      </a:ext>
                    </a:extLst>
                  </p:cNvPr>
                  <p:cNvPicPr/>
                  <p:nvPr/>
                </p:nvPicPr>
                <p:blipFill>
                  <a:blip r:embed="rId360"/>
                  <a:stretch>
                    <a:fillRect/>
                  </a:stretch>
                </p:blipFill>
                <p:spPr>
                  <a:xfrm>
                    <a:off x="1387411" y="268881"/>
                    <a:ext cx="57915" cy="3659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6">
                <p14:nvContentPartPr>
                  <p14:cNvPr id="429" name="잉크 428">
                    <a:extLst>
                      <a:ext uri="{FF2B5EF4-FFF2-40B4-BE49-F238E27FC236}">
                        <a16:creationId xmlns:a16="http://schemas.microsoft.com/office/drawing/2014/main" id="{C0015A94-B1E6-2C4F-FA64-51FB9D7FE859}"/>
                      </a:ext>
                    </a:extLst>
                  </p14:cNvPr>
                  <p14:cNvContentPartPr/>
                  <p14:nvPr/>
                </p14:nvContentPartPr>
                <p14:xfrm>
                  <a:off x="1406649" y="515585"/>
                  <a:ext cx="77040" cy="360"/>
                </p14:xfrm>
              </p:contentPart>
            </mc:Choice>
            <mc:Fallback xmlns="">
              <p:pic>
                <p:nvPicPr>
                  <p:cNvPr id="429" name="잉크 428">
                    <a:extLst>
                      <a:ext uri="{FF2B5EF4-FFF2-40B4-BE49-F238E27FC236}">
                        <a16:creationId xmlns:a16="http://schemas.microsoft.com/office/drawing/2014/main" id="{C0015A94-B1E6-2C4F-FA64-51FB9D7FE859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1391420" y="509465"/>
                    <a:ext cx="107498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7">
                <p14:nvContentPartPr>
                  <p14:cNvPr id="430" name="잉크 429">
                    <a:extLst>
                      <a:ext uri="{FF2B5EF4-FFF2-40B4-BE49-F238E27FC236}">
                        <a16:creationId xmlns:a16="http://schemas.microsoft.com/office/drawing/2014/main" id="{1424E9AA-F6E8-91AA-0B2B-9128697EA276}"/>
                      </a:ext>
                    </a:extLst>
                  </p14:cNvPr>
                  <p14:cNvContentPartPr/>
                  <p14:nvPr/>
                </p14:nvContentPartPr>
                <p14:xfrm>
                  <a:off x="1259769" y="597665"/>
                  <a:ext cx="438120" cy="317880"/>
                </p14:xfrm>
              </p:contentPart>
            </mc:Choice>
            <mc:Fallback xmlns="">
              <p:pic>
                <p:nvPicPr>
                  <p:cNvPr id="430" name="잉크 429">
                    <a:extLst>
                      <a:ext uri="{FF2B5EF4-FFF2-40B4-BE49-F238E27FC236}">
                        <a16:creationId xmlns:a16="http://schemas.microsoft.com/office/drawing/2014/main" id="{1424E9AA-F6E8-91AA-0B2B-9128697EA276}"/>
                      </a:ext>
                    </a:extLst>
                  </p:cNvPr>
                  <p:cNvPicPr/>
                  <p:nvPr/>
                </p:nvPicPr>
                <p:blipFill>
                  <a:blip r:embed="rId788"/>
                  <a:stretch>
                    <a:fillRect/>
                  </a:stretch>
                </p:blipFill>
                <p:spPr>
                  <a:xfrm>
                    <a:off x="1244538" y="585327"/>
                    <a:ext cx="468582" cy="342556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E004EC2C-E5FC-FAA0-8614-F352AC8D7F94}"/>
                </a:ext>
              </a:extLst>
            </p:cNvPr>
            <p:cNvSpPr txBox="1"/>
            <p:nvPr/>
          </p:nvSpPr>
          <p:spPr>
            <a:xfrm>
              <a:off x="1805085" y="398585"/>
              <a:ext cx="65308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발진을 없앴더니 메모리 기능이 사라졌다</a:t>
              </a:r>
            </a:p>
          </p:txBody>
        </p:sp>
      </p:grpSp>
      <p:sp>
        <p:nvSpPr>
          <p:cNvPr id="510" name="TextBox 509">
            <a:extLst>
              <a:ext uri="{FF2B5EF4-FFF2-40B4-BE49-F238E27FC236}">
                <a16:creationId xmlns:a16="http://schemas.microsoft.com/office/drawing/2014/main" id="{CAA34F66-0539-D51F-CB31-9F1E7781172B}"/>
              </a:ext>
            </a:extLst>
          </p:cNvPr>
          <p:cNvSpPr txBox="1"/>
          <p:nvPr/>
        </p:nvSpPr>
        <p:spPr>
          <a:xfrm>
            <a:off x="526258" y="3653517"/>
            <a:ext cx="668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#4</a:t>
            </a:r>
          </a:p>
          <a:p>
            <a:endParaRPr lang="ko-KR" altLang="en-US" b="1"/>
          </a:p>
        </p:txBody>
      </p:sp>
      <p:grpSp>
        <p:nvGrpSpPr>
          <p:cNvPr id="511" name="그룹 510">
            <a:extLst>
              <a:ext uri="{FF2B5EF4-FFF2-40B4-BE49-F238E27FC236}">
                <a16:creationId xmlns:a16="http://schemas.microsoft.com/office/drawing/2014/main" id="{DB9DCD33-C26E-4B02-DB67-B1536E7B3CE5}"/>
              </a:ext>
            </a:extLst>
          </p:cNvPr>
          <p:cNvGrpSpPr/>
          <p:nvPr/>
        </p:nvGrpSpPr>
        <p:grpSpPr>
          <a:xfrm>
            <a:off x="5364927" y="4030267"/>
            <a:ext cx="5309742" cy="3601583"/>
            <a:chOff x="364227" y="224479"/>
            <a:chExt cx="11308182" cy="724954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12" name="잉크 511">
                  <a:extLst>
                    <a:ext uri="{FF2B5EF4-FFF2-40B4-BE49-F238E27FC236}">
                      <a16:creationId xmlns:a16="http://schemas.microsoft.com/office/drawing/2014/main" id="{E373F044-D73D-F454-E0B6-D87DC5A415C1}"/>
                    </a:ext>
                  </a:extLst>
                </p14:cNvPr>
                <p14:cNvContentPartPr/>
                <p14:nvPr/>
              </p14:nvContentPartPr>
              <p14:xfrm>
                <a:off x="11664129" y="5462705"/>
                <a:ext cx="360" cy="360"/>
              </p14:xfrm>
            </p:contentPart>
          </mc:Choice>
          <mc:Fallback xmlns="">
            <p:pic>
              <p:nvPicPr>
                <p:cNvPr id="512" name="잉크 511">
                  <a:extLst>
                    <a:ext uri="{FF2B5EF4-FFF2-40B4-BE49-F238E27FC236}">
                      <a16:creationId xmlns:a16="http://schemas.microsoft.com/office/drawing/2014/main" id="{E373F044-D73D-F454-E0B6-D87DC5A415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58009" y="545658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513" name="잉크 512">
                  <a:extLst>
                    <a:ext uri="{FF2B5EF4-FFF2-40B4-BE49-F238E27FC236}">
                      <a16:creationId xmlns:a16="http://schemas.microsoft.com/office/drawing/2014/main" id="{087DFB24-82FC-5F00-DFDC-51AADAB7DE55}"/>
                    </a:ext>
                  </a:extLst>
                </p14:cNvPr>
                <p14:cNvContentPartPr/>
                <p14:nvPr/>
              </p14:nvContentPartPr>
              <p14:xfrm>
                <a:off x="5014966" y="2083285"/>
                <a:ext cx="2492640" cy="1169280"/>
              </p14:xfrm>
            </p:contentPart>
          </mc:Choice>
          <mc:Fallback xmlns="">
            <p:pic>
              <p:nvPicPr>
                <p:cNvPr id="513" name="잉크 512">
                  <a:extLst>
                    <a:ext uri="{FF2B5EF4-FFF2-40B4-BE49-F238E27FC236}">
                      <a16:creationId xmlns:a16="http://schemas.microsoft.com/office/drawing/2014/main" id="{087DFB24-82FC-5F00-DFDC-51AADAB7DE55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5001936" y="2070969"/>
                  <a:ext cx="2518701" cy="119391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14" name="그룹 513">
              <a:extLst>
                <a:ext uri="{FF2B5EF4-FFF2-40B4-BE49-F238E27FC236}">
                  <a16:creationId xmlns:a16="http://schemas.microsoft.com/office/drawing/2014/main" id="{EAF93CD2-900C-9B1D-28E4-25E1BD67AD30}"/>
                </a:ext>
              </a:extLst>
            </p:cNvPr>
            <p:cNvGrpSpPr/>
            <p:nvPr/>
          </p:nvGrpSpPr>
          <p:grpSpPr>
            <a:xfrm>
              <a:off x="4960966" y="1779085"/>
              <a:ext cx="3901680" cy="1994760"/>
              <a:chOff x="993729" y="1136585"/>
              <a:chExt cx="3901680" cy="1994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92">
                <p14:nvContentPartPr>
                  <p14:cNvPr id="606" name="잉크 605">
                    <a:extLst>
                      <a:ext uri="{FF2B5EF4-FFF2-40B4-BE49-F238E27FC236}">
                        <a16:creationId xmlns:a16="http://schemas.microsoft.com/office/drawing/2014/main" id="{997990B6-5734-19C0-BDC3-D2E36D1347A1}"/>
                      </a:ext>
                    </a:extLst>
                  </p14:cNvPr>
                  <p14:cNvContentPartPr/>
                  <p14:nvPr/>
                </p14:nvContentPartPr>
                <p14:xfrm>
                  <a:off x="1195689" y="1136585"/>
                  <a:ext cx="903960" cy="599760"/>
                </p14:xfrm>
              </p:contentPart>
            </mc:Choice>
            <mc:Fallback xmlns="">
              <p:pic>
                <p:nvPicPr>
                  <p:cNvPr id="606" name="잉크 605">
                    <a:extLst>
                      <a:ext uri="{FF2B5EF4-FFF2-40B4-BE49-F238E27FC236}">
                        <a16:creationId xmlns:a16="http://schemas.microsoft.com/office/drawing/2014/main" id="{997990B6-5734-19C0-BDC3-D2E36D1347A1}"/>
                      </a:ext>
                    </a:extLst>
                  </p:cNvPr>
                  <p:cNvPicPr/>
                  <p:nvPr/>
                </p:nvPicPr>
                <p:blipFill>
                  <a:blip r:embed="rId793"/>
                  <a:stretch>
                    <a:fillRect/>
                  </a:stretch>
                </p:blipFill>
                <p:spPr>
                  <a:xfrm>
                    <a:off x="1182666" y="1124271"/>
                    <a:ext cx="930006" cy="6243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4">
                <p14:nvContentPartPr>
                  <p14:cNvPr id="607" name="잉크 606">
                    <a:extLst>
                      <a:ext uri="{FF2B5EF4-FFF2-40B4-BE49-F238E27FC236}">
                        <a16:creationId xmlns:a16="http://schemas.microsoft.com/office/drawing/2014/main" id="{8A73C33E-87CF-3DFB-3162-AFE14680F8AD}"/>
                      </a:ext>
                    </a:extLst>
                  </p14:cNvPr>
                  <p14:cNvContentPartPr/>
                  <p14:nvPr/>
                </p14:nvContentPartPr>
                <p14:xfrm>
                  <a:off x="2156889" y="1345385"/>
                  <a:ext cx="144720" cy="144360"/>
                </p14:xfrm>
              </p:contentPart>
            </mc:Choice>
            <mc:Fallback xmlns="">
              <p:pic>
                <p:nvPicPr>
                  <p:cNvPr id="607" name="잉크 606">
                    <a:extLst>
                      <a:ext uri="{FF2B5EF4-FFF2-40B4-BE49-F238E27FC236}">
                        <a16:creationId xmlns:a16="http://schemas.microsoft.com/office/drawing/2014/main" id="{8A73C33E-87CF-3DFB-3162-AFE14680F8AD}"/>
                      </a:ext>
                    </a:extLst>
                  </p:cNvPr>
                  <p:cNvPicPr/>
                  <p:nvPr/>
                </p:nvPicPr>
                <p:blipFill>
                  <a:blip r:embed="rId795"/>
                  <a:stretch>
                    <a:fillRect/>
                  </a:stretch>
                </p:blipFill>
                <p:spPr>
                  <a:xfrm>
                    <a:off x="2143872" y="1333114"/>
                    <a:ext cx="170754" cy="1689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6">
                <p14:nvContentPartPr>
                  <p14:cNvPr id="608" name="잉크 607">
                    <a:extLst>
                      <a:ext uri="{FF2B5EF4-FFF2-40B4-BE49-F238E27FC236}">
                        <a16:creationId xmlns:a16="http://schemas.microsoft.com/office/drawing/2014/main" id="{01D96B35-D814-4CCA-1978-7BCD5F1267AA}"/>
                      </a:ext>
                    </a:extLst>
                  </p14:cNvPr>
                  <p14:cNvContentPartPr/>
                  <p14:nvPr/>
                </p14:nvContentPartPr>
                <p14:xfrm>
                  <a:off x="2285769" y="1418465"/>
                  <a:ext cx="1950480" cy="360"/>
                </p14:xfrm>
              </p:contentPart>
            </mc:Choice>
            <mc:Fallback xmlns="">
              <p:pic>
                <p:nvPicPr>
                  <p:cNvPr id="608" name="잉크 607">
                    <a:extLst>
                      <a:ext uri="{FF2B5EF4-FFF2-40B4-BE49-F238E27FC236}">
                        <a16:creationId xmlns:a16="http://schemas.microsoft.com/office/drawing/2014/main" id="{01D96B35-D814-4CCA-1978-7BCD5F1267AA}"/>
                      </a:ext>
                    </a:extLst>
                  </p:cNvPr>
                  <p:cNvPicPr/>
                  <p:nvPr/>
                </p:nvPicPr>
                <p:blipFill>
                  <a:blip r:embed="rId797"/>
                  <a:stretch>
                    <a:fillRect/>
                  </a:stretch>
                </p:blipFill>
                <p:spPr>
                  <a:xfrm>
                    <a:off x="2272735" y="1412345"/>
                    <a:ext cx="1976548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8">
                <p14:nvContentPartPr>
                  <p14:cNvPr id="609" name="잉크 608">
                    <a:extLst>
                      <a:ext uri="{FF2B5EF4-FFF2-40B4-BE49-F238E27FC236}">
                        <a16:creationId xmlns:a16="http://schemas.microsoft.com/office/drawing/2014/main" id="{BED76EAD-D9AD-ADAB-BC81-D1F70ED1457D}"/>
                      </a:ext>
                    </a:extLst>
                  </p14:cNvPr>
                  <p14:cNvContentPartPr/>
                  <p14:nvPr/>
                </p14:nvContentPartPr>
                <p14:xfrm>
                  <a:off x="4416969" y="1195625"/>
                  <a:ext cx="249480" cy="308160"/>
                </p14:xfrm>
              </p:contentPart>
            </mc:Choice>
            <mc:Fallback xmlns="">
              <p:pic>
                <p:nvPicPr>
                  <p:cNvPr id="609" name="잉크 608">
                    <a:extLst>
                      <a:ext uri="{FF2B5EF4-FFF2-40B4-BE49-F238E27FC236}">
                        <a16:creationId xmlns:a16="http://schemas.microsoft.com/office/drawing/2014/main" id="{BED76EAD-D9AD-ADAB-BC81-D1F70ED1457D}"/>
                      </a:ext>
                    </a:extLst>
                  </p:cNvPr>
                  <p:cNvPicPr/>
                  <p:nvPr/>
                </p:nvPicPr>
                <p:blipFill>
                  <a:blip r:embed="rId799"/>
                  <a:stretch>
                    <a:fillRect/>
                  </a:stretch>
                </p:blipFill>
                <p:spPr>
                  <a:xfrm>
                    <a:off x="4403959" y="1183328"/>
                    <a:ext cx="275499" cy="3327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0">
                <p14:nvContentPartPr>
                  <p14:cNvPr id="610" name="잉크 609">
                    <a:extLst>
                      <a:ext uri="{FF2B5EF4-FFF2-40B4-BE49-F238E27FC236}">
                        <a16:creationId xmlns:a16="http://schemas.microsoft.com/office/drawing/2014/main" id="{9A6B81CB-C3E6-D532-37FF-9890315FC8DB}"/>
                      </a:ext>
                    </a:extLst>
                  </p14:cNvPr>
                  <p14:cNvContentPartPr/>
                  <p14:nvPr/>
                </p14:nvContentPartPr>
                <p14:xfrm>
                  <a:off x="4560249" y="1347905"/>
                  <a:ext cx="233280" cy="176040"/>
                </p14:xfrm>
              </p:contentPart>
            </mc:Choice>
            <mc:Fallback xmlns="">
              <p:pic>
                <p:nvPicPr>
                  <p:cNvPr id="610" name="잉크 609">
                    <a:extLst>
                      <a:ext uri="{FF2B5EF4-FFF2-40B4-BE49-F238E27FC236}">
                        <a16:creationId xmlns:a16="http://schemas.microsoft.com/office/drawing/2014/main" id="{9A6B81CB-C3E6-D532-37FF-9890315FC8DB}"/>
                      </a:ext>
                    </a:extLst>
                  </p:cNvPr>
                  <p:cNvPicPr/>
                  <p:nvPr/>
                </p:nvPicPr>
                <p:blipFill>
                  <a:blip r:embed="rId801"/>
                  <a:stretch>
                    <a:fillRect/>
                  </a:stretch>
                </p:blipFill>
                <p:spPr>
                  <a:xfrm>
                    <a:off x="4547247" y="1335640"/>
                    <a:ext cx="259285" cy="2005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2">
                <p14:nvContentPartPr>
                  <p14:cNvPr id="611" name="잉크 610">
                    <a:extLst>
                      <a:ext uri="{FF2B5EF4-FFF2-40B4-BE49-F238E27FC236}">
                        <a16:creationId xmlns:a16="http://schemas.microsoft.com/office/drawing/2014/main" id="{69E9E935-FF9D-2268-C188-4E2C10947667}"/>
                      </a:ext>
                    </a:extLst>
                  </p14:cNvPr>
                  <p14:cNvContentPartPr/>
                  <p14:nvPr/>
                </p14:nvContentPartPr>
                <p14:xfrm>
                  <a:off x="2567289" y="2836865"/>
                  <a:ext cx="1980720" cy="71280"/>
                </p14:xfrm>
              </p:contentPart>
            </mc:Choice>
            <mc:Fallback xmlns="">
              <p:pic>
                <p:nvPicPr>
                  <p:cNvPr id="611" name="잉크 610">
                    <a:extLst>
                      <a:ext uri="{FF2B5EF4-FFF2-40B4-BE49-F238E27FC236}">
                        <a16:creationId xmlns:a16="http://schemas.microsoft.com/office/drawing/2014/main" id="{69E9E935-FF9D-2268-C188-4E2C10947667}"/>
                      </a:ext>
                    </a:extLst>
                  </p:cNvPr>
                  <p:cNvPicPr/>
                  <p:nvPr/>
                </p:nvPicPr>
                <p:blipFill>
                  <a:blip r:embed="rId803"/>
                  <a:stretch>
                    <a:fillRect/>
                  </a:stretch>
                </p:blipFill>
                <p:spPr>
                  <a:xfrm>
                    <a:off x="2554258" y="2824625"/>
                    <a:ext cx="2006782" cy="9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4">
                <p14:nvContentPartPr>
                  <p14:cNvPr id="612" name="잉크 611">
                    <a:extLst>
                      <a:ext uri="{FF2B5EF4-FFF2-40B4-BE49-F238E27FC236}">
                        <a16:creationId xmlns:a16="http://schemas.microsoft.com/office/drawing/2014/main" id="{9089BB6A-D82D-B7D1-5AEA-1E0DAC012D9C}"/>
                      </a:ext>
                    </a:extLst>
                  </p14:cNvPr>
                  <p14:cNvContentPartPr/>
                  <p14:nvPr/>
                </p14:nvContentPartPr>
                <p14:xfrm>
                  <a:off x="4546569" y="2636705"/>
                  <a:ext cx="286560" cy="309240"/>
                </p14:xfrm>
              </p:contentPart>
            </mc:Choice>
            <mc:Fallback xmlns="">
              <p:pic>
                <p:nvPicPr>
                  <p:cNvPr id="612" name="잉크 611">
                    <a:extLst>
                      <a:ext uri="{FF2B5EF4-FFF2-40B4-BE49-F238E27FC236}">
                        <a16:creationId xmlns:a16="http://schemas.microsoft.com/office/drawing/2014/main" id="{9089BB6A-D82D-B7D1-5AEA-1E0DAC012D9C}"/>
                      </a:ext>
                    </a:extLst>
                  </p:cNvPr>
                  <p:cNvPicPr/>
                  <p:nvPr/>
                </p:nvPicPr>
                <p:blipFill>
                  <a:blip r:embed="rId805"/>
                  <a:stretch>
                    <a:fillRect/>
                  </a:stretch>
                </p:blipFill>
                <p:spPr>
                  <a:xfrm>
                    <a:off x="4533544" y="2624393"/>
                    <a:ext cx="312611" cy="3338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6">
                <p14:nvContentPartPr>
                  <p14:cNvPr id="613" name="잉크 612">
                    <a:extLst>
                      <a:ext uri="{FF2B5EF4-FFF2-40B4-BE49-F238E27FC236}">
                        <a16:creationId xmlns:a16="http://schemas.microsoft.com/office/drawing/2014/main" id="{5D926365-E3F9-927C-E92F-380E0EBBEEAE}"/>
                      </a:ext>
                    </a:extLst>
                  </p14:cNvPr>
                  <p14:cNvContentPartPr/>
                  <p14:nvPr/>
                </p14:nvContentPartPr>
                <p14:xfrm>
                  <a:off x="4700649" y="2778185"/>
                  <a:ext cx="192600" cy="129960"/>
                </p14:xfrm>
              </p:contentPart>
            </mc:Choice>
            <mc:Fallback xmlns="">
              <p:pic>
                <p:nvPicPr>
                  <p:cNvPr id="613" name="잉크 612">
                    <a:extLst>
                      <a:ext uri="{FF2B5EF4-FFF2-40B4-BE49-F238E27FC236}">
                        <a16:creationId xmlns:a16="http://schemas.microsoft.com/office/drawing/2014/main" id="{5D926365-E3F9-927C-E92F-380E0EBBEEAE}"/>
                      </a:ext>
                    </a:extLst>
                  </p:cNvPr>
                  <p:cNvPicPr/>
                  <p:nvPr/>
                </p:nvPicPr>
                <p:blipFill>
                  <a:blip r:embed="rId807"/>
                  <a:stretch>
                    <a:fillRect/>
                  </a:stretch>
                </p:blipFill>
                <p:spPr>
                  <a:xfrm>
                    <a:off x="4687656" y="2765911"/>
                    <a:ext cx="218586" cy="1545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8">
                <p14:nvContentPartPr>
                  <p14:cNvPr id="614" name="잉크 613">
                    <a:extLst>
                      <a:ext uri="{FF2B5EF4-FFF2-40B4-BE49-F238E27FC236}">
                        <a16:creationId xmlns:a16="http://schemas.microsoft.com/office/drawing/2014/main" id="{9F3542D3-B7C0-24CC-9F8C-27B39C453D01}"/>
                      </a:ext>
                    </a:extLst>
                  </p14:cNvPr>
                  <p14:cNvContentPartPr/>
                  <p14:nvPr/>
                </p14:nvContentPartPr>
                <p14:xfrm>
                  <a:off x="4560249" y="2555345"/>
                  <a:ext cx="335160" cy="360"/>
                </p14:xfrm>
              </p:contentPart>
            </mc:Choice>
            <mc:Fallback xmlns="">
              <p:pic>
                <p:nvPicPr>
                  <p:cNvPr id="614" name="잉크 613">
                    <a:extLst>
                      <a:ext uri="{FF2B5EF4-FFF2-40B4-BE49-F238E27FC236}">
                        <a16:creationId xmlns:a16="http://schemas.microsoft.com/office/drawing/2014/main" id="{9F3542D3-B7C0-24CC-9F8C-27B39C453D01}"/>
                      </a:ext>
                    </a:extLst>
                  </p:cNvPr>
                  <p:cNvPicPr/>
                  <p:nvPr/>
                </p:nvPicPr>
                <p:blipFill>
                  <a:blip r:embed="rId198"/>
                  <a:stretch>
                    <a:fillRect/>
                  </a:stretch>
                </p:blipFill>
                <p:spPr>
                  <a:xfrm>
                    <a:off x="4547241" y="2549225"/>
                    <a:ext cx="361177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9">
                <p14:nvContentPartPr>
                  <p14:cNvPr id="615" name="잉크 614">
                    <a:extLst>
                      <a:ext uri="{FF2B5EF4-FFF2-40B4-BE49-F238E27FC236}">
                        <a16:creationId xmlns:a16="http://schemas.microsoft.com/office/drawing/2014/main" id="{07C87656-183C-01B2-C47C-6E4E25A1DA12}"/>
                      </a:ext>
                    </a:extLst>
                  </p14:cNvPr>
                  <p14:cNvContentPartPr/>
                  <p14:nvPr/>
                </p14:nvContentPartPr>
                <p14:xfrm>
                  <a:off x="993729" y="1625825"/>
                  <a:ext cx="2347560" cy="1211040"/>
                </p14:xfrm>
              </p:contentPart>
            </mc:Choice>
            <mc:Fallback xmlns="">
              <p:pic>
                <p:nvPicPr>
                  <p:cNvPr id="615" name="잉크 614">
                    <a:extLst>
                      <a:ext uri="{FF2B5EF4-FFF2-40B4-BE49-F238E27FC236}">
                        <a16:creationId xmlns:a16="http://schemas.microsoft.com/office/drawing/2014/main" id="{07C87656-183C-01B2-C47C-6E4E25A1DA12}"/>
                      </a:ext>
                    </a:extLst>
                  </p:cNvPr>
                  <p:cNvPicPr/>
                  <p:nvPr/>
                </p:nvPicPr>
                <p:blipFill>
                  <a:blip r:embed="rId810"/>
                  <a:stretch>
                    <a:fillRect/>
                  </a:stretch>
                </p:blipFill>
                <p:spPr>
                  <a:xfrm>
                    <a:off x="980696" y="1613512"/>
                    <a:ext cx="2373627" cy="12356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1">
                <p14:nvContentPartPr>
                  <p14:cNvPr id="616" name="잉크 615">
                    <a:extLst>
                      <a:ext uri="{FF2B5EF4-FFF2-40B4-BE49-F238E27FC236}">
                        <a16:creationId xmlns:a16="http://schemas.microsoft.com/office/drawing/2014/main" id="{21485906-4AF7-1B79-5D97-B8C01C2FA722}"/>
                      </a:ext>
                    </a:extLst>
                  </p14:cNvPr>
                  <p14:cNvContentPartPr/>
                  <p14:nvPr/>
                </p14:nvContentPartPr>
                <p14:xfrm>
                  <a:off x="1371369" y="2461025"/>
                  <a:ext cx="952200" cy="670320"/>
                </p14:xfrm>
              </p:contentPart>
            </mc:Choice>
            <mc:Fallback xmlns="">
              <p:pic>
                <p:nvPicPr>
                  <p:cNvPr id="616" name="잉크 615">
                    <a:extLst>
                      <a:ext uri="{FF2B5EF4-FFF2-40B4-BE49-F238E27FC236}">
                        <a16:creationId xmlns:a16="http://schemas.microsoft.com/office/drawing/2014/main" id="{21485906-4AF7-1B79-5D97-B8C01C2FA722}"/>
                      </a:ext>
                    </a:extLst>
                  </p:cNvPr>
                  <p:cNvPicPr/>
                  <p:nvPr/>
                </p:nvPicPr>
                <p:blipFill>
                  <a:blip r:embed="rId812"/>
                  <a:stretch>
                    <a:fillRect/>
                  </a:stretch>
                </p:blipFill>
                <p:spPr>
                  <a:xfrm>
                    <a:off x="1358336" y="2448706"/>
                    <a:ext cx="978267" cy="6949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3">
                <p14:nvContentPartPr>
                  <p14:cNvPr id="617" name="잉크 616">
                    <a:extLst>
                      <a:ext uri="{FF2B5EF4-FFF2-40B4-BE49-F238E27FC236}">
                        <a16:creationId xmlns:a16="http://schemas.microsoft.com/office/drawing/2014/main" id="{96B93F2E-904E-C02E-D4C6-C632B648F2C3}"/>
                      </a:ext>
                    </a:extLst>
                  </p14:cNvPr>
                  <p14:cNvContentPartPr/>
                  <p14:nvPr/>
                </p14:nvContentPartPr>
                <p14:xfrm>
                  <a:off x="2319609" y="2774585"/>
                  <a:ext cx="199440" cy="148320"/>
                </p14:xfrm>
              </p:contentPart>
            </mc:Choice>
            <mc:Fallback xmlns="">
              <p:pic>
                <p:nvPicPr>
                  <p:cNvPr id="617" name="잉크 616">
                    <a:extLst>
                      <a:ext uri="{FF2B5EF4-FFF2-40B4-BE49-F238E27FC236}">
                        <a16:creationId xmlns:a16="http://schemas.microsoft.com/office/drawing/2014/main" id="{96B93F2E-904E-C02E-D4C6-C632B648F2C3}"/>
                      </a:ext>
                    </a:extLst>
                  </p:cNvPr>
                  <p:cNvPicPr/>
                  <p:nvPr/>
                </p:nvPicPr>
                <p:blipFill>
                  <a:blip r:embed="rId814"/>
                  <a:stretch>
                    <a:fillRect/>
                  </a:stretch>
                </p:blipFill>
                <p:spPr>
                  <a:xfrm>
                    <a:off x="2306619" y="2762285"/>
                    <a:ext cx="225421" cy="172919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515" name="잉크 514">
                  <a:extLst>
                    <a:ext uri="{FF2B5EF4-FFF2-40B4-BE49-F238E27FC236}">
                      <a16:creationId xmlns:a16="http://schemas.microsoft.com/office/drawing/2014/main" id="{1D1106EC-7196-F5B0-5A35-806EF49E8F1C}"/>
                    </a:ext>
                  </a:extLst>
                </p14:cNvPr>
                <p14:cNvContentPartPr/>
                <p14:nvPr/>
              </p14:nvContentPartPr>
              <p14:xfrm>
                <a:off x="7964530" y="2060661"/>
                <a:ext cx="257760" cy="12240"/>
              </p14:xfrm>
            </p:contentPart>
          </mc:Choice>
          <mc:Fallback xmlns="">
            <p:pic>
              <p:nvPicPr>
                <p:cNvPr id="515" name="잉크 514">
                  <a:extLst>
                    <a:ext uri="{FF2B5EF4-FFF2-40B4-BE49-F238E27FC236}">
                      <a16:creationId xmlns:a16="http://schemas.microsoft.com/office/drawing/2014/main" id="{1D1106EC-7196-F5B0-5A35-806EF49E8F1C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7951527" y="2048421"/>
                  <a:ext cx="283765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516" name="잉크 515">
                  <a:extLst>
                    <a:ext uri="{FF2B5EF4-FFF2-40B4-BE49-F238E27FC236}">
                      <a16:creationId xmlns:a16="http://schemas.microsoft.com/office/drawing/2014/main" id="{A59767CA-EE9C-EE51-81FA-F7C06ADB0D11}"/>
                    </a:ext>
                  </a:extLst>
                </p14:cNvPr>
                <p14:cNvContentPartPr/>
                <p14:nvPr/>
              </p14:nvContentPartPr>
              <p14:xfrm>
                <a:off x="4576570" y="1978581"/>
                <a:ext cx="941760" cy="12600"/>
              </p14:xfrm>
            </p:contentPart>
          </mc:Choice>
          <mc:Fallback xmlns="">
            <p:pic>
              <p:nvPicPr>
                <p:cNvPr id="516" name="잉크 515">
                  <a:extLst>
                    <a:ext uri="{FF2B5EF4-FFF2-40B4-BE49-F238E27FC236}">
                      <a16:creationId xmlns:a16="http://schemas.microsoft.com/office/drawing/2014/main" id="{A59767CA-EE9C-EE51-81FA-F7C06ADB0D11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4563543" y="1966681"/>
                  <a:ext cx="967814" cy="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517" name="잉크 516">
                  <a:extLst>
                    <a:ext uri="{FF2B5EF4-FFF2-40B4-BE49-F238E27FC236}">
                      <a16:creationId xmlns:a16="http://schemas.microsoft.com/office/drawing/2014/main" id="{770A3226-78C4-DB1B-9198-89EC2515424C}"/>
                    </a:ext>
                  </a:extLst>
                </p14:cNvPr>
                <p14:cNvContentPartPr/>
                <p14:nvPr/>
              </p14:nvContentPartPr>
              <p14:xfrm>
                <a:off x="4517890" y="3643581"/>
                <a:ext cx="1143720" cy="24480"/>
              </p14:xfrm>
            </p:contentPart>
          </mc:Choice>
          <mc:Fallback xmlns="">
            <p:pic>
              <p:nvPicPr>
                <p:cNvPr id="517" name="잉크 516">
                  <a:extLst>
                    <a:ext uri="{FF2B5EF4-FFF2-40B4-BE49-F238E27FC236}">
                      <a16:creationId xmlns:a16="http://schemas.microsoft.com/office/drawing/2014/main" id="{770A3226-78C4-DB1B-9198-89EC2515424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4504858" y="3631341"/>
                  <a:ext cx="1169783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518" name="잉크 517">
                  <a:extLst>
                    <a:ext uri="{FF2B5EF4-FFF2-40B4-BE49-F238E27FC236}">
                      <a16:creationId xmlns:a16="http://schemas.microsoft.com/office/drawing/2014/main" id="{6A5CF404-21D8-93B3-1E98-D595BD1B406E}"/>
                    </a:ext>
                  </a:extLst>
                </p14:cNvPr>
                <p14:cNvContentPartPr/>
                <p14:nvPr/>
              </p14:nvContentPartPr>
              <p14:xfrm>
                <a:off x="1793289" y="3598985"/>
                <a:ext cx="12240" cy="360"/>
              </p14:xfrm>
            </p:contentPart>
          </mc:Choice>
          <mc:Fallback xmlns="">
            <p:pic>
              <p:nvPicPr>
                <p:cNvPr id="518" name="잉크 517">
                  <a:extLst>
                    <a:ext uri="{FF2B5EF4-FFF2-40B4-BE49-F238E27FC236}">
                      <a16:creationId xmlns:a16="http://schemas.microsoft.com/office/drawing/2014/main" id="{6A5CF404-21D8-93B3-1E98-D595BD1B406E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780284" y="3592505"/>
                  <a:ext cx="38250" cy="12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19" name="그룹 518">
              <a:extLst>
                <a:ext uri="{FF2B5EF4-FFF2-40B4-BE49-F238E27FC236}">
                  <a16:creationId xmlns:a16="http://schemas.microsoft.com/office/drawing/2014/main" id="{D0746D91-386C-C945-FE65-AB4EE35ABCA1}"/>
                </a:ext>
              </a:extLst>
            </p:cNvPr>
            <p:cNvGrpSpPr/>
            <p:nvPr/>
          </p:nvGrpSpPr>
          <p:grpSpPr>
            <a:xfrm>
              <a:off x="761529" y="1723025"/>
              <a:ext cx="3998880" cy="2289960"/>
              <a:chOff x="761529" y="1723025"/>
              <a:chExt cx="3998880" cy="2289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23">
                <p14:nvContentPartPr>
                  <p14:cNvPr id="588" name="잉크 587">
                    <a:extLst>
                      <a:ext uri="{FF2B5EF4-FFF2-40B4-BE49-F238E27FC236}">
                        <a16:creationId xmlns:a16="http://schemas.microsoft.com/office/drawing/2014/main" id="{F8DA82CD-66D4-E70E-6AF4-30C8E12769B2}"/>
                      </a:ext>
                    </a:extLst>
                  </p14:cNvPr>
                  <p14:cNvContentPartPr/>
                  <p14:nvPr/>
                </p14:nvContentPartPr>
                <p14:xfrm>
                  <a:off x="3446409" y="1723025"/>
                  <a:ext cx="1199160" cy="622800"/>
                </p14:xfrm>
              </p:contentPart>
            </mc:Choice>
            <mc:Fallback xmlns="">
              <p:pic>
                <p:nvPicPr>
                  <p:cNvPr id="588" name="잉크 587">
                    <a:extLst>
                      <a:ext uri="{FF2B5EF4-FFF2-40B4-BE49-F238E27FC236}">
                        <a16:creationId xmlns:a16="http://schemas.microsoft.com/office/drawing/2014/main" id="{F8DA82CD-66D4-E70E-6AF4-30C8E12769B2}"/>
                      </a:ext>
                    </a:extLst>
                  </p:cNvPr>
                  <p:cNvPicPr/>
                  <p:nvPr/>
                </p:nvPicPr>
                <p:blipFill>
                  <a:blip r:embed="rId824"/>
                  <a:stretch>
                    <a:fillRect/>
                  </a:stretch>
                </p:blipFill>
                <p:spPr>
                  <a:xfrm>
                    <a:off x="3433383" y="1710714"/>
                    <a:ext cx="1225212" cy="6474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5">
                <p14:nvContentPartPr>
                  <p14:cNvPr id="589" name="잉크 588">
                    <a:extLst>
                      <a:ext uri="{FF2B5EF4-FFF2-40B4-BE49-F238E27FC236}">
                        <a16:creationId xmlns:a16="http://schemas.microsoft.com/office/drawing/2014/main" id="{5DDD0C14-4CF4-224B-1969-106E6A0CE7DC}"/>
                      </a:ext>
                    </a:extLst>
                  </p14:cNvPr>
                  <p14:cNvContentPartPr/>
                  <p14:nvPr/>
                </p14:nvContentPartPr>
                <p14:xfrm>
                  <a:off x="3540369" y="1781705"/>
                  <a:ext cx="360" cy="562680"/>
                </p14:xfrm>
              </p:contentPart>
            </mc:Choice>
            <mc:Fallback xmlns="">
              <p:pic>
                <p:nvPicPr>
                  <p:cNvPr id="589" name="잉크 588">
                    <a:extLst>
                      <a:ext uri="{FF2B5EF4-FFF2-40B4-BE49-F238E27FC236}">
                        <a16:creationId xmlns:a16="http://schemas.microsoft.com/office/drawing/2014/main" id="{5DDD0C14-4CF4-224B-1969-106E6A0CE7DC}"/>
                      </a:ext>
                    </a:extLst>
                  </p:cNvPr>
                  <p:cNvPicPr/>
                  <p:nvPr/>
                </p:nvPicPr>
                <p:blipFill>
                  <a:blip r:embed="rId826"/>
                  <a:stretch>
                    <a:fillRect/>
                  </a:stretch>
                </p:blipFill>
                <p:spPr>
                  <a:xfrm>
                    <a:off x="3534249" y="1769394"/>
                    <a:ext cx="12600" cy="5873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7">
                <p14:nvContentPartPr>
                  <p14:cNvPr id="590" name="잉크 589">
                    <a:extLst>
                      <a:ext uri="{FF2B5EF4-FFF2-40B4-BE49-F238E27FC236}">
                        <a16:creationId xmlns:a16="http://schemas.microsoft.com/office/drawing/2014/main" id="{BF026F5D-AD7D-A5B9-4FA7-E9197ECDBCFC}"/>
                      </a:ext>
                    </a:extLst>
                  </p14:cNvPr>
                  <p14:cNvContentPartPr/>
                  <p14:nvPr/>
                </p14:nvContentPartPr>
                <p14:xfrm>
                  <a:off x="3234729" y="2190305"/>
                  <a:ext cx="351720" cy="1284480"/>
                </p14:xfrm>
              </p:contentPart>
            </mc:Choice>
            <mc:Fallback xmlns="">
              <p:pic>
                <p:nvPicPr>
                  <p:cNvPr id="590" name="잉크 589">
                    <a:extLst>
                      <a:ext uri="{FF2B5EF4-FFF2-40B4-BE49-F238E27FC236}">
                        <a16:creationId xmlns:a16="http://schemas.microsoft.com/office/drawing/2014/main" id="{BF026F5D-AD7D-A5B9-4FA7-E9197ECDBCFC}"/>
                      </a:ext>
                    </a:extLst>
                  </p:cNvPr>
                  <p:cNvPicPr/>
                  <p:nvPr/>
                </p:nvPicPr>
                <p:blipFill>
                  <a:blip r:embed="rId828"/>
                  <a:stretch>
                    <a:fillRect/>
                  </a:stretch>
                </p:blipFill>
                <p:spPr>
                  <a:xfrm>
                    <a:off x="3221702" y="2177989"/>
                    <a:ext cx="377773" cy="13091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9">
                <p14:nvContentPartPr>
                  <p14:cNvPr id="591" name="잉크 590">
                    <a:extLst>
                      <a:ext uri="{FF2B5EF4-FFF2-40B4-BE49-F238E27FC236}">
                        <a16:creationId xmlns:a16="http://schemas.microsoft.com/office/drawing/2014/main" id="{CFC394D7-033B-9243-EC46-3B07B0DD7A7D}"/>
                      </a:ext>
                    </a:extLst>
                  </p14:cNvPr>
                  <p14:cNvContentPartPr/>
                  <p14:nvPr/>
                </p14:nvContentPartPr>
                <p14:xfrm>
                  <a:off x="2978769" y="2799425"/>
                  <a:ext cx="315720" cy="14400"/>
                </p14:xfrm>
              </p:contentPart>
            </mc:Choice>
            <mc:Fallback xmlns="">
              <p:pic>
                <p:nvPicPr>
                  <p:cNvPr id="591" name="잉크 590">
                    <a:extLst>
                      <a:ext uri="{FF2B5EF4-FFF2-40B4-BE49-F238E27FC236}">
                        <a16:creationId xmlns:a16="http://schemas.microsoft.com/office/drawing/2014/main" id="{CFC394D7-033B-9243-EC46-3B07B0DD7A7D}"/>
                      </a:ext>
                    </a:extLst>
                  </p:cNvPr>
                  <p:cNvPicPr/>
                  <p:nvPr/>
                </p:nvPicPr>
                <p:blipFill>
                  <a:blip r:embed="rId830"/>
                  <a:stretch>
                    <a:fillRect/>
                  </a:stretch>
                </p:blipFill>
                <p:spPr>
                  <a:xfrm>
                    <a:off x="2965742" y="2787185"/>
                    <a:ext cx="341775" cy="38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1">
                <p14:nvContentPartPr>
                  <p14:cNvPr id="592" name="잉크 591">
                    <a:extLst>
                      <a:ext uri="{FF2B5EF4-FFF2-40B4-BE49-F238E27FC236}">
                        <a16:creationId xmlns:a16="http://schemas.microsoft.com/office/drawing/2014/main" id="{9036DFD5-583C-3EBD-0CA9-58E77B118BAD}"/>
                      </a:ext>
                    </a:extLst>
                  </p14:cNvPr>
                  <p14:cNvContentPartPr/>
                  <p14:nvPr/>
                </p14:nvContentPartPr>
                <p14:xfrm>
                  <a:off x="2485209" y="2614025"/>
                  <a:ext cx="202320" cy="226080"/>
                </p14:xfrm>
              </p:contentPart>
            </mc:Choice>
            <mc:Fallback xmlns="">
              <p:pic>
                <p:nvPicPr>
                  <p:cNvPr id="592" name="잉크 591">
                    <a:extLst>
                      <a:ext uri="{FF2B5EF4-FFF2-40B4-BE49-F238E27FC236}">
                        <a16:creationId xmlns:a16="http://schemas.microsoft.com/office/drawing/2014/main" id="{9036DFD5-583C-3EBD-0CA9-58E77B118BAD}"/>
                      </a:ext>
                    </a:extLst>
                  </p:cNvPr>
                  <p:cNvPicPr/>
                  <p:nvPr/>
                </p:nvPicPr>
                <p:blipFill>
                  <a:blip r:embed="rId832"/>
                  <a:stretch>
                    <a:fillRect/>
                  </a:stretch>
                </p:blipFill>
                <p:spPr>
                  <a:xfrm>
                    <a:off x="2472230" y="2601707"/>
                    <a:ext cx="228278" cy="2507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3">
                <p14:nvContentPartPr>
                  <p14:cNvPr id="593" name="잉크 592">
                    <a:extLst>
                      <a:ext uri="{FF2B5EF4-FFF2-40B4-BE49-F238E27FC236}">
                        <a16:creationId xmlns:a16="http://schemas.microsoft.com/office/drawing/2014/main" id="{5A3040A6-E096-2BB4-469C-5F8B63DD7927}"/>
                      </a:ext>
                    </a:extLst>
                  </p14:cNvPr>
                  <p14:cNvContentPartPr/>
                  <p14:nvPr/>
                </p14:nvContentPartPr>
                <p14:xfrm>
                  <a:off x="2473329" y="2602505"/>
                  <a:ext cx="126720" cy="11160"/>
                </p14:xfrm>
              </p:contentPart>
            </mc:Choice>
            <mc:Fallback xmlns="">
              <p:pic>
                <p:nvPicPr>
                  <p:cNvPr id="593" name="잉크 592">
                    <a:extLst>
                      <a:ext uri="{FF2B5EF4-FFF2-40B4-BE49-F238E27FC236}">
                        <a16:creationId xmlns:a16="http://schemas.microsoft.com/office/drawing/2014/main" id="{5A3040A6-E096-2BB4-469C-5F8B63DD7927}"/>
                      </a:ext>
                    </a:extLst>
                  </p:cNvPr>
                  <p:cNvPicPr/>
                  <p:nvPr/>
                </p:nvPicPr>
                <p:blipFill>
                  <a:blip r:embed="rId717"/>
                  <a:stretch>
                    <a:fillRect/>
                  </a:stretch>
                </p:blipFill>
                <p:spPr>
                  <a:xfrm>
                    <a:off x="2460352" y="2590647"/>
                    <a:ext cx="152675" cy="348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4">
                <p14:nvContentPartPr>
                  <p14:cNvPr id="594" name="잉크 593">
                    <a:extLst>
                      <a:ext uri="{FF2B5EF4-FFF2-40B4-BE49-F238E27FC236}">
                        <a16:creationId xmlns:a16="http://schemas.microsoft.com/office/drawing/2014/main" id="{B65461E4-0C98-E220-17DA-11D70B5B5D6A}"/>
                      </a:ext>
                    </a:extLst>
                  </p14:cNvPr>
                  <p14:cNvContentPartPr/>
                  <p14:nvPr/>
                </p14:nvContentPartPr>
                <p14:xfrm>
                  <a:off x="1418169" y="1899065"/>
                  <a:ext cx="2173680" cy="83520"/>
                </p14:xfrm>
              </p:contentPart>
            </mc:Choice>
            <mc:Fallback xmlns="">
              <p:pic>
                <p:nvPicPr>
                  <p:cNvPr id="594" name="잉크 593">
                    <a:extLst>
                      <a:ext uri="{FF2B5EF4-FFF2-40B4-BE49-F238E27FC236}">
                        <a16:creationId xmlns:a16="http://schemas.microsoft.com/office/drawing/2014/main" id="{B65461E4-0C98-E220-17DA-11D70B5B5D6A}"/>
                      </a:ext>
                    </a:extLst>
                  </p:cNvPr>
                  <p:cNvPicPr/>
                  <p:nvPr/>
                </p:nvPicPr>
                <p:blipFill>
                  <a:blip r:embed="rId835"/>
                  <a:stretch>
                    <a:fillRect/>
                  </a:stretch>
                </p:blipFill>
                <p:spPr>
                  <a:xfrm>
                    <a:off x="1405139" y="1886825"/>
                    <a:ext cx="2199740" cy="10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6">
                <p14:nvContentPartPr>
                  <p14:cNvPr id="595" name="잉크 594">
                    <a:extLst>
                      <a:ext uri="{FF2B5EF4-FFF2-40B4-BE49-F238E27FC236}">
                        <a16:creationId xmlns:a16="http://schemas.microsoft.com/office/drawing/2014/main" id="{534D3CD2-E0DB-B0EC-C978-186BF1A2684D}"/>
                      </a:ext>
                    </a:extLst>
                  </p14:cNvPr>
                  <p14:cNvContentPartPr/>
                  <p14:nvPr/>
                </p14:nvContentPartPr>
                <p14:xfrm>
                  <a:off x="1746489" y="3847385"/>
                  <a:ext cx="1937160" cy="34200"/>
                </p14:xfrm>
              </p:contentPart>
            </mc:Choice>
            <mc:Fallback xmlns="">
              <p:pic>
                <p:nvPicPr>
                  <p:cNvPr id="595" name="잉크 594">
                    <a:extLst>
                      <a:ext uri="{FF2B5EF4-FFF2-40B4-BE49-F238E27FC236}">
                        <a16:creationId xmlns:a16="http://schemas.microsoft.com/office/drawing/2014/main" id="{534D3CD2-E0DB-B0EC-C978-186BF1A2684D}"/>
                      </a:ext>
                    </a:extLst>
                  </p:cNvPr>
                  <p:cNvPicPr/>
                  <p:nvPr/>
                </p:nvPicPr>
                <p:blipFill>
                  <a:blip r:embed="rId837"/>
                  <a:stretch>
                    <a:fillRect/>
                  </a:stretch>
                </p:blipFill>
                <p:spPr>
                  <a:xfrm>
                    <a:off x="1733457" y="3835272"/>
                    <a:ext cx="1963224" cy="584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8">
                <p14:nvContentPartPr>
                  <p14:cNvPr id="596" name="잉크 595">
                    <a:extLst>
                      <a:ext uri="{FF2B5EF4-FFF2-40B4-BE49-F238E27FC236}">
                        <a16:creationId xmlns:a16="http://schemas.microsoft.com/office/drawing/2014/main" id="{2BC99BBC-D28D-26B7-CF42-B464B88C27E5}"/>
                      </a:ext>
                    </a:extLst>
                  </p14:cNvPr>
                  <p14:cNvContentPartPr/>
                  <p14:nvPr/>
                </p14:nvContentPartPr>
                <p14:xfrm>
                  <a:off x="1171569" y="1922465"/>
                  <a:ext cx="616320" cy="1105560"/>
                </p14:xfrm>
              </p:contentPart>
            </mc:Choice>
            <mc:Fallback xmlns="">
              <p:pic>
                <p:nvPicPr>
                  <p:cNvPr id="596" name="잉크 595">
                    <a:extLst>
                      <a:ext uri="{FF2B5EF4-FFF2-40B4-BE49-F238E27FC236}">
                        <a16:creationId xmlns:a16="http://schemas.microsoft.com/office/drawing/2014/main" id="{2BC99BBC-D28D-26B7-CF42-B464B88C27E5}"/>
                      </a:ext>
                    </a:extLst>
                  </p:cNvPr>
                  <p:cNvPicPr/>
                  <p:nvPr/>
                </p:nvPicPr>
                <p:blipFill>
                  <a:blip r:embed="rId839"/>
                  <a:stretch>
                    <a:fillRect/>
                  </a:stretch>
                </p:blipFill>
                <p:spPr>
                  <a:xfrm>
                    <a:off x="1158554" y="1910149"/>
                    <a:ext cx="642351" cy="11301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0">
                <p14:nvContentPartPr>
                  <p14:cNvPr id="597" name="잉크 596">
                    <a:extLst>
                      <a:ext uri="{FF2B5EF4-FFF2-40B4-BE49-F238E27FC236}">
                        <a16:creationId xmlns:a16="http://schemas.microsoft.com/office/drawing/2014/main" id="{4701381B-52DE-F9A1-81C8-C72F3E6F061F}"/>
                      </a:ext>
                    </a:extLst>
                  </p14:cNvPr>
                  <p14:cNvContentPartPr/>
                  <p14:nvPr/>
                </p14:nvContentPartPr>
                <p14:xfrm>
                  <a:off x="1426449" y="2412065"/>
                  <a:ext cx="190440" cy="156600"/>
                </p14:xfrm>
              </p:contentPart>
            </mc:Choice>
            <mc:Fallback xmlns="">
              <p:pic>
                <p:nvPicPr>
                  <p:cNvPr id="597" name="잉크 596">
                    <a:extLst>
                      <a:ext uri="{FF2B5EF4-FFF2-40B4-BE49-F238E27FC236}">
                        <a16:creationId xmlns:a16="http://schemas.microsoft.com/office/drawing/2014/main" id="{4701381B-52DE-F9A1-81C8-C72F3E6F061F}"/>
                      </a:ext>
                    </a:extLst>
                  </p:cNvPr>
                  <p:cNvPicPr/>
                  <p:nvPr/>
                </p:nvPicPr>
                <p:blipFill>
                  <a:blip r:embed="rId841"/>
                  <a:stretch>
                    <a:fillRect/>
                  </a:stretch>
                </p:blipFill>
                <p:spPr>
                  <a:xfrm>
                    <a:off x="1413447" y="2399797"/>
                    <a:ext cx="216444" cy="1811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2">
                <p14:nvContentPartPr>
                  <p14:cNvPr id="598" name="잉크 597">
                    <a:extLst>
                      <a:ext uri="{FF2B5EF4-FFF2-40B4-BE49-F238E27FC236}">
                        <a16:creationId xmlns:a16="http://schemas.microsoft.com/office/drawing/2014/main" id="{173C1DF8-17C2-BBA3-8D16-AD888ABF3910}"/>
                      </a:ext>
                    </a:extLst>
                  </p14:cNvPr>
                  <p14:cNvContentPartPr/>
                  <p14:nvPr/>
                </p14:nvContentPartPr>
                <p14:xfrm>
                  <a:off x="1512129" y="3012545"/>
                  <a:ext cx="318240" cy="849240"/>
                </p14:xfrm>
              </p:contentPart>
            </mc:Choice>
            <mc:Fallback xmlns="">
              <p:pic>
                <p:nvPicPr>
                  <p:cNvPr id="598" name="잉크 597">
                    <a:extLst>
                      <a:ext uri="{FF2B5EF4-FFF2-40B4-BE49-F238E27FC236}">
                        <a16:creationId xmlns:a16="http://schemas.microsoft.com/office/drawing/2014/main" id="{173C1DF8-17C2-BBA3-8D16-AD888ABF3910}"/>
                      </a:ext>
                    </a:extLst>
                  </p:cNvPr>
                  <p:cNvPicPr/>
                  <p:nvPr/>
                </p:nvPicPr>
                <p:blipFill>
                  <a:blip r:embed="rId843"/>
                  <a:stretch>
                    <a:fillRect/>
                  </a:stretch>
                </p:blipFill>
                <p:spPr>
                  <a:xfrm>
                    <a:off x="1499124" y="3000237"/>
                    <a:ext cx="344250" cy="8738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4">
                <p14:nvContentPartPr>
                  <p14:cNvPr id="599" name="잉크 598">
                    <a:extLst>
                      <a:ext uri="{FF2B5EF4-FFF2-40B4-BE49-F238E27FC236}">
                        <a16:creationId xmlns:a16="http://schemas.microsoft.com/office/drawing/2014/main" id="{08709173-22F1-D641-716A-F7650A15C956}"/>
                      </a:ext>
                    </a:extLst>
                  </p14:cNvPr>
                  <p14:cNvContentPartPr/>
                  <p14:nvPr/>
                </p14:nvContentPartPr>
                <p14:xfrm>
                  <a:off x="3540369" y="3340865"/>
                  <a:ext cx="89280" cy="672120"/>
                </p14:xfrm>
              </p:contentPart>
            </mc:Choice>
            <mc:Fallback xmlns="">
              <p:pic>
                <p:nvPicPr>
                  <p:cNvPr id="599" name="잉크 598">
                    <a:extLst>
                      <a:ext uri="{FF2B5EF4-FFF2-40B4-BE49-F238E27FC236}">
                        <a16:creationId xmlns:a16="http://schemas.microsoft.com/office/drawing/2014/main" id="{08709173-22F1-D641-716A-F7650A15C956}"/>
                      </a:ext>
                    </a:extLst>
                  </p:cNvPr>
                  <p:cNvPicPr/>
                  <p:nvPr/>
                </p:nvPicPr>
                <p:blipFill>
                  <a:blip r:embed="rId845"/>
                  <a:stretch>
                    <a:fillRect/>
                  </a:stretch>
                </p:blipFill>
                <p:spPr>
                  <a:xfrm>
                    <a:off x="3527397" y="3328552"/>
                    <a:ext cx="115225" cy="6967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6">
                <p14:nvContentPartPr>
                  <p14:cNvPr id="600" name="잉크 599">
                    <a:extLst>
                      <a:ext uri="{FF2B5EF4-FFF2-40B4-BE49-F238E27FC236}">
                        <a16:creationId xmlns:a16="http://schemas.microsoft.com/office/drawing/2014/main" id="{B580C36C-EE60-5160-F23B-2C116DCA8FEE}"/>
                      </a:ext>
                    </a:extLst>
                  </p14:cNvPr>
                  <p14:cNvContentPartPr/>
                  <p14:nvPr/>
                </p14:nvContentPartPr>
                <p14:xfrm>
                  <a:off x="3575289" y="3351665"/>
                  <a:ext cx="1185120" cy="647640"/>
                </p14:xfrm>
              </p:contentPart>
            </mc:Choice>
            <mc:Fallback xmlns="">
              <p:pic>
                <p:nvPicPr>
                  <p:cNvPr id="600" name="잉크 599">
                    <a:extLst>
                      <a:ext uri="{FF2B5EF4-FFF2-40B4-BE49-F238E27FC236}">
                        <a16:creationId xmlns:a16="http://schemas.microsoft.com/office/drawing/2014/main" id="{B580C36C-EE60-5160-F23B-2C116DCA8FEE}"/>
                      </a:ext>
                    </a:extLst>
                  </p:cNvPr>
                  <p:cNvPicPr/>
                  <p:nvPr/>
                </p:nvPicPr>
                <p:blipFill>
                  <a:blip r:embed="rId847"/>
                  <a:stretch>
                    <a:fillRect/>
                  </a:stretch>
                </p:blipFill>
                <p:spPr>
                  <a:xfrm>
                    <a:off x="3562257" y="3339350"/>
                    <a:ext cx="1211183" cy="6722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8">
                <p14:nvContentPartPr>
                  <p14:cNvPr id="601" name="잉크 600">
                    <a:extLst>
                      <a:ext uri="{FF2B5EF4-FFF2-40B4-BE49-F238E27FC236}">
                        <a16:creationId xmlns:a16="http://schemas.microsoft.com/office/drawing/2014/main" id="{63A1968F-C677-E02E-08C6-68E62774827F}"/>
                      </a:ext>
                    </a:extLst>
                  </p14:cNvPr>
                  <p14:cNvContentPartPr/>
                  <p14:nvPr/>
                </p14:nvContentPartPr>
                <p14:xfrm>
                  <a:off x="761529" y="3856385"/>
                  <a:ext cx="2801520" cy="60120"/>
                </p14:xfrm>
              </p:contentPart>
            </mc:Choice>
            <mc:Fallback xmlns="">
              <p:pic>
                <p:nvPicPr>
                  <p:cNvPr id="601" name="잉크 600">
                    <a:extLst>
                      <a:ext uri="{FF2B5EF4-FFF2-40B4-BE49-F238E27FC236}">
                        <a16:creationId xmlns:a16="http://schemas.microsoft.com/office/drawing/2014/main" id="{63A1968F-C677-E02E-08C6-68E62774827F}"/>
                      </a:ext>
                    </a:extLst>
                  </p:cNvPr>
                  <p:cNvPicPr/>
                  <p:nvPr/>
                </p:nvPicPr>
                <p:blipFill>
                  <a:blip r:embed="rId849"/>
                  <a:stretch>
                    <a:fillRect/>
                  </a:stretch>
                </p:blipFill>
                <p:spPr>
                  <a:xfrm>
                    <a:off x="748495" y="3844218"/>
                    <a:ext cx="2827588" cy="844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0">
                <p14:nvContentPartPr>
                  <p14:cNvPr id="602" name="잉크 601">
                    <a:extLst>
                      <a:ext uri="{FF2B5EF4-FFF2-40B4-BE49-F238E27FC236}">
                        <a16:creationId xmlns:a16="http://schemas.microsoft.com/office/drawing/2014/main" id="{82ACB8DA-35AE-C3D2-7520-E72C62CE031B}"/>
                      </a:ext>
                    </a:extLst>
                  </p14:cNvPr>
                  <p14:cNvContentPartPr/>
                  <p14:nvPr/>
                </p14:nvContentPartPr>
                <p14:xfrm>
                  <a:off x="1488729" y="1957385"/>
                  <a:ext cx="2087640" cy="12960"/>
                </p14:xfrm>
              </p:contentPart>
            </mc:Choice>
            <mc:Fallback xmlns="">
              <p:pic>
                <p:nvPicPr>
                  <p:cNvPr id="602" name="잉크 601">
                    <a:extLst>
                      <a:ext uri="{FF2B5EF4-FFF2-40B4-BE49-F238E27FC236}">
                        <a16:creationId xmlns:a16="http://schemas.microsoft.com/office/drawing/2014/main" id="{82ACB8DA-35AE-C3D2-7520-E72C62CE031B}"/>
                      </a:ext>
                    </a:extLst>
                  </p:cNvPr>
                  <p:cNvPicPr/>
                  <p:nvPr/>
                </p:nvPicPr>
                <p:blipFill>
                  <a:blip r:embed="rId851"/>
                  <a:stretch>
                    <a:fillRect/>
                  </a:stretch>
                </p:blipFill>
                <p:spPr>
                  <a:xfrm>
                    <a:off x="1475696" y="1945145"/>
                    <a:ext cx="2113707" cy="3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2">
                <p14:nvContentPartPr>
                  <p14:cNvPr id="603" name="잉크 602">
                    <a:extLst>
                      <a:ext uri="{FF2B5EF4-FFF2-40B4-BE49-F238E27FC236}">
                        <a16:creationId xmlns:a16="http://schemas.microsoft.com/office/drawing/2014/main" id="{E49D8D19-0C98-5621-85E9-4C2EAD79E263}"/>
                      </a:ext>
                    </a:extLst>
                  </p14:cNvPr>
                  <p14:cNvContentPartPr/>
                  <p14:nvPr/>
                </p14:nvContentPartPr>
                <p14:xfrm>
                  <a:off x="2532009" y="2730665"/>
                  <a:ext cx="164880" cy="12600"/>
                </p14:xfrm>
              </p:contentPart>
            </mc:Choice>
            <mc:Fallback xmlns="">
              <p:pic>
                <p:nvPicPr>
                  <p:cNvPr id="603" name="잉크 602">
                    <a:extLst>
                      <a:ext uri="{FF2B5EF4-FFF2-40B4-BE49-F238E27FC236}">
                        <a16:creationId xmlns:a16="http://schemas.microsoft.com/office/drawing/2014/main" id="{E49D8D19-0C98-5621-85E9-4C2EAD79E263}"/>
                      </a:ext>
                    </a:extLst>
                  </p:cNvPr>
                  <p:cNvPicPr/>
                  <p:nvPr/>
                </p:nvPicPr>
                <p:blipFill>
                  <a:blip r:embed="rId853"/>
                  <a:stretch>
                    <a:fillRect/>
                  </a:stretch>
                </p:blipFill>
                <p:spPr>
                  <a:xfrm>
                    <a:off x="2519032" y="2718765"/>
                    <a:ext cx="190833" cy="36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4">
                <p14:nvContentPartPr>
                  <p14:cNvPr id="604" name="잉크 603">
                    <a:extLst>
                      <a:ext uri="{FF2B5EF4-FFF2-40B4-BE49-F238E27FC236}">
                        <a16:creationId xmlns:a16="http://schemas.microsoft.com/office/drawing/2014/main" id="{51CA0C0E-A3D5-93FB-6871-3766268F0308}"/>
                      </a:ext>
                    </a:extLst>
                  </p14:cNvPr>
                  <p14:cNvContentPartPr/>
                  <p14:nvPr/>
                </p14:nvContentPartPr>
                <p14:xfrm>
                  <a:off x="2768529" y="2590625"/>
                  <a:ext cx="33480" cy="214200"/>
                </p14:xfrm>
              </p:contentPart>
            </mc:Choice>
            <mc:Fallback xmlns="">
              <p:pic>
                <p:nvPicPr>
                  <p:cNvPr id="604" name="잉크 603">
                    <a:extLst>
                      <a:ext uri="{FF2B5EF4-FFF2-40B4-BE49-F238E27FC236}">
                        <a16:creationId xmlns:a16="http://schemas.microsoft.com/office/drawing/2014/main" id="{51CA0C0E-A3D5-93FB-6871-3766268F0308}"/>
                      </a:ext>
                    </a:extLst>
                  </p:cNvPr>
                  <p:cNvPicPr/>
                  <p:nvPr/>
                </p:nvPicPr>
                <p:blipFill>
                  <a:blip r:embed="rId855"/>
                  <a:stretch>
                    <a:fillRect/>
                  </a:stretch>
                </p:blipFill>
                <p:spPr>
                  <a:xfrm>
                    <a:off x="2755594" y="2578323"/>
                    <a:ext cx="59351" cy="2388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6">
                <p14:nvContentPartPr>
                  <p14:cNvPr id="605" name="잉크 604">
                    <a:extLst>
                      <a:ext uri="{FF2B5EF4-FFF2-40B4-BE49-F238E27FC236}">
                        <a16:creationId xmlns:a16="http://schemas.microsoft.com/office/drawing/2014/main" id="{750654E6-D015-2954-B3D8-8706B152AD46}"/>
                      </a:ext>
                    </a:extLst>
                  </p14:cNvPr>
                  <p14:cNvContentPartPr/>
                  <p14:nvPr/>
                </p14:nvContentPartPr>
                <p14:xfrm>
                  <a:off x="2789769" y="2579465"/>
                  <a:ext cx="147600" cy="275400"/>
                </p14:xfrm>
              </p:contentPart>
            </mc:Choice>
            <mc:Fallback xmlns="">
              <p:pic>
                <p:nvPicPr>
                  <p:cNvPr id="605" name="잉크 604">
                    <a:extLst>
                      <a:ext uri="{FF2B5EF4-FFF2-40B4-BE49-F238E27FC236}">
                        <a16:creationId xmlns:a16="http://schemas.microsoft.com/office/drawing/2014/main" id="{750654E6-D015-2954-B3D8-8706B152AD46}"/>
                      </a:ext>
                    </a:extLst>
                  </p:cNvPr>
                  <p:cNvPicPr/>
                  <p:nvPr/>
                </p:nvPicPr>
                <p:blipFill>
                  <a:blip r:embed="rId857"/>
                  <a:stretch>
                    <a:fillRect/>
                  </a:stretch>
                </p:blipFill>
                <p:spPr>
                  <a:xfrm>
                    <a:off x="2776768" y="2567177"/>
                    <a:ext cx="173602" cy="29997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20" name="그룹 519">
              <a:extLst>
                <a:ext uri="{FF2B5EF4-FFF2-40B4-BE49-F238E27FC236}">
                  <a16:creationId xmlns:a16="http://schemas.microsoft.com/office/drawing/2014/main" id="{59483288-9E66-03CF-C300-308422E8BD71}"/>
                </a:ext>
              </a:extLst>
            </p:cNvPr>
            <p:cNvGrpSpPr/>
            <p:nvPr/>
          </p:nvGrpSpPr>
          <p:grpSpPr>
            <a:xfrm>
              <a:off x="515289" y="3809945"/>
              <a:ext cx="191160" cy="338760"/>
              <a:chOff x="515289" y="3809945"/>
              <a:chExt cx="191160" cy="338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58">
                <p14:nvContentPartPr>
                  <p14:cNvPr id="586" name="잉크 585">
                    <a:extLst>
                      <a:ext uri="{FF2B5EF4-FFF2-40B4-BE49-F238E27FC236}">
                        <a16:creationId xmlns:a16="http://schemas.microsoft.com/office/drawing/2014/main" id="{044067E8-C66C-7DA1-4655-31361B96D6CF}"/>
                      </a:ext>
                    </a:extLst>
                  </p14:cNvPr>
                  <p14:cNvContentPartPr/>
                  <p14:nvPr/>
                </p14:nvContentPartPr>
                <p14:xfrm>
                  <a:off x="515289" y="3809945"/>
                  <a:ext cx="12960" cy="338760"/>
                </p14:xfrm>
              </p:contentPart>
            </mc:Choice>
            <mc:Fallback xmlns="">
              <p:pic>
                <p:nvPicPr>
                  <p:cNvPr id="586" name="잉크 585">
                    <a:extLst>
                      <a:ext uri="{FF2B5EF4-FFF2-40B4-BE49-F238E27FC236}">
                        <a16:creationId xmlns:a16="http://schemas.microsoft.com/office/drawing/2014/main" id="{044067E8-C66C-7DA1-4655-31361B96D6CF}"/>
                      </a:ext>
                    </a:extLst>
                  </p:cNvPr>
                  <p:cNvPicPr/>
                  <p:nvPr/>
                </p:nvPicPr>
                <p:blipFill>
                  <a:blip r:embed="rId859"/>
                  <a:stretch>
                    <a:fillRect/>
                  </a:stretch>
                </p:blipFill>
                <p:spPr>
                  <a:xfrm>
                    <a:off x="502329" y="3797640"/>
                    <a:ext cx="38880" cy="3633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0">
                <p14:nvContentPartPr>
                  <p14:cNvPr id="587" name="잉크 586">
                    <a:extLst>
                      <a:ext uri="{FF2B5EF4-FFF2-40B4-BE49-F238E27FC236}">
                        <a16:creationId xmlns:a16="http://schemas.microsoft.com/office/drawing/2014/main" id="{81D55AA8-8AA2-F854-99E2-9EDA3A3B7E76}"/>
                      </a:ext>
                    </a:extLst>
                  </p14:cNvPr>
                  <p14:cNvContentPartPr/>
                  <p14:nvPr/>
                </p14:nvContentPartPr>
                <p14:xfrm>
                  <a:off x="562449" y="3844865"/>
                  <a:ext cx="144000" cy="194760"/>
                </p14:xfrm>
              </p:contentPart>
            </mc:Choice>
            <mc:Fallback xmlns="">
              <p:pic>
                <p:nvPicPr>
                  <p:cNvPr id="587" name="잉크 586">
                    <a:extLst>
                      <a:ext uri="{FF2B5EF4-FFF2-40B4-BE49-F238E27FC236}">
                        <a16:creationId xmlns:a16="http://schemas.microsoft.com/office/drawing/2014/main" id="{81D55AA8-8AA2-F854-99E2-9EDA3A3B7E76}"/>
                      </a:ext>
                    </a:extLst>
                  </p:cNvPr>
                  <p:cNvPicPr/>
                  <p:nvPr/>
                </p:nvPicPr>
                <p:blipFill>
                  <a:blip r:embed="rId861"/>
                  <a:stretch>
                    <a:fillRect/>
                  </a:stretch>
                </p:blipFill>
                <p:spPr>
                  <a:xfrm>
                    <a:off x="549428" y="3832557"/>
                    <a:ext cx="170043" cy="219377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521" name="잉크 520">
                  <a:extLst>
                    <a:ext uri="{FF2B5EF4-FFF2-40B4-BE49-F238E27FC236}">
                      <a16:creationId xmlns:a16="http://schemas.microsoft.com/office/drawing/2014/main" id="{9B6DB51A-C5DF-D8C7-5FCD-EB4F980905B3}"/>
                    </a:ext>
                  </a:extLst>
                </p14:cNvPr>
                <p14:cNvContentPartPr/>
                <p14:nvPr/>
              </p14:nvContentPartPr>
              <p14:xfrm>
                <a:off x="1594209" y="4230785"/>
                <a:ext cx="22680" cy="36720"/>
              </p14:xfrm>
            </p:contentPart>
          </mc:Choice>
          <mc:Fallback xmlns="">
            <p:pic>
              <p:nvPicPr>
                <p:cNvPr id="521" name="잉크 520">
                  <a:extLst>
                    <a:ext uri="{FF2B5EF4-FFF2-40B4-BE49-F238E27FC236}">
                      <a16:creationId xmlns:a16="http://schemas.microsoft.com/office/drawing/2014/main" id="{9B6DB51A-C5DF-D8C7-5FCD-EB4F980905B3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1581357" y="4218545"/>
                  <a:ext cx="48384" cy="612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2EB01393-3905-C373-5288-BB7B289A49F6}"/>
                </a:ext>
              </a:extLst>
            </p:cNvPr>
            <p:cNvSpPr txBox="1"/>
            <p:nvPr/>
          </p:nvSpPr>
          <p:spPr>
            <a:xfrm>
              <a:off x="364227" y="224479"/>
              <a:ext cx="10779342" cy="66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메모리 기능도 쓰기 위해 </a:t>
              </a:r>
              <a:r>
                <a:rPr lang="en-US" altLang="ko-KR"/>
                <a:t>AND + EN </a:t>
              </a:r>
              <a:r>
                <a:rPr lang="ko-KR" altLang="en-US"/>
                <a:t>도입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523" name="잉크 522">
                  <a:extLst>
                    <a:ext uri="{FF2B5EF4-FFF2-40B4-BE49-F238E27FC236}">
                      <a16:creationId xmlns:a16="http://schemas.microsoft.com/office/drawing/2014/main" id="{0B520A24-735C-4303-580F-4608E863CDC6}"/>
                    </a:ext>
                  </a:extLst>
                </p14:cNvPr>
                <p14:cNvContentPartPr/>
                <p14:nvPr/>
              </p14:nvContentPartPr>
              <p14:xfrm>
                <a:off x="8311449" y="4618865"/>
                <a:ext cx="3360960" cy="360"/>
              </p14:xfrm>
            </p:contentPart>
          </mc:Choice>
          <mc:Fallback xmlns="">
            <p:pic>
              <p:nvPicPr>
                <p:cNvPr id="523" name="잉크 522">
                  <a:extLst>
                    <a:ext uri="{FF2B5EF4-FFF2-40B4-BE49-F238E27FC236}">
                      <a16:creationId xmlns:a16="http://schemas.microsoft.com/office/drawing/2014/main" id="{0B520A24-735C-4303-580F-4608E863CDC6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8298416" y="4612745"/>
                  <a:ext cx="3387026" cy="12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24" name="그룹 523">
              <a:extLst>
                <a:ext uri="{FF2B5EF4-FFF2-40B4-BE49-F238E27FC236}">
                  <a16:creationId xmlns:a16="http://schemas.microsoft.com/office/drawing/2014/main" id="{FC7DFCF2-79A0-142A-0DE1-8F9A94A6B9FA}"/>
                </a:ext>
              </a:extLst>
            </p:cNvPr>
            <p:cNvGrpSpPr/>
            <p:nvPr/>
          </p:nvGrpSpPr>
          <p:grpSpPr>
            <a:xfrm>
              <a:off x="9377769" y="3153305"/>
              <a:ext cx="674280" cy="4320720"/>
              <a:chOff x="9377769" y="3153305"/>
              <a:chExt cx="674280" cy="4320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66">
                <p14:nvContentPartPr>
                  <p14:cNvPr id="583" name="잉크 582">
                    <a:extLst>
                      <a:ext uri="{FF2B5EF4-FFF2-40B4-BE49-F238E27FC236}">
                        <a16:creationId xmlns:a16="http://schemas.microsoft.com/office/drawing/2014/main" id="{DF1CD04E-46E4-B408-3053-D1BF5BCFACF8}"/>
                      </a:ext>
                    </a:extLst>
                  </p14:cNvPr>
                  <p14:cNvContentPartPr/>
                  <p14:nvPr/>
                </p14:nvContentPartPr>
                <p14:xfrm>
                  <a:off x="9905889" y="3153305"/>
                  <a:ext cx="146160" cy="4320720"/>
                </p14:xfrm>
              </p:contentPart>
            </mc:Choice>
            <mc:Fallback xmlns="">
              <p:pic>
                <p:nvPicPr>
                  <p:cNvPr id="583" name="잉크 582">
                    <a:extLst>
                      <a:ext uri="{FF2B5EF4-FFF2-40B4-BE49-F238E27FC236}">
                        <a16:creationId xmlns:a16="http://schemas.microsoft.com/office/drawing/2014/main" id="{DF1CD04E-46E4-B408-3053-D1BF5BCFACF8}"/>
                      </a:ext>
                    </a:extLst>
                  </p:cNvPr>
                  <p:cNvPicPr/>
                  <p:nvPr/>
                </p:nvPicPr>
                <p:blipFill>
                  <a:blip r:embed="rId867"/>
                  <a:stretch>
                    <a:fillRect/>
                  </a:stretch>
                </p:blipFill>
                <p:spPr>
                  <a:xfrm>
                    <a:off x="9892880" y="3140987"/>
                    <a:ext cx="172178" cy="43453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8">
                <p14:nvContentPartPr>
                  <p14:cNvPr id="584" name="잉크 583">
                    <a:extLst>
                      <a:ext uri="{FF2B5EF4-FFF2-40B4-BE49-F238E27FC236}">
                        <a16:creationId xmlns:a16="http://schemas.microsoft.com/office/drawing/2014/main" id="{E25C9401-4B09-31E5-4055-62B9673799BA}"/>
                      </a:ext>
                    </a:extLst>
                  </p14:cNvPr>
                  <p14:cNvContentPartPr/>
                  <p14:nvPr/>
                </p14:nvContentPartPr>
                <p14:xfrm>
                  <a:off x="9377769" y="4114505"/>
                  <a:ext cx="17280" cy="381960"/>
                </p14:xfrm>
              </p:contentPart>
            </mc:Choice>
            <mc:Fallback xmlns="">
              <p:pic>
                <p:nvPicPr>
                  <p:cNvPr id="584" name="잉크 583">
                    <a:extLst>
                      <a:ext uri="{FF2B5EF4-FFF2-40B4-BE49-F238E27FC236}">
                        <a16:creationId xmlns:a16="http://schemas.microsoft.com/office/drawing/2014/main" id="{E25C9401-4B09-31E5-4055-62B9673799BA}"/>
                      </a:ext>
                    </a:extLst>
                  </p:cNvPr>
                  <p:cNvPicPr/>
                  <p:nvPr/>
                </p:nvPicPr>
                <p:blipFill>
                  <a:blip r:embed="rId869"/>
                  <a:stretch>
                    <a:fillRect/>
                  </a:stretch>
                </p:blipFill>
                <p:spPr>
                  <a:xfrm>
                    <a:off x="9364997" y="4102207"/>
                    <a:ext cx="42824" cy="4065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0">
                <p14:nvContentPartPr>
                  <p14:cNvPr id="585" name="잉크 584">
                    <a:extLst>
                      <a:ext uri="{FF2B5EF4-FFF2-40B4-BE49-F238E27FC236}">
                        <a16:creationId xmlns:a16="http://schemas.microsoft.com/office/drawing/2014/main" id="{42334E1D-DE6D-2941-3D9F-3B5F7988CEBB}"/>
                      </a:ext>
                    </a:extLst>
                  </p14:cNvPr>
                  <p14:cNvContentPartPr/>
                  <p14:nvPr/>
                </p14:nvContentPartPr>
                <p14:xfrm>
                  <a:off x="9401889" y="4172825"/>
                  <a:ext cx="201600" cy="226080"/>
                </p14:xfrm>
              </p:contentPart>
            </mc:Choice>
            <mc:Fallback xmlns="">
              <p:pic>
                <p:nvPicPr>
                  <p:cNvPr id="585" name="잉크 584">
                    <a:extLst>
                      <a:ext uri="{FF2B5EF4-FFF2-40B4-BE49-F238E27FC236}">
                        <a16:creationId xmlns:a16="http://schemas.microsoft.com/office/drawing/2014/main" id="{42334E1D-DE6D-2941-3D9F-3B5F7988CEBB}"/>
                      </a:ext>
                    </a:extLst>
                  </p:cNvPr>
                  <p:cNvPicPr/>
                  <p:nvPr/>
                </p:nvPicPr>
                <p:blipFill>
                  <a:blip r:embed="rId871"/>
                  <a:stretch>
                    <a:fillRect/>
                  </a:stretch>
                </p:blipFill>
                <p:spPr>
                  <a:xfrm>
                    <a:off x="9388858" y="4160546"/>
                    <a:ext cx="227662" cy="25063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25" name="그룹 524">
              <a:extLst>
                <a:ext uri="{FF2B5EF4-FFF2-40B4-BE49-F238E27FC236}">
                  <a16:creationId xmlns:a16="http://schemas.microsoft.com/office/drawing/2014/main" id="{4B9EE06B-A13F-7351-5CD0-B4CA50DFD823}"/>
                </a:ext>
              </a:extLst>
            </p:cNvPr>
            <p:cNvGrpSpPr/>
            <p:nvPr/>
          </p:nvGrpSpPr>
          <p:grpSpPr>
            <a:xfrm>
              <a:off x="10301889" y="4114505"/>
              <a:ext cx="974520" cy="341640"/>
              <a:chOff x="10301889" y="4114505"/>
              <a:chExt cx="974520" cy="341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72">
                <p14:nvContentPartPr>
                  <p14:cNvPr id="578" name="잉크 577">
                    <a:extLst>
                      <a:ext uri="{FF2B5EF4-FFF2-40B4-BE49-F238E27FC236}">
                        <a16:creationId xmlns:a16="http://schemas.microsoft.com/office/drawing/2014/main" id="{24237121-B054-FD09-28CF-CB735F29C056}"/>
                      </a:ext>
                    </a:extLst>
                  </p14:cNvPr>
                  <p14:cNvContentPartPr/>
                  <p14:nvPr/>
                </p14:nvContentPartPr>
                <p14:xfrm>
                  <a:off x="10301889" y="4196585"/>
                  <a:ext cx="169920" cy="203400"/>
                </p14:xfrm>
              </p:contentPart>
            </mc:Choice>
            <mc:Fallback xmlns="">
              <p:pic>
                <p:nvPicPr>
                  <p:cNvPr id="578" name="잉크 577">
                    <a:extLst>
                      <a:ext uri="{FF2B5EF4-FFF2-40B4-BE49-F238E27FC236}">
                        <a16:creationId xmlns:a16="http://schemas.microsoft.com/office/drawing/2014/main" id="{24237121-B054-FD09-28CF-CB735F29C056}"/>
                      </a:ext>
                    </a:extLst>
                  </p:cNvPr>
                  <p:cNvPicPr/>
                  <p:nvPr/>
                </p:nvPicPr>
                <p:blipFill>
                  <a:blip r:embed="rId873"/>
                  <a:stretch>
                    <a:fillRect/>
                  </a:stretch>
                </p:blipFill>
                <p:spPr>
                  <a:xfrm>
                    <a:off x="10288877" y="4184280"/>
                    <a:ext cx="195944" cy="2280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4">
                <p14:nvContentPartPr>
                  <p14:cNvPr id="579" name="잉크 578">
                    <a:extLst>
                      <a:ext uri="{FF2B5EF4-FFF2-40B4-BE49-F238E27FC236}">
                        <a16:creationId xmlns:a16="http://schemas.microsoft.com/office/drawing/2014/main" id="{7629C40D-52CC-1F29-F536-9147B392AF60}"/>
                      </a:ext>
                    </a:extLst>
                  </p14:cNvPr>
                  <p14:cNvContentPartPr/>
                  <p14:nvPr/>
                </p14:nvContentPartPr>
                <p14:xfrm>
                  <a:off x="10386489" y="4302065"/>
                  <a:ext cx="281880" cy="119880"/>
                </p14:xfrm>
              </p:contentPart>
            </mc:Choice>
            <mc:Fallback xmlns="">
              <p:pic>
                <p:nvPicPr>
                  <p:cNvPr id="579" name="잉크 578">
                    <a:extLst>
                      <a:ext uri="{FF2B5EF4-FFF2-40B4-BE49-F238E27FC236}">
                        <a16:creationId xmlns:a16="http://schemas.microsoft.com/office/drawing/2014/main" id="{7629C40D-52CC-1F29-F536-9147B392AF60}"/>
                      </a:ext>
                    </a:extLst>
                  </p:cNvPr>
                  <p:cNvPicPr/>
                  <p:nvPr/>
                </p:nvPicPr>
                <p:blipFill>
                  <a:blip r:embed="rId875"/>
                  <a:stretch>
                    <a:fillRect/>
                  </a:stretch>
                </p:blipFill>
                <p:spPr>
                  <a:xfrm>
                    <a:off x="10373467" y="4289788"/>
                    <a:ext cx="307923" cy="1444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6">
                <p14:nvContentPartPr>
                  <p14:cNvPr id="580" name="잉크 579">
                    <a:extLst>
                      <a:ext uri="{FF2B5EF4-FFF2-40B4-BE49-F238E27FC236}">
                        <a16:creationId xmlns:a16="http://schemas.microsoft.com/office/drawing/2014/main" id="{21067E4F-061B-CFCF-2233-8AF2D156AE07}"/>
                      </a:ext>
                    </a:extLst>
                  </p14:cNvPr>
                  <p14:cNvContentPartPr/>
                  <p14:nvPr/>
                </p14:nvContentPartPr>
                <p14:xfrm>
                  <a:off x="10970769" y="4219985"/>
                  <a:ext cx="216360" cy="236160"/>
                </p14:xfrm>
              </p:contentPart>
            </mc:Choice>
            <mc:Fallback xmlns="">
              <p:pic>
                <p:nvPicPr>
                  <p:cNvPr id="580" name="잉크 579">
                    <a:extLst>
                      <a:ext uri="{FF2B5EF4-FFF2-40B4-BE49-F238E27FC236}">
                        <a16:creationId xmlns:a16="http://schemas.microsoft.com/office/drawing/2014/main" id="{21067E4F-061B-CFCF-2233-8AF2D156AE07}"/>
                      </a:ext>
                    </a:extLst>
                  </p:cNvPr>
                  <p:cNvPicPr/>
                  <p:nvPr/>
                </p:nvPicPr>
                <p:blipFill>
                  <a:blip r:embed="rId877"/>
                  <a:stretch>
                    <a:fillRect/>
                  </a:stretch>
                </p:blipFill>
                <p:spPr>
                  <a:xfrm>
                    <a:off x="10957772" y="4207708"/>
                    <a:ext cx="242354" cy="2607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8">
                <p14:nvContentPartPr>
                  <p14:cNvPr id="581" name="잉크 580">
                    <a:extLst>
                      <a:ext uri="{FF2B5EF4-FFF2-40B4-BE49-F238E27FC236}">
                        <a16:creationId xmlns:a16="http://schemas.microsoft.com/office/drawing/2014/main" id="{711A8D4E-C4EF-8503-4D09-9D5E071D42D8}"/>
                      </a:ext>
                    </a:extLst>
                  </p14:cNvPr>
                  <p14:cNvContentPartPr/>
                  <p14:nvPr/>
                </p14:nvContentPartPr>
                <p14:xfrm>
                  <a:off x="11066529" y="4325465"/>
                  <a:ext cx="209880" cy="84960"/>
                </p14:xfrm>
              </p:contentPart>
            </mc:Choice>
            <mc:Fallback xmlns="">
              <p:pic>
                <p:nvPicPr>
                  <p:cNvPr id="581" name="잉크 580">
                    <a:extLst>
                      <a:ext uri="{FF2B5EF4-FFF2-40B4-BE49-F238E27FC236}">
                        <a16:creationId xmlns:a16="http://schemas.microsoft.com/office/drawing/2014/main" id="{711A8D4E-C4EF-8503-4D09-9D5E071D42D8}"/>
                      </a:ext>
                    </a:extLst>
                  </p:cNvPr>
                  <p:cNvPicPr/>
                  <p:nvPr/>
                </p:nvPicPr>
                <p:blipFill>
                  <a:blip r:embed="rId879"/>
                  <a:stretch>
                    <a:fillRect/>
                  </a:stretch>
                </p:blipFill>
                <p:spPr>
                  <a:xfrm>
                    <a:off x="11053507" y="4313225"/>
                    <a:ext cx="235924" cy="10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0">
                <p14:nvContentPartPr>
                  <p14:cNvPr id="582" name="잉크 581">
                    <a:extLst>
                      <a:ext uri="{FF2B5EF4-FFF2-40B4-BE49-F238E27FC236}">
                        <a16:creationId xmlns:a16="http://schemas.microsoft.com/office/drawing/2014/main" id="{751CF64D-7CA3-3DA6-6668-686A07EF2304}"/>
                      </a:ext>
                    </a:extLst>
                  </p14:cNvPr>
                  <p14:cNvContentPartPr/>
                  <p14:nvPr/>
                </p14:nvContentPartPr>
                <p14:xfrm>
                  <a:off x="10925769" y="4114505"/>
                  <a:ext cx="280080" cy="12600"/>
                </p14:xfrm>
              </p:contentPart>
            </mc:Choice>
            <mc:Fallback xmlns="">
              <p:pic>
                <p:nvPicPr>
                  <p:cNvPr id="582" name="잉크 581">
                    <a:extLst>
                      <a:ext uri="{FF2B5EF4-FFF2-40B4-BE49-F238E27FC236}">
                        <a16:creationId xmlns:a16="http://schemas.microsoft.com/office/drawing/2014/main" id="{751CF64D-7CA3-3DA6-6668-686A07EF2304}"/>
                      </a:ext>
                    </a:extLst>
                  </p:cNvPr>
                  <p:cNvPicPr/>
                  <p:nvPr/>
                </p:nvPicPr>
                <p:blipFill>
                  <a:blip r:embed="rId881"/>
                  <a:stretch>
                    <a:fillRect/>
                  </a:stretch>
                </p:blipFill>
                <p:spPr>
                  <a:xfrm>
                    <a:off x="10912760" y="4102605"/>
                    <a:ext cx="306098" cy="36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26" name="그룹 525">
              <a:extLst>
                <a:ext uri="{FF2B5EF4-FFF2-40B4-BE49-F238E27FC236}">
                  <a16:creationId xmlns:a16="http://schemas.microsoft.com/office/drawing/2014/main" id="{E5E39F15-86D1-185F-3846-DB031DBDE9CD}"/>
                </a:ext>
              </a:extLst>
            </p:cNvPr>
            <p:cNvGrpSpPr/>
            <p:nvPr/>
          </p:nvGrpSpPr>
          <p:grpSpPr>
            <a:xfrm>
              <a:off x="8803569" y="4838105"/>
              <a:ext cx="824400" cy="193320"/>
              <a:chOff x="8803569" y="4838105"/>
              <a:chExt cx="824400" cy="193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82">
                <p14:nvContentPartPr>
                  <p14:cNvPr id="576" name="잉크 575">
                    <a:extLst>
                      <a:ext uri="{FF2B5EF4-FFF2-40B4-BE49-F238E27FC236}">
                        <a16:creationId xmlns:a16="http://schemas.microsoft.com/office/drawing/2014/main" id="{F0DBED95-5BE1-26E4-FFFA-E64B54898EAB}"/>
                      </a:ext>
                    </a:extLst>
                  </p14:cNvPr>
                  <p14:cNvContentPartPr/>
                  <p14:nvPr/>
                </p14:nvContentPartPr>
                <p14:xfrm>
                  <a:off x="8803569" y="4838105"/>
                  <a:ext cx="239400" cy="193320"/>
                </p14:xfrm>
              </p:contentPart>
            </mc:Choice>
            <mc:Fallback xmlns="">
              <p:pic>
                <p:nvPicPr>
                  <p:cNvPr id="576" name="잉크 575">
                    <a:extLst>
                      <a:ext uri="{FF2B5EF4-FFF2-40B4-BE49-F238E27FC236}">
                        <a16:creationId xmlns:a16="http://schemas.microsoft.com/office/drawing/2014/main" id="{F0DBED95-5BE1-26E4-FFFA-E64B54898EAB}"/>
                      </a:ext>
                    </a:extLst>
                  </p:cNvPr>
                  <p:cNvPicPr/>
                  <p:nvPr/>
                </p:nvPicPr>
                <p:blipFill>
                  <a:blip r:embed="rId883"/>
                  <a:stretch>
                    <a:fillRect/>
                  </a:stretch>
                </p:blipFill>
                <p:spPr>
                  <a:xfrm>
                    <a:off x="8790566" y="4825842"/>
                    <a:ext cx="265405" cy="2178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4">
                <p14:nvContentPartPr>
                  <p14:cNvPr id="577" name="잉크 576">
                    <a:extLst>
                      <a:ext uri="{FF2B5EF4-FFF2-40B4-BE49-F238E27FC236}">
                        <a16:creationId xmlns:a16="http://schemas.microsoft.com/office/drawing/2014/main" id="{87CC3AB8-DD5E-16EA-F756-AC2B1BAE6A77}"/>
                      </a:ext>
                    </a:extLst>
                  </p14:cNvPr>
                  <p14:cNvContentPartPr/>
                  <p14:nvPr/>
                </p14:nvContentPartPr>
                <p14:xfrm>
                  <a:off x="9413409" y="4886345"/>
                  <a:ext cx="214560" cy="144360"/>
                </p14:xfrm>
              </p:contentPart>
            </mc:Choice>
            <mc:Fallback xmlns="">
              <p:pic>
                <p:nvPicPr>
                  <p:cNvPr id="577" name="잉크 576">
                    <a:extLst>
                      <a:ext uri="{FF2B5EF4-FFF2-40B4-BE49-F238E27FC236}">
                        <a16:creationId xmlns:a16="http://schemas.microsoft.com/office/drawing/2014/main" id="{87CC3AB8-DD5E-16EA-F756-AC2B1BAE6A77}"/>
                      </a:ext>
                    </a:extLst>
                  </p:cNvPr>
                  <p:cNvPicPr/>
                  <p:nvPr/>
                </p:nvPicPr>
                <p:blipFill>
                  <a:blip r:embed="rId885"/>
                  <a:stretch>
                    <a:fillRect/>
                  </a:stretch>
                </p:blipFill>
                <p:spPr>
                  <a:xfrm>
                    <a:off x="9400382" y="4874074"/>
                    <a:ext cx="240614" cy="16890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527" name="잉크 526">
                  <a:extLst>
                    <a:ext uri="{FF2B5EF4-FFF2-40B4-BE49-F238E27FC236}">
                      <a16:creationId xmlns:a16="http://schemas.microsoft.com/office/drawing/2014/main" id="{FD88F523-51AA-EBD4-CA81-A021C640B5D8}"/>
                    </a:ext>
                  </a:extLst>
                </p14:cNvPr>
                <p14:cNvContentPartPr/>
                <p14:nvPr/>
              </p14:nvContentPartPr>
              <p14:xfrm>
                <a:off x="8906169" y="5281625"/>
                <a:ext cx="218880" cy="227880"/>
              </p14:xfrm>
            </p:contentPart>
          </mc:Choice>
          <mc:Fallback xmlns="">
            <p:pic>
              <p:nvPicPr>
                <p:cNvPr id="527" name="잉크 526">
                  <a:extLst>
                    <a:ext uri="{FF2B5EF4-FFF2-40B4-BE49-F238E27FC236}">
                      <a16:creationId xmlns:a16="http://schemas.microsoft.com/office/drawing/2014/main" id="{FD88F523-51AA-EBD4-CA81-A021C640B5D8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8893159" y="5269327"/>
                  <a:ext cx="244901" cy="2524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528" name="잉크 527">
                  <a:extLst>
                    <a:ext uri="{FF2B5EF4-FFF2-40B4-BE49-F238E27FC236}">
                      <a16:creationId xmlns:a16="http://schemas.microsoft.com/office/drawing/2014/main" id="{5C26D1B0-374B-C8DA-F3B7-0265A4A66404}"/>
                    </a:ext>
                  </a:extLst>
                </p14:cNvPr>
                <p14:cNvContentPartPr/>
                <p14:nvPr/>
              </p14:nvContentPartPr>
              <p14:xfrm>
                <a:off x="9542289" y="5298545"/>
                <a:ext cx="51840" cy="194400"/>
              </p14:xfrm>
            </p:contentPart>
          </mc:Choice>
          <mc:Fallback xmlns="">
            <p:pic>
              <p:nvPicPr>
                <p:cNvPr id="528" name="잉크 527">
                  <a:extLst>
                    <a:ext uri="{FF2B5EF4-FFF2-40B4-BE49-F238E27FC236}">
                      <a16:creationId xmlns:a16="http://schemas.microsoft.com/office/drawing/2014/main" id="{5C26D1B0-374B-C8DA-F3B7-0265A4A66404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9529329" y="5286259"/>
                  <a:ext cx="77760" cy="21897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29" name="그룹 528">
              <a:extLst>
                <a:ext uri="{FF2B5EF4-FFF2-40B4-BE49-F238E27FC236}">
                  <a16:creationId xmlns:a16="http://schemas.microsoft.com/office/drawing/2014/main" id="{DBD38BEA-2E0E-E750-6124-235FE518E9D1}"/>
                </a:ext>
              </a:extLst>
            </p:cNvPr>
            <p:cNvGrpSpPr/>
            <p:nvPr/>
          </p:nvGrpSpPr>
          <p:grpSpPr>
            <a:xfrm>
              <a:off x="9052689" y="5802905"/>
              <a:ext cx="694080" cy="237600"/>
              <a:chOff x="9052689" y="5802905"/>
              <a:chExt cx="694080" cy="237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90">
                <p14:nvContentPartPr>
                  <p14:cNvPr id="574" name="잉크 573">
                    <a:extLst>
                      <a:ext uri="{FF2B5EF4-FFF2-40B4-BE49-F238E27FC236}">
                        <a16:creationId xmlns:a16="http://schemas.microsoft.com/office/drawing/2014/main" id="{91E3F2E4-298C-7CA2-88A6-ECF30E8E092A}"/>
                      </a:ext>
                    </a:extLst>
                  </p14:cNvPr>
                  <p14:cNvContentPartPr/>
                  <p14:nvPr/>
                </p14:nvContentPartPr>
                <p14:xfrm>
                  <a:off x="9052689" y="5802905"/>
                  <a:ext cx="56520" cy="176040"/>
                </p14:xfrm>
              </p:contentPart>
            </mc:Choice>
            <mc:Fallback xmlns="">
              <p:pic>
                <p:nvPicPr>
                  <p:cNvPr id="574" name="잉크 573">
                    <a:extLst>
                      <a:ext uri="{FF2B5EF4-FFF2-40B4-BE49-F238E27FC236}">
                        <a16:creationId xmlns:a16="http://schemas.microsoft.com/office/drawing/2014/main" id="{91E3F2E4-298C-7CA2-88A6-ECF30E8E092A}"/>
                      </a:ext>
                    </a:extLst>
                  </p:cNvPr>
                  <p:cNvPicPr/>
                  <p:nvPr/>
                </p:nvPicPr>
                <p:blipFill>
                  <a:blip r:embed="rId891"/>
                  <a:stretch>
                    <a:fillRect/>
                  </a:stretch>
                </p:blipFill>
                <p:spPr>
                  <a:xfrm>
                    <a:off x="9039705" y="5790589"/>
                    <a:ext cx="82489" cy="2006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2">
                <p14:nvContentPartPr>
                  <p14:cNvPr id="575" name="잉크 574">
                    <a:extLst>
                      <a:ext uri="{FF2B5EF4-FFF2-40B4-BE49-F238E27FC236}">
                        <a16:creationId xmlns:a16="http://schemas.microsoft.com/office/drawing/2014/main" id="{5E3A42CC-6253-2C91-2944-5E0925688D4B}"/>
                      </a:ext>
                    </a:extLst>
                  </p14:cNvPr>
                  <p14:cNvContentPartPr/>
                  <p14:nvPr/>
                </p14:nvContentPartPr>
                <p14:xfrm>
                  <a:off x="9483969" y="5882465"/>
                  <a:ext cx="262800" cy="158040"/>
                </p14:xfrm>
              </p:contentPart>
            </mc:Choice>
            <mc:Fallback xmlns="">
              <p:pic>
                <p:nvPicPr>
                  <p:cNvPr id="575" name="잉크 574">
                    <a:extLst>
                      <a:ext uri="{FF2B5EF4-FFF2-40B4-BE49-F238E27FC236}">
                        <a16:creationId xmlns:a16="http://schemas.microsoft.com/office/drawing/2014/main" id="{5E3A42CC-6253-2C91-2944-5E0925688D4B}"/>
                      </a:ext>
                    </a:extLst>
                  </p:cNvPr>
                  <p:cNvPicPr/>
                  <p:nvPr/>
                </p:nvPicPr>
                <p:blipFill>
                  <a:blip r:embed="rId893"/>
                  <a:stretch>
                    <a:fillRect/>
                  </a:stretch>
                </p:blipFill>
                <p:spPr>
                  <a:xfrm>
                    <a:off x="9470944" y="5870141"/>
                    <a:ext cx="288850" cy="18268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0" name="그룹 529">
              <a:extLst>
                <a:ext uri="{FF2B5EF4-FFF2-40B4-BE49-F238E27FC236}">
                  <a16:creationId xmlns:a16="http://schemas.microsoft.com/office/drawing/2014/main" id="{AF7BAC85-0C05-3FF9-DC4E-956E963E50A2}"/>
                </a:ext>
              </a:extLst>
            </p:cNvPr>
            <p:cNvGrpSpPr/>
            <p:nvPr/>
          </p:nvGrpSpPr>
          <p:grpSpPr>
            <a:xfrm>
              <a:off x="9120369" y="6283505"/>
              <a:ext cx="79920" cy="225360"/>
              <a:chOff x="9120369" y="6283505"/>
              <a:chExt cx="79920" cy="225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94">
                <p14:nvContentPartPr>
                  <p14:cNvPr id="572" name="잉크 571">
                    <a:extLst>
                      <a:ext uri="{FF2B5EF4-FFF2-40B4-BE49-F238E27FC236}">
                        <a16:creationId xmlns:a16="http://schemas.microsoft.com/office/drawing/2014/main" id="{252716E0-5B78-4CCA-DF8D-4E6251533B9E}"/>
                      </a:ext>
                    </a:extLst>
                  </p14:cNvPr>
                  <p14:cNvContentPartPr/>
                  <p14:nvPr/>
                </p14:nvContentPartPr>
                <p14:xfrm>
                  <a:off x="9120369" y="6283505"/>
                  <a:ext cx="11160" cy="88920"/>
                </p14:xfrm>
              </p:contentPart>
            </mc:Choice>
            <mc:Fallback xmlns="">
              <p:pic>
                <p:nvPicPr>
                  <p:cNvPr id="572" name="잉크 571">
                    <a:extLst>
                      <a:ext uri="{FF2B5EF4-FFF2-40B4-BE49-F238E27FC236}">
                        <a16:creationId xmlns:a16="http://schemas.microsoft.com/office/drawing/2014/main" id="{252716E0-5B78-4CCA-DF8D-4E6251533B9E}"/>
                      </a:ext>
                    </a:extLst>
                  </p:cNvPr>
                  <p:cNvPicPr/>
                  <p:nvPr/>
                </p:nvPicPr>
                <p:blipFill>
                  <a:blip r:embed="rId895"/>
                  <a:stretch>
                    <a:fillRect/>
                  </a:stretch>
                </p:blipFill>
                <p:spPr>
                  <a:xfrm>
                    <a:off x="9107721" y="6271215"/>
                    <a:ext cx="36456" cy="1135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6">
                <p14:nvContentPartPr>
                  <p14:cNvPr id="573" name="잉크 572">
                    <a:extLst>
                      <a:ext uri="{FF2B5EF4-FFF2-40B4-BE49-F238E27FC236}">
                        <a16:creationId xmlns:a16="http://schemas.microsoft.com/office/drawing/2014/main" id="{2AD45101-27DA-5B0A-A813-C7CA1222BF38}"/>
                      </a:ext>
                    </a:extLst>
                  </p14:cNvPr>
                  <p14:cNvContentPartPr/>
                  <p14:nvPr/>
                </p14:nvContentPartPr>
                <p14:xfrm>
                  <a:off x="9130449" y="6283505"/>
                  <a:ext cx="69840" cy="225360"/>
                </p14:xfrm>
              </p:contentPart>
            </mc:Choice>
            <mc:Fallback xmlns="">
              <p:pic>
                <p:nvPicPr>
                  <p:cNvPr id="573" name="잉크 572">
                    <a:extLst>
                      <a:ext uri="{FF2B5EF4-FFF2-40B4-BE49-F238E27FC236}">
                        <a16:creationId xmlns:a16="http://schemas.microsoft.com/office/drawing/2014/main" id="{2AD45101-27DA-5B0A-A813-C7CA1222BF38}"/>
                      </a:ext>
                    </a:extLst>
                  </p:cNvPr>
                  <p:cNvPicPr/>
                  <p:nvPr/>
                </p:nvPicPr>
                <p:blipFill>
                  <a:blip r:embed="rId897"/>
                  <a:stretch>
                    <a:fillRect/>
                  </a:stretch>
                </p:blipFill>
                <p:spPr>
                  <a:xfrm>
                    <a:off x="9117544" y="6271226"/>
                    <a:ext cx="95650" cy="24991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98">
              <p14:nvContentPartPr>
                <p14:cNvPr id="531" name="잉크 530">
                  <a:extLst>
                    <a:ext uri="{FF2B5EF4-FFF2-40B4-BE49-F238E27FC236}">
                      <a16:creationId xmlns:a16="http://schemas.microsoft.com/office/drawing/2014/main" id="{EFE1577E-9C0B-CD28-5779-316590CE8A02}"/>
                    </a:ext>
                  </a:extLst>
                </p14:cNvPr>
                <p14:cNvContentPartPr/>
                <p14:nvPr/>
              </p14:nvContentPartPr>
              <p14:xfrm>
                <a:off x="9718329" y="6283505"/>
                <a:ext cx="16560" cy="223200"/>
              </p14:xfrm>
            </p:contentPart>
          </mc:Choice>
          <mc:Fallback xmlns="">
            <p:pic>
              <p:nvPicPr>
                <p:cNvPr id="531" name="잉크 530">
                  <a:extLst>
                    <a:ext uri="{FF2B5EF4-FFF2-40B4-BE49-F238E27FC236}">
                      <a16:creationId xmlns:a16="http://schemas.microsoft.com/office/drawing/2014/main" id="{EFE1577E-9C0B-CD28-5779-316590CE8A02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9705533" y="6271225"/>
                  <a:ext cx="42153" cy="247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532" name="잉크 531">
                  <a:extLst>
                    <a:ext uri="{FF2B5EF4-FFF2-40B4-BE49-F238E27FC236}">
                      <a16:creationId xmlns:a16="http://schemas.microsoft.com/office/drawing/2014/main" id="{3C746740-2AE4-D00F-8437-E76DA537A36D}"/>
                    </a:ext>
                  </a:extLst>
                </p14:cNvPr>
                <p14:cNvContentPartPr/>
                <p14:nvPr/>
              </p14:nvContentPartPr>
              <p14:xfrm>
                <a:off x="10538769" y="6236345"/>
                <a:ext cx="360" cy="200160"/>
              </p14:xfrm>
            </p:contentPart>
          </mc:Choice>
          <mc:Fallback xmlns="">
            <p:pic>
              <p:nvPicPr>
                <p:cNvPr id="532" name="잉크 531">
                  <a:extLst>
                    <a:ext uri="{FF2B5EF4-FFF2-40B4-BE49-F238E27FC236}">
                      <a16:creationId xmlns:a16="http://schemas.microsoft.com/office/drawing/2014/main" id="{3C746740-2AE4-D00F-8437-E76DA537A36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532649" y="6224016"/>
                  <a:ext cx="12600" cy="2248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33" name="잉크 532">
                  <a:extLst>
                    <a:ext uri="{FF2B5EF4-FFF2-40B4-BE49-F238E27FC236}">
                      <a16:creationId xmlns:a16="http://schemas.microsoft.com/office/drawing/2014/main" id="{0E61F6DF-3A86-93EB-A636-9209D5A782BD}"/>
                    </a:ext>
                  </a:extLst>
                </p14:cNvPr>
                <p14:cNvContentPartPr/>
                <p14:nvPr/>
              </p14:nvContentPartPr>
              <p14:xfrm>
                <a:off x="11143569" y="6256145"/>
                <a:ext cx="243720" cy="160200"/>
              </p14:xfrm>
            </p:contentPart>
          </mc:Choice>
          <mc:Fallback xmlns="">
            <p:pic>
              <p:nvPicPr>
                <p:cNvPr id="533" name="잉크 532">
                  <a:extLst>
                    <a:ext uri="{FF2B5EF4-FFF2-40B4-BE49-F238E27FC236}">
                      <a16:creationId xmlns:a16="http://schemas.microsoft.com/office/drawing/2014/main" id="{0E61F6DF-3A86-93EB-A636-9209D5A782BD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1130540" y="6243877"/>
                  <a:ext cx="269778" cy="1847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34" name="잉크 533">
                  <a:extLst>
                    <a:ext uri="{FF2B5EF4-FFF2-40B4-BE49-F238E27FC236}">
                      <a16:creationId xmlns:a16="http://schemas.microsoft.com/office/drawing/2014/main" id="{7F1A1ADC-E41D-236A-415A-16D0E3209922}"/>
                    </a:ext>
                  </a:extLst>
                </p14:cNvPr>
                <p14:cNvContentPartPr/>
                <p14:nvPr/>
              </p14:nvContentPartPr>
              <p14:xfrm>
                <a:off x="10455249" y="5828465"/>
                <a:ext cx="264600" cy="187560"/>
              </p14:xfrm>
            </p:contentPart>
          </mc:Choice>
          <mc:Fallback xmlns="">
            <p:pic>
              <p:nvPicPr>
                <p:cNvPr id="534" name="잉크 533">
                  <a:extLst>
                    <a:ext uri="{FF2B5EF4-FFF2-40B4-BE49-F238E27FC236}">
                      <a16:creationId xmlns:a16="http://schemas.microsoft.com/office/drawing/2014/main" id="{7F1A1ADC-E41D-236A-415A-16D0E3209922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0442248" y="5816154"/>
                  <a:ext cx="290601" cy="2121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35" name="잉크 534">
                  <a:extLst>
                    <a:ext uri="{FF2B5EF4-FFF2-40B4-BE49-F238E27FC236}">
                      <a16:creationId xmlns:a16="http://schemas.microsoft.com/office/drawing/2014/main" id="{5FB26F87-A7CA-BC54-81E9-413CF6EDEDFD}"/>
                    </a:ext>
                  </a:extLst>
                </p14:cNvPr>
                <p14:cNvContentPartPr/>
                <p14:nvPr/>
              </p14:nvContentPartPr>
              <p14:xfrm>
                <a:off x="11289009" y="5861225"/>
                <a:ext cx="33480" cy="253440"/>
              </p14:xfrm>
            </p:contentPart>
          </mc:Choice>
          <mc:Fallback xmlns="">
            <p:pic>
              <p:nvPicPr>
                <p:cNvPr id="535" name="잉크 534">
                  <a:extLst>
                    <a:ext uri="{FF2B5EF4-FFF2-40B4-BE49-F238E27FC236}">
                      <a16:creationId xmlns:a16="http://schemas.microsoft.com/office/drawing/2014/main" id="{5FB26F87-A7CA-BC54-81E9-413CF6EDEDFD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1276074" y="5848915"/>
                  <a:ext cx="59351" cy="27806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36" name="그룹 535">
              <a:extLst>
                <a:ext uri="{FF2B5EF4-FFF2-40B4-BE49-F238E27FC236}">
                  <a16:creationId xmlns:a16="http://schemas.microsoft.com/office/drawing/2014/main" id="{43B49CDC-DB8F-4E9B-2CCB-152DBA31B9CB}"/>
                </a:ext>
              </a:extLst>
            </p:cNvPr>
            <p:cNvGrpSpPr/>
            <p:nvPr/>
          </p:nvGrpSpPr>
          <p:grpSpPr>
            <a:xfrm>
              <a:off x="10466049" y="4771145"/>
              <a:ext cx="329400" cy="291600"/>
              <a:chOff x="10466049" y="4771145"/>
              <a:chExt cx="329400" cy="291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07">
                <p14:nvContentPartPr>
                  <p14:cNvPr id="569" name="잉크 568">
                    <a:extLst>
                      <a:ext uri="{FF2B5EF4-FFF2-40B4-BE49-F238E27FC236}">
                        <a16:creationId xmlns:a16="http://schemas.microsoft.com/office/drawing/2014/main" id="{247A4FD2-6FF2-F101-54F2-82410DD34A9C}"/>
                      </a:ext>
                    </a:extLst>
                  </p14:cNvPr>
                  <p14:cNvContentPartPr/>
                  <p14:nvPr/>
                </p14:nvContentPartPr>
                <p14:xfrm>
                  <a:off x="10466049" y="4826225"/>
                  <a:ext cx="165600" cy="236520"/>
                </p14:xfrm>
              </p:contentPart>
            </mc:Choice>
            <mc:Fallback xmlns="">
              <p:pic>
                <p:nvPicPr>
                  <p:cNvPr id="569" name="잉크 568">
                    <a:extLst>
                      <a:ext uri="{FF2B5EF4-FFF2-40B4-BE49-F238E27FC236}">
                        <a16:creationId xmlns:a16="http://schemas.microsoft.com/office/drawing/2014/main" id="{247A4FD2-6FF2-F101-54F2-82410DD34A9C}"/>
                      </a:ext>
                    </a:extLst>
                  </p:cNvPr>
                  <p:cNvPicPr/>
                  <p:nvPr/>
                </p:nvPicPr>
                <p:blipFill>
                  <a:blip r:embed="rId908"/>
                  <a:stretch>
                    <a:fillRect/>
                  </a:stretch>
                </p:blipFill>
                <p:spPr>
                  <a:xfrm>
                    <a:off x="10453076" y="4813929"/>
                    <a:ext cx="191547" cy="2611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9">
                <p14:nvContentPartPr>
                  <p14:cNvPr id="570" name="잉크 569">
                    <a:extLst>
                      <a:ext uri="{FF2B5EF4-FFF2-40B4-BE49-F238E27FC236}">
                        <a16:creationId xmlns:a16="http://schemas.microsoft.com/office/drawing/2014/main" id="{62BD6AA7-E000-6BBA-1EC7-C24D89276B91}"/>
                      </a:ext>
                    </a:extLst>
                  </p14:cNvPr>
                  <p14:cNvContentPartPr/>
                  <p14:nvPr/>
                </p14:nvContentPartPr>
                <p14:xfrm>
                  <a:off x="10527249" y="4900025"/>
                  <a:ext cx="268200" cy="151560"/>
                </p14:xfrm>
              </p:contentPart>
            </mc:Choice>
            <mc:Fallback xmlns="">
              <p:pic>
                <p:nvPicPr>
                  <p:cNvPr id="570" name="잉크 569">
                    <a:extLst>
                      <a:ext uri="{FF2B5EF4-FFF2-40B4-BE49-F238E27FC236}">
                        <a16:creationId xmlns:a16="http://schemas.microsoft.com/office/drawing/2014/main" id="{62BD6AA7-E000-6BBA-1EC7-C24D89276B91}"/>
                      </a:ext>
                    </a:extLst>
                  </p:cNvPr>
                  <p:cNvPicPr/>
                  <p:nvPr/>
                </p:nvPicPr>
                <p:blipFill>
                  <a:blip r:embed="rId910"/>
                  <a:stretch>
                    <a:fillRect/>
                  </a:stretch>
                </p:blipFill>
                <p:spPr>
                  <a:xfrm>
                    <a:off x="10514222" y="4887756"/>
                    <a:ext cx="294254" cy="1760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1">
                <p14:nvContentPartPr>
                  <p14:cNvPr id="571" name="잉크 570">
                    <a:extLst>
                      <a:ext uri="{FF2B5EF4-FFF2-40B4-BE49-F238E27FC236}">
                        <a16:creationId xmlns:a16="http://schemas.microsoft.com/office/drawing/2014/main" id="{12EDF137-ED0D-C01F-A56A-1F403BE1D0EC}"/>
                      </a:ext>
                    </a:extLst>
                  </p14:cNvPr>
                  <p14:cNvContentPartPr/>
                  <p14:nvPr/>
                </p14:nvContentPartPr>
                <p14:xfrm>
                  <a:off x="10702929" y="4771145"/>
                  <a:ext cx="77040" cy="360"/>
                </p14:xfrm>
              </p:contentPart>
            </mc:Choice>
            <mc:Fallback xmlns="">
              <p:pic>
                <p:nvPicPr>
                  <p:cNvPr id="571" name="잉크 570">
                    <a:extLst>
                      <a:ext uri="{FF2B5EF4-FFF2-40B4-BE49-F238E27FC236}">
                        <a16:creationId xmlns:a16="http://schemas.microsoft.com/office/drawing/2014/main" id="{12EDF137-ED0D-C01F-A56A-1F403BE1D0EC}"/>
                      </a:ext>
                    </a:extLst>
                  </p:cNvPr>
                  <p:cNvPicPr/>
                  <p:nvPr/>
                </p:nvPicPr>
                <p:blipFill>
                  <a:blip r:embed="rId912"/>
                  <a:stretch>
                    <a:fillRect/>
                  </a:stretch>
                </p:blipFill>
                <p:spPr>
                  <a:xfrm>
                    <a:off x="10689962" y="4765025"/>
                    <a:ext cx="102974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7" name="그룹 536">
              <a:extLst>
                <a:ext uri="{FF2B5EF4-FFF2-40B4-BE49-F238E27FC236}">
                  <a16:creationId xmlns:a16="http://schemas.microsoft.com/office/drawing/2014/main" id="{230978E7-CEB8-593A-7FC7-03B61518EE12}"/>
                </a:ext>
              </a:extLst>
            </p:cNvPr>
            <p:cNvGrpSpPr/>
            <p:nvPr/>
          </p:nvGrpSpPr>
          <p:grpSpPr>
            <a:xfrm>
              <a:off x="11122329" y="4759265"/>
              <a:ext cx="490680" cy="259560"/>
              <a:chOff x="11122329" y="4759265"/>
              <a:chExt cx="490680" cy="259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13">
                <p14:nvContentPartPr>
                  <p14:cNvPr id="565" name="잉크 564">
                    <a:extLst>
                      <a:ext uri="{FF2B5EF4-FFF2-40B4-BE49-F238E27FC236}">
                        <a16:creationId xmlns:a16="http://schemas.microsoft.com/office/drawing/2014/main" id="{944F628D-2DAC-E945-1FC9-6289C0269345}"/>
                      </a:ext>
                    </a:extLst>
                  </p14:cNvPr>
                  <p14:cNvContentPartPr/>
                  <p14:nvPr/>
                </p14:nvContentPartPr>
                <p14:xfrm>
                  <a:off x="11122329" y="4806065"/>
                  <a:ext cx="120600" cy="212760"/>
                </p14:xfrm>
              </p:contentPart>
            </mc:Choice>
            <mc:Fallback xmlns="">
              <p:pic>
                <p:nvPicPr>
                  <p:cNvPr id="565" name="잉크 564">
                    <a:extLst>
                      <a:ext uri="{FF2B5EF4-FFF2-40B4-BE49-F238E27FC236}">
                        <a16:creationId xmlns:a16="http://schemas.microsoft.com/office/drawing/2014/main" id="{944F628D-2DAC-E945-1FC9-6289C0269345}"/>
                      </a:ext>
                    </a:extLst>
                  </p:cNvPr>
                  <p:cNvPicPr/>
                  <p:nvPr/>
                </p:nvPicPr>
                <p:blipFill>
                  <a:blip r:embed="rId914"/>
                  <a:stretch>
                    <a:fillRect/>
                  </a:stretch>
                </p:blipFill>
                <p:spPr>
                  <a:xfrm>
                    <a:off x="11109353" y="4793763"/>
                    <a:ext cx="146552" cy="23736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5">
                <p14:nvContentPartPr>
                  <p14:cNvPr id="566" name="잉크 565">
                    <a:extLst>
                      <a:ext uri="{FF2B5EF4-FFF2-40B4-BE49-F238E27FC236}">
                        <a16:creationId xmlns:a16="http://schemas.microsoft.com/office/drawing/2014/main" id="{9E810FF0-136C-BF98-1464-4F94BC33CD0F}"/>
                      </a:ext>
                    </a:extLst>
                  </p14:cNvPr>
                  <p14:cNvContentPartPr/>
                  <p14:nvPr/>
                </p14:nvContentPartPr>
                <p14:xfrm>
                  <a:off x="11172009" y="4923425"/>
                  <a:ext cx="240120" cy="84600"/>
                </p14:xfrm>
              </p:contentPart>
            </mc:Choice>
            <mc:Fallback xmlns="">
              <p:pic>
                <p:nvPicPr>
                  <p:cNvPr id="566" name="잉크 565">
                    <a:extLst>
                      <a:ext uri="{FF2B5EF4-FFF2-40B4-BE49-F238E27FC236}">
                        <a16:creationId xmlns:a16="http://schemas.microsoft.com/office/drawing/2014/main" id="{9E810FF0-136C-BF98-1464-4F94BC33CD0F}"/>
                      </a:ext>
                    </a:extLst>
                  </p:cNvPr>
                  <p:cNvPicPr/>
                  <p:nvPr/>
                </p:nvPicPr>
                <p:blipFill>
                  <a:blip r:embed="rId916"/>
                  <a:stretch>
                    <a:fillRect/>
                  </a:stretch>
                </p:blipFill>
                <p:spPr>
                  <a:xfrm>
                    <a:off x="11159009" y="4911133"/>
                    <a:ext cx="266120" cy="10918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7">
                <p14:nvContentPartPr>
                  <p14:cNvPr id="567" name="잉크 566">
                    <a:extLst>
                      <a:ext uri="{FF2B5EF4-FFF2-40B4-BE49-F238E27FC236}">
                        <a16:creationId xmlns:a16="http://schemas.microsoft.com/office/drawing/2014/main" id="{79BC26B4-0FE0-A099-2A58-83ACC1155BAE}"/>
                      </a:ext>
                    </a:extLst>
                  </p14:cNvPr>
                  <p14:cNvContentPartPr/>
                  <p14:nvPr/>
                </p14:nvContentPartPr>
                <p14:xfrm>
                  <a:off x="11124849" y="4759265"/>
                  <a:ext cx="231840" cy="11160"/>
                </p14:xfrm>
              </p:contentPart>
            </mc:Choice>
            <mc:Fallback xmlns="">
              <p:pic>
                <p:nvPicPr>
                  <p:cNvPr id="567" name="잉크 566">
                    <a:extLst>
                      <a:ext uri="{FF2B5EF4-FFF2-40B4-BE49-F238E27FC236}">
                        <a16:creationId xmlns:a16="http://schemas.microsoft.com/office/drawing/2014/main" id="{79BC26B4-0FE0-A099-2A58-83ACC1155BAE}"/>
                      </a:ext>
                    </a:extLst>
                  </p:cNvPr>
                  <p:cNvPicPr/>
                  <p:nvPr/>
                </p:nvPicPr>
                <p:blipFill>
                  <a:blip r:embed="rId918"/>
                  <a:stretch>
                    <a:fillRect/>
                  </a:stretch>
                </p:blipFill>
                <p:spPr>
                  <a:xfrm>
                    <a:off x="11111841" y="4747407"/>
                    <a:ext cx="257855" cy="348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9">
                <p14:nvContentPartPr>
                  <p14:cNvPr id="568" name="잉크 567">
                    <a:extLst>
                      <a:ext uri="{FF2B5EF4-FFF2-40B4-BE49-F238E27FC236}">
                        <a16:creationId xmlns:a16="http://schemas.microsoft.com/office/drawing/2014/main" id="{09CE0764-0156-5571-3DD0-4F8EBD6494C7}"/>
                      </a:ext>
                    </a:extLst>
                  </p14:cNvPr>
                  <p14:cNvContentPartPr/>
                  <p14:nvPr/>
                </p14:nvContentPartPr>
                <p14:xfrm>
                  <a:off x="11500329" y="4794545"/>
                  <a:ext cx="112680" cy="11160"/>
                </p14:xfrm>
              </p:contentPart>
            </mc:Choice>
            <mc:Fallback xmlns="">
              <p:pic>
                <p:nvPicPr>
                  <p:cNvPr id="568" name="잉크 567">
                    <a:extLst>
                      <a:ext uri="{FF2B5EF4-FFF2-40B4-BE49-F238E27FC236}">
                        <a16:creationId xmlns:a16="http://schemas.microsoft.com/office/drawing/2014/main" id="{09CE0764-0156-5571-3DD0-4F8EBD6494C7}"/>
                      </a:ext>
                    </a:extLst>
                  </p:cNvPr>
                  <p:cNvPicPr/>
                  <p:nvPr/>
                </p:nvPicPr>
                <p:blipFill>
                  <a:blip r:embed="rId920"/>
                  <a:stretch>
                    <a:fillRect/>
                  </a:stretch>
                </p:blipFill>
                <p:spPr>
                  <a:xfrm>
                    <a:off x="11487386" y="4782687"/>
                    <a:ext cx="138566" cy="3487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8" name="그룹 537">
              <a:extLst>
                <a:ext uri="{FF2B5EF4-FFF2-40B4-BE49-F238E27FC236}">
                  <a16:creationId xmlns:a16="http://schemas.microsoft.com/office/drawing/2014/main" id="{44657F76-C35B-7105-BDAF-ABD2BB443CFB}"/>
                </a:ext>
              </a:extLst>
            </p:cNvPr>
            <p:cNvGrpSpPr/>
            <p:nvPr/>
          </p:nvGrpSpPr>
          <p:grpSpPr>
            <a:xfrm>
              <a:off x="8522409" y="4144385"/>
              <a:ext cx="540000" cy="290520"/>
              <a:chOff x="8522409" y="4144385"/>
              <a:chExt cx="540000" cy="290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21">
                <p14:nvContentPartPr>
                  <p14:cNvPr id="560" name="잉크 559">
                    <a:extLst>
                      <a:ext uri="{FF2B5EF4-FFF2-40B4-BE49-F238E27FC236}">
                        <a16:creationId xmlns:a16="http://schemas.microsoft.com/office/drawing/2014/main" id="{A59C29A3-041C-A1C2-9ACE-43C277B968AB}"/>
                      </a:ext>
                    </a:extLst>
                  </p14:cNvPr>
                  <p14:cNvContentPartPr/>
                  <p14:nvPr/>
                </p14:nvContentPartPr>
                <p14:xfrm>
                  <a:off x="8545449" y="4173185"/>
                  <a:ext cx="269280" cy="203400"/>
                </p14:xfrm>
              </p:contentPart>
            </mc:Choice>
            <mc:Fallback xmlns="">
              <p:pic>
                <p:nvPicPr>
                  <p:cNvPr id="560" name="잉크 559">
                    <a:extLst>
                      <a:ext uri="{FF2B5EF4-FFF2-40B4-BE49-F238E27FC236}">
                        <a16:creationId xmlns:a16="http://schemas.microsoft.com/office/drawing/2014/main" id="{A59C29A3-041C-A1C2-9ACE-43C277B968AB}"/>
                      </a:ext>
                    </a:extLst>
                  </p:cNvPr>
                  <p:cNvPicPr/>
                  <p:nvPr/>
                </p:nvPicPr>
                <p:blipFill>
                  <a:blip r:embed="rId922"/>
                  <a:stretch>
                    <a:fillRect/>
                  </a:stretch>
                </p:blipFill>
                <p:spPr>
                  <a:xfrm>
                    <a:off x="8532444" y="4160880"/>
                    <a:ext cx="295290" cy="2280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3">
                <p14:nvContentPartPr>
                  <p14:cNvPr id="561" name="잉크 560">
                    <a:extLst>
                      <a:ext uri="{FF2B5EF4-FFF2-40B4-BE49-F238E27FC236}">
                        <a16:creationId xmlns:a16="http://schemas.microsoft.com/office/drawing/2014/main" id="{8662F955-76AB-91D8-5269-88CE11A76B2A}"/>
                      </a:ext>
                    </a:extLst>
                  </p14:cNvPr>
                  <p14:cNvContentPartPr/>
                  <p14:nvPr/>
                </p14:nvContentPartPr>
                <p14:xfrm>
                  <a:off x="8522409" y="4161665"/>
                  <a:ext cx="203400" cy="17280"/>
                </p14:xfrm>
              </p:contentPart>
            </mc:Choice>
            <mc:Fallback xmlns="">
              <p:pic>
                <p:nvPicPr>
                  <p:cNvPr id="561" name="잉크 560">
                    <a:extLst>
                      <a:ext uri="{FF2B5EF4-FFF2-40B4-BE49-F238E27FC236}">
                        <a16:creationId xmlns:a16="http://schemas.microsoft.com/office/drawing/2014/main" id="{8662F955-76AB-91D8-5269-88CE11A76B2A}"/>
                      </a:ext>
                    </a:extLst>
                  </p:cNvPr>
                  <p:cNvPicPr/>
                  <p:nvPr/>
                </p:nvPicPr>
                <p:blipFill>
                  <a:blip r:embed="rId924"/>
                  <a:stretch>
                    <a:fillRect/>
                  </a:stretch>
                </p:blipFill>
                <p:spPr>
                  <a:xfrm>
                    <a:off x="8509410" y="4149425"/>
                    <a:ext cx="229398" cy="4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5">
                <p14:nvContentPartPr>
                  <p14:cNvPr id="562" name="잉크 561">
                    <a:extLst>
                      <a:ext uri="{FF2B5EF4-FFF2-40B4-BE49-F238E27FC236}">
                        <a16:creationId xmlns:a16="http://schemas.microsoft.com/office/drawing/2014/main" id="{28B0147D-46D5-11D2-20C1-DA5B3794154A}"/>
                      </a:ext>
                    </a:extLst>
                  </p14:cNvPr>
                  <p14:cNvContentPartPr/>
                  <p14:nvPr/>
                </p14:nvContentPartPr>
                <p14:xfrm>
                  <a:off x="8604489" y="4243745"/>
                  <a:ext cx="176760" cy="24840"/>
                </p14:xfrm>
              </p:contentPart>
            </mc:Choice>
            <mc:Fallback xmlns="">
              <p:pic>
                <p:nvPicPr>
                  <p:cNvPr id="562" name="잉크 561">
                    <a:extLst>
                      <a:ext uri="{FF2B5EF4-FFF2-40B4-BE49-F238E27FC236}">
                        <a16:creationId xmlns:a16="http://schemas.microsoft.com/office/drawing/2014/main" id="{28B0147D-46D5-11D2-20C1-DA5B3794154A}"/>
                      </a:ext>
                    </a:extLst>
                  </p:cNvPr>
                  <p:cNvPicPr/>
                  <p:nvPr/>
                </p:nvPicPr>
                <p:blipFill>
                  <a:blip r:embed="rId926"/>
                  <a:stretch>
                    <a:fillRect/>
                  </a:stretch>
                </p:blipFill>
                <p:spPr>
                  <a:xfrm>
                    <a:off x="8591481" y="4231680"/>
                    <a:ext cx="202777" cy="489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7">
                <p14:nvContentPartPr>
                  <p14:cNvPr id="563" name="잉크 562">
                    <a:extLst>
                      <a:ext uri="{FF2B5EF4-FFF2-40B4-BE49-F238E27FC236}">
                        <a16:creationId xmlns:a16="http://schemas.microsoft.com/office/drawing/2014/main" id="{47584DC4-BF05-5A8F-42EB-0DD08341FC65}"/>
                      </a:ext>
                    </a:extLst>
                  </p14:cNvPr>
                  <p14:cNvContentPartPr/>
                  <p14:nvPr/>
                </p14:nvContentPartPr>
                <p14:xfrm>
                  <a:off x="8853969" y="4161665"/>
                  <a:ext cx="67320" cy="214920"/>
                </p14:xfrm>
              </p:contentPart>
            </mc:Choice>
            <mc:Fallback xmlns="">
              <p:pic>
                <p:nvPicPr>
                  <p:cNvPr id="563" name="잉크 562">
                    <a:extLst>
                      <a:ext uri="{FF2B5EF4-FFF2-40B4-BE49-F238E27FC236}">
                        <a16:creationId xmlns:a16="http://schemas.microsoft.com/office/drawing/2014/main" id="{47584DC4-BF05-5A8F-42EB-0DD08341FC65}"/>
                      </a:ext>
                    </a:extLst>
                  </p:cNvPr>
                  <p:cNvPicPr/>
                  <p:nvPr/>
                </p:nvPicPr>
                <p:blipFill>
                  <a:blip r:embed="rId928"/>
                  <a:stretch>
                    <a:fillRect/>
                  </a:stretch>
                </p:blipFill>
                <p:spPr>
                  <a:xfrm>
                    <a:off x="8840964" y="4149363"/>
                    <a:ext cx="93330" cy="2395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9">
                <p14:nvContentPartPr>
                  <p14:cNvPr id="564" name="잉크 563">
                    <a:extLst>
                      <a:ext uri="{FF2B5EF4-FFF2-40B4-BE49-F238E27FC236}">
                        <a16:creationId xmlns:a16="http://schemas.microsoft.com/office/drawing/2014/main" id="{D9BE89D7-D568-B679-CC79-CBA5AE1C980E}"/>
                      </a:ext>
                    </a:extLst>
                  </p14:cNvPr>
                  <p14:cNvContentPartPr/>
                  <p14:nvPr/>
                </p14:nvContentPartPr>
                <p14:xfrm>
                  <a:off x="8897529" y="4144385"/>
                  <a:ext cx="164880" cy="290520"/>
                </p14:xfrm>
              </p:contentPart>
            </mc:Choice>
            <mc:Fallback xmlns="">
              <p:pic>
                <p:nvPicPr>
                  <p:cNvPr id="564" name="잉크 563">
                    <a:extLst>
                      <a:ext uri="{FF2B5EF4-FFF2-40B4-BE49-F238E27FC236}">
                        <a16:creationId xmlns:a16="http://schemas.microsoft.com/office/drawing/2014/main" id="{D9BE89D7-D568-B679-CC79-CBA5AE1C980E}"/>
                      </a:ext>
                    </a:extLst>
                  </p:cNvPr>
                  <p:cNvPicPr/>
                  <p:nvPr/>
                </p:nvPicPr>
                <p:blipFill>
                  <a:blip r:embed="rId930"/>
                  <a:stretch>
                    <a:fillRect/>
                  </a:stretch>
                </p:blipFill>
                <p:spPr>
                  <a:xfrm>
                    <a:off x="8884492" y="4132099"/>
                    <a:ext cx="190954" cy="31509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9" name="그룹 538">
              <a:extLst>
                <a:ext uri="{FF2B5EF4-FFF2-40B4-BE49-F238E27FC236}">
                  <a16:creationId xmlns:a16="http://schemas.microsoft.com/office/drawing/2014/main" id="{C98BB406-DBD4-E149-F08A-5CA03EF9FDC5}"/>
                </a:ext>
              </a:extLst>
            </p:cNvPr>
            <p:cNvGrpSpPr/>
            <p:nvPr/>
          </p:nvGrpSpPr>
          <p:grpSpPr>
            <a:xfrm>
              <a:off x="2146089" y="914105"/>
              <a:ext cx="4648320" cy="681120"/>
              <a:chOff x="2146089" y="914105"/>
              <a:chExt cx="4648320" cy="681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31">
                <p14:nvContentPartPr>
                  <p14:cNvPr id="541" name="잉크 540">
                    <a:extLst>
                      <a:ext uri="{FF2B5EF4-FFF2-40B4-BE49-F238E27FC236}">
                        <a16:creationId xmlns:a16="http://schemas.microsoft.com/office/drawing/2014/main" id="{E7F240E8-1043-28A7-DED1-C39B84F65B53}"/>
                      </a:ext>
                    </a:extLst>
                  </p14:cNvPr>
                  <p14:cNvContentPartPr/>
                  <p14:nvPr/>
                </p14:nvContentPartPr>
                <p14:xfrm>
                  <a:off x="2146089" y="1042985"/>
                  <a:ext cx="273960" cy="200160"/>
                </p14:xfrm>
              </p:contentPart>
            </mc:Choice>
            <mc:Fallback xmlns="">
              <p:pic>
                <p:nvPicPr>
                  <p:cNvPr id="541" name="잉크 540">
                    <a:extLst>
                      <a:ext uri="{FF2B5EF4-FFF2-40B4-BE49-F238E27FC236}">
                        <a16:creationId xmlns:a16="http://schemas.microsoft.com/office/drawing/2014/main" id="{E7F240E8-1043-28A7-DED1-C39B84F65B53}"/>
                      </a:ext>
                    </a:extLst>
                  </p:cNvPr>
                  <p:cNvPicPr/>
                  <p:nvPr/>
                </p:nvPicPr>
                <p:blipFill>
                  <a:blip r:embed="rId932"/>
                  <a:stretch>
                    <a:fillRect/>
                  </a:stretch>
                </p:blipFill>
                <p:spPr>
                  <a:xfrm>
                    <a:off x="2133080" y="1030701"/>
                    <a:ext cx="299979" cy="2247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3">
                <p14:nvContentPartPr>
                  <p14:cNvPr id="542" name="잉크 541">
                    <a:extLst>
                      <a:ext uri="{FF2B5EF4-FFF2-40B4-BE49-F238E27FC236}">
                        <a16:creationId xmlns:a16="http://schemas.microsoft.com/office/drawing/2014/main" id="{8434AC51-A857-5C95-A3A5-22538779EE42}"/>
                      </a:ext>
                    </a:extLst>
                  </p14:cNvPr>
                  <p14:cNvContentPartPr/>
                  <p14:nvPr/>
                </p14:nvContentPartPr>
                <p14:xfrm>
                  <a:off x="2250489" y="1120745"/>
                  <a:ext cx="229680" cy="5040"/>
                </p14:xfrm>
              </p:contentPart>
            </mc:Choice>
            <mc:Fallback xmlns="">
              <p:pic>
                <p:nvPicPr>
                  <p:cNvPr id="542" name="잉크 541">
                    <a:extLst>
                      <a:ext uri="{FF2B5EF4-FFF2-40B4-BE49-F238E27FC236}">
                        <a16:creationId xmlns:a16="http://schemas.microsoft.com/office/drawing/2014/main" id="{8434AC51-A857-5C95-A3A5-22538779EE42}"/>
                      </a:ext>
                    </a:extLst>
                  </p:cNvPr>
                  <p:cNvPicPr/>
                  <p:nvPr/>
                </p:nvPicPr>
                <p:blipFill>
                  <a:blip r:embed="rId934"/>
                  <a:stretch>
                    <a:fillRect/>
                  </a:stretch>
                </p:blipFill>
                <p:spPr>
                  <a:xfrm>
                    <a:off x="2237474" y="1108505"/>
                    <a:ext cx="255710" cy="2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5">
                <p14:nvContentPartPr>
                  <p14:cNvPr id="543" name="잉크 542">
                    <a:extLst>
                      <a:ext uri="{FF2B5EF4-FFF2-40B4-BE49-F238E27FC236}">
                        <a16:creationId xmlns:a16="http://schemas.microsoft.com/office/drawing/2014/main" id="{0AF743FA-1D9D-354D-B6F4-7F65DC70082F}"/>
                      </a:ext>
                    </a:extLst>
                  </p14:cNvPr>
                  <p14:cNvContentPartPr/>
                  <p14:nvPr/>
                </p14:nvContentPartPr>
                <p14:xfrm>
                  <a:off x="2367849" y="1078265"/>
                  <a:ext cx="9720" cy="273960"/>
                </p14:xfrm>
              </p:contentPart>
            </mc:Choice>
            <mc:Fallback xmlns="">
              <p:pic>
                <p:nvPicPr>
                  <p:cNvPr id="543" name="잉크 542">
                    <a:extLst>
                      <a:ext uri="{FF2B5EF4-FFF2-40B4-BE49-F238E27FC236}">
                        <a16:creationId xmlns:a16="http://schemas.microsoft.com/office/drawing/2014/main" id="{0AF743FA-1D9D-354D-B6F4-7F65DC70082F}"/>
                      </a:ext>
                    </a:extLst>
                  </p:cNvPr>
                  <p:cNvPicPr/>
                  <p:nvPr/>
                </p:nvPicPr>
                <p:blipFill>
                  <a:blip r:embed="rId936"/>
                  <a:stretch>
                    <a:fillRect/>
                  </a:stretch>
                </p:blipFill>
                <p:spPr>
                  <a:xfrm>
                    <a:off x="2355138" y="1065944"/>
                    <a:ext cx="35142" cy="298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7">
                <p14:nvContentPartPr>
                  <p14:cNvPr id="544" name="잉크 543">
                    <a:extLst>
                      <a:ext uri="{FF2B5EF4-FFF2-40B4-BE49-F238E27FC236}">
                        <a16:creationId xmlns:a16="http://schemas.microsoft.com/office/drawing/2014/main" id="{2F6DB2E6-6D0F-D2B9-FE62-6D5346E7E608}"/>
                      </a:ext>
                    </a:extLst>
                  </p14:cNvPr>
                  <p14:cNvContentPartPr/>
                  <p14:nvPr/>
                </p14:nvContentPartPr>
                <p14:xfrm>
                  <a:off x="2528769" y="1148465"/>
                  <a:ext cx="240840" cy="131400"/>
                </p14:xfrm>
              </p:contentPart>
            </mc:Choice>
            <mc:Fallback xmlns="">
              <p:pic>
                <p:nvPicPr>
                  <p:cNvPr id="544" name="잉크 543">
                    <a:extLst>
                      <a:ext uri="{FF2B5EF4-FFF2-40B4-BE49-F238E27FC236}">
                        <a16:creationId xmlns:a16="http://schemas.microsoft.com/office/drawing/2014/main" id="{2F6DB2E6-6D0F-D2B9-FE62-6D5346E7E608}"/>
                      </a:ext>
                    </a:extLst>
                  </p:cNvPr>
                  <p:cNvPicPr/>
                  <p:nvPr/>
                </p:nvPicPr>
                <p:blipFill>
                  <a:blip r:embed="rId938"/>
                  <a:stretch>
                    <a:fillRect/>
                  </a:stretch>
                </p:blipFill>
                <p:spPr>
                  <a:xfrm>
                    <a:off x="2515730" y="1136191"/>
                    <a:ext cx="266918" cy="1559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9">
                <p14:nvContentPartPr>
                  <p14:cNvPr id="545" name="잉크 544">
                    <a:extLst>
                      <a:ext uri="{FF2B5EF4-FFF2-40B4-BE49-F238E27FC236}">
                        <a16:creationId xmlns:a16="http://schemas.microsoft.com/office/drawing/2014/main" id="{4D82ACD6-A8A5-B6A5-05EE-E6251F5BF638}"/>
                      </a:ext>
                    </a:extLst>
                  </p14:cNvPr>
                  <p14:cNvContentPartPr/>
                  <p14:nvPr/>
                </p14:nvContentPartPr>
                <p14:xfrm>
                  <a:off x="2766369" y="1137305"/>
                  <a:ext cx="209520" cy="23400"/>
                </p14:xfrm>
              </p:contentPart>
            </mc:Choice>
            <mc:Fallback xmlns="">
              <p:pic>
                <p:nvPicPr>
                  <p:cNvPr id="545" name="잉크 544">
                    <a:extLst>
                      <a:ext uri="{FF2B5EF4-FFF2-40B4-BE49-F238E27FC236}">
                        <a16:creationId xmlns:a16="http://schemas.microsoft.com/office/drawing/2014/main" id="{4D82ACD6-A8A5-B6A5-05EE-E6251F5BF638}"/>
                      </a:ext>
                    </a:extLst>
                  </p:cNvPr>
                  <p:cNvPicPr/>
                  <p:nvPr/>
                </p:nvPicPr>
                <p:blipFill>
                  <a:blip r:embed="rId940"/>
                  <a:stretch>
                    <a:fillRect/>
                  </a:stretch>
                </p:blipFill>
                <p:spPr>
                  <a:xfrm>
                    <a:off x="2753370" y="1125250"/>
                    <a:ext cx="235519" cy="475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1">
                <p14:nvContentPartPr>
                  <p14:cNvPr id="546" name="잉크 545">
                    <a:extLst>
                      <a:ext uri="{FF2B5EF4-FFF2-40B4-BE49-F238E27FC236}">
                        <a16:creationId xmlns:a16="http://schemas.microsoft.com/office/drawing/2014/main" id="{1B6379DE-8467-173C-B173-DE5D2EEA6CEA}"/>
                      </a:ext>
                    </a:extLst>
                  </p14:cNvPr>
                  <p14:cNvContentPartPr/>
                  <p14:nvPr/>
                </p14:nvContentPartPr>
                <p14:xfrm>
                  <a:off x="2918649" y="984665"/>
                  <a:ext cx="101520" cy="295560"/>
                </p14:xfrm>
              </p:contentPart>
            </mc:Choice>
            <mc:Fallback xmlns="">
              <p:pic>
                <p:nvPicPr>
                  <p:cNvPr id="546" name="잉크 545">
                    <a:extLst>
                      <a:ext uri="{FF2B5EF4-FFF2-40B4-BE49-F238E27FC236}">
                        <a16:creationId xmlns:a16="http://schemas.microsoft.com/office/drawing/2014/main" id="{1B6379DE-8467-173C-B173-DE5D2EEA6CEA}"/>
                      </a:ext>
                    </a:extLst>
                  </p:cNvPr>
                  <p:cNvPicPr/>
                  <p:nvPr/>
                </p:nvPicPr>
                <p:blipFill>
                  <a:blip r:embed="rId942"/>
                  <a:stretch>
                    <a:fillRect/>
                  </a:stretch>
                </p:blipFill>
                <p:spPr>
                  <a:xfrm>
                    <a:off x="2905673" y="972380"/>
                    <a:ext cx="127472" cy="3201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3">
                <p14:nvContentPartPr>
                  <p14:cNvPr id="547" name="잉크 546">
                    <a:extLst>
                      <a:ext uri="{FF2B5EF4-FFF2-40B4-BE49-F238E27FC236}">
                        <a16:creationId xmlns:a16="http://schemas.microsoft.com/office/drawing/2014/main" id="{C66067BB-807A-C052-352E-B38DEB3A4D14}"/>
                      </a:ext>
                    </a:extLst>
                  </p14:cNvPr>
                  <p14:cNvContentPartPr/>
                  <p14:nvPr/>
                </p14:nvContentPartPr>
                <p14:xfrm>
                  <a:off x="3090369" y="1111025"/>
                  <a:ext cx="222840" cy="156240"/>
                </p14:xfrm>
              </p:contentPart>
            </mc:Choice>
            <mc:Fallback xmlns="">
              <p:pic>
                <p:nvPicPr>
                  <p:cNvPr id="547" name="잉크 546">
                    <a:extLst>
                      <a:ext uri="{FF2B5EF4-FFF2-40B4-BE49-F238E27FC236}">
                        <a16:creationId xmlns:a16="http://schemas.microsoft.com/office/drawing/2014/main" id="{C66067BB-807A-C052-352E-B38DEB3A4D14}"/>
                      </a:ext>
                    </a:extLst>
                  </p:cNvPr>
                  <p:cNvPicPr/>
                  <p:nvPr/>
                </p:nvPicPr>
                <p:blipFill>
                  <a:blip r:embed="rId944"/>
                  <a:stretch>
                    <a:fillRect/>
                  </a:stretch>
                </p:blipFill>
                <p:spPr>
                  <a:xfrm>
                    <a:off x="3077351" y="1098728"/>
                    <a:ext cx="248876" cy="1808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5">
                <p14:nvContentPartPr>
                  <p14:cNvPr id="548" name="잉크 547">
                    <a:extLst>
                      <a:ext uri="{FF2B5EF4-FFF2-40B4-BE49-F238E27FC236}">
                        <a16:creationId xmlns:a16="http://schemas.microsoft.com/office/drawing/2014/main" id="{DEDBBD84-FABA-0795-8EEC-D271FE82D388}"/>
                      </a:ext>
                    </a:extLst>
                  </p14:cNvPr>
                  <p14:cNvContentPartPr/>
                  <p14:nvPr/>
                </p14:nvContentPartPr>
                <p14:xfrm>
                  <a:off x="3398169" y="1158185"/>
                  <a:ext cx="165960" cy="140040"/>
                </p14:xfrm>
              </p:contentPart>
            </mc:Choice>
            <mc:Fallback xmlns="">
              <p:pic>
                <p:nvPicPr>
                  <p:cNvPr id="548" name="잉크 547">
                    <a:extLst>
                      <a:ext uri="{FF2B5EF4-FFF2-40B4-BE49-F238E27FC236}">
                        <a16:creationId xmlns:a16="http://schemas.microsoft.com/office/drawing/2014/main" id="{DEDBBD84-FABA-0795-8EEC-D271FE82D388}"/>
                      </a:ext>
                    </a:extLst>
                  </p:cNvPr>
                  <p:cNvPicPr/>
                  <p:nvPr/>
                </p:nvPicPr>
                <p:blipFill>
                  <a:blip r:embed="rId946"/>
                  <a:stretch>
                    <a:fillRect/>
                  </a:stretch>
                </p:blipFill>
                <p:spPr>
                  <a:xfrm>
                    <a:off x="3385168" y="1145913"/>
                    <a:ext cx="191963" cy="1645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7">
                <p14:nvContentPartPr>
                  <p14:cNvPr id="549" name="잉크 548">
                    <a:extLst>
                      <a:ext uri="{FF2B5EF4-FFF2-40B4-BE49-F238E27FC236}">
                        <a16:creationId xmlns:a16="http://schemas.microsoft.com/office/drawing/2014/main" id="{7A2DB281-C9B3-F31B-2AF3-643883EBA5B4}"/>
                      </a:ext>
                    </a:extLst>
                  </p14:cNvPr>
                  <p14:cNvContentPartPr/>
                  <p14:nvPr/>
                </p14:nvContentPartPr>
                <p14:xfrm>
                  <a:off x="3527049" y="937505"/>
                  <a:ext cx="20880" cy="280440"/>
                </p14:xfrm>
              </p:contentPart>
            </mc:Choice>
            <mc:Fallback xmlns="">
              <p:pic>
                <p:nvPicPr>
                  <p:cNvPr id="549" name="잉크 548">
                    <a:extLst>
                      <a:ext uri="{FF2B5EF4-FFF2-40B4-BE49-F238E27FC236}">
                        <a16:creationId xmlns:a16="http://schemas.microsoft.com/office/drawing/2014/main" id="{7A2DB281-C9B3-F31B-2AF3-643883EBA5B4}"/>
                      </a:ext>
                    </a:extLst>
                  </p:cNvPr>
                  <p:cNvPicPr/>
                  <p:nvPr/>
                </p:nvPicPr>
                <p:blipFill>
                  <a:blip r:embed="rId948"/>
                  <a:stretch>
                    <a:fillRect/>
                  </a:stretch>
                </p:blipFill>
                <p:spPr>
                  <a:xfrm>
                    <a:off x="3514372" y="925218"/>
                    <a:ext cx="46234" cy="3050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9">
                <p14:nvContentPartPr>
                  <p14:cNvPr id="550" name="잉크 549">
                    <a:extLst>
                      <a:ext uri="{FF2B5EF4-FFF2-40B4-BE49-F238E27FC236}">
                        <a16:creationId xmlns:a16="http://schemas.microsoft.com/office/drawing/2014/main" id="{7BD64912-6E84-3518-6223-76A310B100CC}"/>
                      </a:ext>
                    </a:extLst>
                  </p14:cNvPr>
                  <p14:cNvContentPartPr/>
                  <p14:nvPr/>
                </p14:nvContentPartPr>
                <p14:xfrm>
                  <a:off x="4290609" y="984665"/>
                  <a:ext cx="190800" cy="286560"/>
                </p14:xfrm>
              </p:contentPart>
            </mc:Choice>
            <mc:Fallback xmlns="">
              <p:pic>
                <p:nvPicPr>
                  <p:cNvPr id="550" name="잉크 549">
                    <a:extLst>
                      <a:ext uri="{FF2B5EF4-FFF2-40B4-BE49-F238E27FC236}">
                        <a16:creationId xmlns:a16="http://schemas.microsoft.com/office/drawing/2014/main" id="{7BD64912-6E84-3518-6223-76A310B100CC}"/>
                      </a:ext>
                    </a:extLst>
                  </p:cNvPr>
                  <p:cNvPicPr/>
                  <p:nvPr/>
                </p:nvPicPr>
                <p:blipFill>
                  <a:blip r:embed="rId950"/>
                  <a:stretch>
                    <a:fillRect/>
                  </a:stretch>
                </p:blipFill>
                <p:spPr>
                  <a:xfrm>
                    <a:off x="4277582" y="972363"/>
                    <a:ext cx="216853" cy="3111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1">
                <p14:nvContentPartPr>
                  <p14:cNvPr id="551" name="잉크 550">
                    <a:extLst>
                      <a:ext uri="{FF2B5EF4-FFF2-40B4-BE49-F238E27FC236}">
                        <a16:creationId xmlns:a16="http://schemas.microsoft.com/office/drawing/2014/main" id="{2DFF843E-B3FF-59C7-7D88-3C4455802F18}"/>
                      </a:ext>
                    </a:extLst>
                  </p14:cNvPr>
                  <p14:cNvContentPartPr/>
                  <p14:nvPr/>
                </p14:nvContentPartPr>
                <p14:xfrm>
                  <a:off x="4595169" y="1125065"/>
                  <a:ext cx="186480" cy="360"/>
                </p14:xfrm>
              </p:contentPart>
            </mc:Choice>
            <mc:Fallback xmlns="">
              <p:pic>
                <p:nvPicPr>
                  <p:cNvPr id="551" name="잉크 550">
                    <a:extLst>
                      <a:ext uri="{FF2B5EF4-FFF2-40B4-BE49-F238E27FC236}">
                        <a16:creationId xmlns:a16="http://schemas.microsoft.com/office/drawing/2014/main" id="{2DFF843E-B3FF-59C7-7D88-3C4455802F18}"/>
                      </a:ext>
                    </a:extLst>
                  </p:cNvPr>
                  <p:cNvPicPr/>
                  <p:nvPr/>
                </p:nvPicPr>
                <p:blipFill>
                  <a:blip r:embed="rId518"/>
                  <a:stretch>
                    <a:fillRect/>
                  </a:stretch>
                </p:blipFill>
                <p:spPr>
                  <a:xfrm>
                    <a:off x="4582177" y="1118945"/>
                    <a:ext cx="212465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2">
                <p14:nvContentPartPr>
                  <p14:cNvPr id="552" name="잉크 551">
                    <a:extLst>
                      <a:ext uri="{FF2B5EF4-FFF2-40B4-BE49-F238E27FC236}">
                        <a16:creationId xmlns:a16="http://schemas.microsoft.com/office/drawing/2014/main" id="{E4E50DF3-1662-6E8D-68E0-BB049132A282}"/>
                      </a:ext>
                    </a:extLst>
                  </p14:cNvPr>
                  <p14:cNvContentPartPr/>
                  <p14:nvPr/>
                </p14:nvContentPartPr>
                <p14:xfrm>
                  <a:off x="5017809" y="984665"/>
                  <a:ext cx="234000" cy="249840"/>
                </p14:xfrm>
              </p:contentPart>
            </mc:Choice>
            <mc:Fallback xmlns="">
              <p:pic>
                <p:nvPicPr>
                  <p:cNvPr id="552" name="잉크 551">
                    <a:extLst>
                      <a:ext uri="{FF2B5EF4-FFF2-40B4-BE49-F238E27FC236}">
                        <a16:creationId xmlns:a16="http://schemas.microsoft.com/office/drawing/2014/main" id="{E4E50DF3-1662-6E8D-68E0-BB049132A282}"/>
                      </a:ext>
                    </a:extLst>
                  </p:cNvPr>
                  <p:cNvPicPr/>
                  <p:nvPr/>
                </p:nvPicPr>
                <p:blipFill>
                  <a:blip r:embed="rId953"/>
                  <a:stretch>
                    <a:fillRect/>
                  </a:stretch>
                </p:blipFill>
                <p:spPr>
                  <a:xfrm>
                    <a:off x="5004809" y="972354"/>
                    <a:ext cx="260000" cy="2744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4">
                <p14:nvContentPartPr>
                  <p14:cNvPr id="553" name="잉크 552">
                    <a:extLst>
                      <a:ext uri="{FF2B5EF4-FFF2-40B4-BE49-F238E27FC236}">
                        <a16:creationId xmlns:a16="http://schemas.microsoft.com/office/drawing/2014/main" id="{122FC8FF-8EED-D2E7-8A5B-9FE12AE8395E}"/>
                      </a:ext>
                    </a:extLst>
                  </p14:cNvPr>
                  <p14:cNvContentPartPr/>
                  <p14:nvPr/>
                </p14:nvContentPartPr>
                <p14:xfrm>
                  <a:off x="5224809" y="1066745"/>
                  <a:ext cx="270000" cy="177840"/>
                </p14:xfrm>
              </p:contentPart>
            </mc:Choice>
            <mc:Fallback xmlns="">
              <p:pic>
                <p:nvPicPr>
                  <p:cNvPr id="553" name="잉크 552">
                    <a:extLst>
                      <a:ext uri="{FF2B5EF4-FFF2-40B4-BE49-F238E27FC236}">
                        <a16:creationId xmlns:a16="http://schemas.microsoft.com/office/drawing/2014/main" id="{122FC8FF-8EED-D2E7-8A5B-9FE12AE8395E}"/>
                      </a:ext>
                    </a:extLst>
                  </p:cNvPr>
                  <p:cNvPicPr/>
                  <p:nvPr/>
                </p:nvPicPr>
                <p:blipFill>
                  <a:blip r:embed="rId955"/>
                  <a:stretch>
                    <a:fillRect/>
                  </a:stretch>
                </p:blipFill>
                <p:spPr>
                  <a:xfrm>
                    <a:off x="5211806" y="1054455"/>
                    <a:ext cx="296006" cy="2024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6">
                <p14:nvContentPartPr>
                  <p14:cNvPr id="554" name="잉크 553">
                    <a:extLst>
                      <a:ext uri="{FF2B5EF4-FFF2-40B4-BE49-F238E27FC236}">
                        <a16:creationId xmlns:a16="http://schemas.microsoft.com/office/drawing/2014/main" id="{A9D87B72-73C2-815E-68C1-163713365E65}"/>
                      </a:ext>
                    </a:extLst>
                  </p14:cNvPr>
                  <p14:cNvContentPartPr/>
                  <p14:nvPr/>
                </p14:nvContentPartPr>
                <p14:xfrm>
                  <a:off x="5380689" y="1078265"/>
                  <a:ext cx="246960" cy="12600"/>
                </p14:xfrm>
              </p:contentPart>
            </mc:Choice>
            <mc:Fallback xmlns="">
              <p:pic>
                <p:nvPicPr>
                  <p:cNvPr id="554" name="잉크 553">
                    <a:extLst>
                      <a:ext uri="{FF2B5EF4-FFF2-40B4-BE49-F238E27FC236}">
                        <a16:creationId xmlns:a16="http://schemas.microsoft.com/office/drawing/2014/main" id="{A9D87B72-73C2-815E-68C1-163713365E65}"/>
                      </a:ext>
                    </a:extLst>
                  </p:cNvPr>
                  <p:cNvPicPr/>
                  <p:nvPr/>
                </p:nvPicPr>
                <p:blipFill>
                  <a:blip r:embed="rId957"/>
                  <a:stretch>
                    <a:fillRect/>
                  </a:stretch>
                </p:blipFill>
                <p:spPr>
                  <a:xfrm>
                    <a:off x="5367691" y="1066365"/>
                    <a:ext cx="272956" cy="36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8">
                <p14:nvContentPartPr>
                  <p14:cNvPr id="555" name="잉크 554">
                    <a:extLst>
                      <a:ext uri="{FF2B5EF4-FFF2-40B4-BE49-F238E27FC236}">
                        <a16:creationId xmlns:a16="http://schemas.microsoft.com/office/drawing/2014/main" id="{33207BAC-325B-E71F-B58B-86C224813C5F}"/>
                      </a:ext>
                    </a:extLst>
                  </p14:cNvPr>
                  <p14:cNvContentPartPr/>
                  <p14:nvPr/>
                </p14:nvContentPartPr>
                <p14:xfrm>
                  <a:off x="5579049" y="914105"/>
                  <a:ext cx="124920" cy="285840"/>
                </p14:xfrm>
              </p:contentPart>
            </mc:Choice>
            <mc:Fallback xmlns="">
              <p:pic>
                <p:nvPicPr>
                  <p:cNvPr id="555" name="잉크 554">
                    <a:extLst>
                      <a:ext uri="{FF2B5EF4-FFF2-40B4-BE49-F238E27FC236}">
                        <a16:creationId xmlns:a16="http://schemas.microsoft.com/office/drawing/2014/main" id="{33207BAC-325B-E71F-B58B-86C224813C5F}"/>
                      </a:ext>
                    </a:extLst>
                  </p:cNvPr>
                  <p:cNvPicPr/>
                  <p:nvPr/>
                </p:nvPicPr>
                <p:blipFill>
                  <a:blip r:embed="rId959"/>
                  <a:stretch>
                    <a:fillRect/>
                  </a:stretch>
                </p:blipFill>
                <p:spPr>
                  <a:xfrm>
                    <a:off x="5566021" y="901803"/>
                    <a:ext cx="150977" cy="3104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0">
                <p14:nvContentPartPr>
                  <p14:cNvPr id="556" name="잉크 555">
                    <a:extLst>
                      <a:ext uri="{FF2B5EF4-FFF2-40B4-BE49-F238E27FC236}">
                        <a16:creationId xmlns:a16="http://schemas.microsoft.com/office/drawing/2014/main" id="{69568185-736D-A9A8-2912-E255D894C5C3}"/>
                      </a:ext>
                    </a:extLst>
                  </p14:cNvPr>
                  <p14:cNvContentPartPr/>
                  <p14:nvPr/>
                </p14:nvContentPartPr>
                <p14:xfrm>
                  <a:off x="5730249" y="1078265"/>
                  <a:ext cx="143280" cy="188640"/>
                </p14:xfrm>
              </p:contentPart>
            </mc:Choice>
            <mc:Fallback xmlns="">
              <p:pic>
                <p:nvPicPr>
                  <p:cNvPr id="556" name="잉크 555">
                    <a:extLst>
                      <a:ext uri="{FF2B5EF4-FFF2-40B4-BE49-F238E27FC236}">
                        <a16:creationId xmlns:a16="http://schemas.microsoft.com/office/drawing/2014/main" id="{69568185-736D-A9A8-2912-E255D894C5C3}"/>
                      </a:ext>
                    </a:extLst>
                  </p:cNvPr>
                  <p:cNvPicPr/>
                  <p:nvPr/>
                </p:nvPicPr>
                <p:blipFill>
                  <a:blip r:embed="rId961"/>
                  <a:stretch>
                    <a:fillRect/>
                  </a:stretch>
                </p:blipFill>
                <p:spPr>
                  <a:xfrm>
                    <a:off x="5717293" y="1065978"/>
                    <a:ext cx="169192" cy="2132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2">
                <p14:nvContentPartPr>
                  <p14:cNvPr id="557" name="잉크 556">
                    <a:extLst>
                      <a:ext uri="{FF2B5EF4-FFF2-40B4-BE49-F238E27FC236}">
                        <a16:creationId xmlns:a16="http://schemas.microsoft.com/office/drawing/2014/main" id="{09BED625-F73C-FA40-7813-2AAFB3B24A6A}"/>
                      </a:ext>
                    </a:extLst>
                  </p14:cNvPr>
                  <p14:cNvContentPartPr/>
                  <p14:nvPr/>
                </p14:nvContentPartPr>
                <p14:xfrm>
                  <a:off x="5966049" y="914105"/>
                  <a:ext cx="237600" cy="391320"/>
                </p14:xfrm>
              </p:contentPart>
            </mc:Choice>
            <mc:Fallback xmlns="">
              <p:pic>
                <p:nvPicPr>
                  <p:cNvPr id="557" name="잉크 556">
                    <a:extLst>
                      <a:ext uri="{FF2B5EF4-FFF2-40B4-BE49-F238E27FC236}">
                        <a16:creationId xmlns:a16="http://schemas.microsoft.com/office/drawing/2014/main" id="{09BED625-F73C-FA40-7813-2AAFB3B24A6A}"/>
                      </a:ext>
                    </a:extLst>
                  </p:cNvPr>
                  <p:cNvPicPr/>
                  <p:nvPr/>
                </p:nvPicPr>
                <p:blipFill>
                  <a:blip r:embed="rId963"/>
                  <a:stretch>
                    <a:fillRect/>
                  </a:stretch>
                </p:blipFill>
                <p:spPr>
                  <a:xfrm>
                    <a:off x="5953019" y="901786"/>
                    <a:ext cx="263659" cy="4159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4">
                <p14:nvContentPartPr>
                  <p14:cNvPr id="558" name="잉크 557">
                    <a:extLst>
                      <a:ext uri="{FF2B5EF4-FFF2-40B4-BE49-F238E27FC236}">
                        <a16:creationId xmlns:a16="http://schemas.microsoft.com/office/drawing/2014/main" id="{F36B089F-4513-F22E-26CA-FC620A61D24D}"/>
                      </a:ext>
                    </a:extLst>
                  </p14:cNvPr>
                  <p14:cNvContentPartPr/>
                  <p14:nvPr/>
                </p14:nvContentPartPr>
                <p14:xfrm>
                  <a:off x="6623409" y="1371305"/>
                  <a:ext cx="171000" cy="12600"/>
                </p14:xfrm>
              </p:contentPart>
            </mc:Choice>
            <mc:Fallback xmlns="">
              <p:pic>
                <p:nvPicPr>
                  <p:cNvPr id="558" name="잉크 557">
                    <a:extLst>
                      <a:ext uri="{FF2B5EF4-FFF2-40B4-BE49-F238E27FC236}">
                        <a16:creationId xmlns:a16="http://schemas.microsoft.com/office/drawing/2014/main" id="{F36B089F-4513-F22E-26CA-FC620A61D24D}"/>
                      </a:ext>
                    </a:extLst>
                  </p:cNvPr>
                  <p:cNvPicPr/>
                  <p:nvPr/>
                </p:nvPicPr>
                <p:blipFill>
                  <a:blip r:embed="rId965"/>
                  <a:stretch>
                    <a:fillRect/>
                  </a:stretch>
                </p:blipFill>
                <p:spPr>
                  <a:xfrm>
                    <a:off x="6610431" y="1359405"/>
                    <a:ext cx="196955" cy="36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6">
                <p14:nvContentPartPr>
                  <p14:cNvPr id="559" name="잉크 558">
                    <a:extLst>
                      <a:ext uri="{FF2B5EF4-FFF2-40B4-BE49-F238E27FC236}">
                        <a16:creationId xmlns:a16="http://schemas.microsoft.com/office/drawing/2014/main" id="{24EB9E6E-D9C3-7FA9-4808-09E8EE4B68E6}"/>
                      </a:ext>
                    </a:extLst>
                  </p14:cNvPr>
                  <p14:cNvContentPartPr/>
                  <p14:nvPr/>
                </p14:nvContentPartPr>
                <p14:xfrm>
                  <a:off x="2438049" y="1416665"/>
                  <a:ext cx="4203360" cy="178560"/>
                </p14:xfrm>
              </p:contentPart>
            </mc:Choice>
            <mc:Fallback xmlns="">
              <p:pic>
                <p:nvPicPr>
                  <p:cNvPr id="559" name="잉크 558">
                    <a:extLst>
                      <a:ext uri="{FF2B5EF4-FFF2-40B4-BE49-F238E27FC236}">
                        <a16:creationId xmlns:a16="http://schemas.microsoft.com/office/drawing/2014/main" id="{24EB9E6E-D9C3-7FA9-4808-09E8EE4B68E6}"/>
                      </a:ext>
                    </a:extLst>
                  </p:cNvPr>
                  <p:cNvPicPr/>
                  <p:nvPr/>
                </p:nvPicPr>
                <p:blipFill>
                  <a:blip r:embed="rId967"/>
                  <a:stretch>
                    <a:fillRect/>
                  </a:stretch>
                </p:blipFill>
                <p:spPr>
                  <a:xfrm>
                    <a:off x="2425017" y="1404375"/>
                    <a:ext cx="4229425" cy="203139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540" name="잉크 539">
                  <a:extLst>
                    <a:ext uri="{FF2B5EF4-FFF2-40B4-BE49-F238E27FC236}">
                      <a16:creationId xmlns:a16="http://schemas.microsoft.com/office/drawing/2014/main" id="{5D6E7BA2-A8B4-B8F3-BE3C-81E6CDB1A9EE}"/>
                    </a:ext>
                  </a:extLst>
                </p14:cNvPr>
                <p14:cNvContentPartPr/>
                <p14:nvPr/>
              </p14:nvContentPartPr>
              <p14:xfrm>
                <a:off x="7619889" y="937505"/>
                <a:ext cx="360" cy="360"/>
              </p14:xfrm>
            </p:contentPart>
          </mc:Choice>
          <mc:Fallback xmlns="">
            <p:pic>
              <p:nvPicPr>
                <p:cNvPr id="540" name="잉크 539">
                  <a:extLst>
                    <a:ext uri="{FF2B5EF4-FFF2-40B4-BE49-F238E27FC236}">
                      <a16:creationId xmlns:a16="http://schemas.microsoft.com/office/drawing/2014/main" id="{5D6E7BA2-A8B4-B8F3-BE3C-81E6CDB1A9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13769" y="93138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19" name="TextBox 618">
            <a:extLst>
              <a:ext uri="{FF2B5EF4-FFF2-40B4-BE49-F238E27FC236}">
                <a16:creationId xmlns:a16="http://schemas.microsoft.com/office/drawing/2014/main" id="{40CE2932-7EBA-6BFE-A99F-E01B3E464AA8}"/>
              </a:ext>
            </a:extLst>
          </p:cNvPr>
          <p:cNvSpPr txBox="1"/>
          <p:nvPr/>
        </p:nvSpPr>
        <p:spPr>
          <a:xfrm>
            <a:off x="5427784" y="3653517"/>
            <a:ext cx="668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#5</a:t>
            </a:r>
          </a:p>
          <a:p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06142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AFC2-AD56-8E23-C6F5-5E255DA5C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CC29E07-4381-8E23-C82C-E7FFB8E4E2A2}"/>
              </a:ext>
            </a:extLst>
          </p:cNvPr>
          <p:cNvGrpSpPr/>
          <p:nvPr/>
        </p:nvGrpSpPr>
        <p:grpSpPr>
          <a:xfrm>
            <a:off x="273584" y="256658"/>
            <a:ext cx="5078179" cy="3775015"/>
            <a:chOff x="208929" y="34985"/>
            <a:chExt cx="11544840" cy="674095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2CEF479-70E5-FE6D-3F1D-DDE21B5AA554}"/>
                    </a:ext>
                  </a:extLst>
                </p14:cNvPr>
                <p14:cNvContentPartPr/>
                <p14:nvPr/>
              </p14:nvContentPartPr>
              <p14:xfrm>
                <a:off x="3950409" y="597665"/>
                <a:ext cx="360" cy="36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2CEF479-70E5-FE6D-3F1D-DDE21B5AA5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44289" y="59154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5421146B-BFDC-5266-F18B-3B2E471A6676}"/>
                    </a:ext>
                  </a:extLst>
                </p14:cNvPr>
                <p14:cNvContentPartPr/>
                <p14:nvPr/>
              </p14:nvContentPartPr>
              <p14:xfrm>
                <a:off x="7549578" y="249934"/>
                <a:ext cx="151560" cy="3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5421146B-BFDC-5266-F18B-3B2E471A66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35726" y="243814"/>
                  <a:ext cx="179265" cy="12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AE0CFBC-A5A7-0753-6DA3-A81A709549FD}"/>
                </a:ext>
              </a:extLst>
            </p:cNvPr>
            <p:cNvGrpSpPr/>
            <p:nvPr/>
          </p:nvGrpSpPr>
          <p:grpSpPr>
            <a:xfrm>
              <a:off x="6893169" y="660407"/>
              <a:ext cx="2589609" cy="2391508"/>
              <a:chOff x="6893169" y="660407"/>
              <a:chExt cx="2589609" cy="2391508"/>
            </a:xfrm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54B631A-E56B-C7F0-B8B2-F671251EC5DC}"/>
                  </a:ext>
                </a:extLst>
              </p:cNvPr>
              <p:cNvSpPr/>
              <p:nvPr/>
            </p:nvSpPr>
            <p:spPr>
              <a:xfrm>
                <a:off x="6893169" y="660407"/>
                <a:ext cx="1805354" cy="239150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9B4F904B-7D76-2D75-6B3D-6DE5636CA90D}"/>
                  </a:ext>
                </a:extLst>
              </p:cNvPr>
              <p:cNvGrpSpPr/>
              <p:nvPr/>
            </p:nvGrpSpPr>
            <p:grpSpPr>
              <a:xfrm>
                <a:off x="7115058" y="1023574"/>
                <a:ext cx="201960" cy="328680"/>
                <a:chOff x="6165489" y="1805105"/>
                <a:chExt cx="201960" cy="3286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6" name="잉크 5">
                      <a:extLst>
                        <a:ext uri="{FF2B5EF4-FFF2-40B4-BE49-F238E27FC236}">
                          <a16:creationId xmlns:a16="http://schemas.microsoft.com/office/drawing/2014/main" id="{37AC099E-C7A2-B03C-C673-352A4FA7F36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65489" y="1805105"/>
                    <a:ext cx="36360" cy="328680"/>
                  </p14:xfrm>
                </p:contentPart>
              </mc:Choice>
              <mc:Fallback xmlns="">
                <p:pic>
                  <p:nvPicPr>
                    <p:cNvPr id="6" name="잉크 5">
                      <a:extLst>
                        <a:ext uri="{FF2B5EF4-FFF2-40B4-BE49-F238E27FC236}">
                          <a16:creationId xmlns:a16="http://schemas.microsoft.com/office/drawing/2014/main" id="{37AC099E-C7A2-B03C-C673-352A4FA7F366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6151753" y="1794192"/>
                      <a:ext cx="63832" cy="35050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7" name="잉크 6">
                      <a:extLst>
                        <a:ext uri="{FF2B5EF4-FFF2-40B4-BE49-F238E27FC236}">
                          <a16:creationId xmlns:a16="http://schemas.microsoft.com/office/drawing/2014/main" id="{D37E9022-761B-9A37-A857-21A254175CF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77729" y="1863425"/>
                    <a:ext cx="189720" cy="165960"/>
                  </p14:xfrm>
                </p:contentPart>
              </mc:Choice>
              <mc:Fallback xmlns="">
                <p:pic>
                  <p:nvPicPr>
                    <p:cNvPr id="7" name="잉크 6">
                      <a:extLst>
                        <a:ext uri="{FF2B5EF4-FFF2-40B4-BE49-F238E27FC236}">
                          <a16:creationId xmlns:a16="http://schemas.microsoft.com/office/drawing/2014/main" id="{D37E9022-761B-9A37-A857-21A254175CF7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6163887" y="1852532"/>
                      <a:ext cx="217404" cy="18774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5" name="잉크 14">
                    <a:extLst>
                      <a:ext uri="{FF2B5EF4-FFF2-40B4-BE49-F238E27FC236}">
                        <a16:creationId xmlns:a16="http://schemas.microsoft.com/office/drawing/2014/main" id="{3D844D02-CD31-1CF7-94DC-347DA1AF1AFA}"/>
                      </a:ext>
                    </a:extLst>
                  </p14:cNvPr>
                  <p14:cNvContentPartPr/>
                  <p14:nvPr/>
                </p14:nvContentPartPr>
                <p14:xfrm>
                  <a:off x="8273898" y="1045174"/>
                  <a:ext cx="169200" cy="240120"/>
                </p14:xfrm>
              </p:contentPart>
            </mc:Choice>
            <mc:Fallback xmlns="">
              <p:pic>
                <p:nvPicPr>
                  <p:cNvPr id="15" name="잉크 14">
                    <a:extLst>
                      <a:ext uri="{FF2B5EF4-FFF2-40B4-BE49-F238E27FC236}">
                        <a16:creationId xmlns:a16="http://schemas.microsoft.com/office/drawing/2014/main" id="{3D844D02-CD31-1CF7-94DC-347DA1AF1AFA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8260002" y="1034259"/>
                    <a:ext cx="196991" cy="26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6" name="잉크 15">
                    <a:extLst>
                      <a:ext uri="{FF2B5EF4-FFF2-40B4-BE49-F238E27FC236}">
                        <a16:creationId xmlns:a16="http://schemas.microsoft.com/office/drawing/2014/main" id="{7AFADE63-4C8A-5C0E-DD6A-44B3846BBD14}"/>
                      </a:ext>
                    </a:extLst>
                  </p14:cNvPr>
                  <p14:cNvContentPartPr/>
                  <p14:nvPr/>
                </p14:nvContentPartPr>
                <p14:xfrm>
                  <a:off x="8346618" y="1187734"/>
                  <a:ext cx="183600" cy="115200"/>
                </p14:xfrm>
              </p:contentPart>
            </mc:Choice>
            <mc:Fallback xmlns="">
              <p:pic>
                <p:nvPicPr>
                  <p:cNvPr id="16" name="잉크 15">
                    <a:extLst>
                      <a:ext uri="{FF2B5EF4-FFF2-40B4-BE49-F238E27FC236}">
                        <a16:creationId xmlns:a16="http://schemas.microsoft.com/office/drawing/2014/main" id="{7AFADE63-4C8A-5C0E-DD6A-44B3846BBD14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8332746" y="1176854"/>
                    <a:ext cx="211344" cy="136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7" name="잉크 16">
                    <a:extLst>
                      <a:ext uri="{FF2B5EF4-FFF2-40B4-BE49-F238E27FC236}">
                        <a16:creationId xmlns:a16="http://schemas.microsoft.com/office/drawing/2014/main" id="{66201CBC-5E64-97BC-596F-CB052286A824}"/>
                      </a:ext>
                    </a:extLst>
                  </p14:cNvPr>
                  <p14:cNvContentPartPr/>
                  <p14:nvPr/>
                </p14:nvContentPartPr>
                <p14:xfrm>
                  <a:off x="8663058" y="1152454"/>
                  <a:ext cx="757080" cy="360"/>
                </p14:xfrm>
              </p:contentPart>
            </mc:Choice>
            <mc:Fallback xmlns="">
              <p:pic>
                <p:nvPicPr>
                  <p:cNvPr id="17" name="잉크 16">
                    <a:extLst>
                      <a:ext uri="{FF2B5EF4-FFF2-40B4-BE49-F238E27FC236}">
                        <a16:creationId xmlns:a16="http://schemas.microsoft.com/office/drawing/2014/main" id="{66201CBC-5E64-97BC-596F-CB052286A824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8649144" y="1146334"/>
                    <a:ext cx="784908" cy="126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822DEC88-5441-54BE-472A-4CCFFE6D40FA}"/>
                  </a:ext>
                </a:extLst>
              </p:cNvPr>
              <p:cNvGrpSpPr/>
              <p:nvPr/>
            </p:nvGrpSpPr>
            <p:grpSpPr>
              <a:xfrm>
                <a:off x="8180298" y="2313094"/>
                <a:ext cx="1302480" cy="373680"/>
                <a:chOff x="7230729" y="3094625"/>
                <a:chExt cx="1302480" cy="3736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8" name="잉크 17">
                      <a:extLst>
                        <a:ext uri="{FF2B5EF4-FFF2-40B4-BE49-F238E27FC236}">
                          <a16:creationId xmlns:a16="http://schemas.microsoft.com/office/drawing/2014/main" id="{4B4283E8-DE94-6040-9FAF-D9A0BB166F9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230729" y="3174185"/>
                    <a:ext cx="301680" cy="239400"/>
                  </p14:xfrm>
                </p:contentPart>
              </mc:Choice>
              <mc:Fallback xmlns="">
                <p:pic>
                  <p:nvPicPr>
                    <p:cNvPr id="18" name="잉크 17">
                      <a:extLst>
                        <a:ext uri="{FF2B5EF4-FFF2-40B4-BE49-F238E27FC236}">
                          <a16:creationId xmlns:a16="http://schemas.microsoft.com/office/drawing/2014/main" id="{4B4283E8-DE94-6040-9FAF-D9A0BB166F96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7216830" y="3163274"/>
                      <a:ext cx="329477" cy="26122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9" name="잉크 18">
                      <a:extLst>
                        <a:ext uri="{FF2B5EF4-FFF2-40B4-BE49-F238E27FC236}">
                          <a16:creationId xmlns:a16="http://schemas.microsoft.com/office/drawing/2014/main" id="{CE3A8CBA-FC2D-E0AD-0E56-F43181B92B9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97049" y="3282185"/>
                    <a:ext cx="280800" cy="186120"/>
                  </p14:xfrm>
                </p:contentPart>
              </mc:Choice>
              <mc:Fallback xmlns="">
                <p:pic>
                  <p:nvPicPr>
                    <p:cNvPr id="19" name="잉크 18">
                      <a:extLst>
                        <a:ext uri="{FF2B5EF4-FFF2-40B4-BE49-F238E27FC236}">
                          <a16:creationId xmlns:a16="http://schemas.microsoft.com/office/drawing/2014/main" id="{CE3A8CBA-FC2D-E0AD-0E56-F43181B92B96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7383132" y="3271275"/>
                      <a:ext cx="308634" cy="20794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20" name="잉크 19">
                      <a:extLst>
                        <a:ext uri="{FF2B5EF4-FFF2-40B4-BE49-F238E27FC236}">
                          <a16:creationId xmlns:a16="http://schemas.microsoft.com/office/drawing/2014/main" id="{86427952-F7DA-9145-9C05-F67BD7850F3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291569" y="3094625"/>
                    <a:ext cx="250920" cy="360"/>
                  </p14:xfrm>
                </p:contentPart>
              </mc:Choice>
              <mc:Fallback xmlns="">
                <p:pic>
                  <p:nvPicPr>
                    <p:cNvPr id="20" name="잉크 19">
                      <a:extLst>
                        <a:ext uri="{FF2B5EF4-FFF2-40B4-BE49-F238E27FC236}">
                          <a16:creationId xmlns:a16="http://schemas.microsoft.com/office/drawing/2014/main" id="{86427952-F7DA-9145-9C05-F67BD7850F38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7277674" y="3088505"/>
                      <a:ext cx="278709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25" name="잉크 24">
                      <a:extLst>
                        <a:ext uri="{FF2B5EF4-FFF2-40B4-BE49-F238E27FC236}">
                          <a16:creationId xmlns:a16="http://schemas.microsoft.com/office/drawing/2014/main" id="{C0131848-0214-1ABC-E32B-76AAF7B65DA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748769" y="3247265"/>
                    <a:ext cx="784440" cy="360"/>
                  </p14:xfrm>
                </p:contentPart>
              </mc:Choice>
              <mc:Fallback xmlns="">
                <p:pic>
                  <p:nvPicPr>
                    <p:cNvPr id="25" name="잉크 24">
                      <a:extLst>
                        <a:ext uri="{FF2B5EF4-FFF2-40B4-BE49-F238E27FC236}">
                          <a16:creationId xmlns:a16="http://schemas.microsoft.com/office/drawing/2014/main" id="{C0131848-0214-1ABC-E32B-76AAF7B65DAA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7734863" y="3241145"/>
                      <a:ext cx="812251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4FEF1C1-0D56-3D55-F042-95811949016F}"/>
                  </a:ext>
                </a:extLst>
              </p:cNvPr>
              <p:cNvGrpSpPr/>
              <p:nvPr/>
            </p:nvGrpSpPr>
            <p:grpSpPr>
              <a:xfrm>
                <a:off x="7079418" y="2313094"/>
                <a:ext cx="354240" cy="336960"/>
                <a:chOff x="6129849" y="3094625"/>
                <a:chExt cx="354240" cy="3369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11" name="잉크 10">
                      <a:extLst>
                        <a:ext uri="{FF2B5EF4-FFF2-40B4-BE49-F238E27FC236}">
                          <a16:creationId xmlns:a16="http://schemas.microsoft.com/office/drawing/2014/main" id="{9A903127-8318-1C62-821C-A0F8A1FD09E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29849" y="3141785"/>
                    <a:ext cx="286920" cy="226800"/>
                  </p14:xfrm>
                </p:contentPart>
              </mc:Choice>
              <mc:Fallback xmlns="">
                <p:pic>
                  <p:nvPicPr>
                    <p:cNvPr id="11" name="잉크 10">
                      <a:extLst>
                        <a:ext uri="{FF2B5EF4-FFF2-40B4-BE49-F238E27FC236}">
                          <a16:creationId xmlns:a16="http://schemas.microsoft.com/office/drawing/2014/main" id="{9A903127-8318-1C62-821C-A0F8A1FD09EC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6115953" y="3130863"/>
                      <a:ext cx="314713" cy="24864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12" name="잉크 11">
                      <a:extLst>
                        <a:ext uri="{FF2B5EF4-FFF2-40B4-BE49-F238E27FC236}">
                          <a16:creationId xmlns:a16="http://schemas.microsoft.com/office/drawing/2014/main" id="{EF7758D6-B951-EAC1-F524-9F5D348E0BC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77729" y="3258785"/>
                    <a:ext cx="306360" cy="360"/>
                  </p14:xfrm>
                </p:contentPart>
              </mc:Choice>
              <mc:Fallback xmlns="">
                <p:pic>
                  <p:nvPicPr>
                    <p:cNvPr id="12" name="잉크 11">
                      <a:extLst>
                        <a:ext uri="{FF2B5EF4-FFF2-40B4-BE49-F238E27FC236}">
                          <a16:creationId xmlns:a16="http://schemas.microsoft.com/office/drawing/2014/main" id="{EF7758D6-B951-EAC1-F524-9F5D348E0BC4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6163841" y="3252665"/>
                      <a:ext cx="334137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13" name="잉크 12">
                      <a:extLst>
                        <a:ext uri="{FF2B5EF4-FFF2-40B4-BE49-F238E27FC236}">
                          <a16:creationId xmlns:a16="http://schemas.microsoft.com/office/drawing/2014/main" id="{333E5202-5DB0-7AE1-6C3B-804C01E7D7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89049" y="3247265"/>
                    <a:ext cx="12240" cy="184320"/>
                  </p14:xfrm>
                </p:contentPart>
              </mc:Choice>
              <mc:Fallback xmlns="">
                <p:pic>
                  <p:nvPicPr>
                    <p:cNvPr id="13" name="잉크 12">
                      <a:extLst>
                        <a:ext uri="{FF2B5EF4-FFF2-40B4-BE49-F238E27FC236}">
                          <a16:creationId xmlns:a16="http://schemas.microsoft.com/office/drawing/2014/main" id="{333E5202-5DB0-7AE1-6C3B-804C01E7D7DC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6375177" y="3236347"/>
                      <a:ext cx="39984" cy="20615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35" name="잉크 34">
                      <a:extLst>
                        <a:ext uri="{FF2B5EF4-FFF2-40B4-BE49-F238E27FC236}">
                          <a16:creationId xmlns:a16="http://schemas.microsoft.com/office/drawing/2014/main" id="{F659EA60-028C-4F81-909F-C347FF55A70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63689" y="3094625"/>
                    <a:ext cx="259920" cy="106200"/>
                  </p14:xfrm>
                </p:contentPart>
              </mc:Choice>
              <mc:Fallback xmlns="">
                <p:pic>
                  <p:nvPicPr>
                    <p:cNvPr id="35" name="잉크 34">
                      <a:extLst>
                        <a:ext uri="{FF2B5EF4-FFF2-40B4-BE49-F238E27FC236}">
                          <a16:creationId xmlns:a16="http://schemas.microsoft.com/office/drawing/2014/main" id="{F659EA60-028C-4F81-909F-C347FF55A707}"/>
                        </a:ext>
                      </a:extLst>
                    </p:cNvPr>
                    <p:cNvPicPr/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6149794" y="3083683"/>
                      <a:ext cx="287710" cy="128084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4" name="잉크 13">
                    <a:extLst>
                      <a:ext uri="{FF2B5EF4-FFF2-40B4-BE49-F238E27FC236}">
                        <a16:creationId xmlns:a16="http://schemas.microsoft.com/office/drawing/2014/main" id="{956E08F2-E82D-4729-8B6A-F50E93E118EB}"/>
                      </a:ext>
                    </a:extLst>
                  </p14:cNvPr>
                  <p14:cNvContentPartPr/>
                  <p14:nvPr/>
                </p14:nvContentPartPr>
                <p14:xfrm>
                  <a:off x="8049009" y="1413785"/>
                  <a:ext cx="5040" cy="5040"/>
                </p14:xfrm>
              </p:contentPart>
            </mc:Choice>
            <mc:Fallback xmlns="">
              <p:pic>
                <p:nvPicPr>
                  <p:cNvPr id="14" name="잉크 13">
                    <a:extLst>
                      <a:ext uri="{FF2B5EF4-FFF2-40B4-BE49-F238E27FC236}">
                        <a16:creationId xmlns:a16="http://schemas.microsoft.com/office/drawing/2014/main" id="{956E08F2-E82D-4729-8B6A-F50E93E118EB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8036769" y="1403075"/>
                    <a:ext cx="29520" cy="264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549576E9-865F-0F70-0346-F0986B452F79}"/>
                </a:ext>
              </a:extLst>
            </p:cNvPr>
            <p:cNvGrpSpPr/>
            <p:nvPr/>
          </p:nvGrpSpPr>
          <p:grpSpPr>
            <a:xfrm>
              <a:off x="2963940" y="705276"/>
              <a:ext cx="2589609" cy="2391508"/>
              <a:chOff x="6893169" y="660407"/>
              <a:chExt cx="2589609" cy="2391508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82EEF60F-3B43-DFEB-F364-AFF27956D726}"/>
                  </a:ext>
                </a:extLst>
              </p:cNvPr>
              <p:cNvSpPr/>
              <p:nvPr/>
            </p:nvSpPr>
            <p:spPr>
              <a:xfrm>
                <a:off x="6893169" y="660407"/>
                <a:ext cx="1805354" cy="239150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D235B148-53C4-12A9-3785-AD99F5FF5D2A}"/>
                  </a:ext>
                </a:extLst>
              </p:cNvPr>
              <p:cNvGrpSpPr/>
              <p:nvPr/>
            </p:nvGrpSpPr>
            <p:grpSpPr>
              <a:xfrm>
                <a:off x="7115058" y="1023574"/>
                <a:ext cx="201960" cy="328680"/>
                <a:chOff x="6165489" y="1805105"/>
                <a:chExt cx="201960" cy="3286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4">
                  <p14:nvContentPartPr>
                    <p14:cNvPr id="186" name="잉크 185">
                      <a:extLst>
                        <a:ext uri="{FF2B5EF4-FFF2-40B4-BE49-F238E27FC236}">
                          <a16:creationId xmlns:a16="http://schemas.microsoft.com/office/drawing/2014/main" id="{BACC8C2E-B739-07DD-1AE0-1ECBF7FADA0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65489" y="1805105"/>
                    <a:ext cx="36360" cy="328680"/>
                  </p14:xfrm>
                </p:contentPart>
              </mc:Choice>
              <mc:Fallback xmlns="">
                <p:pic>
                  <p:nvPicPr>
                    <p:cNvPr id="186" name="잉크 185">
                      <a:extLst>
                        <a:ext uri="{FF2B5EF4-FFF2-40B4-BE49-F238E27FC236}">
                          <a16:creationId xmlns:a16="http://schemas.microsoft.com/office/drawing/2014/main" id="{BACC8C2E-B739-07DD-1AE0-1ECBF7FADA01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6151753" y="1794192"/>
                      <a:ext cx="63832" cy="35050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5">
                  <p14:nvContentPartPr>
                    <p14:cNvPr id="187" name="잉크 186">
                      <a:extLst>
                        <a:ext uri="{FF2B5EF4-FFF2-40B4-BE49-F238E27FC236}">
                          <a16:creationId xmlns:a16="http://schemas.microsoft.com/office/drawing/2014/main" id="{4E242FE2-BFAE-E852-BBE7-35B0953672C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77729" y="1863425"/>
                    <a:ext cx="189720" cy="165960"/>
                  </p14:xfrm>
                </p:contentPart>
              </mc:Choice>
              <mc:Fallback xmlns="">
                <p:pic>
                  <p:nvPicPr>
                    <p:cNvPr id="187" name="잉크 186">
                      <a:extLst>
                        <a:ext uri="{FF2B5EF4-FFF2-40B4-BE49-F238E27FC236}">
                          <a16:creationId xmlns:a16="http://schemas.microsoft.com/office/drawing/2014/main" id="{4E242FE2-BFAE-E852-BBE7-35B0953672C7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6163887" y="1852532"/>
                      <a:ext cx="217404" cy="18774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86" name="잉크 85">
                    <a:extLst>
                      <a:ext uri="{FF2B5EF4-FFF2-40B4-BE49-F238E27FC236}">
                        <a16:creationId xmlns:a16="http://schemas.microsoft.com/office/drawing/2014/main" id="{53964EE5-FE91-CC6B-1004-3FB8FED8FED8}"/>
                      </a:ext>
                    </a:extLst>
                  </p14:cNvPr>
                  <p14:cNvContentPartPr/>
                  <p14:nvPr/>
                </p14:nvContentPartPr>
                <p14:xfrm>
                  <a:off x="8273898" y="1045174"/>
                  <a:ext cx="169200" cy="240120"/>
                </p14:xfrm>
              </p:contentPart>
            </mc:Choice>
            <mc:Fallback xmlns="">
              <p:pic>
                <p:nvPicPr>
                  <p:cNvPr id="86" name="잉크 85">
                    <a:extLst>
                      <a:ext uri="{FF2B5EF4-FFF2-40B4-BE49-F238E27FC236}">
                        <a16:creationId xmlns:a16="http://schemas.microsoft.com/office/drawing/2014/main" id="{53964EE5-FE91-CC6B-1004-3FB8FED8FED8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8260002" y="1034259"/>
                    <a:ext cx="196991" cy="2619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87" name="잉크 86">
                    <a:extLst>
                      <a:ext uri="{FF2B5EF4-FFF2-40B4-BE49-F238E27FC236}">
                        <a16:creationId xmlns:a16="http://schemas.microsoft.com/office/drawing/2014/main" id="{29930159-F9CD-FE78-27F9-5D1F6C47656E}"/>
                      </a:ext>
                    </a:extLst>
                  </p14:cNvPr>
                  <p14:cNvContentPartPr/>
                  <p14:nvPr/>
                </p14:nvContentPartPr>
                <p14:xfrm>
                  <a:off x="8346618" y="1187734"/>
                  <a:ext cx="183600" cy="115200"/>
                </p14:xfrm>
              </p:contentPart>
            </mc:Choice>
            <mc:Fallback xmlns="">
              <p:pic>
                <p:nvPicPr>
                  <p:cNvPr id="87" name="잉크 86">
                    <a:extLst>
                      <a:ext uri="{FF2B5EF4-FFF2-40B4-BE49-F238E27FC236}">
                        <a16:creationId xmlns:a16="http://schemas.microsoft.com/office/drawing/2014/main" id="{29930159-F9CD-FE78-27F9-5D1F6C47656E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8332746" y="1176854"/>
                    <a:ext cx="211344" cy="136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89" name="잉크 88">
                    <a:extLst>
                      <a:ext uri="{FF2B5EF4-FFF2-40B4-BE49-F238E27FC236}">
                        <a16:creationId xmlns:a16="http://schemas.microsoft.com/office/drawing/2014/main" id="{8EEC6BFB-6C4E-2868-093B-77B57DE2EF60}"/>
                      </a:ext>
                    </a:extLst>
                  </p14:cNvPr>
                  <p14:cNvContentPartPr/>
                  <p14:nvPr/>
                </p14:nvContentPartPr>
                <p14:xfrm>
                  <a:off x="8663058" y="1152454"/>
                  <a:ext cx="757080" cy="360"/>
                </p14:xfrm>
              </p:contentPart>
            </mc:Choice>
            <mc:Fallback xmlns="">
              <p:pic>
                <p:nvPicPr>
                  <p:cNvPr id="89" name="잉크 88">
                    <a:extLst>
                      <a:ext uri="{FF2B5EF4-FFF2-40B4-BE49-F238E27FC236}">
                        <a16:creationId xmlns:a16="http://schemas.microsoft.com/office/drawing/2014/main" id="{8EEC6BFB-6C4E-2868-093B-77B57DE2EF60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8649159" y="1146334"/>
                    <a:ext cx="784878" cy="126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5C573954-EA2D-9E52-3E13-1CFFA3E3D475}"/>
                  </a:ext>
                </a:extLst>
              </p:cNvPr>
              <p:cNvGrpSpPr/>
              <p:nvPr/>
            </p:nvGrpSpPr>
            <p:grpSpPr>
              <a:xfrm>
                <a:off x="8180298" y="2313094"/>
                <a:ext cx="1302480" cy="373680"/>
                <a:chOff x="7230729" y="3094625"/>
                <a:chExt cx="1302480" cy="3736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9">
                  <p14:nvContentPartPr>
                    <p14:cNvPr id="179" name="잉크 178">
                      <a:extLst>
                        <a:ext uri="{FF2B5EF4-FFF2-40B4-BE49-F238E27FC236}">
                          <a16:creationId xmlns:a16="http://schemas.microsoft.com/office/drawing/2014/main" id="{65C6726A-7C23-8425-3A9C-58CF798D320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230729" y="3174185"/>
                    <a:ext cx="301680" cy="239400"/>
                  </p14:xfrm>
                </p:contentPart>
              </mc:Choice>
              <mc:Fallback xmlns="">
                <p:pic>
                  <p:nvPicPr>
                    <p:cNvPr id="179" name="잉크 178">
                      <a:extLst>
                        <a:ext uri="{FF2B5EF4-FFF2-40B4-BE49-F238E27FC236}">
                          <a16:creationId xmlns:a16="http://schemas.microsoft.com/office/drawing/2014/main" id="{65C6726A-7C23-8425-3A9C-58CF798D3208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7216830" y="3163274"/>
                      <a:ext cx="329477" cy="26122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0">
                  <p14:nvContentPartPr>
                    <p14:cNvPr id="183" name="잉크 182">
                      <a:extLst>
                        <a:ext uri="{FF2B5EF4-FFF2-40B4-BE49-F238E27FC236}">
                          <a16:creationId xmlns:a16="http://schemas.microsoft.com/office/drawing/2014/main" id="{72E6EE0E-4E49-966D-C39A-F77A7318C5E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97049" y="3282185"/>
                    <a:ext cx="280800" cy="186120"/>
                  </p14:xfrm>
                </p:contentPart>
              </mc:Choice>
              <mc:Fallback xmlns="">
                <p:pic>
                  <p:nvPicPr>
                    <p:cNvPr id="183" name="잉크 182">
                      <a:extLst>
                        <a:ext uri="{FF2B5EF4-FFF2-40B4-BE49-F238E27FC236}">
                          <a16:creationId xmlns:a16="http://schemas.microsoft.com/office/drawing/2014/main" id="{72E6EE0E-4E49-966D-C39A-F77A7318C5E8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7383132" y="3271275"/>
                      <a:ext cx="308634" cy="20794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1">
                  <p14:nvContentPartPr>
                    <p14:cNvPr id="184" name="잉크 183">
                      <a:extLst>
                        <a:ext uri="{FF2B5EF4-FFF2-40B4-BE49-F238E27FC236}">
                          <a16:creationId xmlns:a16="http://schemas.microsoft.com/office/drawing/2014/main" id="{6AB0B14E-D975-5340-03E6-2F750F2ECB0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291569" y="3094625"/>
                    <a:ext cx="250920" cy="360"/>
                  </p14:xfrm>
                </p:contentPart>
              </mc:Choice>
              <mc:Fallback xmlns="">
                <p:pic>
                  <p:nvPicPr>
                    <p:cNvPr id="184" name="잉크 183">
                      <a:extLst>
                        <a:ext uri="{FF2B5EF4-FFF2-40B4-BE49-F238E27FC236}">
                          <a16:creationId xmlns:a16="http://schemas.microsoft.com/office/drawing/2014/main" id="{6AB0B14E-D975-5340-03E6-2F750F2ECB0F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7277674" y="3088505"/>
                      <a:ext cx="278709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2">
                  <p14:nvContentPartPr>
                    <p14:cNvPr id="185" name="잉크 184">
                      <a:extLst>
                        <a:ext uri="{FF2B5EF4-FFF2-40B4-BE49-F238E27FC236}">
                          <a16:creationId xmlns:a16="http://schemas.microsoft.com/office/drawing/2014/main" id="{5AF2B32F-DDC3-83AF-39B4-F51CF81A60D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748769" y="3247265"/>
                    <a:ext cx="784440" cy="360"/>
                  </p14:xfrm>
                </p:contentPart>
              </mc:Choice>
              <mc:Fallback xmlns="">
                <p:pic>
                  <p:nvPicPr>
                    <p:cNvPr id="185" name="잉크 184">
                      <a:extLst>
                        <a:ext uri="{FF2B5EF4-FFF2-40B4-BE49-F238E27FC236}">
                          <a16:creationId xmlns:a16="http://schemas.microsoft.com/office/drawing/2014/main" id="{5AF2B32F-DDC3-83AF-39B4-F51CF81A60D0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7734863" y="3241145"/>
                      <a:ext cx="812251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A38DA14-28D3-7A73-F3AE-0457011C0C3F}"/>
                  </a:ext>
                </a:extLst>
              </p:cNvPr>
              <p:cNvGrpSpPr/>
              <p:nvPr/>
            </p:nvGrpSpPr>
            <p:grpSpPr>
              <a:xfrm>
                <a:off x="7079418" y="2313094"/>
                <a:ext cx="354240" cy="336960"/>
                <a:chOff x="6129849" y="3094625"/>
                <a:chExt cx="354240" cy="3369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3">
                  <p14:nvContentPartPr>
                    <p14:cNvPr id="123" name="잉크 122">
                      <a:extLst>
                        <a:ext uri="{FF2B5EF4-FFF2-40B4-BE49-F238E27FC236}">
                          <a16:creationId xmlns:a16="http://schemas.microsoft.com/office/drawing/2014/main" id="{71D897CC-C25E-EEFD-4CC3-DD1BFD0677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29849" y="3141785"/>
                    <a:ext cx="286920" cy="226800"/>
                  </p14:xfrm>
                </p:contentPart>
              </mc:Choice>
              <mc:Fallback xmlns="">
                <p:pic>
                  <p:nvPicPr>
                    <p:cNvPr id="123" name="잉크 122">
                      <a:extLst>
                        <a:ext uri="{FF2B5EF4-FFF2-40B4-BE49-F238E27FC236}">
                          <a16:creationId xmlns:a16="http://schemas.microsoft.com/office/drawing/2014/main" id="{71D897CC-C25E-EEFD-4CC3-DD1BFD0677D3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6115953" y="3130863"/>
                      <a:ext cx="314713" cy="24864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4">
                  <p14:nvContentPartPr>
                    <p14:cNvPr id="129" name="잉크 128">
                      <a:extLst>
                        <a:ext uri="{FF2B5EF4-FFF2-40B4-BE49-F238E27FC236}">
                          <a16:creationId xmlns:a16="http://schemas.microsoft.com/office/drawing/2014/main" id="{C5006BF1-835C-8170-D271-5B0F3DC7C0A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77729" y="3258785"/>
                    <a:ext cx="306360" cy="360"/>
                  </p14:xfrm>
                </p:contentPart>
              </mc:Choice>
              <mc:Fallback xmlns="">
                <p:pic>
                  <p:nvPicPr>
                    <p:cNvPr id="129" name="잉크 128">
                      <a:extLst>
                        <a:ext uri="{FF2B5EF4-FFF2-40B4-BE49-F238E27FC236}">
                          <a16:creationId xmlns:a16="http://schemas.microsoft.com/office/drawing/2014/main" id="{C5006BF1-835C-8170-D271-5B0F3DC7C0AA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6163841" y="3252665"/>
                      <a:ext cx="334137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5">
                  <p14:nvContentPartPr>
                    <p14:cNvPr id="153" name="잉크 152">
                      <a:extLst>
                        <a:ext uri="{FF2B5EF4-FFF2-40B4-BE49-F238E27FC236}">
                          <a16:creationId xmlns:a16="http://schemas.microsoft.com/office/drawing/2014/main" id="{A9C80376-323A-9132-B016-307C90C3C67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89049" y="3247265"/>
                    <a:ext cx="12240" cy="184320"/>
                  </p14:xfrm>
                </p:contentPart>
              </mc:Choice>
              <mc:Fallback xmlns="">
                <p:pic>
                  <p:nvPicPr>
                    <p:cNvPr id="153" name="잉크 152">
                      <a:extLst>
                        <a:ext uri="{FF2B5EF4-FFF2-40B4-BE49-F238E27FC236}">
                          <a16:creationId xmlns:a16="http://schemas.microsoft.com/office/drawing/2014/main" id="{A9C80376-323A-9132-B016-307C90C3C67D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6375177" y="3236347"/>
                      <a:ext cx="39984" cy="20615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6">
                  <p14:nvContentPartPr>
                    <p14:cNvPr id="155" name="잉크 154">
                      <a:extLst>
                        <a:ext uri="{FF2B5EF4-FFF2-40B4-BE49-F238E27FC236}">
                          <a16:creationId xmlns:a16="http://schemas.microsoft.com/office/drawing/2014/main" id="{07A65A8B-C16F-AE12-4679-5C17DDAA3CC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63689" y="3094625"/>
                    <a:ext cx="259920" cy="106200"/>
                  </p14:xfrm>
                </p:contentPart>
              </mc:Choice>
              <mc:Fallback xmlns="">
                <p:pic>
                  <p:nvPicPr>
                    <p:cNvPr id="155" name="잉크 154">
                      <a:extLst>
                        <a:ext uri="{FF2B5EF4-FFF2-40B4-BE49-F238E27FC236}">
                          <a16:creationId xmlns:a16="http://schemas.microsoft.com/office/drawing/2014/main" id="{07A65A8B-C16F-AE12-4679-5C17DDAA3CCF}"/>
                        </a:ext>
                      </a:extLst>
                    </p:cNvPr>
                    <p:cNvPicPr/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6149794" y="3083683"/>
                      <a:ext cx="287710" cy="128084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106" name="잉크 105">
                    <a:extLst>
                      <a:ext uri="{FF2B5EF4-FFF2-40B4-BE49-F238E27FC236}">
                        <a16:creationId xmlns:a16="http://schemas.microsoft.com/office/drawing/2014/main" id="{B6015068-5DA5-3997-AB01-4225FE6C5627}"/>
                      </a:ext>
                    </a:extLst>
                  </p14:cNvPr>
                  <p14:cNvContentPartPr/>
                  <p14:nvPr/>
                </p14:nvContentPartPr>
                <p14:xfrm>
                  <a:off x="8049009" y="1413785"/>
                  <a:ext cx="5040" cy="5040"/>
                </p14:xfrm>
              </p:contentPart>
            </mc:Choice>
            <mc:Fallback xmlns="">
              <p:pic>
                <p:nvPicPr>
                  <p:cNvPr id="106" name="잉크 105">
                    <a:extLst>
                      <a:ext uri="{FF2B5EF4-FFF2-40B4-BE49-F238E27FC236}">
                        <a16:creationId xmlns:a16="http://schemas.microsoft.com/office/drawing/2014/main" id="{B6015068-5DA5-3997-AB01-4225FE6C5627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8036769" y="1403075"/>
                    <a:ext cx="29520" cy="264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5F792DC4-E66B-C1DF-B132-407E886AC2A7}"/>
                    </a:ext>
                  </a:extLst>
                </p14:cNvPr>
                <p14:cNvContentPartPr/>
                <p14:nvPr/>
              </p14:nvContentPartPr>
              <p14:xfrm>
                <a:off x="1090209" y="1253585"/>
                <a:ext cx="1788840" cy="1368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5F792DC4-E66B-C1DF-B132-407E886AC2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6298" y="1243014"/>
                  <a:ext cx="1816663" cy="348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96A5C1D1-F483-6CDB-A9EF-F66302969AB8}"/>
                    </a:ext>
                  </a:extLst>
                </p14:cNvPr>
                <p14:cNvContentPartPr/>
                <p14:nvPr/>
              </p14:nvContentPartPr>
              <p14:xfrm>
                <a:off x="4900089" y="1160345"/>
                <a:ext cx="1951200" cy="5940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96A5C1D1-F483-6CDB-A9EF-F66302969AB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86181" y="1149487"/>
                  <a:ext cx="1979016" cy="81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4BD5D4CF-A24D-6BB2-F3C0-DC768BF52435}"/>
                    </a:ext>
                  </a:extLst>
                </p14:cNvPr>
                <p14:cNvContentPartPr/>
                <p14:nvPr/>
              </p14:nvContentPartPr>
              <p14:xfrm>
                <a:off x="679449" y="4173185"/>
                <a:ext cx="24120" cy="258480"/>
              </p14:xfrm>
            </p:contentPart>
          </mc:Choice>
          <mc:Fallback xmlns=""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4BD5D4CF-A24D-6BB2-F3C0-DC768BF524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5781" y="4162254"/>
                  <a:ext cx="51456" cy="2803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B38DDCD0-DAE7-B152-18D0-D71A953D8DDD}"/>
                    </a:ext>
                  </a:extLst>
                </p14:cNvPr>
                <p14:cNvContentPartPr/>
                <p14:nvPr/>
              </p14:nvContentPartPr>
              <p14:xfrm>
                <a:off x="3645849" y="4251665"/>
                <a:ext cx="6850080" cy="426960"/>
              </p14:xfrm>
            </p:contentPart>
          </mc:Choice>
          <mc:Fallback xmlns=""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B38DDCD0-DAE7-B152-18D0-D71A953D8D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31936" y="4240750"/>
                  <a:ext cx="6877906" cy="44879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A750CDFE-48FF-7CB4-361D-994B3C14B3EF}"/>
                </a:ext>
              </a:extLst>
            </p:cNvPr>
            <p:cNvGrpSpPr/>
            <p:nvPr/>
          </p:nvGrpSpPr>
          <p:grpSpPr>
            <a:xfrm>
              <a:off x="354729" y="2519345"/>
              <a:ext cx="10274400" cy="2659320"/>
              <a:chOff x="354729" y="2519345"/>
              <a:chExt cx="10274400" cy="2659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190" name="잉크 189">
                    <a:extLst>
                      <a:ext uri="{FF2B5EF4-FFF2-40B4-BE49-F238E27FC236}">
                        <a16:creationId xmlns:a16="http://schemas.microsoft.com/office/drawing/2014/main" id="{7848CEB6-C610-1C40-5942-C09A26D00B77}"/>
                      </a:ext>
                    </a:extLst>
                  </p14:cNvPr>
                  <p14:cNvContentPartPr/>
                  <p14:nvPr/>
                </p14:nvContentPartPr>
                <p14:xfrm>
                  <a:off x="6443409" y="2531945"/>
                  <a:ext cx="414720" cy="1252800"/>
                </p14:xfrm>
              </p:contentPart>
            </mc:Choice>
            <mc:Fallback xmlns="">
              <p:pic>
                <p:nvPicPr>
                  <p:cNvPr id="190" name="잉크 189">
                    <a:extLst>
                      <a:ext uri="{FF2B5EF4-FFF2-40B4-BE49-F238E27FC236}">
                        <a16:creationId xmlns:a16="http://schemas.microsoft.com/office/drawing/2014/main" id="{7848CEB6-C610-1C40-5942-C09A26D00B77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6429503" y="2521018"/>
                    <a:ext cx="442532" cy="12746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191" name="잉크 190">
                    <a:extLst>
                      <a:ext uri="{FF2B5EF4-FFF2-40B4-BE49-F238E27FC236}">
                        <a16:creationId xmlns:a16="http://schemas.microsoft.com/office/drawing/2014/main" id="{0172119D-BC27-0314-3612-5AF93979B77F}"/>
                      </a:ext>
                    </a:extLst>
                  </p14:cNvPr>
                  <p14:cNvContentPartPr/>
                  <p14:nvPr/>
                </p14:nvContentPartPr>
                <p14:xfrm>
                  <a:off x="2619129" y="2519345"/>
                  <a:ext cx="440640" cy="1172880"/>
                </p14:xfrm>
              </p:contentPart>
            </mc:Choice>
            <mc:Fallback xmlns="">
              <p:pic>
                <p:nvPicPr>
                  <p:cNvPr id="191" name="잉크 190">
                    <a:extLst>
                      <a:ext uri="{FF2B5EF4-FFF2-40B4-BE49-F238E27FC236}">
                        <a16:creationId xmlns:a16="http://schemas.microsoft.com/office/drawing/2014/main" id="{0172119D-BC27-0314-3612-5AF93979B77F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2605231" y="2508420"/>
                    <a:ext cx="468435" cy="11947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192" name="잉크 191">
                    <a:extLst>
                      <a:ext uri="{FF2B5EF4-FFF2-40B4-BE49-F238E27FC236}">
                        <a16:creationId xmlns:a16="http://schemas.microsoft.com/office/drawing/2014/main" id="{4FB7E854-1B6D-4C57-6DA9-356563D6D9E5}"/>
                      </a:ext>
                    </a:extLst>
                  </p14:cNvPr>
                  <p14:cNvContentPartPr/>
                  <p14:nvPr/>
                </p14:nvContentPartPr>
                <p14:xfrm>
                  <a:off x="2649369" y="3622025"/>
                  <a:ext cx="1759320" cy="93240"/>
                </p14:xfrm>
              </p:contentPart>
            </mc:Choice>
            <mc:Fallback xmlns="">
              <p:pic>
                <p:nvPicPr>
                  <p:cNvPr id="192" name="잉크 191">
                    <a:extLst>
                      <a:ext uri="{FF2B5EF4-FFF2-40B4-BE49-F238E27FC236}">
                        <a16:creationId xmlns:a16="http://schemas.microsoft.com/office/drawing/2014/main" id="{4FB7E854-1B6D-4C57-6DA9-356563D6D9E5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2635458" y="3611168"/>
                    <a:ext cx="1787142" cy="114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193" name="잉크 192">
                    <a:extLst>
                      <a:ext uri="{FF2B5EF4-FFF2-40B4-BE49-F238E27FC236}">
                        <a16:creationId xmlns:a16="http://schemas.microsoft.com/office/drawing/2014/main" id="{5565EA5B-33EF-596C-B200-0DE3ECF99ADA}"/>
                      </a:ext>
                    </a:extLst>
                  </p14:cNvPr>
                  <p14:cNvContentPartPr/>
                  <p14:nvPr/>
                </p14:nvContentPartPr>
                <p14:xfrm>
                  <a:off x="4372689" y="3411065"/>
                  <a:ext cx="30960" cy="371160"/>
                </p14:xfrm>
              </p:contentPart>
            </mc:Choice>
            <mc:Fallback xmlns="">
              <p:pic>
                <p:nvPicPr>
                  <p:cNvPr id="193" name="잉크 192">
                    <a:extLst>
                      <a:ext uri="{FF2B5EF4-FFF2-40B4-BE49-F238E27FC236}">
                        <a16:creationId xmlns:a16="http://schemas.microsoft.com/office/drawing/2014/main" id="{5565EA5B-33EF-596C-B200-0DE3ECF99ADA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4358838" y="3400149"/>
                    <a:ext cx="58661" cy="3929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194" name="잉크 193">
                    <a:extLst>
                      <a:ext uri="{FF2B5EF4-FFF2-40B4-BE49-F238E27FC236}">
                        <a16:creationId xmlns:a16="http://schemas.microsoft.com/office/drawing/2014/main" id="{5FD03629-CA91-8C02-9033-9C2C4E39A4D7}"/>
                      </a:ext>
                    </a:extLst>
                  </p14:cNvPr>
                  <p14:cNvContentPartPr/>
                  <p14:nvPr/>
                </p14:nvContentPartPr>
                <p14:xfrm>
                  <a:off x="4360809" y="3433745"/>
                  <a:ext cx="717840" cy="354240"/>
                </p14:xfrm>
              </p:contentPart>
            </mc:Choice>
            <mc:Fallback xmlns="">
              <p:pic>
                <p:nvPicPr>
                  <p:cNvPr id="194" name="잉크 193">
                    <a:extLst>
                      <a:ext uri="{FF2B5EF4-FFF2-40B4-BE49-F238E27FC236}">
                        <a16:creationId xmlns:a16="http://schemas.microsoft.com/office/drawing/2014/main" id="{5FD03629-CA91-8C02-9033-9C2C4E39A4D7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4346910" y="3422835"/>
                    <a:ext cx="745638" cy="3760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195" name="잉크 194">
                    <a:extLst>
                      <a:ext uri="{FF2B5EF4-FFF2-40B4-BE49-F238E27FC236}">
                        <a16:creationId xmlns:a16="http://schemas.microsoft.com/office/drawing/2014/main" id="{BAF2AFB7-77B4-092D-04D9-7B2B1E4E147F}"/>
                      </a:ext>
                    </a:extLst>
                  </p14:cNvPr>
                  <p14:cNvContentPartPr/>
                  <p14:nvPr/>
                </p14:nvContentPartPr>
                <p14:xfrm>
                  <a:off x="4985409" y="3550385"/>
                  <a:ext cx="330120" cy="134640"/>
                </p14:xfrm>
              </p:contentPart>
            </mc:Choice>
            <mc:Fallback xmlns="">
              <p:pic>
                <p:nvPicPr>
                  <p:cNvPr id="195" name="잉크 194">
                    <a:extLst>
                      <a:ext uri="{FF2B5EF4-FFF2-40B4-BE49-F238E27FC236}">
                        <a16:creationId xmlns:a16="http://schemas.microsoft.com/office/drawing/2014/main" id="{BAF2AFB7-77B4-092D-04D9-7B2B1E4E147F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4971518" y="3539486"/>
                    <a:ext cx="357902" cy="1564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196" name="잉크 195">
                    <a:extLst>
                      <a:ext uri="{FF2B5EF4-FFF2-40B4-BE49-F238E27FC236}">
                        <a16:creationId xmlns:a16="http://schemas.microsoft.com/office/drawing/2014/main" id="{0C2E915B-A900-A58D-08A0-B92A168B15EC}"/>
                      </a:ext>
                    </a:extLst>
                  </p14:cNvPr>
                  <p14:cNvContentPartPr/>
                  <p14:nvPr/>
                </p14:nvContentPartPr>
                <p14:xfrm>
                  <a:off x="5205009" y="3589625"/>
                  <a:ext cx="1173960" cy="80280"/>
                </p14:xfrm>
              </p:contentPart>
            </mc:Choice>
            <mc:Fallback xmlns="">
              <p:pic>
                <p:nvPicPr>
                  <p:cNvPr id="196" name="잉크 195">
                    <a:extLst>
                      <a:ext uri="{FF2B5EF4-FFF2-40B4-BE49-F238E27FC236}">
                        <a16:creationId xmlns:a16="http://schemas.microsoft.com/office/drawing/2014/main" id="{0C2E915B-A900-A58D-08A0-B92A168B15EC}"/>
                      </a:ext>
                    </a:extLst>
                  </p:cNvPr>
                  <p:cNvPicPr/>
                  <p:nvPr/>
                </p:nvPicPr>
                <p:blipFill>
                  <a:blip r:embed="rId69"/>
                  <a:stretch>
                    <a:fillRect/>
                  </a:stretch>
                </p:blipFill>
                <p:spPr>
                  <a:xfrm>
                    <a:off x="5191101" y="3578707"/>
                    <a:ext cx="1201775" cy="1021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198" name="잉크 197">
                    <a:extLst>
                      <a:ext uri="{FF2B5EF4-FFF2-40B4-BE49-F238E27FC236}">
                        <a16:creationId xmlns:a16="http://schemas.microsoft.com/office/drawing/2014/main" id="{E3AD3E46-314D-8B83-9D9E-785A96B5D89A}"/>
                      </a:ext>
                    </a:extLst>
                  </p14:cNvPr>
                  <p14:cNvContentPartPr/>
                  <p14:nvPr/>
                </p14:nvContentPartPr>
                <p14:xfrm>
                  <a:off x="1183809" y="3680705"/>
                  <a:ext cx="1532520" cy="60120"/>
                </p14:xfrm>
              </p:contentPart>
            </mc:Choice>
            <mc:Fallback xmlns="">
              <p:pic>
                <p:nvPicPr>
                  <p:cNvPr id="198" name="잉크 197">
                    <a:extLst>
                      <a:ext uri="{FF2B5EF4-FFF2-40B4-BE49-F238E27FC236}">
                        <a16:creationId xmlns:a16="http://schemas.microsoft.com/office/drawing/2014/main" id="{E3AD3E46-314D-8B83-9D9E-785A96B5D89A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1169899" y="3669832"/>
                    <a:ext cx="1560339" cy="818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199" name="잉크 198">
                    <a:extLst>
                      <a:ext uri="{FF2B5EF4-FFF2-40B4-BE49-F238E27FC236}">
                        <a16:creationId xmlns:a16="http://schemas.microsoft.com/office/drawing/2014/main" id="{A1223BED-1657-DF6D-4FA1-C0F88B4E873D}"/>
                      </a:ext>
                    </a:extLst>
                  </p14:cNvPr>
                  <p14:cNvContentPartPr/>
                  <p14:nvPr/>
                </p14:nvContentPartPr>
                <p14:xfrm>
                  <a:off x="585489" y="3422945"/>
                  <a:ext cx="73080" cy="443520"/>
                </p14:xfrm>
              </p:contentPart>
            </mc:Choice>
            <mc:Fallback xmlns="">
              <p:pic>
                <p:nvPicPr>
                  <p:cNvPr id="199" name="잉크 198">
                    <a:extLst>
                      <a:ext uri="{FF2B5EF4-FFF2-40B4-BE49-F238E27FC236}">
                        <a16:creationId xmlns:a16="http://schemas.microsoft.com/office/drawing/2014/main" id="{A1223BED-1657-DF6D-4FA1-C0F88B4E873D}"/>
                      </a:ext>
                    </a:extLst>
                  </p:cNvPr>
                  <p:cNvPicPr/>
                  <p:nvPr/>
                </p:nvPicPr>
                <p:blipFill>
                  <a:blip r:embed="rId73"/>
                  <a:stretch>
                    <a:fillRect/>
                  </a:stretch>
                </p:blipFill>
                <p:spPr>
                  <a:xfrm>
                    <a:off x="571685" y="3412018"/>
                    <a:ext cx="100688" cy="4653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200" name="잉크 199">
                    <a:extLst>
                      <a:ext uri="{FF2B5EF4-FFF2-40B4-BE49-F238E27FC236}">
                        <a16:creationId xmlns:a16="http://schemas.microsoft.com/office/drawing/2014/main" id="{652C201C-78C1-5AF6-40F4-D0EE26BC6D6B}"/>
                      </a:ext>
                    </a:extLst>
                  </p14:cNvPr>
                  <p14:cNvContentPartPr/>
                  <p14:nvPr/>
                </p14:nvContentPartPr>
                <p14:xfrm>
                  <a:off x="621129" y="3493145"/>
                  <a:ext cx="643680" cy="237600"/>
                </p14:xfrm>
              </p:contentPart>
            </mc:Choice>
            <mc:Fallback xmlns="">
              <p:pic>
                <p:nvPicPr>
                  <p:cNvPr id="200" name="잉크 199">
                    <a:extLst>
                      <a:ext uri="{FF2B5EF4-FFF2-40B4-BE49-F238E27FC236}">
                        <a16:creationId xmlns:a16="http://schemas.microsoft.com/office/drawing/2014/main" id="{652C201C-78C1-5AF6-40F4-D0EE26BC6D6B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607225" y="3482228"/>
                    <a:ext cx="671488" cy="2594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201" name="잉크 200">
                    <a:extLst>
                      <a:ext uri="{FF2B5EF4-FFF2-40B4-BE49-F238E27FC236}">
                        <a16:creationId xmlns:a16="http://schemas.microsoft.com/office/drawing/2014/main" id="{C9752ECA-08C9-B5E1-DFBE-401A15249DF3}"/>
                      </a:ext>
                    </a:extLst>
                  </p14:cNvPr>
                  <p14:cNvContentPartPr/>
                  <p14:nvPr/>
                </p14:nvContentPartPr>
                <p14:xfrm>
                  <a:off x="1215489" y="3607265"/>
                  <a:ext cx="195480" cy="146520"/>
                </p14:xfrm>
              </p:contentPart>
            </mc:Choice>
            <mc:Fallback xmlns="">
              <p:pic>
                <p:nvPicPr>
                  <p:cNvPr id="201" name="잉크 200">
                    <a:extLst>
                      <a:ext uri="{FF2B5EF4-FFF2-40B4-BE49-F238E27FC236}">
                        <a16:creationId xmlns:a16="http://schemas.microsoft.com/office/drawing/2014/main" id="{C9752ECA-08C9-B5E1-DFBE-401A15249DF3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1201585" y="3596340"/>
                    <a:ext cx="223289" cy="1683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202" name="잉크 201">
                    <a:extLst>
                      <a:ext uri="{FF2B5EF4-FFF2-40B4-BE49-F238E27FC236}">
                        <a16:creationId xmlns:a16="http://schemas.microsoft.com/office/drawing/2014/main" id="{099F4C5F-020E-1A41-F4C1-2A493CACC4CC}"/>
                      </a:ext>
                    </a:extLst>
                  </p14:cNvPr>
                  <p14:cNvContentPartPr/>
                  <p14:nvPr/>
                </p14:nvContentPartPr>
                <p14:xfrm>
                  <a:off x="372369" y="3609785"/>
                  <a:ext cx="272520" cy="440640"/>
                </p14:xfrm>
              </p:contentPart>
            </mc:Choice>
            <mc:Fallback xmlns="">
              <p:pic>
                <p:nvPicPr>
                  <p:cNvPr id="202" name="잉크 201">
                    <a:extLst>
                      <a:ext uri="{FF2B5EF4-FFF2-40B4-BE49-F238E27FC236}">
                        <a16:creationId xmlns:a16="http://schemas.microsoft.com/office/drawing/2014/main" id="{099F4C5F-020E-1A41-F4C1-2A493CACC4CC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358498" y="3598865"/>
                    <a:ext cx="300262" cy="4624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203" name="잉크 202">
                    <a:extLst>
                      <a:ext uri="{FF2B5EF4-FFF2-40B4-BE49-F238E27FC236}">
                        <a16:creationId xmlns:a16="http://schemas.microsoft.com/office/drawing/2014/main" id="{330CC59F-1CC8-28CA-035D-52BCBC8D30DD}"/>
                      </a:ext>
                    </a:extLst>
                  </p14:cNvPr>
                  <p14:cNvContentPartPr/>
                  <p14:nvPr/>
                </p14:nvContentPartPr>
                <p14:xfrm>
                  <a:off x="354729" y="4278665"/>
                  <a:ext cx="219960" cy="165600"/>
                </p14:xfrm>
              </p:contentPart>
            </mc:Choice>
            <mc:Fallback xmlns="">
              <p:pic>
                <p:nvPicPr>
                  <p:cNvPr id="203" name="잉크 202">
                    <a:extLst>
                      <a:ext uri="{FF2B5EF4-FFF2-40B4-BE49-F238E27FC236}">
                        <a16:creationId xmlns:a16="http://schemas.microsoft.com/office/drawing/2014/main" id="{330CC59F-1CC8-28CA-035D-52BCBC8D30DD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340828" y="4267753"/>
                    <a:ext cx="247762" cy="1874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206" name="잉크 205">
                    <a:extLst>
                      <a:ext uri="{FF2B5EF4-FFF2-40B4-BE49-F238E27FC236}">
                        <a16:creationId xmlns:a16="http://schemas.microsoft.com/office/drawing/2014/main" id="{9456A032-300C-47DA-C5F6-5B8A8D588C78}"/>
                      </a:ext>
                    </a:extLst>
                  </p14:cNvPr>
                  <p14:cNvContentPartPr/>
                  <p14:nvPr/>
                </p14:nvContentPartPr>
                <p14:xfrm>
                  <a:off x="843249" y="4173185"/>
                  <a:ext cx="194040" cy="192600"/>
                </p14:xfrm>
              </p:contentPart>
            </mc:Choice>
            <mc:Fallback xmlns="">
              <p:pic>
                <p:nvPicPr>
                  <p:cNvPr id="206" name="잉크 205">
                    <a:extLst>
                      <a:ext uri="{FF2B5EF4-FFF2-40B4-BE49-F238E27FC236}">
                        <a16:creationId xmlns:a16="http://schemas.microsoft.com/office/drawing/2014/main" id="{9456A032-300C-47DA-C5F6-5B8A8D588C78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829389" y="4162271"/>
                    <a:ext cx="221760" cy="2144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207" name="잉크 206">
                    <a:extLst>
                      <a:ext uri="{FF2B5EF4-FFF2-40B4-BE49-F238E27FC236}">
                        <a16:creationId xmlns:a16="http://schemas.microsoft.com/office/drawing/2014/main" id="{E87103CD-D1E2-5A72-DFE7-0931CD76F83C}"/>
                      </a:ext>
                    </a:extLst>
                  </p14:cNvPr>
                  <p14:cNvContentPartPr/>
                  <p14:nvPr/>
                </p14:nvContentPartPr>
                <p14:xfrm>
                  <a:off x="984729" y="4255265"/>
                  <a:ext cx="132120" cy="152280"/>
                </p14:xfrm>
              </p:contentPart>
            </mc:Choice>
            <mc:Fallback xmlns="">
              <p:pic>
                <p:nvPicPr>
                  <p:cNvPr id="207" name="잉크 206">
                    <a:extLst>
                      <a:ext uri="{FF2B5EF4-FFF2-40B4-BE49-F238E27FC236}">
                        <a16:creationId xmlns:a16="http://schemas.microsoft.com/office/drawing/2014/main" id="{E87103CD-D1E2-5A72-DFE7-0931CD76F83C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970865" y="4244388"/>
                    <a:ext cx="159849" cy="1740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215" name="잉크 214">
                    <a:extLst>
                      <a:ext uri="{FF2B5EF4-FFF2-40B4-BE49-F238E27FC236}">
                        <a16:creationId xmlns:a16="http://schemas.microsoft.com/office/drawing/2014/main" id="{A91C5737-F8E4-144D-B1E4-9513491EEC31}"/>
                      </a:ext>
                    </a:extLst>
                  </p14:cNvPr>
                  <p14:cNvContentPartPr/>
                  <p14:nvPr/>
                </p14:nvContentPartPr>
                <p14:xfrm>
                  <a:off x="2745129" y="5051225"/>
                  <a:ext cx="244800" cy="107640"/>
                </p14:xfrm>
              </p:contentPart>
            </mc:Choice>
            <mc:Fallback xmlns="">
              <p:pic>
                <p:nvPicPr>
                  <p:cNvPr id="215" name="잉크 214">
                    <a:extLst>
                      <a:ext uri="{FF2B5EF4-FFF2-40B4-BE49-F238E27FC236}">
                        <a16:creationId xmlns:a16="http://schemas.microsoft.com/office/drawing/2014/main" id="{A91C5737-F8E4-144D-B1E4-9513491EEC31}"/>
                      </a:ext>
                    </a:extLst>
                  </p:cNvPr>
                  <p:cNvPicPr/>
                  <p:nvPr/>
                </p:nvPicPr>
                <p:blipFill>
                  <a:blip r:embed="rId87"/>
                  <a:stretch>
                    <a:fillRect/>
                  </a:stretch>
                </p:blipFill>
                <p:spPr>
                  <a:xfrm>
                    <a:off x="2731257" y="5040333"/>
                    <a:ext cx="272544" cy="1294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216" name="잉크 215">
                    <a:extLst>
                      <a:ext uri="{FF2B5EF4-FFF2-40B4-BE49-F238E27FC236}">
                        <a16:creationId xmlns:a16="http://schemas.microsoft.com/office/drawing/2014/main" id="{522FEB0B-D045-6AB4-7DC1-C6D5C0F85662}"/>
                      </a:ext>
                    </a:extLst>
                  </p14:cNvPr>
                  <p14:cNvContentPartPr/>
                  <p14:nvPr/>
                </p14:nvContentPartPr>
                <p14:xfrm>
                  <a:off x="3027729" y="4935305"/>
                  <a:ext cx="111960" cy="191880"/>
                </p14:xfrm>
              </p:contentPart>
            </mc:Choice>
            <mc:Fallback xmlns="">
              <p:pic>
                <p:nvPicPr>
                  <p:cNvPr id="216" name="잉크 215">
                    <a:extLst>
                      <a:ext uri="{FF2B5EF4-FFF2-40B4-BE49-F238E27FC236}">
                        <a16:creationId xmlns:a16="http://schemas.microsoft.com/office/drawing/2014/main" id="{522FEB0B-D045-6AB4-7DC1-C6D5C0F85662}"/>
                      </a:ext>
                    </a:extLst>
                  </p:cNvPr>
                  <p:cNvPicPr/>
                  <p:nvPr/>
                </p:nvPicPr>
                <p:blipFill>
                  <a:blip r:embed="rId89"/>
                  <a:stretch>
                    <a:fillRect/>
                  </a:stretch>
                </p:blipFill>
                <p:spPr>
                  <a:xfrm>
                    <a:off x="3013836" y="4924395"/>
                    <a:ext cx="139746" cy="2136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217" name="잉크 216">
                    <a:extLst>
                      <a:ext uri="{FF2B5EF4-FFF2-40B4-BE49-F238E27FC236}">
                        <a16:creationId xmlns:a16="http://schemas.microsoft.com/office/drawing/2014/main" id="{92149CCA-F7BA-7B36-D5F0-717FCAC75859}"/>
                      </a:ext>
                    </a:extLst>
                  </p14:cNvPr>
                  <p14:cNvContentPartPr/>
                  <p14:nvPr/>
                </p14:nvContentPartPr>
                <p14:xfrm>
                  <a:off x="3246969" y="4946825"/>
                  <a:ext cx="102960" cy="176040"/>
                </p14:xfrm>
              </p:contentPart>
            </mc:Choice>
            <mc:Fallback xmlns="">
              <p:pic>
                <p:nvPicPr>
                  <p:cNvPr id="217" name="잉크 216">
                    <a:extLst>
                      <a:ext uri="{FF2B5EF4-FFF2-40B4-BE49-F238E27FC236}">
                        <a16:creationId xmlns:a16="http://schemas.microsoft.com/office/drawing/2014/main" id="{92149CCA-F7BA-7B36-D5F0-717FCAC75859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3233187" y="4935903"/>
                    <a:ext cx="130524" cy="1978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218" name="잉크 217">
                    <a:extLst>
                      <a:ext uri="{FF2B5EF4-FFF2-40B4-BE49-F238E27FC236}">
                        <a16:creationId xmlns:a16="http://schemas.microsoft.com/office/drawing/2014/main" id="{BF0805B9-D800-6849-4C05-6BC86D6DB000}"/>
                      </a:ext>
                    </a:extLst>
                  </p14:cNvPr>
                  <p14:cNvContentPartPr/>
                  <p14:nvPr/>
                </p14:nvContentPartPr>
                <p14:xfrm>
                  <a:off x="3329049" y="4993985"/>
                  <a:ext cx="9720" cy="50760"/>
                </p14:xfrm>
              </p:contentPart>
            </mc:Choice>
            <mc:Fallback xmlns="">
              <p:pic>
                <p:nvPicPr>
                  <p:cNvPr id="218" name="잉크 217">
                    <a:extLst>
                      <a:ext uri="{FF2B5EF4-FFF2-40B4-BE49-F238E27FC236}">
                        <a16:creationId xmlns:a16="http://schemas.microsoft.com/office/drawing/2014/main" id="{BF0805B9-D800-6849-4C05-6BC86D6DB000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3315279" y="4983062"/>
                    <a:ext cx="37260" cy="726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219" name="잉크 218">
                    <a:extLst>
                      <a:ext uri="{FF2B5EF4-FFF2-40B4-BE49-F238E27FC236}">
                        <a16:creationId xmlns:a16="http://schemas.microsoft.com/office/drawing/2014/main" id="{9879D722-8C7C-8E88-0A82-C36755F57E29}"/>
                      </a:ext>
                    </a:extLst>
                  </p14:cNvPr>
                  <p14:cNvContentPartPr/>
                  <p14:nvPr/>
                </p14:nvContentPartPr>
                <p14:xfrm>
                  <a:off x="2719569" y="4888505"/>
                  <a:ext cx="647640" cy="360"/>
                </p14:xfrm>
              </p:contentPart>
            </mc:Choice>
            <mc:Fallback xmlns="">
              <p:pic>
                <p:nvPicPr>
                  <p:cNvPr id="219" name="잉크 218">
                    <a:extLst>
                      <a:ext uri="{FF2B5EF4-FFF2-40B4-BE49-F238E27FC236}">
                        <a16:creationId xmlns:a16="http://schemas.microsoft.com/office/drawing/2014/main" id="{9879D722-8C7C-8E88-0A82-C36755F57E29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2705668" y="4882385"/>
                    <a:ext cx="675443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210" name="잉크 209">
                    <a:extLst>
                      <a:ext uri="{FF2B5EF4-FFF2-40B4-BE49-F238E27FC236}">
                        <a16:creationId xmlns:a16="http://schemas.microsoft.com/office/drawing/2014/main" id="{23B1F489-96DB-7997-0428-C3F800A1A364}"/>
                      </a:ext>
                    </a:extLst>
                  </p14:cNvPr>
                  <p14:cNvContentPartPr/>
                  <p14:nvPr/>
                </p14:nvContentPartPr>
                <p14:xfrm>
                  <a:off x="2646849" y="4478105"/>
                  <a:ext cx="272160" cy="153360"/>
                </p14:xfrm>
              </p:contentPart>
            </mc:Choice>
            <mc:Fallback xmlns="">
              <p:pic>
                <p:nvPicPr>
                  <p:cNvPr id="210" name="잉크 209">
                    <a:extLst>
                      <a:ext uri="{FF2B5EF4-FFF2-40B4-BE49-F238E27FC236}">
                        <a16:creationId xmlns:a16="http://schemas.microsoft.com/office/drawing/2014/main" id="{23B1F489-96DB-7997-0428-C3F800A1A364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2632955" y="4467197"/>
                    <a:ext cx="299948" cy="1751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211" name="잉크 210">
                    <a:extLst>
                      <a:ext uri="{FF2B5EF4-FFF2-40B4-BE49-F238E27FC236}">
                        <a16:creationId xmlns:a16="http://schemas.microsoft.com/office/drawing/2014/main" id="{0309F4E9-8593-8D5C-5B92-A94478EB8226}"/>
                      </a:ext>
                    </a:extLst>
                  </p14:cNvPr>
                  <p14:cNvContentPartPr/>
                  <p14:nvPr/>
                </p14:nvContentPartPr>
                <p14:xfrm>
                  <a:off x="2952489" y="4407545"/>
                  <a:ext cx="160920" cy="249480"/>
                </p14:xfrm>
              </p:contentPart>
            </mc:Choice>
            <mc:Fallback xmlns="">
              <p:pic>
                <p:nvPicPr>
                  <p:cNvPr id="211" name="잉크 210">
                    <a:extLst>
                      <a:ext uri="{FF2B5EF4-FFF2-40B4-BE49-F238E27FC236}">
                        <a16:creationId xmlns:a16="http://schemas.microsoft.com/office/drawing/2014/main" id="{0309F4E9-8593-8D5C-5B92-A94478EB8226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2938603" y="4396642"/>
                    <a:ext cx="188693" cy="27128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212" name="잉크 211">
                    <a:extLst>
                      <a:ext uri="{FF2B5EF4-FFF2-40B4-BE49-F238E27FC236}">
                        <a16:creationId xmlns:a16="http://schemas.microsoft.com/office/drawing/2014/main" id="{8118A8AA-E07F-F623-F0B6-CF4836BB7EF0}"/>
                      </a:ext>
                    </a:extLst>
                  </p14:cNvPr>
                  <p14:cNvContentPartPr/>
                  <p14:nvPr/>
                </p14:nvContentPartPr>
                <p14:xfrm>
                  <a:off x="3101889" y="4337345"/>
                  <a:ext cx="123480" cy="251280"/>
                </p14:xfrm>
              </p:contentPart>
            </mc:Choice>
            <mc:Fallback xmlns="">
              <p:pic>
                <p:nvPicPr>
                  <p:cNvPr id="212" name="잉크 211">
                    <a:extLst>
                      <a:ext uri="{FF2B5EF4-FFF2-40B4-BE49-F238E27FC236}">
                        <a16:creationId xmlns:a16="http://schemas.microsoft.com/office/drawing/2014/main" id="{8118A8AA-E07F-F623-F0B6-CF4836BB7EF0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3087987" y="4326420"/>
                    <a:ext cx="151283" cy="2731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228" name="잉크 227">
                    <a:extLst>
                      <a:ext uri="{FF2B5EF4-FFF2-40B4-BE49-F238E27FC236}">
                        <a16:creationId xmlns:a16="http://schemas.microsoft.com/office/drawing/2014/main" id="{AAF95067-27B5-E5BF-AA2F-34D6CF5FDFF4}"/>
                      </a:ext>
                    </a:extLst>
                  </p14:cNvPr>
                  <p14:cNvContentPartPr/>
                  <p14:nvPr/>
                </p14:nvContentPartPr>
                <p14:xfrm>
                  <a:off x="3680769" y="4759265"/>
                  <a:ext cx="6948360" cy="419400"/>
                </p14:xfrm>
              </p:contentPart>
            </mc:Choice>
            <mc:Fallback xmlns="">
              <p:pic>
                <p:nvPicPr>
                  <p:cNvPr id="228" name="잉크 227">
                    <a:extLst>
                      <a:ext uri="{FF2B5EF4-FFF2-40B4-BE49-F238E27FC236}">
                        <a16:creationId xmlns:a16="http://schemas.microsoft.com/office/drawing/2014/main" id="{AAF95067-27B5-E5BF-AA2F-34D6CF5FDFF4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3666856" y="4748346"/>
                    <a:ext cx="6976186" cy="44123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C17FC231-1A81-317D-90D0-0CC8AF28100A}"/>
                </a:ext>
              </a:extLst>
            </p:cNvPr>
            <p:cNvGrpSpPr/>
            <p:nvPr/>
          </p:nvGrpSpPr>
          <p:grpSpPr>
            <a:xfrm>
              <a:off x="3227889" y="175745"/>
              <a:ext cx="1359720" cy="425160"/>
              <a:chOff x="3227889" y="175745"/>
              <a:chExt cx="1359720" cy="425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230" name="잉크 229">
                    <a:extLst>
                      <a:ext uri="{FF2B5EF4-FFF2-40B4-BE49-F238E27FC236}">
                        <a16:creationId xmlns:a16="http://schemas.microsoft.com/office/drawing/2014/main" id="{A3BF5C2C-D84B-0325-6D4E-4E5A766F8E93}"/>
                      </a:ext>
                    </a:extLst>
                  </p14:cNvPr>
                  <p14:cNvContentPartPr/>
                  <p14:nvPr/>
                </p14:nvContentPartPr>
                <p14:xfrm>
                  <a:off x="3227889" y="234425"/>
                  <a:ext cx="113400" cy="228240"/>
                </p14:xfrm>
              </p:contentPart>
            </mc:Choice>
            <mc:Fallback xmlns="">
              <p:pic>
                <p:nvPicPr>
                  <p:cNvPr id="230" name="잉크 229">
                    <a:extLst>
                      <a:ext uri="{FF2B5EF4-FFF2-40B4-BE49-F238E27FC236}">
                        <a16:creationId xmlns:a16="http://schemas.microsoft.com/office/drawing/2014/main" id="{A3BF5C2C-D84B-0325-6D4E-4E5A766F8E93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3214020" y="223495"/>
                    <a:ext cx="141138" cy="2501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231" name="잉크 230">
                    <a:extLst>
                      <a:ext uri="{FF2B5EF4-FFF2-40B4-BE49-F238E27FC236}">
                        <a16:creationId xmlns:a16="http://schemas.microsoft.com/office/drawing/2014/main" id="{19327A6B-7660-1D3A-04A0-0E25EFF8A689}"/>
                      </a:ext>
                    </a:extLst>
                  </p14:cNvPr>
                  <p14:cNvContentPartPr/>
                  <p14:nvPr/>
                </p14:nvContentPartPr>
                <p14:xfrm>
                  <a:off x="3329049" y="199145"/>
                  <a:ext cx="144720" cy="200880"/>
                </p14:xfrm>
              </p:contentPart>
            </mc:Choice>
            <mc:Fallback xmlns="">
              <p:pic>
                <p:nvPicPr>
                  <p:cNvPr id="231" name="잉크 230">
                    <a:extLst>
                      <a:ext uri="{FF2B5EF4-FFF2-40B4-BE49-F238E27FC236}">
                        <a16:creationId xmlns:a16="http://schemas.microsoft.com/office/drawing/2014/main" id="{19327A6B-7660-1D3A-04A0-0E25EFF8A689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3315149" y="188235"/>
                    <a:ext cx="172519" cy="222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8">
                <p14:nvContentPartPr>
                  <p14:cNvPr id="232" name="잉크 231">
                    <a:extLst>
                      <a:ext uri="{FF2B5EF4-FFF2-40B4-BE49-F238E27FC236}">
                        <a16:creationId xmlns:a16="http://schemas.microsoft.com/office/drawing/2014/main" id="{B470C6AF-1612-1095-7D49-9D5CB0F04429}"/>
                      </a:ext>
                    </a:extLst>
                  </p14:cNvPr>
                  <p14:cNvContentPartPr/>
                  <p14:nvPr/>
                </p14:nvContentPartPr>
                <p14:xfrm>
                  <a:off x="3375849" y="187265"/>
                  <a:ext cx="164520" cy="168120"/>
                </p14:xfrm>
              </p:contentPart>
            </mc:Choice>
            <mc:Fallback xmlns="">
              <p:pic>
                <p:nvPicPr>
                  <p:cNvPr id="232" name="잉크 231">
                    <a:extLst>
                      <a:ext uri="{FF2B5EF4-FFF2-40B4-BE49-F238E27FC236}">
                        <a16:creationId xmlns:a16="http://schemas.microsoft.com/office/drawing/2014/main" id="{B470C6AF-1612-1095-7D49-9D5CB0F04429}"/>
                      </a:ext>
                    </a:extLst>
                  </p:cNvPr>
                  <p:cNvPicPr/>
                  <p:nvPr/>
                </p:nvPicPr>
                <p:blipFill>
                  <a:blip r:embed="rId109"/>
                  <a:stretch>
                    <a:fillRect/>
                  </a:stretch>
                </p:blipFill>
                <p:spPr>
                  <a:xfrm>
                    <a:off x="3362003" y="176356"/>
                    <a:ext cx="192211" cy="1899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0">
                <p14:nvContentPartPr>
                  <p14:cNvPr id="233" name="잉크 232">
                    <a:extLst>
                      <a:ext uri="{FF2B5EF4-FFF2-40B4-BE49-F238E27FC236}">
                        <a16:creationId xmlns:a16="http://schemas.microsoft.com/office/drawing/2014/main" id="{524B1A43-D957-950C-2462-14869998FAB5}"/>
                      </a:ext>
                    </a:extLst>
                  </p14:cNvPr>
                  <p14:cNvContentPartPr/>
                  <p14:nvPr/>
                </p14:nvContentPartPr>
                <p14:xfrm>
                  <a:off x="3481689" y="187265"/>
                  <a:ext cx="125280" cy="248400"/>
                </p14:xfrm>
              </p:contentPart>
            </mc:Choice>
            <mc:Fallback xmlns="">
              <p:pic>
                <p:nvPicPr>
                  <p:cNvPr id="233" name="잉크 232">
                    <a:extLst>
                      <a:ext uri="{FF2B5EF4-FFF2-40B4-BE49-F238E27FC236}">
                        <a16:creationId xmlns:a16="http://schemas.microsoft.com/office/drawing/2014/main" id="{524B1A43-D957-950C-2462-14869998FAB5}"/>
                      </a:ext>
                    </a:extLst>
                  </p:cNvPr>
                  <p:cNvPicPr/>
                  <p:nvPr/>
                </p:nvPicPr>
                <p:blipFill>
                  <a:blip r:embed="rId111"/>
                  <a:stretch>
                    <a:fillRect/>
                  </a:stretch>
                </p:blipFill>
                <p:spPr>
                  <a:xfrm>
                    <a:off x="3467859" y="176353"/>
                    <a:ext cx="152939" cy="2702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2">
                <p14:nvContentPartPr>
                  <p14:cNvPr id="234" name="잉크 233">
                    <a:extLst>
                      <a:ext uri="{FF2B5EF4-FFF2-40B4-BE49-F238E27FC236}">
                        <a16:creationId xmlns:a16="http://schemas.microsoft.com/office/drawing/2014/main" id="{9D028664-01BC-32A8-2A87-D8B144ECC908}"/>
                      </a:ext>
                    </a:extLst>
                  </p14:cNvPr>
                  <p14:cNvContentPartPr/>
                  <p14:nvPr/>
                </p14:nvContentPartPr>
                <p14:xfrm>
                  <a:off x="3609489" y="257825"/>
                  <a:ext cx="189360" cy="259920"/>
                </p14:xfrm>
              </p:contentPart>
            </mc:Choice>
            <mc:Fallback xmlns="">
              <p:pic>
                <p:nvPicPr>
                  <p:cNvPr id="234" name="잉크 233">
                    <a:extLst>
                      <a:ext uri="{FF2B5EF4-FFF2-40B4-BE49-F238E27FC236}">
                        <a16:creationId xmlns:a16="http://schemas.microsoft.com/office/drawing/2014/main" id="{9D028664-01BC-32A8-2A87-D8B144ECC908}"/>
                      </a:ext>
                    </a:extLst>
                  </p:cNvPr>
                  <p:cNvPicPr/>
                  <p:nvPr/>
                </p:nvPicPr>
                <p:blipFill>
                  <a:blip r:embed="rId113"/>
                  <a:stretch>
                    <a:fillRect/>
                  </a:stretch>
                </p:blipFill>
                <p:spPr>
                  <a:xfrm>
                    <a:off x="3595613" y="246915"/>
                    <a:ext cx="217111" cy="2817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4">
                <p14:nvContentPartPr>
                  <p14:cNvPr id="235" name="잉크 234">
                    <a:extLst>
                      <a:ext uri="{FF2B5EF4-FFF2-40B4-BE49-F238E27FC236}">
                        <a16:creationId xmlns:a16="http://schemas.microsoft.com/office/drawing/2014/main" id="{FC2CE8C8-3BB6-65FC-6E65-9D42CA5C7244}"/>
                      </a:ext>
                    </a:extLst>
                  </p14:cNvPr>
                  <p14:cNvContentPartPr/>
                  <p14:nvPr/>
                </p14:nvContentPartPr>
                <p14:xfrm>
                  <a:off x="3858969" y="316145"/>
                  <a:ext cx="165600" cy="189720"/>
                </p14:xfrm>
              </p:contentPart>
            </mc:Choice>
            <mc:Fallback xmlns="">
              <p:pic>
                <p:nvPicPr>
                  <p:cNvPr id="235" name="잉크 234">
                    <a:extLst>
                      <a:ext uri="{FF2B5EF4-FFF2-40B4-BE49-F238E27FC236}">
                        <a16:creationId xmlns:a16="http://schemas.microsoft.com/office/drawing/2014/main" id="{FC2CE8C8-3BB6-65FC-6E65-9D42CA5C7244}"/>
                      </a:ext>
                    </a:extLst>
                  </p:cNvPr>
                  <p:cNvPicPr/>
                  <p:nvPr/>
                </p:nvPicPr>
                <p:blipFill>
                  <a:blip r:embed="rId115"/>
                  <a:stretch>
                    <a:fillRect/>
                  </a:stretch>
                </p:blipFill>
                <p:spPr>
                  <a:xfrm>
                    <a:off x="3845101" y="305249"/>
                    <a:ext cx="193336" cy="2115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236" name="잉크 235">
                    <a:extLst>
                      <a:ext uri="{FF2B5EF4-FFF2-40B4-BE49-F238E27FC236}">
                        <a16:creationId xmlns:a16="http://schemas.microsoft.com/office/drawing/2014/main" id="{79979BEE-4E17-8A14-1FD8-ABA509599F0B}"/>
                      </a:ext>
                    </a:extLst>
                  </p14:cNvPr>
                  <p14:cNvContentPartPr/>
                  <p14:nvPr/>
                </p14:nvContentPartPr>
                <p14:xfrm>
                  <a:off x="4009089" y="386705"/>
                  <a:ext cx="147240" cy="360"/>
                </p14:xfrm>
              </p:contentPart>
            </mc:Choice>
            <mc:Fallback xmlns="">
              <p:pic>
                <p:nvPicPr>
                  <p:cNvPr id="236" name="잉크 235">
                    <a:extLst>
                      <a:ext uri="{FF2B5EF4-FFF2-40B4-BE49-F238E27FC236}">
                        <a16:creationId xmlns:a16="http://schemas.microsoft.com/office/drawing/2014/main" id="{79979BEE-4E17-8A14-1FD8-ABA509599F0B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3995183" y="380585"/>
                    <a:ext cx="175052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237" name="잉크 236">
                    <a:extLst>
                      <a:ext uri="{FF2B5EF4-FFF2-40B4-BE49-F238E27FC236}">
                        <a16:creationId xmlns:a16="http://schemas.microsoft.com/office/drawing/2014/main" id="{F1A221C6-F843-A912-015B-C7A9EE0D69C9}"/>
                      </a:ext>
                    </a:extLst>
                  </p14:cNvPr>
                  <p14:cNvContentPartPr/>
                  <p14:nvPr/>
                </p14:nvContentPartPr>
                <p14:xfrm>
                  <a:off x="4044009" y="175745"/>
                  <a:ext cx="128520" cy="400680"/>
                </p14:xfrm>
              </p:contentPart>
            </mc:Choice>
            <mc:Fallback xmlns="">
              <p:pic>
                <p:nvPicPr>
                  <p:cNvPr id="237" name="잉크 236">
                    <a:extLst>
                      <a:ext uri="{FF2B5EF4-FFF2-40B4-BE49-F238E27FC236}">
                        <a16:creationId xmlns:a16="http://schemas.microsoft.com/office/drawing/2014/main" id="{F1A221C6-F843-A912-015B-C7A9EE0D69C9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4030181" y="164829"/>
                    <a:ext cx="156176" cy="4225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238" name="잉크 237">
                    <a:extLst>
                      <a:ext uri="{FF2B5EF4-FFF2-40B4-BE49-F238E27FC236}">
                        <a16:creationId xmlns:a16="http://schemas.microsoft.com/office/drawing/2014/main" id="{F426381C-0710-5206-5F21-21B633422774}"/>
                      </a:ext>
                    </a:extLst>
                  </p14:cNvPr>
                  <p14:cNvContentPartPr/>
                  <p14:nvPr/>
                </p14:nvContentPartPr>
                <p14:xfrm>
                  <a:off x="4191969" y="394265"/>
                  <a:ext cx="136800" cy="206640"/>
                </p14:xfrm>
              </p:contentPart>
            </mc:Choice>
            <mc:Fallback xmlns="">
              <p:pic>
                <p:nvPicPr>
                  <p:cNvPr id="238" name="잉크 237">
                    <a:extLst>
                      <a:ext uri="{FF2B5EF4-FFF2-40B4-BE49-F238E27FC236}">
                        <a16:creationId xmlns:a16="http://schemas.microsoft.com/office/drawing/2014/main" id="{F426381C-0710-5206-5F21-21B633422774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4178126" y="383355"/>
                    <a:ext cx="164486" cy="2284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239" name="잉크 238">
                    <a:extLst>
                      <a:ext uri="{FF2B5EF4-FFF2-40B4-BE49-F238E27FC236}">
                        <a16:creationId xmlns:a16="http://schemas.microsoft.com/office/drawing/2014/main" id="{11FA6613-A21E-B961-6FC7-81EE0F4ED8E6}"/>
                      </a:ext>
                    </a:extLst>
                  </p14:cNvPr>
                  <p14:cNvContentPartPr/>
                  <p14:nvPr/>
                </p14:nvContentPartPr>
                <p14:xfrm>
                  <a:off x="4431009" y="339905"/>
                  <a:ext cx="156600" cy="233640"/>
                </p14:xfrm>
              </p:contentPart>
            </mc:Choice>
            <mc:Fallback xmlns="">
              <p:pic>
                <p:nvPicPr>
                  <p:cNvPr id="239" name="잉크 238">
                    <a:extLst>
                      <a:ext uri="{FF2B5EF4-FFF2-40B4-BE49-F238E27FC236}">
                        <a16:creationId xmlns:a16="http://schemas.microsoft.com/office/drawing/2014/main" id="{11FA6613-A21E-B961-6FC7-81EE0F4ED8E6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4417143" y="328993"/>
                    <a:ext cx="184331" cy="25546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B53C385E-A037-C208-2EED-CAEF115D302D}"/>
                </a:ext>
              </a:extLst>
            </p:cNvPr>
            <p:cNvGrpSpPr/>
            <p:nvPr/>
          </p:nvGrpSpPr>
          <p:grpSpPr>
            <a:xfrm>
              <a:off x="6803049" y="257825"/>
              <a:ext cx="1411200" cy="368640"/>
              <a:chOff x="6803049" y="257825"/>
              <a:chExt cx="1411200" cy="368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240" name="잉크 239">
                    <a:extLst>
                      <a:ext uri="{FF2B5EF4-FFF2-40B4-BE49-F238E27FC236}">
                        <a16:creationId xmlns:a16="http://schemas.microsoft.com/office/drawing/2014/main" id="{63625A7D-788E-1F3D-B771-DBB2D0C16F6A}"/>
                      </a:ext>
                    </a:extLst>
                  </p14:cNvPr>
                  <p14:cNvContentPartPr/>
                  <p14:nvPr/>
                </p14:nvContentPartPr>
                <p14:xfrm>
                  <a:off x="6803049" y="315785"/>
                  <a:ext cx="225000" cy="277560"/>
                </p14:xfrm>
              </p:contentPart>
            </mc:Choice>
            <mc:Fallback xmlns="">
              <p:pic>
                <p:nvPicPr>
                  <p:cNvPr id="240" name="잉크 239">
                    <a:extLst>
                      <a:ext uri="{FF2B5EF4-FFF2-40B4-BE49-F238E27FC236}">
                        <a16:creationId xmlns:a16="http://schemas.microsoft.com/office/drawing/2014/main" id="{63625A7D-788E-1F3D-B771-DBB2D0C16F6A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6789190" y="304862"/>
                    <a:ext cx="252717" cy="2994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6">
                <p14:nvContentPartPr>
                  <p14:cNvPr id="241" name="잉크 240">
                    <a:extLst>
                      <a:ext uri="{FF2B5EF4-FFF2-40B4-BE49-F238E27FC236}">
                        <a16:creationId xmlns:a16="http://schemas.microsoft.com/office/drawing/2014/main" id="{D16BE17B-6F8A-E148-D82A-64A6DF5B17C9}"/>
                      </a:ext>
                    </a:extLst>
                  </p14:cNvPr>
                  <p14:cNvContentPartPr/>
                  <p14:nvPr/>
                </p14:nvContentPartPr>
                <p14:xfrm>
                  <a:off x="7010049" y="363305"/>
                  <a:ext cx="64080" cy="34560"/>
                </p14:xfrm>
              </p:contentPart>
            </mc:Choice>
            <mc:Fallback xmlns="">
              <p:pic>
                <p:nvPicPr>
                  <p:cNvPr id="241" name="잉크 240">
                    <a:extLst>
                      <a:ext uri="{FF2B5EF4-FFF2-40B4-BE49-F238E27FC236}">
                        <a16:creationId xmlns:a16="http://schemas.microsoft.com/office/drawing/2014/main" id="{D16BE17B-6F8A-E148-D82A-64A6DF5B17C9}"/>
                      </a:ext>
                    </a:extLst>
                  </p:cNvPr>
                  <p:cNvPicPr/>
                  <p:nvPr/>
                </p:nvPicPr>
                <p:blipFill>
                  <a:blip r:embed="rId127"/>
                  <a:stretch>
                    <a:fillRect/>
                  </a:stretch>
                </p:blipFill>
                <p:spPr>
                  <a:xfrm>
                    <a:off x="6996260" y="352425"/>
                    <a:ext cx="91659" cy="5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8">
                <p14:nvContentPartPr>
                  <p14:cNvPr id="242" name="잉크 241">
                    <a:extLst>
                      <a:ext uri="{FF2B5EF4-FFF2-40B4-BE49-F238E27FC236}">
                        <a16:creationId xmlns:a16="http://schemas.microsoft.com/office/drawing/2014/main" id="{FABCC559-BA34-38CD-8057-B4F76A4CF4C4}"/>
                      </a:ext>
                    </a:extLst>
                  </p14:cNvPr>
                  <p14:cNvContentPartPr/>
                  <p14:nvPr/>
                </p14:nvContentPartPr>
                <p14:xfrm>
                  <a:off x="7162329" y="257825"/>
                  <a:ext cx="249120" cy="368640"/>
                </p14:xfrm>
              </p:contentPart>
            </mc:Choice>
            <mc:Fallback xmlns="">
              <p:pic>
                <p:nvPicPr>
                  <p:cNvPr id="242" name="잉크 241">
                    <a:extLst>
                      <a:ext uri="{FF2B5EF4-FFF2-40B4-BE49-F238E27FC236}">
                        <a16:creationId xmlns:a16="http://schemas.microsoft.com/office/drawing/2014/main" id="{FABCC559-BA34-38CD-8057-B4F76A4CF4C4}"/>
                      </a:ext>
                    </a:extLst>
                  </p:cNvPr>
                  <p:cNvPicPr/>
                  <p:nvPr/>
                </p:nvPicPr>
                <p:blipFill>
                  <a:blip r:embed="rId129"/>
                  <a:stretch>
                    <a:fillRect/>
                  </a:stretch>
                </p:blipFill>
                <p:spPr>
                  <a:xfrm>
                    <a:off x="7148444" y="246907"/>
                    <a:ext cx="276891" cy="3904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0">
                <p14:nvContentPartPr>
                  <p14:cNvPr id="243" name="잉크 242">
                    <a:extLst>
                      <a:ext uri="{FF2B5EF4-FFF2-40B4-BE49-F238E27FC236}">
                        <a16:creationId xmlns:a16="http://schemas.microsoft.com/office/drawing/2014/main" id="{C6F1F0FA-8CC5-E407-23FE-69F80B43E985}"/>
                      </a:ext>
                    </a:extLst>
                  </p14:cNvPr>
                  <p14:cNvContentPartPr/>
                  <p14:nvPr/>
                </p14:nvContentPartPr>
                <p14:xfrm>
                  <a:off x="7356009" y="398225"/>
                  <a:ext cx="309960" cy="214920"/>
                </p14:xfrm>
              </p:contentPart>
            </mc:Choice>
            <mc:Fallback xmlns="">
              <p:pic>
                <p:nvPicPr>
                  <p:cNvPr id="243" name="잉크 242">
                    <a:extLst>
                      <a:ext uri="{FF2B5EF4-FFF2-40B4-BE49-F238E27FC236}">
                        <a16:creationId xmlns:a16="http://schemas.microsoft.com/office/drawing/2014/main" id="{C6F1F0FA-8CC5-E407-23FE-69F80B43E985}"/>
                      </a:ext>
                    </a:extLst>
                  </p:cNvPr>
                  <p:cNvPicPr/>
                  <p:nvPr/>
                </p:nvPicPr>
                <p:blipFill>
                  <a:blip r:embed="rId131"/>
                  <a:stretch>
                    <a:fillRect/>
                  </a:stretch>
                </p:blipFill>
                <p:spPr>
                  <a:xfrm>
                    <a:off x="7342106" y="387319"/>
                    <a:ext cx="337766" cy="236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2">
                <p14:nvContentPartPr>
                  <p14:cNvPr id="244" name="잉크 243">
                    <a:extLst>
                      <a:ext uri="{FF2B5EF4-FFF2-40B4-BE49-F238E27FC236}">
                        <a16:creationId xmlns:a16="http://schemas.microsoft.com/office/drawing/2014/main" id="{9F352C89-B006-59E0-EF42-875733779E4F}"/>
                      </a:ext>
                    </a:extLst>
                  </p14:cNvPr>
                  <p14:cNvContentPartPr/>
                  <p14:nvPr/>
                </p14:nvContentPartPr>
                <p14:xfrm>
                  <a:off x="7690089" y="343145"/>
                  <a:ext cx="245520" cy="273240"/>
                </p14:xfrm>
              </p:contentPart>
            </mc:Choice>
            <mc:Fallback xmlns="">
              <p:pic>
                <p:nvPicPr>
                  <p:cNvPr id="244" name="잉크 243">
                    <a:extLst>
                      <a:ext uri="{FF2B5EF4-FFF2-40B4-BE49-F238E27FC236}">
                        <a16:creationId xmlns:a16="http://schemas.microsoft.com/office/drawing/2014/main" id="{9F352C89-B006-59E0-EF42-875733779E4F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7676222" y="332241"/>
                    <a:ext cx="273253" cy="2950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245" name="잉크 244">
                    <a:extLst>
                      <a:ext uri="{FF2B5EF4-FFF2-40B4-BE49-F238E27FC236}">
                        <a16:creationId xmlns:a16="http://schemas.microsoft.com/office/drawing/2014/main" id="{4B67B35F-467D-3C22-A90E-23F970FB804C}"/>
                      </a:ext>
                    </a:extLst>
                  </p14:cNvPr>
                  <p14:cNvContentPartPr/>
                  <p14:nvPr/>
                </p14:nvContentPartPr>
                <p14:xfrm>
                  <a:off x="7837689" y="292385"/>
                  <a:ext cx="376560" cy="264960"/>
                </p14:xfrm>
              </p:contentPart>
            </mc:Choice>
            <mc:Fallback xmlns="">
              <p:pic>
                <p:nvPicPr>
                  <p:cNvPr id="245" name="잉크 244">
                    <a:extLst>
                      <a:ext uri="{FF2B5EF4-FFF2-40B4-BE49-F238E27FC236}">
                        <a16:creationId xmlns:a16="http://schemas.microsoft.com/office/drawing/2014/main" id="{4B67B35F-467D-3C22-A90E-23F970FB804C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7823773" y="281479"/>
                    <a:ext cx="404393" cy="28677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B7915C24-103E-CC7F-0B4F-EC355C07DB78}"/>
                </a:ext>
              </a:extLst>
            </p:cNvPr>
            <p:cNvGrpSpPr/>
            <p:nvPr/>
          </p:nvGrpSpPr>
          <p:grpSpPr>
            <a:xfrm>
              <a:off x="5543409" y="597665"/>
              <a:ext cx="431640" cy="468360"/>
              <a:chOff x="5543409" y="597665"/>
              <a:chExt cx="431640" cy="468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257" name="잉크 256">
                    <a:extLst>
                      <a:ext uri="{FF2B5EF4-FFF2-40B4-BE49-F238E27FC236}">
                        <a16:creationId xmlns:a16="http://schemas.microsoft.com/office/drawing/2014/main" id="{6250B111-AB3D-9A68-48FD-60529E5DA6C9}"/>
                      </a:ext>
                    </a:extLst>
                  </p14:cNvPr>
                  <p14:cNvContentPartPr/>
                  <p14:nvPr/>
                </p14:nvContentPartPr>
                <p14:xfrm>
                  <a:off x="5574369" y="785225"/>
                  <a:ext cx="41040" cy="60120"/>
                </p14:xfrm>
              </p:contentPart>
            </mc:Choice>
            <mc:Fallback xmlns="">
              <p:pic>
                <p:nvPicPr>
                  <p:cNvPr id="257" name="잉크 256">
                    <a:extLst>
                      <a:ext uri="{FF2B5EF4-FFF2-40B4-BE49-F238E27FC236}">
                        <a16:creationId xmlns:a16="http://schemas.microsoft.com/office/drawing/2014/main" id="{6250B111-AB3D-9A68-48FD-60529E5DA6C9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5560689" y="774352"/>
                    <a:ext cx="68400" cy="818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258" name="잉크 257">
                    <a:extLst>
                      <a:ext uri="{FF2B5EF4-FFF2-40B4-BE49-F238E27FC236}">
                        <a16:creationId xmlns:a16="http://schemas.microsoft.com/office/drawing/2014/main" id="{80216598-C2A7-08E1-5682-835056CF24E0}"/>
                      </a:ext>
                    </a:extLst>
                  </p14:cNvPr>
                  <p14:cNvContentPartPr/>
                  <p14:nvPr/>
                </p14:nvContentPartPr>
                <p14:xfrm>
                  <a:off x="5591649" y="738425"/>
                  <a:ext cx="360" cy="128160"/>
                </p14:xfrm>
              </p:contentPart>
            </mc:Choice>
            <mc:Fallback xmlns="">
              <p:pic>
                <p:nvPicPr>
                  <p:cNvPr id="258" name="잉크 257">
                    <a:extLst>
                      <a:ext uri="{FF2B5EF4-FFF2-40B4-BE49-F238E27FC236}">
                        <a16:creationId xmlns:a16="http://schemas.microsoft.com/office/drawing/2014/main" id="{80216598-C2A7-08E1-5682-835056CF24E0}"/>
                      </a:ext>
                    </a:extLst>
                  </p:cNvPr>
                  <p:cNvPicPr/>
                  <p:nvPr/>
                </p:nvPicPr>
                <p:blipFill>
                  <a:blip r:embed="rId139"/>
                  <a:stretch>
                    <a:fillRect/>
                  </a:stretch>
                </p:blipFill>
                <p:spPr>
                  <a:xfrm>
                    <a:off x="5585529" y="727531"/>
                    <a:ext cx="12600" cy="1499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0">
                <p14:nvContentPartPr>
                  <p14:cNvPr id="259" name="잉크 258">
                    <a:extLst>
                      <a:ext uri="{FF2B5EF4-FFF2-40B4-BE49-F238E27FC236}">
                        <a16:creationId xmlns:a16="http://schemas.microsoft.com/office/drawing/2014/main" id="{7B00DA5F-A75A-36A5-0332-A8BA343DB2E5}"/>
                      </a:ext>
                    </a:extLst>
                  </p14:cNvPr>
                  <p14:cNvContentPartPr/>
                  <p14:nvPr/>
                </p14:nvContentPartPr>
                <p14:xfrm>
                  <a:off x="5543409" y="797105"/>
                  <a:ext cx="145800" cy="259560"/>
                </p14:xfrm>
              </p:contentPart>
            </mc:Choice>
            <mc:Fallback xmlns="">
              <p:pic>
                <p:nvPicPr>
                  <p:cNvPr id="259" name="잉크 258">
                    <a:extLst>
                      <a:ext uri="{FF2B5EF4-FFF2-40B4-BE49-F238E27FC236}">
                        <a16:creationId xmlns:a16="http://schemas.microsoft.com/office/drawing/2014/main" id="{7B00DA5F-A75A-36A5-0332-A8BA343DB2E5}"/>
                      </a:ext>
                    </a:extLst>
                  </p:cNvPr>
                  <p:cNvPicPr/>
                  <p:nvPr/>
                </p:nvPicPr>
                <p:blipFill>
                  <a:blip r:embed="rId141"/>
                  <a:stretch>
                    <a:fillRect/>
                  </a:stretch>
                </p:blipFill>
                <p:spPr>
                  <a:xfrm>
                    <a:off x="5529562" y="786183"/>
                    <a:ext cx="173494" cy="2814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2">
                <p14:nvContentPartPr>
                  <p14:cNvPr id="260" name="잉크 259">
                    <a:extLst>
                      <a:ext uri="{FF2B5EF4-FFF2-40B4-BE49-F238E27FC236}">
                        <a16:creationId xmlns:a16="http://schemas.microsoft.com/office/drawing/2014/main" id="{31ABB9BC-499D-BB45-CAEF-F9EB9C3A7F1F}"/>
                      </a:ext>
                    </a:extLst>
                  </p14:cNvPr>
                  <p14:cNvContentPartPr/>
                  <p14:nvPr/>
                </p14:nvContentPartPr>
                <p14:xfrm>
                  <a:off x="5603529" y="890705"/>
                  <a:ext cx="371520" cy="175320"/>
                </p14:xfrm>
              </p:contentPart>
            </mc:Choice>
            <mc:Fallback xmlns="">
              <p:pic>
                <p:nvPicPr>
                  <p:cNvPr id="260" name="잉크 259">
                    <a:extLst>
                      <a:ext uri="{FF2B5EF4-FFF2-40B4-BE49-F238E27FC236}">
                        <a16:creationId xmlns:a16="http://schemas.microsoft.com/office/drawing/2014/main" id="{31ABB9BC-499D-BB45-CAEF-F9EB9C3A7F1F}"/>
                      </a:ext>
                    </a:extLst>
                  </p:cNvPr>
                  <p:cNvPicPr/>
                  <p:nvPr/>
                </p:nvPicPr>
                <p:blipFill>
                  <a:blip r:embed="rId143"/>
                  <a:stretch>
                    <a:fillRect/>
                  </a:stretch>
                </p:blipFill>
                <p:spPr>
                  <a:xfrm>
                    <a:off x="5589648" y="879788"/>
                    <a:ext cx="399282" cy="1971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4">
                <p14:nvContentPartPr>
                  <p14:cNvPr id="261" name="잉크 260">
                    <a:extLst>
                      <a:ext uri="{FF2B5EF4-FFF2-40B4-BE49-F238E27FC236}">
                        <a16:creationId xmlns:a16="http://schemas.microsoft.com/office/drawing/2014/main" id="{081C47A1-524A-9B0F-9953-CF4BEB93D007}"/>
                      </a:ext>
                    </a:extLst>
                  </p14:cNvPr>
                  <p14:cNvContentPartPr/>
                  <p14:nvPr/>
                </p14:nvContentPartPr>
                <p14:xfrm>
                  <a:off x="5826369" y="737705"/>
                  <a:ext cx="67680" cy="12600"/>
                </p14:xfrm>
              </p:contentPart>
            </mc:Choice>
            <mc:Fallback xmlns="">
              <p:pic>
                <p:nvPicPr>
                  <p:cNvPr id="261" name="잉크 260">
                    <a:extLst>
                      <a:ext uri="{FF2B5EF4-FFF2-40B4-BE49-F238E27FC236}">
                        <a16:creationId xmlns:a16="http://schemas.microsoft.com/office/drawing/2014/main" id="{081C47A1-524A-9B0F-9953-CF4BEB93D007}"/>
                      </a:ext>
                    </a:extLst>
                  </p:cNvPr>
                  <p:cNvPicPr/>
                  <p:nvPr/>
                </p:nvPicPr>
                <p:blipFill>
                  <a:blip r:embed="rId145"/>
                  <a:stretch>
                    <a:fillRect/>
                  </a:stretch>
                </p:blipFill>
                <p:spPr>
                  <a:xfrm>
                    <a:off x="5812507" y="726995"/>
                    <a:ext cx="95404" cy="340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6">
                <p14:nvContentPartPr>
                  <p14:cNvPr id="263" name="잉크 262">
                    <a:extLst>
                      <a:ext uri="{FF2B5EF4-FFF2-40B4-BE49-F238E27FC236}">
                        <a16:creationId xmlns:a16="http://schemas.microsoft.com/office/drawing/2014/main" id="{0D60885B-D7E6-9922-ACA5-CB5D7CC41FA4}"/>
                      </a:ext>
                    </a:extLst>
                  </p14:cNvPr>
                  <p14:cNvContentPartPr/>
                  <p14:nvPr/>
                </p14:nvContentPartPr>
                <p14:xfrm>
                  <a:off x="5884689" y="597665"/>
                  <a:ext cx="360" cy="210960"/>
                </p14:xfrm>
              </p:contentPart>
            </mc:Choice>
            <mc:Fallback xmlns="">
              <p:pic>
                <p:nvPicPr>
                  <p:cNvPr id="263" name="잉크 262">
                    <a:extLst>
                      <a:ext uri="{FF2B5EF4-FFF2-40B4-BE49-F238E27FC236}">
                        <a16:creationId xmlns:a16="http://schemas.microsoft.com/office/drawing/2014/main" id="{0D60885B-D7E6-9922-ACA5-CB5D7CC41FA4}"/>
                      </a:ext>
                    </a:extLst>
                  </p:cNvPr>
                  <p:cNvPicPr/>
                  <p:nvPr/>
                </p:nvPicPr>
                <p:blipFill>
                  <a:blip r:embed="rId147"/>
                  <a:stretch>
                    <a:fillRect/>
                  </a:stretch>
                </p:blipFill>
                <p:spPr>
                  <a:xfrm>
                    <a:off x="5878569" y="586731"/>
                    <a:ext cx="12600" cy="23282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73" name="그룹 272">
              <a:extLst>
                <a:ext uri="{FF2B5EF4-FFF2-40B4-BE49-F238E27FC236}">
                  <a16:creationId xmlns:a16="http://schemas.microsoft.com/office/drawing/2014/main" id="{8FB91D62-3E7C-121F-5B2B-72683972040B}"/>
                </a:ext>
              </a:extLst>
            </p:cNvPr>
            <p:cNvGrpSpPr/>
            <p:nvPr/>
          </p:nvGrpSpPr>
          <p:grpSpPr>
            <a:xfrm>
              <a:off x="3080289" y="5321945"/>
              <a:ext cx="373320" cy="741600"/>
              <a:chOff x="3080289" y="5321945"/>
              <a:chExt cx="373320" cy="741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8">
                <p14:nvContentPartPr>
                  <p14:cNvPr id="265" name="잉크 264">
                    <a:extLst>
                      <a:ext uri="{FF2B5EF4-FFF2-40B4-BE49-F238E27FC236}">
                        <a16:creationId xmlns:a16="http://schemas.microsoft.com/office/drawing/2014/main" id="{F62A81D5-FA2F-797E-1C8E-67D72E0D1EFA}"/>
                      </a:ext>
                    </a:extLst>
                  </p14:cNvPr>
                  <p14:cNvContentPartPr/>
                  <p14:nvPr/>
                </p14:nvContentPartPr>
                <p14:xfrm>
                  <a:off x="3093969" y="5321945"/>
                  <a:ext cx="38880" cy="335520"/>
                </p14:xfrm>
              </p:contentPart>
            </mc:Choice>
            <mc:Fallback xmlns="">
              <p:pic>
                <p:nvPicPr>
                  <p:cNvPr id="265" name="잉크 264">
                    <a:extLst>
                      <a:ext uri="{FF2B5EF4-FFF2-40B4-BE49-F238E27FC236}">
                        <a16:creationId xmlns:a16="http://schemas.microsoft.com/office/drawing/2014/main" id="{F62A81D5-FA2F-797E-1C8E-67D72E0D1EFA}"/>
                      </a:ext>
                    </a:extLst>
                  </p:cNvPr>
                  <p:cNvPicPr/>
                  <p:nvPr/>
                </p:nvPicPr>
                <p:blipFill>
                  <a:blip r:embed="rId149"/>
                  <a:stretch>
                    <a:fillRect/>
                  </a:stretch>
                </p:blipFill>
                <p:spPr>
                  <a:xfrm>
                    <a:off x="3080199" y="5311018"/>
                    <a:ext cx="66420" cy="3573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0">
                <p14:nvContentPartPr>
                  <p14:cNvPr id="266" name="잉크 265">
                    <a:extLst>
                      <a:ext uri="{FF2B5EF4-FFF2-40B4-BE49-F238E27FC236}">
                        <a16:creationId xmlns:a16="http://schemas.microsoft.com/office/drawing/2014/main" id="{0F697BFB-8BCD-3702-E02E-5D864F0DB1F9}"/>
                      </a:ext>
                    </a:extLst>
                  </p14:cNvPr>
                  <p14:cNvContentPartPr/>
                  <p14:nvPr/>
                </p14:nvContentPartPr>
                <p14:xfrm>
                  <a:off x="3088929" y="5392505"/>
                  <a:ext cx="182880" cy="204840"/>
                </p14:xfrm>
              </p:contentPart>
            </mc:Choice>
            <mc:Fallback xmlns="">
              <p:pic>
                <p:nvPicPr>
                  <p:cNvPr id="266" name="잉크 265">
                    <a:extLst>
                      <a:ext uri="{FF2B5EF4-FFF2-40B4-BE49-F238E27FC236}">
                        <a16:creationId xmlns:a16="http://schemas.microsoft.com/office/drawing/2014/main" id="{0F697BFB-8BCD-3702-E02E-5D864F0DB1F9}"/>
                      </a:ext>
                    </a:extLst>
                  </p:cNvPr>
                  <p:cNvPicPr/>
                  <p:nvPr/>
                </p:nvPicPr>
                <p:blipFill>
                  <a:blip r:embed="rId151"/>
                  <a:stretch>
                    <a:fillRect/>
                  </a:stretch>
                </p:blipFill>
                <p:spPr>
                  <a:xfrm>
                    <a:off x="3075050" y="5381589"/>
                    <a:ext cx="210639" cy="2266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2">
                <p14:nvContentPartPr>
                  <p14:cNvPr id="268" name="잉크 267">
                    <a:extLst>
                      <a:ext uri="{FF2B5EF4-FFF2-40B4-BE49-F238E27FC236}">
                        <a16:creationId xmlns:a16="http://schemas.microsoft.com/office/drawing/2014/main" id="{F6C44731-3E91-CBE7-BDA8-C478206B17B4}"/>
                      </a:ext>
                    </a:extLst>
                  </p14:cNvPr>
                  <p14:cNvContentPartPr/>
                  <p14:nvPr/>
                </p14:nvContentPartPr>
                <p14:xfrm>
                  <a:off x="3080289" y="5858705"/>
                  <a:ext cx="216000" cy="204840"/>
                </p14:xfrm>
              </p:contentPart>
            </mc:Choice>
            <mc:Fallback xmlns="">
              <p:pic>
                <p:nvPicPr>
                  <p:cNvPr id="268" name="잉크 267">
                    <a:extLst>
                      <a:ext uri="{FF2B5EF4-FFF2-40B4-BE49-F238E27FC236}">
                        <a16:creationId xmlns:a16="http://schemas.microsoft.com/office/drawing/2014/main" id="{F6C44731-3E91-CBE7-BDA8-C478206B17B4}"/>
                      </a:ext>
                    </a:extLst>
                  </p:cNvPr>
                  <p:cNvPicPr/>
                  <p:nvPr/>
                </p:nvPicPr>
                <p:blipFill>
                  <a:blip r:embed="rId153"/>
                  <a:stretch>
                    <a:fillRect/>
                  </a:stretch>
                </p:blipFill>
                <p:spPr>
                  <a:xfrm>
                    <a:off x="3066380" y="5847789"/>
                    <a:ext cx="243818" cy="2266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4">
                <p14:nvContentPartPr>
                  <p14:cNvPr id="269" name="잉크 268">
                    <a:extLst>
                      <a:ext uri="{FF2B5EF4-FFF2-40B4-BE49-F238E27FC236}">
                        <a16:creationId xmlns:a16="http://schemas.microsoft.com/office/drawing/2014/main" id="{ACEC6F7B-E235-0EC5-517F-89A59262FEA9}"/>
                      </a:ext>
                    </a:extLst>
                  </p14:cNvPr>
                  <p14:cNvContentPartPr/>
                  <p14:nvPr/>
                </p14:nvContentPartPr>
                <p14:xfrm>
                  <a:off x="3188649" y="5931785"/>
                  <a:ext cx="181800" cy="107280"/>
                </p14:xfrm>
              </p:contentPart>
            </mc:Choice>
            <mc:Fallback xmlns="">
              <p:pic>
                <p:nvPicPr>
                  <p:cNvPr id="269" name="잉크 268">
                    <a:extLst>
                      <a:ext uri="{FF2B5EF4-FFF2-40B4-BE49-F238E27FC236}">
                        <a16:creationId xmlns:a16="http://schemas.microsoft.com/office/drawing/2014/main" id="{ACEC6F7B-E235-0EC5-517F-89A59262FEA9}"/>
                      </a:ext>
                    </a:extLst>
                  </p:cNvPr>
                  <p:cNvPicPr/>
                  <p:nvPr/>
                </p:nvPicPr>
                <p:blipFill>
                  <a:blip r:embed="rId155"/>
                  <a:stretch>
                    <a:fillRect/>
                  </a:stretch>
                </p:blipFill>
                <p:spPr>
                  <a:xfrm>
                    <a:off x="3174790" y="5920929"/>
                    <a:ext cx="209518" cy="1289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6">
                <p14:nvContentPartPr>
                  <p14:cNvPr id="270" name="잉크 269">
                    <a:extLst>
                      <a:ext uri="{FF2B5EF4-FFF2-40B4-BE49-F238E27FC236}">
                        <a16:creationId xmlns:a16="http://schemas.microsoft.com/office/drawing/2014/main" id="{954D4350-9FA3-C6D4-90AC-A8CFB3189617}"/>
                      </a:ext>
                    </a:extLst>
                  </p14:cNvPr>
                  <p14:cNvContentPartPr/>
                  <p14:nvPr/>
                </p14:nvContentPartPr>
                <p14:xfrm>
                  <a:off x="3364329" y="5791025"/>
                  <a:ext cx="89280" cy="18720"/>
                </p14:xfrm>
              </p:contentPart>
            </mc:Choice>
            <mc:Fallback xmlns="">
              <p:pic>
                <p:nvPicPr>
                  <p:cNvPr id="270" name="잉크 269">
                    <a:extLst>
                      <a:ext uri="{FF2B5EF4-FFF2-40B4-BE49-F238E27FC236}">
                        <a16:creationId xmlns:a16="http://schemas.microsoft.com/office/drawing/2014/main" id="{954D4350-9FA3-C6D4-90AC-A8CFB3189617}"/>
                      </a:ext>
                    </a:extLst>
                  </p:cNvPr>
                  <p:cNvPicPr/>
                  <p:nvPr/>
                </p:nvPicPr>
                <p:blipFill>
                  <a:blip r:embed="rId157"/>
                  <a:stretch>
                    <a:fillRect/>
                  </a:stretch>
                </p:blipFill>
                <p:spPr>
                  <a:xfrm>
                    <a:off x="3350531" y="5780417"/>
                    <a:ext cx="116876" cy="399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8">
                <p14:nvContentPartPr>
                  <p14:cNvPr id="272" name="잉크 271">
                    <a:extLst>
                      <a:ext uri="{FF2B5EF4-FFF2-40B4-BE49-F238E27FC236}">
                        <a16:creationId xmlns:a16="http://schemas.microsoft.com/office/drawing/2014/main" id="{4E82F586-23C7-91ED-9D8B-9FE3105CF3C0}"/>
                      </a:ext>
                    </a:extLst>
                  </p14:cNvPr>
                  <p14:cNvContentPartPr/>
                  <p14:nvPr/>
                </p14:nvContentPartPr>
                <p14:xfrm>
                  <a:off x="3427689" y="5685545"/>
                  <a:ext cx="7560" cy="187560"/>
                </p14:xfrm>
              </p:contentPart>
            </mc:Choice>
            <mc:Fallback xmlns="">
              <p:pic>
                <p:nvPicPr>
                  <p:cNvPr id="272" name="잉크 271">
                    <a:extLst>
                      <a:ext uri="{FF2B5EF4-FFF2-40B4-BE49-F238E27FC236}">
                        <a16:creationId xmlns:a16="http://schemas.microsoft.com/office/drawing/2014/main" id="{4E82F586-23C7-91ED-9D8B-9FE3105CF3C0}"/>
                      </a:ext>
                    </a:extLst>
                  </p:cNvPr>
                  <p:cNvPicPr/>
                  <p:nvPr/>
                </p:nvPicPr>
                <p:blipFill>
                  <a:blip r:embed="rId159"/>
                  <a:stretch>
                    <a:fillRect/>
                  </a:stretch>
                </p:blipFill>
                <p:spPr>
                  <a:xfrm>
                    <a:off x="3414837" y="5674625"/>
                    <a:ext cx="33264" cy="209399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D4CEA289-31E1-6BDA-18CD-5F0FCF215521}"/>
                </a:ext>
              </a:extLst>
            </p:cNvPr>
            <p:cNvGrpSpPr/>
            <p:nvPr/>
          </p:nvGrpSpPr>
          <p:grpSpPr>
            <a:xfrm>
              <a:off x="9659649" y="832025"/>
              <a:ext cx="807120" cy="402120"/>
              <a:chOff x="9659649" y="832025"/>
              <a:chExt cx="807120" cy="402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0">
                <p14:nvContentPartPr>
                  <p14:cNvPr id="274" name="잉크 273">
                    <a:extLst>
                      <a:ext uri="{FF2B5EF4-FFF2-40B4-BE49-F238E27FC236}">
                        <a16:creationId xmlns:a16="http://schemas.microsoft.com/office/drawing/2014/main" id="{ADFB3142-9F96-9EC9-EBEB-5F8D861D2DEC}"/>
                      </a:ext>
                    </a:extLst>
                  </p14:cNvPr>
                  <p14:cNvContentPartPr/>
                  <p14:nvPr/>
                </p14:nvContentPartPr>
                <p14:xfrm>
                  <a:off x="9659649" y="1019585"/>
                  <a:ext cx="156600" cy="204120"/>
                </p14:xfrm>
              </p:contentPart>
            </mc:Choice>
            <mc:Fallback xmlns="">
              <p:pic>
                <p:nvPicPr>
                  <p:cNvPr id="274" name="잉크 273">
                    <a:extLst>
                      <a:ext uri="{FF2B5EF4-FFF2-40B4-BE49-F238E27FC236}">
                        <a16:creationId xmlns:a16="http://schemas.microsoft.com/office/drawing/2014/main" id="{ADFB3142-9F96-9EC9-EBEB-5F8D861D2DEC}"/>
                      </a:ext>
                    </a:extLst>
                  </p:cNvPr>
                  <p:cNvPicPr/>
                  <p:nvPr/>
                </p:nvPicPr>
                <p:blipFill>
                  <a:blip r:embed="rId161"/>
                  <a:stretch>
                    <a:fillRect/>
                  </a:stretch>
                </p:blipFill>
                <p:spPr>
                  <a:xfrm>
                    <a:off x="9645783" y="1008673"/>
                    <a:ext cx="184331" cy="2259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2">
                <p14:nvContentPartPr>
                  <p14:cNvPr id="275" name="잉크 274">
                    <a:extLst>
                      <a:ext uri="{FF2B5EF4-FFF2-40B4-BE49-F238E27FC236}">
                        <a16:creationId xmlns:a16="http://schemas.microsoft.com/office/drawing/2014/main" id="{C5BCEACD-CA56-9B60-8D06-7D6E5E97A04D}"/>
                      </a:ext>
                    </a:extLst>
                  </p14:cNvPr>
                  <p14:cNvContentPartPr/>
                  <p14:nvPr/>
                </p14:nvContentPartPr>
                <p14:xfrm>
                  <a:off x="9893289" y="1031465"/>
                  <a:ext cx="182880" cy="202680"/>
                </p14:xfrm>
              </p:contentPart>
            </mc:Choice>
            <mc:Fallback xmlns="">
              <p:pic>
                <p:nvPicPr>
                  <p:cNvPr id="275" name="잉크 274">
                    <a:extLst>
                      <a:ext uri="{FF2B5EF4-FFF2-40B4-BE49-F238E27FC236}">
                        <a16:creationId xmlns:a16="http://schemas.microsoft.com/office/drawing/2014/main" id="{C5BCEACD-CA56-9B60-8D06-7D6E5E97A04D}"/>
                      </a:ext>
                    </a:extLst>
                  </p:cNvPr>
                  <p:cNvPicPr/>
                  <p:nvPr/>
                </p:nvPicPr>
                <p:blipFill>
                  <a:blip r:embed="rId163"/>
                  <a:stretch>
                    <a:fillRect/>
                  </a:stretch>
                </p:blipFill>
                <p:spPr>
                  <a:xfrm>
                    <a:off x="9879410" y="1020561"/>
                    <a:ext cx="210639" cy="2244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4">
                <p14:nvContentPartPr>
                  <p14:cNvPr id="276" name="잉크 275">
                    <a:extLst>
                      <a:ext uri="{FF2B5EF4-FFF2-40B4-BE49-F238E27FC236}">
                        <a16:creationId xmlns:a16="http://schemas.microsoft.com/office/drawing/2014/main" id="{67B2A2FF-FD13-995E-1438-3A60919BEB73}"/>
                      </a:ext>
                    </a:extLst>
                  </p14:cNvPr>
                  <p14:cNvContentPartPr/>
                  <p14:nvPr/>
                </p14:nvContentPartPr>
                <p14:xfrm>
                  <a:off x="10140249" y="977465"/>
                  <a:ext cx="130680" cy="19440"/>
                </p14:xfrm>
              </p:contentPart>
            </mc:Choice>
            <mc:Fallback xmlns="">
              <p:pic>
                <p:nvPicPr>
                  <p:cNvPr id="276" name="잉크 275">
                    <a:extLst>
                      <a:ext uri="{FF2B5EF4-FFF2-40B4-BE49-F238E27FC236}">
                        <a16:creationId xmlns:a16="http://schemas.microsoft.com/office/drawing/2014/main" id="{67B2A2FF-FD13-995E-1438-3A60919BEB73}"/>
                      </a:ext>
                    </a:extLst>
                  </p:cNvPr>
                  <p:cNvPicPr/>
                  <p:nvPr/>
                </p:nvPicPr>
                <p:blipFill>
                  <a:blip r:embed="rId165"/>
                  <a:stretch>
                    <a:fillRect/>
                  </a:stretch>
                </p:blipFill>
                <p:spPr>
                  <a:xfrm>
                    <a:off x="10126364" y="966804"/>
                    <a:ext cx="158450" cy="407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6">
                <p14:nvContentPartPr>
                  <p14:cNvPr id="277" name="잉크 276">
                    <a:extLst>
                      <a:ext uri="{FF2B5EF4-FFF2-40B4-BE49-F238E27FC236}">
                        <a16:creationId xmlns:a16="http://schemas.microsoft.com/office/drawing/2014/main" id="{AF064798-FFFD-ACB6-A019-684D174537F4}"/>
                      </a:ext>
                    </a:extLst>
                  </p14:cNvPr>
                  <p14:cNvContentPartPr/>
                  <p14:nvPr/>
                </p14:nvContentPartPr>
                <p14:xfrm>
                  <a:off x="10210449" y="832025"/>
                  <a:ext cx="256320" cy="390600"/>
                </p14:xfrm>
              </p:contentPart>
            </mc:Choice>
            <mc:Fallback xmlns="">
              <p:pic>
                <p:nvPicPr>
                  <p:cNvPr id="277" name="잉크 276">
                    <a:extLst>
                      <a:ext uri="{FF2B5EF4-FFF2-40B4-BE49-F238E27FC236}">
                        <a16:creationId xmlns:a16="http://schemas.microsoft.com/office/drawing/2014/main" id="{AF064798-FFFD-ACB6-A019-684D174537F4}"/>
                      </a:ext>
                    </a:extLst>
                  </p:cNvPr>
                  <p:cNvPicPr/>
                  <p:nvPr/>
                </p:nvPicPr>
                <p:blipFill>
                  <a:blip r:embed="rId167"/>
                  <a:stretch>
                    <a:fillRect/>
                  </a:stretch>
                </p:blipFill>
                <p:spPr>
                  <a:xfrm>
                    <a:off x="10196572" y="821104"/>
                    <a:ext cx="284074" cy="41244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35049F4F-EF7E-8372-3AD7-9DFD1AA2DA3E}"/>
                </a:ext>
              </a:extLst>
            </p:cNvPr>
            <p:cNvGrpSpPr/>
            <p:nvPr/>
          </p:nvGrpSpPr>
          <p:grpSpPr>
            <a:xfrm>
              <a:off x="3174969" y="6352625"/>
              <a:ext cx="399600" cy="351000"/>
              <a:chOff x="3174969" y="6352625"/>
              <a:chExt cx="399600" cy="351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8">
                <p14:nvContentPartPr>
                  <p14:cNvPr id="279" name="잉크 278">
                    <a:extLst>
                      <a:ext uri="{FF2B5EF4-FFF2-40B4-BE49-F238E27FC236}">
                        <a16:creationId xmlns:a16="http://schemas.microsoft.com/office/drawing/2014/main" id="{0BF035C4-93D6-8463-2F4B-55E27D1DB6C1}"/>
                      </a:ext>
                    </a:extLst>
                  </p14:cNvPr>
                  <p14:cNvContentPartPr/>
                  <p14:nvPr/>
                </p14:nvContentPartPr>
                <p14:xfrm>
                  <a:off x="3174969" y="6352625"/>
                  <a:ext cx="228600" cy="272160"/>
                </p14:xfrm>
              </p:contentPart>
            </mc:Choice>
            <mc:Fallback xmlns="">
              <p:pic>
                <p:nvPicPr>
                  <p:cNvPr id="279" name="잉크 278">
                    <a:extLst>
                      <a:ext uri="{FF2B5EF4-FFF2-40B4-BE49-F238E27FC236}">
                        <a16:creationId xmlns:a16="http://schemas.microsoft.com/office/drawing/2014/main" id="{0BF035C4-93D6-8463-2F4B-55E27D1DB6C1}"/>
                      </a:ext>
                    </a:extLst>
                  </p:cNvPr>
                  <p:cNvPicPr/>
                  <p:nvPr/>
                </p:nvPicPr>
                <p:blipFill>
                  <a:blip r:embed="rId169"/>
                  <a:stretch>
                    <a:fillRect/>
                  </a:stretch>
                </p:blipFill>
                <p:spPr>
                  <a:xfrm>
                    <a:off x="3161090" y="6341713"/>
                    <a:ext cx="256359" cy="293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0">
                <p14:nvContentPartPr>
                  <p14:cNvPr id="280" name="잉크 279">
                    <a:extLst>
                      <a:ext uri="{FF2B5EF4-FFF2-40B4-BE49-F238E27FC236}">
                        <a16:creationId xmlns:a16="http://schemas.microsoft.com/office/drawing/2014/main" id="{118A42C9-2164-BB70-733D-DB9230F62F18}"/>
                      </a:ext>
                    </a:extLst>
                  </p14:cNvPr>
                  <p14:cNvContentPartPr/>
                  <p14:nvPr/>
                </p14:nvContentPartPr>
                <p14:xfrm>
                  <a:off x="3329049" y="6505985"/>
                  <a:ext cx="245520" cy="197640"/>
                </p14:xfrm>
              </p:contentPart>
            </mc:Choice>
            <mc:Fallback xmlns="">
              <p:pic>
                <p:nvPicPr>
                  <p:cNvPr id="280" name="잉크 279">
                    <a:extLst>
                      <a:ext uri="{FF2B5EF4-FFF2-40B4-BE49-F238E27FC236}">
                        <a16:creationId xmlns:a16="http://schemas.microsoft.com/office/drawing/2014/main" id="{118A42C9-2164-BB70-733D-DB9230F62F18}"/>
                      </a:ext>
                    </a:extLst>
                  </p:cNvPr>
                  <p:cNvPicPr/>
                  <p:nvPr/>
                </p:nvPicPr>
                <p:blipFill>
                  <a:blip r:embed="rId171"/>
                  <a:stretch>
                    <a:fillRect/>
                  </a:stretch>
                </p:blipFill>
                <p:spPr>
                  <a:xfrm>
                    <a:off x="3315182" y="6495076"/>
                    <a:ext cx="273253" cy="21945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76DB0EAD-3920-695E-2FFC-CB472ADE632E}"/>
                </a:ext>
              </a:extLst>
            </p:cNvPr>
            <p:cNvGrpSpPr/>
            <p:nvPr/>
          </p:nvGrpSpPr>
          <p:grpSpPr>
            <a:xfrm>
              <a:off x="208929" y="34985"/>
              <a:ext cx="2173680" cy="940320"/>
              <a:chOff x="208929" y="34985"/>
              <a:chExt cx="2173680" cy="940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2">
                <p14:nvContentPartPr>
                  <p14:cNvPr id="248" name="잉크 247">
                    <a:extLst>
                      <a:ext uri="{FF2B5EF4-FFF2-40B4-BE49-F238E27FC236}">
                        <a16:creationId xmlns:a16="http://schemas.microsoft.com/office/drawing/2014/main" id="{729031B1-3F1B-5F68-22B1-7378139787B5}"/>
                      </a:ext>
                    </a:extLst>
                  </p14:cNvPr>
                  <p14:cNvContentPartPr/>
                  <p14:nvPr/>
                </p14:nvContentPartPr>
                <p14:xfrm>
                  <a:off x="468489" y="78185"/>
                  <a:ext cx="366840" cy="348840"/>
                </p14:xfrm>
              </p:contentPart>
            </mc:Choice>
            <mc:Fallback xmlns="">
              <p:pic>
                <p:nvPicPr>
                  <p:cNvPr id="248" name="잉크 247">
                    <a:extLst>
                      <a:ext uri="{FF2B5EF4-FFF2-40B4-BE49-F238E27FC236}">
                        <a16:creationId xmlns:a16="http://schemas.microsoft.com/office/drawing/2014/main" id="{729031B1-3F1B-5F68-22B1-7378139787B5}"/>
                      </a:ext>
                    </a:extLst>
                  </p:cNvPr>
                  <p:cNvPicPr/>
                  <p:nvPr/>
                </p:nvPicPr>
                <p:blipFill>
                  <a:blip r:embed="rId173"/>
                  <a:stretch>
                    <a:fillRect/>
                  </a:stretch>
                </p:blipFill>
                <p:spPr>
                  <a:xfrm>
                    <a:off x="454600" y="67264"/>
                    <a:ext cx="394619" cy="3706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4">
                <p14:nvContentPartPr>
                  <p14:cNvPr id="249" name="잉크 248">
                    <a:extLst>
                      <a:ext uri="{FF2B5EF4-FFF2-40B4-BE49-F238E27FC236}">
                        <a16:creationId xmlns:a16="http://schemas.microsoft.com/office/drawing/2014/main" id="{A56E2236-F845-4264-BB8A-1126B2D8522C}"/>
                      </a:ext>
                    </a:extLst>
                  </p14:cNvPr>
                  <p14:cNvContentPartPr/>
                  <p14:nvPr/>
                </p14:nvContentPartPr>
                <p14:xfrm>
                  <a:off x="960969" y="175745"/>
                  <a:ext cx="234720" cy="360"/>
                </p14:xfrm>
              </p:contentPart>
            </mc:Choice>
            <mc:Fallback xmlns="">
              <p:pic>
                <p:nvPicPr>
                  <p:cNvPr id="249" name="잉크 248">
                    <a:extLst>
                      <a:ext uri="{FF2B5EF4-FFF2-40B4-BE49-F238E27FC236}">
                        <a16:creationId xmlns:a16="http://schemas.microsoft.com/office/drawing/2014/main" id="{A56E2236-F845-4264-BB8A-1126B2D8522C}"/>
                      </a:ext>
                    </a:extLst>
                  </p:cNvPr>
                  <p:cNvPicPr/>
                  <p:nvPr/>
                </p:nvPicPr>
                <p:blipFill>
                  <a:blip r:embed="rId175"/>
                  <a:stretch>
                    <a:fillRect/>
                  </a:stretch>
                </p:blipFill>
                <p:spPr>
                  <a:xfrm>
                    <a:off x="947114" y="169625"/>
                    <a:ext cx="26243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6">
                <p14:nvContentPartPr>
                  <p14:cNvPr id="250" name="잉크 249">
                    <a:extLst>
                      <a:ext uri="{FF2B5EF4-FFF2-40B4-BE49-F238E27FC236}">
                        <a16:creationId xmlns:a16="http://schemas.microsoft.com/office/drawing/2014/main" id="{BD981E9D-4E9B-22C6-A673-C549E799D92D}"/>
                      </a:ext>
                    </a:extLst>
                  </p14:cNvPr>
                  <p14:cNvContentPartPr/>
                  <p14:nvPr/>
                </p14:nvContentPartPr>
                <p14:xfrm>
                  <a:off x="1354089" y="34985"/>
                  <a:ext cx="41040" cy="398880"/>
                </p14:xfrm>
              </p:contentPart>
            </mc:Choice>
            <mc:Fallback xmlns="">
              <p:pic>
                <p:nvPicPr>
                  <p:cNvPr id="250" name="잉크 249">
                    <a:extLst>
                      <a:ext uri="{FF2B5EF4-FFF2-40B4-BE49-F238E27FC236}">
                        <a16:creationId xmlns:a16="http://schemas.microsoft.com/office/drawing/2014/main" id="{BD981E9D-4E9B-22C6-A673-C549E799D92D}"/>
                      </a:ext>
                    </a:extLst>
                  </p:cNvPr>
                  <p:cNvPicPr/>
                  <p:nvPr/>
                </p:nvPicPr>
                <p:blipFill>
                  <a:blip r:embed="rId177"/>
                  <a:stretch>
                    <a:fillRect/>
                  </a:stretch>
                </p:blipFill>
                <p:spPr>
                  <a:xfrm>
                    <a:off x="1340409" y="24066"/>
                    <a:ext cx="68400" cy="4207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8">
                <p14:nvContentPartPr>
                  <p14:cNvPr id="251" name="잉크 250">
                    <a:extLst>
                      <a:ext uri="{FF2B5EF4-FFF2-40B4-BE49-F238E27FC236}">
                        <a16:creationId xmlns:a16="http://schemas.microsoft.com/office/drawing/2014/main" id="{27D4EA73-007C-F263-C679-12426A0B9555}"/>
                      </a:ext>
                    </a:extLst>
                  </p14:cNvPr>
                  <p14:cNvContentPartPr/>
                  <p14:nvPr/>
                </p14:nvContentPartPr>
                <p14:xfrm>
                  <a:off x="1406649" y="58385"/>
                  <a:ext cx="244080" cy="28800"/>
                </p14:xfrm>
              </p:contentPart>
            </mc:Choice>
            <mc:Fallback xmlns="">
              <p:pic>
                <p:nvPicPr>
                  <p:cNvPr id="251" name="잉크 250">
                    <a:extLst>
                      <a:ext uri="{FF2B5EF4-FFF2-40B4-BE49-F238E27FC236}">
                        <a16:creationId xmlns:a16="http://schemas.microsoft.com/office/drawing/2014/main" id="{27D4EA73-007C-F263-C679-12426A0B9555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1392772" y="47505"/>
                    <a:ext cx="271835" cy="50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0">
                <p14:nvContentPartPr>
                  <p14:cNvPr id="252" name="잉크 251">
                    <a:extLst>
                      <a:ext uri="{FF2B5EF4-FFF2-40B4-BE49-F238E27FC236}">
                        <a16:creationId xmlns:a16="http://schemas.microsoft.com/office/drawing/2014/main" id="{2E70DB6A-94A5-039D-7FD8-2AC1006EA490}"/>
                      </a:ext>
                    </a:extLst>
                  </p14:cNvPr>
                  <p14:cNvContentPartPr/>
                  <p14:nvPr/>
                </p14:nvContentPartPr>
                <p14:xfrm>
                  <a:off x="1535529" y="185465"/>
                  <a:ext cx="151200" cy="14400"/>
                </p14:xfrm>
              </p:contentPart>
            </mc:Choice>
            <mc:Fallback xmlns="">
              <p:pic>
                <p:nvPicPr>
                  <p:cNvPr id="252" name="잉크 251">
                    <a:extLst>
                      <a:ext uri="{FF2B5EF4-FFF2-40B4-BE49-F238E27FC236}">
                        <a16:creationId xmlns:a16="http://schemas.microsoft.com/office/drawing/2014/main" id="{2E70DB6A-94A5-039D-7FD8-2AC1006EA490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1521635" y="174822"/>
                    <a:ext cx="178988" cy="356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253" name="잉크 252">
                    <a:extLst>
                      <a:ext uri="{FF2B5EF4-FFF2-40B4-BE49-F238E27FC236}">
                        <a16:creationId xmlns:a16="http://schemas.microsoft.com/office/drawing/2014/main" id="{412F4CA3-B4C9-08B7-C7E6-1A0800CA102A}"/>
                      </a:ext>
                    </a:extLst>
                  </p14:cNvPr>
                  <p14:cNvContentPartPr/>
                  <p14:nvPr/>
                </p14:nvContentPartPr>
                <p14:xfrm>
                  <a:off x="1762689" y="58385"/>
                  <a:ext cx="7560" cy="381240"/>
                </p14:xfrm>
              </p:contentPart>
            </mc:Choice>
            <mc:Fallback xmlns="">
              <p:pic>
                <p:nvPicPr>
                  <p:cNvPr id="253" name="잉크 252">
                    <a:extLst>
                      <a:ext uri="{FF2B5EF4-FFF2-40B4-BE49-F238E27FC236}">
                        <a16:creationId xmlns:a16="http://schemas.microsoft.com/office/drawing/2014/main" id="{412F4CA3-B4C9-08B7-C7E6-1A0800CA102A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1749837" y="47456"/>
                    <a:ext cx="33264" cy="4030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254" name="잉크 253">
                    <a:extLst>
                      <a:ext uri="{FF2B5EF4-FFF2-40B4-BE49-F238E27FC236}">
                        <a16:creationId xmlns:a16="http://schemas.microsoft.com/office/drawing/2014/main" id="{059C2BF2-5F87-1B13-59AD-80B4EAA3F422}"/>
                      </a:ext>
                    </a:extLst>
                  </p14:cNvPr>
                  <p14:cNvContentPartPr/>
                  <p14:nvPr/>
                </p14:nvContentPartPr>
                <p14:xfrm>
                  <a:off x="1769889" y="163865"/>
                  <a:ext cx="198720" cy="33120"/>
                </p14:xfrm>
              </p:contentPart>
            </mc:Choice>
            <mc:Fallback xmlns="">
              <p:pic>
                <p:nvPicPr>
                  <p:cNvPr id="254" name="잉크 253">
                    <a:extLst>
                      <a:ext uri="{FF2B5EF4-FFF2-40B4-BE49-F238E27FC236}">
                        <a16:creationId xmlns:a16="http://schemas.microsoft.com/office/drawing/2014/main" id="{059C2BF2-5F87-1B13-59AD-80B4EAA3F422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1755987" y="153037"/>
                    <a:ext cx="226524" cy="547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6">
                <p14:nvContentPartPr>
                  <p14:cNvPr id="255" name="잉크 254">
                    <a:extLst>
                      <a:ext uri="{FF2B5EF4-FFF2-40B4-BE49-F238E27FC236}">
                        <a16:creationId xmlns:a16="http://schemas.microsoft.com/office/drawing/2014/main" id="{6F6A23EA-82F1-79FF-C125-CB87A590EB57}"/>
                      </a:ext>
                    </a:extLst>
                  </p14:cNvPr>
                  <p14:cNvContentPartPr/>
                  <p14:nvPr/>
                </p14:nvContentPartPr>
                <p14:xfrm>
                  <a:off x="1828569" y="281225"/>
                  <a:ext cx="233640" cy="83880"/>
                </p14:xfrm>
              </p:contentPart>
            </mc:Choice>
            <mc:Fallback xmlns="">
              <p:pic>
                <p:nvPicPr>
                  <p:cNvPr id="255" name="잉크 254">
                    <a:extLst>
                      <a:ext uri="{FF2B5EF4-FFF2-40B4-BE49-F238E27FC236}">
                        <a16:creationId xmlns:a16="http://schemas.microsoft.com/office/drawing/2014/main" id="{6F6A23EA-82F1-79FF-C125-CB87A590EB57}"/>
                      </a:ext>
                    </a:extLst>
                  </p:cNvPr>
                  <p:cNvPicPr/>
                  <p:nvPr/>
                </p:nvPicPr>
                <p:blipFill>
                  <a:blip r:embed="rId187"/>
                  <a:stretch>
                    <a:fillRect/>
                  </a:stretch>
                </p:blipFill>
                <p:spPr>
                  <a:xfrm>
                    <a:off x="1814681" y="270340"/>
                    <a:ext cx="261415" cy="1056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282" name="잉크 281">
                    <a:extLst>
                      <a:ext uri="{FF2B5EF4-FFF2-40B4-BE49-F238E27FC236}">
                        <a16:creationId xmlns:a16="http://schemas.microsoft.com/office/drawing/2014/main" id="{CDA85F55-827C-EA90-B982-50E25D621CD3}"/>
                      </a:ext>
                    </a:extLst>
                  </p14:cNvPr>
                  <p14:cNvContentPartPr/>
                  <p14:nvPr/>
                </p14:nvContentPartPr>
                <p14:xfrm>
                  <a:off x="208929" y="538985"/>
                  <a:ext cx="142920" cy="388080"/>
                </p14:xfrm>
              </p:contentPart>
            </mc:Choice>
            <mc:Fallback xmlns="">
              <p:pic>
                <p:nvPicPr>
                  <p:cNvPr id="282" name="잉크 281">
                    <a:extLst>
                      <a:ext uri="{FF2B5EF4-FFF2-40B4-BE49-F238E27FC236}">
                        <a16:creationId xmlns:a16="http://schemas.microsoft.com/office/drawing/2014/main" id="{CDA85F55-827C-EA90-B982-50E25D621CD3}"/>
                      </a:ext>
                    </a:extLst>
                  </p:cNvPr>
                  <p:cNvPicPr/>
                  <p:nvPr/>
                </p:nvPicPr>
                <p:blipFill>
                  <a:blip r:embed="rId189"/>
                  <a:stretch>
                    <a:fillRect/>
                  </a:stretch>
                </p:blipFill>
                <p:spPr>
                  <a:xfrm>
                    <a:off x="195045" y="528062"/>
                    <a:ext cx="170687" cy="4099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0">
                <p14:nvContentPartPr>
                  <p14:cNvPr id="283" name="잉크 282">
                    <a:extLst>
                      <a:ext uri="{FF2B5EF4-FFF2-40B4-BE49-F238E27FC236}">
                        <a16:creationId xmlns:a16="http://schemas.microsoft.com/office/drawing/2014/main" id="{FAC9F0E4-6BA0-D0BE-3E0E-C2ADD986A739}"/>
                      </a:ext>
                    </a:extLst>
                  </p14:cNvPr>
                  <p14:cNvContentPartPr/>
                  <p14:nvPr/>
                </p14:nvContentPartPr>
                <p14:xfrm>
                  <a:off x="437169" y="597665"/>
                  <a:ext cx="194760" cy="377640"/>
                </p14:xfrm>
              </p:contentPart>
            </mc:Choice>
            <mc:Fallback xmlns="">
              <p:pic>
                <p:nvPicPr>
                  <p:cNvPr id="283" name="잉크 282">
                    <a:extLst>
                      <a:ext uri="{FF2B5EF4-FFF2-40B4-BE49-F238E27FC236}">
                        <a16:creationId xmlns:a16="http://schemas.microsoft.com/office/drawing/2014/main" id="{FAC9F0E4-6BA0-D0BE-3E0E-C2ADD986A739}"/>
                      </a:ext>
                    </a:extLst>
                  </p:cNvPr>
                  <p:cNvPicPr/>
                  <p:nvPr/>
                </p:nvPicPr>
                <p:blipFill>
                  <a:blip r:embed="rId191"/>
                  <a:stretch>
                    <a:fillRect/>
                  </a:stretch>
                </p:blipFill>
                <p:spPr>
                  <a:xfrm>
                    <a:off x="423258" y="586747"/>
                    <a:ext cx="222583" cy="3994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2">
                <p14:nvContentPartPr>
                  <p14:cNvPr id="284" name="잉크 283">
                    <a:extLst>
                      <a:ext uri="{FF2B5EF4-FFF2-40B4-BE49-F238E27FC236}">
                        <a16:creationId xmlns:a16="http://schemas.microsoft.com/office/drawing/2014/main" id="{A3486AB0-4E16-B584-9E9A-686A31233B4B}"/>
                      </a:ext>
                    </a:extLst>
                  </p14:cNvPr>
                  <p14:cNvContentPartPr/>
                  <p14:nvPr/>
                </p14:nvContentPartPr>
                <p14:xfrm>
                  <a:off x="688809" y="691265"/>
                  <a:ext cx="70560" cy="96120"/>
                </p14:xfrm>
              </p:contentPart>
            </mc:Choice>
            <mc:Fallback xmlns="">
              <p:pic>
                <p:nvPicPr>
                  <p:cNvPr id="284" name="잉크 283">
                    <a:extLst>
                      <a:ext uri="{FF2B5EF4-FFF2-40B4-BE49-F238E27FC236}">
                        <a16:creationId xmlns:a16="http://schemas.microsoft.com/office/drawing/2014/main" id="{A3486AB0-4E16-B584-9E9A-686A31233B4B}"/>
                      </a:ext>
                    </a:extLst>
                  </p:cNvPr>
                  <p:cNvPicPr/>
                  <p:nvPr/>
                </p:nvPicPr>
                <p:blipFill>
                  <a:blip r:embed="rId193"/>
                  <a:stretch>
                    <a:fillRect/>
                  </a:stretch>
                </p:blipFill>
                <p:spPr>
                  <a:xfrm>
                    <a:off x="675021" y="680371"/>
                    <a:ext cx="98135" cy="1179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4">
                <p14:nvContentPartPr>
                  <p14:cNvPr id="285" name="잉크 284">
                    <a:extLst>
                      <a:ext uri="{FF2B5EF4-FFF2-40B4-BE49-F238E27FC236}">
                        <a16:creationId xmlns:a16="http://schemas.microsoft.com/office/drawing/2014/main" id="{FC61529F-9B6C-97D0-D69D-D99D26131E2C}"/>
                      </a:ext>
                    </a:extLst>
                  </p14:cNvPr>
                  <p14:cNvContentPartPr/>
                  <p14:nvPr/>
                </p14:nvContentPartPr>
                <p14:xfrm>
                  <a:off x="913089" y="656345"/>
                  <a:ext cx="60120" cy="130680"/>
                </p14:xfrm>
              </p:contentPart>
            </mc:Choice>
            <mc:Fallback xmlns="">
              <p:pic>
                <p:nvPicPr>
                  <p:cNvPr id="285" name="잉크 284">
                    <a:extLst>
                      <a:ext uri="{FF2B5EF4-FFF2-40B4-BE49-F238E27FC236}">
                        <a16:creationId xmlns:a16="http://schemas.microsoft.com/office/drawing/2014/main" id="{FC61529F-9B6C-97D0-D69D-D99D26131E2C}"/>
                      </a:ext>
                    </a:extLst>
                  </p:cNvPr>
                  <p:cNvPicPr/>
                  <p:nvPr/>
                </p:nvPicPr>
                <p:blipFill>
                  <a:blip r:embed="rId195"/>
                  <a:stretch>
                    <a:fillRect/>
                  </a:stretch>
                </p:blipFill>
                <p:spPr>
                  <a:xfrm>
                    <a:off x="899278" y="645401"/>
                    <a:ext cx="87743" cy="1525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6">
                <p14:nvContentPartPr>
                  <p14:cNvPr id="286" name="잉크 285">
                    <a:extLst>
                      <a:ext uri="{FF2B5EF4-FFF2-40B4-BE49-F238E27FC236}">
                        <a16:creationId xmlns:a16="http://schemas.microsoft.com/office/drawing/2014/main" id="{A30DDBC3-5DC3-C6D8-FC74-18CB017FCFDB}"/>
                      </a:ext>
                    </a:extLst>
                  </p14:cNvPr>
                  <p14:cNvContentPartPr/>
                  <p14:nvPr/>
                </p14:nvContentPartPr>
                <p14:xfrm>
                  <a:off x="960969" y="679745"/>
                  <a:ext cx="43560" cy="7560"/>
                </p14:xfrm>
              </p:contentPart>
            </mc:Choice>
            <mc:Fallback xmlns="">
              <p:pic>
                <p:nvPicPr>
                  <p:cNvPr id="286" name="잉크 285">
                    <a:extLst>
                      <a:ext uri="{FF2B5EF4-FFF2-40B4-BE49-F238E27FC236}">
                        <a16:creationId xmlns:a16="http://schemas.microsoft.com/office/drawing/2014/main" id="{A30DDBC3-5DC3-C6D8-FC74-18CB017FCFDB}"/>
                      </a:ext>
                    </a:extLst>
                  </p:cNvPr>
                  <p:cNvPicPr/>
                  <p:nvPr/>
                </p:nvPicPr>
                <p:blipFill>
                  <a:blip r:embed="rId197"/>
                  <a:stretch>
                    <a:fillRect/>
                  </a:stretch>
                </p:blipFill>
                <p:spPr>
                  <a:xfrm>
                    <a:off x="947256" y="669035"/>
                    <a:ext cx="70987" cy="289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8">
                <p14:nvContentPartPr>
                  <p14:cNvPr id="287" name="잉크 286">
                    <a:extLst>
                      <a:ext uri="{FF2B5EF4-FFF2-40B4-BE49-F238E27FC236}">
                        <a16:creationId xmlns:a16="http://schemas.microsoft.com/office/drawing/2014/main" id="{A33AF0E9-8210-2F2E-71F7-D26E5BF64DA3}"/>
                      </a:ext>
                    </a:extLst>
                  </p14:cNvPr>
                  <p14:cNvContentPartPr/>
                  <p14:nvPr/>
                </p14:nvContentPartPr>
                <p14:xfrm>
                  <a:off x="1031529" y="586145"/>
                  <a:ext cx="21240" cy="12240"/>
                </p14:xfrm>
              </p:contentPart>
            </mc:Choice>
            <mc:Fallback xmlns="">
              <p:pic>
                <p:nvPicPr>
                  <p:cNvPr id="287" name="잉크 286">
                    <a:extLst>
                      <a:ext uri="{FF2B5EF4-FFF2-40B4-BE49-F238E27FC236}">
                        <a16:creationId xmlns:a16="http://schemas.microsoft.com/office/drawing/2014/main" id="{A33AF0E9-8210-2F2E-71F7-D26E5BF64DA3}"/>
                      </a:ext>
                    </a:extLst>
                  </p:cNvPr>
                  <p:cNvPicPr/>
                  <p:nvPr/>
                </p:nvPicPr>
                <p:blipFill>
                  <a:blip r:embed="rId199"/>
                  <a:stretch>
                    <a:fillRect/>
                  </a:stretch>
                </p:blipFill>
                <p:spPr>
                  <a:xfrm>
                    <a:off x="1018156" y="575193"/>
                    <a:ext cx="47987" cy="341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0">
                <p14:nvContentPartPr>
                  <p14:cNvPr id="288" name="잉크 287">
                    <a:extLst>
                      <a:ext uri="{FF2B5EF4-FFF2-40B4-BE49-F238E27FC236}">
                        <a16:creationId xmlns:a16="http://schemas.microsoft.com/office/drawing/2014/main" id="{2C877F7B-7621-8C75-EE5F-5A449C5AC145}"/>
                      </a:ext>
                    </a:extLst>
                  </p14:cNvPr>
                  <p14:cNvContentPartPr/>
                  <p14:nvPr/>
                </p14:nvContentPartPr>
                <p14:xfrm>
                  <a:off x="1113609" y="738425"/>
                  <a:ext cx="360" cy="121320"/>
                </p14:xfrm>
              </p:contentPart>
            </mc:Choice>
            <mc:Fallback xmlns="">
              <p:pic>
                <p:nvPicPr>
                  <p:cNvPr id="288" name="잉크 287">
                    <a:extLst>
                      <a:ext uri="{FF2B5EF4-FFF2-40B4-BE49-F238E27FC236}">
                        <a16:creationId xmlns:a16="http://schemas.microsoft.com/office/drawing/2014/main" id="{2C877F7B-7621-8C75-EE5F-5A449C5AC145}"/>
                      </a:ext>
                    </a:extLst>
                  </p:cNvPr>
                  <p:cNvPicPr/>
                  <p:nvPr/>
                </p:nvPicPr>
                <p:blipFill>
                  <a:blip r:embed="rId201"/>
                  <a:stretch>
                    <a:fillRect/>
                  </a:stretch>
                </p:blipFill>
                <p:spPr>
                  <a:xfrm>
                    <a:off x="1107489" y="727513"/>
                    <a:ext cx="12600" cy="1431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2">
                <p14:nvContentPartPr>
                  <p14:cNvPr id="289" name="잉크 288">
                    <a:extLst>
                      <a:ext uri="{FF2B5EF4-FFF2-40B4-BE49-F238E27FC236}">
                        <a16:creationId xmlns:a16="http://schemas.microsoft.com/office/drawing/2014/main" id="{79CDB2B7-EE55-8AE8-F6F1-F12CE3B571F2}"/>
                      </a:ext>
                    </a:extLst>
                  </p14:cNvPr>
                  <p14:cNvContentPartPr/>
                  <p14:nvPr/>
                </p14:nvContentPartPr>
                <p14:xfrm>
                  <a:off x="1148529" y="715025"/>
                  <a:ext cx="236520" cy="23760"/>
                </p14:xfrm>
              </p:contentPart>
            </mc:Choice>
            <mc:Fallback xmlns="">
              <p:pic>
                <p:nvPicPr>
                  <p:cNvPr id="289" name="잉크 288">
                    <a:extLst>
                      <a:ext uri="{FF2B5EF4-FFF2-40B4-BE49-F238E27FC236}">
                        <a16:creationId xmlns:a16="http://schemas.microsoft.com/office/drawing/2014/main" id="{79CDB2B7-EE55-8AE8-F6F1-F12CE3B571F2}"/>
                      </a:ext>
                    </a:extLst>
                  </p:cNvPr>
                  <p:cNvPicPr/>
                  <p:nvPr/>
                </p:nvPicPr>
                <p:blipFill>
                  <a:blip r:embed="rId203"/>
                  <a:stretch>
                    <a:fillRect/>
                  </a:stretch>
                </p:blipFill>
                <p:spPr>
                  <a:xfrm>
                    <a:off x="1134664" y="704108"/>
                    <a:ext cx="264250" cy="455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4">
                <p14:nvContentPartPr>
                  <p14:cNvPr id="290" name="잉크 289">
                    <a:extLst>
                      <a:ext uri="{FF2B5EF4-FFF2-40B4-BE49-F238E27FC236}">
                        <a16:creationId xmlns:a16="http://schemas.microsoft.com/office/drawing/2014/main" id="{1F1983EF-0BA8-D427-9F89-98393C9348CC}"/>
                      </a:ext>
                    </a:extLst>
                  </p14:cNvPr>
                  <p14:cNvContentPartPr/>
                  <p14:nvPr/>
                </p14:nvContentPartPr>
                <p14:xfrm>
                  <a:off x="1276329" y="597665"/>
                  <a:ext cx="100440" cy="226440"/>
                </p14:xfrm>
              </p:contentPart>
            </mc:Choice>
            <mc:Fallback xmlns="">
              <p:pic>
                <p:nvPicPr>
                  <p:cNvPr id="290" name="잉크 289">
                    <a:extLst>
                      <a:ext uri="{FF2B5EF4-FFF2-40B4-BE49-F238E27FC236}">
                        <a16:creationId xmlns:a16="http://schemas.microsoft.com/office/drawing/2014/main" id="{1F1983EF-0BA8-D427-9F89-98393C9348CC}"/>
                      </a:ext>
                    </a:extLst>
                  </p:cNvPr>
                  <p:cNvPicPr/>
                  <p:nvPr/>
                </p:nvPicPr>
                <p:blipFill>
                  <a:blip r:embed="rId205"/>
                  <a:stretch>
                    <a:fillRect/>
                  </a:stretch>
                </p:blipFill>
                <p:spPr>
                  <a:xfrm>
                    <a:off x="1262447" y="586760"/>
                    <a:ext cx="128204" cy="2482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6">
                <p14:nvContentPartPr>
                  <p14:cNvPr id="291" name="잉크 290">
                    <a:extLst>
                      <a:ext uri="{FF2B5EF4-FFF2-40B4-BE49-F238E27FC236}">
                        <a16:creationId xmlns:a16="http://schemas.microsoft.com/office/drawing/2014/main" id="{FD4139AB-D7CD-2252-455A-5FD957E03F22}"/>
                      </a:ext>
                    </a:extLst>
                  </p14:cNvPr>
                  <p14:cNvContentPartPr/>
                  <p14:nvPr/>
                </p14:nvContentPartPr>
                <p14:xfrm>
                  <a:off x="1394769" y="597305"/>
                  <a:ext cx="109080" cy="12600"/>
                </p14:xfrm>
              </p:contentPart>
            </mc:Choice>
            <mc:Fallback xmlns="">
              <p:pic>
                <p:nvPicPr>
                  <p:cNvPr id="291" name="잉크 290">
                    <a:extLst>
                      <a:ext uri="{FF2B5EF4-FFF2-40B4-BE49-F238E27FC236}">
                        <a16:creationId xmlns:a16="http://schemas.microsoft.com/office/drawing/2014/main" id="{FD4139AB-D7CD-2252-455A-5FD957E03F22}"/>
                      </a:ext>
                    </a:extLst>
                  </p:cNvPr>
                  <p:cNvPicPr/>
                  <p:nvPr/>
                </p:nvPicPr>
                <p:blipFill>
                  <a:blip r:embed="rId207"/>
                  <a:stretch>
                    <a:fillRect/>
                  </a:stretch>
                </p:blipFill>
                <p:spPr>
                  <a:xfrm>
                    <a:off x="1380930" y="586595"/>
                    <a:ext cx="136757" cy="340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8">
                <p14:nvContentPartPr>
                  <p14:cNvPr id="292" name="잉크 291">
                    <a:extLst>
                      <a:ext uri="{FF2B5EF4-FFF2-40B4-BE49-F238E27FC236}">
                        <a16:creationId xmlns:a16="http://schemas.microsoft.com/office/drawing/2014/main" id="{7C2FCEEC-E30C-0823-1C68-0CB98DABE341}"/>
                      </a:ext>
                    </a:extLst>
                  </p14:cNvPr>
                  <p14:cNvContentPartPr/>
                  <p14:nvPr/>
                </p14:nvContentPartPr>
                <p14:xfrm>
                  <a:off x="1523649" y="621065"/>
                  <a:ext cx="360" cy="127440"/>
                </p14:xfrm>
              </p:contentPart>
            </mc:Choice>
            <mc:Fallback xmlns="">
              <p:pic>
                <p:nvPicPr>
                  <p:cNvPr id="292" name="잉크 291">
                    <a:extLst>
                      <a:ext uri="{FF2B5EF4-FFF2-40B4-BE49-F238E27FC236}">
                        <a16:creationId xmlns:a16="http://schemas.microsoft.com/office/drawing/2014/main" id="{7C2FCEEC-E30C-0823-1C68-0CB98DABE341}"/>
                      </a:ext>
                    </a:extLst>
                  </p:cNvPr>
                  <p:cNvPicPr/>
                  <p:nvPr/>
                </p:nvPicPr>
                <p:blipFill>
                  <a:blip r:embed="rId201"/>
                  <a:stretch>
                    <a:fillRect/>
                  </a:stretch>
                </p:blipFill>
                <p:spPr>
                  <a:xfrm>
                    <a:off x="1517529" y="610178"/>
                    <a:ext cx="12600" cy="1492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9">
                <p14:nvContentPartPr>
                  <p14:cNvPr id="293" name="잉크 292">
                    <a:extLst>
                      <a:ext uri="{FF2B5EF4-FFF2-40B4-BE49-F238E27FC236}">
                        <a16:creationId xmlns:a16="http://schemas.microsoft.com/office/drawing/2014/main" id="{3F35FE7C-3272-B9C3-6074-9B2BC14B6ACD}"/>
                      </a:ext>
                    </a:extLst>
                  </p14:cNvPr>
                  <p14:cNvContentPartPr/>
                  <p14:nvPr/>
                </p14:nvContentPartPr>
                <p14:xfrm>
                  <a:off x="1558929" y="679745"/>
                  <a:ext cx="128880" cy="104760"/>
                </p14:xfrm>
              </p:contentPart>
            </mc:Choice>
            <mc:Fallback xmlns="">
              <p:pic>
                <p:nvPicPr>
                  <p:cNvPr id="293" name="잉크 292">
                    <a:extLst>
                      <a:ext uri="{FF2B5EF4-FFF2-40B4-BE49-F238E27FC236}">
                        <a16:creationId xmlns:a16="http://schemas.microsoft.com/office/drawing/2014/main" id="{3F35FE7C-3272-B9C3-6074-9B2BC14B6ACD}"/>
                      </a:ext>
                    </a:extLst>
                  </p:cNvPr>
                  <p:cNvPicPr/>
                  <p:nvPr/>
                </p:nvPicPr>
                <p:blipFill>
                  <a:blip r:embed="rId210"/>
                  <a:stretch>
                    <a:fillRect/>
                  </a:stretch>
                </p:blipFill>
                <p:spPr>
                  <a:xfrm>
                    <a:off x="1545062" y="668819"/>
                    <a:ext cx="156614" cy="1266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1">
                <p14:nvContentPartPr>
                  <p14:cNvPr id="294" name="잉크 293">
                    <a:extLst>
                      <a:ext uri="{FF2B5EF4-FFF2-40B4-BE49-F238E27FC236}">
                        <a16:creationId xmlns:a16="http://schemas.microsoft.com/office/drawing/2014/main" id="{B3601ED8-290C-1C40-7779-00AC8D7C0117}"/>
                      </a:ext>
                    </a:extLst>
                  </p14:cNvPr>
                  <p14:cNvContentPartPr/>
                  <p14:nvPr/>
                </p14:nvContentPartPr>
                <p14:xfrm>
                  <a:off x="1734969" y="608465"/>
                  <a:ext cx="170640" cy="72360"/>
                </p14:xfrm>
              </p:contentPart>
            </mc:Choice>
            <mc:Fallback xmlns="">
              <p:pic>
                <p:nvPicPr>
                  <p:cNvPr id="294" name="잉크 293">
                    <a:extLst>
                      <a:ext uri="{FF2B5EF4-FFF2-40B4-BE49-F238E27FC236}">
                        <a16:creationId xmlns:a16="http://schemas.microsoft.com/office/drawing/2014/main" id="{B3601ED8-290C-1C40-7779-00AC8D7C0117}"/>
                      </a:ext>
                    </a:extLst>
                  </p:cNvPr>
                  <p:cNvPicPr/>
                  <p:nvPr/>
                </p:nvPicPr>
                <p:blipFill>
                  <a:blip r:embed="rId212"/>
                  <a:stretch>
                    <a:fillRect/>
                  </a:stretch>
                </p:blipFill>
                <p:spPr>
                  <a:xfrm>
                    <a:off x="1721089" y="597579"/>
                    <a:ext cx="198400" cy="94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3">
                <p14:nvContentPartPr>
                  <p14:cNvPr id="296" name="잉크 295">
                    <a:extLst>
                      <a:ext uri="{FF2B5EF4-FFF2-40B4-BE49-F238E27FC236}">
                        <a16:creationId xmlns:a16="http://schemas.microsoft.com/office/drawing/2014/main" id="{C31B13DE-63DE-7E4C-EFF0-251765D690A7}"/>
                      </a:ext>
                    </a:extLst>
                  </p14:cNvPr>
                  <p14:cNvContentPartPr/>
                  <p14:nvPr/>
                </p14:nvContentPartPr>
                <p14:xfrm>
                  <a:off x="1839729" y="621065"/>
                  <a:ext cx="236520" cy="202680"/>
                </p14:xfrm>
              </p:contentPart>
            </mc:Choice>
            <mc:Fallback xmlns="">
              <p:pic>
                <p:nvPicPr>
                  <p:cNvPr id="296" name="잉크 295">
                    <a:extLst>
                      <a:ext uri="{FF2B5EF4-FFF2-40B4-BE49-F238E27FC236}">
                        <a16:creationId xmlns:a16="http://schemas.microsoft.com/office/drawing/2014/main" id="{C31B13DE-63DE-7E4C-EFF0-251765D690A7}"/>
                      </a:ext>
                    </a:extLst>
                  </p:cNvPr>
                  <p:cNvPicPr/>
                  <p:nvPr/>
                </p:nvPicPr>
                <p:blipFill>
                  <a:blip r:embed="rId214"/>
                  <a:stretch>
                    <a:fillRect/>
                  </a:stretch>
                </p:blipFill>
                <p:spPr>
                  <a:xfrm>
                    <a:off x="1825816" y="610161"/>
                    <a:ext cx="264346" cy="2244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5">
                <p14:nvContentPartPr>
                  <p14:cNvPr id="297" name="잉크 296">
                    <a:extLst>
                      <a:ext uri="{FF2B5EF4-FFF2-40B4-BE49-F238E27FC236}">
                        <a16:creationId xmlns:a16="http://schemas.microsoft.com/office/drawing/2014/main" id="{F24545C3-C1D8-7206-24B1-E4B1C226E8BC}"/>
                      </a:ext>
                    </a:extLst>
                  </p14:cNvPr>
                  <p14:cNvContentPartPr/>
                  <p14:nvPr/>
                </p14:nvContentPartPr>
                <p14:xfrm>
                  <a:off x="2262369" y="445385"/>
                  <a:ext cx="120240" cy="513720"/>
                </p14:xfrm>
              </p:contentPart>
            </mc:Choice>
            <mc:Fallback xmlns="">
              <p:pic>
                <p:nvPicPr>
                  <p:cNvPr id="297" name="잉크 296">
                    <a:extLst>
                      <a:ext uri="{FF2B5EF4-FFF2-40B4-BE49-F238E27FC236}">
                        <a16:creationId xmlns:a16="http://schemas.microsoft.com/office/drawing/2014/main" id="{F24545C3-C1D8-7206-24B1-E4B1C226E8BC}"/>
                      </a:ext>
                    </a:extLst>
                  </p:cNvPr>
                  <p:cNvPicPr/>
                  <p:nvPr/>
                </p:nvPicPr>
                <p:blipFill>
                  <a:blip r:embed="rId216"/>
                  <a:stretch>
                    <a:fillRect/>
                  </a:stretch>
                </p:blipFill>
                <p:spPr>
                  <a:xfrm>
                    <a:off x="2248464" y="434468"/>
                    <a:ext cx="148051" cy="535553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C94AE1E4-9CC8-EFF3-6F02-053508BE0003}"/>
                    </a:ext>
                  </a:extLst>
                </p14:cNvPr>
                <p14:cNvContentPartPr/>
                <p14:nvPr/>
              </p14:nvContentPartPr>
              <p14:xfrm>
                <a:off x="3798129" y="5356145"/>
                <a:ext cx="726840" cy="283680"/>
              </p14:xfrm>
            </p:contentPart>
          </mc:Choice>
          <mc:Fallback xmlns=""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C94AE1E4-9CC8-EFF3-6F02-053508BE000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784230" y="5345234"/>
                  <a:ext cx="754638" cy="305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F6D48CA7-7EEB-382E-072E-592B5E1A991D}"/>
                    </a:ext>
                  </a:extLst>
                </p14:cNvPr>
                <p14:cNvContentPartPr/>
                <p14:nvPr/>
              </p14:nvContentPartPr>
              <p14:xfrm>
                <a:off x="4536129" y="5332025"/>
                <a:ext cx="1814040" cy="307080"/>
              </p14:xfrm>
            </p:contentPart>
          </mc:Choice>
          <mc:Fallback xmlns=""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F6D48CA7-7EEB-382E-072E-592B5E1A991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522219" y="5321104"/>
                  <a:ext cx="1841860" cy="328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DCB86415-F009-576E-1037-D6677EBA5A13}"/>
                    </a:ext>
                  </a:extLst>
                </p14:cNvPr>
                <p14:cNvContentPartPr/>
                <p14:nvPr/>
              </p14:nvContentPartPr>
              <p14:xfrm>
                <a:off x="6306969" y="5213585"/>
                <a:ext cx="4113720" cy="322200"/>
              </p14:xfrm>
            </p:contentPart>
          </mc:Choice>
          <mc:Fallback xmlns=""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DCB86415-F009-576E-1037-D6677EBA5A1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293057" y="5202674"/>
                  <a:ext cx="4141543" cy="344022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940F3CD-4D7D-6373-A858-D63CC7306F43}"/>
                </a:ext>
              </a:extLst>
            </p:cNvPr>
            <p:cNvCxnSpPr/>
            <p:nvPr/>
          </p:nvCxnSpPr>
          <p:spPr>
            <a:xfrm>
              <a:off x="4208585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6EB3A43C-D0D6-1139-4B48-8BF5CC20346A}"/>
                </a:ext>
              </a:extLst>
            </p:cNvPr>
            <p:cNvCxnSpPr/>
            <p:nvPr/>
          </p:nvCxnSpPr>
          <p:spPr>
            <a:xfrm>
              <a:off x="4771321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>
              <a:extLst>
                <a:ext uri="{FF2B5EF4-FFF2-40B4-BE49-F238E27FC236}">
                  <a16:creationId xmlns:a16="http://schemas.microsoft.com/office/drawing/2014/main" id="{EFA9E7C7-44DD-D9E0-29EF-334435EC6261}"/>
                </a:ext>
              </a:extLst>
            </p:cNvPr>
            <p:cNvCxnSpPr/>
            <p:nvPr/>
          </p:nvCxnSpPr>
          <p:spPr>
            <a:xfrm>
              <a:off x="5349393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AE1A2E01-B9AA-230B-EC06-EAFF42EEF3A2}"/>
                </a:ext>
              </a:extLst>
            </p:cNvPr>
            <p:cNvCxnSpPr/>
            <p:nvPr/>
          </p:nvCxnSpPr>
          <p:spPr>
            <a:xfrm>
              <a:off x="5942858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>
              <a:extLst>
                <a:ext uri="{FF2B5EF4-FFF2-40B4-BE49-F238E27FC236}">
                  <a16:creationId xmlns:a16="http://schemas.microsoft.com/office/drawing/2014/main" id="{13E192FB-C4F4-89EC-4CE1-B080D7EA87FA}"/>
                </a:ext>
              </a:extLst>
            </p:cNvPr>
            <p:cNvCxnSpPr/>
            <p:nvPr/>
          </p:nvCxnSpPr>
          <p:spPr>
            <a:xfrm>
              <a:off x="6695996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연결선 307">
              <a:extLst>
                <a:ext uri="{FF2B5EF4-FFF2-40B4-BE49-F238E27FC236}">
                  <a16:creationId xmlns:a16="http://schemas.microsoft.com/office/drawing/2014/main" id="{CC763257-207A-6ADB-95EF-58E3D5371BA8}"/>
                </a:ext>
              </a:extLst>
            </p:cNvPr>
            <p:cNvCxnSpPr/>
            <p:nvPr/>
          </p:nvCxnSpPr>
          <p:spPr>
            <a:xfrm>
              <a:off x="7343626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9E066522-B654-92E3-C79C-127E18696775}"/>
                </a:ext>
              </a:extLst>
            </p:cNvPr>
            <p:cNvCxnSpPr/>
            <p:nvPr/>
          </p:nvCxnSpPr>
          <p:spPr>
            <a:xfrm>
              <a:off x="8129019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직선 연결선 309">
              <a:extLst>
                <a:ext uri="{FF2B5EF4-FFF2-40B4-BE49-F238E27FC236}">
                  <a16:creationId xmlns:a16="http://schemas.microsoft.com/office/drawing/2014/main" id="{FA1DBF94-21D5-EA6F-098F-8BA144764E57}"/>
                </a:ext>
              </a:extLst>
            </p:cNvPr>
            <p:cNvCxnSpPr/>
            <p:nvPr/>
          </p:nvCxnSpPr>
          <p:spPr>
            <a:xfrm>
              <a:off x="8990646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직선 연결선 310">
              <a:extLst>
                <a:ext uri="{FF2B5EF4-FFF2-40B4-BE49-F238E27FC236}">
                  <a16:creationId xmlns:a16="http://schemas.microsoft.com/office/drawing/2014/main" id="{13D53454-FACD-03EC-6716-9CB9C2CE3ECC}"/>
                </a:ext>
              </a:extLst>
            </p:cNvPr>
            <p:cNvCxnSpPr/>
            <p:nvPr/>
          </p:nvCxnSpPr>
          <p:spPr>
            <a:xfrm>
              <a:off x="9705667" y="3798277"/>
              <a:ext cx="105508" cy="2977661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F3642D57-1D57-67FC-93AE-F8D30902A99B}"/>
                    </a:ext>
                  </a:extLst>
                </p14:cNvPr>
                <p14:cNvContentPartPr/>
                <p14:nvPr/>
              </p14:nvContentPartPr>
              <p14:xfrm>
                <a:off x="1113609" y="5415905"/>
                <a:ext cx="360" cy="360"/>
              </p14:xfrm>
            </p:contentPart>
          </mc:Choice>
          <mc:Fallback xmlns=""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F3642D57-1D57-67FC-93AE-F8D30902A9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7489" y="540978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2D625355-50D1-509C-DE97-0E308877333F}"/>
                    </a:ext>
                  </a:extLst>
                </p14:cNvPr>
                <p14:cNvContentPartPr/>
                <p14:nvPr/>
              </p14:nvContentPartPr>
              <p14:xfrm>
                <a:off x="3844929" y="5849705"/>
                <a:ext cx="187920" cy="720"/>
              </p14:xfrm>
            </p:contentPart>
          </mc:Choice>
          <mc:Fallback xmlns=""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2D625355-50D1-509C-DE97-0E308877333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831039" y="5836745"/>
                  <a:ext cx="215699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8A979C98-07DD-DB75-B22F-4E88EC191B3A}"/>
                    </a:ext>
                  </a:extLst>
                </p14:cNvPr>
                <p14:cNvContentPartPr/>
                <p14:nvPr/>
              </p14:nvContentPartPr>
              <p14:xfrm>
                <a:off x="4020969" y="5849705"/>
                <a:ext cx="1413720" cy="296640"/>
              </p14:xfrm>
            </p:contentPart>
          </mc:Choice>
          <mc:Fallback xmlns=""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8A979C98-07DD-DB75-B22F-4E88EC191B3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07061" y="5838790"/>
                  <a:ext cx="1441536" cy="3184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EA87D728-7EFF-E59F-7AEF-DFBF18B5B517}"/>
                    </a:ext>
                  </a:extLst>
                </p14:cNvPr>
                <p14:cNvContentPartPr/>
                <p14:nvPr/>
              </p14:nvContentPartPr>
              <p14:xfrm>
                <a:off x="5369169" y="6154265"/>
                <a:ext cx="985680" cy="720"/>
              </p14:xfrm>
            </p:contentPart>
          </mc:Choice>
          <mc:Fallback xmlns=""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EA87D728-7EFF-E59F-7AEF-DFBF18B5B51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54445" y="6142025"/>
                  <a:ext cx="1013492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E9ADFB3C-4622-5EE0-C8FA-E0385728C013}"/>
                    </a:ext>
                  </a:extLst>
                </p14:cNvPr>
                <p14:cNvContentPartPr/>
                <p14:nvPr/>
              </p14:nvContentPartPr>
              <p14:xfrm>
                <a:off x="6340809" y="5951585"/>
                <a:ext cx="392760" cy="238320"/>
              </p14:xfrm>
            </p:contentPart>
          </mc:Choice>
          <mc:Fallback xmlns=""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E9ADFB3C-4622-5EE0-C8FA-E0385728C01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26928" y="5940665"/>
                  <a:ext cx="420523" cy="2601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47473120-95BD-7D3D-7C98-9033593B4E54}"/>
                    </a:ext>
                  </a:extLst>
                </p14:cNvPr>
                <p14:cNvContentPartPr/>
                <p14:nvPr/>
              </p14:nvContentPartPr>
              <p14:xfrm>
                <a:off x="6728529" y="6189545"/>
                <a:ext cx="716040" cy="720"/>
              </p14:xfrm>
            </p:contentPart>
          </mc:Choice>
          <mc:Fallback xmlns=""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47473120-95BD-7D3D-7C98-9033593B4E5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14617" y="6176585"/>
                  <a:ext cx="743863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C65599E0-1BE5-2B80-B56A-5967B4C67395}"/>
                    </a:ext>
                  </a:extLst>
                </p14:cNvPr>
                <p14:cNvContentPartPr/>
                <p14:nvPr/>
              </p14:nvContentPartPr>
              <p14:xfrm>
                <a:off x="7432329" y="6166145"/>
                <a:ext cx="457560" cy="720"/>
              </p14:xfrm>
            </p:contentPart>
          </mc:Choice>
          <mc:Fallback xmlns=""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C65599E0-1BE5-2B80-B56A-5967B4C673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418439" y="6153905"/>
                  <a:ext cx="4853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DC1BE812-91EB-6D55-9E31-5ABA5371C5FE}"/>
                    </a:ext>
                  </a:extLst>
                </p14:cNvPr>
                <p14:cNvContentPartPr/>
                <p14:nvPr/>
              </p14:nvContentPartPr>
              <p14:xfrm>
                <a:off x="7898529" y="5998025"/>
                <a:ext cx="358200" cy="160200"/>
              </p14:xfrm>
            </p:contentPart>
          </mc:Choice>
          <mc:Fallback xmlns=""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DC1BE812-91EB-6D55-9E31-5ABA5371C5F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884626" y="5987131"/>
                  <a:ext cx="386005" cy="181987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79326B8C-4DB7-3AF1-43EC-2554173D7D0D}"/>
                </a:ext>
              </a:extLst>
            </p:cNvPr>
            <p:cNvGrpSpPr/>
            <p:nvPr/>
          </p:nvGrpSpPr>
          <p:grpSpPr>
            <a:xfrm>
              <a:off x="8229369" y="5848625"/>
              <a:ext cx="1434600" cy="317880"/>
              <a:chOff x="8229369" y="5848625"/>
              <a:chExt cx="1434600" cy="317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38">
                <p14:nvContentPartPr>
                  <p14:cNvPr id="326" name="잉크 325">
                    <a:extLst>
                      <a:ext uri="{FF2B5EF4-FFF2-40B4-BE49-F238E27FC236}">
                        <a16:creationId xmlns:a16="http://schemas.microsoft.com/office/drawing/2014/main" id="{5010A5BB-4D1E-8C87-0EF0-F313C33FAB7D}"/>
                      </a:ext>
                    </a:extLst>
                  </p14:cNvPr>
                  <p14:cNvContentPartPr/>
                  <p14:nvPr/>
                </p14:nvContentPartPr>
                <p14:xfrm>
                  <a:off x="8229369" y="6130505"/>
                  <a:ext cx="779760" cy="36000"/>
                </p14:xfrm>
              </p:contentPart>
            </mc:Choice>
            <mc:Fallback xmlns="">
              <p:pic>
                <p:nvPicPr>
                  <p:cNvPr id="326" name="잉크 325">
                    <a:extLst>
                      <a:ext uri="{FF2B5EF4-FFF2-40B4-BE49-F238E27FC236}">
                        <a16:creationId xmlns:a16="http://schemas.microsoft.com/office/drawing/2014/main" id="{5010A5BB-4D1E-8C87-0EF0-F313C33FAB7D}"/>
                      </a:ext>
                    </a:extLst>
                  </p:cNvPr>
                  <p:cNvPicPr/>
                  <p:nvPr/>
                </p:nvPicPr>
                <p:blipFill>
                  <a:blip r:embed="rId239"/>
                  <a:stretch>
                    <a:fillRect/>
                  </a:stretch>
                </p:blipFill>
                <p:spPr>
                  <a:xfrm>
                    <a:off x="8215459" y="6119576"/>
                    <a:ext cx="807579" cy="578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0">
                <p14:nvContentPartPr>
                  <p14:cNvPr id="327" name="잉크 326">
                    <a:extLst>
                      <a:ext uri="{FF2B5EF4-FFF2-40B4-BE49-F238E27FC236}">
                        <a16:creationId xmlns:a16="http://schemas.microsoft.com/office/drawing/2014/main" id="{9CF28320-980B-5531-1A23-E47FE532D4F1}"/>
                      </a:ext>
                    </a:extLst>
                  </p14:cNvPr>
                  <p14:cNvContentPartPr/>
                  <p14:nvPr/>
                </p14:nvContentPartPr>
                <p14:xfrm>
                  <a:off x="9061689" y="6119345"/>
                  <a:ext cx="28440" cy="360"/>
                </p14:xfrm>
              </p:contentPart>
            </mc:Choice>
            <mc:Fallback xmlns="">
              <p:pic>
                <p:nvPicPr>
                  <p:cNvPr id="327" name="잉크 326">
                    <a:extLst>
                      <a:ext uri="{FF2B5EF4-FFF2-40B4-BE49-F238E27FC236}">
                        <a16:creationId xmlns:a16="http://schemas.microsoft.com/office/drawing/2014/main" id="{9CF28320-980B-5531-1A23-E47FE532D4F1}"/>
                      </a:ext>
                    </a:extLst>
                  </p:cNvPr>
                  <p:cNvPicPr/>
                  <p:nvPr/>
                </p:nvPicPr>
                <p:blipFill>
                  <a:blip r:embed="rId241"/>
                  <a:stretch>
                    <a:fillRect/>
                  </a:stretch>
                </p:blipFill>
                <p:spPr>
                  <a:xfrm>
                    <a:off x="9047875" y="6113225"/>
                    <a:ext cx="56067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2">
                <p14:nvContentPartPr>
                  <p14:cNvPr id="330" name="잉크 329">
                    <a:extLst>
                      <a:ext uri="{FF2B5EF4-FFF2-40B4-BE49-F238E27FC236}">
                        <a16:creationId xmlns:a16="http://schemas.microsoft.com/office/drawing/2014/main" id="{D7BD3F24-AAC5-9EB4-728F-F1D869708009}"/>
                      </a:ext>
                    </a:extLst>
                  </p14:cNvPr>
                  <p14:cNvContentPartPr/>
                  <p14:nvPr/>
                </p14:nvContentPartPr>
                <p14:xfrm>
                  <a:off x="9095529" y="5848625"/>
                  <a:ext cx="528480" cy="224280"/>
                </p14:xfrm>
              </p:contentPart>
            </mc:Choice>
            <mc:Fallback xmlns="">
              <p:pic>
                <p:nvPicPr>
                  <p:cNvPr id="330" name="잉크 329">
                    <a:extLst>
                      <a:ext uri="{FF2B5EF4-FFF2-40B4-BE49-F238E27FC236}">
                        <a16:creationId xmlns:a16="http://schemas.microsoft.com/office/drawing/2014/main" id="{D7BD3F24-AAC5-9EB4-728F-F1D869708009}"/>
                      </a:ext>
                    </a:extLst>
                  </p:cNvPr>
                  <p:cNvPicPr/>
                  <p:nvPr/>
                </p:nvPicPr>
                <p:blipFill>
                  <a:blip r:embed="rId243"/>
                  <a:stretch>
                    <a:fillRect/>
                  </a:stretch>
                </p:blipFill>
                <p:spPr>
                  <a:xfrm>
                    <a:off x="9081622" y="5837700"/>
                    <a:ext cx="556295" cy="2461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4">
                <p14:nvContentPartPr>
                  <p14:cNvPr id="332" name="잉크 331">
                    <a:extLst>
                      <a:ext uri="{FF2B5EF4-FFF2-40B4-BE49-F238E27FC236}">
                        <a16:creationId xmlns:a16="http://schemas.microsoft.com/office/drawing/2014/main" id="{D458BD1D-C987-2124-784F-3B8B4051FD6A}"/>
                      </a:ext>
                    </a:extLst>
                  </p14:cNvPr>
                  <p14:cNvContentPartPr/>
                  <p14:nvPr/>
                </p14:nvContentPartPr>
                <p14:xfrm>
                  <a:off x="9636249" y="5873105"/>
                  <a:ext cx="27720" cy="188640"/>
                </p14:xfrm>
              </p:contentPart>
            </mc:Choice>
            <mc:Fallback xmlns="">
              <p:pic>
                <p:nvPicPr>
                  <p:cNvPr id="332" name="잉크 331">
                    <a:extLst>
                      <a:ext uri="{FF2B5EF4-FFF2-40B4-BE49-F238E27FC236}">
                        <a16:creationId xmlns:a16="http://schemas.microsoft.com/office/drawing/2014/main" id="{D458BD1D-C987-2124-784F-3B8B4051FD6A}"/>
                      </a:ext>
                    </a:extLst>
                  </p:cNvPr>
                  <p:cNvPicPr/>
                  <p:nvPr/>
                </p:nvPicPr>
                <p:blipFill>
                  <a:blip r:embed="rId245"/>
                  <a:stretch>
                    <a:fillRect/>
                  </a:stretch>
                </p:blipFill>
                <p:spPr>
                  <a:xfrm>
                    <a:off x="9622785" y="5862197"/>
                    <a:ext cx="54648" cy="210456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34" name="잉크 333">
                  <a:extLst>
                    <a:ext uri="{FF2B5EF4-FFF2-40B4-BE49-F238E27FC236}">
                      <a16:creationId xmlns:a16="http://schemas.microsoft.com/office/drawing/2014/main" id="{63A6A381-E92F-7422-1FE1-6B97D14E123B}"/>
                    </a:ext>
                  </a:extLst>
                </p14:cNvPr>
                <p14:cNvContentPartPr/>
                <p14:nvPr/>
              </p14:nvContentPartPr>
              <p14:xfrm>
                <a:off x="9671169" y="6072185"/>
                <a:ext cx="973800" cy="720"/>
              </p14:xfrm>
            </p:contentPart>
          </mc:Choice>
          <mc:Fallback xmlns="">
            <p:pic>
              <p:nvPicPr>
                <p:cNvPr id="334" name="잉크 333">
                  <a:extLst>
                    <a:ext uri="{FF2B5EF4-FFF2-40B4-BE49-F238E27FC236}">
                      <a16:creationId xmlns:a16="http://schemas.microsoft.com/office/drawing/2014/main" id="{63A6A381-E92F-7422-1FE1-6B97D14E123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57269" y="6059945"/>
                  <a:ext cx="1001599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35" name="잉크 334">
                  <a:extLst>
                    <a:ext uri="{FF2B5EF4-FFF2-40B4-BE49-F238E27FC236}">
                      <a16:creationId xmlns:a16="http://schemas.microsoft.com/office/drawing/2014/main" id="{A00744A4-7350-B4B1-6B51-8327FDD27BB6}"/>
                    </a:ext>
                  </a:extLst>
                </p14:cNvPr>
                <p14:cNvContentPartPr/>
                <p14:nvPr/>
              </p14:nvContentPartPr>
              <p14:xfrm>
                <a:off x="957729" y="5574665"/>
                <a:ext cx="393120" cy="427680"/>
              </p14:xfrm>
            </p:contentPart>
          </mc:Choice>
          <mc:Fallback xmlns="">
            <p:pic>
              <p:nvPicPr>
                <p:cNvPr id="335" name="잉크 334">
                  <a:extLst>
                    <a:ext uri="{FF2B5EF4-FFF2-40B4-BE49-F238E27FC236}">
                      <a16:creationId xmlns:a16="http://schemas.microsoft.com/office/drawing/2014/main" id="{A00744A4-7350-B4B1-6B51-8327FDD27BB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16864" y="5542509"/>
                  <a:ext cx="474032" cy="491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40D450C4-042A-080E-5229-E3075D2E18B5}"/>
                    </a:ext>
                  </a:extLst>
                </p14:cNvPr>
                <p14:cNvContentPartPr/>
                <p14:nvPr/>
              </p14:nvContentPartPr>
              <p14:xfrm>
                <a:off x="4114569" y="6611465"/>
                <a:ext cx="178920" cy="19440"/>
              </p14:xfrm>
            </p:contentPart>
          </mc:Choice>
          <mc:Fallback xmlns=""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40D450C4-042A-080E-5229-E3075D2E18B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73720" y="6580737"/>
                  <a:ext cx="259802" cy="81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39" name="잉크 338">
                  <a:extLst>
                    <a:ext uri="{FF2B5EF4-FFF2-40B4-BE49-F238E27FC236}">
                      <a16:creationId xmlns:a16="http://schemas.microsoft.com/office/drawing/2014/main" id="{33EBD3E2-9321-9346-C917-77AC0EE3F726}"/>
                    </a:ext>
                  </a:extLst>
                </p14:cNvPr>
                <p14:cNvContentPartPr/>
                <p14:nvPr/>
              </p14:nvContentPartPr>
              <p14:xfrm>
                <a:off x="4208529" y="6611465"/>
                <a:ext cx="1267200" cy="720"/>
              </p14:xfrm>
            </p:contentPart>
          </mc:Choice>
          <mc:Fallback xmlns="">
            <p:pic>
              <p:nvPicPr>
                <p:cNvPr id="339" name="잉크 338">
                  <a:extLst>
                    <a:ext uri="{FF2B5EF4-FFF2-40B4-BE49-F238E27FC236}">
                      <a16:creationId xmlns:a16="http://schemas.microsoft.com/office/drawing/2014/main" id="{33EBD3E2-9321-9346-C917-77AC0EE3F72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67625" y="6575465"/>
                  <a:ext cx="134819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41" name="잉크 340">
                  <a:extLst>
                    <a:ext uri="{FF2B5EF4-FFF2-40B4-BE49-F238E27FC236}">
                      <a16:creationId xmlns:a16="http://schemas.microsoft.com/office/drawing/2014/main" id="{3ACF4F06-5F8E-2C1C-E4FC-52BD71614F37}"/>
                    </a:ext>
                  </a:extLst>
                </p14:cNvPr>
                <p14:cNvContentPartPr/>
                <p14:nvPr/>
              </p14:nvContentPartPr>
              <p14:xfrm>
                <a:off x="5415609" y="6622985"/>
                <a:ext cx="586800" cy="12240"/>
              </p14:xfrm>
            </p:contentPart>
          </mc:Choice>
          <mc:Fallback xmlns="">
            <p:pic>
              <p:nvPicPr>
                <p:cNvPr id="341" name="잉크 340">
                  <a:extLst>
                    <a:ext uri="{FF2B5EF4-FFF2-40B4-BE49-F238E27FC236}">
                      <a16:creationId xmlns:a16="http://schemas.microsoft.com/office/drawing/2014/main" id="{3ACF4F06-5F8E-2C1C-E4FC-52BD71614F3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74688" y="6590774"/>
                  <a:ext cx="667823" cy="76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51CFD882-502F-46C6-F523-0F4DAD87F377}"/>
                    </a:ext>
                  </a:extLst>
                </p14:cNvPr>
                <p14:cNvContentPartPr/>
                <p14:nvPr/>
              </p14:nvContentPartPr>
              <p14:xfrm>
                <a:off x="5990169" y="6658625"/>
                <a:ext cx="4326840" cy="720"/>
              </p14:xfrm>
            </p:contentPart>
          </mc:Choice>
          <mc:Fallback xmlns=""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51CFD882-502F-46C6-F523-0F4DAD87F3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49249" y="6622625"/>
                  <a:ext cx="4407861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344" name="잉크 343">
                  <a:extLst>
                    <a:ext uri="{FF2B5EF4-FFF2-40B4-BE49-F238E27FC236}">
                      <a16:creationId xmlns:a16="http://schemas.microsoft.com/office/drawing/2014/main" id="{83299D04-2A1F-A39D-4564-BAED95697847}"/>
                    </a:ext>
                  </a:extLst>
                </p14:cNvPr>
                <p14:cNvContentPartPr/>
                <p14:nvPr/>
              </p14:nvContentPartPr>
              <p14:xfrm>
                <a:off x="11429769" y="6060665"/>
                <a:ext cx="360" cy="360"/>
              </p14:xfrm>
            </p:contentPart>
          </mc:Choice>
          <mc:Fallback xmlns="">
            <p:pic>
              <p:nvPicPr>
                <p:cNvPr id="344" name="잉크 343">
                  <a:extLst>
                    <a:ext uri="{FF2B5EF4-FFF2-40B4-BE49-F238E27FC236}">
                      <a16:creationId xmlns:a16="http://schemas.microsoft.com/office/drawing/2014/main" id="{83299D04-2A1F-A39D-4564-BAED9569784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411769" y="60426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345" name="잉크 344">
                  <a:extLst>
                    <a:ext uri="{FF2B5EF4-FFF2-40B4-BE49-F238E27FC236}">
                      <a16:creationId xmlns:a16="http://schemas.microsoft.com/office/drawing/2014/main" id="{9BB64593-A33C-AE25-E165-EDBA3984F0CD}"/>
                    </a:ext>
                  </a:extLst>
                </p14:cNvPr>
                <p14:cNvContentPartPr/>
                <p14:nvPr/>
              </p14:nvContentPartPr>
              <p14:xfrm>
                <a:off x="4103769" y="4302065"/>
                <a:ext cx="140040" cy="99360"/>
              </p14:xfrm>
            </p:contentPart>
          </mc:Choice>
          <mc:Fallback xmlns="">
            <p:pic>
              <p:nvPicPr>
                <p:cNvPr id="345" name="잉크 344">
                  <a:extLst>
                    <a:ext uri="{FF2B5EF4-FFF2-40B4-BE49-F238E27FC236}">
                      <a16:creationId xmlns:a16="http://schemas.microsoft.com/office/drawing/2014/main" id="{9BB64593-A33C-AE25-E165-EDBA3984F0C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63060" y="4270013"/>
                  <a:ext cx="220644" cy="1628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346" name="잉크 345">
                  <a:extLst>
                    <a:ext uri="{FF2B5EF4-FFF2-40B4-BE49-F238E27FC236}">
                      <a16:creationId xmlns:a16="http://schemas.microsoft.com/office/drawing/2014/main" id="{6816DB03-D5CF-629F-6AD0-B081B22A2240}"/>
                    </a:ext>
                  </a:extLst>
                </p14:cNvPr>
                <p14:cNvContentPartPr/>
                <p14:nvPr/>
              </p14:nvContentPartPr>
              <p14:xfrm>
                <a:off x="4216809" y="5555585"/>
                <a:ext cx="217080" cy="189360"/>
              </p14:xfrm>
            </p:contentPart>
          </mc:Choice>
          <mc:Fallback xmlns="">
            <p:pic>
              <p:nvPicPr>
                <p:cNvPr id="346" name="잉크 345">
                  <a:extLst>
                    <a:ext uri="{FF2B5EF4-FFF2-40B4-BE49-F238E27FC236}">
                      <a16:creationId xmlns:a16="http://schemas.microsoft.com/office/drawing/2014/main" id="{6816DB03-D5CF-629F-6AD0-B081B22A224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176004" y="5524132"/>
                  <a:ext cx="297873" cy="252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347" name="잉크 346">
                  <a:extLst>
                    <a:ext uri="{FF2B5EF4-FFF2-40B4-BE49-F238E27FC236}">
                      <a16:creationId xmlns:a16="http://schemas.microsoft.com/office/drawing/2014/main" id="{28557635-599B-517F-82D6-16366EB7B7AE}"/>
                    </a:ext>
                  </a:extLst>
                </p14:cNvPr>
                <p14:cNvContentPartPr/>
                <p14:nvPr/>
              </p14:nvContentPartPr>
              <p14:xfrm>
                <a:off x="5329569" y="5518505"/>
                <a:ext cx="205920" cy="189720"/>
              </p14:xfrm>
            </p:contentPart>
          </mc:Choice>
          <mc:Fallback xmlns="">
            <p:pic>
              <p:nvPicPr>
                <p:cNvPr id="347" name="잉크 346">
                  <a:extLst>
                    <a:ext uri="{FF2B5EF4-FFF2-40B4-BE49-F238E27FC236}">
                      <a16:creationId xmlns:a16="http://schemas.microsoft.com/office/drawing/2014/main" id="{28557635-599B-517F-82D6-16366EB7B7A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288712" y="5486458"/>
                  <a:ext cx="286817" cy="253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348" name="잉크 347">
                  <a:extLst>
                    <a:ext uri="{FF2B5EF4-FFF2-40B4-BE49-F238E27FC236}">
                      <a16:creationId xmlns:a16="http://schemas.microsoft.com/office/drawing/2014/main" id="{937AD671-2A39-F3D2-8BAC-DF6E26C1C625}"/>
                    </a:ext>
                  </a:extLst>
                </p14:cNvPr>
                <p14:cNvContentPartPr/>
                <p14:nvPr/>
              </p14:nvContentPartPr>
              <p14:xfrm>
                <a:off x="6671289" y="5449385"/>
                <a:ext cx="187920" cy="178200"/>
              </p14:xfrm>
            </p:contentPart>
          </mc:Choice>
          <mc:Fallback xmlns="">
            <p:pic>
              <p:nvPicPr>
                <p:cNvPr id="348" name="잉크 347">
                  <a:extLst>
                    <a:ext uri="{FF2B5EF4-FFF2-40B4-BE49-F238E27FC236}">
                      <a16:creationId xmlns:a16="http://schemas.microsoft.com/office/drawing/2014/main" id="{937AD671-2A39-F3D2-8BAC-DF6E26C1C62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630437" y="5417219"/>
                  <a:ext cx="268807" cy="2418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349" name="잉크 348">
                  <a:extLst>
                    <a:ext uri="{FF2B5EF4-FFF2-40B4-BE49-F238E27FC236}">
                      <a16:creationId xmlns:a16="http://schemas.microsoft.com/office/drawing/2014/main" id="{2B6A6CF8-2E15-BFA2-D95C-0251DA0C64A4}"/>
                    </a:ext>
                  </a:extLst>
                </p14:cNvPr>
                <p14:cNvContentPartPr/>
                <p14:nvPr/>
              </p14:nvContentPartPr>
              <p14:xfrm>
                <a:off x="8087889" y="5368025"/>
                <a:ext cx="191880" cy="199080"/>
              </p14:xfrm>
            </p:contentPart>
          </mc:Choice>
          <mc:Fallback xmlns="">
            <p:pic>
              <p:nvPicPr>
                <p:cNvPr id="349" name="잉크 348">
                  <a:extLst>
                    <a:ext uri="{FF2B5EF4-FFF2-40B4-BE49-F238E27FC236}">
                      <a16:creationId xmlns:a16="http://schemas.microsoft.com/office/drawing/2014/main" id="{2B6A6CF8-2E15-BFA2-D95C-0251DA0C64A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047063" y="5336558"/>
                  <a:ext cx="272715" cy="26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50" name="잉크 349">
                  <a:extLst>
                    <a:ext uri="{FF2B5EF4-FFF2-40B4-BE49-F238E27FC236}">
                      <a16:creationId xmlns:a16="http://schemas.microsoft.com/office/drawing/2014/main" id="{205B373D-23CD-0180-5B9A-137EC9934035}"/>
                    </a:ext>
                  </a:extLst>
                </p14:cNvPr>
                <p14:cNvContentPartPr/>
                <p14:nvPr/>
              </p14:nvContentPartPr>
              <p14:xfrm>
                <a:off x="9694569" y="5392865"/>
                <a:ext cx="179280" cy="164880"/>
              </p14:xfrm>
            </p:contentPart>
          </mc:Choice>
          <mc:Fallback xmlns="">
            <p:pic>
              <p:nvPicPr>
                <p:cNvPr id="350" name="잉크 349">
                  <a:extLst>
                    <a:ext uri="{FF2B5EF4-FFF2-40B4-BE49-F238E27FC236}">
                      <a16:creationId xmlns:a16="http://schemas.microsoft.com/office/drawing/2014/main" id="{205B373D-23CD-0180-5B9A-137EC993403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53824" y="5360787"/>
                  <a:ext cx="259956" cy="22839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7B962374-720F-FF91-009B-3F447FFE7FC9}"/>
                </a:ext>
              </a:extLst>
            </p:cNvPr>
            <p:cNvGrpSpPr/>
            <p:nvPr/>
          </p:nvGrpSpPr>
          <p:grpSpPr>
            <a:xfrm>
              <a:off x="4400769" y="5755745"/>
              <a:ext cx="146520" cy="632520"/>
              <a:chOff x="4400769" y="5755745"/>
              <a:chExt cx="146520" cy="6325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2">
                <p14:nvContentPartPr>
                  <p14:cNvPr id="351" name="잉크 350">
                    <a:extLst>
                      <a:ext uri="{FF2B5EF4-FFF2-40B4-BE49-F238E27FC236}">
                        <a16:creationId xmlns:a16="http://schemas.microsoft.com/office/drawing/2014/main" id="{591A4849-F0E7-B1BF-01C8-45D3DBBD949E}"/>
                      </a:ext>
                    </a:extLst>
                  </p14:cNvPr>
                  <p14:cNvContentPartPr/>
                  <p14:nvPr/>
                </p14:nvContentPartPr>
                <p14:xfrm>
                  <a:off x="4431009" y="5755745"/>
                  <a:ext cx="360" cy="632520"/>
                </p14:xfrm>
              </p:contentPart>
            </mc:Choice>
            <mc:Fallback xmlns="">
              <p:pic>
                <p:nvPicPr>
                  <p:cNvPr id="351" name="잉크 350">
                    <a:extLst>
                      <a:ext uri="{FF2B5EF4-FFF2-40B4-BE49-F238E27FC236}">
                        <a16:creationId xmlns:a16="http://schemas.microsoft.com/office/drawing/2014/main" id="{591A4849-F0E7-B1BF-01C8-45D3DBBD949E}"/>
                      </a:ext>
                    </a:extLst>
                  </p:cNvPr>
                  <p:cNvPicPr/>
                  <p:nvPr/>
                </p:nvPicPr>
                <p:blipFill>
                  <a:blip r:embed="rId273"/>
                  <a:stretch>
                    <a:fillRect/>
                  </a:stretch>
                </p:blipFill>
                <p:spPr>
                  <a:xfrm>
                    <a:off x="4413009" y="5723605"/>
                    <a:ext cx="36000" cy="6961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4">
                <p14:nvContentPartPr>
                  <p14:cNvPr id="352" name="잉크 351">
                    <a:extLst>
                      <a:ext uri="{FF2B5EF4-FFF2-40B4-BE49-F238E27FC236}">
                        <a16:creationId xmlns:a16="http://schemas.microsoft.com/office/drawing/2014/main" id="{97F3A94E-B9E3-6D0A-2063-580CB0DAD119}"/>
                      </a:ext>
                    </a:extLst>
                  </p14:cNvPr>
                  <p14:cNvContentPartPr/>
                  <p14:nvPr/>
                </p14:nvContentPartPr>
                <p14:xfrm>
                  <a:off x="4400769" y="6288545"/>
                  <a:ext cx="146520" cy="90360"/>
                </p14:xfrm>
              </p:contentPart>
            </mc:Choice>
            <mc:Fallback xmlns="">
              <p:pic>
                <p:nvPicPr>
                  <p:cNvPr id="352" name="잉크 351">
                    <a:extLst>
                      <a:ext uri="{FF2B5EF4-FFF2-40B4-BE49-F238E27FC236}">
                        <a16:creationId xmlns:a16="http://schemas.microsoft.com/office/drawing/2014/main" id="{97F3A94E-B9E3-6D0A-2063-580CB0DAD119}"/>
                      </a:ext>
                    </a:extLst>
                  </p:cNvPr>
                  <p:cNvPicPr/>
                  <p:nvPr/>
                </p:nvPicPr>
                <p:blipFill>
                  <a:blip r:embed="rId275"/>
                  <a:stretch>
                    <a:fillRect/>
                  </a:stretch>
                </p:blipFill>
                <p:spPr>
                  <a:xfrm>
                    <a:off x="4360069" y="6257143"/>
                    <a:ext cx="227106" cy="15380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55" name="그룹 354">
              <a:extLst>
                <a:ext uri="{FF2B5EF4-FFF2-40B4-BE49-F238E27FC236}">
                  <a16:creationId xmlns:a16="http://schemas.microsoft.com/office/drawing/2014/main" id="{423B3BBE-5B51-883A-8270-BEBC4E810EE1}"/>
                </a:ext>
              </a:extLst>
            </p:cNvPr>
            <p:cNvGrpSpPr/>
            <p:nvPr/>
          </p:nvGrpSpPr>
          <p:grpSpPr>
            <a:xfrm>
              <a:off x="5603529" y="5732345"/>
              <a:ext cx="199800" cy="738360"/>
              <a:chOff x="5603529" y="5732345"/>
              <a:chExt cx="199800" cy="738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6">
                <p14:nvContentPartPr>
                  <p14:cNvPr id="353" name="잉크 352">
                    <a:extLst>
                      <a:ext uri="{FF2B5EF4-FFF2-40B4-BE49-F238E27FC236}">
                        <a16:creationId xmlns:a16="http://schemas.microsoft.com/office/drawing/2014/main" id="{5C847FA5-18E9-DB89-74B5-B278EB568881}"/>
                      </a:ext>
                    </a:extLst>
                  </p14:cNvPr>
                  <p14:cNvContentPartPr/>
                  <p14:nvPr/>
                </p14:nvContentPartPr>
                <p14:xfrm>
                  <a:off x="5615049" y="5732345"/>
                  <a:ext cx="12600" cy="738360"/>
                </p14:xfrm>
              </p:contentPart>
            </mc:Choice>
            <mc:Fallback xmlns="">
              <p:pic>
                <p:nvPicPr>
                  <p:cNvPr id="353" name="잉크 352">
                    <a:extLst>
                      <a:ext uri="{FF2B5EF4-FFF2-40B4-BE49-F238E27FC236}">
                        <a16:creationId xmlns:a16="http://schemas.microsoft.com/office/drawing/2014/main" id="{5C847FA5-18E9-DB89-74B5-B278EB568881}"/>
                      </a:ext>
                    </a:extLst>
                  </p:cNvPr>
                  <p:cNvPicPr/>
                  <p:nvPr/>
                </p:nvPicPr>
                <p:blipFill>
                  <a:blip r:embed="rId277"/>
                  <a:stretch>
                    <a:fillRect/>
                  </a:stretch>
                </p:blipFill>
                <p:spPr>
                  <a:xfrm>
                    <a:off x="5575674" y="5700214"/>
                    <a:ext cx="90563" cy="8019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8">
                <p14:nvContentPartPr>
                  <p14:cNvPr id="354" name="잉크 353">
                    <a:extLst>
                      <a:ext uri="{FF2B5EF4-FFF2-40B4-BE49-F238E27FC236}">
                        <a16:creationId xmlns:a16="http://schemas.microsoft.com/office/drawing/2014/main" id="{8E213FB3-8D56-8D5B-B5C0-86F38F9DEC03}"/>
                      </a:ext>
                    </a:extLst>
                  </p14:cNvPr>
                  <p14:cNvContentPartPr/>
                  <p14:nvPr/>
                </p14:nvContentPartPr>
                <p14:xfrm>
                  <a:off x="5603529" y="6337145"/>
                  <a:ext cx="199800" cy="125640"/>
                </p14:xfrm>
              </p:contentPart>
            </mc:Choice>
            <mc:Fallback xmlns="">
              <p:pic>
                <p:nvPicPr>
                  <p:cNvPr id="354" name="잉크 353">
                    <a:extLst>
                      <a:ext uri="{FF2B5EF4-FFF2-40B4-BE49-F238E27FC236}">
                        <a16:creationId xmlns:a16="http://schemas.microsoft.com/office/drawing/2014/main" id="{8E213FB3-8D56-8D5B-B5C0-86F38F9DEC03}"/>
                      </a:ext>
                    </a:extLst>
                  </p:cNvPr>
                  <p:cNvPicPr/>
                  <p:nvPr/>
                </p:nvPicPr>
                <p:blipFill>
                  <a:blip r:embed="rId279"/>
                  <a:stretch>
                    <a:fillRect/>
                  </a:stretch>
                </p:blipFill>
                <p:spPr>
                  <a:xfrm>
                    <a:off x="5562753" y="6305094"/>
                    <a:ext cx="280536" cy="18910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5E021864-8517-3A09-00F4-93AE98C75F39}"/>
                </a:ext>
              </a:extLst>
            </p:cNvPr>
            <p:cNvGrpSpPr/>
            <p:nvPr/>
          </p:nvGrpSpPr>
          <p:grpSpPr>
            <a:xfrm>
              <a:off x="6775689" y="5662145"/>
              <a:ext cx="262440" cy="768600"/>
              <a:chOff x="6775689" y="5662145"/>
              <a:chExt cx="262440" cy="768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80">
                <p14:nvContentPartPr>
                  <p14:cNvPr id="357" name="잉크 356">
                    <a:extLst>
                      <a:ext uri="{FF2B5EF4-FFF2-40B4-BE49-F238E27FC236}">
                        <a16:creationId xmlns:a16="http://schemas.microsoft.com/office/drawing/2014/main" id="{AD0E2C9D-15AF-0C6E-7EB0-58E854C46179}"/>
                      </a:ext>
                    </a:extLst>
                  </p14:cNvPr>
                  <p14:cNvContentPartPr/>
                  <p14:nvPr/>
                </p14:nvContentPartPr>
                <p14:xfrm>
                  <a:off x="6829329" y="5662145"/>
                  <a:ext cx="134280" cy="768600"/>
                </p14:xfrm>
              </p:contentPart>
            </mc:Choice>
            <mc:Fallback xmlns="">
              <p:pic>
                <p:nvPicPr>
                  <p:cNvPr id="357" name="잉크 356">
                    <a:extLst>
                      <a:ext uri="{FF2B5EF4-FFF2-40B4-BE49-F238E27FC236}">
                        <a16:creationId xmlns:a16="http://schemas.microsoft.com/office/drawing/2014/main" id="{AD0E2C9D-15AF-0C6E-7EB0-58E854C46179}"/>
                      </a:ext>
                    </a:extLst>
                  </p:cNvPr>
                  <p:cNvPicPr/>
                  <p:nvPr/>
                </p:nvPicPr>
                <p:blipFill>
                  <a:blip r:embed="rId281"/>
                  <a:stretch>
                    <a:fillRect/>
                  </a:stretch>
                </p:blipFill>
                <p:spPr>
                  <a:xfrm>
                    <a:off x="6788638" y="5630013"/>
                    <a:ext cx="214848" cy="8322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2">
                <p14:nvContentPartPr>
                  <p14:cNvPr id="358" name="잉크 357">
                    <a:extLst>
                      <a:ext uri="{FF2B5EF4-FFF2-40B4-BE49-F238E27FC236}">
                        <a16:creationId xmlns:a16="http://schemas.microsoft.com/office/drawing/2014/main" id="{B8E2ABD4-A5E8-D230-A688-1D50BDDFDC42}"/>
                      </a:ext>
                    </a:extLst>
                  </p14:cNvPr>
                  <p14:cNvContentPartPr/>
                  <p14:nvPr/>
                </p14:nvContentPartPr>
                <p14:xfrm>
                  <a:off x="6775689" y="6306905"/>
                  <a:ext cx="262440" cy="106920"/>
                </p14:xfrm>
              </p:contentPart>
            </mc:Choice>
            <mc:Fallback xmlns="">
              <p:pic>
                <p:nvPicPr>
                  <p:cNvPr id="358" name="잉크 357">
                    <a:extLst>
                      <a:ext uri="{FF2B5EF4-FFF2-40B4-BE49-F238E27FC236}">
                        <a16:creationId xmlns:a16="http://schemas.microsoft.com/office/drawing/2014/main" id="{B8E2ABD4-A5E8-D230-A688-1D50BDDFDC42}"/>
                      </a:ext>
                    </a:extLst>
                  </p:cNvPr>
                  <p:cNvPicPr/>
                  <p:nvPr/>
                </p:nvPicPr>
                <p:blipFill>
                  <a:blip r:embed="rId283"/>
                  <a:stretch>
                    <a:fillRect/>
                  </a:stretch>
                </p:blipFill>
                <p:spPr>
                  <a:xfrm>
                    <a:off x="6734810" y="6274893"/>
                    <a:ext cx="343379" cy="17030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1" name="그룹 360">
              <a:extLst>
                <a:ext uri="{FF2B5EF4-FFF2-40B4-BE49-F238E27FC236}">
                  <a16:creationId xmlns:a16="http://schemas.microsoft.com/office/drawing/2014/main" id="{1643754E-F86F-E69A-4CB8-BF9EDDF92DAF}"/>
                </a:ext>
              </a:extLst>
            </p:cNvPr>
            <p:cNvGrpSpPr/>
            <p:nvPr/>
          </p:nvGrpSpPr>
          <p:grpSpPr>
            <a:xfrm>
              <a:off x="8393529" y="5615345"/>
              <a:ext cx="197640" cy="830880"/>
              <a:chOff x="8393529" y="5615345"/>
              <a:chExt cx="197640" cy="830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84">
                <p14:nvContentPartPr>
                  <p14:cNvPr id="359" name="잉크 358">
                    <a:extLst>
                      <a:ext uri="{FF2B5EF4-FFF2-40B4-BE49-F238E27FC236}">
                        <a16:creationId xmlns:a16="http://schemas.microsoft.com/office/drawing/2014/main" id="{FBC8491A-7E97-0267-C135-0B913EC89888}"/>
                      </a:ext>
                    </a:extLst>
                  </p14:cNvPr>
                  <p14:cNvContentPartPr/>
                  <p14:nvPr/>
                </p14:nvContentPartPr>
                <p14:xfrm>
                  <a:off x="8404689" y="5615345"/>
                  <a:ext cx="12960" cy="780840"/>
                </p14:xfrm>
              </p:contentPart>
            </mc:Choice>
            <mc:Fallback xmlns="">
              <p:pic>
                <p:nvPicPr>
                  <p:cNvPr id="359" name="잉크 358">
                    <a:extLst>
                      <a:ext uri="{FF2B5EF4-FFF2-40B4-BE49-F238E27FC236}">
                        <a16:creationId xmlns:a16="http://schemas.microsoft.com/office/drawing/2014/main" id="{FBC8491A-7E97-0267-C135-0B913EC89888}"/>
                      </a:ext>
                    </a:extLst>
                  </p:cNvPr>
                  <p:cNvPicPr/>
                  <p:nvPr/>
                </p:nvPicPr>
                <p:blipFill>
                  <a:blip r:embed="rId285"/>
                  <a:stretch>
                    <a:fillRect/>
                  </a:stretch>
                </p:blipFill>
                <p:spPr>
                  <a:xfrm>
                    <a:off x="8366571" y="5583212"/>
                    <a:ext cx="88433" cy="8444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6">
                <p14:nvContentPartPr>
                  <p14:cNvPr id="360" name="잉크 359">
                    <a:extLst>
                      <a:ext uri="{FF2B5EF4-FFF2-40B4-BE49-F238E27FC236}">
                        <a16:creationId xmlns:a16="http://schemas.microsoft.com/office/drawing/2014/main" id="{E230E3DC-F541-6D73-D72B-F37E10A07784}"/>
                      </a:ext>
                    </a:extLst>
                  </p14:cNvPr>
                  <p14:cNvContentPartPr/>
                  <p14:nvPr/>
                </p14:nvContentPartPr>
                <p14:xfrm>
                  <a:off x="8393529" y="6307625"/>
                  <a:ext cx="197640" cy="138600"/>
                </p14:xfrm>
              </p:contentPart>
            </mc:Choice>
            <mc:Fallback xmlns="">
              <p:pic>
                <p:nvPicPr>
                  <p:cNvPr id="360" name="잉크 359">
                    <a:extLst>
                      <a:ext uri="{FF2B5EF4-FFF2-40B4-BE49-F238E27FC236}">
                        <a16:creationId xmlns:a16="http://schemas.microsoft.com/office/drawing/2014/main" id="{E230E3DC-F541-6D73-D72B-F37E10A07784}"/>
                      </a:ext>
                    </a:extLst>
                  </p:cNvPr>
                  <p:cNvPicPr/>
                  <p:nvPr/>
                </p:nvPicPr>
                <p:blipFill>
                  <a:blip r:embed="rId287"/>
                  <a:stretch>
                    <a:fillRect/>
                  </a:stretch>
                </p:blipFill>
                <p:spPr>
                  <a:xfrm>
                    <a:off x="8352694" y="6275542"/>
                    <a:ext cx="278493" cy="20212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F8BB9628-326F-9574-69E2-D4CB127EECA6}"/>
                </a:ext>
              </a:extLst>
            </p:cNvPr>
            <p:cNvGrpSpPr/>
            <p:nvPr/>
          </p:nvGrpSpPr>
          <p:grpSpPr>
            <a:xfrm>
              <a:off x="9905889" y="5591585"/>
              <a:ext cx="272160" cy="843480"/>
              <a:chOff x="9905889" y="5591585"/>
              <a:chExt cx="272160" cy="843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88">
                <p14:nvContentPartPr>
                  <p14:cNvPr id="363" name="잉크 362">
                    <a:extLst>
                      <a:ext uri="{FF2B5EF4-FFF2-40B4-BE49-F238E27FC236}">
                        <a16:creationId xmlns:a16="http://schemas.microsoft.com/office/drawing/2014/main" id="{E7A7CCA5-B2D8-6DCB-D27C-49DA041A4CC3}"/>
                      </a:ext>
                    </a:extLst>
                  </p14:cNvPr>
                  <p14:cNvContentPartPr/>
                  <p14:nvPr/>
                </p14:nvContentPartPr>
                <p14:xfrm>
                  <a:off x="9999489" y="5591585"/>
                  <a:ext cx="12600" cy="843480"/>
                </p14:xfrm>
              </p:contentPart>
            </mc:Choice>
            <mc:Fallback xmlns="">
              <p:pic>
                <p:nvPicPr>
                  <p:cNvPr id="363" name="잉크 362">
                    <a:extLst>
                      <a:ext uri="{FF2B5EF4-FFF2-40B4-BE49-F238E27FC236}">
                        <a16:creationId xmlns:a16="http://schemas.microsoft.com/office/drawing/2014/main" id="{E7A7CCA5-B2D8-6DCB-D27C-49DA041A4CC3}"/>
                      </a:ext>
                    </a:extLst>
                  </p:cNvPr>
                  <p:cNvPicPr/>
                  <p:nvPr/>
                </p:nvPicPr>
                <p:blipFill>
                  <a:blip r:embed="rId289"/>
                  <a:stretch>
                    <a:fillRect/>
                  </a:stretch>
                </p:blipFill>
                <p:spPr>
                  <a:xfrm>
                    <a:off x="9960114" y="5560107"/>
                    <a:ext cx="90563" cy="9070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0">
                <p14:nvContentPartPr>
                  <p14:cNvPr id="364" name="잉크 363">
                    <a:extLst>
                      <a:ext uri="{FF2B5EF4-FFF2-40B4-BE49-F238E27FC236}">
                        <a16:creationId xmlns:a16="http://schemas.microsoft.com/office/drawing/2014/main" id="{44209D96-A1BB-5BED-F5C3-6ED060814B88}"/>
                      </a:ext>
                    </a:extLst>
                  </p14:cNvPr>
                  <p14:cNvContentPartPr/>
                  <p14:nvPr/>
                </p14:nvContentPartPr>
                <p14:xfrm>
                  <a:off x="9905889" y="6277745"/>
                  <a:ext cx="272160" cy="153000"/>
                </p14:xfrm>
              </p:contentPart>
            </mc:Choice>
            <mc:Fallback xmlns="">
              <p:pic>
                <p:nvPicPr>
                  <p:cNvPr id="364" name="잉크 363">
                    <a:extLst>
                      <a:ext uri="{FF2B5EF4-FFF2-40B4-BE49-F238E27FC236}">
                        <a16:creationId xmlns:a16="http://schemas.microsoft.com/office/drawing/2014/main" id="{44209D96-A1BB-5BED-F5C3-6ED060814B88}"/>
                      </a:ext>
                    </a:extLst>
                  </p:cNvPr>
                  <p:cNvPicPr/>
                  <p:nvPr/>
                </p:nvPicPr>
                <p:blipFill>
                  <a:blip r:embed="rId291"/>
                  <a:stretch>
                    <a:fillRect/>
                  </a:stretch>
                </p:blipFill>
                <p:spPr>
                  <a:xfrm>
                    <a:off x="9865024" y="6245737"/>
                    <a:ext cx="353072" cy="21637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69" name="그룹 368">
              <a:extLst>
                <a:ext uri="{FF2B5EF4-FFF2-40B4-BE49-F238E27FC236}">
                  <a16:creationId xmlns:a16="http://schemas.microsoft.com/office/drawing/2014/main" id="{B83C8671-3881-EA60-CF89-D6BADC1DF586}"/>
                </a:ext>
              </a:extLst>
            </p:cNvPr>
            <p:cNvGrpSpPr/>
            <p:nvPr/>
          </p:nvGrpSpPr>
          <p:grpSpPr>
            <a:xfrm>
              <a:off x="4149129" y="4337345"/>
              <a:ext cx="151200" cy="358200"/>
              <a:chOff x="4149129" y="4337345"/>
              <a:chExt cx="151200" cy="358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92">
                <p14:nvContentPartPr>
                  <p14:cNvPr id="366" name="잉크 365">
                    <a:extLst>
                      <a:ext uri="{FF2B5EF4-FFF2-40B4-BE49-F238E27FC236}">
                        <a16:creationId xmlns:a16="http://schemas.microsoft.com/office/drawing/2014/main" id="{C8ED738A-80AF-ECDA-676A-F835B989722D}"/>
                      </a:ext>
                    </a:extLst>
                  </p14:cNvPr>
                  <p14:cNvContentPartPr/>
                  <p14:nvPr/>
                </p14:nvContentPartPr>
                <p14:xfrm>
                  <a:off x="4149129" y="4360745"/>
                  <a:ext cx="71280" cy="84600"/>
                </p14:xfrm>
              </p:contentPart>
            </mc:Choice>
            <mc:Fallback xmlns="">
              <p:pic>
                <p:nvPicPr>
                  <p:cNvPr id="366" name="잉크 365">
                    <a:extLst>
                      <a:ext uri="{FF2B5EF4-FFF2-40B4-BE49-F238E27FC236}">
                        <a16:creationId xmlns:a16="http://schemas.microsoft.com/office/drawing/2014/main" id="{C8ED738A-80AF-ECDA-676A-F835B989722D}"/>
                      </a:ext>
                    </a:extLst>
                  </p:cNvPr>
                  <p:cNvPicPr/>
                  <p:nvPr/>
                </p:nvPicPr>
                <p:blipFill>
                  <a:blip r:embed="rId293"/>
                  <a:stretch>
                    <a:fillRect/>
                  </a:stretch>
                </p:blipFill>
                <p:spPr>
                  <a:xfrm>
                    <a:off x="4135359" y="4349850"/>
                    <a:ext cx="98820" cy="1063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4">
                <p14:nvContentPartPr>
                  <p14:cNvPr id="367" name="잉크 366">
                    <a:extLst>
                      <a:ext uri="{FF2B5EF4-FFF2-40B4-BE49-F238E27FC236}">
                        <a16:creationId xmlns:a16="http://schemas.microsoft.com/office/drawing/2014/main" id="{5A97094A-3904-6006-BA85-8646CBED0EB8}"/>
                      </a:ext>
                    </a:extLst>
                  </p14:cNvPr>
                  <p14:cNvContentPartPr/>
                  <p14:nvPr/>
                </p14:nvContentPartPr>
                <p14:xfrm>
                  <a:off x="4224729" y="4337345"/>
                  <a:ext cx="75600" cy="85680"/>
                </p14:xfrm>
              </p:contentPart>
            </mc:Choice>
            <mc:Fallback xmlns="">
              <p:pic>
                <p:nvPicPr>
                  <p:cNvPr id="367" name="잉크 366">
                    <a:extLst>
                      <a:ext uri="{FF2B5EF4-FFF2-40B4-BE49-F238E27FC236}">
                        <a16:creationId xmlns:a16="http://schemas.microsoft.com/office/drawing/2014/main" id="{5A97094A-3904-6006-BA85-8646CBED0EB8}"/>
                      </a:ext>
                    </a:extLst>
                  </p:cNvPr>
                  <p:cNvPicPr/>
                  <p:nvPr/>
                </p:nvPicPr>
                <p:blipFill>
                  <a:blip r:embed="rId295"/>
                  <a:stretch>
                    <a:fillRect/>
                  </a:stretch>
                </p:blipFill>
                <p:spPr>
                  <a:xfrm>
                    <a:off x="4210910" y="4326393"/>
                    <a:ext cx="103239" cy="1075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6">
                <p14:nvContentPartPr>
                  <p14:cNvPr id="368" name="잉크 367">
                    <a:extLst>
                      <a:ext uri="{FF2B5EF4-FFF2-40B4-BE49-F238E27FC236}">
                        <a16:creationId xmlns:a16="http://schemas.microsoft.com/office/drawing/2014/main" id="{FB561CFE-9CB2-B090-EB9E-9DBC042D8E69}"/>
                      </a:ext>
                    </a:extLst>
                  </p14:cNvPr>
                  <p14:cNvContentPartPr/>
                  <p14:nvPr/>
                </p14:nvContentPartPr>
                <p14:xfrm>
                  <a:off x="4242729" y="4372625"/>
                  <a:ext cx="29160" cy="322920"/>
                </p14:xfrm>
              </p:contentPart>
            </mc:Choice>
            <mc:Fallback xmlns="">
              <p:pic>
                <p:nvPicPr>
                  <p:cNvPr id="368" name="잉크 367">
                    <a:extLst>
                      <a:ext uri="{FF2B5EF4-FFF2-40B4-BE49-F238E27FC236}">
                        <a16:creationId xmlns:a16="http://schemas.microsoft.com/office/drawing/2014/main" id="{FB561CFE-9CB2-B090-EB9E-9DBC042D8E69}"/>
                      </a:ext>
                    </a:extLst>
                  </p:cNvPr>
                  <p:cNvPicPr/>
                  <p:nvPr/>
                </p:nvPicPr>
                <p:blipFill>
                  <a:blip r:embed="rId297"/>
                  <a:stretch>
                    <a:fillRect/>
                  </a:stretch>
                </p:blipFill>
                <p:spPr>
                  <a:xfrm>
                    <a:off x="4228959" y="4361689"/>
                    <a:ext cx="56700" cy="34479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F44E39F8-CDB9-FEB1-0C30-59453AB9C318}"/>
                </a:ext>
              </a:extLst>
            </p:cNvPr>
            <p:cNvGrpSpPr/>
            <p:nvPr/>
          </p:nvGrpSpPr>
          <p:grpSpPr>
            <a:xfrm>
              <a:off x="5277009" y="4372625"/>
              <a:ext cx="133920" cy="297360"/>
              <a:chOff x="5277009" y="4372625"/>
              <a:chExt cx="133920" cy="297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98">
                <p14:nvContentPartPr>
                  <p14:cNvPr id="370" name="잉크 369">
                    <a:extLst>
                      <a:ext uri="{FF2B5EF4-FFF2-40B4-BE49-F238E27FC236}">
                        <a16:creationId xmlns:a16="http://schemas.microsoft.com/office/drawing/2014/main" id="{23D6D1B3-CEC0-611E-0317-6C88E7D05073}"/>
                      </a:ext>
                    </a:extLst>
                  </p14:cNvPr>
                  <p14:cNvContentPartPr/>
                  <p14:nvPr/>
                </p14:nvContentPartPr>
                <p14:xfrm>
                  <a:off x="5277009" y="4372625"/>
                  <a:ext cx="104040" cy="75600"/>
                </p14:xfrm>
              </p:contentPart>
            </mc:Choice>
            <mc:Fallback xmlns="">
              <p:pic>
                <p:nvPicPr>
                  <p:cNvPr id="370" name="잉크 369">
                    <a:extLst>
                      <a:ext uri="{FF2B5EF4-FFF2-40B4-BE49-F238E27FC236}">
                        <a16:creationId xmlns:a16="http://schemas.microsoft.com/office/drawing/2014/main" id="{23D6D1B3-CEC0-611E-0317-6C88E7D05073}"/>
                      </a:ext>
                    </a:extLst>
                  </p:cNvPr>
                  <p:cNvPicPr/>
                  <p:nvPr/>
                </p:nvPicPr>
                <p:blipFill>
                  <a:blip r:embed="rId299"/>
                  <a:stretch>
                    <a:fillRect/>
                  </a:stretch>
                </p:blipFill>
                <p:spPr>
                  <a:xfrm>
                    <a:off x="5263191" y="4361733"/>
                    <a:ext cx="131676" cy="973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0">
                <p14:nvContentPartPr>
                  <p14:cNvPr id="371" name="잉크 370">
                    <a:extLst>
                      <a:ext uri="{FF2B5EF4-FFF2-40B4-BE49-F238E27FC236}">
                        <a16:creationId xmlns:a16="http://schemas.microsoft.com/office/drawing/2014/main" id="{6B5F0736-F4A0-1603-1CD0-58E6B2AB632C}"/>
                      </a:ext>
                    </a:extLst>
                  </p14:cNvPr>
                  <p14:cNvContentPartPr/>
                  <p14:nvPr/>
                </p14:nvContentPartPr>
                <p14:xfrm>
                  <a:off x="5333889" y="4376945"/>
                  <a:ext cx="77040" cy="27000"/>
                </p14:xfrm>
              </p:contentPart>
            </mc:Choice>
            <mc:Fallback xmlns="">
              <p:pic>
                <p:nvPicPr>
                  <p:cNvPr id="371" name="잉크 370">
                    <a:extLst>
                      <a:ext uri="{FF2B5EF4-FFF2-40B4-BE49-F238E27FC236}">
                        <a16:creationId xmlns:a16="http://schemas.microsoft.com/office/drawing/2014/main" id="{6B5F0736-F4A0-1603-1CD0-58E6B2AB632C}"/>
                      </a:ext>
                    </a:extLst>
                  </p:cNvPr>
                  <p:cNvPicPr/>
                  <p:nvPr/>
                </p:nvPicPr>
                <p:blipFill>
                  <a:blip r:embed="rId301"/>
                  <a:stretch>
                    <a:fillRect/>
                  </a:stretch>
                </p:blipFill>
                <p:spPr>
                  <a:xfrm>
                    <a:off x="5320103" y="4366016"/>
                    <a:ext cx="104612" cy="488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2">
                <p14:nvContentPartPr>
                  <p14:cNvPr id="372" name="잉크 371">
                    <a:extLst>
                      <a:ext uri="{FF2B5EF4-FFF2-40B4-BE49-F238E27FC236}">
                        <a16:creationId xmlns:a16="http://schemas.microsoft.com/office/drawing/2014/main" id="{CF1FEA29-71E9-B427-42D5-95F65CC496BC}"/>
                      </a:ext>
                    </a:extLst>
                  </p14:cNvPr>
                  <p14:cNvContentPartPr/>
                  <p14:nvPr/>
                </p14:nvContentPartPr>
                <p14:xfrm>
                  <a:off x="5368809" y="4372625"/>
                  <a:ext cx="5040" cy="297360"/>
                </p14:xfrm>
              </p:contentPart>
            </mc:Choice>
            <mc:Fallback xmlns="">
              <p:pic>
                <p:nvPicPr>
                  <p:cNvPr id="372" name="잉크 371">
                    <a:extLst>
                      <a:ext uri="{FF2B5EF4-FFF2-40B4-BE49-F238E27FC236}">
                        <a16:creationId xmlns:a16="http://schemas.microsoft.com/office/drawing/2014/main" id="{CF1FEA29-71E9-B427-42D5-95F65CC496BC}"/>
                      </a:ext>
                    </a:extLst>
                  </p:cNvPr>
                  <p:cNvPicPr/>
                  <p:nvPr/>
                </p:nvPicPr>
                <p:blipFill>
                  <a:blip r:embed="rId303"/>
                  <a:stretch>
                    <a:fillRect/>
                  </a:stretch>
                </p:blipFill>
                <p:spPr>
                  <a:xfrm>
                    <a:off x="5356569" y="4361707"/>
                    <a:ext cx="29520" cy="31919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8" name="그룹 377">
              <a:extLst>
                <a:ext uri="{FF2B5EF4-FFF2-40B4-BE49-F238E27FC236}">
                  <a16:creationId xmlns:a16="http://schemas.microsoft.com/office/drawing/2014/main" id="{606E9706-2BB6-D81A-1FC7-9A5CB47D9713}"/>
                </a:ext>
              </a:extLst>
            </p:cNvPr>
            <p:cNvGrpSpPr/>
            <p:nvPr/>
          </p:nvGrpSpPr>
          <p:grpSpPr>
            <a:xfrm>
              <a:off x="6570849" y="4278665"/>
              <a:ext cx="185040" cy="274320"/>
              <a:chOff x="6570849" y="4278665"/>
              <a:chExt cx="185040" cy="274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4">
                <p14:nvContentPartPr>
                  <p14:cNvPr id="374" name="잉크 373">
                    <a:extLst>
                      <a:ext uri="{FF2B5EF4-FFF2-40B4-BE49-F238E27FC236}">
                        <a16:creationId xmlns:a16="http://schemas.microsoft.com/office/drawing/2014/main" id="{4A79988D-DB98-2132-E27B-61B71AEAAAC7}"/>
                      </a:ext>
                    </a:extLst>
                  </p14:cNvPr>
                  <p14:cNvContentPartPr/>
                  <p14:nvPr/>
                </p14:nvContentPartPr>
                <p14:xfrm>
                  <a:off x="6570849" y="4278665"/>
                  <a:ext cx="135000" cy="116640"/>
                </p14:xfrm>
              </p:contentPart>
            </mc:Choice>
            <mc:Fallback xmlns="">
              <p:pic>
                <p:nvPicPr>
                  <p:cNvPr id="374" name="잉크 373">
                    <a:extLst>
                      <a:ext uri="{FF2B5EF4-FFF2-40B4-BE49-F238E27FC236}">
                        <a16:creationId xmlns:a16="http://schemas.microsoft.com/office/drawing/2014/main" id="{4A79988D-DB98-2132-E27B-61B71AEAAAC7}"/>
                      </a:ext>
                    </a:extLst>
                  </p:cNvPr>
                  <p:cNvPicPr/>
                  <p:nvPr/>
                </p:nvPicPr>
                <p:blipFill>
                  <a:blip r:embed="rId305"/>
                  <a:stretch>
                    <a:fillRect/>
                  </a:stretch>
                </p:blipFill>
                <p:spPr>
                  <a:xfrm>
                    <a:off x="6556940" y="4267770"/>
                    <a:ext cx="162818" cy="1384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6">
                <p14:nvContentPartPr>
                  <p14:cNvPr id="375" name="잉크 374">
                    <a:extLst>
                      <a:ext uri="{FF2B5EF4-FFF2-40B4-BE49-F238E27FC236}">
                        <a16:creationId xmlns:a16="http://schemas.microsoft.com/office/drawing/2014/main" id="{77FA6A84-F76E-245B-D9D0-A099479C8FBC}"/>
                      </a:ext>
                    </a:extLst>
                  </p14:cNvPr>
                  <p14:cNvContentPartPr/>
                  <p14:nvPr/>
                </p14:nvContentPartPr>
                <p14:xfrm>
                  <a:off x="6670209" y="4311425"/>
                  <a:ext cx="85680" cy="46080"/>
                </p14:xfrm>
              </p:contentPart>
            </mc:Choice>
            <mc:Fallback xmlns="">
              <p:pic>
                <p:nvPicPr>
                  <p:cNvPr id="375" name="잉크 374">
                    <a:extLst>
                      <a:ext uri="{FF2B5EF4-FFF2-40B4-BE49-F238E27FC236}">
                        <a16:creationId xmlns:a16="http://schemas.microsoft.com/office/drawing/2014/main" id="{77FA6A84-F76E-245B-D9D0-A099479C8FBC}"/>
                      </a:ext>
                    </a:extLst>
                  </p:cNvPr>
                  <p:cNvPicPr/>
                  <p:nvPr/>
                </p:nvPicPr>
                <p:blipFill>
                  <a:blip r:embed="rId307"/>
                  <a:stretch>
                    <a:fillRect/>
                  </a:stretch>
                </p:blipFill>
                <p:spPr>
                  <a:xfrm>
                    <a:off x="6656337" y="4300545"/>
                    <a:ext cx="113424" cy="6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8">
                <p14:nvContentPartPr>
                  <p14:cNvPr id="377" name="잉크 376">
                    <a:extLst>
                      <a:ext uri="{FF2B5EF4-FFF2-40B4-BE49-F238E27FC236}">
                        <a16:creationId xmlns:a16="http://schemas.microsoft.com/office/drawing/2014/main" id="{F3DDAB79-97BD-4CFF-A4F6-64D0B3C63331}"/>
                      </a:ext>
                    </a:extLst>
                  </p14:cNvPr>
                  <p14:cNvContentPartPr/>
                  <p14:nvPr/>
                </p14:nvContentPartPr>
                <p14:xfrm>
                  <a:off x="6682089" y="4313945"/>
                  <a:ext cx="5040" cy="239040"/>
                </p14:xfrm>
              </p:contentPart>
            </mc:Choice>
            <mc:Fallback xmlns="">
              <p:pic>
                <p:nvPicPr>
                  <p:cNvPr id="377" name="잉크 376">
                    <a:extLst>
                      <a:ext uri="{FF2B5EF4-FFF2-40B4-BE49-F238E27FC236}">
                        <a16:creationId xmlns:a16="http://schemas.microsoft.com/office/drawing/2014/main" id="{F3DDAB79-97BD-4CFF-A4F6-64D0B3C63331}"/>
                      </a:ext>
                    </a:extLst>
                  </p:cNvPr>
                  <p:cNvPicPr/>
                  <p:nvPr/>
                </p:nvPicPr>
                <p:blipFill>
                  <a:blip r:embed="rId309"/>
                  <a:stretch>
                    <a:fillRect/>
                  </a:stretch>
                </p:blipFill>
                <p:spPr>
                  <a:xfrm>
                    <a:off x="6669849" y="4303021"/>
                    <a:ext cx="29520" cy="26088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302DAA19-DD10-125C-8EB3-50F63CA6D79C}"/>
                </a:ext>
              </a:extLst>
            </p:cNvPr>
            <p:cNvGrpSpPr/>
            <p:nvPr/>
          </p:nvGrpSpPr>
          <p:grpSpPr>
            <a:xfrm>
              <a:off x="8092929" y="4302065"/>
              <a:ext cx="180000" cy="304560"/>
              <a:chOff x="8092929" y="4302065"/>
              <a:chExt cx="180000" cy="304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0">
                <p14:nvContentPartPr>
                  <p14:cNvPr id="379" name="잉크 378">
                    <a:extLst>
                      <a:ext uri="{FF2B5EF4-FFF2-40B4-BE49-F238E27FC236}">
                        <a16:creationId xmlns:a16="http://schemas.microsoft.com/office/drawing/2014/main" id="{8EF2B0C0-4876-A9DF-1F6F-C74EE42BCC49}"/>
                      </a:ext>
                    </a:extLst>
                  </p14:cNvPr>
                  <p14:cNvContentPartPr/>
                  <p14:nvPr/>
                </p14:nvContentPartPr>
                <p14:xfrm>
                  <a:off x="8092929" y="4302065"/>
                  <a:ext cx="101520" cy="95400"/>
                </p14:xfrm>
              </p:contentPart>
            </mc:Choice>
            <mc:Fallback xmlns="">
              <p:pic>
                <p:nvPicPr>
                  <p:cNvPr id="379" name="잉크 378">
                    <a:extLst>
                      <a:ext uri="{FF2B5EF4-FFF2-40B4-BE49-F238E27FC236}">
                        <a16:creationId xmlns:a16="http://schemas.microsoft.com/office/drawing/2014/main" id="{8EF2B0C0-4876-A9DF-1F6F-C74EE42BCC49}"/>
                      </a:ext>
                    </a:extLst>
                  </p:cNvPr>
                  <p:cNvPicPr/>
                  <p:nvPr/>
                </p:nvPicPr>
                <p:blipFill>
                  <a:blip r:embed="rId311"/>
                  <a:stretch>
                    <a:fillRect/>
                  </a:stretch>
                </p:blipFill>
                <p:spPr>
                  <a:xfrm>
                    <a:off x="8079122" y="4291180"/>
                    <a:ext cx="129133" cy="117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2">
                <p14:nvContentPartPr>
                  <p14:cNvPr id="380" name="잉크 379">
                    <a:extLst>
                      <a:ext uri="{FF2B5EF4-FFF2-40B4-BE49-F238E27FC236}">
                        <a16:creationId xmlns:a16="http://schemas.microsoft.com/office/drawing/2014/main" id="{0CCED33A-06AD-2041-4F3E-B3D7B52F6891}"/>
                      </a:ext>
                    </a:extLst>
                  </p14:cNvPr>
                  <p14:cNvContentPartPr/>
                  <p14:nvPr/>
                </p14:nvContentPartPr>
                <p14:xfrm>
                  <a:off x="8159169" y="4302065"/>
                  <a:ext cx="113760" cy="105840"/>
                </p14:xfrm>
              </p:contentPart>
            </mc:Choice>
            <mc:Fallback xmlns="">
              <p:pic>
                <p:nvPicPr>
                  <p:cNvPr id="380" name="잉크 379">
                    <a:extLst>
                      <a:ext uri="{FF2B5EF4-FFF2-40B4-BE49-F238E27FC236}">
                        <a16:creationId xmlns:a16="http://schemas.microsoft.com/office/drawing/2014/main" id="{0CCED33A-06AD-2041-4F3E-B3D7B52F6891}"/>
                      </a:ext>
                    </a:extLst>
                  </p:cNvPr>
                  <p:cNvPicPr/>
                  <p:nvPr/>
                </p:nvPicPr>
                <p:blipFill>
                  <a:blip r:embed="rId313"/>
                  <a:stretch>
                    <a:fillRect/>
                  </a:stretch>
                </p:blipFill>
                <p:spPr>
                  <a:xfrm>
                    <a:off x="8145355" y="4291160"/>
                    <a:ext cx="141387" cy="1276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4">
                <p14:nvContentPartPr>
                  <p14:cNvPr id="381" name="잉크 380">
                    <a:extLst>
                      <a:ext uri="{FF2B5EF4-FFF2-40B4-BE49-F238E27FC236}">
                        <a16:creationId xmlns:a16="http://schemas.microsoft.com/office/drawing/2014/main" id="{BF17602D-3765-2B0D-778D-38C7CE58B2E0}"/>
                      </a:ext>
                    </a:extLst>
                  </p14:cNvPr>
                  <p14:cNvContentPartPr/>
                  <p14:nvPr/>
                </p14:nvContentPartPr>
                <p14:xfrm>
                  <a:off x="8169969" y="4360745"/>
                  <a:ext cx="24840" cy="245880"/>
                </p14:xfrm>
              </p:contentPart>
            </mc:Choice>
            <mc:Fallback xmlns="">
              <p:pic>
                <p:nvPicPr>
                  <p:cNvPr id="381" name="잉크 380">
                    <a:extLst>
                      <a:ext uri="{FF2B5EF4-FFF2-40B4-BE49-F238E27FC236}">
                        <a16:creationId xmlns:a16="http://schemas.microsoft.com/office/drawing/2014/main" id="{BF17602D-3765-2B0D-778D-38C7CE58B2E0}"/>
                      </a:ext>
                    </a:extLst>
                  </p:cNvPr>
                  <p:cNvPicPr/>
                  <p:nvPr/>
                </p:nvPicPr>
                <p:blipFill>
                  <a:blip r:embed="rId315"/>
                  <a:stretch>
                    <a:fillRect/>
                  </a:stretch>
                </p:blipFill>
                <p:spPr>
                  <a:xfrm>
                    <a:off x="8156347" y="4349831"/>
                    <a:ext cx="52084" cy="26770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7" name="그룹 386">
              <a:extLst>
                <a:ext uri="{FF2B5EF4-FFF2-40B4-BE49-F238E27FC236}">
                  <a16:creationId xmlns:a16="http://schemas.microsoft.com/office/drawing/2014/main" id="{1002DE1F-4B40-65E3-1506-855ADD11C978}"/>
                </a:ext>
              </a:extLst>
            </p:cNvPr>
            <p:cNvGrpSpPr/>
            <p:nvPr/>
          </p:nvGrpSpPr>
          <p:grpSpPr>
            <a:xfrm>
              <a:off x="9663609" y="4267145"/>
              <a:ext cx="182880" cy="301320"/>
              <a:chOff x="9663609" y="4267145"/>
              <a:chExt cx="182880" cy="301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6">
                <p14:nvContentPartPr>
                  <p14:cNvPr id="383" name="잉크 382">
                    <a:extLst>
                      <a:ext uri="{FF2B5EF4-FFF2-40B4-BE49-F238E27FC236}">
                        <a16:creationId xmlns:a16="http://schemas.microsoft.com/office/drawing/2014/main" id="{A87A51B8-3390-9924-6D09-43504B0AEF1D}"/>
                      </a:ext>
                    </a:extLst>
                  </p14:cNvPr>
                  <p14:cNvContentPartPr/>
                  <p14:nvPr/>
                </p14:nvContentPartPr>
                <p14:xfrm>
                  <a:off x="9663609" y="4302065"/>
                  <a:ext cx="113400" cy="69480"/>
                </p14:xfrm>
              </p:contentPart>
            </mc:Choice>
            <mc:Fallback xmlns="">
              <p:pic>
                <p:nvPicPr>
                  <p:cNvPr id="383" name="잉크 382">
                    <a:extLst>
                      <a:ext uri="{FF2B5EF4-FFF2-40B4-BE49-F238E27FC236}">
                        <a16:creationId xmlns:a16="http://schemas.microsoft.com/office/drawing/2014/main" id="{A87A51B8-3390-9924-6D09-43504B0AEF1D}"/>
                      </a:ext>
                    </a:extLst>
                  </p:cNvPr>
                  <p:cNvPicPr/>
                  <p:nvPr/>
                </p:nvPicPr>
                <p:blipFill>
                  <a:blip r:embed="rId317"/>
                  <a:stretch>
                    <a:fillRect/>
                  </a:stretch>
                </p:blipFill>
                <p:spPr>
                  <a:xfrm>
                    <a:off x="9649740" y="4291229"/>
                    <a:ext cx="141138" cy="911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8">
                <p14:nvContentPartPr>
                  <p14:cNvPr id="384" name="잉크 383">
                    <a:extLst>
                      <a:ext uri="{FF2B5EF4-FFF2-40B4-BE49-F238E27FC236}">
                        <a16:creationId xmlns:a16="http://schemas.microsoft.com/office/drawing/2014/main" id="{4FFE98CF-03AE-47CD-9745-C089EC1D86A2}"/>
                      </a:ext>
                    </a:extLst>
                  </p14:cNvPr>
                  <p14:cNvContentPartPr/>
                  <p14:nvPr/>
                </p14:nvContentPartPr>
                <p14:xfrm>
                  <a:off x="9753249" y="4267145"/>
                  <a:ext cx="93240" cy="82800"/>
                </p14:xfrm>
              </p:contentPart>
            </mc:Choice>
            <mc:Fallback xmlns="">
              <p:pic>
                <p:nvPicPr>
                  <p:cNvPr id="384" name="잉크 383">
                    <a:extLst>
                      <a:ext uri="{FF2B5EF4-FFF2-40B4-BE49-F238E27FC236}">
                        <a16:creationId xmlns:a16="http://schemas.microsoft.com/office/drawing/2014/main" id="{4FFE98CF-03AE-47CD-9745-C089EC1D86A2}"/>
                      </a:ext>
                    </a:extLst>
                  </p:cNvPr>
                  <p:cNvPicPr/>
                  <p:nvPr/>
                </p:nvPicPr>
                <p:blipFill>
                  <a:blip r:embed="rId319"/>
                  <a:stretch>
                    <a:fillRect/>
                  </a:stretch>
                </p:blipFill>
                <p:spPr>
                  <a:xfrm>
                    <a:off x="9739466" y="4256233"/>
                    <a:ext cx="120807" cy="1046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0">
                <p14:nvContentPartPr>
                  <p14:cNvPr id="385" name="잉크 384">
                    <a:extLst>
                      <a:ext uri="{FF2B5EF4-FFF2-40B4-BE49-F238E27FC236}">
                        <a16:creationId xmlns:a16="http://schemas.microsoft.com/office/drawing/2014/main" id="{C59997EA-E649-36B9-12F5-17BE4AEE778B}"/>
                      </a:ext>
                    </a:extLst>
                  </p14:cNvPr>
                  <p14:cNvContentPartPr/>
                  <p14:nvPr/>
                </p14:nvContentPartPr>
                <p14:xfrm>
                  <a:off x="9752529" y="4289105"/>
                  <a:ext cx="24840" cy="279360"/>
                </p14:xfrm>
              </p:contentPart>
            </mc:Choice>
            <mc:Fallback xmlns="">
              <p:pic>
                <p:nvPicPr>
                  <p:cNvPr id="385" name="잉크 384">
                    <a:extLst>
                      <a:ext uri="{FF2B5EF4-FFF2-40B4-BE49-F238E27FC236}">
                        <a16:creationId xmlns:a16="http://schemas.microsoft.com/office/drawing/2014/main" id="{C59997EA-E649-36B9-12F5-17BE4AEE778B}"/>
                      </a:ext>
                    </a:extLst>
                  </p:cNvPr>
                  <p:cNvPicPr/>
                  <p:nvPr/>
                </p:nvPicPr>
                <p:blipFill>
                  <a:blip r:embed="rId321"/>
                  <a:stretch>
                    <a:fillRect/>
                  </a:stretch>
                </p:blipFill>
                <p:spPr>
                  <a:xfrm>
                    <a:off x="9738907" y="4278187"/>
                    <a:ext cx="52084" cy="30119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86" name="잉크 385">
                  <a:extLst>
                    <a:ext uri="{FF2B5EF4-FFF2-40B4-BE49-F238E27FC236}">
                      <a16:creationId xmlns:a16="http://schemas.microsoft.com/office/drawing/2014/main" id="{E1381852-432D-B6A9-2F22-A81388C9B94D}"/>
                    </a:ext>
                  </a:extLst>
                </p14:cNvPr>
                <p14:cNvContentPartPr/>
                <p14:nvPr/>
              </p14:nvContentPartPr>
              <p14:xfrm>
                <a:off x="11746209" y="4147625"/>
                <a:ext cx="7560" cy="14400"/>
              </p14:xfrm>
            </p:contentPart>
          </mc:Choice>
          <mc:Fallback xmlns="">
            <p:pic>
              <p:nvPicPr>
                <p:cNvPr id="386" name="잉크 385">
                  <a:extLst>
                    <a:ext uri="{FF2B5EF4-FFF2-40B4-BE49-F238E27FC236}">
                      <a16:creationId xmlns:a16="http://schemas.microsoft.com/office/drawing/2014/main" id="{E1381852-432D-B6A9-2F22-A81388C9B94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733357" y="4136982"/>
                  <a:ext cx="33264" cy="35687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6B24813-FDB9-0288-9DD5-4710A4EA9B5D}"/>
              </a:ext>
            </a:extLst>
          </p:cNvPr>
          <p:cNvSpPr txBox="1"/>
          <p:nvPr/>
        </p:nvSpPr>
        <p:spPr>
          <a:xfrm>
            <a:off x="5533293" y="532750"/>
            <a:ext cx="45602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Setup</a:t>
            </a:r>
            <a:r>
              <a:rPr lang="ko-KR" altLang="en-US"/>
              <a:t> </a:t>
            </a:r>
            <a:r>
              <a:rPr lang="en-US" altLang="ko-KR"/>
              <a:t>time</a:t>
            </a:r>
            <a:r>
              <a:rPr lang="ko-KR" altLang="en-US"/>
              <a:t>과 </a:t>
            </a:r>
            <a:r>
              <a:rPr lang="en-US" altLang="ko-KR"/>
              <a:t>Hold time</a:t>
            </a:r>
            <a:r>
              <a:rPr lang="ko-KR" altLang="en-US"/>
              <a:t>을 지켜야 하는 이유를 </a:t>
            </a:r>
            <a:r>
              <a:rPr lang="en-US" altLang="ko-KR"/>
              <a:t>D-FF </a:t>
            </a:r>
            <a:r>
              <a:rPr lang="ko-KR" altLang="en-US"/>
              <a:t>내부 구조를 제시하면서 분석하는 슬라이드 제작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슬라이드 여러장 써도 좋으니 한 슬라이드에 너무 많은 정보를 넣으려고 하지 말 것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7E123E4-2086-5D15-D96B-64998FE01911}"/>
                  </a:ext>
                </a:extLst>
              </p14:cNvPr>
              <p14:cNvContentPartPr/>
              <p14:nvPr/>
            </p14:nvContentPartPr>
            <p14:xfrm>
              <a:off x="9430560" y="1605000"/>
              <a:ext cx="18720" cy="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7E123E4-2086-5D15-D96B-64998FE01911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9424440" y="1598880"/>
                <a:ext cx="30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AAC95630-FB89-73FF-22E6-3186A80ED6DF}"/>
                  </a:ext>
                </a:extLst>
              </p14:cNvPr>
              <p14:cNvContentPartPr/>
              <p14:nvPr/>
            </p14:nvContentPartPr>
            <p14:xfrm>
              <a:off x="8656200" y="1625520"/>
              <a:ext cx="36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AAC95630-FB89-73FF-22E6-3186A80ED6D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8650080" y="161940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3534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909B-EBD6-3ED7-D7A6-CFEAABAC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4C2327-97AB-53BB-E845-2874A6DA2B61}"/>
              </a:ext>
            </a:extLst>
          </p:cNvPr>
          <p:cNvSpPr txBox="1"/>
          <p:nvPr/>
        </p:nvSpPr>
        <p:spPr>
          <a:xfrm>
            <a:off x="6327079" y="1973394"/>
            <a:ext cx="48650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glitch </a:t>
            </a:r>
            <a:r>
              <a:rPr lang="ko-KR" altLang="en-US"/>
              <a:t>발생원인</a:t>
            </a:r>
            <a:r>
              <a:rPr lang="en-US" altLang="ko-KR"/>
              <a:t>(</a:t>
            </a:r>
            <a:r>
              <a:rPr lang="ko-KR" altLang="en-US"/>
              <a:t>조합회로에서 발생</a:t>
            </a:r>
            <a:r>
              <a:rPr lang="en-US" altLang="ko-KR"/>
              <a:t>) –</a:t>
            </a:r>
            <a:r>
              <a:rPr lang="ko-KR" altLang="en-US"/>
              <a:t> 입력간 </a:t>
            </a:r>
            <a:r>
              <a:rPr lang="en-US" altLang="ko-KR"/>
              <a:t>Delay</a:t>
            </a:r>
            <a:r>
              <a:rPr lang="ko-KR" altLang="en-US"/>
              <a:t>가 생길 때 발생한다</a:t>
            </a:r>
            <a:r>
              <a:rPr lang="en-US" altLang="ko-KR"/>
              <a:t>( </a:t>
            </a:r>
            <a:r>
              <a:rPr lang="ko-KR" altLang="en-US"/>
              <a:t>이를 고주파 </a:t>
            </a:r>
            <a:r>
              <a:rPr lang="en-US" altLang="ko-KR"/>
              <a:t>noise</a:t>
            </a:r>
            <a:r>
              <a:rPr lang="ko-KR" altLang="en-US"/>
              <a:t>라고 한다</a:t>
            </a:r>
            <a:r>
              <a:rPr lang="en-US" altLang="ko-KR"/>
              <a:t>)</a:t>
            </a:r>
            <a:r>
              <a:rPr lang="ko-KR" altLang="en-US"/>
              <a:t>반드시 해야하나</a:t>
            </a:r>
            <a:r>
              <a:rPr lang="en-US" altLang="ko-KR"/>
              <a:t>? </a:t>
            </a:r>
            <a:r>
              <a:rPr lang="ko-KR" altLang="en-US"/>
              <a:t>그건 아니다 </a:t>
            </a:r>
            <a:endParaRPr lang="en-US" altLang="ko-KR"/>
          </a:p>
          <a:p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FF</a:t>
            </a:r>
            <a:r>
              <a:rPr lang="ko-KR" altLang="en-US"/>
              <a:t>이 많아지면 </a:t>
            </a:r>
            <a:r>
              <a:rPr lang="en-US" altLang="ko-KR"/>
              <a:t>Cost </a:t>
            </a:r>
            <a:r>
              <a:rPr lang="ko-KR" altLang="en-US"/>
              <a:t>증가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발열량 증가 </a:t>
            </a:r>
            <a:endParaRPr lang="en-US" altLang="ko-KR"/>
          </a:p>
          <a:p>
            <a:r>
              <a:rPr lang="en-US" altLang="ko-KR"/>
              <a:t>3. output</a:t>
            </a:r>
            <a:r>
              <a:rPr lang="ko-KR" altLang="en-US"/>
              <a:t>이 </a:t>
            </a:r>
            <a:r>
              <a:rPr lang="en-US" altLang="ko-KR"/>
              <a:t>1cycle </a:t>
            </a:r>
            <a:r>
              <a:rPr lang="ko-KR" altLang="en-US"/>
              <a:t>지연됨</a:t>
            </a:r>
            <a:r>
              <a:rPr lang="en-US" altLang="ko-KR"/>
              <a:t> </a:t>
            </a:r>
          </a:p>
          <a:p>
            <a:r>
              <a:rPr lang="ko-KR" altLang="en-US"/>
              <a:t>상황에 따라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outpu</a:t>
            </a:r>
            <a:r>
              <a:rPr lang="ko-KR" altLang="en-US"/>
              <a:t>을 </a:t>
            </a:r>
            <a:r>
              <a:rPr lang="en-US" altLang="ko-KR"/>
              <a:t>CL </a:t>
            </a:r>
          </a:p>
          <a:p>
            <a:r>
              <a:rPr lang="en-US" altLang="ko-KR"/>
              <a:t>	SL  </a:t>
            </a:r>
            <a:r>
              <a:rPr lang="ko-KR" altLang="en-US"/>
              <a:t>의 차이를 설명해라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CL : Critical Path</a:t>
            </a:r>
            <a:r>
              <a:rPr lang="ko-KR" altLang="en-US"/>
              <a:t>에 의해서 </a:t>
            </a:r>
            <a:r>
              <a:rPr lang="en-US" altLang="ko-KR"/>
              <a:t>noise</a:t>
            </a:r>
            <a:r>
              <a:rPr lang="ko-KR" altLang="en-US"/>
              <a:t>가 생김 </a:t>
            </a:r>
            <a:endParaRPr lang="en-US" altLang="ko-KR"/>
          </a:p>
          <a:p>
            <a:r>
              <a:rPr lang="en-US" altLang="ko-KR"/>
              <a:t>SL : </a:t>
            </a:r>
            <a:r>
              <a:rPr lang="ko-KR" altLang="en-US"/>
              <a:t>안정적</a:t>
            </a:r>
            <a:r>
              <a:rPr lang="en-US" altLang="ko-KR"/>
              <a:t>, Glitch</a:t>
            </a:r>
            <a:r>
              <a:rPr lang="ko-KR" altLang="en-US"/>
              <a:t> 제거</a:t>
            </a:r>
            <a:r>
              <a:rPr lang="en-US" altLang="ko-KR"/>
              <a:t>,</a:t>
            </a:r>
            <a:r>
              <a:rPr lang="ko-KR" altLang="en-US"/>
              <a:t>속도 느림  </a:t>
            </a:r>
            <a:r>
              <a:rPr lang="en-US" altLang="ko-KR"/>
              <a:t> </a:t>
            </a:r>
            <a:r>
              <a:rPr lang="ko-KR" alt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DA02A-BB9E-2809-2B27-0D41EBF66FAF}"/>
              </a:ext>
            </a:extLst>
          </p:cNvPr>
          <p:cNvSpPr txBox="1"/>
          <p:nvPr/>
        </p:nvSpPr>
        <p:spPr>
          <a:xfrm>
            <a:off x="211015" y="594974"/>
            <a:ext cx="582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margin </a:t>
            </a:r>
            <a:r>
              <a:rPr lang="ko-KR" altLang="en-US"/>
              <a:t>은 어떤 의미인지 모르겠음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6AAC7E-23DD-75F3-3F29-27C74D9AB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" y="1474631"/>
            <a:ext cx="5653908" cy="45974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634D23-06DB-9253-A649-E68AC9DA7A34}"/>
              </a:ext>
            </a:extLst>
          </p:cNvPr>
          <p:cNvSpPr txBox="1"/>
          <p:nvPr/>
        </p:nvSpPr>
        <p:spPr>
          <a:xfrm>
            <a:off x="6154618" y="779640"/>
            <a:ext cx="4865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glith </a:t>
            </a:r>
            <a:r>
              <a:rPr lang="ko-KR" altLang="en-US"/>
              <a:t>발생원인과 꼭 </a:t>
            </a:r>
            <a:r>
              <a:rPr lang="en-US" altLang="ko-KR"/>
              <a:t>FF </a:t>
            </a:r>
            <a:r>
              <a:rPr lang="ko-KR" altLang="en-US"/>
              <a:t>써야하나</a:t>
            </a:r>
            <a:r>
              <a:rPr lang="en-US" altLang="ko-KR"/>
              <a:t>? </a:t>
            </a:r>
            <a:r>
              <a:rPr lang="ko-KR" altLang="en-US"/>
              <a:t>이거에 대한 슬라이드 </a:t>
            </a:r>
          </a:p>
        </p:txBody>
      </p:sp>
    </p:spTree>
    <p:extLst>
      <p:ext uri="{BB962C8B-B14F-4D97-AF65-F5344CB8AC3E}">
        <p14:creationId xmlns:p14="http://schemas.microsoft.com/office/powerpoint/2010/main" val="3849677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27EB4-F2FE-3BAF-4D32-3C2F297D0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579CF-A79C-E266-9147-837E0D81D12E}"/>
              </a:ext>
            </a:extLst>
          </p:cNvPr>
          <p:cNvSpPr txBox="1"/>
          <p:nvPr/>
        </p:nvSpPr>
        <p:spPr>
          <a:xfrm>
            <a:off x="631273" y="862767"/>
            <a:ext cx="4865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FSM</a:t>
            </a:r>
            <a:r>
              <a:rPr lang="ko-KR" altLang="en-US"/>
              <a:t> 밀리 머신 무어머신 특징에 </a:t>
            </a:r>
            <a:endParaRPr lang="en-US" altLang="ko-KR"/>
          </a:p>
          <a:p>
            <a:r>
              <a:rPr lang="ko-KR" altLang="en-US"/>
              <a:t>대한 슬라이드 </a:t>
            </a:r>
          </a:p>
        </p:txBody>
      </p:sp>
    </p:spTree>
    <p:extLst>
      <p:ext uri="{BB962C8B-B14F-4D97-AF65-F5344CB8AC3E}">
        <p14:creationId xmlns:p14="http://schemas.microsoft.com/office/powerpoint/2010/main" val="3251551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CCBA1-B40F-5A21-0032-D7C9204A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1ABA5A1-1C41-CB0F-86DB-24ED8FFEA28E}"/>
              </a:ext>
            </a:extLst>
          </p:cNvPr>
          <p:cNvSpPr txBox="1"/>
          <p:nvPr/>
        </p:nvSpPr>
        <p:spPr>
          <a:xfrm>
            <a:off x="130482" y="138479"/>
            <a:ext cx="871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1008 Project – Control </a:t>
            </a:r>
            <a:r>
              <a:rPr lang="ko-KR" altLang="en-US"/>
              <a:t>설계 </a:t>
            </a:r>
            <a:r>
              <a:rPr lang="en-US" altLang="ko-KR"/>
              <a:t>FSM(finit State Machine) – Homework -1</a:t>
            </a:r>
            <a:endParaRPr lang="ko-KR" altLang="en-US"/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C9C25585-759E-AD83-EE93-0F7CED683EDE}"/>
              </a:ext>
            </a:extLst>
          </p:cNvPr>
          <p:cNvGrpSpPr/>
          <p:nvPr/>
        </p:nvGrpSpPr>
        <p:grpSpPr>
          <a:xfrm>
            <a:off x="2358006" y="5069223"/>
            <a:ext cx="5918040" cy="949320"/>
            <a:chOff x="2358006" y="5069223"/>
            <a:chExt cx="5918040" cy="9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B4A5293A-8457-84DB-EB61-B0DB060906D9}"/>
                    </a:ext>
                  </a:extLst>
                </p14:cNvPr>
                <p14:cNvContentPartPr/>
                <p14:nvPr/>
              </p14:nvContentPartPr>
              <p14:xfrm>
                <a:off x="2390046" y="5389983"/>
                <a:ext cx="108000" cy="38916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B4A5293A-8457-84DB-EB61-B0DB060906D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83926" y="5383863"/>
                  <a:ext cx="1202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374A96ED-116C-C80A-788B-F9EB8C778E7A}"/>
                    </a:ext>
                  </a:extLst>
                </p14:cNvPr>
                <p14:cNvContentPartPr/>
                <p14:nvPr/>
              </p14:nvContentPartPr>
              <p14:xfrm>
                <a:off x="2358006" y="5421303"/>
                <a:ext cx="137160" cy="17280"/>
              </p14:xfrm>
            </p:contentPart>
          </mc:Choice>
          <mc:Fallback xmlns=""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374A96ED-116C-C80A-788B-F9EB8C778E7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51886" y="5415183"/>
                  <a:ext cx="149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C60438BD-D9EF-9CCA-2983-0652B620FD02}"/>
                    </a:ext>
                  </a:extLst>
                </p14:cNvPr>
                <p14:cNvContentPartPr/>
                <p14:nvPr/>
              </p14:nvContentPartPr>
              <p14:xfrm>
                <a:off x="2406246" y="5566383"/>
                <a:ext cx="106920" cy="36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C60438BD-D9EF-9CCA-2983-0652B620FD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00126" y="5560263"/>
                  <a:ext cx="119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FB1745F0-E096-0988-35C3-C48DD05FA2AF}"/>
                    </a:ext>
                  </a:extLst>
                </p14:cNvPr>
                <p14:cNvContentPartPr/>
                <p14:nvPr/>
              </p14:nvContentPartPr>
              <p14:xfrm>
                <a:off x="2549526" y="5309703"/>
                <a:ext cx="165960" cy="58392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FB1745F0-E096-0988-35C3-C48DD05FA2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43406" y="5303583"/>
                  <a:ext cx="17820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89E5C787-FE8B-B845-C83D-39665958CAEC}"/>
                    </a:ext>
                  </a:extLst>
                </p14:cNvPr>
                <p14:cNvContentPartPr/>
                <p14:nvPr/>
              </p14:nvContentPartPr>
              <p14:xfrm>
                <a:off x="2771286" y="5518143"/>
                <a:ext cx="102600" cy="7704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89E5C787-FE8B-B845-C83D-39665958CA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5166" y="5512023"/>
                  <a:ext cx="114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A718F018-878E-C355-FFE7-577773886800}"/>
                    </a:ext>
                  </a:extLst>
                </p14:cNvPr>
                <p14:cNvContentPartPr/>
                <p14:nvPr/>
              </p14:nvContentPartPr>
              <p14:xfrm>
                <a:off x="3015726" y="5325903"/>
                <a:ext cx="360" cy="59112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A718F018-878E-C355-FFE7-57777388680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09606" y="5319783"/>
                  <a:ext cx="1260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3DCC1D77-F598-12CA-0708-BFF9DA8CC246}"/>
                    </a:ext>
                  </a:extLst>
                </p14:cNvPr>
                <p14:cNvContentPartPr/>
                <p14:nvPr/>
              </p14:nvContentPartPr>
              <p14:xfrm>
                <a:off x="3128046" y="5502303"/>
                <a:ext cx="66240" cy="9720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3DCC1D77-F598-12CA-0708-BFF9DA8CC2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21926" y="5496183"/>
                  <a:ext cx="7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90E8A387-86D6-2200-F342-B5D10A1CDD03}"/>
                    </a:ext>
                  </a:extLst>
                </p14:cNvPr>
                <p14:cNvContentPartPr/>
                <p14:nvPr/>
              </p14:nvContentPartPr>
              <p14:xfrm>
                <a:off x="3192126" y="5503743"/>
                <a:ext cx="114120" cy="11700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90E8A387-86D6-2200-F342-B5D10A1CDD0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86006" y="5497623"/>
                  <a:ext cx="1263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3B3ABBAD-E22F-DB73-6CE8-39BE76D619A3}"/>
                    </a:ext>
                  </a:extLst>
                </p14:cNvPr>
                <p14:cNvContentPartPr/>
                <p14:nvPr/>
              </p14:nvContentPartPr>
              <p14:xfrm>
                <a:off x="3192126" y="5630463"/>
                <a:ext cx="92520" cy="36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3B3ABBAD-E22F-DB73-6CE8-39BE76D619A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86006" y="5624343"/>
                  <a:ext cx="104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6C79A0DD-D6AC-BDBB-9FFC-2A429097B085}"/>
                    </a:ext>
                  </a:extLst>
                </p14:cNvPr>
                <p14:cNvContentPartPr/>
                <p14:nvPr/>
              </p14:nvContentPartPr>
              <p14:xfrm>
                <a:off x="3384726" y="5357943"/>
                <a:ext cx="50400" cy="43524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6C79A0DD-D6AC-BDBB-9FFC-2A429097B08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78606" y="5351823"/>
                  <a:ext cx="6264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55FA73F2-8E01-54C4-4A34-49B00A703B13}"/>
                    </a:ext>
                  </a:extLst>
                </p14:cNvPr>
                <p14:cNvContentPartPr/>
                <p14:nvPr/>
              </p14:nvContentPartPr>
              <p14:xfrm>
                <a:off x="3252246" y="5787783"/>
                <a:ext cx="209520" cy="15156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55FA73F2-8E01-54C4-4A34-49B00A703B1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46126" y="5781663"/>
                  <a:ext cx="221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C61695C0-FDDA-F070-4C46-32932FEEE6D5}"/>
                    </a:ext>
                  </a:extLst>
                </p14:cNvPr>
                <p14:cNvContentPartPr/>
                <p14:nvPr/>
              </p14:nvContentPartPr>
              <p14:xfrm>
                <a:off x="3596406" y="5919183"/>
                <a:ext cx="109440" cy="9144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C61695C0-FDDA-F070-4C46-32932FEEE6D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90286" y="5913063"/>
                  <a:ext cx="121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2675C363-BD11-AFA7-09E9-A912DF90C7CC}"/>
                    </a:ext>
                  </a:extLst>
                </p14:cNvPr>
                <p14:cNvContentPartPr/>
                <p14:nvPr/>
              </p14:nvContentPartPr>
              <p14:xfrm>
                <a:off x="3872886" y="5454063"/>
                <a:ext cx="286200" cy="35640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2675C363-BD11-AFA7-09E9-A912DF90C7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66766" y="5447943"/>
                  <a:ext cx="2984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B7A38891-5E09-9DF5-F31E-F5FC42371661}"/>
                    </a:ext>
                  </a:extLst>
                </p14:cNvPr>
                <p14:cNvContentPartPr/>
                <p14:nvPr/>
              </p14:nvContentPartPr>
              <p14:xfrm>
                <a:off x="4170606" y="5576103"/>
                <a:ext cx="315000" cy="2304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B7A38891-5E09-9DF5-F31E-F5FC4237166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64486" y="5569983"/>
                  <a:ext cx="327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B5090D65-B969-1DB1-80E1-297DBB0DFA8B}"/>
                    </a:ext>
                  </a:extLst>
                </p14:cNvPr>
                <p14:cNvContentPartPr/>
                <p14:nvPr/>
              </p14:nvContentPartPr>
              <p14:xfrm>
                <a:off x="4330086" y="5341743"/>
                <a:ext cx="190800" cy="354960"/>
              </p14:xfrm>
            </p:contentPart>
          </mc:Choice>
          <mc:Fallback xmlns=""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B5090D65-B969-1DB1-80E1-297DBB0DFA8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23966" y="5335623"/>
                  <a:ext cx="2030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914BA056-4BED-0445-4051-22F6E051ED2B}"/>
                    </a:ext>
                  </a:extLst>
                </p14:cNvPr>
                <p14:cNvContentPartPr/>
                <p14:nvPr/>
              </p14:nvContentPartPr>
              <p14:xfrm>
                <a:off x="4489566" y="5533983"/>
                <a:ext cx="265680" cy="17100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914BA056-4BED-0445-4051-22F6E051ED2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483446" y="5527863"/>
                  <a:ext cx="277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700011F0-96DA-5B3F-521D-C6408996F6B1}"/>
                    </a:ext>
                  </a:extLst>
                </p14:cNvPr>
                <p14:cNvContentPartPr/>
                <p14:nvPr/>
              </p14:nvContentPartPr>
              <p14:xfrm>
                <a:off x="4796286" y="5463063"/>
                <a:ext cx="201600" cy="5544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700011F0-96DA-5B3F-521D-C6408996F6B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90166" y="5456943"/>
                  <a:ext cx="213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006ADFBE-4F41-E695-614B-61E01FEE4A5A}"/>
                    </a:ext>
                  </a:extLst>
                </p14:cNvPr>
                <p14:cNvContentPartPr/>
                <p14:nvPr/>
              </p14:nvContentPartPr>
              <p14:xfrm>
                <a:off x="4860726" y="5245623"/>
                <a:ext cx="304920" cy="49932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006ADFBE-4F41-E695-614B-61E01FEE4A5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854606" y="5239503"/>
                  <a:ext cx="3171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21EE32D3-3521-B759-934B-F8BFE1F94B5C}"/>
                    </a:ext>
                  </a:extLst>
                </p14:cNvPr>
                <p14:cNvContentPartPr/>
                <p14:nvPr/>
              </p14:nvContentPartPr>
              <p14:xfrm>
                <a:off x="5213526" y="5438223"/>
                <a:ext cx="313200" cy="19296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21EE32D3-3521-B759-934B-F8BFE1F94B5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07406" y="5432103"/>
                  <a:ext cx="325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2D9A584A-A0A7-6B79-8E7B-C22F8B96FBD4}"/>
                    </a:ext>
                  </a:extLst>
                </p14:cNvPr>
                <p14:cNvContentPartPr/>
                <p14:nvPr/>
              </p14:nvContentPartPr>
              <p14:xfrm>
                <a:off x="5605566" y="5468823"/>
                <a:ext cx="281880" cy="25020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2D9A584A-A0A7-6B79-8E7B-C22F8B96FBD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99446" y="5462703"/>
                  <a:ext cx="294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4262908B-D38A-CFDE-AC9B-AEC0C2EC96DF}"/>
                    </a:ext>
                  </a:extLst>
                </p14:cNvPr>
                <p14:cNvContentPartPr/>
                <p14:nvPr/>
              </p14:nvContentPartPr>
              <p14:xfrm>
                <a:off x="5742726" y="5069223"/>
                <a:ext cx="136800" cy="64512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4262908B-D38A-CFDE-AC9B-AEC0C2EC96D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36606" y="5063103"/>
                  <a:ext cx="14904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A2EC063E-C7F9-A745-C017-956FC5ADCBA3}"/>
                    </a:ext>
                  </a:extLst>
                </p14:cNvPr>
                <p14:cNvContentPartPr/>
                <p14:nvPr/>
              </p14:nvContentPartPr>
              <p14:xfrm>
                <a:off x="5919486" y="5165343"/>
                <a:ext cx="195840" cy="5040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A2EC063E-C7F9-A745-C017-956FC5ADCBA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13366" y="5159223"/>
                  <a:ext cx="208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14D65507-C320-2D96-8FA4-93AD60EE80EE}"/>
                    </a:ext>
                  </a:extLst>
                </p14:cNvPr>
                <p14:cNvContentPartPr/>
                <p14:nvPr/>
              </p14:nvContentPartPr>
              <p14:xfrm>
                <a:off x="6094446" y="5389983"/>
                <a:ext cx="50040" cy="20520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14D65507-C320-2D96-8FA4-93AD60EE80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88326" y="5383863"/>
                  <a:ext cx="62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19C787A0-AB1D-7A4B-5A91-E603349EA3B5}"/>
                    </a:ext>
                  </a:extLst>
                </p14:cNvPr>
                <p14:cNvContentPartPr/>
                <p14:nvPr/>
              </p14:nvContentPartPr>
              <p14:xfrm>
                <a:off x="6106686" y="5513823"/>
                <a:ext cx="456840" cy="18756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19C787A0-AB1D-7A4B-5A91-E603349EA3B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00566" y="5507703"/>
                  <a:ext cx="469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DF8489DA-2AD1-673F-1D3D-EFF861F8071E}"/>
                    </a:ext>
                  </a:extLst>
                </p14:cNvPr>
                <p14:cNvContentPartPr/>
                <p14:nvPr/>
              </p14:nvContentPartPr>
              <p14:xfrm>
                <a:off x="6459486" y="5486103"/>
                <a:ext cx="444240" cy="53244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DF8489DA-2AD1-673F-1D3D-EFF861F8071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53366" y="5479983"/>
                  <a:ext cx="45648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CAC0A142-BD6D-31FD-1D35-A48351670492}"/>
                    </a:ext>
                  </a:extLst>
                </p14:cNvPr>
                <p14:cNvContentPartPr/>
                <p14:nvPr/>
              </p14:nvContentPartPr>
              <p14:xfrm>
                <a:off x="6865566" y="5454063"/>
                <a:ext cx="259920" cy="26352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CAC0A142-BD6D-31FD-1D35-A4835167049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59446" y="5447943"/>
                  <a:ext cx="272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BE90DD85-A19F-6E5B-0C61-3DDD53838DEF}"/>
                    </a:ext>
                  </a:extLst>
                </p14:cNvPr>
                <p14:cNvContentPartPr/>
                <p14:nvPr/>
              </p14:nvContentPartPr>
              <p14:xfrm>
                <a:off x="7086606" y="5550543"/>
                <a:ext cx="236160" cy="25668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BE90DD85-A19F-6E5B-0C61-3DDD53838DE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80486" y="5544423"/>
                  <a:ext cx="2484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666CFBDD-EED8-B230-3B08-41F3B5A5278E}"/>
                    </a:ext>
                  </a:extLst>
                </p14:cNvPr>
                <p14:cNvContentPartPr/>
                <p14:nvPr/>
              </p14:nvContentPartPr>
              <p14:xfrm>
                <a:off x="7427166" y="5534343"/>
                <a:ext cx="510480" cy="31068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666CFBDD-EED8-B230-3B08-41F3B5A5278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421046" y="5528223"/>
                  <a:ext cx="522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388CEDF3-246A-CA71-A623-0F38B4C416C3}"/>
                    </a:ext>
                  </a:extLst>
                </p14:cNvPr>
                <p14:cNvContentPartPr/>
                <p14:nvPr/>
              </p14:nvContentPartPr>
              <p14:xfrm>
                <a:off x="8133126" y="5935383"/>
                <a:ext cx="142920" cy="36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388CEDF3-246A-CA71-A623-0F38B4C416C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27006" y="5929263"/>
                  <a:ext cx="15516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97D3D74-71CF-EEA5-226D-E622D5AA9BE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97533" y="658430"/>
            <a:ext cx="7025233" cy="367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97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D50492-3DB8-F0F8-4E20-C4ACC514C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305" y="1942662"/>
            <a:ext cx="5859379" cy="25141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DEF9C2-2D7F-CD6D-0B10-656102713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28" y="1874880"/>
            <a:ext cx="3935026" cy="24203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7A7E80-95D5-C131-82FC-56173F69A7E1}"/>
              </a:ext>
            </a:extLst>
          </p:cNvPr>
          <p:cNvSpPr txBox="1"/>
          <p:nvPr/>
        </p:nvSpPr>
        <p:spPr>
          <a:xfrm>
            <a:off x="2838450" y="5276850"/>
            <a:ext cx="651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defaul</a:t>
            </a:r>
            <a:r>
              <a:rPr lang="ko-KR" altLang="en-US"/>
              <a:t>가 없을땐 </a:t>
            </a:r>
            <a:r>
              <a:rPr lang="en-US" altLang="ko-KR"/>
              <a:t>latch</a:t>
            </a:r>
            <a:r>
              <a:rPr lang="ko-KR" altLang="en-US"/>
              <a:t>가 생긴다</a:t>
            </a:r>
            <a:r>
              <a:rPr lang="en-US" altLang="ko-KR"/>
              <a:t>. </a:t>
            </a:r>
            <a:r>
              <a:rPr lang="ko-KR" altLang="en-US"/>
              <a:t>생기는 이유 간단하게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11463-63F1-CE2F-92D0-2731EFDF35AD}"/>
              </a:ext>
            </a:extLst>
          </p:cNvPr>
          <p:cNvSpPr txBox="1"/>
          <p:nvPr/>
        </p:nvSpPr>
        <p:spPr>
          <a:xfrm>
            <a:off x="800100" y="830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/>
              <a:t>Homework -1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295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A4D1F9-99EF-54BD-4896-6065A714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5" y="753414"/>
            <a:ext cx="8915426" cy="4660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B913B8-09C4-DFCE-FE0E-0F15769840E7}"/>
              </a:ext>
            </a:extLst>
          </p:cNvPr>
          <p:cNvSpPr txBox="1"/>
          <p:nvPr/>
        </p:nvSpPr>
        <p:spPr>
          <a:xfrm>
            <a:off x="8909384" y="3083731"/>
            <a:ext cx="216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코드 해석 설명</a:t>
            </a:r>
            <a:endParaRPr lang="en-US" altLang="ko-KR"/>
          </a:p>
          <a:p>
            <a:r>
              <a:rPr lang="ko-KR" altLang="en-US"/>
              <a:t>처리조건 </a:t>
            </a:r>
            <a:endParaRPr lang="en-US" altLang="ko-KR"/>
          </a:p>
          <a:p>
            <a:r>
              <a:rPr lang="en-US" altLang="ko-KR"/>
              <a:t>output</a:t>
            </a: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9726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54CADEC-46E0-E0AB-A128-1CB1E04D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57" y="1611138"/>
            <a:ext cx="7712242" cy="318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61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BD6CA3-5438-6D4E-40A3-B40DF37406E7}"/>
              </a:ext>
            </a:extLst>
          </p:cNvPr>
          <p:cNvSpPr txBox="1"/>
          <p:nvPr/>
        </p:nvSpPr>
        <p:spPr>
          <a:xfrm>
            <a:off x="333214" y="144606"/>
            <a:ext cx="205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HW_4_2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9E5CF5-EA1F-556A-E659-CD1242F8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36" y="838922"/>
            <a:ext cx="5181214" cy="30187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058692-E5C1-44EA-7474-9AB9CA4B2B93}"/>
              </a:ext>
            </a:extLst>
          </p:cNvPr>
          <p:cNvSpPr txBox="1"/>
          <p:nvPr/>
        </p:nvSpPr>
        <p:spPr>
          <a:xfrm>
            <a:off x="6172200" y="1552575"/>
            <a:ext cx="559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FSM_RUN_STOP.v </a:t>
            </a:r>
            <a:r>
              <a:rPr lang="ko-KR" altLang="en-US"/>
              <a:t>참조하여 블럭다이어그램 구성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16275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864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9EF5-85A2-E9FF-B6AF-CCC94ACB2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D8050-DD47-D4A8-349F-1A5BEEB1C8D9}"/>
              </a:ext>
            </a:extLst>
          </p:cNvPr>
          <p:cNvSpPr txBox="1"/>
          <p:nvPr/>
        </p:nvSpPr>
        <p:spPr>
          <a:xfrm>
            <a:off x="333214" y="144606"/>
            <a:ext cx="205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HW_4_2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68452D2-69DD-2217-FF79-AC4404904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073" y="990600"/>
            <a:ext cx="4500524" cy="44943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D54376-654F-DCFF-6803-30C74B18B279}"/>
              </a:ext>
            </a:extLst>
          </p:cNvPr>
          <p:cNvSpPr txBox="1"/>
          <p:nvPr/>
        </p:nvSpPr>
        <p:spPr>
          <a:xfrm>
            <a:off x="5419726" y="2058867"/>
            <a:ext cx="4819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스테이트 머신의 어떤 부분을 표현하고 있는지 코드와 연결 지을 것</a:t>
            </a:r>
            <a:r>
              <a:rPr lang="en-US" altLang="ko-KR"/>
              <a:t>. </a:t>
            </a:r>
            <a:r>
              <a:rPr lang="ko-KR" altLang="en-US"/>
              <a:t>슬라이드 여러장 구성 </a:t>
            </a:r>
            <a:r>
              <a:rPr lang="en-US" altLang="ko-KR"/>
              <a:t>/ </a:t>
            </a:r>
            <a:r>
              <a:rPr lang="ko-KR" altLang="en-US"/>
              <a:t>부가설명 많이 필요없다</a:t>
            </a:r>
            <a:r>
              <a:rPr lang="en-US" altLang="ko-KR"/>
              <a:t>. </a:t>
            </a:r>
            <a:r>
              <a:rPr lang="ko-KR" altLang="en-US"/>
              <a:t>쓸데없는 말 하지 말자 제발 </a:t>
            </a:r>
          </a:p>
        </p:txBody>
      </p:sp>
    </p:spTree>
    <p:extLst>
      <p:ext uri="{BB962C8B-B14F-4D97-AF65-F5344CB8AC3E}">
        <p14:creationId xmlns:p14="http://schemas.microsoft.com/office/powerpoint/2010/main" val="1657920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5F22-91C6-DF15-2D62-6D85D903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63492-4A07-58CC-362C-08ABA8B98ABD}"/>
              </a:ext>
            </a:extLst>
          </p:cNvPr>
          <p:cNvSpPr txBox="1"/>
          <p:nvPr/>
        </p:nvSpPr>
        <p:spPr>
          <a:xfrm>
            <a:off x="333214" y="144606"/>
            <a:ext cx="205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HW_4_2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05702E-FD19-D5E5-CB23-D1900EDB6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429" y="1323938"/>
            <a:ext cx="9700171" cy="15982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A14A2D-7528-2DE7-9886-BB69634F7CE3}"/>
              </a:ext>
            </a:extLst>
          </p:cNvPr>
          <p:cNvSpPr txBox="1"/>
          <p:nvPr/>
        </p:nvSpPr>
        <p:spPr>
          <a:xfrm>
            <a:off x="3352799" y="3362893"/>
            <a:ext cx="7472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i_sw</a:t>
            </a:r>
            <a:r>
              <a:rPr lang="ko-KR" altLang="en-US"/>
              <a:t>가 </a:t>
            </a:r>
            <a:r>
              <a:rPr lang="en-US" altLang="ko-KR"/>
              <a:t>async </a:t>
            </a:r>
            <a:r>
              <a:rPr lang="ko-KR" altLang="en-US"/>
              <a:t>이기 때문에 </a:t>
            </a:r>
            <a:r>
              <a:rPr lang="en-US" altLang="ko-KR"/>
              <a:t>n_state</a:t>
            </a:r>
            <a:r>
              <a:rPr lang="ko-KR" altLang="en-US"/>
              <a:t>가 클럭 엣지 근처에서 바뀌게 되면</a:t>
            </a:r>
            <a:endParaRPr lang="en-US" altLang="ko-KR"/>
          </a:p>
          <a:p>
            <a:r>
              <a:rPr lang="en-US" altLang="ko-KR"/>
              <a:t>current state</a:t>
            </a:r>
            <a:r>
              <a:rPr lang="ko-KR" altLang="en-US"/>
              <a:t>를 결정하는 과정에서 하나의 </a:t>
            </a:r>
            <a:r>
              <a:rPr lang="en-US" altLang="ko-KR"/>
              <a:t>state</a:t>
            </a:r>
            <a:r>
              <a:rPr lang="ko-KR" altLang="en-US"/>
              <a:t>를 글리치로 인식하고 반영이 안된다</a:t>
            </a:r>
            <a:r>
              <a:rPr lang="en-US" altLang="ko-KR"/>
              <a:t>. -&gt; </a:t>
            </a:r>
            <a:r>
              <a:rPr lang="ko-KR" altLang="en-US"/>
              <a:t>설계는 잘 작동</a:t>
            </a:r>
            <a:endParaRPr lang="en-US" altLang="ko-KR"/>
          </a:p>
          <a:p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B3A2F-9E61-A649-788E-5F3DBC2B57B4}"/>
              </a:ext>
            </a:extLst>
          </p:cNvPr>
          <p:cNvSpPr/>
          <p:nvPr/>
        </p:nvSpPr>
        <p:spPr>
          <a:xfrm>
            <a:off x="6474691" y="2105891"/>
            <a:ext cx="683491" cy="184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4A62744-9DD4-A8D9-23C9-ECDF47CF99EE}"/>
              </a:ext>
            </a:extLst>
          </p:cNvPr>
          <p:cNvCxnSpPr>
            <a:cxnSpLocks/>
          </p:cNvCxnSpPr>
          <p:nvPr/>
        </p:nvCxnSpPr>
        <p:spPr>
          <a:xfrm>
            <a:off x="7158182" y="2231967"/>
            <a:ext cx="324658" cy="58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303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A3B62-0A26-8268-2B22-D6858661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B8147-031D-9942-A9FD-0A42A047BAC9}"/>
              </a:ext>
            </a:extLst>
          </p:cNvPr>
          <p:cNvSpPr txBox="1"/>
          <p:nvPr/>
        </p:nvSpPr>
        <p:spPr>
          <a:xfrm>
            <a:off x="333214" y="144606"/>
            <a:ext cx="205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HW_4_2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609F57B-FE51-1E2F-E733-39097E687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264" y="1600025"/>
            <a:ext cx="9334331" cy="2090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F954B5-7B5A-D893-F957-5594A0A2FF1B}"/>
              </a:ext>
            </a:extLst>
          </p:cNvPr>
          <p:cNvSpPr txBox="1"/>
          <p:nvPr/>
        </p:nvSpPr>
        <p:spPr>
          <a:xfrm>
            <a:off x="1141264" y="1230693"/>
            <a:ext cx="1888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시나리오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99771-5A49-48DE-DEB6-0912B89E5395}"/>
              </a:ext>
            </a:extLst>
          </p:cNvPr>
          <p:cNvSpPr txBox="1"/>
          <p:nvPr/>
        </p:nvSpPr>
        <p:spPr>
          <a:xfrm>
            <a:off x="1265089" y="395291"/>
            <a:ext cx="9658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내가 </a:t>
            </a:r>
            <a:r>
              <a:rPr lang="en-US" altLang="ko-KR"/>
              <a:t>tb</a:t>
            </a:r>
            <a:r>
              <a:rPr lang="ko-KR" altLang="en-US"/>
              <a:t>에 시나리오 적어 놨어</a:t>
            </a:r>
            <a:r>
              <a:rPr lang="en-US" altLang="ko-KR"/>
              <a:t>. </a:t>
            </a:r>
            <a:r>
              <a:rPr lang="ko-KR" altLang="en-US"/>
              <a:t>스테이트 다이어그램에 색깔로 표시하면서 각 과정이 어떻게 일어나고 있는지 표현해줘</a:t>
            </a:r>
            <a:r>
              <a:rPr lang="en-US" altLang="ko-KR"/>
              <a:t>. </a:t>
            </a:r>
            <a:r>
              <a:rPr lang="ko-KR" altLang="en-US"/>
              <a:t>글자가 굳이 없어도 된다</a:t>
            </a:r>
            <a:r>
              <a:rPr lang="en-US" altLang="ko-KR"/>
              <a:t>. </a:t>
            </a:r>
            <a:r>
              <a:rPr lang="ko-KR" altLang="en-US"/>
              <a:t>그리고 웨이브폼에 너무 많은걸 표시하면 가시성이 떨어지니</a:t>
            </a:r>
            <a:r>
              <a:rPr lang="en-US" altLang="ko-KR"/>
              <a:t>, </a:t>
            </a:r>
            <a:r>
              <a:rPr lang="ko-KR" altLang="en-US"/>
              <a:t>슬라이드를 좀 분할해서라도 하나씩 차근차근 표현 할 것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DD7D01A-38BB-762E-B93F-34608325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64" y="4243995"/>
            <a:ext cx="9334331" cy="20901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5C039D-6307-1C60-8E25-991DDD414C64}"/>
              </a:ext>
            </a:extLst>
          </p:cNvPr>
          <p:cNvSpPr txBox="1"/>
          <p:nvPr/>
        </p:nvSpPr>
        <p:spPr>
          <a:xfrm>
            <a:off x="1141263" y="3874663"/>
            <a:ext cx="1888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시나리오 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395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48E5-55FD-03D2-6FBA-102C6739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C54EF4-E3CA-6B13-13A0-0D220B4DAD51}"/>
              </a:ext>
            </a:extLst>
          </p:cNvPr>
          <p:cNvSpPr txBox="1"/>
          <p:nvPr/>
        </p:nvSpPr>
        <p:spPr>
          <a:xfrm>
            <a:off x="333214" y="144606"/>
            <a:ext cx="205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HW_4_2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08B99-7D4D-D944-6AB5-8839EAC70F03}"/>
              </a:ext>
            </a:extLst>
          </p:cNvPr>
          <p:cNvSpPr txBox="1"/>
          <p:nvPr/>
        </p:nvSpPr>
        <p:spPr>
          <a:xfrm>
            <a:off x="1246039" y="1364043"/>
            <a:ext cx="1888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시나리오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0C7EA-C477-C247-17CC-041E88BAC0BC}"/>
              </a:ext>
            </a:extLst>
          </p:cNvPr>
          <p:cNvSpPr txBox="1"/>
          <p:nvPr/>
        </p:nvSpPr>
        <p:spPr>
          <a:xfrm>
            <a:off x="1265089" y="395291"/>
            <a:ext cx="9658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내가 </a:t>
            </a:r>
            <a:r>
              <a:rPr lang="en-US" altLang="ko-KR"/>
              <a:t>tb</a:t>
            </a:r>
            <a:r>
              <a:rPr lang="ko-KR" altLang="en-US"/>
              <a:t>에 시나리오 적어 놨어</a:t>
            </a:r>
            <a:r>
              <a:rPr lang="en-US" altLang="ko-KR"/>
              <a:t>. </a:t>
            </a:r>
            <a:r>
              <a:rPr lang="ko-KR" altLang="en-US"/>
              <a:t>스테이트 다이어그램에 색깔로 표시하면서 각 과정이 어떻게 일어나고 있는지 표현해줘</a:t>
            </a:r>
            <a:r>
              <a:rPr lang="en-US" altLang="ko-KR"/>
              <a:t>. </a:t>
            </a:r>
            <a:r>
              <a:rPr lang="ko-KR" altLang="en-US"/>
              <a:t>글자가 굳이 없어도 된다</a:t>
            </a:r>
            <a:r>
              <a:rPr lang="en-US" altLang="ko-KR"/>
              <a:t>. </a:t>
            </a:r>
            <a:r>
              <a:rPr lang="ko-KR" altLang="en-US"/>
              <a:t>그리고 웨이브폼에 너무 많은걸 표시하면 가시성이 떨어지니</a:t>
            </a:r>
            <a:r>
              <a:rPr lang="en-US" altLang="ko-KR"/>
              <a:t>, </a:t>
            </a:r>
            <a:r>
              <a:rPr lang="ko-KR" altLang="en-US"/>
              <a:t>슬라이드를 좀 분할해서라도 하나씩 차근차근 표현 할 것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76D45D-B81E-B976-AF09-FCED9649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998356"/>
            <a:ext cx="10944225" cy="19640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66DF3868-1535-F12F-97DE-2E046410350D}"/>
                  </a:ext>
                </a:extLst>
              </p14:cNvPr>
              <p14:cNvContentPartPr/>
              <p14:nvPr/>
            </p14:nvContentPartPr>
            <p14:xfrm>
              <a:off x="6480075" y="6383085"/>
              <a:ext cx="360" cy="36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66DF3868-1535-F12F-97DE-2E04641035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73955" y="6376965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그룹 66">
            <a:extLst>
              <a:ext uri="{FF2B5EF4-FFF2-40B4-BE49-F238E27FC236}">
                <a16:creationId xmlns:a16="http://schemas.microsoft.com/office/drawing/2014/main" id="{26770D60-E7F7-CBD6-50BA-DD89D3E79435}"/>
              </a:ext>
            </a:extLst>
          </p:cNvPr>
          <p:cNvGrpSpPr/>
          <p:nvPr/>
        </p:nvGrpSpPr>
        <p:grpSpPr>
          <a:xfrm>
            <a:off x="3669555" y="3948045"/>
            <a:ext cx="332280" cy="159480"/>
            <a:chOff x="3669555" y="3948045"/>
            <a:chExt cx="332280" cy="1594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84E7D05A-1D98-1F30-52EB-617258464D3D}"/>
                    </a:ext>
                  </a:extLst>
                </p14:cNvPr>
                <p14:cNvContentPartPr/>
                <p14:nvPr/>
              </p14:nvContentPartPr>
              <p14:xfrm>
                <a:off x="3669555" y="3948045"/>
                <a:ext cx="31680" cy="270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84E7D05A-1D98-1F30-52EB-617258464D3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0555" y="3939405"/>
                  <a:ext cx="49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C5A473D7-6320-F776-0324-CACA9F44F656}"/>
                    </a:ext>
                  </a:extLst>
                </p14:cNvPr>
                <p14:cNvContentPartPr/>
                <p14:nvPr/>
              </p14:nvContentPartPr>
              <p14:xfrm>
                <a:off x="4001475" y="4107165"/>
                <a:ext cx="360" cy="36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C5A473D7-6320-F776-0324-CACA9F44F6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92835" y="409852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796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3171</TotalTime>
  <Words>2422</Words>
  <Application>Microsoft Office PowerPoint</Application>
  <PresentationFormat>와이드스크린</PresentationFormat>
  <Paragraphs>459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10/08 프로젝트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11</cp:revision>
  <dcterms:created xsi:type="dcterms:W3CDTF">2026-10-03T05:53:57Z</dcterms:created>
  <dcterms:modified xsi:type="dcterms:W3CDTF">2026-10-10T17:52:33Z</dcterms:modified>
</cp:coreProperties>
</file>